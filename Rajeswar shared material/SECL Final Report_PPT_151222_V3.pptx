
<file path=[Content_Types].xml><?xml version="1.0" encoding="utf-8"?>
<Types xmlns="http://schemas.openxmlformats.org/package/2006/content-types">
  <Default Extension="bin" ContentType="application/vnd.openxmlformats-officedocument.oleObject"/>
  <Default Extension="emf" ContentType="image/x-emf"/>
  <Default Extension="glb" ContentType="model/gltf.binary"/>
  <Default Extension="jpeg" ContentType="image/jpeg"/>
  <Default Extension="png" ContentType="image/png"/>
  <Default Extension="rels" ContentType="application/vnd.openxmlformats-package.relationships+xml"/>
  <Default Extension="vml" ContentType="application/vnd.openxmlformats-officedocument.vmlDrawing"/>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theme/theme3.xml" ContentType="application/vnd.openxmlformats-officedocument.theme+xml"/>
  <Override PartName="/ppt/tags/tag67.xml" ContentType="application/vnd.openxmlformats-officedocument.presentationml.tags+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4.xml" ContentType="application/vnd.openxmlformats-officedocument.them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heme/theme5.xml" ContentType="application/vnd.openxmlformats-officedocument.theme+xml"/>
  <Override PartName="/ppt/theme/theme6.xml" ContentType="application/vnd.openxmlformats-officedocument.theme+xml"/>
  <Override PartName="/ppt/tags/tag72.xml" ContentType="application/vnd.openxmlformats-officedocument.presentationml.tags+xml"/>
  <Override PartName="/ppt/tags/tag73.xml" ContentType="application/vnd.openxmlformats-officedocument.presentationml.tags+xml"/>
  <Override PartName="/ppt/notesSlides/notesSlide1.xml" ContentType="application/vnd.openxmlformats-officedocument.presentationml.notesSlide+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77.xml" ContentType="application/vnd.openxmlformats-officedocument.presentationml.tags+xml"/>
  <Override PartName="/ppt/tags/tag78.xml" ContentType="application/vnd.openxmlformats-officedocument.presentationml.tags+xml"/>
  <Override PartName="/ppt/notesSlides/notesSlide3.xml" ContentType="application/vnd.openxmlformats-officedocument.presentationml.notesSlide+xml"/>
  <Override PartName="/ppt/tags/tag79.xml" ContentType="application/vnd.openxmlformats-officedocument.presentationml.tags+xml"/>
  <Override PartName="/ppt/tags/tag80.xml" ContentType="application/vnd.openxmlformats-officedocument.presentationml.tags+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81.xml" ContentType="application/vnd.openxmlformats-officedocument.presentationml.tags+xml"/>
  <Override PartName="/ppt/tags/tag82.xml" ContentType="application/vnd.openxmlformats-officedocument.presentationml.tags+xml"/>
  <Override PartName="/ppt/notesSlides/notesSlide5.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ags/tag83.xml" ContentType="application/vnd.openxmlformats-officedocument.presentationml.tags+xml"/>
  <Override PartName="/ppt/tags/tag84.xml" ContentType="application/vnd.openxmlformats-officedocument.presentationml.tags+xml"/>
  <Override PartName="/ppt/notesSlides/notesSlide6.xml" ContentType="application/vnd.openxmlformats-officedocument.presentationml.notesSlide+xml"/>
  <Override PartName="/ppt/tags/tag85.xml" ContentType="application/vnd.openxmlformats-officedocument.presentationml.tags+xml"/>
  <Override PartName="/ppt/tags/tag86.xml" ContentType="application/vnd.openxmlformats-officedocument.presentationml.tags+xml"/>
  <Override PartName="/ppt/notesSlides/notesSlide7.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notesSlides/notesSlide8.xml" ContentType="application/vnd.openxmlformats-officedocument.presentationml.notesSlide+xml"/>
  <Override PartName="/ppt/tags/tag89.xml" ContentType="application/vnd.openxmlformats-officedocument.presentationml.tags+xml"/>
  <Override PartName="/ppt/tags/tag90.xml" ContentType="application/vnd.openxmlformats-officedocument.presentationml.tags+xml"/>
  <Override PartName="/ppt/notesSlides/notesSlide9.xml" ContentType="application/vnd.openxmlformats-officedocument.presentationml.notesSlide+xml"/>
  <Override PartName="/ppt/tags/tag91.xml" ContentType="application/vnd.openxmlformats-officedocument.presentationml.tags+xml"/>
  <Override PartName="/ppt/tags/tag92.xml" ContentType="application/vnd.openxmlformats-officedocument.presentationml.tags+xml"/>
  <Override PartName="/ppt/notesSlides/notesSlide10.xml" ContentType="application/vnd.openxmlformats-officedocument.presentationml.notesSlide+xml"/>
  <Override PartName="/ppt/tags/tag93.xml" ContentType="application/vnd.openxmlformats-officedocument.presentationml.tags+xml"/>
  <Override PartName="/ppt/tags/tag94.xml" ContentType="application/vnd.openxmlformats-officedocument.presentationml.tags+xml"/>
  <Override PartName="/ppt/notesSlides/notesSlide11.xml" ContentType="application/vnd.openxmlformats-officedocument.presentationml.notesSlide+xml"/>
  <Override PartName="/ppt/tags/tag95.xml" ContentType="application/vnd.openxmlformats-officedocument.presentationml.tags+xml"/>
  <Override PartName="/ppt/tags/tag96.xml" ContentType="application/vnd.openxmlformats-officedocument.presentationml.tags+xml"/>
  <Override PartName="/ppt/notesSlides/notesSlide12.xml" ContentType="application/vnd.openxmlformats-officedocument.presentationml.notesSlide+xml"/>
  <Override PartName="/ppt/tags/tag97.xml" ContentType="application/vnd.openxmlformats-officedocument.presentationml.tags+xml"/>
  <Override PartName="/ppt/tags/tag98.xml" ContentType="application/vnd.openxmlformats-officedocument.presentationml.tags+xml"/>
  <Override PartName="/ppt/notesSlides/notesSlide13.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ags/tag99.xml" ContentType="application/vnd.openxmlformats-officedocument.presentationml.tags+xml"/>
  <Override PartName="/ppt/tags/tag100.xml" ContentType="application/vnd.openxmlformats-officedocument.presentationml.tags+xml"/>
  <Override PartName="/ppt/notesSlides/notesSlide14.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ags/tag101.xml" ContentType="application/vnd.openxmlformats-officedocument.presentationml.tags+xml"/>
  <Override PartName="/ppt/tags/tag102.xml" ContentType="application/vnd.openxmlformats-officedocument.presentationml.tags+xml"/>
  <Override PartName="/ppt/notesSlides/notesSlide15.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2.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5.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6.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7.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8.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9.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0.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1.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2.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3.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4.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5.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6.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7.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8.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9.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40.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1.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2.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3.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4.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5.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6.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7.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48.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9.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50.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51.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52.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3.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4.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1.xml" ContentType="application/vnd.openxmlformats-officedocument.themeOverride+xml"/>
  <Override PartName="/ppt/charts/chartEx1.xml" ContentType="application/vnd.ms-office.chartex+xml"/>
  <Override PartName="/ppt/charts/style54.xml" ContentType="application/vnd.ms-office.chartstyle+xml"/>
  <Override PartName="/ppt/charts/colors54.xml" ContentType="application/vnd.ms-office.chartcolorstyl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2.xml" ContentType="application/vnd.openxmlformats-officedocument.themeOverrid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59.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3.xml" ContentType="application/vnd.openxmlformats-officedocument.themeOverride+xml"/>
  <Override PartName="/ppt/charts/chart60.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61.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62.xml" ContentType="application/vnd.openxmlformats-officedocument.drawingml.chart+xml"/>
  <Override PartName="/ppt/charts/style62.xml" ContentType="application/vnd.ms-office.chartstyle+xml"/>
  <Override PartName="/ppt/charts/colors62.xml" ContentType="application/vnd.ms-office.chartcolorstyle+xml"/>
  <Override PartName="/ppt/tags/tag103.xml" ContentType="application/vnd.openxmlformats-officedocument.presentationml.tags+xml"/>
  <Override PartName="/ppt/tags/tag104.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tags/tag105.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5"/>
    <p:sldMasterId id="2147483834" r:id="rId6"/>
    <p:sldMasterId id="2147483840" r:id="rId7"/>
    <p:sldMasterId id="2147483876" r:id="rId8"/>
  </p:sldMasterIdLst>
  <p:notesMasterIdLst>
    <p:notesMasterId r:id="rId157"/>
  </p:notesMasterIdLst>
  <p:handoutMasterIdLst>
    <p:handoutMasterId r:id="rId158"/>
  </p:handoutMasterIdLst>
  <p:sldIdLst>
    <p:sldId id="954" r:id="rId9"/>
    <p:sldId id="421" r:id="rId10"/>
    <p:sldId id="3969" r:id="rId11"/>
    <p:sldId id="3335" r:id="rId12"/>
    <p:sldId id="3416" r:id="rId13"/>
    <p:sldId id="3330" r:id="rId14"/>
    <p:sldId id="3341" r:id="rId15"/>
    <p:sldId id="1066" r:id="rId16"/>
    <p:sldId id="1073" r:id="rId17"/>
    <p:sldId id="3334" r:id="rId18"/>
    <p:sldId id="3336" r:id="rId19"/>
    <p:sldId id="3418" r:id="rId20"/>
    <p:sldId id="3974" r:id="rId21"/>
    <p:sldId id="3333" r:id="rId22"/>
    <p:sldId id="3342" r:id="rId23"/>
    <p:sldId id="3977" r:id="rId24"/>
    <p:sldId id="3976" r:id="rId25"/>
    <p:sldId id="3978" r:id="rId26"/>
    <p:sldId id="3332" r:id="rId27"/>
    <p:sldId id="3981" r:id="rId28"/>
    <p:sldId id="3295" r:id="rId29"/>
    <p:sldId id="3291" r:id="rId30"/>
    <p:sldId id="3314" r:id="rId31"/>
    <p:sldId id="3986" r:id="rId32"/>
    <p:sldId id="538" r:id="rId33"/>
    <p:sldId id="3292" r:id="rId34"/>
    <p:sldId id="3293" r:id="rId35"/>
    <p:sldId id="3983" r:id="rId36"/>
    <p:sldId id="3290" r:id="rId37"/>
    <p:sldId id="3984" r:id="rId38"/>
    <p:sldId id="3305" r:id="rId39"/>
    <p:sldId id="3307" r:id="rId40"/>
    <p:sldId id="3308" r:id="rId41"/>
    <p:sldId id="3300" r:id="rId42"/>
    <p:sldId id="3301" r:id="rId43"/>
    <p:sldId id="3985" r:id="rId44"/>
    <p:sldId id="3289" r:id="rId45"/>
    <p:sldId id="3306" r:id="rId46"/>
    <p:sldId id="3309" r:id="rId47"/>
    <p:sldId id="3287" r:id="rId48"/>
    <p:sldId id="3288" r:id="rId49"/>
    <p:sldId id="3987" r:id="rId50"/>
    <p:sldId id="3320" r:id="rId51"/>
    <p:sldId id="3310" r:id="rId52"/>
    <p:sldId id="3311" r:id="rId53"/>
    <p:sldId id="3312" r:id="rId54"/>
    <p:sldId id="3302" r:id="rId55"/>
    <p:sldId id="3988" r:id="rId56"/>
    <p:sldId id="3319" r:id="rId57"/>
    <p:sldId id="3318" r:id="rId58"/>
    <p:sldId id="3315" r:id="rId59"/>
    <p:sldId id="3406" r:id="rId60"/>
    <p:sldId id="3351" r:id="rId61"/>
    <p:sldId id="3989" r:id="rId62"/>
    <p:sldId id="3352" r:id="rId63"/>
    <p:sldId id="3990" r:id="rId64"/>
    <p:sldId id="3322" r:id="rId65"/>
    <p:sldId id="3323" r:id="rId66"/>
    <p:sldId id="3991" r:id="rId67"/>
    <p:sldId id="3992" r:id="rId68"/>
    <p:sldId id="3405" r:id="rId69"/>
    <p:sldId id="3401" r:id="rId70"/>
    <p:sldId id="3993" r:id="rId71"/>
    <p:sldId id="3353" r:id="rId72"/>
    <p:sldId id="3354" r:id="rId73"/>
    <p:sldId id="3355" r:id="rId74"/>
    <p:sldId id="3356" r:id="rId75"/>
    <p:sldId id="3357" r:id="rId76"/>
    <p:sldId id="3358" r:id="rId77"/>
    <p:sldId id="3317" r:id="rId78"/>
    <p:sldId id="3359" r:id="rId79"/>
    <p:sldId id="3360" r:id="rId80"/>
    <p:sldId id="3361" r:id="rId81"/>
    <p:sldId id="3362" r:id="rId82"/>
    <p:sldId id="3363" r:id="rId83"/>
    <p:sldId id="3325" r:id="rId84"/>
    <p:sldId id="3364" r:id="rId85"/>
    <p:sldId id="3326" r:id="rId86"/>
    <p:sldId id="3327" r:id="rId87"/>
    <p:sldId id="3328" r:id="rId88"/>
    <p:sldId id="3329" r:id="rId89"/>
    <p:sldId id="3365" r:id="rId90"/>
    <p:sldId id="3366" r:id="rId91"/>
    <p:sldId id="3340" r:id="rId92"/>
    <p:sldId id="3367" r:id="rId93"/>
    <p:sldId id="3994" r:id="rId94"/>
    <p:sldId id="3379" r:id="rId95"/>
    <p:sldId id="3419" r:id="rId96"/>
    <p:sldId id="3380" r:id="rId97"/>
    <p:sldId id="3381" r:id="rId98"/>
    <p:sldId id="3382" r:id="rId99"/>
    <p:sldId id="3383" r:id="rId100"/>
    <p:sldId id="3384" r:id="rId101"/>
    <p:sldId id="3385" r:id="rId102"/>
    <p:sldId id="3386" r:id="rId103"/>
    <p:sldId id="3387" r:id="rId104"/>
    <p:sldId id="3388" r:id="rId105"/>
    <p:sldId id="3372" r:id="rId106"/>
    <p:sldId id="3373" r:id="rId107"/>
    <p:sldId id="3374" r:id="rId108"/>
    <p:sldId id="3375" r:id="rId109"/>
    <p:sldId id="3376" r:id="rId110"/>
    <p:sldId id="3377" r:id="rId111"/>
    <p:sldId id="3398" r:id="rId112"/>
    <p:sldId id="3389" r:id="rId113"/>
    <p:sldId id="3390" r:id="rId114"/>
    <p:sldId id="3391" r:id="rId115"/>
    <p:sldId id="3392" r:id="rId116"/>
    <p:sldId id="3393" r:id="rId117"/>
    <p:sldId id="3394" r:id="rId118"/>
    <p:sldId id="3395" r:id="rId119"/>
    <p:sldId id="3396" r:id="rId120"/>
    <p:sldId id="3397" r:id="rId121"/>
    <p:sldId id="3404" r:id="rId122"/>
    <p:sldId id="3995" r:id="rId123"/>
    <p:sldId id="3409" r:id="rId124"/>
    <p:sldId id="3399" r:id="rId125"/>
    <p:sldId id="3973" r:id="rId126"/>
    <p:sldId id="3408" r:id="rId127"/>
    <p:sldId id="3410" r:id="rId128"/>
    <p:sldId id="4004" r:id="rId129"/>
    <p:sldId id="3996" r:id="rId130"/>
    <p:sldId id="3412" r:id="rId131"/>
    <p:sldId id="3414" r:id="rId132"/>
    <p:sldId id="3415" r:id="rId133"/>
    <p:sldId id="3971" r:id="rId134"/>
    <p:sldId id="3972" r:id="rId135"/>
    <p:sldId id="3997" r:id="rId136"/>
    <p:sldId id="3998" r:id="rId137"/>
    <p:sldId id="3370" r:id="rId138"/>
    <p:sldId id="3975" r:id="rId139"/>
    <p:sldId id="3999" r:id="rId140"/>
    <p:sldId id="3980" r:id="rId141"/>
    <p:sldId id="4000" r:id="rId142"/>
    <p:sldId id="399" r:id="rId143"/>
    <p:sldId id="364" r:id="rId144"/>
    <p:sldId id="365" r:id="rId145"/>
    <p:sldId id="4001" r:id="rId146"/>
    <p:sldId id="4002" r:id="rId147"/>
    <p:sldId id="4003" r:id="rId148"/>
    <p:sldId id="3348" r:id="rId149"/>
    <p:sldId id="3349" r:id="rId150"/>
    <p:sldId id="4009" r:id="rId151"/>
    <p:sldId id="4005" r:id="rId152"/>
    <p:sldId id="4006" r:id="rId153"/>
    <p:sldId id="4007" r:id="rId154"/>
    <p:sldId id="4008" r:id="rId155"/>
    <p:sldId id="873" r:id="rId156"/>
  </p:sldIdLst>
  <p:sldSz cx="12192000" cy="6858000"/>
  <p:notesSz cx="7315200" cy="9601200"/>
  <p:custDataLst>
    <p:tags r:id="rId159"/>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0" userDrawn="1">
          <p15:clr>
            <a:srgbClr val="A4A3A4"/>
          </p15:clr>
        </p15:guide>
        <p15:guide id="11" orient="horz" pos="777" userDrawn="1">
          <p15:clr>
            <a:srgbClr val="A4A3A4"/>
          </p15:clr>
        </p15:guide>
        <p15:guide id="12" orient="horz" pos="2296"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alunkhe, Nikhil" initials="SN" lastIdx="15" clrIdx="0">
    <p:extLst>
      <p:ext uri="{19B8F6BF-5375-455C-9EA6-DF929625EA0E}">
        <p15:presenceInfo xmlns:p15="http://schemas.microsoft.com/office/powerpoint/2012/main" userId="S-1-5-21-776561741-1482476501-682003330-1288395" providerId="AD"/>
      </p:ext>
    </p:extLst>
  </p:cmAuthor>
  <p:cmAuthor id="2" name="Mhatre, Shreyas" initials="MS" lastIdx="18" clrIdx="1">
    <p:extLst>
      <p:ext uri="{19B8F6BF-5375-455C-9EA6-DF929625EA0E}">
        <p15:presenceInfo xmlns:p15="http://schemas.microsoft.com/office/powerpoint/2012/main" userId="S-1-5-21-776561741-1482476501-682003330-393219" providerId="AD"/>
      </p:ext>
    </p:extLst>
  </p:cmAuthor>
  <p:cmAuthor id="3" name="Pawar, Rajas" initials="PR" lastIdx="3" clrIdx="2">
    <p:extLst>
      <p:ext uri="{19B8F6BF-5375-455C-9EA6-DF929625EA0E}">
        <p15:presenceInfo xmlns:p15="http://schemas.microsoft.com/office/powerpoint/2012/main" userId="S-1-5-21-776561741-1482476501-682003330-128353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7CB0"/>
    <a:srgbClr val="A0EEF6"/>
    <a:srgbClr val="BEF3F9"/>
    <a:srgbClr val="92D050"/>
    <a:srgbClr val="C1E5D0"/>
    <a:srgbClr val="000000"/>
    <a:srgbClr val="FFC7CE"/>
    <a:srgbClr val="CFE4A8"/>
    <a:srgbClr val="FBE2D1"/>
    <a:srgbClr val="D9D9D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89558" autoAdjust="0"/>
  </p:normalViewPr>
  <p:slideViewPr>
    <p:cSldViewPr snapToGrid="0" showGuides="1">
      <p:cViewPr>
        <p:scale>
          <a:sx n="55" d="100"/>
          <a:sy n="55" d="100"/>
        </p:scale>
        <p:origin x="1028" y="44"/>
      </p:cViewPr>
      <p:guideLst>
        <p:guide/>
        <p:guide orient="horz" pos="777"/>
        <p:guide orient="horz" pos="2296"/>
      </p:guideLst>
    </p:cSldViewPr>
  </p:slideViewPr>
  <p:outlineViewPr>
    <p:cViewPr>
      <p:scale>
        <a:sx n="33" d="100"/>
        <a:sy n="33" d="100"/>
      </p:scale>
      <p:origin x="0" y="-59190"/>
    </p:cViewPr>
  </p:outlineViewPr>
  <p:notesTextViewPr>
    <p:cViewPr>
      <p:scale>
        <a:sx n="100" d="100"/>
        <a:sy n="100" d="100"/>
      </p:scale>
      <p:origin x="0" y="0"/>
    </p:cViewPr>
  </p:notesTextViewPr>
  <p:sorterViewPr>
    <p:cViewPr varScale="1">
      <p:scale>
        <a:sx n="100" d="100"/>
        <a:sy n="100" d="100"/>
      </p:scale>
      <p:origin x="0" y="-2652"/>
    </p:cViewPr>
  </p:sorterViewPr>
  <p:notesViewPr>
    <p:cSldViewPr snapToGrid="0" showGuides="1">
      <p:cViewPr varScale="1">
        <p:scale>
          <a:sx n="57" d="100"/>
          <a:sy n="57" d="100"/>
        </p:scale>
        <p:origin x="1992" y="9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1" Type="http://schemas.openxmlformats.org/officeDocument/2006/relationships/slide" Target="slides/slide13.xml"/><Relationship Id="rId42" Type="http://schemas.openxmlformats.org/officeDocument/2006/relationships/slide" Target="slides/slide34.xml"/><Relationship Id="rId63" Type="http://schemas.openxmlformats.org/officeDocument/2006/relationships/slide" Target="slides/slide55.xml"/><Relationship Id="rId84" Type="http://schemas.openxmlformats.org/officeDocument/2006/relationships/slide" Target="slides/slide76.xml"/><Relationship Id="rId138" Type="http://schemas.openxmlformats.org/officeDocument/2006/relationships/slide" Target="slides/slide130.xml"/><Relationship Id="rId159" Type="http://schemas.openxmlformats.org/officeDocument/2006/relationships/tags" Target="tags/tag1.xml"/><Relationship Id="rId107" Type="http://schemas.openxmlformats.org/officeDocument/2006/relationships/slide" Target="slides/slide99.xml"/><Relationship Id="rId11" Type="http://schemas.openxmlformats.org/officeDocument/2006/relationships/slide" Target="slides/slide3.xml"/><Relationship Id="rId32" Type="http://schemas.openxmlformats.org/officeDocument/2006/relationships/slide" Target="slides/slide24.xml"/><Relationship Id="rId53" Type="http://schemas.openxmlformats.org/officeDocument/2006/relationships/slide" Target="slides/slide45.xml"/><Relationship Id="rId74" Type="http://schemas.openxmlformats.org/officeDocument/2006/relationships/slide" Target="slides/slide66.xml"/><Relationship Id="rId128" Type="http://schemas.openxmlformats.org/officeDocument/2006/relationships/slide" Target="slides/slide120.xml"/><Relationship Id="rId149" Type="http://schemas.openxmlformats.org/officeDocument/2006/relationships/slide" Target="slides/slide141.xml"/><Relationship Id="rId5" Type="http://schemas.openxmlformats.org/officeDocument/2006/relationships/slideMaster" Target="slideMasters/slideMaster1.xml"/><Relationship Id="rId95" Type="http://schemas.openxmlformats.org/officeDocument/2006/relationships/slide" Target="slides/slide87.xml"/><Relationship Id="rId160" Type="http://schemas.openxmlformats.org/officeDocument/2006/relationships/commentAuthors" Target="commentAuthors.xml"/><Relationship Id="rId22" Type="http://schemas.openxmlformats.org/officeDocument/2006/relationships/slide" Target="slides/slide14.xml"/><Relationship Id="rId43" Type="http://schemas.openxmlformats.org/officeDocument/2006/relationships/slide" Target="slides/slide35.xml"/><Relationship Id="rId64" Type="http://schemas.openxmlformats.org/officeDocument/2006/relationships/slide" Target="slides/slide56.xml"/><Relationship Id="rId118" Type="http://schemas.openxmlformats.org/officeDocument/2006/relationships/slide" Target="slides/slide110.xml"/><Relationship Id="rId139" Type="http://schemas.openxmlformats.org/officeDocument/2006/relationships/slide" Target="slides/slide131.xml"/><Relationship Id="rId85" Type="http://schemas.openxmlformats.org/officeDocument/2006/relationships/slide" Target="slides/slide77.xml"/><Relationship Id="rId150" Type="http://schemas.openxmlformats.org/officeDocument/2006/relationships/slide" Target="slides/slide142.xml"/><Relationship Id="rId12" Type="http://schemas.openxmlformats.org/officeDocument/2006/relationships/slide" Target="slides/slide4.xml"/><Relationship Id="rId17" Type="http://schemas.openxmlformats.org/officeDocument/2006/relationships/slide" Target="slides/slide9.xml"/><Relationship Id="rId33" Type="http://schemas.openxmlformats.org/officeDocument/2006/relationships/slide" Target="slides/slide25.xml"/><Relationship Id="rId38" Type="http://schemas.openxmlformats.org/officeDocument/2006/relationships/slide" Target="slides/slide30.xml"/><Relationship Id="rId59" Type="http://schemas.openxmlformats.org/officeDocument/2006/relationships/slide" Target="slides/slide51.xml"/><Relationship Id="rId103" Type="http://schemas.openxmlformats.org/officeDocument/2006/relationships/slide" Target="slides/slide95.xml"/><Relationship Id="rId108" Type="http://schemas.openxmlformats.org/officeDocument/2006/relationships/slide" Target="slides/slide100.xml"/><Relationship Id="rId124" Type="http://schemas.openxmlformats.org/officeDocument/2006/relationships/slide" Target="slides/slide116.xml"/><Relationship Id="rId129" Type="http://schemas.openxmlformats.org/officeDocument/2006/relationships/slide" Target="slides/slide121.xml"/><Relationship Id="rId54" Type="http://schemas.openxmlformats.org/officeDocument/2006/relationships/slide" Target="slides/slide46.xml"/><Relationship Id="rId70" Type="http://schemas.openxmlformats.org/officeDocument/2006/relationships/slide" Target="slides/slide62.xml"/><Relationship Id="rId75" Type="http://schemas.openxmlformats.org/officeDocument/2006/relationships/slide" Target="slides/slide67.xml"/><Relationship Id="rId91" Type="http://schemas.openxmlformats.org/officeDocument/2006/relationships/slide" Target="slides/slide83.xml"/><Relationship Id="rId96" Type="http://schemas.openxmlformats.org/officeDocument/2006/relationships/slide" Target="slides/slide88.xml"/><Relationship Id="rId140" Type="http://schemas.openxmlformats.org/officeDocument/2006/relationships/slide" Target="slides/slide132.xml"/><Relationship Id="rId145" Type="http://schemas.openxmlformats.org/officeDocument/2006/relationships/slide" Target="slides/slide137.xml"/><Relationship Id="rId161"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2.xml"/><Relationship Id="rId23" Type="http://schemas.openxmlformats.org/officeDocument/2006/relationships/slide" Target="slides/slide15.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119" Type="http://schemas.openxmlformats.org/officeDocument/2006/relationships/slide" Target="slides/slide111.xml"/><Relationship Id="rId44" Type="http://schemas.openxmlformats.org/officeDocument/2006/relationships/slide" Target="slides/slide36.xml"/><Relationship Id="rId60" Type="http://schemas.openxmlformats.org/officeDocument/2006/relationships/slide" Target="slides/slide52.xml"/><Relationship Id="rId65" Type="http://schemas.openxmlformats.org/officeDocument/2006/relationships/slide" Target="slides/slide57.xml"/><Relationship Id="rId81" Type="http://schemas.openxmlformats.org/officeDocument/2006/relationships/slide" Target="slides/slide73.xml"/><Relationship Id="rId86" Type="http://schemas.openxmlformats.org/officeDocument/2006/relationships/slide" Target="slides/slide78.xml"/><Relationship Id="rId130" Type="http://schemas.openxmlformats.org/officeDocument/2006/relationships/slide" Target="slides/slide122.xml"/><Relationship Id="rId135" Type="http://schemas.openxmlformats.org/officeDocument/2006/relationships/slide" Target="slides/slide127.xml"/><Relationship Id="rId151" Type="http://schemas.openxmlformats.org/officeDocument/2006/relationships/slide" Target="slides/slide143.xml"/><Relationship Id="rId156" Type="http://schemas.openxmlformats.org/officeDocument/2006/relationships/slide" Target="slides/slide148.xml"/><Relationship Id="rId13" Type="http://schemas.openxmlformats.org/officeDocument/2006/relationships/slide" Target="slides/slide5.xml"/><Relationship Id="rId18" Type="http://schemas.openxmlformats.org/officeDocument/2006/relationships/slide" Target="slides/slide10.xml"/><Relationship Id="rId39" Type="http://schemas.openxmlformats.org/officeDocument/2006/relationships/slide" Target="slides/slide31.xml"/><Relationship Id="rId109" Type="http://schemas.openxmlformats.org/officeDocument/2006/relationships/slide" Target="slides/slide101.xml"/><Relationship Id="rId34" Type="http://schemas.openxmlformats.org/officeDocument/2006/relationships/slide" Target="slides/slide26.xml"/><Relationship Id="rId50" Type="http://schemas.openxmlformats.org/officeDocument/2006/relationships/slide" Target="slides/slide42.xml"/><Relationship Id="rId55" Type="http://schemas.openxmlformats.org/officeDocument/2006/relationships/slide" Target="slides/slide47.xml"/><Relationship Id="rId76" Type="http://schemas.openxmlformats.org/officeDocument/2006/relationships/slide" Target="slides/slide68.xml"/><Relationship Id="rId97" Type="http://schemas.openxmlformats.org/officeDocument/2006/relationships/slide" Target="slides/slide89.xml"/><Relationship Id="rId104" Type="http://schemas.openxmlformats.org/officeDocument/2006/relationships/slide" Target="slides/slide96.xml"/><Relationship Id="rId120" Type="http://schemas.openxmlformats.org/officeDocument/2006/relationships/slide" Target="slides/slide112.xml"/><Relationship Id="rId125" Type="http://schemas.openxmlformats.org/officeDocument/2006/relationships/slide" Target="slides/slide117.xml"/><Relationship Id="rId141" Type="http://schemas.openxmlformats.org/officeDocument/2006/relationships/slide" Target="slides/slide133.xml"/><Relationship Id="rId146" Type="http://schemas.openxmlformats.org/officeDocument/2006/relationships/slide" Target="slides/slide138.xml"/><Relationship Id="rId7" Type="http://schemas.openxmlformats.org/officeDocument/2006/relationships/slideMaster" Target="slideMasters/slideMaster3.xml"/><Relationship Id="rId71" Type="http://schemas.openxmlformats.org/officeDocument/2006/relationships/slide" Target="slides/slide63.xml"/><Relationship Id="rId92" Type="http://schemas.openxmlformats.org/officeDocument/2006/relationships/slide" Target="slides/slide84.xml"/><Relationship Id="rId162" Type="http://schemas.openxmlformats.org/officeDocument/2006/relationships/viewProps" Target="viewProps.xml"/><Relationship Id="rId29" Type="http://schemas.openxmlformats.org/officeDocument/2006/relationships/slide" Target="slides/slide21.xml"/><Relationship Id="rId24" Type="http://schemas.openxmlformats.org/officeDocument/2006/relationships/slide" Target="slides/slide16.xml"/><Relationship Id="rId40" Type="http://schemas.openxmlformats.org/officeDocument/2006/relationships/slide" Target="slides/slide32.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slide" Target="slides/slide79.xml"/><Relationship Id="rId110" Type="http://schemas.openxmlformats.org/officeDocument/2006/relationships/slide" Target="slides/slide102.xml"/><Relationship Id="rId115" Type="http://schemas.openxmlformats.org/officeDocument/2006/relationships/slide" Target="slides/slide107.xml"/><Relationship Id="rId131" Type="http://schemas.openxmlformats.org/officeDocument/2006/relationships/slide" Target="slides/slide123.xml"/><Relationship Id="rId136" Type="http://schemas.openxmlformats.org/officeDocument/2006/relationships/slide" Target="slides/slide128.xml"/><Relationship Id="rId157" Type="http://schemas.openxmlformats.org/officeDocument/2006/relationships/notesMaster" Target="notesMasters/notesMaster1.xml"/><Relationship Id="rId61" Type="http://schemas.openxmlformats.org/officeDocument/2006/relationships/slide" Target="slides/slide53.xml"/><Relationship Id="rId82" Type="http://schemas.openxmlformats.org/officeDocument/2006/relationships/slide" Target="slides/slide74.xml"/><Relationship Id="rId152" Type="http://schemas.openxmlformats.org/officeDocument/2006/relationships/slide" Target="slides/slide144.xml"/><Relationship Id="rId19" Type="http://schemas.openxmlformats.org/officeDocument/2006/relationships/slide" Target="slides/slide11.xml"/><Relationship Id="rId14" Type="http://schemas.openxmlformats.org/officeDocument/2006/relationships/slide" Target="slides/slide6.xml"/><Relationship Id="rId30" Type="http://schemas.openxmlformats.org/officeDocument/2006/relationships/slide" Target="slides/slide22.xml"/><Relationship Id="rId35" Type="http://schemas.openxmlformats.org/officeDocument/2006/relationships/slide" Target="slides/slide27.xml"/><Relationship Id="rId56" Type="http://schemas.openxmlformats.org/officeDocument/2006/relationships/slide" Target="slides/slide48.xml"/><Relationship Id="rId77" Type="http://schemas.openxmlformats.org/officeDocument/2006/relationships/slide" Target="slides/slide69.xml"/><Relationship Id="rId100" Type="http://schemas.openxmlformats.org/officeDocument/2006/relationships/slide" Target="slides/slide9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slide" Target="slides/slide139.xml"/><Relationship Id="rId8" Type="http://schemas.openxmlformats.org/officeDocument/2006/relationships/slideMaster" Target="slideMasters/slideMaster4.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98" Type="http://schemas.openxmlformats.org/officeDocument/2006/relationships/slide" Target="slides/slide90.xml"/><Relationship Id="rId121" Type="http://schemas.openxmlformats.org/officeDocument/2006/relationships/slide" Target="slides/slide113.xml"/><Relationship Id="rId142" Type="http://schemas.openxmlformats.org/officeDocument/2006/relationships/slide" Target="slides/slide134.xml"/><Relationship Id="rId163" Type="http://schemas.openxmlformats.org/officeDocument/2006/relationships/theme" Target="theme/theme1.xml"/><Relationship Id="rId3" Type="http://schemas.openxmlformats.org/officeDocument/2006/relationships/customXml" Target="../customXml/item3.xml"/><Relationship Id="rId25" Type="http://schemas.openxmlformats.org/officeDocument/2006/relationships/slide" Target="slides/slide17.xml"/><Relationship Id="rId46" Type="http://schemas.openxmlformats.org/officeDocument/2006/relationships/slide" Target="slides/slide38.xml"/><Relationship Id="rId67" Type="http://schemas.openxmlformats.org/officeDocument/2006/relationships/slide" Target="slides/slide59.xml"/><Relationship Id="rId116" Type="http://schemas.openxmlformats.org/officeDocument/2006/relationships/slide" Target="slides/slide108.xml"/><Relationship Id="rId137" Type="http://schemas.openxmlformats.org/officeDocument/2006/relationships/slide" Target="slides/slide129.xml"/><Relationship Id="rId158" Type="http://schemas.openxmlformats.org/officeDocument/2006/relationships/handoutMaster" Target="handoutMasters/handoutMaster1.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88" Type="http://schemas.openxmlformats.org/officeDocument/2006/relationships/slide" Target="slides/slide80.xml"/><Relationship Id="rId111" Type="http://schemas.openxmlformats.org/officeDocument/2006/relationships/slide" Target="slides/slide103.xml"/><Relationship Id="rId132" Type="http://schemas.openxmlformats.org/officeDocument/2006/relationships/slide" Target="slides/slide124.xml"/><Relationship Id="rId153" Type="http://schemas.openxmlformats.org/officeDocument/2006/relationships/slide" Target="slides/slide145.xml"/><Relationship Id="rId15" Type="http://schemas.openxmlformats.org/officeDocument/2006/relationships/slide" Target="slides/slide7.xml"/><Relationship Id="rId36" Type="http://schemas.openxmlformats.org/officeDocument/2006/relationships/slide" Target="slides/slide28.xml"/><Relationship Id="rId57" Type="http://schemas.openxmlformats.org/officeDocument/2006/relationships/slide" Target="slides/slide49.xml"/><Relationship Id="rId106" Type="http://schemas.openxmlformats.org/officeDocument/2006/relationships/slide" Target="slides/slide98.xml"/><Relationship Id="rId127" Type="http://schemas.openxmlformats.org/officeDocument/2006/relationships/slide" Target="slides/slide119.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78" Type="http://schemas.openxmlformats.org/officeDocument/2006/relationships/slide" Target="slides/slide70.xml"/><Relationship Id="rId94" Type="http://schemas.openxmlformats.org/officeDocument/2006/relationships/slide" Target="slides/slide86.xml"/><Relationship Id="rId99" Type="http://schemas.openxmlformats.org/officeDocument/2006/relationships/slide" Target="slides/slide91.xml"/><Relationship Id="rId101" Type="http://schemas.openxmlformats.org/officeDocument/2006/relationships/slide" Target="slides/slide93.xml"/><Relationship Id="rId122" Type="http://schemas.openxmlformats.org/officeDocument/2006/relationships/slide" Target="slides/slide114.xml"/><Relationship Id="rId143" Type="http://schemas.openxmlformats.org/officeDocument/2006/relationships/slide" Target="slides/slide135.xml"/><Relationship Id="rId148" Type="http://schemas.openxmlformats.org/officeDocument/2006/relationships/slide" Target="slides/slide140.xml"/><Relationship Id="rId164"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 Target="slides/slide1.xml"/><Relationship Id="rId26" Type="http://schemas.openxmlformats.org/officeDocument/2006/relationships/slide" Target="slides/slide18.xml"/><Relationship Id="rId47" Type="http://schemas.openxmlformats.org/officeDocument/2006/relationships/slide" Target="slides/slide39.xml"/><Relationship Id="rId68" Type="http://schemas.openxmlformats.org/officeDocument/2006/relationships/slide" Target="slides/slide60.xml"/><Relationship Id="rId89" Type="http://schemas.openxmlformats.org/officeDocument/2006/relationships/slide" Target="slides/slide81.xml"/><Relationship Id="rId112" Type="http://schemas.openxmlformats.org/officeDocument/2006/relationships/slide" Target="slides/slide104.xml"/><Relationship Id="rId133" Type="http://schemas.openxmlformats.org/officeDocument/2006/relationships/slide" Target="slides/slide125.xml"/><Relationship Id="rId154" Type="http://schemas.openxmlformats.org/officeDocument/2006/relationships/slide" Target="slides/slide146.xml"/><Relationship Id="rId16" Type="http://schemas.openxmlformats.org/officeDocument/2006/relationships/slide" Target="slides/slide8.xml"/><Relationship Id="rId37" Type="http://schemas.openxmlformats.org/officeDocument/2006/relationships/slide" Target="slides/slide29.xml"/><Relationship Id="rId58" Type="http://schemas.openxmlformats.org/officeDocument/2006/relationships/slide" Target="slides/slide50.xml"/><Relationship Id="rId79" Type="http://schemas.openxmlformats.org/officeDocument/2006/relationships/slide" Target="slides/slide71.xml"/><Relationship Id="rId102" Type="http://schemas.openxmlformats.org/officeDocument/2006/relationships/slide" Target="slides/slide94.xml"/><Relationship Id="rId123" Type="http://schemas.openxmlformats.org/officeDocument/2006/relationships/slide" Target="slides/slide115.xml"/><Relationship Id="rId144" Type="http://schemas.openxmlformats.org/officeDocument/2006/relationships/slide" Target="slides/slide136.xml"/><Relationship Id="rId90" Type="http://schemas.openxmlformats.org/officeDocument/2006/relationships/slide" Target="slides/slide82.xml"/><Relationship Id="rId27" Type="http://schemas.openxmlformats.org/officeDocument/2006/relationships/slide" Target="slides/slide19.xml"/><Relationship Id="rId48" Type="http://schemas.openxmlformats.org/officeDocument/2006/relationships/slide" Target="slides/slide40.xml"/><Relationship Id="rId69" Type="http://schemas.openxmlformats.org/officeDocument/2006/relationships/slide" Target="slides/slide61.xml"/><Relationship Id="rId113" Type="http://schemas.openxmlformats.org/officeDocument/2006/relationships/slide" Target="slides/slide105.xml"/><Relationship Id="rId134" Type="http://schemas.openxmlformats.org/officeDocument/2006/relationships/slide" Target="slides/slide126.xml"/><Relationship Id="rId80" Type="http://schemas.openxmlformats.org/officeDocument/2006/relationships/slide" Target="slides/slide72.xml"/><Relationship Id="rId155" Type="http://schemas.openxmlformats.org/officeDocument/2006/relationships/slide" Target="slides/slide147.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9.xml"/><Relationship Id="rId1" Type="http://schemas.microsoft.com/office/2011/relationships/chartStyle" Target="style9.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0.xml"/><Relationship Id="rId1" Type="http://schemas.microsoft.com/office/2011/relationships/chartStyle" Target="style10.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1.xml"/><Relationship Id="rId1" Type="http://schemas.microsoft.com/office/2011/relationships/chartStyle" Target="style11.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6.xml"/><Relationship Id="rId1" Type="http://schemas.microsoft.com/office/2011/relationships/chartStyle" Target="style16.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7.xml"/><Relationship Id="rId1" Type="http://schemas.microsoft.com/office/2011/relationships/chartStyle" Target="style17.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8.xml"/><Relationship Id="rId1" Type="http://schemas.microsoft.com/office/2011/relationships/chartStyle" Target="style18.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2.xml"/><Relationship Id="rId1" Type="http://schemas.microsoft.com/office/2011/relationships/chartStyle" Target="style22.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3.xml"/><Relationship Id="rId1" Type="http://schemas.microsoft.com/office/2011/relationships/chartStyle" Target="style23.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4.xml"/><Relationship Id="rId1" Type="http://schemas.microsoft.com/office/2011/relationships/chartStyle" Target="style24.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5.xml"/><Relationship Id="rId1" Type="http://schemas.microsoft.com/office/2011/relationships/chartStyle" Target="style25.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6.xml"/><Relationship Id="rId1" Type="http://schemas.microsoft.com/office/2011/relationships/chartStyle" Target="style26.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7.xml"/><Relationship Id="rId1" Type="http://schemas.microsoft.com/office/2011/relationships/chartStyle" Target="style27.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8.xml"/><Relationship Id="rId1" Type="http://schemas.microsoft.com/office/2011/relationships/chartStyle" Target="style28.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29.xml"/><Relationship Id="rId1" Type="http://schemas.microsoft.com/office/2011/relationships/chartStyle" Target="style29.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0.xml"/><Relationship Id="rId1" Type="http://schemas.microsoft.com/office/2011/relationships/chartStyle" Target="style30.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1.xml"/><Relationship Id="rId1" Type="http://schemas.microsoft.com/office/2011/relationships/chartStyle" Target="style31.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2.xml"/><Relationship Id="rId1" Type="http://schemas.microsoft.com/office/2011/relationships/chartStyle" Target="style32.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3.xml"/><Relationship Id="rId1" Type="http://schemas.microsoft.com/office/2011/relationships/chartStyle" Target="style33.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4.xml"/><Relationship Id="rId1" Type="http://schemas.microsoft.com/office/2011/relationships/chartStyle" Target="style34.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5.xml"/><Relationship Id="rId1" Type="http://schemas.microsoft.com/office/2011/relationships/chartStyle" Target="style35.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6.xml"/><Relationship Id="rId1" Type="http://schemas.microsoft.com/office/2011/relationships/chartStyle" Target="style36.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7.xml"/><Relationship Id="rId1" Type="http://schemas.microsoft.com/office/2011/relationships/chartStyle" Target="style37.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8.xml"/><Relationship Id="rId1" Type="http://schemas.microsoft.com/office/2011/relationships/chartStyle" Target="style38.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39.xml"/><Relationship Id="rId1" Type="http://schemas.microsoft.com/office/2011/relationships/chartStyle" Target="style39.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0.xml"/><Relationship Id="rId1" Type="http://schemas.microsoft.com/office/2011/relationships/chartStyle" Target="style40.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1.xml"/><Relationship Id="rId1" Type="http://schemas.microsoft.com/office/2011/relationships/chartStyle" Target="style41.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2.xml"/><Relationship Id="rId1" Type="http://schemas.microsoft.com/office/2011/relationships/chartStyle" Target="style42.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3.xml"/><Relationship Id="rId1" Type="http://schemas.microsoft.com/office/2011/relationships/chartStyle" Target="style43.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4.xml"/><Relationship Id="rId1" Type="http://schemas.microsoft.com/office/2011/relationships/chartStyle" Target="style44.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5.xml"/><Relationship Id="rId1" Type="http://schemas.microsoft.com/office/2011/relationships/chartStyle" Target="style45.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6.xml"/><Relationship Id="rId1" Type="http://schemas.microsoft.com/office/2011/relationships/chartStyle" Target="style46.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7.xml"/><Relationship Id="rId1" Type="http://schemas.microsoft.com/office/2011/relationships/chartStyle" Target="style47.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8.xml"/><Relationship Id="rId1" Type="http://schemas.microsoft.com/office/2011/relationships/chartStyle" Target="style48.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49.xml"/><Relationship Id="rId1" Type="http://schemas.microsoft.com/office/2011/relationships/chartStyle" Target="style49.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0.xml"/><Relationship Id="rId1" Type="http://schemas.microsoft.com/office/2011/relationships/chartStyle" Target="style50.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51.xml"/><Relationship Id="rId1" Type="http://schemas.microsoft.com/office/2011/relationships/chartStyle" Target="style51.xml"/></Relationships>
</file>

<file path=ppt/charts/_rels/chart53.xml.rels><?xml version="1.0" encoding="UTF-8" standalone="yes"?>
<Relationships xmlns="http://schemas.openxmlformats.org/package/2006/relationships"><Relationship Id="rId3" Type="http://schemas.openxmlformats.org/officeDocument/2006/relationships/oleObject" Target="file:///C:\Users\maimukherjee\AppData\Local\Microsoft\Windows\INetCache\Content.Outlook\7ACZF4W7\SECL%20Land_substations%20mapped%20(1).xlsx" TargetMode="External"/><Relationship Id="rId2" Type="http://schemas.microsoft.com/office/2011/relationships/chartColorStyle" Target="colors52.xml"/><Relationship Id="rId1" Type="http://schemas.microsoft.com/office/2011/relationships/chartStyle" Target="style52.xml"/></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package" Target="../embeddings/Microsoft_Excel_Worksheet52.xlsx"/></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5.xml"/><Relationship Id="rId1" Type="http://schemas.microsoft.com/office/2011/relationships/chartStyle" Target="style55.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6.xml"/><Relationship Id="rId1" Type="http://schemas.microsoft.com/office/2011/relationships/chartStyle" Target="style56.xm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58.xml"/><Relationship Id="rId1" Type="http://schemas.microsoft.com/office/2011/relationships/chartStyle" Target="style58.xml"/></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60.xml"/><Relationship Id="rId1" Type="http://schemas.microsoft.com/office/2011/relationships/chartStyle" Target="style60.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61.xml"/><Relationship Id="rId1" Type="http://schemas.microsoft.com/office/2011/relationships/chartStyle" Target="style61.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62.xml"/><Relationship Id="rId1" Type="http://schemas.microsoft.com/office/2011/relationships/chartStyle" Target="style62.xml"/></Relationships>
</file>

<file path=ppt/charts/_rels/chartEx1.xml.rels><?xml version="1.0" encoding="UTF-8" standalone="yes"?>
<Relationships xmlns="http://schemas.openxmlformats.org/package/2006/relationships"><Relationship Id="rId3" Type="http://schemas.microsoft.com/office/2011/relationships/chartColorStyle" Target="colors54.xml"/><Relationship Id="rId2" Type="http://schemas.microsoft.com/office/2011/relationships/chartStyle" Target="style54.xml"/><Relationship Id="rId1" Type="http://schemas.openxmlformats.org/officeDocument/2006/relationships/package" Target="../embeddings/Microsoft_Excel_Worksheet53.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84615384615384E-2"/>
          <c:y val="0.10238077331630605"/>
          <c:w val="0.89423076923076927"/>
          <c:h val="0.58056971629208098"/>
        </c:manualLayout>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1"/>
              </a:solidFill>
              <a:ln w="19050">
                <a:noFill/>
              </a:ln>
              <a:effectLst/>
            </c:spPr>
            <c:extLst>
              <c:ext xmlns:c16="http://schemas.microsoft.com/office/drawing/2014/chart" uri="{C3380CC4-5D6E-409C-BE32-E72D297353CC}">
                <c16:uniqueId val="{00000001-1308-41E9-9F89-37DBF0C03B6B}"/>
              </c:ext>
            </c:extLst>
          </c:dPt>
          <c:dPt>
            <c:idx val="1"/>
            <c:bubble3D val="0"/>
            <c:spPr>
              <a:solidFill>
                <a:schemeClr val="accent1"/>
              </a:solidFill>
              <a:ln w="19050">
                <a:noFill/>
              </a:ln>
              <a:effectLst/>
            </c:spPr>
            <c:extLst>
              <c:ext xmlns:c16="http://schemas.microsoft.com/office/drawing/2014/chart" uri="{C3380CC4-5D6E-409C-BE32-E72D297353CC}">
                <c16:uniqueId val="{00000003-1308-41E9-9F89-37DBF0C03B6B}"/>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1308-41E9-9F89-37DBF0C03B6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84615384615384E-2"/>
          <c:y val="0.10238077331630605"/>
          <c:w val="0.89423076923076927"/>
          <c:h val="0.58056971629208098"/>
        </c:manualLayout>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1"/>
              </a:solidFill>
              <a:ln w="19050">
                <a:noFill/>
              </a:ln>
              <a:effectLst/>
            </c:spPr>
            <c:extLst>
              <c:ext xmlns:c16="http://schemas.microsoft.com/office/drawing/2014/chart" uri="{C3380CC4-5D6E-409C-BE32-E72D297353CC}">
                <c16:uniqueId val="{00000001-D1A6-4712-9A76-FAC14AC072EC}"/>
              </c:ext>
            </c:extLst>
          </c:dPt>
          <c:dPt>
            <c:idx val="1"/>
            <c:bubble3D val="0"/>
            <c:spPr>
              <a:solidFill>
                <a:schemeClr val="accent1"/>
              </a:solidFill>
              <a:ln w="19050">
                <a:noFill/>
              </a:ln>
              <a:effectLst/>
            </c:spPr>
            <c:extLst>
              <c:ext xmlns:c16="http://schemas.microsoft.com/office/drawing/2014/chart" uri="{C3380CC4-5D6E-409C-BE32-E72D297353CC}">
                <c16:uniqueId val="{00000003-D1A6-4712-9A76-FAC14AC072EC}"/>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D1A6-4712-9A76-FAC14AC072E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84615384615384E-2"/>
          <c:y val="0.10238077331630605"/>
          <c:w val="0.89423076923076927"/>
          <c:h val="0.58056971629208098"/>
        </c:manualLayout>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1"/>
              </a:solidFill>
              <a:ln w="19050">
                <a:noFill/>
              </a:ln>
              <a:effectLst/>
            </c:spPr>
            <c:extLst>
              <c:ext xmlns:c16="http://schemas.microsoft.com/office/drawing/2014/chart" uri="{C3380CC4-5D6E-409C-BE32-E72D297353CC}">
                <c16:uniqueId val="{00000001-1174-494E-A15A-C26758225324}"/>
              </c:ext>
            </c:extLst>
          </c:dPt>
          <c:dPt>
            <c:idx val="1"/>
            <c:bubble3D val="0"/>
            <c:spPr>
              <a:solidFill>
                <a:schemeClr val="accent1"/>
              </a:solidFill>
              <a:ln w="19050">
                <a:noFill/>
              </a:ln>
              <a:effectLst/>
            </c:spPr>
            <c:extLst>
              <c:ext xmlns:c16="http://schemas.microsoft.com/office/drawing/2014/chart" uri="{C3380CC4-5D6E-409C-BE32-E72D297353CC}">
                <c16:uniqueId val="{00000003-1174-494E-A15A-C26758225324}"/>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1174-494E-A15A-C26758225324}"/>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2884615384615384E-2"/>
          <c:y val="0.10238077331630605"/>
          <c:w val="0.89423076923076927"/>
          <c:h val="0.58056971629208098"/>
        </c:manualLayout>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1"/>
              </a:solidFill>
              <a:ln w="19050">
                <a:noFill/>
              </a:ln>
              <a:effectLst/>
            </c:spPr>
            <c:extLst>
              <c:ext xmlns:c16="http://schemas.microsoft.com/office/drawing/2014/chart" uri="{C3380CC4-5D6E-409C-BE32-E72D297353CC}">
                <c16:uniqueId val="{00000001-26A8-4F0C-85A1-5CEA46302612}"/>
              </c:ext>
            </c:extLst>
          </c:dPt>
          <c:dPt>
            <c:idx val="1"/>
            <c:bubble3D val="0"/>
            <c:spPr>
              <a:solidFill>
                <a:schemeClr val="accent1"/>
              </a:solidFill>
              <a:ln w="19050">
                <a:noFill/>
              </a:ln>
              <a:effectLst/>
            </c:spPr>
            <c:extLst>
              <c:ext xmlns:c16="http://schemas.microsoft.com/office/drawing/2014/chart" uri="{C3380CC4-5D6E-409C-BE32-E72D297353CC}">
                <c16:uniqueId val="{00000003-26A8-4F0C-85A1-5CEA46302612}"/>
              </c:ext>
            </c:extLst>
          </c:dPt>
          <c:cat>
            <c:strRef>
              <c:f>Sheet1!$A$2:$A$3</c:f>
              <c:strCache>
                <c:ptCount val="2"/>
                <c:pt idx="0">
                  <c:v>1st Qtr</c:v>
                </c:pt>
                <c:pt idx="1">
                  <c:v>2nd Qtr</c:v>
                </c:pt>
              </c:strCache>
            </c:strRef>
          </c:cat>
          <c:val>
            <c:numRef>
              <c:f>Sheet1!$B$2:$B$3</c:f>
              <c:numCache>
                <c:formatCode>General</c:formatCode>
                <c:ptCount val="2"/>
                <c:pt idx="0">
                  <c:v>68</c:v>
                </c:pt>
                <c:pt idx="1">
                  <c:v>32</c:v>
                </c:pt>
              </c:numCache>
            </c:numRef>
          </c:val>
          <c:extLst>
            <c:ext xmlns:c16="http://schemas.microsoft.com/office/drawing/2014/chart" uri="{C3380CC4-5D6E-409C-BE32-E72D297353CC}">
              <c16:uniqueId val="{00000004-26A8-4F0C-85A1-5CEA46302612}"/>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396992071422345"/>
          <c:y val="2.9407331220071491E-2"/>
          <c:w val="0.96864878628095274"/>
          <c:h val="0.97059260634551348"/>
        </c:manualLayout>
      </c:layout>
      <c:doughnutChart>
        <c:varyColors val="1"/>
        <c:ser>
          <c:idx val="0"/>
          <c:order val="0"/>
          <c:tx>
            <c:strRef>
              <c:f>Sheet1!$B$1</c:f>
              <c:strCache>
                <c:ptCount val="1"/>
                <c:pt idx="0">
                  <c:v>Sales</c:v>
                </c:pt>
              </c:strCache>
            </c:strRef>
          </c:tx>
          <c:explosion val="3"/>
          <c:dPt>
            <c:idx val="0"/>
            <c:bubble3D val="0"/>
            <c:spPr>
              <a:solidFill>
                <a:srgbClr val="0070C0"/>
              </a:solidFill>
              <a:ln w="19050">
                <a:solidFill>
                  <a:schemeClr val="lt1"/>
                </a:solidFill>
              </a:ln>
              <a:effectLst/>
            </c:spPr>
            <c:extLst>
              <c:ext xmlns:c16="http://schemas.microsoft.com/office/drawing/2014/chart" uri="{C3380CC4-5D6E-409C-BE32-E72D297353CC}">
                <c16:uniqueId val="{00000001-16FB-409E-87F0-690C726CC0E7}"/>
              </c:ext>
            </c:extLst>
          </c:dPt>
          <c:dPt>
            <c:idx val="1"/>
            <c:bubble3D val="0"/>
            <c:spPr>
              <a:noFill/>
              <a:ln w="19050">
                <a:solidFill>
                  <a:schemeClr val="lt1"/>
                </a:solidFill>
              </a:ln>
              <a:effectLst/>
            </c:spPr>
            <c:extLst>
              <c:ext xmlns:c16="http://schemas.microsoft.com/office/drawing/2014/chart" uri="{C3380CC4-5D6E-409C-BE32-E72D297353CC}">
                <c16:uniqueId val="{00000003-16FB-409E-87F0-690C726CC0E7}"/>
              </c:ext>
            </c:extLst>
          </c:dPt>
          <c:dPt>
            <c:idx val="2"/>
            <c:bubble3D val="0"/>
            <c:spPr>
              <a:solidFill>
                <a:srgbClr val="0097A9"/>
              </a:solidFill>
              <a:ln w="19050">
                <a:solidFill>
                  <a:schemeClr val="lt1"/>
                </a:solidFill>
              </a:ln>
              <a:effectLst/>
            </c:spPr>
            <c:extLst>
              <c:ext xmlns:c16="http://schemas.microsoft.com/office/drawing/2014/chart" uri="{C3380CC4-5D6E-409C-BE32-E72D297353CC}">
                <c16:uniqueId val="{00000005-16FB-409E-87F0-690C726CC0E7}"/>
              </c:ext>
            </c:extLst>
          </c:dPt>
          <c:dPt>
            <c:idx val="3"/>
            <c:bubble3D val="0"/>
            <c:spPr>
              <a:solidFill>
                <a:srgbClr val="009A44"/>
              </a:solidFill>
              <a:ln w="19050">
                <a:solidFill>
                  <a:schemeClr val="lt1"/>
                </a:solidFill>
              </a:ln>
              <a:effectLst/>
            </c:spPr>
            <c:extLst>
              <c:ext xmlns:c16="http://schemas.microsoft.com/office/drawing/2014/chart" uri="{C3380CC4-5D6E-409C-BE32-E72D297353CC}">
                <c16:uniqueId val="{00000007-16FB-409E-87F0-690C726CC0E7}"/>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1</c:v>
                </c:pt>
                <c:pt idx="1">
                  <c:v>3</c:v>
                </c:pt>
                <c:pt idx="2">
                  <c:v>1</c:v>
                </c:pt>
                <c:pt idx="3">
                  <c:v>1</c:v>
                </c:pt>
              </c:numCache>
            </c:numRef>
          </c:val>
          <c:extLst>
            <c:ext xmlns:c16="http://schemas.microsoft.com/office/drawing/2014/chart" uri="{C3380CC4-5D6E-409C-BE32-E72D297353CC}">
              <c16:uniqueId val="{00000008-16FB-409E-87F0-690C726CC0E7}"/>
            </c:ext>
          </c:extLst>
        </c:ser>
        <c:dLbls>
          <c:showLegendKey val="0"/>
          <c:showVal val="0"/>
          <c:showCatName val="0"/>
          <c:showSerName val="0"/>
          <c:showPercent val="0"/>
          <c:showBubbleSize val="0"/>
          <c:showLeaderLines val="1"/>
        </c:dLbls>
        <c:firstSliceAng val="30"/>
        <c:holeSize val="31"/>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Sheet1!$A$2</c:f>
              <c:strCache>
                <c:ptCount val="1"/>
                <c:pt idx="0">
                  <c:v>Baikunthpur (CG)</c:v>
                </c:pt>
              </c:strCache>
            </c:strRef>
          </c:tx>
          <c:spPr>
            <a:solidFill>
              <a:srgbClr val="041E42"/>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Sheet1!$B$2:$L$2</c:f>
              <c:numCache>
                <c:formatCode>General</c:formatCode>
                <c:ptCount val="11"/>
                <c:pt idx="0">
                  <c:v>2.23</c:v>
                </c:pt>
                <c:pt idx="1">
                  <c:v>2.52</c:v>
                </c:pt>
                <c:pt idx="2">
                  <c:v>2.59</c:v>
                </c:pt>
                <c:pt idx="3">
                  <c:v>2.5299999999999998</c:v>
                </c:pt>
                <c:pt idx="4">
                  <c:v>2.44</c:v>
                </c:pt>
                <c:pt idx="5">
                  <c:v>2.0699999999999998</c:v>
                </c:pt>
                <c:pt idx="6">
                  <c:v>2.96</c:v>
                </c:pt>
                <c:pt idx="7">
                  <c:v>3.68</c:v>
                </c:pt>
                <c:pt idx="8">
                  <c:v>4.2300000000000004</c:v>
                </c:pt>
                <c:pt idx="9">
                  <c:v>4.3099999999999996</c:v>
                </c:pt>
                <c:pt idx="10">
                  <c:v>4.4000000000000004</c:v>
                </c:pt>
              </c:numCache>
            </c:numRef>
          </c:val>
          <c:extLst>
            <c:ext xmlns:c16="http://schemas.microsoft.com/office/drawing/2014/chart" uri="{C3380CC4-5D6E-409C-BE32-E72D297353CC}">
              <c16:uniqueId val="{00000000-3522-4BEA-9351-33EB25A9EA0B}"/>
            </c:ext>
          </c:extLst>
        </c:ser>
        <c:ser>
          <c:idx val="1"/>
          <c:order val="1"/>
          <c:tx>
            <c:strRef>
              <c:f>Sheet1!$A$3</c:f>
              <c:strCache>
                <c:ptCount val="1"/>
                <c:pt idx="0">
                  <c:v>Bhatgaon (CG)</c:v>
                </c:pt>
              </c:strCache>
            </c:strRef>
          </c:tx>
          <c:spPr>
            <a:solidFill>
              <a:srgbClr val="012169"/>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Sheet1!$B$3:$L$3</c:f>
              <c:numCache>
                <c:formatCode>General</c:formatCode>
                <c:ptCount val="11"/>
                <c:pt idx="0">
                  <c:v>2.93</c:v>
                </c:pt>
                <c:pt idx="1">
                  <c:v>3.23</c:v>
                </c:pt>
                <c:pt idx="2">
                  <c:v>3.17</c:v>
                </c:pt>
                <c:pt idx="3">
                  <c:v>3.19</c:v>
                </c:pt>
                <c:pt idx="4">
                  <c:v>3.76</c:v>
                </c:pt>
                <c:pt idx="5">
                  <c:v>2.63</c:v>
                </c:pt>
                <c:pt idx="6">
                  <c:v>3.9</c:v>
                </c:pt>
                <c:pt idx="7">
                  <c:v>4.84</c:v>
                </c:pt>
                <c:pt idx="8">
                  <c:v>5.56</c:v>
                </c:pt>
                <c:pt idx="9">
                  <c:v>5.67</c:v>
                </c:pt>
                <c:pt idx="10">
                  <c:v>5.79</c:v>
                </c:pt>
              </c:numCache>
            </c:numRef>
          </c:val>
          <c:extLst>
            <c:ext xmlns:c16="http://schemas.microsoft.com/office/drawing/2014/chart" uri="{C3380CC4-5D6E-409C-BE32-E72D297353CC}">
              <c16:uniqueId val="{00000001-3522-4BEA-9351-33EB25A9EA0B}"/>
            </c:ext>
          </c:extLst>
        </c:ser>
        <c:ser>
          <c:idx val="2"/>
          <c:order val="2"/>
          <c:tx>
            <c:strRef>
              <c:f>Sheet1!$A$4</c:f>
              <c:strCache>
                <c:ptCount val="1"/>
                <c:pt idx="0">
                  <c:v>Bishrampur (CG)</c:v>
                </c:pt>
              </c:strCache>
            </c:strRef>
          </c:tx>
          <c:spPr>
            <a:solidFill>
              <a:srgbClr val="005587"/>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Sheet1!$B$4:$L$4</c:f>
              <c:numCache>
                <c:formatCode>General</c:formatCode>
                <c:ptCount val="11"/>
                <c:pt idx="0">
                  <c:v>2.69</c:v>
                </c:pt>
                <c:pt idx="1">
                  <c:v>1.69</c:v>
                </c:pt>
                <c:pt idx="2">
                  <c:v>0.99</c:v>
                </c:pt>
                <c:pt idx="3">
                  <c:v>0.56999999999999995</c:v>
                </c:pt>
                <c:pt idx="4">
                  <c:v>0.39</c:v>
                </c:pt>
                <c:pt idx="5">
                  <c:v>0.28999999999999998</c:v>
                </c:pt>
                <c:pt idx="6">
                  <c:v>1.4</c:v>
                </c:pt>
                <c:pt idx="7">
                  <c:v>1.73</c:v>
                </c:pt>
                <c:pt idx="8">
                  <c:v>1.99</c:v>
                </c:pt>
                <c:pt idx="9">
                  <c:v>2.0299999999999998</c:v>
                </c:pt>
                <c:pt idx="10">
                  <c:v>2.0699999999999998</c:v>
                </c:pt>
              </c:numCache>
            </c:numRef>
          </c:val>
          <c:extLst>
            <c:ext xmlns:c16="http://schemas.microsoft.com/office/drawing/2014/chart" uri="{C3380CC4-5D6E-409C-BE32-E72D297353CC}">
              <c16:uniqueId val="{00000002-3522-4BEA-9351-33EB25A9EA0B}"/>
            </c:ext>
          </c:extLst>
        </c:ser>
        <c:ser>
          <c:idx val="3"/>
          <c:order val="3"/>
          <c:tx>
            <c:strRef>
              <c:f>Sheet1!$A$5</c:f>
              <c:strCache>
                <c:ptCount val="1"/>
                <c:pt idx="0">
                  <c:v>Chirimiri (CG)</c:v>
                </c:pt>
              </c:strCache>
            </c:strRef>
          </c:tx>
          <c:spPr>
            <a:solidFill>
              <a:srgbClr val="0076A8"/>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Sheet1!$B$5:$L$5</c:f>
              <c:numCache>
                <c:formatCode>General</c:formatCode>
                <c:ptCount val="11"/>
                <c:pt idx="0">
                  <c:v>3.2</c:v>
                </c:pt>
                <c:pt idx="1">
                  <c:v>3.38</c:v>
                </c:pt>
                <c:pt idx="2">
                  <c:v>2.96</c:v>
                </c:pt>
                <c:pt idx="3">
                  <c:v>2.4700000000000002</c:v>
                </c:pt>
                <c:pt idx="4">
                  <c:v>1.99</c:v>
                </c:pt>
                <c:pt idx="5">
                  <c:v>2.46</c:v>
                </c:pt>
                <c:pt idx="6">
                  <c:v>3.41</c:v>
                </c:pt>
                <c:pt idx="7">
                  <c:v>4.24</c:v>
                </c:pt>
                <c:pt idx="8">
                  <c:v>4.8600000000000003</c:v>
                </c:pt>
                <c:pt idx="9">
                  <c:v>4.96</c:v>
                </c:pt>
                <c:pt idx="10">
                  <c:v>5.07</c:v>
                </c:pt>
              </c:numCache>
            </c:numRef>
          </c:val>
          <c:extLst>
            <c:ext xmlns:c16="http://schemas.microsoft.com/office/drawing/2014/chart" uri="{C3380CC4-5D6E-409C-BE32-E72D297353CC}">
              <c16:uniqueId val="{00000003-3522-4BEA-9351-33EB25A9EA0B}"/>
            </c:ext>
          </c:extLst>
        </c:ser>
        <c:ser>
          <c:idx val="4"/>
          <c:order val="4"/>
          <c:tx>
            <c:strRef>
              <c:f>Sheet1!$A$6</c:f>
              <c:strCache>
                <c:ptCount val="1"/>
                <c:pt idx="0">
                  <c:v>Dipka (CG)</c:v>
                </c:pt>
              </c:strCache>
            </c:strRef>
          </c:tx>
          <c:spPr>
            <a:solidFill>
              <a:srgbClr val="00A3E0"/>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Sheet1!$B$6:$L$6</c:f>
              <c:numCache>
                <c:formatCode>General</c:formatCode>
                <c:ptCount val="11"/>
                <c:pt idx="0">
                  <c:v>31</c:v>
                </c:pt>
                <c:pt idx="1">
                  <c:v>34.35</c:v>
                </c:pt>
                <c:pt idx="2">
                  <c:v>35</c:v>
                </c:pt>
                <c:pt idx="3">
                  <c:v>25.18</c:v>
                </c:pt>
                <c:pt idx="4">
                  <c:v>34.35</c:v>
                </c:pt>
                <c:pt idx="5">
                  <c:v>34.369999999999997</c:v>
                </c:pt>
                <c:pt idx="6">
                  <c:v>40.11</c:v>
                </c:pt>
                <c:pt idx="7">
                  <c:v>49.84</c:v>
                </c:pt>
                <c:pt idx="8">
                  <c:v>57.21</c:v>
                </c:pt>
                <c:pt idx="9">
                  <c:v>58.33</c:v>
                </c:pt>
                <c:pt idx="10">
                  <c:v>59.6</c:v>
                </c:pt>
              </c:numCache>
            </c:numRef>
          </c:val>
          <c:extLst>
            <c:ext xmlns:c16="http://schemas.microsoft.com/office/drawing/2014/chart" uri="{C3380CC4-5D6E-409C-BE32-E72D297353CC}">
              <c16:uniqueId val="{00000004-3522-4BEA-9351-33EB25A9EA0B}"/>
            </c:ext>
          </c:extLst>
        </c:ser>
        <c:ser>
          <c:idx val="5"/>
          <c:order val="5"/>
          <c:tx>
            <c:strRef>
              <c:f>Sheet1!$A$7</c:f>
              <c:strCache>
                <c:ptCount val="1"/>
                <c:pt idx="0">
                  <c:v>Gevra (CG)</c:v>
                </c:pt>
              </c:strCache>
            </c:strRef>
          </c:tx>
          <c:spPr>
            <a:solidFill>
              <a:srgbClr val="62B5E5"/>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Sheet1!$B$7:$L$7</c:f>
              <c:numCache>
                <c:formatCode>General</c:formatCode>
                <c:ptCount val="11"/>
                <c:pt idx="0">
                  <c:v>41</c:v>
                </c:pt>
                <c:pt idx="1">
                  <c:v>41.43</c:v>
                </c:pt>
                <c:pt idx="2">
                  <c:v>42.25</c:v>
                </c:pt>
                <c:pt idx="3">
                  <c:v>45</c:v>
                </c:pt>
                <c:pt idx="4">
                  <c:v>40.57</c:v>
                </c:pt>
                <c:pt idx="5">
                  <c:v>41.45</c:v>
                </c:pt>
                <c:pt idx="6">
                  <c:v>51.94</c:v>
                </c:pt>
                <c:pt idx="7">
                  <c:v>64.540000000000006</c:v>
                </c:pt>
                <c:pt idx="8">
                  <c:v>74.09</c:v>
                </c:pt>
                <c:pt idx="9">
                  <c:v>75.55</c:v>
                </c:pt>
                <c:pt idx="10">
                  <c:v>77.180000000000007</c:v>
                </c:pt>
              </c:numCache>
            </c:numRef>
          </c:val>
          <c:extLst>
            <c:ext xmlns:c16="http://schemas.microsoft.com/office/drawing/2014/chart" uri="{C3380CC4-5D6E-409C-BE32-E72D297353CC}">
              <c16:uniqueId val="{00000005-3522-4BEA-9351-33EB25A9EA0B}"/>
            </c:ext>
          </c:extLst>
        </c:ser>
        <c:ser>
          <c:idx val="6"/>
          <c:order val="6"/>
          <c:tx>
            <c:strRef>
              <c:f>Sheet1!$A$8</c:f>
              <c:strCache>
                <c:ptCount val="1"/>
                <c:pt idx="0">
                  <c:v>Hasdeo (CG)</c:v>
                </c:pt>
              </c:strCache>
            </c:strRef>
          </c:tx>
          <c:spPr>
            <a:solidFill>
              <a:schemeClr val="accent3"/>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Sheet1!$B$8:$L$8</c:f>
              <c:numCache>
                <c:formatCode>General</c:formatCode>
                <c:ptCount val="11"/>
                <c:pt idx="0">
                  <c:v>0.25</c:v>
                </c:pt>
                <c:pt idx="1">
                  <c:v>0.18</c:v>
                </c:pt>
                <c:pt idx="2">
                  <c:v>0.17</c:v>
                </c:pt>
                <c:pt idx="3">
                  <c:v>0.16</c:v>
                </c:pt>
                <c:pt idx="4">
                  <c:v>0.14000000000000001</c:v>
                </c:pt>
                <c:pt idx="5">
                  <c:v>0.11</c:v>
                </c:pt>
                <c:pt idx="6">
                  <c:v>0.21</c:v>
                </c:pt>
                <c:pt idx="7">
                  <c:v>0.26</c:v>
                </c:pt>
                <c:pt idx="8">
                  <c:v>0.3</c:v>
                </c:pt>
                <c:pt idx="9">
                  <c:v>0.3</c:v>
                </c:pt>
                <c:pt idx="10">
                  <c:v>0.31</c:v>
                </c:pt>
              </c:numCache>
            </c:numRef>
          </c:val>
          <c:extLst>
            <c:ext xmlns:c16="http://schemas.microsoft.com/office/drawing/2014/chart" uri="{C3380CC4-5D6E-409C-BE32-E72D297353CC}">
              <c16:uniqueId val="{00000006-3522-4BEA-9351-33EB25A9EA0B}"/>
            </c:ext>
          </c:extLst>
        </c:ser>
        <c:ser>
          <c:idx val="7"/>
          <c:order val="7"/>
          <c:tx>
            <c:strRef>
              <c:f>Sheet1!$A$9</c:f>
              <c:strCache>
                <c:ptCount val="1"/>
                <c:pt idx="0">
                  <c:v>Hasdeo (MP)</c:v>
                </c:pt>
              </c:strCache>
            </c:strRef>
          </c:tx>
          <c:spPr>
            <a:solidFill>
              <a:srgbClr val="046A38"/>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Sheet1!$B$9:$L$9</c:f>
              <c:numCache>
                <c:formatCode>General</c:formatCode>
                <c:ptCount val="11"/>
                <c:pt idx="0">
                  <c:v>3.27</c:v>
                </c:pt>
                <c:pt idx="1">
                  <c:v>2.92</c:v>
                </c:pt>
                <c:pt idx="2">
                  <c:v>3.2</c:v>
                </c:pt>
                <c:pt idx="3">
                  <c:v>2.69</c:v>
                </c:pt>
                <c:pt idx="4">
                  <c:v>2.0499999999999998</c:v>
                </c:pt>
                <c:pt idx="5">
                  <c:v>2.2200000000000002</c:v>
                </c:pt>
                <c:pt idx="6">
                  <c:v>3.22</c:v>
                </c:pt>
                <c:pt idx="7">
                  <c:v>3.73</c:v>
                </c:pt>
                <c:pt idx="8">
                  <c:v>4.68</c:v>
                </c:pt>
                <c:pt idx="9">
                  <c:v>4.9800000000000004</c:v>
                </c:pt>
                <c:pt idx="10">
                  <c:v>4.45</c:v>
                </c:pt>
              </c:numCache>
            </c:numRef>
          </c:val>
          <c:extLst>
            <c:ext xmlns:c16="http://schemas.microsoft.com/office/drawing/2014/chart" uri="{C3380CC4-5D6E-409C-BE32-E72D297353CC}">
              <c16:uniqueId val="{00000007-3522-4BEA-9351-33EB25A9EA0B}"/>
            </c:ext>
          </c:extLst>
        </c:ser>
        <c:ser>
          <c:idx val="8"/>
          <c:order val="8"/>
          <c:tx>
            <c:strRef>
              <c:f>Sheet1!$A$10</c:f>
              <c:strCache>
                <c:ptCount val="1"/>
                <c:pt idx="0">
                  <c:v>J&amp;K (MP)</c:v>
                </c:pt>
              </c:strCache>
            </c:strRef>
          </c:tx>
          <c:spPr>
            <a:solidFill>
              <a:srgbClr val="009A44"/>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Sheet1!$B$10:$L$10</c:f>
              <c:numCache>
                <c:formatCode>General</c:formatCode>
                <c:ptCount val="11"/>
                <c:pt idx="0">
                  <c:v>3.06</c:v>
                </c:pt>
                <c:pt idx="1">
                  <c:v>2.79</c:v>
                </c:pt>
                <c:pt idx="2">
                  <c:v>2.81</c:v>
                </c:pt>
                <c:pt idx="3">
                  <c:v>2.4900000000000002</c:v>
                </c:pt>
                <c:pt idx="4">
                  <c:v>1.9</c:v>
                </c:pt>
                <c:pt idx="5">
                  <c:v>2.2599999999999998</c:v>
                </c:pt>
                <c:pt idx="6">
                  <c:v>3.02</c:v>
                </c:pt>
                <c:pt idx="7">
                  <c:v>3.51</c:v>
                </c:pt>
                <c:pt idx="8">
                  <c:v>4.3899999999999997</c:v>
                </c:pt>
                <c:pt idx="9">
                  <c:v>4.67</c:v>
                </c:pt>
                <c:pt idx="10">
                  <c:v>4.18</c:v>
                </c:pt>
              </c:numCache>
            </c:numRef>
          </c:val>
          <c:extLst>
            <c:ext xmlns:c16="http://schemas.microsoft.com/office/drawing/2014/chart" uri="{C3380CC4-5D6E-409C-BE32-E72D297353CC}">
              <c16:uniqueId val="{00000008-3522-4BEA-9351-33EB25A9EA0B}"/>
            </c:ext>
          </c:extLst>
        </c:ser>
        <c:ser>
          <c:idx val="9"/>
          <c:order val="9"/>
          <c:tx>
            <c:strRef>
              <c:f>Sheet1!$A$11</c:f>
              <c:strCache>
                <c:ptCount val="1"/>
                <c:pt idx="0">
                  <c:v>Johilla (MP)</c:v>
                </c:pt>
              </c:strCache>
            </c:strRef>
          </c:tx>
          <c:spPr>
            <a:solidFill>
              <a:srgbClr val="86BC25"/>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Sheet1!$B$11:$L$11</c:f>
              <c:numCache>
                <c:formatCode>General</c:formatCode>
                <c:ptCount val="11"/>
                <c:pt idx="0">
                  <c:v>2</c:v>
                </c:pt>
                <c:pt idx="1">
                  <c:v>2.1</c:v>
                </c:pt>
                <c:pt idx="2">
                  <c:v>1.87</c:v>
                </c:pt>
                <c:pt idx="3">
                  <c:v>0.88</c:v>
                </c:pt>
                <c:pt idx="4">
                  <c:v>1.42</c:v>
                </c:pt>
                <c:pt idx="5">
                  <c:v>1.67</c:v>
                </c:pt>
                <c:pt idx="6">
                  <c:v>1.96</c:v>
                </c:pt>
                <c:pt idx="7">
                  <c:v>2.2799999999999998</c:v>
                </c:pt>
                <c:pt idx="8">
                  <c:v>2.85</c:v>
                </c:pt>
                <c:pt idx="9">
                  <c:v>3.03</c:v>
                </c:pt>
                <c:pt idx="10">
                  <c:v>2.71</c:v>
                </c:pt>
              </c:numCache>
            </c:numRef>
          </c:val>
          <c:extLst>
            <c:ext xmlns:c16="http://schemas.microsoft.com/office/drawing/2014/chart" uri="{C3380CC4-5D6E-409C-BE32-E72D297353CC}">
              <c16:uniqueId val="{00000009-3522-4BEA-9351-33EB25A9EA0B}"/>
            </c:ext>
          </c:extLst>
        </c:ser>
        <c:ser>
          <c:idx val="10"/>
          <c:order val="10"/>
          <c:tx>
            <c:strRef>
              <c:f>Sheet1!$A$12</c:f>
              <c:strCache>
                <c:ptCount val="1"/>
                <c:pt idx="0">
                  <c:v>Korba (CG)</c:v>
                </c:pt>
              </c:strCache>
            </c:strRef>
          </c:tx>
          <c:spPr>
            <a:solidFill>
              <a:schemeClr val="accent4">
                <a:lumMod val="60000"/>
                <a:lumOff val="40000"/>
              </a:schemeClr>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Sheet1!$B$12:$L$12</c:f>
              <c:numCache>
                <c:formatCode>General</c:formatCode>
                <c:ptCount val="11"/>
                <c:pt idx="0">
                  <c:v>5.14</c:v>
                </c:pt>
                <c:pt idx="1">
                  <c:v>5</c:v>
                </c:pt>
                <c:pt idx="2">
                  <c:v>6.33</c:v>
                </c:pt>
                <c:pt idx="3">
                  <c:v>6.4</c:v>
                </c:pt>
                <c:pt idx="4">
                  <c:v>6.2</c:v>
                </c:pt>
                <c:pt idx="5">
                  <c:v>7.27</c:v>
                </c:pt>
                <c:pt idx="6">
                  <c:v>7.49</c:v>
                </c:pt>
                <c:pt idx="7">
                  <c:v>9.3000000000000007</c:v>
                </c:pt>
                <c:pt idx="8">
                  <c:v>10.68</c:v>
                </c:pt>
                <c:pt idx="9">
                  <c:v>10.89</c:v>
                </c:pt>
                <c:pt idx="10">
                  <c:v>11.12</c:v>
                </c:pt>
              </c:numCache>
            </c:numRef>
          </c:val>
          <c:extLst>
            <c:ext xmlns:c16="http://schemas.microsoft.com/office/drawing/2014/chart" uri="{C3380CC4-5D6E-409C-BE32-E72D297353CC}">
              <c16:uniqueId val="{0000000A-3522-4BEA-9351-33EB25A9EA0B}"/>
            </c:ext>
          </c:extLst>
        </c:ser>
        <c:ser>
          <c:idx val="11"/>
          <c:order val="11"/>
          <c:tx>
            <c:strRef>
              <c:f>Sheet1!$A$13</c:f>
              <c:strCache>
                <c:ptCount val="1"/>
                <c:pt idx="0">
                  <c:v>Kusmunda (CG)</c:v>
                </c:pt>
              </c:strCache>
            </c:strRef>
          </c:tx>
          <c:spPr>
            <a:solidFill>
              <a:schemeClr val="accent4">
                <a:lumMod val="40000"/>
                <a:lumOff val="60000"/>
              </a:schemeClr>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Sheet1!$B$13:$L$13</c:f>
              <c:numCache>
                <c:formatCode>General</c:formatCode>
                <c:ptCount val="11"/>
                <c:pt idx="0">
                  <c:v>26</c:v>
                </c:pt>
                <c:pt idx="1">
                  <c:v>26</c:v>
                </c:pt>
                <c:pt idx="2">
                  <c:v>40</c:v>
                </c:pt>
                <c:pt idx="3">
                  <c:v>42.33</c:v>
                </c:pt>
                <c:pt idx="4">
                  <c:v>37.26</c:v>
                </c:pt>
                <c:pt idx="5">
                  <c:v>28.9</c:v>
                </c:pt>
                <c:pt idx="6">
                  <c:v>41.09</c:v>
                </c:pt>
                <c:pt idx="7">
                  <c:v>51.05</c:v>
                </c:pt>
                <c:pt idx="8">
                  <c:v>58.6</c:v>
                </c:pt>
                <c:pt idx="9">
                  <c:v>59.75</c:v>
                </c:pt>
                <c:pt idx="10">
                  <c:v>61.05</c:v>
                </c:pt>
              </c:numCache>
            </c:numRef>
          </c:val>
          <c:extLst>
            <c:ext xmlns:c16="http://schemas.microsoft.com/office/drawing/2014/chart" uri="{C3380CC4-5D6E-409C-BE32-E72D297353CC}">
              <c16:uniqueId val="{0000000B-3522-4BEA-9351-33EB25A9EA0B}"/>
            </c:ext>
          </c:extLst>
        </c:ser>
        <c:ser>
          <c:idx val="12"/>
          <c:order val="12"/>
          <c:tx>
            <c:strRef>
              <c:f>Sheet1!$A$14</c:f>
              <c:strCache>
                <c:ptCount val="1"/>
                <c:pt idx="0">
                  <c:v>Raigarh (CG)</c:v>
                </c:pt>
              </c:strCache>
            </c:strRef>
          </c:tx>
          <c:spPr>
            <a:solidFill>
              <a:schemeClr val="accent4">
                <a:lumMod val="20000"/>
                <a:lumOff val="80000"/>
              </a:schemeClr>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Sheet1!$B$14:$L$14</c:f>
              <c:numCache>
                <c:formatCode>General</c:formatCode>
                <c:ptCount val="11"/>
                <c:pt idx="0">
                  <c:v>13.27</c:v>
                </c:pt>
                <c:pt idx="1">
                  <c:v>14.2</c:v>
                </c:pt>
                <c:pt idx="2">
                  <c:v>10.63</c:v>
                </c:pt>
                <c:pt idx="3">
                  <c:v>11.48</c:v>
                </c:pt>
                <c:pt idx="4">
                  <c:v>12.9</c:v>
                </c:pt>
                <c:pt idx="5">
                  <c:v>12.8</c:v>
                </c:pt>
                <c:pt idx="6">
                  <c:v>15.59</c:v>
                </c:pt>
                <c:pt idx="7">
                  <c:v>19.37</c:v>
                </c:pt>
                <c:pt idx="8">
                  <c:v>22.24</c:v>
                </c:pt>
                <c:pt idx="9">
                  <c:v>22.68</c:v>
                </c:pt>
                <c:pt idx="10">
                  <c:v>23.17</c:v>
                </c:pt>
              </c:numCache>
            </c:numRef>
          </c:val>
          <c:extLst>
            <c:ext xmlns:c16="http://schemas.microsoft.com/office/drawing/2014/chart" uri="{C3380CC4-5D6E-409C-BE32-E72D297353CC}">
              <c16:uniqueId val="{0000000C-3522-4BEA-9351-33EB25A9EA0B}"/>
            </c:ext>
          </c:extLst>
        </c:ser>
        <c:ser>
          <c:idx val="13"/>
          <c:order val="13"/>
          <c:tx>
            <c:strRef>
              <c:f>Sheet1!$A$15</c:f>
              <c:strCache>
                <c:ptCount val="1"/>
                <c:pt idx="0">
                  <c:v>Sohagpur (MP)</c:v>
                </c:pt>
              </c:strCache>
            </c:strRef>
          </c:tx>
          <c:spPr>
            <a:solidFill>
              <a:schemeClr val="accent1"/>
            </a:solidFill>
            <a:ln>
              <a:noFill/>
            </a:ln>
            <a:effectLst/>
          </c:spPr>
          <c:invertIfNegative val="0"/>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Sheet1!$B$15:$L$15</c:f>
              <c:numCache>
                <c:formatCode>General</c:formatCode>
                <c:ptCount val="11"/>
                <c:pt idx="0">
                  <c:v>3.96</c:v>
                </c:pt>
                <c:pt idx="1">
                  <c:v>4.91</c:v>
                </c:pt>
                <c:pt idx="2">
                  <c:v>5.36</c:v>
                </c:pt>
                <c:pt idx="3">
                  <c:v>5.22</c:v>
                </c:pt>
                <c:pt idx="4">
                  <c:v>5.23</c:v>
                </c:pt>
                <c:pt idx="5">
                  <c:v>4.0199999999999996</c:v>
                </c:pt>
                <c:pt idx="6">
                  <c:v>5.71</c:v>
                </c:pt>
                <c:pt idx="7">
                  <c:v>6.63</c:v>
                </c:pt>
                <c:pt idx="8">
                  <c:v>8.31</c:v>
                </c:pt>
                <c:pt idx="9">
                  <c:v>8.84</c:v>
                </c:pt>
                <c:pt idx="10">
                  <c:v>7.9</c:v>
                </c:pt>
              </c:numCache>
            </c:numRef>
          </c:val>
          <c:extLst>
            <c:ext xmlns:c16="http://schemas.microsoft.com/office/drawing/2014/chart" uri="{C3380CC4-5D6E-409C-BE32-E72D297353CC}">
              <c16:uniqueId val="{0000000D-3522-4BEA-9351-33EB25A9EA0B}"/>
            </c:ext>
          </c:extLst>
        </c:ser>
        <c:dLbls>
          <c:showLegendKey val="0"/>
          <c:showVal val="0"/>
          <c:showCatName val="0"/>
          <c:showSerName val="0"/>
          <c:showPercent val="0"/>
          <c:showBubbleSize val="0"/>
        </c:dLbls>
        <c:gapWidth val="150"/>
        <c:overlap val="100"/>
        <c:axId val="982873951"/>
        <c:axId val="982877279"/>
      </c:barChart>
      <c:lineChart>
        <c:grouping val="standard"/>
        <c:varyColors val="0"/>
        <c:ser>
          <c:idx val="14"/>
          <c:order val="14"/>
          <c:tx>
            <c:strRef>
              <c:f>Sheet1!$A$16</c:f>
              <c:strCache>
                <c:ptCount val="1"/>
                <c:pt idx="0">
                  <c:v>Total (SECL)</c:v>
                </c:pt>
              </c:strCache>
            </c:strRef>
          </c:tx>
          <c:spPr>
            <a:ln w="28575" cap="rnd">
              <a:noFill/>
              <a:round/>
            </a:ln>
            <a:effectLst/>
          </c:spPr>
          <c:marker>
            <c:symbol val="none"/>
          </c:marker>
          <c:dLbls>
            <c:numFmt formatCode="0" sourceLinked="0"/>
            <c:spPr>
              <a:solidFill>
                <a:schemeClr val="tx1">
                  <a:lumMod val="65000"/>
                  <a:lumOff val="35000"/>
                </a:schemeClr>
              </a:solid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FFFF00"/>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Sheet1!$B$1:$L$1</c:f>
              <c:strCache>
                <c:ptCount val="11"/>
                <c:pt idx="0">
                  <c:v>FY17</c:v>
                </c:pt>
                <c:pt idx="1">
                  <c:v>FY18</c:v>
                </c:pt>
                <c:pt idx="2">
                  <c:v>FY19</c:v>
                </c:pt>
                <c:pt idx="3">
                  <c:v>FY20</c:v>
                </c:pt>
                <c:pt idx="4">
                  <c:v>FY21</c:v>
                </c:pt>
                <c:pt idx="5">
                  <c:v>FY22</c:v>
                </c:pt>
                <c:pt idx="6">
                  <c:v>FY23</c:v>
                </c:pt>
                <c:pt idx="7">
                  <c:v>FY24</c:v>
                </c:pt>
                <c:pt idx="8">
                  <c:v>FY25</c:v>
                </c:pt>
                <c:pt idx="9">
                  <c:v>FY26</c:v>
                </c:pt>
                <c:pt idx="10">
                  <c:v>FY27</c:v>
                </c:pt>
              </c:strCache>
            </c:strRef>
          </c:cat>
          <c:val>
            <c:numRef>
              <c:f>Sheet1!$B$16:$L$16</c:f>
              <c:numCache>
                <c:formatCode>General</c:formatCode>
                <c:ptCount val="11"/>
                <c:pt idx="0">
                  <c:v>140</c:v>
                </c:pt>
                <c:pt idx="1">
                  <c:v>144.69999999999999</c:v>
                </c:pt>
                <c:pt idx="2">
                  <c:v>157.33000000000001</c:v>
                </c:pt>
                <c:pt idx="3">
                  <c:v>150.59</c:v>
                </c:pt>
                <c:pt idx="4">
                  <c:v>150.6</c:v>
                </c:pt>
                <c:pt idx="5">
                  <c:v>142.52000000000001</c:v>
                </c:pt>
                <c:pt idx="6">
                  <c:v>182</c:v>
                </c:pt>
                <c:pt idx="7">
                  <c:v>225</c:v>
                </c:pt>
                <c:pt idx="8">
                  <c:v>260</c:v>
                </c:pt>
                <c:pt idx="9">
                  <c:v>266</c:v>
                </c:pt>
                <c:pt idx="10">
                  <c:v>269</c:v>
                </c:pt>
              </c:numCache>
            </c:numRef>
          </c:val>
          <c:smooth val="0"/>
          <c:extLst>
            <c:ext xmlns:c16="http://schemas.microsoft.com/office/drawing/2014/chart" uri="{C3380CC4-5D6E-409C-BE32-E72D297353CC}">
              <c16:uniqueId val="{0000000E-3522-4BEA-9351-33EB25A9EA0B}"/>
            </c:ext>
          </c:extLst>
        </c:ser>
        <c:dLbls>
          <c:showLegendKey val="0"/>
          <c:showVal val="0"/>
          <c:showCatName val="0"/>
          <c:showSerName val="0"/>
          <c:showPercent val="0"/>
          <c:showBubbleSize val="0"/>
        </c:dLbls>
        <c:marker val="1"/>
        <c:smooth val="0"/>
        <c:axId val="1143908927"/>
        <c:axId val="1143900191"/>
      </c:lineChart>
      <c:catAx>
        <c:axId val="98287395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982877279"/>
        <c:crosses val="autoZero"/>
        <c:auto val="1"/>
        <c:lblAlgn val="ctr"/>
        <c:lblOffset val="100"/>
        <c:noMultiLvlLbl val="0"/>
      </c:catAx>
      <c:valAx>
        <c:axId val="982877279"/>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982873951"/>
        <c:crosses val="autoZero"/>
        <c:crossBetween val="between"/>
      </c:valAx>
      <c:valAx>
        <c:axId val="1143900191"/>
        <c:scaling>
          <c:orientation val="minMax"/>
        </c:scaling>
        <c:delete val="1"/>
        <c:axPos val="r"/>
        <c:numFmt formatCode="General" sourceLinked="1"/>
        <c:majorTickMark val="out"/>
        <c:minorTickMark val="none"/>
        <c:tickLblPos val="nextTo"/>
        <c:crossAx val="1143908927"/>
        <c:crosses val="max"/>
        <c:crossBetween val="between"/>
      </c:valAx>
      <c:catAx>
        <c:axId val="1143908927"/>
        <c:scaling>
          <c:orientation val="minMax"/>
        </c:scaling>
        <c:delete val="1"/>
        <c:axPos val="b"/>
        <c:numFmt formatCode="General" sourceLinked="1"/>
        <c:majorTickMark val="out"/>
        <c:minorTickMark val="none"/>
        <c:tickLblPos val="nextTo"/>
        <c:crossAx val="1143900191"/>
        <c:crosses val="autoZero"/>
        <c:auto val="1"/>
        <c:lblAlgn val="ctr"/>
        <c:lblOffset val="100"/>
        <c:noMultiLvlLbl val="0"/>
      </c:catAx>
      <c:spPr>
        <a:noFill/>
        <a:ln>
          <a:noFill/>
        </a:ln>
        <a:effectLst/>
      </c:spPr>
    </c:plotArea>
    <c:legend>
      <c:legendPos val="b"/>
      <c:legendEntry>
        <c:idx val="14"/>
        <c:delete val="1"/>
      </c:legendEntry>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Sheet1!$A$2</c:f>
              <c:strCache>
                <c:ptCount val="1"/>
                <c:pt idx="0">
                  <c:v>Energy Consumption (MU)</c:v>
                </c:pt>
              </c:strCache>
            </c:strRef>
          </c:tx>
          <c:spPr>
            <a:gradFill rotWithShape="1">
              <a:gsLst>
                <a:gs pos="0">
                  <a:schemeClr val="accent1">
                    <a:tint val="50000"/>
                    <a:satMod val="300000"/>
                  </a:schemeClr>
                </a:gs>
                <a:gs pos="35000">
                  <a:schemeClr val="accent1">
                    <a:tint val="37000"/>
                    <a:satMod val="300000"/>
                  </a:schemeClr>
                </a:gs>
                <a:gs pos="100000">
                  <a:schemeClr val="accent1">
                    <a:tint val="15000"/>
                    <a:satMod val="350000"/>
                  </a:schemeClr>
                </a:gs>
              </a:gsLst>
              <a:lin ang="16200000" scaled="1"/>
            </a:gradFill>
            <a:ln w="9525" cap="flat" cmpd="sng" algn="ctr">
              <a:solidFill>
                <a:schemeClr val="accent1">
                  <a:shade val="95000"/>
                </a:schemeClr>
              </a:solidFill>
              <a:round/>
            </a:ln>
            <a:effectLst>
              <a:outerShdw blurRad="40000" dist="20000" dir="5400000" rotWithShape="0">
                <a:srgbClr val="000000">
                  <a:alpha val="38000"/>
                </a:srgbClr>
              </a:outerShdw>
            </a:effectLst>
          </c:spPr>
          <c:invertIfNegative val="0"/>
          <c:dLbls>
            <c:spPr>
              <a:solidFill>
                <a:schemeClr val="accent1">
                  <a:lumMod val="20000"/>
                  <a:lumOff val="80000"/>
                </a:schemeClr>
              </a:solidFill>
              <a:ln>
                <a:solidFill>
                  <a:schemeClr val="accent1">
                    <a:lumMod val="75000"/>
                  </a:schemeClr>
                </a:solid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Sheet1!$B$1:$G$1</c:f>
              <c:strCache>
                <c:ptCount val="6"/>
                <c:pt idx="0">
                  <c:v>FY17</c:v>
                </c:pt>
                <c:pt idx="1">
                  <c:v>FY18</c:v>
                </c:pt>
                <c:pt idx="2">
                  <c:v>FY19</c:v>
                </c:pt>
                <c:pt idx="3">
                  <c:v>FY20</c:v>
                </c:pt>
                <c:pt idx="4">
                  <c:v>FY21</c:v>
                </c:pt>
                <c:pt idx="5">
                  <c:v>FY22</c:v>
                </c:pt>
              </c:strCache>
            </c:strRef>
          </c:cat>
          <c:val>
            <c:numRef>
              <c:f>Sheet1!$B$2:$G$2</c:f>
              <c:numCache>
                <c:formatCode>General</c:formatCode>
                <c:ptCount val="6"/>
                <c:pt idx="0" formatCode="#,##0.00">
                  <c:v>1039.95</c:v>
                </c:pt>
                <c:pt idx="1">
                  <c:v>998.72</c:v>
                </c:pt>
                <c:pt idx="2">
                  <c:v>984.73</c:v>
                </c:pt>
                <c:pt idx="3">
                  <c:v>997.82</c:v>
                </c:pt>
                <c:pt idx="4" formatCode="#,##0.00">
                  <c:v>1003.05</c:v>
                </c:pt>
                <c:pt idx="5">
                  <c:v>988.18</c:v>
                </c:pt>
              </c:numCache>
            </c:numRef>
          </c:val>
          <c:extLst>
            <c:ext xmlns:c16="http://schemas.microsoft.com/office/drawing/2014/chart" uri="{C3380CC4-5D6E-409C-BE32-E72D297353CC}">
              <c16:uniqueId val="{00000000-E347-422F-BC91-126ADA183464}"/>
            </c:ext>
          </c:extLst>
        </c:ser>
        <c:dLbls>
          <c:dLblPos val="inEnd"/>
          <c:showLegendKey val="0"/>
          <c:showVal val="1"/>
          <c:showCatName val="0"/>
          <c:showSerName val="0"/>
          <c:showPercent val="0"/>
          <c:showBubbleSize val="0"/>
        </c:dLbls>
        <c:gapWidth val="150"/>
        <c:overlap val="100"/>
        <c:axId val="982873951"/>
        <c:axId val="982877279"/>
      </c:barChart>
      <c:catAx>
        <c:axId val="98287395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982877279"/>
        <c:crosses val="autoZero"/>
        <c:auto val="1"/>
        <c:lblAlgn val="ctr"/>
        <c:lblOffset val="100"/>
        <c:noMultiLvlLbl val="0"/>
      </c:catAx>
      <c:valAx>
        <c:axId val="982877279"/>
        <c:scaling>
          <c:orientation val="minMax"/>
          <c:max val="2000"/>
          <c:min val="0"/>
        </c:scaling>
        <c:delete val="1"/>
        <c:axPos val="l"/>
        <c:numFmt formatCode="#,##0.00" sourceLinked="1"/>
        <c:majorTickMark val="out"/>
        <c:minorTickMark val="none"/>
        <c:tickLblPos val="nextTo"/>
        <c:crossAx val="982873951"/>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spPr>
            <a:gradFill rotWithShape="1">
              <a:gsLst>
                <a:gs pos="0">
                  <a:schemeClr val="accent3">
                    <a:tint val="50000"/>
                    <a:satMod val="300000"/>
                  </a:schemeClr>
                </a:gs>
                <a:gs pos="35000">
                  <a:schemeClr val="accent3">
                    <a:tint val="37000"/>
                    <a:satMod val="300000"/>
                  </a:schemeClr>
                </a:gs>
                <a:gs pos="100000">
                  <a:schemeClr val="accent3">
                    <a:tint val="15000"/>
                    <a:satMod val="350000"/>
                  </a:schemeClr>
                </a:gs>
              </a:gsLst>
              <a:lin ang="16200000" scaled="1"/>
            </a:gradFill>
            <a:ln w="9525" cap="flat" cmpd="sng" algn="ctr">
              <a:solidFill>
                <a:schemeClr val="accent3">
                  <a:shade val="95000"/>
                </a:schemeClr>
              </a:solidFill>
              <a:round/>
            </a:ln>
            <a:effectLst>
              <a:outerShdw blurRad="40000" dist="20000" dir="5400000" rotWithShape="0">
                <a:srgbClr val="000000">
                  <a:alpha val="38000"/>
                </a:srgbClr>
              </a:outerShdw>
            </a:effectLst>
          </c:spPr>
          <c:invertIfNegative val="0"/>
          <c:dLbls>
            <c:spPr>
              <a:solidFill>
                <a:schemeClr val="accent3">
                  <a:lumMod val="20000"/>
                  <a:lumOff val="80000"/>
                </a:schemeClr>
              </a:solidFill>
              <a:ln>
                <a:solidFill>
                  <a:schemeClr val="accent1">
                    <a:lumMod val="75000"/>
                  </a:schemeClr>
                </a:solid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Sheet1!$B$1:$E$1</c:f>
              <c:strCache>
                <c:ptCount val="4"/>
                <c:pt idx="0">
                  <c:v>FY23</c:v>
                </c:pt>
                <c:pt idx="1">
                  <c:v>FY24</c:v>
                </c:pt>
                <c:pt idx="2">
                  <c:v>FY25</c:v>
                </c:pt>
                <c:pt idx="3">
                  <c:v>FY26</c:v>
                </c:pt>
              </c:strCache>
            </c:strRef>
          </c:cat>
          <c:val>
            <c:numRef>
              <c:f>Sheet1!$B$2:$E$2</c:f>
              <c:numCache>
                <c:formatCode>#,##0.00</c:formatCode>
                <c:ptCount val="4"/>
                <c:pt idx="0">
                  <c:v>1301.8900000000001</c:v>
                </c:pt>
                <c:pt idx="1">
                  <c:v>1589.65</c:v>
                </c:pt>
                <c:pt idx="2">
                  <c:v>1866.84</c:v>
                </c:pt>
                <c:pt idx="3">
                  <c:v>1925.52</c:v>
                </c:pt>
              </c:numCache>
            </c:numRef>
          </c:val>
          <c:extLst>
            <c:ext xmlns:c16="http://schemas.microsoft.com/office/drawing/2014/chart" uri="{C3380CC4-5D6E-409C-BE32-E72D297353CC}">
              <c16:uniqueId val="{00000000-7D5F-438F-97FF-4B5139B33C09}"/>
            </c:ext>
          </c:extLst>
        </c:ser>
        <c:dLbls>
          <c:dLblPos val="inEnd"/>
          <c:showLegendKey val="0"/>
          <c:showVal val="1"/>
          <c:showCatName val="0"/>
          <c:showSerName val="0"/>
          <c:showPercent val="0"/>
          <c:showBubbleSize val="0"/>
        </c:dLbls>
        <c:gapWidth val="150"/>
        <c:overlap val="100"/>
        <c:axId val="982873951"/>
        <c:axId val="982877279"/>
      </c:barChart>
      <c:catAx>
        <c:axId val="98287395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982877279"/>
        <c:crosses val="autoZero"/>
        <c:auto val="1"/>
        <c:lblAlgn val="ctr"/>
        <c:lblOffset val="100"/>
        <c:noMultiLvlLbl val="0"/>
      </c:catAx>
      <c:valAx>
        <c:axId val="982877279"/>
        <c:scaling>
          <c:orientation val="minMax"/>
          <c:max val="2000"/>
          <c:min val="0"/>
        </c:scaling>
        <c:delete val="1"/>
        <c:axPos val="l"/>
        <c:numFmt formatCode="#,##0.00" sourceLinked="1"/>
        <c:majorTickMark val="out"/>
        <c:minorTickMark val="none"/>
        <c:tickLblPos val="nextTo"/>
        <c:crossAx val="982873951"/>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Projected MU (CG)</c:v>
                </c:pt>
              </c:strCache>
            </c:strRef>
          </c:tx>
          <c:spPr>
            <a:solidFill>
              <a:schemeClr val="accent1"/>
            </a:solidFill>
            <a:ln>
              <a:noFill/>
            </a:ln>
            <a:effectLst/>
          </c:spPr>
          <c:invertIfNegative val="0"/>
          <c:dLbls>
            <c:numFmt formatCode="#,##0.00" sourceLinked="0"/>
            <c:spPr>
              <a:solidFill>
                <a:srgbClr val="86BC25"/>
              </a:solidFill>
              <a:ln>
                <a:noFill/>
              </a:ln>
              <a:effectLst/>
            </c:spPr>
            <c:txPr>
              <a:bodyPr rot="0" spcFirstLastPara="1" vertOverflow="ellipsis" vert="horz" wrap="square" lIns="36000" tIns="0" rIns="36000" bIns="0" anchor="ctr" anchorCtr="1"/>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Sheet1!$B$2:$B$5</c:f>
              <c:numCache>
                <c:formatCode>General</c:formatCode>
                <c:ptCount val="4"/>
                <c:pt idx="0">
                  <c:v>931.53989209999997</c:v>
                </c:pt>
                <c:pt idx="1">
                  <c:v>1137.4337989999999</c:v>
                </c:pt>
                <c:pt idx="2">
                  <c:v>1335.7710810000001</c:v>
                </c:pt>
                <c:pt idx="3">
                  <c:v>1377.759822</c:v>
                </c:pt>
              </c:numCache>
            </c:numRef>
          </c:val>
          <c:extLst>
            <c:ext xmlns:c16="http://schemas.microsoft.com/office/drawing/2014/chart" uri="{C3380CC4-5D6E-409C-BE32-E72D297353CC}">
              <c16:uniqueId val="{00000000-B532-484C-9D6F-2F98E9F8EAF7}"/>
            </c:ext>
          </c:extLst>
        </c:ser>
        <c:ser>
          <c:idx val="1"/>
          <c:order val="1"/>
          <c:tx>
            <c:strRef>
              <c:f>Sheet1!$C$1</c:f>
              <c:strCache>
                <c:ptCount val="1"/>
                <c:pt idx="0">
                  <c:v>Projected MU (MP)</c:v>
                </c:pt>
              </c:strCache>
            </c:strRef>
          </c:tx>
          <c:spPr>
            <a:solidFill>
              <a:schemeClr val="accent1">
                <a:lumMod val="75000"/>
              </a:schemeClr>
            </a:solidFill>
            <a:ln>
              <a:noFill/>
            </a:ln>
            <a:effectLst/>
          </c:spPr>
          <c:invertIfNegative val="0"/>
          <c:dLbls>
            <c:numFmt formatCode="#,##0.00" sourceLinked="0"/>
            <c:spPr>
              <a:solidFill>
                <a:schemeClr val="accent1">
                  <a:lumMod val="75000"/>
                </a:schemeClr>
              </a:solidFill>
              <a:ln>
                <a:noFill/>
              </a:ln>
              <a:effectLst/>
            </c:spPr>
            <c:txPr>
              <a:bodyPr rot="0" spcFirstLastPara="1" vertOverflow="ellipsis" vert="horz" wrap="square" lIns="36000" tIns="0" rIns="36000" bIns="0" anchor="ctr" anchorCtr="1"/>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Sheet1!$C$2:$C$5</c:f>
              <c:numCache>
                <c:formatCode>General</c:formatCode>
                <c:ptCount val="4"/>
                <c:pt idx="0">
                  <c:v>362.5677364</c:v>
                </c:pt>
                <c:pt idx="1">
                  <c:v>442.70438799999999</c:v>
                </c:pt>
                <c:pt idx="2">
                  <c:v>519.89990060000002</c:v>
                </c:pt>
                <c:pt idx="3">
                  <c:v>536.24247779999996</c:v>
                </c:pt>
              </c:numCache>
            </c:numRef>
          </c:val>
          <c:extLst>
            <c:ext xmlns:c16="http://schemas.microsoft.com/office/drawing/2014/chart" uri="{C3380CC4-5D6E-409C-BE32-E72D297353CC}">
              <c16:uniqueId val="{00000001-B532-484C-9D6F-2F98E9F8EAF7}"/>
            </c:ext>
          </c:extLst>
        </c:ser>
        <c:ser>
          <c:idx val="2"/>
          <c:order val="2"/>
          <c:tx>
            <c:strRef>
              <c:f>Sheet1!$D$1</c:f>
              <c:strCache>
                <c:ptCount val="1"/>
                <c:pt idx="0">
                  <c:v>Projected MU - Others</c:v>
                </c:pt>
              </c:strCache>
            </c:strRef>
          </c:tx>
          <c:spPr>
            <a:solidFill>
              <a:schemeClr val="accent3"/>
            </a:solidFill>
            <a:ln>
              <a:noFill/>
            </a:ln>
            <a:effectLst/>
          </c:spPr>
          <c:invertIfNegative val="0"/>
          <c:cat>
            <c:strRef>
              <c:f>Sheet1!$A$2:$A$5</c:f>
              <c:strCache>
                <c:ptCount val="4"/>
                <c:pt idx="0">
                  <c:v>FY23</c:v>
                </c:pt>
                <c:pt idx="1">
                  <c:v>FY24</c:v>
                </c:pt>
                <c:pt idx="2">
                  <c:v>FY25</c:v>
                </c:pt>
                <c:pt idx="3">
                  <c:v>FY26</c:v>
                </c:pt>
              </c:strCache>
            </c:strRef>
          </c:cat>
          <c:val>
            <c:numRef>
              <c:f>Sheet1!$D$2:$D$5</c:f>
              <c:numCache>
                <c:formatCode>General</c:formatCode>
                <c:ptCount val="4"/>
                <c:pt idx="0">
                  <c:v>7.7866767100000001</c:v>
                </c:pt>
                <c:pt idx="1">
                  <c:v>9.5077294590000001</c:v>
                </c:pt>
                <c:pt idx="2">
                  <c:v>11.165616910000001</c:v>
                </c:pt>
                <c:pt idx="3">
                  <c:v>11.51659785</c:v>
                </c:pt>
              </c:numCache>
            </c:numRef>
          </c:val>
          <c:extLst>
            <c:ext xmlns:c16="http://schemas.microsoft.com/office/drawing/2014/chart" uri="{C3380CC4-5D6E-409C-BE32-E72D297353CC}">
              <c16:uniqueId val="{00000002-B532-484C-9D6F-2F98E9F8EAF7}"/>
            </c:ext>
          </c:extLst>
        </c:ser>
        <c:dLbls>
          <c:showLegendKey val="0"/>
          <c:showVal val="0"/>
          <c:showCatName val="0"/>
          <c:showSerName val="0"/>
          <c:showPercent val="0"/>
          <c:showBubbleSize val="0"/>
        </c:dLbls>
        <c:gapWidth val="219"/>
        <c:overlap val="100"/>
        <c:axId val="953393535"/>
        <c:axId val="953394783"/>
      </c:barChart>
      <c:lineChart>
        <c:grouping val="standard"/>
        <c:varyColors val="0"/>
        <c:ser>
          <c:idx val="3"/>
          <c:order val="3"/>
          <c:tx>
            <c:strRef>
              <c:f>Sheet1!$E$1</c:f>
              <c:strCache>
                <c:ptCount val="1"/>
                <c:pt idx="0">
                  <c:v>Total SECL</c:v>
                </c:pt>
              </c:strCache>
            </c:strRef>
          </c:tx>
          <c:spPr>
            <a:ln w="28575" cap="rnd">
              <a:solidFill>
                <a:srgbClr val="0076A8"/>
              </a:solidFill>
              <a:round/>
            </a:ln>
            <a:effectLst/>
          </c:spPr>
          <c:marker>
            <c:symbol val="none"/>
          </c:marker>
          <c:dLbls>
            <c:numFmt formatCode="#,##0.00" sourceLinked="0"/>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Sheet1!$E$2:$E$5</c:f>
              <c:numCache>
                <c:formatCode>General</c:formatCode>
                <c:ptCount val="4"/>
                <c:pt idx="0">
                  <c:v>1301.894305</c:v>
                </c:pt>
                <c:pt idx="1">
                  <c:v>1589.6459170000001</c:v>
                </c:pt>
                <c:pt idx="2">
                  <c:v>1866.836599</c:v>
                </c:pt>
                <c:pt idx="3">
                  <c:v>1925.518898</c:v>
                </c:pt>
              </c:numCache>
            </c:numRef>
          </c:val>
          <c:smooth val="0"/>
          <c:extLst>
            <c:ext xmlns:c16="http://schemas.microsoft.com/office/drawing/2014/chart" uri="{C3380CC4-5D6E-409C-BE32-E72D297353CC}">
              <c16:uniqueId val="{00000004-B532-484C-9D6F-2F98E9F8EAF7}"/>
            </c:ext>
          </c:extLst>
        </c:ser>
        <c:dLbls>
          <c:showLegendKey val="0"/>
          <c:showVal val="0"/>
          <c:showCatName val="0"/>
          <c:showSerName val="0"/>
          <c:showPercent val="0"/>
          <c:showBubbleSize val="0"/>
        </c:dLbls>
        <c:marker val="1"/>
        <c:smooth val="0"/>
        <c:axId val="953393535"/>
        <c:axId val="953394783"/>
      </c:lineChart>
      <c:catAx>
        <c:axId val="953393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953394783"/>
        <c:crosses val="autoZero"/>
        <c:auto val="1"/>
        <c:lblAlgn val="ctr"/>
        <c:lblOffset val="100"/>
        <c:noMultiLvlLbl val="0"/>
      </c:catAx>
      <c:valAx>
        <c:axId val="953394783"/>
        <c:scaling>
          <c:orientation val="minMax"/>
        </c:scaling>
        <c:delete val="1"/>
        <c:axPos val="l"/>
        <c:numFmt formatCode="General" sourceLinked="1"/>
        <c:majorTickMark val="none"/>
        <c:minorTickMark val="none"/>
        <c:tickLblPos val="nextTo"/>
        <c:crossAx val="953393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Solar MW (CG)</c:v>
                </c:pt>
              </c:strCache>
            </c:strRef>
          </c:tx>
          <c:spPr>
            <a:solidFill>
              <a:schemeClr val="accent3">
                <a:lumMod val="60000"/>
                <a:lumOff val="40000"/>
              </a:schemeClr>
            </a:solidFill>
            <a:ln>
              <a:noFill/>
            </a:ln>
            <a:effectLst/>
          </c:spPr>
          <c:invertIfNegative val="0"/>
          <c:dLbls>
            <c:numFmt formatCode="0" sourceLinked="0"/>
            <c:spPr>
              <a:noFill/>
              <a:ln>
                <a:noFill/>
              </a:ln>
              <a:effectLst/>
            </c:spPr>
            <c:txPr>
              <a:bodyPr rot="0" spcFirstLastPara="1" vertOverflow="ellipsis" horzOverflow="clip" vert="horz" wrap="square" lIns="36000" tIns="0" rIns="36000" bIns="0" anchor="ctr" anchorCtr="1">
                <a:spAutoFit/>
              </a:bodyPr>
              <a:lstStyle/>
              <a:p>
                <a:pPr>
                  <a:defRPr sz="12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Sheet1!$B$2:$B$5</c:f>
              <c:numCache>
                <c:formatCode>General</c:formatCode>
                <c:ptCount val="4"/>
                <c:pt idx="0">
                  <c:v>401.28366160000002</c:v>
                </c:pt>
                <c:pt idx="1">
                  <c:v>489.9775133</c:v>
                </c:pt>
                <c:pt idx="2">
                  <c:v>575.41616329999999</c:v>
                </c:pt>
                <c:pt idx="3">
                  <c:v>593.50384340000005</c:v>
                </c:pt>
              </c:numCache>
            </c:numRef>
          </c:val>
          <c:extLst>
            <c:ext xmlns:c16="http://schemas.microsoft.com/office/drawing/2014/chart" uri="{C3380CC4-5D6E-409C-BE32-E72D297353CC}">
              <c16:uniqueId val="{00000000-A8EE-416A-8B5D-BA0F24D43EE5}"/>
            </c:ext>
          </c:extLst>
        </c:ser>
        <c:ser>
          <c:idx val="1"/>
          <c:order val="1"/>
          <c:tx>
            <c:strRef>
              <c:f>Sheet1!$C$1</c:f>
              <c:strCache>
                <c:ptCount val="1"/>
                <c:pt idx="0">
                  <c:v>Solar MW (MP)</c:v>
                </c:pt>
              </c:strCache>
            </c:strRef>
          </c:tx>
          <c:spPr>
            <a:solidFill>
              <a:srgbClr val="0076A8"/>
            </a:solidFill>
            <a:ln>
              <a:noFill/>
            </a:ln>
            <a:effectLst/>
          </c:spPr>
          <c:invertIfNegative val="0"/>
          <c:dLbls>
            <c:numFmt formatCode="0" sourceLinked="0"/>
            <c:spPr>
              <a:noFill/>
              <a:ln>
                <a:noFill/>
              </a:ln>
              <a:effectLst/>
            </c:spPr>
            <c:txPr>
              <a:bodyPr rot="0" spcFirstLastPara="1" vertOverflow="ellipsis" horzOverflow="clip" vert="horz" wrap="square" lIns="36000" tIns="0" rIns="36000" bIns="0" anchor="ctr" anchorCtr="1">
                <a:spAutoFit/>
              </a:bodyPr>
              <a:lstStyle/>
              <a:p>
                <a:pPr>
                  <a:defRPr sz="12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Sheet1!$C$2:$C$5</c:f>
              <c:numCache>
                <c:formatCode>General</c:formatCode>
                <c:ptCount val="4"/>
                <c:pt idx="0">
                  <c:v>156.1849</c:v>
                </c:pt>
                <c:pt idx="1">
                  <c:v>190.70580000000001</c:v>
                </c:pt>
                <c:pt idx="2">
                  <c:v>223.95959999999999</c:v>
                </c:pt>
                <c:pt idx="3">
                  <c:v>230.99959999999999</c:v>
                </c:pt>
              </c:numCache>
            </c:numRef>
          </c:val>
          <c:extLst>
            <c:ext xmlns:c16="http://schemas.microsoft.com/office/drawing/2014/chart" uri="{C3380CC4-5D6E-409C-BE32-E72D297353CC}">
              <c16:uniqueId val="{00000001-A8EE-416A-8B5D-BA0F24D43EE5}"/>
            </c:ext>
          </c:extLst>
        </c:ser>
        <c:dLbls>
          <c:showLegendKey val="0"/>
          <c:showVal val="0"/>
          <c:showCatName val="0"/>
          <c:showSerName val="0"/>
          <c:showPercent val="0"/>
          <c:showBubbleSize val="0"/>
        </c:dLbls>
        <c:gapWidth val="219"/>
        <c:overlap val="100"/>
        <c:axId val="953393535"/>
        <c:axId val="953394783"/>
      </c:barChart>
      <c:lineChart>
        <c:grouping val="standard"/>
        <c:varyColors val="0"/>
        <c:ser>
          <c:idx val="2"/>
          <c:order val="2"/>
          <c:tx>
            <c:strRef>
              <c:f>Sheet1!$D$1</c:f>
              <c:strCache>
                <c:ptCount val="1"/>
                <c:pt idx="0">
                  <c:v>Total SECL</c:v>
                </c:pt>
              </c:strCache>
            </c:strRef>
          </c:tx>
          <c:spPr>
            <a:ln w="28575" cap="rnd">
              <a:solidFill>
                <a:schemeClr val="accent1">
                  <a:lumMod val="75000"/>
                </a:schemeClr>
              </a:solidFill>
              <a:round/>
            </a:ln>
            <a:effectLst/>
          </c:spPr>
          <c:marker>
            <c:symbol val="none"/>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FY23</c:v>
                </c:pt>
                <c:pt idx="1">
                  <c:v>FY24</c:v>
                </c:pt>
                <c:pt idx="2">
                  <c:v>FY25</c:v>
                </c:pt>
                <c:pt idx="3">
                  <c:v>FY26</c:v>
                </c:pt>
              </c:strCache>
            </c:strRef>
          </c:cat>
          <c:val>
            <c:numRef>
              <c:f>Sheet1!$D$2:$D$5</c:f>
              <c:numCache>
                <c:formatCode>General</c:formatCode>
                <c:ptCount val="4"/>
                <c:pt idx="0">
                  <c:v>557.46860879999997</c:v>
                </c:pt>
                <c:pt idx="1">
                  <c:v>680.68328910000002</c:v>
                </c:pt>
                <c:pt idx="2">
                  <c:v>799.37579989999995</c:v>
                </c:pt>
                <c:pt idx="3">
                  <c:v>824.50344610000002</c:v>
                </c:pt>
              </c:numCache>
            </c:numRef>
          </c:val>
          <c:smooth val="0"/>
          <c:extLst>
            <c:ext xmlns:c16="http://schemas.microsoft.com/office/drawing/2014/chart" uri="{C3380CC4-5D6E-409C-BE32-E72D297353CC}">
              <c16:uniqueId val="{00000002-A8EE-416A-8B5D-BA0F24D43EE5}"/>
            </c:ext>
          </c:extLst>
        </c:ser>
        <c:dLbls>
          <c:showLegendKey val="0"/>
          <c:showVal val="0"/>
          <c:showCatName val="0"/>
          <c:showSerName val="0"/>
          <c:showPercent val="0"/>
          <c:showBubbleSize val="0"/>
        </c:dLbls>
        <c:marker val="1"/>
        <c:smooth val="0"/>
        <c:axId val="953393535"/>
        <c:axId val="953394783"/>
      </c:lineChart>
      <c:catAx>
        <c:axId val="953393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953394783"/>
        <c:crosses val="autoZero"/>
        <c:auto val="1"/>
        <c:lblAlgn val="ctr"/>
        <c:lblOffset val="100"/>
        <c:noMultiLvlLbl val="0"/>
      </c:catAx>
      <c:valAx>
        <c:axId val="953394783"/>
        <c:scaling>
          <c:orientation val="minMax"/>
        </c:scaling>
        <c:delete val="1"/>
        <c:axPos val="l"/>
        <c:numFmt formatCode="General" sourceLinked="1"/>
        <c:majorTickMark val="none"/>
        <c:minorTickMark val="none"/>
        <c:tickLblPos val="nextTo"/>
        <c:crossAx val="953393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9305-4157-8188-529BC91300F7}"/>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9305-4157-8188-529BC91300F7}"/>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594</c:v>
                </c:pt>
                <c:pt idx="1">
                  <c:v>231</c:v>
                </c:pt>
              </c:numCache>
            </c:numRef>
          </c:val>
          <c:extLst>
            <c:ext xmlns:c16="http://schemas.microsoft.com/office/drawing/2014/chart" uri="{C3380CC4-5D6E-409C-BE32-E72D297353CC}">
              <c16:uniqueId val="{00000000-A811-48EE-96CC-6B8CE514A3D0}"/>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5">
                  <a:shade val="76000"/>
                </a:schemeClr>
              </a:solidFill>
              <a:ln w="19050">
                <a:solidFill>
                  <a:schemeClr val="lt1"/>
                </a:solidFill>
              </a:ln>
              <a:effectLst/>
            </c:spPr>
            <c:extLst>
              <c:ext xmlns:c16="http://schemas.microsoft.com/office/drawing/2014/chart" uri="{C3380CC4-5D6E-409C-BE32-E72D297353CC}">
                <c16:uniqueId val="{00000001-C68B-49AE-B3DE-5C3981C3B82C}"/>
              </c:ext>
            </c:extLst>
          </c:dPt>
          <c:dPt>
            <c:idx val="1"/>
            <c:bubble3D val="0"/>
            <c:spPr>
              <a:solidFill>
                <a:schemeClr val="accent5">
                  <a:tint val="77000"/>
                </a:schemeClr>
              </a:solidFill>
              <a:ln w="19050">
                <a:solidFill>
                  <a:schemeClr val="lt1"/>
                </a:solidFill>
              </a:ln>
              <a:effectLst/>
            </c:spPr>
            <c:extLst>
              <c:ext xmlns:c16="http://schemas.microsoft.com/office/drawing/2014/chart" uri="{C3380CC4-5D6E-409C-BE32-E72D297353CC}">
                <c16:uniqueId val="{00000003-C68B-49AE-B3DE-5C3981C3B82C}"/>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198</c:v>
                </c:pt>
                <c:pt idx="1">
                  <c:v>77</c:v>
                </c:pt>
              </c:numCache>
            </c:numRef>
          </c:val>
          <c:extLst>
            <c:ext xmlns:c16="http://schemas.microsoft.com/office/drawing/2014/chart" uri="{C3380CC4-5D6E-409C-BE32-E72D297353CC}">
              <c16:uniqueId val="{00000004-C68B-49AE-B3DE-5C3981C3B82C}"/>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4">
                  <a:shade val="76000"/>
                </a:schemeClr>
              </a:solidFill>
              <a:ln w="19050">
                <a:solidFill>
                  <a:schemeClr val="lt1"/>
                </a:solidFill>
              </a:ln>
              <a:effectLst/>
            </c:spPr>
            <c:extLst>
              <c:ext xmlns:c16="http://schemas.microsoft.com/office/drawing/2014/chart" uri="{C3380CC4-5D6E-409C-BE32-E72D297353CC}">
                <c16:uniqueId val="{00000001-9B38-4990-A418-8B69AC888C47}"/>
              </c:ext>
            </c:extLst>
          </c:dPt>
          <c:dPt>
            <c:idx val="1"/>
            <c:bubble3D val="0"/>
            <c:spPr>
              <a:solidFill>
                <a:schemeClr val="accent4">
                  <a:tint val="77000"/>
                </a:schemeClr>
              </a:solidFill>
              <a:ln w="19050">
                <a:solidFill>
                  <a:schemeClr val="lt1"/>
                </a:solidFill>
              </a:ln>
              <a:effectLst/>
            </c:spPr>
            <c:extLst>
              <c:ext xmlns:c16="http://schemas.microsoft.com/office/drawing/2014/chart" uri="{C3380CC4-5D6E-409C-BE32-E72D297353CC}">
                <c16:uniqueId val="{00000003-9B38-4990-A418-8B69AC888C47}"/>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396</c:v>
                </c:pt>
                <c:pt idx="1">
                  <c:v>154</c:v>
                </c:pt>
              </c:numCache>
            </c:numRef>
          </c:val>
          <c:extLst>
            <c:ext xmlns:c16="http://schemas.microsoft.com/office/drawing/2014/chart" uri="{C3380CC4-5D6E-409C-BE32-E72D297353CC}">
              <c16:uniqueId val="{00000004-9B38-4990-A418-8B69AC888C47}"/>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in MW</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2-9F40-496A-A9F2-2667217DA6B4}"/>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9F40-496A-A9F2-2667217DA6B4}"/>
              </c:ext>
            </c:extLst>
          </c:dPt>
          <c:dLbls>
            <c:dLbl>
              <c:idx val="0"/>
              <c:layout>
                <c:manualLayout>
                  <c:x val="-0.27261230189803509"/>
                  <c:y val="-0.11133674954864306"/>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F40-496A-A9F2-2667217DA6B4}"/>
                </c:ext>
              </c:extLst>
            </c:dLbl>
            <c:dLbl>
              <c:idx val="1"/>
              <c:layout>
                <c:manualLayout>
                  <c:x val="0.22770534690617042"/>
                  <c:y val="0.1422234749499021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F40-496A-A9F2-2667217DA6B4}"/>
                </c:ext>
              </c:extLst>
            </c:dLbl>
            <c:spPr>
              <a:noFill/>
              <a:ln>
                <a:noFill/>
              </a:ln>
              <a:effectLst/>
            </c:spPr>
            <c:txPr>
              <a:bodyPr rot="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210</c:v>
                </c:pt>
                <c:pt idx="1">
                  <c:v>96</c:v>
                </c:pt>
              </c:numCache>
            </c:numRef>
          </c:val>
          <c:extLst>
            <c:ext xmlns:c16="http://schemas.microsoft.com/office/drawing/2014/chart" uri="{C3380CC4-5D6E-409C-BE32-E72D297353CC}">
              <c16:uniqueId val="{00000000-9F40-496A-A9F2-2667217DA6B4}"/>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b="1">
          <a:latin typeface="+mn-lt"/>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pieChart>
        <c:varyColors val="1"/>
        <c:ser>
          <c:idx val="0"/>
          <c:order val="0"/>
          <c:tx>
            <c:strRef>
              <c:f>Sheet1!$B$1</c:f>
              <c:strCache>
                <c:ptCount val="1"/>
                <c:pt idx="0">
                  <c:v>in MW</c:v>
                </c:pt>
              </c:strCache>
            </c:strRef>
          </c:tx>
          <c:dPt>
            <c:idx val="0"/>
            <c:bubble3D val="0"/>
            <c:spPr>
              <a:solidFill>
                <a:schemeClr val="accent5">
                  <a:shade val="76000"/>
                </a:schemeClr>
              </a:solidFill>
              <a:ln w="19050">
                <a:solidFill>
                  <a:schemeClr val="lt1"/>
                </a:solidFill>
              </a:ln>
              <a:effectLst/>
            </c:spPr>
            <c:extLst>
              <c:ext xmlns:c16="http://schemas.microsoft.com/office/drawing/2014/chart" uri="{C3380CC4-5D6E-409C-BE32-E72D297353CC}">
                <c16:uniqueId val="{00000001-9387-41A2-AC6F-F10A537AEED5}"/>
              </c:ext>
            </c:extLst>
          </c:dPt>
          <c:dPt>
            <c:idx val="1"/>
            <c:bubble3D val="0"/>
            <c:spPr>
              <a:solidFill>
                <a:schemeClr val="accent5">
                  <a:tint val="77000"/>
                </a:schemeClr>
              </a:solidFill>
              <a:ln w="19050">
                <a:solidFill>
                  <a:schemeClr val="lt1"/>
                </a:solidFill>
              </a:ln>
              <a:effectLst/>
            </c:spPr>
            <c:extLst>
              <c:ext xmlns:c16="http://schemas.microsoft.com/office/drawing/2014/chart" uri="{C3380CC4-5D6E-409C-BE32-E72D297353CC}">
                <c16:uniqueId val="{00000003-9387-41A2-AC6F-F10A537AEED5}"/>
              </c:ext>
            </c:extLst>
          </c:dPt>
          <c:dLbls>
            <c:dLbl>
              <c:idx val="0"/>
              <c:layout>
                <c:manualLayout>
                  <c:x val="-0.27261230189803509"/>
                  <c:y val="-0.11133674954864306"/>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387-41A2-AC6F-F10A537AEED5}"/>
                </c:ext>
              </c:extLst>
            </c:dLbl>
            <c:dLbl>
              <c:idx val="1"/>
              <c:layout>
                <c:manualLayout>
                  <c:x val="0.22770534690617042"/>
                  <c:y val="0.1422234749499021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387-41A2-AC6F-F10A537AEED5}"/>
                </c:ext>
              </c:extLst>
            </c:dLbl>
            <c:spPr>
              <a:noFill/>
              <a:ln>
                <a:noFill/>
              </a:ln>
              <a:effectLst/>
            </c:spPr>
            <c:txPr>
              <a:bodyPr rot="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247</c:v>
                </c:pt>
                <c:pt idx="1">
                  <c:v>85</c:v>
                </c:pt>
              </c:numCache>
            </c:numRef>
          </c:val>
          <c:extLst>
            <c:ext xmlns:c16="http://schemas.microsoft.com/office/drawing/2014/chart" uri="{C3380CC4-5D6E-409C-BE32-E72D297353CC}">
              <c16:uniqueId val="{00000004-9387-41A2-AC6F-F10A537AEED5}"/>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b="1">
          <a:latin typeface="+mn-lt"/>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pieChart>
        <c:varyColors val="1"/>
        <c:ser>
          <c:idx val="0"/>
          <c:order val="0"/>
          <c:tx>
            <c:strRef>
              <c:f>Sheet1!$B$1</c:f>
              <c:strCache>
                <c:ptCount val="1"/>
                <c:pt idx="0">
                  <c:v>in MW</c:v>
                </c:pt>
              </c:strCache>
            </c:strRef>
          </c:tx>
          <c:dPt>
            <c:idx val="0"/>
            <c:bubble3D val="0"/>
            <c:spPr>
              <a:solidFill>
                <a:schemeClr val="accent4">
                  <a:shade val="76000"/>
                </a:schemeClr>
              </a:solidFill>
              <a:ln w="19050">
                <a:solidFill>
                  <a:schemeClr val="lt1"/>
                </a:solidFill>
              </a:ln>
              <a:effectLst/>
            </c:spPr>
            <c:extLst>
              <c:ext xmlns:c16="http://schemas.microsoft.com/office/drawing/2014/chart" uri="{C3380CC4-5D6E-409C-BE32-E72D297353CC}">
                <c16:uniqueId val="{00000001-E523-4076-B20C-9AE7289C4566}"/>
              </c:ext>
            </c:extLst>
          </c:dPt>
          <c:dPt>
            <c:idx val="1"/>
            <c:bubble3D val="0"/>
            <c:spPr>
              <a:solidFill>
                <a:schemeClr val="accent4">
                  <a:tint val="77000"/>
                </a:schemeClr>
              </a:solidFill>
              <a:ln w="19050">
                <a:solidFill>
                  <a:schemeClr val="lt1"/>
                </a:solidFill>
              </a:ln>
              <a:effectLst/>
            </c:spPr>
            <c:extLst>
              <c:ext xmlns:c16="http://schemas.microsoft.com/office/drawing/2014/chart" uri="{C3380CC4-5D6E-409C-BE32-E72D297353CC}">
                <c16:uniqueId val="{00000003-E523-4076-B20C-9AE7289C4566}"/>
              </c:ext>
            </c:extLst>
          </c:dPt>
          <c:dLbls>
            <c:dLbl>
              <c:idx val="0"/>
              <c:layout>
                <c:manualLayout>
                  <c:x val="-0.27261230189803509"/>
                  <c:y val="-0.11133674954864306"/>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523-4076-B20C-9AE7289C4566}"/>
                </c:ext>
              </c:extLst>
            </c:dLbl>
            <c:dLbl>
              <c:idx val="1"/>
              <c:layout>
                <c:manualLayout>
                  <c:x val="0.22770534690617042"/>
                  <c:y val="0.1422234749499021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523-4076-B20C-9AE7289C4566}"/>
                </c:ext>
              </c:extLst>
            </c:dLbl>
            <c:spPr>
              <a:noFill/>
              <a:ln>
                <a:noFill/>
              </a:ln>
              <a:effectLst/>
            </c:spPr>
            <c:txPr>
              <a:bodyPr rot="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CG</c:v>
                </c:pt>
                <c:pt idx="1">
                  <c:v>MP</c:v>
                </c:pt>
              </c:strCache>
            </c:strRef>
          </c:cat>
          <c:val>
            <c:numRef>
              <c:f>Sheet1!$B$2:$B$3</c:f>
              <c:numCache>
                <c:formatCode>General</c:formatCode>
                <c:ptCount val="2"/>
                <c:pt idx="0">
                  <c:v>210</c:v>
                </c:pt>
                <c:pt idx="1">
                  <c:v>85</c:v>
                </c:pt>
              </c:numCache>
            </c:numRef>
          </c:val>
          <c:extLst>
            <c:ext xmlns:c16="http://schemas.microsoft.com/office/drawing/2014/chart" uri="{C3380CC4-5D6E-409C-BE32-E72D297353CC}">
              <c16:uniqueId val="{00000004-E523-4076-B20C-9AE7289C4566}"/>
            </c:ext>
          </c:extLst>
        </c:ser>
        <c:dLbls>
          <c:showLegendKey val="0"/>
          <c:showVal val="1"/>
          <c:showCatName val="1"/>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b="1">
          <a:latin typeface="+mn-lt"/>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manualLayout>
          <c:layoutTarget val="inner"/>
          <c:xMode val="edge"/>
          <c:yMode val="edge"/>
          <c:x val="2.825567808672046E-2"/>
          <c:y val="5.8163353673159425E-2"/>
          <c:w val="0.94348864382655906"/>
          <c:h val="0.57080357856590891"/>
        </c:manualLayout>
      </c:layout>
      <c:barChart>
        <c:barDir val="col"/>
        <c:grouping val="clustered"/>
        <c:varyColors val="0"/>
        <c:ser>
          <c:idx val="0"/>
          <c:order val="0"/>
          <c:tx>
            <c:strRef>
              <c:f>Sheet1!$B$1</c:f>
              <c:strCache>
                <c:ptCount val="1"/>
                <c:pt idx="0">
                  <c:v>FY22</c:v>
                </c:pt>
              </c:strCache>
            </c:strRef>
          </c:tx>
          <c:spPr>
            <a:solidFill>
              <a:schemeClr val="accent5">
                <a:shade val="76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 (for other state gen/ cons)</c:v>
                </c:pt>
                <c:pt idx="1">
                  <c:v>MP</c:v>
                </c:pt>
              </c:strCache>
            </c:strRef>
          </c:cat>
          <c:val>
            <c:numRef>
              <c:f>Sheet1!$B$2:$B$3</c:f>
              <c:numCache>
                <c:formatCode>General</c:formatCode>
                <c:ptCount val="2"/>
                <c:pt idx="0">
                  <c:v>0.32600000000000001</c:v>
                </c:pt>
                <c:pt idx="1">
                  <c:v>0.88</c:v>
                </c:pt>
              </c:numCache>
            </c:numRef>
          </c:val>
          <c:extLst>
            <c:ext xmlns:c16="http://schemas.microsoft.com/office/drawing/2014/chart" uri="{C3380CC4-5D6E-409C-BE32-E72D297353CC}">
              <c16:uniqueId val="{00000000-1D5D-44CA-AA38-31000A0DC9F9}"/>
            </c:ext>
          </c:extLst>
        </c:ser>
        <c:ser>
          <c:idx val="1"/>
          <c:order val="1"/>
          <c:tx>
            <c:strRef>
              <c:f>Sheet1!$C$1</c:f>
              <c:strCache>
                <c:ptCount val="1"/>
                <c:pt idx="0">
                  <c:v>FY50</c:v>
                </c:pt>
              </c:strCache>
            </c:strRef>
          </c:tx>
          <c:spPr>
            <a:solidFill>
              <a:schemeClr val="accent5">
                <a:tint val="77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 (for other state gen/ cons)</c:v>
                </c:pt>
                <c:pt idx="1">
                  <c:v>MP</c:v>
                </c:pt>
              </c:strCache>
            </c:strRef>
          </c:cat>
          <c:val>
            <c:numRef>
              <c:f>Sheet1!$C$2:$C$3</c:f>
              <c:numCache>
                <c:formatCode>General</c:formatCode>
                <c:ptCount val="2"/>
                <c:pt idx="0">
                  <c:v>0.65300000000000002</c:v>
                </c:pt>
                <c:pt idx="1">
                  <c:v>3.45</c:v>
                </c:pt>
              </c:numCache>
            </c:numRef>
          </c:val>
          <c:extLst>
            <c:ext xmlns:c16="http://schemas.microsoft.com/office/drawing/2014/chart" uri="{C3380CC4-5D6E-409C-BE32-E72D297353CC}">
              <c16:uniqueId val="{00000001-1D5D-44CA-AA38-31000A0DC9F9}"/>
            </c:ext>
          </c:extLst>
        </c:ser>
        <c:dLbls>
          <c:dLblPos val="outEnd"/>
          <c:showLegendKey val="0"/>
          <c:showVal val="1"/>
          <c:showCatName val="0"/>
          <c:showSerName val="0"/>
          <c:showPercent val="0"/>
          <c:showBubbleSize val="0"/>
        </c:dLbls>
        <c:gapWidth val="219"/>
        <c:overlap val="-27"/>
        <c:axId val="745914240"/>
        <c:axId val="745916736"/>
      </c:barChart>
      <c:catAx>
        <c:axId val="7459142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45916736"/>
        <c:crosses val="autoZero"/>
        <c:auto val="1"/>
        <c:lblAlgn val="ctr"/>
        <c:lblOffset val="100"/>
        <c:noMultiLvlLbl val="0"/>
      </c:catAx>
      <c:valAx>
        <c:axId val="745916736"/>
        <c:scaling>
          <c:orientation val="minMax"/>
        </c:scaling>
        <c:delete val="1"/>
        <c:axPos val="l"/>
        <c:numFmt formatCode="General" sourceLinked="1"/>
        <c:majorTickMark val="none"/>
        <c:minorTickMark val="none"/>
        <c:tickLblPos val="nextTo"/>
        <c:crossAx val="745914240"/>
        <c:crosses val="autoZero"/>
        <c:crossBetween val="between"/>
      </c:valAx>
      <c:spPr>
        <a:noFill/>
        <a:ln>
          <a:noFill/>
        </a:ln>
        <a:effectLst/>
      </c:spPr>
    </c:plotArea>
    <c:legend>
      <c:legendPos val="b"/>
      <c:layout>
        <c:manualLayout>
          <c:xMode val="edge"/>
          <c:yMode val="edge"/>
          <c:x val="0.38457029626391975"/>
          <c:y val="0.79661894801353628"/>
          <c:w val="0.22572180919670745"/>
          <c:h val="0.1082046550667483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25567808672046E-2"/>
          <c:y val="5.041161062028654E-2"/>
          <c:w val="0.94348864382655906"/>
          <c:h val="0.48135293648534005"/>
        </c:manualLayout>
      </c:layout>
      <c:barChart>
        <c:barDir val="col"/>
        <c:grouping val="clustered"/>
        <c:varyColors val="0"/>
        <c:ser>
          <c:idx val="0"/>
          <c:order val="0"/>
          <c:tx>
            <c:strRef>
              <c:f>Sheet1!$B$1</c:f>
              <c:strCache>
                <c:ptCount val="1"/>
                <c:pt idx="0">
                  <c:v>FY22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CG-for other state gen/cons (Rs/Day)*</c:v>
                </c:pt>
                <c:pt idx="1">
                  <c:v>MP (Rs/MW/Yr)**</c:v>
                </c:pt>
              </c:strCache>
            </c:strRef>
          </c:cat>
          <c:val>
            <c:numRef>
              <c:f>Sheet1!$B$2:$B$3</c:f>
              <c:numCache>
                <c:formatCode>General</c:formatCode>
                <c:ptCount val="2"/>
                <c:pt idx="0">
                  <c:v>2000</c:v>
                </c:pt>
                <c:pt idx="1">
                  <c:v>0</c:v>
                </c:pt>
              </c:numCache>
            </c:numRef>
          </c:val>
          <c:extLst>
            <c:ext xmlns:c16="http://schemas.microsoft.com/office/drawing/2014/chart" uri="{C3380CC4-5D6E-409C-BE32-E72D297353CC}">
              <c16:uniqueId val="{00000000-ADA2-412C-BBBC-5AAEBAD48385}"/>
            </c:ext>
          </c:extLst>
        </c:ser>
        <c:ser>
          <c:idx val="1"/>
          <c:order val="1"/>
          <c:tx>
            <c:strRef>
              <c:f>Sheet1!$C$1</c:f>
              <c:strCache>
                <c:ptCount val="1"/>
                <c:pt idx="0">
                  <c:v>FY50</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CG-for other state gen/cons (Rs/Day)*</c:v>
                </c:pt>
                <c:pt idx="1">
                  <c:v>MP (Rs/MW/Yr)**</c:v>
                </c:pt>
              </c:strCache>
            </c:strRef>
          </c:cat>
          <c:val>
            <c:numRef>
              <c:f>Sheet1!$C$2:$C$3</c:f>
              <c:numCache>
                <c:formatCode>General</c:formatCode>
                <c:ptCount val="2"/>
                <c:pt idx="0">
                  <c:v>2000</c:v>
                </c:pt>
                <c:pt idx="1">
                  <c:v>0</c:v>
                </c:pt>
              </c:numCache>
            </c:numRef>
          </c:val>
          <c:extLst>
            <c:ext xmlns:c16="http://schemas.microsoft.com/office/drawing/2014/chart" uri="{C3380CC4-5D6E-409C-BE32-E72D297353CC}">
              <c16:uniqueId val="{00000001-ADA2-412C-BBBC-5AAEBAD48385}"/>
            </c:ext>
          </c:extLst>
        </c:ser>
        <c:dLbls>
          <c:dLblPos val="outEnd"/>
          <c:showLegendKey val="0"/>
          <c:showVal val="1"/>
          <c:showCatName val="0"/>
          <c:showSerName val="0"/>
          <c:showPercent val="0"/>
          <c:showBubbleSize val="0"/>
        </c:dLbls>
        <c:gapWidth val="219"/>
        <c:overlap val="-27"/>
        <c:axId val="745914240"/>
        <c:axId val="745916736"/>
      </c:barChart>
      <c:catAx>
        <c:axId val="7459142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45916736"/>
        <c:crosses val="autoZero"/>
        <c:auto val="1"/>
        <c:lblAlgn val="ctr"/>
        <c:lblOffset val="100"/>
        <c:noMultiLvlLbl val="0"/>
      </c:catAx>
      <c:valAx>
        <c:axId val="745916736"/>
        <c:scaling>
          <c:orientation val="minMax"/>
        </c:scaling>
        <c:delete val="1"/>
        <c:axPos val="l"/>
        <c:numFmt formatCode="General" sourceLinked="1"/>
        <c:majorTickMark val="none"/>
        <c:minorTickMark val="none"/>
        <c:tickLblPos val="nextTo"/>
        <c:crossAx val="745914240"/>
        <c:crosses val="autoZero"/>
        <c:crossBetween val="between"/>
      </c:valAx>
      <c:spPr>
        <a:noFill/>
        <a:ln>
          <a:noFill/>
        </a:ln>
        <a:effectLst/>
      </c:spPr>
    </c:plotArea>
    <c:legend>
      <c:legendPos val="b"/>
      <c:layout>
        <c:manualLayout>
          <c:xMode val="edge"/>
          <c:yMode val="edge"/>
          <c:x val="0.37686420224026879"/>
          <c:y val="0.63124393987125371"/>
          <c:w val="0.22572180919670745"/>
          <c:h val="9.3783638563546962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manualLayout>
          <c:layoutTarget val="inner"/>
          <c:xMode val="edge"/>
          <c:yMode val="edge"/>
          <c:x val="2.825567808672046E-2"/>
          <c:y val="5.8163353673159425E-2"/>
          <c:w val="0.94348864382655906"/>
          <c:h val="0.57080357856590891"/>
        </c:manualLayout>
      </c:layout>
      <c:barChart>
        <c:barDir val="col"/>
        <c:grouping val="clustered"/>
        <c:varyColors val="0"/>
        <c:ser>
          <c:idx val="0"/>
          <c:order val="0"/>
          <c:tx>
            <c:strRef>
              <c:f>Sheet1!$B$1</c:f>
              <c:strCache>
                <c:ptCount val="1"/>
                <c:pt idx="0">
                  <c:v>FY22</c:v>
                </c:pt>
              </c:strCache>
            </c:strRef>
          </c:tx>
          <c:spPr>
            <a:solidFill>
              <a:schemeClr val="accent5">
                <a:shade val="76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 (for other state gen/ cons)</c:v>
                </c:pt>
                <c:pt idx="1">
                  <c:v>MP</c:v>
                </c:pt>
              </c:strCache>
            </c:strRef>
          </c:cat>
          <c:val>
            <c:numRef>
              <c:f>Sheet1!$B$2:$B$3</c:f>
              <c:numCache>
                <c:formatCode>General</c:formatCode>
                <c:ptCount val="2"/>
                <c:pt idx="0">
                  <c:v>0.20300000000000001</c:v>
                </c:pt>
                <c:pt idx="1">
                  <c:v>0.21</c:v>
                </c:pt>
              </c:numCache>
            </c:numRef>
          </c:val>
          <c:extLst>
            <c:ext xmlns:c16="http://schemas.microsoft.com/office/drawing/2014/chart" uri="{C3380CC4-5D6E-409C-BE32-E72D297353CC}">
              <c16:uniqueId val="{00000000-1D5D-44CA-AA38-31000A0DC9F9}"/>
            </c:ext>
          </c:extLst>
        </c:ser>
        <c:ser>
          <c:idx val="1"/>
          <c:order val="1"/>
          <c:tx>
            <c:strRef>
              <c:f>Sheet1!$C$1</c:f>
              <c:strCache>
                <c:ptCount val="1"/>
                <c:pt idx="0">
                  <c:v>FY50</c:v>
                </c:pt>
              </c:strCache>
            </c:strRef>
          </c:tx>
          <c:spPr>
            <a:solidFill>
              <a:schemeClr val="accent5">
                <a:tint val="77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 (for other state gen/ cons)</c:v>
                </c:pt>
                <c:pt idx="1">
                  <c:v>MP</c:v>
                </c:pt>
              </c:strCache>
            </c:strRef>
          </c:cat>
          <c:val>
            <c:numRef>
              <c:f>Sheet1!$C$2:$C$3</c:f>
              <c:numCache>
                <c:formatCode>General</c:formatCode>
                <c:ptCount val="2"/>
                <c:pt idx="0">
                  <c:v>0.24199999999999999</c:v>
                </c:pt>
                <c:pt idx="1">
                  <c:v>0.246</c:v>
                </c:pt>
              </c:numCache>
            </c:numRef>
          </c:val>
          <c:extLst>
            <c:ext xmlns:c16="http://schemas.microsoft.com/office/drawing/2014/chart" uri="{C3380CC4-5D6E-409C-BE32-E72D297353CC}">
              <c16:uniqueId val="{00000001-1D5D-44CA-AA38-31000A0DC9F9}"/>
            </c:ext>
          </c:extLst>
        </c:ser>
        <c:dLbls>
          <c:dLblPos val="outEnd"/>
          <c:showLegendKey val="0"/>
          <c:showVal val="1"/>
          <c:showCatName val="0"/>
          <c:showSerName val="0"/>
          <c:showPercent val="0"/>
          <c:showBubbleSize val="0"/>
        </c:dLbls>
        <c:gapWidth val="219"/>
        <c:overlap val="-27"/>
        <c:axId val="745914240"/>
        <c:axId val="745916736"/>
      </c:barChart>
      <c:catAx>
        <c:axId val="7459142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45916736"/>
        <c:crosses val="autoZero"/>
        <c:auto val="1"/>
        <c:lblAlgn val="ctr"/>
        <c:lblOffset val="100"/>
        <c:noMultiLvlLbl val="0"/>
      </c:catAx>
      <c:valAx>
        <c:axId val="745916736"/>
        <c:scaling>
          <c:orientation val="minMax"/>
        </c:scaling>
        <c:delete val="1"/>
        <c:axPos val="l"/>
        <c:numFmt formatCode="General" sourceLinked="1"/>
        <c:majorTickMark val="none"/>
        <c:minorTickMark val="none"/>
        <c:tickLblPos val="nextTo"/>
        <c:crossAx val="745914240"/>
        <c:crosses val="autoZero"/>
        <c:crossBetween val="between"/>
      </c:valAx>
      <c:spPr>
        <a:noFill/>
        <a:ln>
          <a:noFill/>
        </a:ln>
        <a:effectLst/>
      </c:spPr>
    </c:plotArea>
    <c:legend>
      <c:legendPos val="b"/>
      <c:layout>
        <c:manualLayout>
          <c:xMode val="edge"/>
          <c:yMode val="edge"/>
          <c:x val="0.38457029626391975"/>
          <c:y val="0.79661894801353628"/>
          <c:w val="0.22572180919670745"/>
          <c:h val="0.1082046550667483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25567808672046E-2"/>
          <c:y val="5.041161062028654E-2"/>
          <c:w val="0.94348864382655906"/>
          <c:h val="0.48135293648534005"/>
        </c:manualLayout>
      </c:layout>
      <c:barChart>
        <c:barDir val="col"/>
        <c:grouping val="clustered"/>
        <c:varyColors val="0"/>
        <c:ser>
          <c:idx val="0"/>
          <c:order val="0"/>
          <c:tx>
            <c:strRef>
              <c:f>Sheet1!$B$1</c:f>
              <c:strCache>
                <c:ptCount val="1"/>
                <c:pt idx="0">
                  <c:v>FY22</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CG-for other state gen/cons (Rs/Day)*</c:v>
                </c:pt>
                <c:pt idx="1">
                  <c:v>MP (Rs/MW/Yr)**</c:v>
                </c:pt>
              </c:strCache>
            </c:strRef>
          </c:cat>
          <c:val>
            <c:numRef>
              <c:f>Sheet1!$B$2:$B$3</c:f>
              <c:numCache>
                <c:formatCode>General</c:formatCode>
                <c:ptCount val="2"/>
                <c:pt idx="0">
                  <c:v>0</c:v>
                </c:pt>
                <c:pt idx="1">
                  <c:v>1.1100000000000001</c:v>
                </c:pt>
              </c:numCache>
            </c:numRef>
          </c:val>
          <c:extLst>
            <c:ext xmlns:c16="http://schemas.microsoft.com/office/drawing/2014/chart" uri="{C3380CC4-5D6E-409C-BE32-E72D297353CC}">
              <c16:uniqueId val="{00000000-ADA2-412C-BBBC-5AAEBAD48385}"/>
            </c:ext>
          </c:extLst>
        </c:ser>
        <c:ser>
          <c:idx val="1"/>
          <c:order val="1"/>
          <c:tx>
            <c:strRef>
              <c:f>Sheet1!$C$1</c:f>
              <c:strCache>
                <c:ptCount val="1"/>
                <c:pt idx="0">
                  <c:v>FY50</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CG-for other state gen/cons (Rs/Day)*</c:v>
                </c:pt>
                <c:pt idx="1">
                  <c:v>MP (Rs/MW/Yr)**</c:v>
                </c:pt>
              </c:strCache>
            </c:strRef>
          </c:cat>
          <c:val>
            <c:numRef>
              <c:f>Sheet1!$C$2:$C$3</c:f>
              <c:numCache>
                <c:formatCode>General</c:formatCode>
                <c:ptCount val="2"/>
                <c:pt idx="0">
                  <c:v>0</c:v>
                </c:pt>
                <c:pt idx="1">
                  <c:v>4.3499999999999996</c:v>
                </c:pt>
              </c:numCache>
            </c:numRef>
          </c:val>
          <c:extLst>
            <c:ext xmlns:c16="http://schemas.microsoft.com/office/drawing/2014/chart" uri="{C3380CC4-5D6E-409C-BE32-E72D297353CC}">
              <c16:uniqueId val="{00000001-ADA2-412C-BBBC-5AAEBAD48385}"/>
            </c:ext>
          </c:extLst>
        </c:ser>
        <c:dLbls>
          <c:dLblPos val="outEnd"/>
          <c:showLegendKey val="0"/>
          <c:showVal val="1"/>
          <c:showCatName val="0"/>
          <c:showSerName val="0"/>
          <c:showPercent val="0"/>
          <c:showBubbleSize val="0"/>
        </c:dLbls>
        <c:gapWidth val="219"/>
        <c:overlap val="-27"/>
        <c:axId val="745914240"/>
        <c:axId val="745916736"/>
      </c:barChart>
      <c:catAx>
        <c:axId val="7459142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45916736"/>
        <c:crosses val="autoZero"/>
        <c:auto val="1"/>
        <c:lblAlgn val="ctr"/>
        <c:lblOffset val="100"/>
        <c:noMultiLvlLbl val="0"/>
      </c:catAx>
      <c:valAx>
        <c:axId val="745916736"/>
        <c:scaling>
          <c:orientation val="minMax"/>
        </c:scaling>
        <c:delete val="1"/>
        <c:axPos val="l"/>
        <c:numFmt formatCode="General" sourceLinked="1"/>
        <c:majorTickMark val="none"/>
        <c:minorTickMark val="none"/>
        <c:tickLblPos val="nextTo"/>
        <c:crossAx val="745914240"/>
        <c:crosses val="autoZero"/>
        <c:crossBetween val="between"/>
      </c:valAx>
      <c:spPr>
        <a:noFill/>
        <a:ln>
          <a:noFill/>
        </a:ln>
        <a:effectLst/>
      </c:spPr>
    </c:plotArea>
    <c:legend>
      <c:legendPos val="b"/>
      <c:layout>
        <c:manualLayout>
          <c:xMode val="edge"/>
          <c:yMode val="edge"/>
          <c:x val="0.37429550423238511"/>
          <c:y val="0.70082511296942052"/>
          <c:w val="0.22572180919670745"/>
          <c:h val="9.3783638563546962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25B-49AF-8DDA-9A3DF9325294}"/>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3.74</c:v>
                </c:pt>
                <c:pt idx="1">
                  <c:v>3.72</c:v>
                </c:pt>
                <c:pt idx="2">
                  <c:v>3.7</c:v>
                </c:pt>
                <c:pt idx="3">
                  <c:v>3.65</c:v>
                </c:pt>
                <c:pt idx="4">
                  <c:v>3.61</c:v>
                </c:pt>
                <c:pt idx="5">
                  <c:v>3.56</c:v>
                </c:pt>
                <c:pt idx="6">
                  <c:v>3.52</c:v>
                </c:pt>
                <c:pt idx="7">
                  <c:v>3.46</c:v>
                </c:pt>
                <c:pt idx="8">
                  <c:v>3.42</c:v>
                </c:pt>
                <c:pt idx="9">
                  <c:v>3.38</c:v>
                </c:pt>
                <c:pt idx="10">
                  <c:v>3.33</c:v>
                </c:pt>
                <c:pt idx="11">
                  <c:v>3.27</c:v>
                </c:pt>
                <c:pt idx="12">
                  <c:v>3.24</c:v>
                </c:pt>
                <c:pt idx="13">
                  <c:v>3.19</c:v>
                </c:pt>
                <c:pt idx="14">
                  <c:v>3.14</c:v>
                </c:pt>
                <c:pt idx="15">
                  <c:v>1.63</c:v>
                </c:pt>
                <c:pt idx="16">
                  <c:v>1.06</c:v>
                </c:pt>
                <c:pt idx="17">
                  <c:v>1</c:v>
                </c:pt>
                <c:pt idx="18">
                  <c:v>0.94</c:v>
                </c:pt>
                <c:pt idx="19">
                  <c:v>0.88</c:v>
                </c:pt>
                <c:pt idx="20">
                  <c:v>0.82</c:v>
                </c:pt>
                <c:pt idx="21">
                  <c:v>0.81</c:v>
                </c:pt>
                <c:pt idx="22">
                  <c:v>0.85</c:v>
                </c:pt>
                <c:pt idx="23">
                  <c:v>0.88</c:v>
                </c:pt>
                <c:pt idx="24">
                  <c:v>0.92</c:v>
                </c:pt>
                <c:pt idx="25">
                  <c:v>0.96</c:v>
                </c:pt>
              </c:numCache>
            </c:numRef>
          </c:val>
          <c:smooth val="0"/>
          <c:extLst>
            <c:ext xmlns:c16="http://schemas.microsoft.com/office/drawing/2014/chart" uri="{C3380CC4-5D6E-409C-BE32-E72D297353CC}">
              <c16:uniqueId val="{00000001-225B-49AF-8DDA-9A3DF9325294}"/>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D540-4B7E-B6CC-BA0FA014BA19}"/>
            </c:ext>
          </c:extLst>
        </c:ser>
        <c:ser>
          <c:idx val="1"/>
          <c:order val="1"/>
          <c:tx>
            <c:strRef>
              <c:f>Sheet1!$A$3</c:f>
              <c:strCache>
                <c:ptCount val="1"/>
                <c:pt idx="0">
                  <c:v>MP-Solar Generation Cost-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11.9</c:v>
                </c:pt>
                <c:pt idx="1">
                  <c:v>12.15</c:v>
                </c:pt>
                <c:pt idx="2">
                  <c:v>12.4</c:v>
                </c:pt>
                <c:pt idx="3">
                  <c:v>12.63</c:v>
                </c:pt>
                <c:pt idx="4">
                  <c:v>12.89</c:v>
                </c:pt>
                <c:pt idx="5">
                  <c:v>13.15</c:v>
                </c:pt>
                <c:pt idx="6">
                  <c:v>13.42</c:v>
                </c:pt>
                <c:pt idx="7">
                  <c:v>13.69</c:v>
                </c:pt>
                <c:pt idx="8">
                  <c:v>14</c:v>
                </c:pt>
                <c:pt idx="9">
                  <c:v>14.32</c:v>
                </c:pt>
                <c:pt idx="10">
                  <c:v>14.65</c:v>
                </c:pt>
                <c:pt idx="11">
                  <c:v>14.98</c:v>
                </c:pt>
                <c:pt idx="12">
                  <c:v>15.35</c:v>
                </c:pt>
                <c:pt idx="13">
                  <c:v>15.73</c:v>
                </c:pt>
                <c:pt idx="14">
                  <c:v>16.13</c:v>
                </c:pt>
                <c:pt idx="15">
                  <c:v>14.83</c:v>
                </c:pt>
                <c:pt idx="16">
                  <c:v>14.64</c:v>
                </c:pt>
                <c:pt idx="17">
                  <c:v>15.08</c:v>
                </c:pt>
                <c:pt idx="18">
                  <c:v>15.54</c:v>
                </c:pt>
                <c:pt idx="19">
                  <c:v>16.02</c:v>
                </c:pt>
                <c:pt idx="20">
                  <c:v>16.54</c:v>
                </c:pt>
                <c:pt idx="21">
                  <c:v>17.13</c:v>
                </c:pt>
                <c:pt idx="22">
                  <c:v>17.8</c:v>
                </c:pt>
                <c:pt idx="23">
                  <c:v>18.489999999999998</c:v>
                </c:pt>
                <c:pt idx="24">
                  <c:v>19.22</c:v>
                </c:pt>
                <c:pt idx="25">
                  <c:v>19.98</c:v>
                </c:pt>
              </c:numCache>
            </c:numRef>
          </c:val>
          <c:smooth val="0"/>
          <c:extLst>
            <c:ext xmlns:c16="http://schemas.microsoft.com/office/drawing/2014/chart" uri="{C3380CC4-5D6E-409C-BE32-E72D297353CC}">
              <c16:uniqueId val="{00000001-D540-4B7E-B6CC-BA0FA014BA19}"/>
            </c:ext>
          </c:extLst>
        </c:ser>
        <c:ser>
          <c:idx val="2"/>
          <c:order val="2"/>
          <c:tx>
            <c:strRef>
              <c:f>Sheet1!$A$4</c:f>
              <c:strCache>
                <c:ptCount val="1"/>
                <c:pt idx="0">
                  <c:v>MP-Solar Generation Cost- 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7.95</c:v>
                </c:pt>
                <c:pt idx="1">
                  <c:v>8.06</c:v>
                </c:pt>
                <c:pt idx="2">
                  <c:v>8.19</c:v>
                </c:pt>
                <c:pt idx="3">
                  <c:v>8.27</c:v>
                </c:pt>
                <c:pt idx="4">
                  <c:v>8.39</c:v>
                </c:pt>
                <c:pt idx="5">
                  <c:v>8.5</c:v>
                </c:pt>
                <c:pt idx="6">
                  <c:v>8.6199999999999992</c:v>
                </c:pt>
                <c:pt idx="7">
                  <c:v>8.74</c:v>
                </c:pt>
                <c:pt idx="8">
                  <c:v>8.89</c:v>
                </c:pt>
                <c:pt idx="9">
                  <c:v>9.0299999999999994</c:v>
                </c:pt>
                <c:pt idx="10">
                  <c:v>9.19</c:v>
                </c:pt>
                <c:pt idx="11">
                  <c:v>9.34</c:v>
                </c:pt>
                <c:pt idx="12">
                  <c:v>9.5299999999999994</c:v>
                </c:pt>
                <c:pt idx="13">
                  <c:v>9.7200000000000006</c:v>
                </c:pt>
                <c:pt idx="14">
                  <c:v>9.92</c:v>
                </c:pt>
                <c:pt idx="15">
                  <c:v>8.41</c:v>
                </c:pt>
                <c:pt idx="16">
                  <c:v>8.02</c:v>
                </c:pt>
                <c:pt idx="17">
                  <c:v>8.24</c:v>
                </c:pt>
                <c:pt idx="18">
                  <c:v>8.48</c:v>
                </c:pt>
                <c:pt idx="19">
                  <c:v>8.73</c:v>
                </c:pt>
                <c:pt idx="20">
                  <c:v>9</c:v>
                </c:pt>
                <c:pt idx="21">
                  <c:v>9.34</c:v>
                </c:pt>
                <c:pt idx="22">
                  <c:v>9.76</c:v>
                </c:pt>
                <c:pt idx="23">
                  <c:v>10.19</c:v>
                </c:pt>
                <c:pt idx="24">
                  <c:v>10.65</c:v>
                </c:pt>
                <c:pt idx="25">
                  <c:v>11.12</c:v>
                </c:pt>
              </c:numCache>
            </c:numRef>
          </c:val>
          <c:smooth val="0"/>
          <c:extLst>
            <c:ext xmlns:c16="http://schemas.microsoft.com/office/drawing/2014/chart" uri="{C3380CC4-5D6E-409C-BE32-E72D297353CC}">
              <c16:uniqueId val="{00000003-D540-4B7E-B6CC-BA0FA014BA1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ax val="25"/>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BEF-40B0-B844-B80421E91117}"/>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4.12</c:v>
                </c:pt>
                <c:pt idx="1">
                  <c:v>4.0999999999999996</c:v>
                </c:pt>
                <c:pt idx="2">
                  <c:v>4.08</c:v>
                </c:pt>
                <c:pt idx="3">
                  <c:v>4.01</c:v>
                </c:pt>
                <c:pt idx="4">
                  <c:v>3.97</c:v>
                </c:pt>
                <c:pt idx="5">
                  <c:v>3.92</c:v>
                </c:pt>
                <c:pt idx="6">
                  <c:v>3.86</c:v>
                </c:pt>
                <c:pt idx="7">
                  <c:v>3.8</c:v>
                </c:pt>
                <c:pt idx="8">
                  <c:v>3.76</c:v>
                </c:pt>
                <c:pt idx="9">
                  <c:v>3.7</c:v>
                </c:pt>
                <c:pt idx="10">
                  <c:v>3.65</c:v>
                </c:pt>
                <c:pt idx="11">
                  <c:v>3.58</c:v>
                </c:pt>
                <c:pt idx="12">
                  <c:v>3.54</c:v>
                </c:pt>
                <c:pt idx="13">
                  <c:v>3.49</c:v>
                </c:pt>
                <c:pt idx="14">
                  <c:v>3.43</c:v>
                </c:pt>
                <c:pt idx="15">
                  <c:v>1.75</c:v>
                </c:pt>
                <c:pt idx="16">
                  <c:v>1.1100000000000001</c:v>
                </c:pt>
                <c:pt idx="17">
                  <c:v>1.04</c:v>
                </c:pt>
                <c:pt idx="18">
                  <c:v>0.97</c:v>
                </c:pt>
                <c:pt idx="19">
                  <c:v>0.9</c:v>
                </c:pt>
                <c:pt idx="20">
                  <c:v>0.83</c:v>
                </c:pt>
                <c:pt idx="21">
                  <c:v>0.82</c:v>
                </c:pt>
                <c:pt idx="22">
                  <c:v>0.85</c:v>
                </c:pt>
                <c:pt idx="23">
                  <c:v>0.89</c:v>
                </c:pt>
                <c:pt idx="24">
                  <c:v>0.93</c:v>
                </c:pt>
                <c:pt idx="25">
                  <c:v>0.97</c:v>
                </c:pt>
              </c:numCache>
            </c:numRef>
          </c:val>
          <c:smooth val="0"/>
          <c:extLst>
            <c:ext xmlns:c16="http://schemas.microsoft.com/office/drawing/2014/chart" uri="{C3380CC4-5D6E-409C-BE32-E72D297353CC}">
              <c16:uniqueId val="{00000001-2BEF-40B0-B844-B80421E9111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92D5-41FE-8BA4-004719FE8998}"/>
            </c:ext>
          </c:extLst>
        </c:ser>
        <c:ser>
          <c:idx val="1"/>
          <c:order val="1"/>
          <c:tx>
            <c:strRef>
              <c:f>Sheet1!$A$3</c:f>
              <c:strCache>
                <c:ptCount val="1"/>
                <c:pt idx="0">
                  <c:v>MP-Solar Generation Cost-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12.35</c:v>
                </c:pt>
                <c:pt idx="1">
                  <c:v>12.59</c:v>
                </c:pt>
                <c:pt idx="2">
                  <c:v>12.84</c:v>
                </c:pt>
                <c:pt idx="3">
                  <c:v>13.06</c:v>
                </c:pt>
                <c:pt idx="4">
                  <c:v>13.31</c:v>
                </c:pt>
                <c:pt idx="5">
                  <c:v>13.56</c:v>
                </c:pt>
                <c:pt idx="6">
                  <c:v>13.83</c:v>
                </c:pt>
                <c:pt idx="7">
                  <c:v>14.09</c:v>
                </c:pt>
                <c:pt idx="8">
                  <c:v>14.4</c:v>
                </c:pt>
                <c:pt idx="9">
                  <c:v>14.7</c:v>
                </c:pt>
                <c:pt idx="10">
                  <c:v>15.02</c:v>
                </c:pt>
                <c:pt idx="11">
                  <c:v>15.35</c:v>
                </c:pt>
                <c:pt idx="12">
                  <c:v>15.71</c:v>
                </c:pt>
                <c:pt idx="13">
                  <c:v>16.079999999999998</c:v>
                </c:pt>
                <c:pt idx="14">
                  <c:v>16.47</c:v>
                </c:pt>
                <c:pt idx="15">
                  <c:v>14.97</c:v>
                </c:pt>
                <c:pt idx="16">
                  <c:v>14.7</c:v>
                </c:pt>
                <c:pt idx="17">
                  <c:v>15.13</c:v>
                </c:pt>
                <c:pt idx="18">
                  <c:v>15.58</c:v>
                </c:pt>
                <c:pt idx="19">
                  <c:v>16.05</c:v>
                </c:pt>
                <c:pt idx="20">
                  <c:v>16.55</c:v>
                </c:pt>
                <c:pt idx="21">
                  <c:v>17.13</c:v>
                </c:pt>
                <c:pt idx="22">
                  <c:v>17.809999999999999</c:v>
                </c:pt>
                <c:pt idx="23">
                  <c:v>18.5</c:v>
                </c:pt>
                <c:pt idx="24">
                  <c:v>19.23</c:v>
                </c:pt>
                <c:pt idx="25">
                  <c:v>19.989999999999998</c:v>
                </c:pt>
              </c:numCache>
            </c:numRef>
          </c:val>
          <c:smooth val="0"/>
          <c:extLst>
            <c:ext xmlns:c16="http://schemas.microsoft.com/office/drawing/2014/chart" uri="{C3380CC4-5D6E-409C-BE32-E72D297353CC}">
              <c16:uniqueId val="{00000001-92D5-41FE-8BA4-004719FE8998}"/>
            </c:ext>
          </c:extLst>
        </c:ser>
        <c:ser>
          <c:idx val="2"/>
          <c:order val="2"/>
          <c:tx>
            <c:strRef>
              <c:f>Sheet1!$A$4</c:f>
              <c:strCache>
                <c:ptCount val="1"/>
                <c:pt idx="0">
                  <c:v>MP-Solar Generation Cost- 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8.4</c:v>
                </c:pt>
                <c:pt idx="1">
                  <c:v>8.51</c:v>
                </c:pt>
                <c:pt idx="2">
                  <c:v>8.6300000000000008</c:v>
                </c:pt>
                <c:pt idx="3">
                  <c:v>8.6999999999999993</c:v>
                </c:pt>
                <c:pt idx="4">
                  <c:v>8.81</c:v>
                </c:pt>
                <c:pt idx="5">
                  <c:v>8.92</c:v>
                </c:pt>
                <c:pt idx="6">
                  <c:v>9.0299999999999994</c:v>
                </c:pt>
                <c:pt idx="7">
                  <c:v>9.14</c:v>
                </c:pt>
                <c:pt idx="8">
                  <c:v>9.2799999999999994</c:v>
                </c:pt>
                <c:pt idx="9">
                  <c:v>9.42</c:v>
                </c:pt>
                <c:pt idx="10">
                  <c:v>9.56</c:v>
                </c:pt>
                <c:pt idx="11">
                  <c:v>9.7100000000000009</c:v>
                </c:pt>
                <c:pt idx="12">
                  <c:v>9.89</c:v>
                </c:pt>
                <c:pt idx="13">
                  <c:v>10.07</c:v>
                </c:pt>
                <c:pt idx="14">
                  <c:v>10.26</c:v>
                </c:pt>
                <c:pt idx="15">
                  <c:v>8.5500000000000007</c:v>
                </c:pt>
                <c:pt idx="16">
                  <c:v>8.08</c:v>
                </c:pt>
                <c:pt idx="17">
                  <c:v>8.2899999999999991</c:v>
                </c:pt>
                <c:pt idx="18">
                  <c:v>8.52</c:v>
                </c:pt>
                <c:pt idx="19">
                  <c:v>8.75</c:v>
                </c:pt>
                <c:pt idx="20">
                  <c:v>9.02</c:v>
                </c:pt>
                <c:pt idx="21">
                  <c:v>9.35</c:v>
                </c:pt>
                <c:pt idx="22">
                  <c:v>9.77</c:v>
                </c:pt>
                <c:pt idx="23">
                  <c:v>10.199999999999999</c:v>
                </c:pt>
                <c:pt idx="24">
                  <c:v>10.66</c:v>
                </c:pt>
                <c:pt idx="25">
                  <c:v>11.13</c:v>
                </c:pt>
              </c:numCache>
            </c:numRef>
          </c:val>
          <c:smooth val="0"/>
          <c:extLst>
            <c:ext xmlns:c16="http://schemas.microsoft.com/office/drawing/2014/chart" uri="{C3380CC4-5D6E-409C-BE32-E72D297353CC}">
              <c16:uniqueId val="{00000002-92D5-41FE-8BA4-004719FE8998}"/>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17160134074855102"/>
          <c:w val="0.86748907994663682"/>
          <c:h val="0.37785135792471614"/>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AE84-4196-BBC0-35A3A5763AE7}"/>
            </c:ext>
          </c:extLst>
        </c:ser>
        <c:ser>
          <c:idx val="1"/>
          <c:order val="1"/>
          <c:tx>
            <c:strRef>
              <c:f>Sheet1!$A$3</c:f>
              <c:strCache>
                <c:ptCount val="1"/>
                <c:pt idx="0">
                  <c:v>CG-Solar Generation Cost-without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10.99</c:v>
                </c:pt>
                <c:pt idx="1">
                  <c:v>11.17</c:v>
                </c:pt>
                <c:pt idx="2">
                  <c:v>11.35</c:v>
                </c:pt>
                <c:pt idx="3">
                  <c:v>11.49</c:v>
                </c:pt>
                <c:pt idx="4">
                  <c:v>11.67</c:v>
                </c:pt>
                <c:pt idx="5">
                  <c:v>11.84</c:v>
                </c:pt>
                <c:pt idx="6">
                  <c:v>12.02</c:v>
                </c:pt>
                <c:pt idx="7">
                  <c:v>12.2</c:v>
                </c:pt>
                <c:pt idx="8">
                  <c:v>12.41</c:v>
                </c:pt>
                <c:pt idx="9">
                  <c:v>12.62</c:v>
                </c:pt>
                <c:pt idx="10">
                  <c:v>12.84</c:v>
                </c:pt>
                <c:pt idx="11">
                  <c:v>13.06</c:v>
                </c:pt>
                <c:pt idx="12">
                  <c:v>13.31</c:v>
                </c:pt>
                <c:pt idx="13">
                  <c:v>13.57</c:v>
                </c:pt>
                <c:pt idx="14">
                  <c:v>13.83</c:v>
                </c:pt>
                <c:pt idx="15">
                  <c:v>12.2</c:v>
                </c:pt>
                <c:pt idx="16">
                  <c:v>11.8</c:v>
                </c:pt>
                <c:pt idx="17">
                  <c:v>12.09</c:v>
                </c:pt>
                <c:pt idx="18">
                  <c:v>12.39</c:v>
                </c:pt>
                <c:pt idx="19">
                  <c:v>12.71</c:v>
                </c:pt>
                <c:pt idx="20">
                  <c:v>13.04</c:v>
                </c:pt>
                <c:pt idx="21">
                  <c:v>13.45</c:v>
                </c:pt>
                <c:pt idx="22">
                  <c:v>13.95</c:v>
                </c:pt>
                <c:pt idx="23">
                  <c:v>14.45</c:v>
                </c:pt>
                <c:pt idx="24">
                  <c:v>14.99</c:v>
                </c:pt>
                <c:pt idx="25">
                  <c:v>15.53</c:v>
                </c:pt>
              </c:numCache>
            </c:numRef>
          </c:val>
          <c:smooth val="0"/>
          <c:extLst>
            <c:ext xmlns:c16="http://schemas.microsoft.com/office/drawing/2014/chart" uri="{C3380CC4-5D6E-409C-BE32-E72D297353CC}">
              <c16:uniqueId val="{00000001-AE84-4196-BBC0-35A3A5763AE7}"/>
            </c:ext>
          </c:extLst>
        </c:ser>
        <c:ser>
          <c:idx val="2"/>
          <c:order val="2"/>
          <c:tx>
            <c:strRef>
              <c:f>Sheet1!$A$4</c:f>
              <c:strCache>
                <c:ptCount val="1"/>
                <c:pt idx="0">
                  <c:v>CG-Solar Generation Cost-with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7.05</c:v>
                </c:pt>
                <c:pt idx="1">
                  <c:v>7.1</c:v>
                </c:pt>
                <c:pt idx="2">
                  <c:v>7.15</c:v>
                </c:pt>
                <c:pt idx="3">
                  <c:v>7.16</c:v>
                </c:pt>
                <c:pt idx="4">
                  <c:v>7.19</c:v>
                </c:pt>
                <c:pt idx="5">
                  <c:v>7.22</c:v>
                </c:pt>
                <c:pt idx="6">
                  <c:v>7.25</c:v>
                </c:pt>
                <c:pt idx="7">
                  <c:v>7.27</c:v>
                </c:pt>
                <c:pt idx="8">
                  <c:v>7.32</c:v>
                </c:pt>
                <c:pt idx="9">
                  <c:v>7.36</c:v>
                </c:pt>
                <c:pt idx="10">
                  <c:v>7.41</c:v>
                </c:pt>
                <c:pt idx="11">
                  <c:v>7.45</c:v>
                </c:pt>
                <c:pt idx="12">
                  <c:v>7.52</c:v>
                </c:pt>
                <c:pt idx="13">
                  <c:v>7.58</c:v>
                </c:pt>
                <c:pt idx="14">
                  <c:v>7.65</c:v>
                </c:pt>
                <c:pt idx="15">
                  <c:v>5.82</c:v>
                </c:pt>
                <c:pt idx="16">
                  <c:v>5.21</c:v>
                </c:pt>
                <c:pt idx="17">
                  <c:v>5.28</c:v>
                </c:pt>
                <c:pt idx="18">
                  <c:v>5.36</c:v>
                </c:pt>
                <c:pt idx="19">
                  <c:v>5.45</c:v>
                </c:pt>
                <c:pt idx="20">
                  <c:v>5.54</c:v>
                </c:pt>
                <c:pt idx="21">
                  <c:v>5.71</c:v>
                </c:pt>
                <c:pt idx="22">
                  <c:v>5.95</c:v>
                </c:pt>
                <c:pt idx="23">
                  <c:v>6.19</c:v>
                </c:pt>
                <c:pt idx="24">
                  <c:v>6.45</c:v>
                </c:pt>
                <c:pt idx="25">
                  <c:v>6.72</c:v>
                </c:pt>
              </c:numCache>
            </c:numRef>
          </c:val>
          <c:smooth val="0"/>
          <c:extLst>
            <c:ext xmlns:c16="http://schemas.microsoft.com/office/drawing/2014/chart" uri="{C3380CC4-5D6E-409C-BE32-E72D297353CC}">
              <c16:uniqueId val="{00000002-AE84-4196-BBC0-35A3A5763AE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2.3973041949764989E-2"/>
          <c:y val="0.72723058841419563"/>
          <c:w val="0.95464337000910793"/>
          <c:h val="0.2378674439759295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17160134074855102"/>
          <c:w val="0.86748907994663682"/>
          <c:h val="0.37785135792471614"/>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729C-4CF7-A033-E30423566E47}"/>
            </c:ext>
          </c:extLst>
        </c:ser>
        <c:ser>
          <c:idx val="1"/>
          <c:order val="1"/>
          <c:tx>
            <c:strRef>
              <c:f>Sheet1!$A$3</c:f>
              <c:strCache>
                <c:ptCount val="1"/>
                <c:pt idx="0">
                  <c:v>CG-Solar Generation Cost-without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10.54</c:v>
                </c:pt>
                <c:pt idx="1">
                  <c:v>10.72</c:v>
                </c:pt>
                <c:pt idx="2">
                  <c:v>10.91</c:v>
                </c:pt>
                <c:pt idx="3">
                  <c:v>11.06</c:v>
                </c:pt>
                <c:pt idx="4">
                  <c:v>11.24</c:v>
                </c:pt>
                <c:pt idx="5">
                  <c:v>11.42</c:v>
                </c:pt>
                <c:pt idx="6">
                  <c:v>11.61</c:v>
                </c:pt>
                <c:pt idx="7">
                  <c:v>11.8</c:v>
                </c:pt>
                <c:pt idx="8">
                  <c:v>12.02</c:v>
                </c:pt>
                <c:pt idx="9">
                  <c:v>12.24</c:v>
                </c:pt>
                <c:pt idx="10">
                  <c:v>12.47</c:v>
                </c:pt>
                <c:pt idx="11">
                  <c:v>12.69</c:v>
                </c:pt>
                <c:pt idx="12">
                  <c:v>12.95</c:v>
                </c:pt>
                <c:pt idx="13">
                  <c:v>13.22</c:v>
                </c:pt>
                <c:pt idx="14">
                  <c:v>13.49</c:v>
                </c:pt>
                <c:pt idx="15">
                  <c:v>12.06</c:v>
                </c:pt>
                <c:pt idx="16">
                  <c:v>11.74</c:v>
                </c:pt>
                <c:pt idx="17">
                  <c:v>12.04</c:v>
                </c:pt>
                <c:pt idx="18">
                  <c:v>12.35</c:v>
                </c:pt>
                <c:pt idx="19">
                  <c:v>12.68</c:v>
                </c:pt>
                <c:pt idx="20">
                  <c:v>13.03</c:v>
                </c:pt>
                <c:pt idx="21">
                  <c:v>13.45</c:v>
                </c:pt>
                <c:pt idx="22">
                  <c:v>13.94</c:v>
                </c:pt>
                <c:pt idx="23">
                  <c:v>14.44</c:v>
                </c:pt>
                <c:pt idx="24">
                  <c:v>14.98</c:v>
                </c:pt>
                <c:pt idx="25">
                  <c:v>15.52</c:v>
                </c:pt>
              </c:numCache>
            </c:numRef>
          </c:val>
          <c:smooth val="0"/>
          <c:extLst>
            <c:ext xmlns:c16="http://schemas.microsoft.com/office/drawing/2014/chart" uri="{C3380CC4-5D6E-409C-BE32-E72D297353CC}">
              <c16:uniqueId val="{00000001-729C-4CF7-A033-E30423566E47}"/>
            </c:ext>
          </c:extLst>
        </c:ser>
        <c:ser>
          <c:idx val="2"/>
          <c:order val="2"/>
          <c:tx>
            <c:strRef>
              <c:f>Sheet1!$A$4</c:f>
              <c:strCache>
                <c:ptCount val="1"/>
                <c:pt idx="0">
                  <c:v>CG-Solar Generation Cost-with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6.61</c:v>
                </c:pt>
                <c:pt idx="1">
                  <c:v>6.66</c:v>
                </c:pt>
                <c:pt idx="2">
                  <c:v>6.71</c:v>
                </c:pt>
                <c:pt idx="3">
                  <c:v>6.73</c:v>
                </c:pt>
                <c:pt idx="4">
                  <c:v>6.77</c:v>
                </c:pt>
                <c:pt idx="5">
                  <c:v>6.8</c:v>
                </c:pt>
                <c:pt idx="6">
                  <c:v>6.84</c:v>
                </c:pt>
                <c:pt idx="7">
                  <c:v>6.87</c:v>
                </c:pt>
                <c:pt idx="8">
                  <c:v>6.93</c:v>
                </c:pt>
                <c:pt idx="9">
                  <c:v>6.98</c:v>
                </c:pt>
                <c:pt idx="10">
                  <c:v>7.03</c:v>
                </c:pt>
                <c:pt idx="11">
                  <c:v>7.08</c:v>
                </c:pt>
                <c:pt idx="12">
                  <c:v>7.16</c:v>
                </c:pt>
                <c:pt idx="13">
                  <c:v>7.23</c:v>
                </c:pt>
                <c:pt idx="14">
                  <c:v>7.31</c:v>
                </c:pt>
                <c:pt idx="15">
                  <c:v>5.68</c:v>
                </c:pt>
                <c:pt idx="16">
                  <c:v>5.15</c:v>
                </c:pt>
                <c:pt idx="17">
                  <c:v>5.23</c:v>
                </c:pt>
                <c:pt idx="18">
                  <c:v>5.32</c:v>
                </c:pt>
                <c:pt idx="19">
                  <c:v>5.42</c:v>
                </c:pt>
                <c:pt idx="20">
                  <c:v>5.53</c:v>
                </c:pt>
                <c:pt idx="21">
                  <c:v>5.7</c:v>
                </c:pt>
                <c:pt idx="22">
                  <c:v>5.94</c:v>
                </c:pt>
                <c:pt idx="23">
                  <c:v>6.18</c:v>
                </c:pt>
                <c:pt idx="24">
                  <c:v>6.45</c:v>
                </c:pt>
                <c:pt idx="25">
                  <c:v>6.71</c:v>
                </c:pt>
              </c:numCache>
            </c:numRef>
          </c:val>
          <c:smooth val="0"/>
          <c:extLst>
            <c:ext xmlns:c16="http://schemas.microsoft.com/office/drawing/2014/chart" uri="{C3380CC4-5D6E-409C-BE32-E72D297353CC}">
              <c16:uniqueId val="{00000002-729C-4CF7-A033-E30423566E4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2.3973041949764989E-2"/>
          <c:y val="0.72723058841419563"/>
          <c:w val="0.95464337000910793"/>
          <c:h val="0.2378674439759295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AFB1-405C-BB6F-E1D8F6BE8506}"/>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6.96</c:v>
                </c:pt>
                <c:pt idx="1">
                  <c:v>7.07</c:v>
                </c:pt>
                <c:pt idx="2">
                  <c:v>7.18</c:v>
                </c:pt>
                <c:pt idx="3">
                  <c:v>7.25</c:v>
                </c:pt>
                <c:pt idx="4">
                  <c:v>7.36</c:v>
                </c:pt>
                <c:pt idx="5">
                  <c:v>7.45</c:v>
                </c:pt>
                <c:pt idx="6">
                  <c:v>7.56</c:v>
                </c:pt>
                <c:pt idx="7">
                  <c:v>7.67</c:v>
                </c:pt>
                <c:pt idx="8">
                  <c:v>7.8</c:v>
                </c:pt>
                <c:pt idx="9">
                  <c:v>7.93</c:v>
                </c:pt>
                <c:pt idx="10">
                  <c:v>8.07</c:v>
                </c:pt>
                <c:pt idx="11">
                  <c:v>8.2100000000000009</c:v>
                </c:pt>
                <c:pt idx="12">
                  <c:v>8.3800000000000008</c:v>
                </c:pt>
                <c:pt idx="13">
                  <c:v>8.5500000000000007</c:v>
                </c:pt>
                <c:pt idx="14">
                  <c:v>8.74</c:v>
                </c:pt>
                <c:pt idx="15">
                  <c:v>7.25</c:v>
                </c:pt>
                <c:pt idx="16">
                  <c:v>6.85</c:v>
                </c:pt>
                <c:pt idx="17">
                  <c:v>7.05</c:v>
                </c:pt>
                <c:pt idx="18">
                  <c:v>7.27</c:v>
                </c:pt>
                <c:pt idx="19">
                  <c:v>7.5</c:v>
                </c:pt>
                <c:pt idx="20">
                  <c:v>7.75</c:v>
                </c:pt>
                <c:pt idx="21">
                  <c:v>8.07</c:v>
                </c:pt>
                <c:pt idx="22">
                  <c:v>8.4700000000000006</c:v>
                </c:pt>
                <c:pt idx="23">
                  <c:v>8.8699999999999992</c:v>
                </c:pt>
                <c:pt idx="24">
                  <c:v>9.31</c:v>
                </c:pt>
                <c:pt idx="25">
                  <c:v>9.76</c:v>
                </c:pt>
              </c:numCache>
            </c:numRef>
          </c:val>
          <c:smooth val="0"/>
          <c:extLst>
            <c:ext xmlns:c16="http://schemas.microsoft.com/office/drawing/2014/chart" uri="{C3380CC4-5D6E-409C-BE32-E72D297353CC}">
              <c16:uniqueId val="{00000001-AFB1-405C-BB6F-E1D8F6BE8506}"/>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B3C8-4AEB-8CD6-D7CE7ABC3B57}"/>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6.57</c:v>
                </c:pt>
                <c:pt idx="1">
                  <c:v>6.68</c:v>
                </c:pt>
                <c:pt idx="2">
                  <c:v>6.79</c:v>
                </c:pt>
                <c:pt idx="3">
                  <c:v>6.87</c:v>
                </c:pt>
                <c:pt idx="4">
                  <c:v>6.98</c:v>
                </c:pt>
                <c:pt idx="5">
                  <c:v>7.09</c:v>
                </c:pt>
                <c:pt idx="6">
                  <c:v>7.2</c:v>
                </c:pt>
                <c:pt idx="7">
                  <c:v>7.31</c:v>
                </c:pt>
                <c:pt idx="8">
                  <c:v>7.45</c:v>
                </c:pt>
                <c:pt idx="9">
                  <c:v>7.59</c:v>
                </c:pt>
                <c:pt idx="10">
                  <c:v>7.74</c:v>
                </c:pt>
                <c:pt idx="11">
                  <c:v>7.89</c:v>
                </c:pt>
                <c:pt idx="12">
                  <c:v>8.07</c:v>
                </c:pt>
                <c:pt idx="13">
                  <c:v>8.25</c:v>
                </c:pt>
                <c:pt idx="14">
                  <c:v>8.44</c:v>
                </c:pt>
                <c:pt idx="15">
                  <c:v>7.12</c:v>
                </c:pt>
                <c:pt idx="16">
                  <c:v>6.79</c:v>
                </c:pt>
                <c:pt idx="17">
                  <c:v>7.01</c:v>
                </c:pt>
                <c:pt idx="18">
                  <c:v>7.24</c:v>
                </c:pt>
                <c:pt idx="19">
                  <c:v>7.48</c:v>
                </c:pt>
                <c:pt idx="20">
                  <c:v>7.74</c:v>
                </c:pt>
                <c:pt idx="21">
                  <c:v>8.07</c:v>
                </c:pt>
                <c:pt idx="22">
                  <c:v>8.4600000000000009</c:v>
                </c:pt>
                <c:pt idx="23">
                  <c:v>8.86</c:v>
                </c:pt>
                <c:pt idx="24">
                  <c:v>9.3000000000000007</c:v>
                </c:pt>
                <c:pt idx="25">
                  <c:v>9.75</c:v>
                </c:pt>
              </c:numCache>
            </c:numRef>
          </c:val>
          <c:smooth val="0"/>
          <c:extLst>
            <c:ext xmlns:c16="http://schemas.microsoft.com/office/drawing/2014/chart" uri="{C3380CC4-5D6E-409C-BE32-E72D297353CC}">
              <c16:uniqueId val="{00000001-B3C8-4AEB-8CD6-D7CE7ABC3B5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majorUnit val="3"/>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D540-4B7E-B6CC-BA0FA014BA19}"/>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6.96</c:v>
                </c:pt>
                <c:pt idx="1">
                  <c:v>7.07</c:v>
                </c:pt>
                <c:pt idx="2">
                  <c:v>7.18</c:v>
                </c:pt>
                <c:pt idx="3">
                  <c:v>7.25</c:v>
                </c:pt>
                <c:pt idx="4">
                  <c:v>7.36</c:v>
                </c:pt>
                <c:pt idx="5">
                  <c:v>7.45</c:v>
                </c:pt>
                <c:pt idx="6">
                  <c:v>7.56</c:v>
                </c:pt>
                <c:pt idx="7">
                  <c:v>7.67</c:v>
                </c:pt>
                <c:pt idx="8">
                  <c:v>7.8</c:v>
                </c:pt>
                <c:pt idx="9">
                  <c:v>7.93</c:v>
                </c:pt>
                <c:pt idx="10">
                  <c:v>8.07</c:v>
                </c:pt>
                <c:pt idx="11">
                  <c:v>8.2100000000000009</c:v>
                </c:pt>
                <c:pt idx="12">
                  <c:v>8.3800000000000008</c:v>
                </c:pt>
                <c:pt idx="13">
                  <c:v>8.5500000000000007</c:v>
                </c:pt>
                <c:pt idx="14">
                  <c:v>8.74</c:v>
                </c:pt>
                <c:pt idx="15">
                  <c:v>7.25</c:v>
                </c:pt>
                <c:pt idx="16">
                  <c:v>6.85</c:v>
                </c:pt>
                <c:pt idx="17">
                  <c:v>7.05</c:v>
                </c:pt>
                <c:pt idx="18">
                  <c:v>7.27</c:v>
                </c:pt>
                <c:pt idx="19">
                  <c:v>7.5</c:v>
                </c:pt>
                <c:pt idx="20">
                  <c:v>7.75</c:v>
                </c:pt>
                <c:pt idx="21">
                  <c:v>8.07</c:v>
                </c:pt>
                <c:pt idx="22">
                  <c:v>8.4700000000000006</c:v>
                </c:pt>
                <c:pt idx="23">
                  <c:v>8.8699999999999992</c:v>
                </c:pt>
                <c:pt idx="24">
                  <c:v>9.31</c:v>
                </c:pt>
                <c:pt idx="25">
                  <c:v>9.76</c:v>
                </c:pt>
              </c:numCache>
            </c:numRef>
          </c:val>
          <c:smooth val="0"/>
          <c:extLst>
            <c:ext xmlns:c16="http://schemas.microsoft.com/office/drawing/2014/chart" uri="{C3380CC4-5D6E-409C-BE32-E72D297353CC}">
              <c16:uniqueId val="{00000001-D540-4B7E-B6CC-BA0FA014BA1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92D5-41FE-8BA4-004719FE8998}"/>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6.57</c:v>
                </c:pt>
                <c:pt idx="1">
                  <c:v>6.68</c:v>
                </c:pt>
                <c:pt idx="2">
                  <c:v>6.79</c:v>
                </c:pt>
                <c:pt idx="3">
                  <c:v>6.87</c:v>
                </c:pt>
                <c:pt idx="4">
                  <c:v>6.98</c:v>
                </c:pt>
                <c:pt idx="5">
                  <c:v>7.09</c:v>
                </c:pt>
                <c:pt idx="6">
                  <c:v>7.2</c:v>
                </c:pt>
                <c:pt idx="7">
                  <c:v>7.31</c:v>
                </c:pt>
                <c:pt idx="8">
                  <c:v>7.45</c:v>
                </c:pt>
                <c:pt idx="9">
                  <c:v>7.59</c:v>
                </c:pt>
                <c:pt idx="10">
                  <c:v>7.74</c:v>
                </c:pt>
                <c:pt idx="11">
                  <c:v>7.89</c:v>
                </c:pt>
                <c:pt idx="12">
                  <c:v>8.07</c:v>
                </c:pt>
                <c:pt idx="13">
                  <c:v>8.25</c:v>
                </c:pt>
                <c:pt idx="14">
                  <c:v>8.44</c:v>
                </c:pt>
                <c:pt idx="15">
                  <c:v>7.12</c:v>
                </c:pt>
                <c:pt idx="16">
                  <c:v>6.79</c:v>
                </c:pt>
                <c:pt idx="17">
                  <c:v>7.01</c:v>
                </c:pt>
                <c:pt idx="18">
                  <c:v>7.24</c:v>
                </c:pt>
                <c:pt idx="19">
                  <c:v>7.48</c:v>
                </c:pt>
                <c:pt idx="20">
                  <c:v>7.74</c:v>
                </c:pt>
                <c:pt idx="21">
                  <c:v>8.07</c:v>
                </c:pt>
                <c:pt idx="22">
                  <c:v>8.4600000000000009</c:v>
                </c:pt>
                <c:pt idx="23">
                  <c:v>8.86</c:v>
                </c:pt>
                <c:pt idx="24">
                  <c:v>9.3000000000000007</c:v>
                </c:pt>
                <c:pt idx="25">
                  <c:v>9.75</c:v>
                </c:pt>
              </c:numCache>
            </c:numRef>
          </c:val>
          <c:smooth val="0"/>
          <c:extLst>
            <c:ext xmlns:c16="http://schemas.microsoft.com/office/drawing/2014/chart" uri="{C3380CC4-5D6E-409C-BE32-E72D297353CC}">
              <c16:uniqueId val="{00000001-92D5-41FE-8BA4-004719FE8998}"/>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C203-440E-8C6C-120101F876E2}"/>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4.12</c:v>
                </c:pt>
                <c:pt idx="1">
                  <c:v>4.0999999999999996</c:v>
                </c:pt>
                <c:pt idx="2">
                  <c:v>4.08</c:v>
                </c:pt>
                <c:pt idx="3">
                  <c:v>4.01</c:v>
                </c:pt>
                <c:pt idx="4">
                  <c:v>3.97</c:v>
                </c:pt>
                <c:pt idx="5">
                  <c:v>3.92</c:v>
                </c:pt>
                <c:pt idx="6">
                  <c:v>3.86</c:v>
                </c:pt>
                <c:pt idx="7">
                  <c:v>3.8</c:v>
                </c:pt>
                <c:pt idx="8">
                  <c:v>3.76</c:v>
                </c:pt>
                <c:pt idx="9">
                  <c:v>3.7</c:v>
                </c:pt>
                <c:pt idx="10">
                  <c:v>3.65</c:v>
                </c:pt>
                <c:pt idx="11">
                  <c:v>3.58</c:v>
                </c:pt>
                <c:pt idx="12">
                  <c:v>3.54</c:v>
                </c:pt>
                <c:pt idx="13">
                  <c:v>3.49</c:v>
                </c:pt>
                <c:pt idx="14">
                  <c:v>3.43</c:v>
                </c:pt>
                <c:pt idx="15">
                  <c:v>1.75</c:v>
                </c:pt>
                <c:pt idx="16">
                  <c:v>1.1100000000000001</c:v>
                </c:pt>
                <c:pt idx="17">
                  <c:v>1.04</c:v>
                </c:pt>
                <c:pt idx="18">
                  <c:v>0.97</c:v>
                </c:pt>
                <c:pt idx="19">
                  <c:v>0.9</c:v>
                </c:pt>
                <c:pt idx="20">
                  <c:v>0.83</c:v>
                </c:pt>
                <c:pt idx="21">
                  <c:v>0.82</c:v>
                </c:pt>
                <c:pt idx="22">
                  <c:v>0.85</c:v>
                </c:pt>
                <c:pt idx="23">
                  <c:v>0.89</c:v>
                </c:pt>
                <c:pt idx="24">
                  <c:v>0.93</c:v>
                </c:pt>
                <c:pt idx="25">
                  <c:v>0.97</c:v>
                </c:pt>
              </c:numCache>
            </c:numRef>
          </c:val>
          <c:smooth val="0"/>
          <c:extLst>
            <c:ext xmlns:c16="http://schemas.microsoft.com/office/drawing/2014/chart" uri="{C3380CC4-5D6E-409C-BE32-E72D297353CC}">
              <c16:uniqueId val="{00000001-C203-440E-8C6C-120101F876E2}"/>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0B64-4610-AFB5-E2D40804513A}"/>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3.74</c:v>
                </c:pt>
                <c:pt idx="1">
                  <c:v>3.72</c:v>
                </c:pt>
                <c:pt idx="2">
                  <c:v>3.7</c:v>
                </c:pt>
                <c:pt idx="3">
                  <c:v>3.65</c:v>
                </c:pt>
                <c:pt idx="4">
                  <c:v>3.61</c:v>
                </c:pt>
                <c:pt idx="5">
                  <c:v>3.56</c:v>
                </c:pt>
                <c:pt idx="6">
                  <c:v>3.52</c:v>
                </c:pt>
                <c:pt idx="7">
                  <c:v>3.46</c:v>
                </c:pt>
                <c:pt idx="8">
                  <c:v>3.42</c:v>
                </c:pt>
                <c:pt idx="9">
                  <c:v>3.38</c:v>
                </c:pt>
                <c:pt idx="10">
                  <c:v>3.33</c:v>
                </c:pt>
                <c:pt idx="11">
                  <c:v>3.27</c:v>
                </c:pt>
                <c:pt idx="12">
                  <c:v>3.24</c:v>
                </c:pt>
                <c:pt idx="13">
                  <c:v>3.19</c:v>
                </c:pt>
                <c:pt idx="14">
                  <c:v>3.14</c:v>
                </c:pt>
                <c:pt idx="15">
                  <c:v>1.63</c:v>
                </c:pt>
                <c:pt idx="16">
                  <c:v>1.06</c:v>
                </c:pt>
                <c:pt idx="17">
                  <c:v>1</c:v>
                </c:pt>
                <c:pt idx="18">
                  <c:v>0.94</c:v>
                </c:pt>
                <c:pt idx="19">
                  <c:v>0.88</c:v>
                </c:pt>
                <c:pt idx="20">
                  <c:v>0.82</c:v>
                </c:pt>
                <c:pt idx="21">
                  <c:v>0.81</c:v>
                </c:pt>
                <c:pt idx="22">
                  <c:v>0.85</c:v>
                </c:pt>
                <c:pt idx="23">
                  <c:v>0.88</c:v>
                </c:pt>
                <c:pt idx="24">
                  <c:v>0.92</c:v>
                </c:pt>
                <c:pt idx="25">
                  <c:v>0.96</c:v>
                </c:pt>
              </c:numCache>
            </c:numRef>
          </c:val>
          <c:smooth val="0"/>
          <c:extLst>
            <c:ext xmlns:c16="http://schemas.microsoft.com/office/drawing/2014/chart" uri="{C3380CC4-5D6E-409C-BE32-E72D297353CC}">
              <c16:uniqueId val="{00000001-0B64-4610-AFB5-E2D40804513A}"/>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FF00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25B-49AF-8DDA-9A3DF9325294}"/>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4.26</c:v>
                </c:pt>
                <c:pt idx="1">
                  <c:v>4.2300000000000004</c:v>
                </c:pt>
                <c:pt idx="2">
                  <c:v>4.21</c:v>
                </c:pt>
                <c:pt idx="3">
                  <c:v>4.1399999999999997</c:v>
                </c:pt>
                <c:pt idx="4">
                  <c:v>4.09</c:v>
                </c:pt>
                <c:pt idx="5">
                  <c:v>4.03</c:v>
                </c:pt>
                <c:pt idx="6">
                  <c:v>3.97</c:v>
                </c:pt>
                <c:pt idx="7">
                  <c:v>3.9</c:v>
                </c:pt>
                <c:pt idx="8">
                  <c:v>3.86</c:v>
                </c:pt>
                <c:pt idx="9">
                  <c:v>3.8</c:v>
                </c:pt>
                <c:pt idx="10">
                  <c:v>3.74</c:v>
                </c:pt>
                <c:pt idx="11">
                  <c:v>3.67</c:v>
                </c:pt>
                <c:pt idx="12">
                  <c:v>3.62</c:v>
                </c:pt>
                <c:pt idx="13">
                  <c:v>3.55</c:v>
                </c:pt>
                <c:pt idx="14">
                  <c:v>3.49</c:v>
                </c:pt>
                <c:pt idx="15">
                  <c:v>1.79</c:v>
                </c:pt>
                <c:pt idx="16">
                  <c:v>1.1399999999999999</c:v>
                </c:pt>
                <c:pt idx="17">
                  <c:v>1.07</c:v>
                </c:pt>
                <c:pt idx="18">
                  <c:v>0.99</c:v>
                </c:pt>
                <c:pt idx="19">
                  <c:v>0.91</c:v>
                </c:pt>
                <c:pt idx="20">
                  <c:v>0.84</c:v>
                </c:pt>
                <c:pt idx="21">
                  <c:v>0.82</c:v>
                </c:pt>
                <c:pt idx="22">
                  <c:v>0.85</c:v>
                </c:pt>
                <c:pt idx="23">
                  <c:v>0.89</c:v>
                </c:pt>
                <c:pt idx="24">
                  <c:v>0.93</c:v>
                </c:pt>
                <c:pt idx="25">
                  <c:v>0.97</c:v>
                </c:pt>
              </c:numCache>
            </c:numRef>
          </c:val>
          <c:smooth val="0"/>
          <c:extLst>
            <c:ext xmlns:c16="http://schemas.microsoft.com/office/drawing/2014/chart" uri="{C3380CC4-5D6E-409C-BE32-E72D297353CC}">
              <c16:uniqueId val="{00000001-225B-49AF-8DDA-9A3DF9325294}"/>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FF00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D540-4B7E-B6CC-BA0FA014BA19}"/>
            </c:ext>
          </c:extLst>
        </c:ser>
        <c:ser>
          <c:idx val="1"/>
          <c:order val="1"/>
          <c:tx>
            <c:strRef>
              <c:f>Sheet1!$A$3</c:f>
              <c:strCache>
                <c:ptCount val="1"/>
                <c:pt idx="0">
                  <c:v>MP-Solar Generation Cost-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12.51</c:v>
                </c:pt>
                <c:pt idx="1">
                  <c:v>12.75</c:v>
                </c:pt>
                <c:pt idx="2">
                  <c:v>13</c:v>
                </c:pt>
                <c:pt idx="3">
                  <c:v>13.2</c:v>
                </c:pt>
                <c:pt idx="4">
                  <c:v>13.45</c:v>
                </c:pt>
                <c:pt idx="5">
                  <c:v>13.7</c:v>
                </c:pt>
                <c:pt idx="6">
                  <c:v>13.96</c:v>
                </c:pt>
                <c:pt idx="7">
                  <c:v>14.21</c:v>
                </c:pt>
                <c:pt idx="8">
                  <c:v>14.51</c:v>
                </c:pt>
                <c:pt idx="9">
                  <c:v>14.81</c:v>
                </c:pt>
                <c:pt idx="10">
                  <c:v>15.12</c:v>
                </c:pt>
                <c:pt idx="11">
                  <c:v>15.44</c:v>
                </c:pt>
                <c:pt idx="12">
                  <c:v>15.8</c:v>
                </c:pt>
                <c:pt idx="13">
                  <c:v>16.16</c:v>
                </c:pt>
                <c:pt idx="14">
                  <c:v>16.54</c:v>
                </c:pt>
                <c:pt idx="15">
                  <c:v>15.02</c:v>
                </c:pt>
                <c:pt idx="16">
                  <c:v>14.74</c:v>
                </c:pt>
                <c:pt idx="17">
                  <c:v>15.16</c:v>
                </c:pt>
                <c:pt idx="18">
                  <c:v>15.6</c:v>
                </c:pt>
                <c:pt idx="19">
                  <c:v>16.07</c:v>
                </c:pt>
                <c:pt idx="20">
                  <c:v>16.559999999999999</c:v>
                </c:pt>
                <c:pt idx="21">
                  <c:v>17.14</c:v>
                </c:pt>
                <c:pt idx="22">
                  <c:v>17.809999999999999</c:v>
                </c:pt>
                <c:pt idx="23">
                  <c:v>18.5</c:v>
                </c:pt>
                <c:pt idx="24">
                  <c:v>19.239999999999998</c:v>
                </c:pt>
                <c:pt idx="25">
                  <c:v>19.989999999999998</c:v>
                </c:pt>
              </c:numCache>
            </c:numRef>
          </c:val>
          <c:smooth val="0"/>
          <c:extLst>
            <c:ext xmlns:c16="http://schemas.microsoft.com/office/drawing/2014/chart" uri="{C3380CC4-5D6E-409C-BE32-E72D297353CC}">
              <c16:uniqueId val="{00000001-D540-4B7E-B6CC-BA0FA014BA19}"/>
            </c:ext>
          </c:extLst>
        </c:ser>
        <c:ser>
          <c:idx val="2"/>
          <c:order val="2"/>
          <c:tx>
            <c:strRef>
              <c:f>Sheet1!$A$4</c:f>
              <c:strCache>
                <c:ptCount val="1"/>
                <c:pt idx="0">
                  <c:v>MP-Solar Generation Cost- 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8.56</c:v>
                </c:pt>
                <c:pt idx="1">
                  <c:v>8.67</c:v>
                </c:pt>
                <c:pt idx="2">
                  <c:v>8.7799999999999994</c:v>
                </c:pt>
                <c:pt idx="3">
                  <c:v>8.85</c:v>
                </c:pt>
                <c:pt idx="4">
                  <c:v>8.9499999999999993</c:v>
                </c:pt>
                <c:pt idx="5">
                  <c:v>9.0500000000000007</c:v>
                </c:pt>
                <c:pt idx="6">
                  <c:v>9.16</c:v>
                </c:pt>
                <c:pt idx="7">
                  <c:v>9.26</c:v>
                </c:pt>
                <c:pt idx="8">
                  <c:v>9.39</c:v>
                </c:pt>
                <c:pt idx="9">
                  <c:v>9.52</c:v>
                </c:pt>
                <c:pt idx="10">
                  <c:v>9.66</c:v>
                </c:pt>
                <c:pt idx="11">
                  <c:v>9.8000000000000007</c:v>
                </c:pt>
                <c:pt idx="12">
                  <c:v>9.98</c:v>
                </c:pt>
                <c:pt idx="13">
                  <c:v>10.15</c:v>
                </c:pt>
                <c:pt idx="14">
                  <c:v>10.33</c:v>
                </c:pt>
                <c:pt idx="15">
                  <c:v>8.6</c:v>
                </c:pt>
                <c:pt idx="16">
                  <c:v>8.11</c:v>
                </c:pt>
                <c:pt idx="17">
                  <c:v>8.32</c:v>
                </c:pt>
                <c:pt idx="18">
                  <c:v>8.5399999999999991</c:v>
                </c:pt>
                <c:pt idx="19">
                  <c:v>8.77</c:v>
                </c:pt>
                <c:pt idx="20">
                  <c:v>9.02</c:v>
                </c:pt>
                <c:pt idx="21">
                  <c:v>9.35</c:v>
                </c:pt>
                <c:pt idx="22">
                  <c:v>9.77</c:v>
                </c:pt>
                <c:pt idx="23">
                  <c:v>10.199999999999999</c:v>
                </c:pt>
                <c:pt idx="24">
                  <c:v>10.66</c:v>
                </c:pt>
                <c:pt idx="25">
                  <c:v>11.13</c:v>
                </c:pt>
              </c:numCache>
            </c:numRef>
          </c:val>
          <c:smooth val="0"/>
          <c:extLst>
            <c:ext xmlns:c16="http://schemas.microsoft.com/office/drawing/2014/chart" uri="{C3380CC4-5D6E-409C-BE32-E72D297353CC}">
              <c16:uniqueId val="{00000003-D540-4B7E-B6CC-BA0FA014BA1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ax val="25"/>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majorUnit val="10"/>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rgbClr val="FF00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BEF-40B0-B844-B80421E91117}"/>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3.88</c:v>
                </c:pt>
                <c:pt idx="1">
                  <c:v>3.86</c:v>
                </c:pt>
                <c:pt idx="2">
                  <c:v>3.83</c:v>
                </c:pt>
                <c:pt idx="3">
                  <c:v>3.77</c:v>
                </c:pt>
                <c:pt idx="4">
                  <c:v>3.73</c:v>
                </c:pt>
                <c:pt idx="5">
                  <c:v>3.68</c:v>
                </c:pt>
                <c:pt idx="6">
                  <c:v>3.63</c:v>
                </c:pt>
                <c:pt idx="7">
                  <c:v>3.56</c:v>
                </c:pt>
                <c:pt idx="8">
                  <c:v>3.52</c:v>
                </c:pt>
                <c:pt idx="9">
                  <c:v>3.47</c:v>
                </c:pt>
                <c:pt idx="10">
                  <c:v>3.42</c:v>
                </c:pt>
                <c:pt idx="11">
                  <c:v>3.35</c:v>
                </c:pt>
                <c:pt idx="12">
                  <c:v>3.31</c:v>
                </c:pt>
                <c:pt idx="13">
                  <c:v>3.26</c:v>
                </c:pt>
                <c:pt idx="14">
                  <c:v>3.2</c:v>
                </c:pt>
                <c:pt idx="15">
                  <c:v>1.68</c:v>
                </c:pt>
                <c:pt idx="16">
                  <c:v>1.0900000000000001</c:v>
                </c:pt>
                <c:pt idx="17">
                  <c:v>1.02</c:v>
                </c:pt>
                <c:pt idx="18">
                  <c:v>0.96</c:v>
                </c:pt>
                <c:pt idx="19">
                  <c:v>0.89</c:v>
                </c:pt>
                <c:pt idx="20">
                  <c:v>0.83</c:v>
                </c:pt>
                <c:pt idx="21">
                  <c:v>0.81</c:v>
                </c:pt>
                <c:pt idx="22">
                  <c:v>0.85</c:v>
                </c:pt>
                <c:pt idx="23">
                  <c:v>0.88</c:v>
                </c:pt>
                <c:pt idx="24">
                  <c:v>0.93</c:v>
                </c:pt>
                <c:pt idx="25">
                  <c:v>0.96</c:v>
                </c:pt>
              </c:numCache>
            </c:numRef>
          </c:val>
          <c:smooth val="0"/>
          <c:extLst>
            <c:ext xmlns:c16="http://schemas.microsoft.com/office/drawing/2014/chart" uri="{C3380CC4-5D6E-409C-BE32-E72D297353CC}">
              <c16:uniqueId val="{00000001-2BEF-40B0-B844-B80421E9111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FF00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92D5-41FE-8BA4-004719FE8998}"/>
            </c:ext>
          </c:extLst>
        </c:ser>
        <c:ser>
          <c:idx val="1"/>
          <c:order val="1"/>
          <c:tx>
            <c:strRef>
              <c:f>Sheet1!$A$3</c:f>
              <c:strCache>
                <c:ptCount val="1"/>
                <c:pt idx="0">
                  <c:v>MP-Solar Generation Cost-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12.06</c:v>
                </c:pt>
                <c:pt idx="1">
                  <c:v>12.31</c:v>
                </c:pt>
                <c:pt idx="2">
                  <c:v>12.56</c:v>
                </c:pt>
                <c:pt idx="3">
                  <c:v>12.77</c:v>
                </c:pt>
                <c:pt idx="4">
                  <c:v>13.03</c:v>
                </c:pt>
                <c:pt idx="5">
                  <c:v>13.28</c:v>
                </c:pt>
                <c:pt idx="6">
                  <c:v>13.55</c:v>
                </c:pt>
                <c:pt idx="7">
                  <c:v>13.81</c:v>
                </c:pt>
                <c:pt idx="8">
                  <c:v>14.12</c:v>
                </c:pt>
                <c:pt idx="9">
                  <c:v>14.43</c:v>
                </c:pt>
                <c:pt idx="10">
                  <c:v>14.75</c:v>
                </c:pt>
                <c:pt idx="11">
                  <c:v>15.07</c:v>
                </c:pt>
                <c:pt idx="12">
                  <c:v>15.44</c:v>
                </c:pt>
                <c:pt idx="13">
                  <c:v>15.81</c:v>
                </c:pt>
                <c:pt idx="14">
                  <c:v>16.2</c:v>
                </c:pt>
                <c:pt idx="15">
                  <c:v>14.88</c:v>
                </c:pt>
                <c:pt idx="16">
                  <c:v>14.68</c:v>
                </c:pt>
                <c:pt idx="17">
                  <c:v>15.11</c:v>
                </c:pt>
                <c:pt idx="18">
                  <c:v>15.57</c:v>
                </c:pt>
                <c:pt idx="19">
                  <c:v>16.04</c:v>
                </c:pt>
                <c:pt idx="20">
                  <c:v>16.54</c:v>
                </c:pt>
                <c:pt idx="21">
                  <c:v>17.13</c:v>
                </c:pt>
                <c:pt idx="22">
                  <c:v>17.8</c:v>
                </c:pt>
                <c:pt idx="23">
                  <c:v>18.489999999999998</c:v>
                </c:pt>
                <c:pt idx="24">
                  <c:v>19.23</c:v>
                </c:pt>
                <c:pt idx="25">
                  <c:v>19.98</c:v>
                </c:pt>
              </c:numCache>
            </c:numRef>
          </c:val>
          <c:smooth val="0"/>
          <c:extLst>
            <c:ext xmlns:c16="http://schemas.microsoft.com/office/drawing/2014/chart" uri="{C3380CC4-5D6E-409C-BE32-E72D297353CC}">
              <c16:uniqueId val="{00000001-92D5-41FE-8BA4-004719FE8998}"/>
            </c:ext>
          </c:extLst>
        </c:ser>
        <c:ser>
          <c:idx val="2"/>
          <c:order val="2"/>
          <c:tx>
            <c:strRef>
              <c:f>Sheet1!$A$4</c:f>
              <c:strCache>
                <c:ptCount val="1"/>
                <c:pt idx="0">
                  <c:v>MP-Solar Generation Cost- 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8.11</c:v>
                </c:pt>
                <c:pt idx="1">
                  <c:v>8.2200000000000006</c:v>
                </c:pt>
                <c:pt idx="2">
                  <c:v>8.34</c:v>
                </c:pt>
                <c:pt idx="3">
                  <c:v>8.42</c:v>
                </c:pt>
                <c:pt idx="4">
                  <c:v>8.5299999999999994</c:v>
                </c:pt>
                <c:pt idx="5">
                  <c:v>8.6300000000000008</c:v>
                </c:pt>
                <c:pt idx="6">
                  <c:v>8.75</c:v>
                </c:pt>
                <c:pt idx="7">
                  <c:v>8.86</c:v>
                </c:pt>
                <c:pt idx="8">
                  <c:v>9</c:v>
                </c:pt>
                <c:pt idx="9">
                  <c:v>9.14</c:v>
                </c:pt>
                <c:pt idx="10">
                  <c:v>9.2899999999999991</c:v>
                </c:pt>
                <c:pt idx="11">
                  <c:v>9.44</c:v>
                </c:pt>
                <c:pt idx="12">
                  <c:v>9.6199999999999992</c:v>
                </c:pt>
                <c:pt idx="13">
                  <c:v>9.8000000000000007</c:v>
                </c:pt>
                <c:pt idx="14">
                  <c:v>9.99</c:v>
                </c:pt>
                <c:pt idx="15">
                  <c:v>8.4600000000000009</c:v>
                </c:pt>
                <c:pt idx="16">
                  <c:v>8.0500000000000007</c:v>
                </c:pt>
                <c:pt idx="17">
                  <c:v>8.27</c:v>
                </c:pt>
                <c:pt idx="18">
                  <c:v>8.5</c:v>
                </c:pt>
                <c:pt idx="19">
                  <c:v>8.74</c:v>
                </c:pt>
                <c:pt idx="20">
                  <c:v>9.01</c:v>
                </c:pt>
                <c:pt idx="21">
                  <c:v>9.34</c:v>
                </c:pt>
                <c:pt idx="22">
                  <c:v>9.76</c:v>
                </c:pt>
                <c:pt idx="23">
                  <c:v>10.19</c:v>
                </c:pt>
                <c:pt idx="24">
                  <c:v>10.65</c:v>
                </c:pt>
                <c:pt idx="25">
                  <c:v>11.12</c:v>
                </c:pt>
              </c:numCache>
            </c:numRef>
          </c:val>
          <c:smooth val="0"/>
          <c:extLst>
            <c:ext xmlns:c16="http://schemas.microsoft.com/office/drawing/2014/chart" uri="{C3380CC4-5D6E-409C-BE32-E72D297353CC}">
              <c16:uniqueId val="{00000002-92D5-41FE-8BA4-004719FE8998}"/>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17160134074855102"/>
          <c:w val="0.86748907994663682"/>
          <c:h val="0.37785135792471614"/>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25B-49AF-8DDA-9A3DF9325294}"/>
            </c:ext>
          </c:extLst>
        </c:ser>
        <c:ser>
          <c:idx val="1"/>
          <c:order val="1"/>
          <c:tx>
            <c:strRef>
              <c:f>Sheet1!$A$3</c:f>
              <c:strCache>
                <c:ptCount val="1"/>
                <c:pt idx="0">
                  <c:v>CG-Solar Generation Cost-without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11.18</c:v>
                </c:pt>
                <c:pt idx="1">
                  <c:v>11.35</c:v>
                </c:pt>
                <c:pt idx="2">
                  <c:v>11.53</c:v>
                </c:pt>
                <c:pt idx="3">
                  <c:v>11.67</c:v>
                </c:pt>
                <c:pt idx="4">
                  <c:v>11.84</c:v>
                </c:pt>
                <c:pt idx="5">
                  <c:v>12</c:v>
                </c:pt>
                <c:pt idx="6">
                  <c:v>12.18</c:v>
                </c:pt>
                <c:pt idx="7">
                  <c:v>12.35</c:v>
                </c:pt>
                <c:pt idx="8">
                  <c:v>12.55</c:v>
                </c:pt>
                <c:pt idx="9">
                  <c:v>12.75</c:v>
                </c:pt>
                <c:pt idx="10">
                  <c:v>12.96</c:v>
                </c:pt>
                <c:pt idx="11">
                  <c:v>13.17</c:v>
                </c:pt>
                <c:pt idx="12">
                  <c:v>13.42</c:v>
                </c:pt>
                <c:pt idx="13">
                  <c:v>13.66</c:v>
                </c:pt>
                <c:pt idx="14">
                  <c:v>13.92</c:v>
                </c:pt>
                <c:pt idx="15">
                  <c:v>12.26</c:v>
                </c:pt>
                <c:pt idx="16">
                  <c:v>11.85</c:v>
                </c:pt>
                <c:pt idx="17">
                  <c:v>12.13</c:v>
                </c:pt>
                <c:pt idx="18">
                  <c:v>12.42</c:v>
                </c:pt>
                <c:pt idx="19">
                  <c:v>12.72</c:v>
                </c:pt>
                <c:pt idx="20">
                  <c:v>13.05</c:v>
                </c:pt>
                <c:pt idx="21">
                  <c:v>13.46</c:v>
                </c:pt>
                <c:pt idx="22">
                  <c:v>13.95</c:v>
                </c:pt>
                <c:pt idx="23">
                  <c:v>14.45</c:v>
                </c:pt>
                <c:pt idx="24">
                  <c:v>14.99</c:v>
                </c:pt>
                <c:pt idx="25">
                  <c:v>15.53</c:v>
                </c:pt>
              </c:numCache>
            </c:numRef>
          </c:val>
          <c:smooth val="0"/>
          <c:extLst>
            <c:ext xmlns:c16="http://schemas.microsoft.com/office/drawing/2014/chart" uri="{C3380CC4-5D6E-409C-BE32-E72D297353CC}">
              <c16:uniqueId val="{00000001-225B-49AF-8DDA-9A3DF9325294}"/>
            </c:ext>
          </c:extLst>
        </c:ser>
        <c:ser>
          <c:idx val="2"/>
          <c:order val="2"/>
          <c:tx>
            <c:strRef>
              <c:f>Sheet1!$A$4</c:f>
              <c:strCache>
                <c:ptCount val="1"/>
                <c:pt idx="0">
                  <c:v>CG-Solar Generation Cost-with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7.25</c:v>
                </c:pt>
                <c:pt idx="1">
                  <c:v>7.29</c:v>
                </c:pt>
                <c:pt idx="2">
                  <c:v>7.33</c:v>
                </c:pt>
                <c:pt idx="3">
                  <c:v>7.33</c:v>
                </c:pt>
                <c:pt idx="4">
                  <c:v>7.36</c:v>
                </c:pt>
                <c:pt idx="5">
                  <c:v>7.38</c:v>
                </c:pt>
                <c:pt idx="6">
                  <c:v>7.4</c:v>
                </c:pt>
                <c:pt idx="7">
                  <c:v>7.42</c:v>
                </c:pt>
                <c:pt idx="8">
                  <c:v>7.46</c:v>
                </c:pt>
                <c:pt idx="9">
                  <c:v>7.49</c:v>
                </c:pt>
                <c:pt idx="10">
                  <c:v>7.53</c:v>
                </c:pt>
                <c:pt idx="11">
                  <c:v>7.56</c:v>
                </c:pt>
                <c:pt idx="12">
                  <c:v>7.62</c:v>
                </c:pt>
                <c:pt idx="13">
                  <c:v>7.68</c:v>
                </c:pt>
                <c:pt idx="14">
                  <c:v>7.74</c:v>
                </c:pt>
                <c:pt idx="15">
                  <c:v>5.88</c:v>
                </c:pt>
                <c:pt idx="16">
                  <c:v>5.26</c:v>
                </c:pt>
                <c:pt idx="17">
                  <c:v>5.32</c:v>
                </c:pt>
                <c:pt idx="18">
                  <c:v>5.39</c:v>
                </c:pt>
                <c:pt idx="19">
                  <c:v>5.46</c:v>
                </c:pt>
                <c:pt idx="20">
                  <c:v>5.55</c:v>
                </c:pt>
                <c:pt idx="21">
                  <c:v>5.71</c:v>
                </c:pt>
                <c:pt idx="22">
                  <c:v>5.95</c:v>
                </c:pt>
                <c:pt idx="23">
                  <c:v>6.19</c:v>
                </c:pt>
                <c:pt idx="24">
                  <c:v>6.46</c:v>
                </c:pt>
                <c:pt idx="25">
                  <c:v>6.72</c:v>
                </c:pt>
              </c:numCache>
            </c:numRef>
          </c:val>
          <c:smooth val="0"/>
          <c:extLst>
            <c:ext xmlns:c16="http://schemas.microsoft.com/office/drawing/2014/chart" uri="{C3380CC4-5D6E-409C-BE32-E72D297353CC}">
              <c16:uniqueId val="{00000001-5FAD-43B1-912B-B60CEFAADDAB}"/>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4"/>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2.3973041949764989E-2"/>
          <c:y val="0.72723058841419563"/>
          <c:w val="0.95464337000910793"/>
          <c:h val="0.2378674439759295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D540-4B7E-B6CC-BA0FA014BA19}"/>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7.13</c:v>
                </c:pt>
                <c:pt idx="1">
                  <c:v>7.23</c:v>
                </c:pt>
                <c:pt idx="2">
                  <c:v>7.34</c:v>
                </c:pt>
                <c:pt idx="3">
                  <c:v>7.41</c:v>
                </c:pt>
                <c:pt idx="4">
                  <c:v>7.5</c:v>
                </c:pt>
                <c:pt idx="5">
                  <c:v>7.6</c:v>
                </c:pt>
                <c:pt idx="6">
                  <c:v>7.7</c:v>
                </c:pt>
                <c:pt idx="7">
                  <c:v>7.79</c:v>
                </c:pt>
                <c:pt idx="8">
                  <c:v>7.92</c:v>
                </c:pt>
                <c:pt idx="9">
                  <c:v>8.0500000000000007</c:v>
                </c:pt>
                <c:pt idx="10">
                  <c:v>8.18</c:v>
                </c:pt>
                <c:pt idx="11">
                  <c:v>8.31</c:v>
                </c:pt>
                <c:pt idx="12">
                  <c:v>8.48</c:v>
                </c:pt>
                <c:pt idx="13">
                  <c:v>8.64</c:v>
                </c:pt>
                <c:pt idx="14">
                  <c:v>8.82</c:v>
                </c:pt>
                <c:pt idx="15">
                  <c:v>7.3</c:v>
                </c:pt>
                <c:pt idx="16">
                  <c:v>6.89</c:v>
                </c:pt>
                <c:pt idx="17">
                  <c:v>7.08</c:v>
                </c:pt>
                <c:pt idx="18">
                  <c:v>7.29</c:v>
                </c:pt>
                <c:pt idx="19">
                  <c:v>7.52</c:v>
                </c:pt>
                <c:pt idx="20">
                  <c:v>7.76</c:v>
                </c:pt>
                <c:pt idx="21">
                  <c:v>8.08</c:v>
                </c:pt>
                <c:pt idx="22">
                  <c:v>8.4700000000000006</c:v>
                </c:pt>
                <c:pt idx="23">
                  <c:v>8.8800000000000008</c:v>
                </c:pt>
                <c:pt idx="24">
                  <c:v>9.31</c:v>
                </c:pt>
                <c:pt idx="25">
                  <c:v>9.76</c:v>
                </c:pt>
              </c:numCache>
            </c:numRef>
          </c:val>
          <c:smooth val="0"/>
          <c:extLst>
            <c:ext xmlns:c16="http://schemas.microsoft.com/office/drawing/2014/chart" uri="{C3380CC4-5D6E-409C-BE32-E72D297353CC}">
              <c16:uniqueId val="{00000001-D540-4B7E-B6CC-BA0FA014BA1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92D5-41FE-8BA4-004719FE8998}"/>
            </c:ext>
          </c:extLst>
        </c:ser>
        <c:ser>
          <c:idx val="1"/>
          <c:order val="1"/>
          <c:tx>
            <c:strRef>
              <c:f>Sheet1!$A$3</c:f>
              <c:strCache>
                <c:ptCount val="1"/>
                <c:pt idx="0">
                  <c:v>MP-Solar Generation Cost</c:v>
                </c:pt>
              </c:strCache>
            </c:strRef>
          </c:tx>
          <c:spPr>
            <a:ln w="28575" cap="rnd">
              <a:solidFill>
                <a:schemeClr val="accent5">
                  <a:tint val="77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6.74</c:v>
                </c:pt>
                <c:pt idx="1">
                  <c:v>6.84</c:v>
                </c:pt>
                <c:pt idx="2">
                  <c:v>6.95</c:v>
                </c:pt>
                <c:pt idx="3">
                  <c:v>7.03</c:v>
                </c:pt>
                <c:pt idx="4">
                  <c:v>7.13</c:v>
                </c:pt>
                <c:pt idx="5">
                  <c:v>7.23</c:v>
                </c:pt>
                <c:pt idx="6">
                  <c:v>7.34</c:v>
                </c:pt>
                <c:pt idx="7">
                  <c:v>7.44</c:v>
                </c:pt>
                <c:pt idx="8">
                  <c:v>7.57</c:v>
                </c:pt>
                <c:pt idx="9">
                  <c:v>7.71</c:v>
                </c:pt>
                <c:pt idx="10">
                  <c:v>7.85</c:v>
                </c:pt>
                <c:pt idx="11">
                  <c:v>7.99</c:v>
                </c:pt>
                <c:pt idx="12">
                  <c:v>8.16</c:v>
                </c:pt>
                <c:pt idx="13">
                  <c:v>8.33</c:v>
                </c:pt>
                <c:pt idx="14">
                  <c:v>8.52</c:v>
                </c:pt>
                <c:pt idx="15">
                  <c:v>7.18</c:v>
                </c:pt>
                <c:pt idx="16">
                  <c:v>6.83</c:v>
                </c:pt>
                <c:pt idx="17">
                  <c:v>7.04</c:v>
                </c:pt>
                <c:pt idx="18">
                  <c:v>7.26</c:v>
                </c:pt>
                <c:pt idx="19">
                  <c:v>7.49</c:v>
                </c:pt>
                <c:pt idx="20">
                  <c:v>7.75</c:v>
                </c:pt>
                <c:pt idx="21">
                  <c:v>8.07</c:v>
                </c:pt>
                <c:pt idx="22">
                  <c:v>8.4600000000000009</c:v>
                </c:pt>
                <c:pt idx="23">
                  <c:v>8.8699999999999992</c:v>
                </c:pt>
                <c:pt idx="24">
                  <c:v>9.3000000000000007</c:v>
                </c:pt>
                <c:pt idx="25">
                  <c:v>9.75</c:v>
                </c:pt>
              </c:numCache>
            </c:numRef>
          </c:val>
          <c:smooth val="0"/>
          <c:extLst>
            <c:ext xmlns:c16="http://schemas.microsoft.com/office/drawing/2014/chart" uri="{C3380CC4-5D6E-409C-BE32-E72D297353CC}">
              <c16:uniqueId val="{00000001-92D5-41FE-8BA4-004719FE8998}"/>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17160134074855102"/>
          <c:w val="0.86748907994663682"/>
          <c:h val="0.37785135792471614"/>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A844-4E4C-ADF6-3AE6F569E549}"/>
            </c:ext>
          </c:extLst>
        </c:ser>
        <c:ser>
          <c:idx val="1"/>
          <c:order val="1"/>
          <c:tx>
            <c:strRef>
              <c:f>Sheet1!$A$3</c:f>
              <c:strCache>
                <c:ptCount val="1"/>
                <c:pt idx="0">
                  <c:v>CG-Solar Generation Cost-without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10.73</c:v>
                </c:pt>
                <c:pt idx="1">
                  <c:v>10.91</c:v>
                </c:pt>
                <c:pt idx="2">
                  <c:v>11.09</c:v>
                </c:pt>
                <c:pt idx="3">
                  <c:v>11.24</c:v>
                </c:pt>
                <c:pt idx="4">
                  <c:v>11.41</c:v>
                </c:pt>
                <c:pt idx="5">
                  <c:v>11.59</c:v>
                </c:pt>
                <c:pt idx="6">
                  <c:v>11.77</c:v>
                </c:pt>
                <c:pt idx="7">
                  <c:v>11.95</c:v>
                </c:pt>
                <c:pt idx="8">
                  <c:v>12.16</c:v>
                </c:pt>
                <c:pt idx="9">
                  <c:v>12.37</c:v>
                </c:pt>
                <c:pt idx="10">
                  <c:v>12.59</c:v>
                </c:pt>
                <c:pt idx="11">
                  <c:v>12.81</c:v>
                </c:pt>
                <c:pt idx="12">
                  <c:v>13.06</c:v>
                </c:pt>
                <c:pt idx="13">
                  <c:v>13.31</c:v>
                </c:pt>
                <c:pt idx="14">
                  <c:v>13.58</c:v>
                </c:pt>
                <c:pt idx="15">
                  <c:v>12.12</c:v>
                </c:pt>
                <c:pt idx="16">
                  <c:v>11.79</c:v>
                </c:pt>
                <c:pt idx="17">
                  <c:v>12.08</c:v>
                </c:pt>
                <c:pt idx="18">
                  <c:v>12.38</c:v>
                </c:pt>
                <c:pt idx="19">
                  <c:v>12.7</c:v>
                </c:pt>
                <c:pt idx="20">
                  <c:v>13.04</c:v>
                </c:pt>
                <c:pt idx="21">
                  <c:v>13.45</c:v>
                </c:pt>
                <c:pt idx="22">
                  <c:v>13.94</c:v>
                </c:pt>
                <c:pt idx="23">
                  <c:v>14.44</c:v>
                </c:pt>
                <c:pt idx="24">
                  <c:v>14.98</c:v>
                </c:pt>
                <c:pt idx="25">
                  <c:v>15.52</c:v>
                </c:pt>
              </c:numCache>
            </c:numRef>
          </c:val>
          <c:smooth val="0"/>
          <c:extLst>
            <c:ext xmlns:c16="http://schemas.microsoft.com/office/drawing/2014/chart" uri="{C3380CC4-5D6E-409C-BE32-E72D297353CC}">
              <c16:uniqueId val="{00000001-A844-4E4C-ADF6-3AE6F569E549}"/>
            </c:ext>
          </c:extLst>
        </c:ser>
        <c:ser>
          <c:idx val="2"/>
          <c:order val="2"/>
          <c:tx>
            <c:strRef>
              <c:f>Sheet1!$A$4</c:f>
              <c:strCache>
                <c:ptCount val="1"/>
                <c:pt idx="0">
                  <c:v>CG-Solar Generation Cost-with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6.8</c:v>
                </c:pt>
                <c:pt idx="1">
                  <c:v>6.85</c:v>
                </c:pt>
                <c:pt idx="2">
                  <c:v>6.89</c:v>
                </c:pt>
                <c:pt idx="3">
                  <c:v>6.9</c:v>
                </c:pt>
                <c:pt idx="4">
                  <c:v>6.94</c:v>
                </c:pt>
                <c:pt idx="5">
                  <c:v>6.96</c:v>
                </c:pt>
                <c:pt idx="6">
                  <c:v>6.99</c:v>
                </c:pt>
                <c:pt idx="7">
                  <c:v>7.02</c:v>
                </c:pt>
                <c:pt idx="8">
                  <c:v>7.07</c:v>
                </c:pt>
                <c:pt idx="9">
                  <c:v>7.11</c:v>
                </c:pt>
                <c:pt idx="10">
                  <c:v>7.16</c:v>
                </c:pt>
                <c:pt idx="11">
                  <c:v>7.2</c:v>
                </c:pt>
                <c:pt idx="12">
                  <c:v>7.27</c:v>
                </c:pt>
                <c:pt idx="13">
                  <c:v>7.33</c:v>
                </c:pt>
                <c:pt idx="14">
                  <c:v>7.4</c:v>
                </c:pt>
                <c:pt idx="15">
                  <c:v>5.74</c:v>
                </c:pt>
                <c:pt idx="16">
                  <c:v>5.19</c:v>
                </c:pt>
                <c:pt idx="17">
                  <c:v>5.27</c:v>
                </c:pt>
                <c:pt idx="18">
                  <c:v>5.35</c:v>
                </c:pt>
                <c:pt idx="19">
                  <c:v>5.44</c:v>
                </c:pt>
                <c:pt idx="20">
                  <c:v>5.54</c:v>
                </c:pt>
                <c:pt idx="21">
                  <c:v>5.7</c:v>
                </c:pt>
                <c:pt idx="22">
                  <c:v>5.94</c:v>
                </c:pt>
                <c:pt idx="23">
                  <c:v>6.18</c:v>
                </c:pt>
                <c:pt idx="24">
                  <c:v>6.45</c:v>
                </c:pt>
                <c:pt idx="25">
                  <c:v>6.71</c:v>
                </c:pt>
              </c:numCache>
            </c:numRef>
          </c:val>
          <c:smooth val="0"/>
          <c:extLst>
            <c:ext xmlns:c16="http://schemas.microsoft.com/office/drawing/2014/chart" uri="{C3380CC4-5D6E-409C-BE32-E72D297353CC}">
              <c16:uniqueId val="{00000002-A844-4E4C-ADF6-3AE6F569E54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4"/>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2.3973041949764989E-2"/>
          <c:y val="0.72723058841419563"/>
          <c:w val="0.95464337000910793"/>
          <c:h val="0.2378674439759295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25569447129015443"/>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AFB1-405C-BB6F-E1D8F6BE8506}"/>
            </c:ext>
          </c:extLst>
        </c:ser>
        <c:ser>
          <c:idx val="1"/>
          <c:order val="1"/>
          <c:tx>
            <c:strRef>
              <c:f>Sheet1!$A$3</c:f>
              <c:strCache>
                <c:ptCount val="1"/>
                <c:pt idx="0">
                  <c:v>MP-Solar Generation Cost</c:v>
                </c:pt>
              </c:strCache>
            </c:strRef>
          </c:tx>
          <c:spPr>
            <a:ln w="28575" cap="rnd">
              <a:solidFill>
                <a:srgbClr val="00768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7.11</c:v>
                </c:pt>
                <c:pt idx="1">
                  <c:v>7.21</c:v>
                </c:pt>
                <c:pt idx="2">
                  <c:v>7.32</c:v>
                </c:pt>
                <c:pt idx="3">
                  <c:v>7.39</c:v>
                </c:pt>
                <c:pt idx="4">
                  <c:v>7.49</c:v>
                </c:pt>
                <c:pt idx="5">
                  <c:v>7.58</c:v>
                </c:pt>
                <c:pt idx="6">
                  <c:v>7.68</c:v>
                </c:pt>
                <c:pt idx="7">
                  <c:v>7.78</c:v>
                </c:pt>
                <c:pt idx="8">
                  <c:v>7.91</c:v>
                </c:pt>
                <c:pt idx="9">
                  <c:v>8.0299999999999994</c:v>
                </c:pt>
                <c:pt idx="10">
                  <c:v>8.17</c:v>
                </c:pt>
                <c:pt idx="11">
                  <c:v>8.3000000000000007</c:v>
                </c:pt>
                <c:pt idx="12">
                  <c:v>8.4600000000000009</c:v>
                </c:pt>
                <c:pt idx="13">
                  <c:v>8.6300000000000008</c:v>
                </c:pt>
                <c:pt idx="14">
                  <c:v>8.81</c:v>
                </c:pt>
                <c:pt idx="15">
                  <c:v>7.3</c:v>
                </c:pt>
                <c:pt idx="16">
                  <c:v>6.88</c:v>
                </c:pt>
                <c:pt idx="17">
                  <c:v>7.08</c:v>
                </c:pt>
                <c:pt idx="18">
                  <c:v>7.29</c:v>
                </c:pt>
                <c:pt idx="19">
                  <c:v>7.51</c:v>
                </c:pt>
                <c:pt idx="20">
                  <c:v>7.76</c:v>
                </c:pt>
                <c:pt idx="21">
                  <c:v>8.08</c:v>
                </c:pt>
                <c:pt idx="22">
                  <c:v>8.4700000000000006</c:v>
                </c:pt>
                <c:pt idx="23">
                  <c:v>8.8800000000000008</c:v>
                </c:pt>
                <c:pt idx="24">
                  <c:v>9.31</c:v>
                </c:pt>
                <c:pt idx="25">
                  <c:v>9.76</c:v>
                </c:pt>
              </c:numCache>
            </c:numRef>
          </c:val>
          <c:smooth val="0"/>
          <c:extLst>
            <c:ext xmlns:c16="http://schemas.microsoft.com/office/drawing/2014/chart" uri="{C3380CC4-5D6E-409C-BE32-E72D297353CC}">
              <c16:uniqueId val="{00000001-AFB1-405C-BB6F-E1D8F6BE8506}"/>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8443177492385067E-2"/>
          <c:y val="0.68069463160102928"/>
          <c:w val="0.90052419110659188"/>
          <c:h val="0.284403400789095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9"/>
          <c:y val="0.2181372975617174"/>
          <c:w val="0.86748907994663682"/>
          <c:h val="0.32943658807518234"/>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B3C8-4AEB-8CD6-D7CE7ABC3B57}"/>
            </c:ext>
          </c:extLst>
        </c:ser>
        <c:ser>
          <c:idx val="1"/>
          <c:order val="1"/>
          <c:tx>
            <c:strRef>
              <c:f>Sheet1!$A$3</c:f>
              <c:strCache>
                <c:ptCount val="1"/>
                <c:pt idx="0">
                  <c:v>MP-Solar Generation Cost</c:v>
                </c:pt>
              </c:strCache>
            </c:strRef>
          </c:tx>
          <c:spPr>
            <a:ln w="28575" cap="rnd">
              <a:solidFill>
                <a:srgbClr val="00768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6.72</c:v>
                </c:pt>
                <c:pt idx="1">
                  <c:v>6.82</c:v>
                </c:pt>
                <c:pt idx="2">
                  <c:v>6.93</c:v>
                </c:pt>
                <c:pt idx="3">
                  <c:v>7.01</c:v>
                </c:pt>
                <c:pt idx="4">
                  <c:v>7.11</c:v>
                </c:pt>
                <c:pt idx="5">
                  <c:v>7.21</c:v>
                </c:pt>
                <c:pt idx="6">
                  <c:v>7.32</c:v>
                </c:pt>
                <c:pt idx="7">
                  <c:v>7.43</c:v>
                </c:pt>
                <c:pt idx="8">
                  <c:v>7.56</c:v>
                </c:pt>
                <c:pt idx="9">
                  <c:v>7.69</c:v>
                </c:pt>
                <c:pt idx="10">
                  <c:v>7.83</c:v>
                </c:pt>
                <c:pt idx="11">
                  <c:v>7.98</c:v>
                </c:pt>
                <c:pt idx="12">
                  <c:v>8.15</c:v>
                </c:pt>
                <c:pt idx="13">
                  <c:v>8.32</c:v>
                </c:pt>
                <c:pt idx="14">
                  <c:v>8.51</c:v>
                </c:pt>
                <c:pt idx="15">
                  <c:v>7.17</c:v>
                </c:pt>
                <c:pt idx="16">
                  <c:v>6.83</c:v>
                </c:pt>
                <c:pt idx="17">
                  <c:v>7.04</c:v>
                </c:pt>
                <c:pt idx="18">
                  <c:v>7.26</c:v>
                </c:pt>
                <c:pt idx="19">
                  <c:v>7.49</c:v>
                </c:pt>
                <c:pt idx="20">
                  <c:v>7.75</c:v>
                </c:pt>
                <c:pt idx="21">
                  <c:v>8.07</c:v>
                </c:pt>
                <c:pt idx="22">
                  <c:v>8.4600000000000009</c:v>
                </c:pt>
                <c:pt idx="23">
                  <c:v>8.8699999999999992</c:v>
                </c:pt>
                <c:pt idx="24">
                  <c:v>9.3000000000000007</c:v>
                </c:pt>
                <c:pt idx="25">
                  <c:v>9.75</c:v>
                </c:pt>
              </c:numCache>
            </c:numRef>
          </c:val>
          <c:smooth val="0"/>
          <c:extLst>
            <c:ext xmlns:c16="http://schemas.microsoft.com/office/drawing/2014/chart" uri="{C3380CC4-5D6E-409C-BE32-E72D297353CC}">
              <c16:uniqueId val="{00000001-B3C8-4AEB-8CD6-D7CE7ABC3B57}"/>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majorUnit val="3"/>
      </c:valAx>
      <c:spPr>
        <a:noFill/>
        <a:ln>
          <a:noFill/>
        </a:ln>
        <a:effectLst/>
      </c:spPr>
    </c:plotArea>
    <c:legend>
      <c:legendPos val="b"/>
      <c:layout>
        <c:manualLayout>
          <c:xMode val="edge"/>
          <c:yMode val="edge"/>
          <c:x val="4.8443177492385067E-2"/>
          <c:y val="0.76578213095225867"/>
          <c:w val="0.90052419110659188"/>
          <c:h val="0.1993159963678219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chemeClr val="accent1"/>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85C9-49B6-843E-559A096FAC71}"/>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4.26</c:v>
                </c:pt>
                <c:pt idx="1">
                  <c:v>4.24</c:v>
                </c:pt>
                <c:pt idx="2">
                  <c:v>4.21</c:v>
                </c:pt>
                <c:pt idx="3">
                  <c:v>4.1399999999999997</c:v>
                </c:pt>
                <c:pt idx="4">
                  <c:v>4.0999999999999996</c:v>
                </c:pt>
                <c:pt idx="5">
                  <c:v>4.04</c:v>
                </c:pt>
                <c:pt idx="6">
                  <c:v>3.98</c:v>
                </c:pt>
                <c:pt idx="7">
                  <c:v>3.91</c:v>
                </c:pt>
                <c:pt idx="8">
                  <c:v>3.86</c:v>
                </c:pt>
                <c:pt idx="9">
                  <c:v>3.8</c:v>
                </c:pt>
                <c:pt idx="10">
                  <c:v>3.74</c:v>
                </c:pt>
                <c:pt idx="11">
                  <c:v>3.67</c:v>
                </c:pt>
                <c:pt idx="12">
                  <c:v>3.62</c:v>
                </c:pt>
                <c:pt idx="13">
                  <c:v>3.56</c:v>
                </c:pt>
                <c:pt idx="14">
                  <c:v>3.5</c:v>
                </c:pt>
                <c:pt idx="15">
                  <c:v>1.8</c:v>
                </c:pt>
                <c:pt idx="16">
                  <c:v>1.1399999999999999</c:v>
                </c:pt>
                <c:pt idx="17">
                  <c:v>1.07</c:v>
                </c:pt>
                <c:pt idx="18">
                  <c:v>0.99</c:v>
                </c:pt>
                <c:pt idx="19">
                  <c:v>0.91</c:v>
                </c:pt>
                <c:pt idx="20">
                  <c:v>0.84</c:v>
                </c:pt>
                <c:pt idx="21">
                  <c:v>0.82</c:v>
                </c:pt>
                <c:pt idx="22">
                  <c:v>0.85</c:v>
                </c:pt>
                <c:pt idx="23">
                  <c:v>0.89</c:v>
                </c:pt>
                <c:pt idx="24">
                  <c:v>0.93</c:v>
                </c:pt>
                <c:pt idx="25">
                  <c:v>0.97</c:v>
                </c:pt>
              </c:numCache>
            </c:numRef>
          </c:val>
          <c:smooth val="0"/>
          <c:extLst>
            <c:ext xmlns:c16="http://schemas.microsoft.com/office/drawing/2014/chart" uri="{C3380CC4-5D6E-409C-BE32-E72D297353CC}">
              <c16:uniqueId val="{00000001-85C9-49B6-843E-559A096FAC71}"/>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Sheet1!$A$2</c:f>
              <c:strCache>
                <c:ptCount val="1"/>
                <c:pt idx="0">
                  <c:v>CG-Discom ECR</c:v>
                </c:pt>
              </c:strCache>
            </c:strRef>
          </c:tx>
          <c:spPr>
            <a:ln w="28575" cap="rnd">
              <a:solidFill>
                <a:schemeClr val="accent1"/>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AB08-48C7-8622-232785DA8EC5}"/>
            </c:ext>
          </c:extLst>
        </c:ser>
        <c:ser>
          <c:idx val="1"/>
          <c:order val="1"/>
          <c:tx>
            <c:strRef>
              <c:f>Sheet1!$A$3</c:f>
              <c:strCache>
                <c:ptCount val="1"/>
                <c:pt idx="0">
                  <c:v>CG-Solar Generation Cost</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3.88</c:v>
                </c:pt>
                <c:pt idx="1">
                  <c:v>3.86</c:v>
                </c:pt>
                <c:pt idx="2">
                  <c:v>3.84</c:v>
                </c:pt>
                <c:pt idx="3">
                  <c:v>3.78</c:v>
                </c:pt>
                <c:pt idx="4">
                  <c:v>3.74</c:v>
                </c:pt>
                <c:pt idx="5">
                  <c:v>3.68</c:v>
                </c:pt>
                <c:pt idx="6">
                  <c:v>3.63</c:v>
                </c:pt>
                <c:pt idx="7">
                  <c:v>3.57</c:v>
                </c:pt>
                <c:pt idx="8">
                  <c:v>3.53</c:v>
                </c:pt>
                <c:pt idx="9">
                  <c:v>3.47</c:v>
                </c:pt>
                <c:pt idx="10">
                  <c:v>3.42</c:v>
                </c:pt>
                <c:pt idx="11">
                  <c:v>3.36</c:v>
                </c:pt>
                <c:pt idx="12">
                  <c:v>3.31</c:v>
                </c:pt>
                <c:pt idx="13">
                  <c:v>3.26</c:v>
                </c:pt>
                <c:pt idx="14">
                  <c:v>3.21</c:v>
                </c:pt>
                <c:pt idx="15">
                  <c:v>1.68</c:v>
                </c:pt>
                <c:pt idx="16">
                  <c:v>1.0900000000000001</c:v>
                </c:pt>
                <c:pt idx="17">
                  <c:v>1.02</c:v>
                </c:pt>
                <c:pt idx="18">
                  <c:v>0.96</c:v>
                </c:pt>
                <c:pt idx="19">
                  <c:v>0.89</c:v>
                </c:pt>
                <c:pt idx="20">
                  <c:v>0.83</c:v>
                </c:pt>
                <c:pt idx="21">
                  <c:v>0.81</c:v>
                </c:pt>
                <c:pt idx="22">
                  <c:v>0.85</c:v>
                </c:pt>
                <c:pt idx="23">
                  <c:v>0.88</c:v>
                </c:pt>
                <c:pt idx="24">
                  <c:v>0.93</c:v>
                </c:pt>
                <c:pt idx="25">
                  <c:v>0.96</c:v>
                </c:pt>
              </c:numCache>
            </c:numRef>
          </c:val>
          <c:smooth val="0"/>
          <c:extLst>
            <c:ext xmlns:c16="http://schemas.microsoft.com/office/drawing/2014/chart" uri="{C3380CC4-5D6E-409C-BE32-E72D297353CC}">
              <c16:uniqueId val="{00000001-AB08-48C7-8622-232785DA8EC5}"/>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688395539785427"/>
          <c:y val="8.7945204257519713E-2"/>
          <c:w val="0.86715651816114159"/>
          <c:h val="0.3967691375595388"/>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225B-49AF-8DDA-9A3DF9325294}"/>
            </c:ext>
          </c:extLst>
        </c:ser>
        <c:ser>
          <c:idx val="1"/>
          <c:order val="1"/>
          <c:tx>
            <c:strRef>
              <c:f>Sheet1!$A$3</c:f>
              <c:strCache>
                <c:ptCount val="1"/>
                <c:pt idx="0">
                  <c:v>CG-Solar Generation Cost @Rs. 2.20/kwh tariff</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2.4500000000000002</c:v>
                </c:pt>
                <c:pt idx="1">
                  <c:v>2.44</c:v>
                </c:pt>
                <c:pt idx="2">
                  <c:v>2.4500000000000002</c:v>
                </c:pt>
                <c:pt idx="3">
                  <c:v>2.4500000000000002</c:v>
                </c:pt>
                <c:pt idx="4">
                  <c:v>2.4500000000000002</c:v>
                </c:pt>
                <c:pt idx="5">
                  <c:v>2.4500000000000002</c:v>
                </c:pt>
                <c:pt idx="6">
                  <c:v>2.4500000000000002</c:v>
                </c:pt>
                <c:pt idx="7">
                  <c:v>2.4500000000000002</c:v>
                </c:pt>
                <c:pt idx="8">
                  <c:v>2.4500000000000002</c:v>
                </c:pt>
                <c:pt idx="9">
                  <c:v>2.4500000000000002</c:v>
                </c:pt>
                <c:pt idx="10">
                  <c:v>2.4500000000000002</c:v>
                </c:pt>
                <c:pt idx="11">
                  <c:v>2.4500000000000002</c:v>
                </c:pt>
                <c:pt idx="12">
                  <c:v>2.4500000000000002</c:v>
                </c:pt>
                <c:pt idx="13">
                  <c:v>2.4500000000000002</c:v>
                </c:pt>
                <c:pt idx="14">
                  <c:v>2.4500000000000002</c:v>
                </c:pt>
                <c:pt idx="15">
                  <c:v>2.4500000000000002</c:v>
                </c:pt>
                <c:pt idx="16">
                  <c:v>2.4500000000000002</c:v>
                </c:pt>
                <c:pt idx="17">
                  <c:v>2.4500000000000002</c:v>
                </c:pt>
                <c:pt idx="18">
                  <c:v>2.4500000000000002</c:v>
                </c:pt>
                <c:pt idx="19">
                  <c:v>2.4500000000000002</c:v>
                </c:pt>
                <c:pt idx="20">
                  <c:v>2.4500000000000002</c:v>
                </c:pt>
                <c:pt idx="21">
                  <c:v>2.4500000000000002</c:v>
                </c:pt>
                <c:pt idx="22">
                  <c:v>2.4500000000000002</c:v>
                </c:pt>
                <c:pt idx="23">
                  <c:v>2.4500000000000002</c:v>
                </c:pt>
                <c:pt idx="24">
                  <c:v>2.4500000000000002</c:v>
                </c:pt>
                <c:pt idx="25">
                  <c:v>2.4500000000000002</c:v>
                </c:pt>
              </c:numCache>
            </c:numRef>
          </c:val>
          <c:smooth val="0"/>
          <c:extLst>
            <c:ext xmlns:c16="http://schemas.microsoft.com/office/drawing/2014/chart" uri="{C3380CC4-5D6E-409C-BE32-E72D297353CC}">
              <c16:uniqueId val="{00000001-225B-49AF-8DDA-9A3DF9325294}"/>
            </c:ext>
          </c:extLst>
        </c:ser>
        <c:ser>
          <c:idx val="2"/>
          <c:order val="2"/>
          <c:tx>
            <c:strRef>
              <c:f>Sheet1!$A$4</c:f>
              <c:strCache>
                <c:ptCount val="1"/>
                <c:pt idx="0">
                  <c:v>CG-Solar Generation Cost @Rs. 2.50/kwh tariff</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2.77</c:v>
                </c:pt>
                <c:pt idx="1">
                  <c:v>2.75</c:v>
                </c:pt>
                <c:pt idx="2">
                  <c:v>2.77</c:v>
                </c:pt>
                <c:pt idx="3">
                  <c:v>2.77</c:v>
                </c:pt>
                <c:pt idx="4">
                  <c:v>2.77</c:v>
                </c:pt>
                <c:pt idx="5">
                  <c:v>2.77</c:v>
                </c:pt>
                <c:pt idx="6">
                  <c:v>2.77</c:v>
                </c:pt>
                <c:pt idx="7">
                  <c:v>2.77</c:v>
                </c:pt>
                <c:pt idx="8">
                  <c:v>2.77</c:v>
                </c:pt>
                <c:pt idx="9">
                  <c:v>2.77</c:v>
                </c:pt>
                <c:pt idx="10">
                  <c:v>2.77</c:v>
                </c:pt>
                <c:pt idx="11">
                  <c:v>2.77</c:v>
                </c:pt>
                <c:pt idx="12">
                  <c:v>2.77</c:v>
                </c:pt>
                <c:pt idx="13">
                  <c:v>2.77</c:v>
                </c:pt>
                <c:pt idx="14">
                  <c:v>2.77</c:v>
                </c:pt>
                <c:pt idx="15">
                  <c:v>2.77</c:v>
                </c:pt>
                <c:pt idx="16">
                  <c:v>2.77</c:v>
                </c:pt>
                <c:pt idx="17">
                  <c:v>2.77</c:v>
                </c:pt>
                <c:pt idx="18">
                  <c:v>2.77</c:v>
                </c:pt>
                <c:pt idx="19">
                  <c:v>2.77</c:v>
                </c:pt>
                <c:pt idx="20">
                  <c:v>2.77</c:v>
                </c:pt>
                <c:pt idx="21">
                  <c:v>2.77</c:v>
                </c:pt>
                <c:pt idx="22">
                  <c:v>2.77</c:v>
                </c:pt>
                <c:pt idx="23">
                  <c:v>2.77</c:v>
                </c:pt>
                <c:pt idx="24">
                  <c:v>2.77</c:v>
                </c:pt>
                <c:pt idx="25">
                  <c:v>2.77</c:v>
                </c:pt>
              </c:numCache>
            </c:numRef>
          </c:val>
          <c:smooth val="0"/>
          <c:extLst>
            <c:ext xmlns:c16="http://schemas.microsoft.com/office/drawing/2014/chart" uri="{C3380CC4-5D6E-409C-BE32-E72D297353CC}">
              <c16:uniqueId val="{00000001-D9C3-4DFB-9229-9C1D0A354EEB}"/>
            </c:ext>
          </c:extLst>
        </c:ser>
        <c:ser>
          <c:idx val="3"/>
          <c:order val="3"/>
          <c:tx>
            <c:strRef>
              <c:f>Sheet1!$A$5</c:f>
              <c:strCache>
                <c:ptCount val="1"/>
                <c:pt idx="0">
                  <c:v>CG-Solar Generation Cost @Rs. 3.00/kwh tariff</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3.3</c:v>
                </c:pt>
                <c:pt idx="1">
                  <c:v>3.28</c:v>
                </c:pt>
                <c:pt idx="2">
                  <c:v>3.3</c:v>
                </c:pt>
                <c:pt idx="3">
                  <c:v>3.3</c:v>
                </c:pt>
                <c:pt idx="4">
                  <c:v>3.3</c:v>
                </c:pt>
                <c:pt idx="5">
                  <c:v>3.3</c:v>
                </c:pt>
                <c:pt idx="6">
                  <c:v>3.3</c:v>
                </c:pt>
                <c:pt idx="7">
                  <c:v>3.3</c:v>
                </c:pt>
                <c:pt idx="8">
                  <c:v>3.3</c:v>
                </c:pt>
                <c:pt idx="9">
                  <c:v>3.3</c:v>
                </c:pt>
                <c:pt idx="10">
                  <c:v>3.3</c:v>
                </c:pt>
                <c:pt idx="11">
                  <c:v>3.3</c:v>
                </c:pt>
                <c:pt idx="12">
                  <c:v>3.3</c:v>
                </c:pt>
                <c:pt idx="13">
                  <c:v>3.3</c:v>
                </c:pt>
                <c:pt idx="14">
                  <c:v>3.3</c:v>
                </c:pt>
                <c:pt idx="15">
                  <c:v>3.3</c:v>
                </c:pt>
                <c:pt idx="16">
                  <c:v>3.3</c:v>
                </c:pt>
                <c:pt idx="17">
                  <c:v>3.3</c:v>
                </c:pt>
                <c:pt idx="18">
                  <c:v>3.3</c:v>
                </c:pt>
                <c:pt idx="19">
                  <c:v>3.3</c:v>
                </c:pt>
                <c:pt idx="20">
                  <c:v>3.3</c:v>
                </c:pt>
                <c:pt idx="21">
                  <c:v>3.3</c:v>
                </c:pt>
                <c:pt idx="22">
                  <c:v>3.3</c:v>
                </c:pt>
                <c:pt idx="23">
                  <c:v>3.3</c:v>
                </c:pt>
                <c:pt idx="24">
                  <c:v>3.3</c:v>
                </c:pt>
                <c:pt idx="25">
                  <c:v>3.3</c:v>
                </c:pt>
              </c:numCache>
            </c:numRef>
          </c:val>
          <c:smooth val="0"/>
          <c:extLst>
            <c:ext xmlns:c16="http://schemas.microsoft.com/office/drawing/2014/chart" uri="{C3380CC4-5D6E-409C-BE32-E72D297353CC}">
              <c16:uniqueId val="{00000002-D9C3-4DFB-9229-9C1D0A354EEB}"/>
            </c:ext>
          </c:extLst>
        </c:ser>
        <c:ser>
          <c:idx val="4"/>
          <c:order val="4"/>
          <c:tx>
            <c:strRef>
              <c:f>Sheet1!$A$6</c:f>
              <c:strCache>
                <c:ptCount val="1"/>
                <c:pt idx="0">
                  <c:v>CG-Solar Generation Cost @Rs. 3.50/kwh tariff</c:v>
                </c:pt>
              </c:strCache>
            </c:strRef>
          </c:tx>
          <c:spPr>
            <a:ln w="28575" cap="rnd">
              <a:solidFill>
                <a:schemeClr val="accent5"/>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3.84</c:v>
                </c:pt>
                <c:pt idx="1">
                  <c:v>3.81</c:v>
                </c:pt>
                <c:pt idx="2">
                  <c:v>3.84</c:v>
                </c:pt>
                <c:pt idx="3">
                  <c:v>3.84</c:v>
                </c:pt>
                <c:pt idx="4">
                  <c:v>3.84</c:v>
                </c:pt>
                <c:pt idx="5">
                  <c:v>3.84</c:v>
                </c:pt>
                <c:pt idx="6">
                  <c:v>3.84</c:v>
                </c:pt>
                <c:pt idx="7">
                  <c:v>3.84</c:v>
                </c:pt>
                <c:pt idx="8">
                  <c:v>3.84</c:v>
                </c:pt>
                <c:pt idx="9">
                  <c:v>3.84</c:v>
                </c:pt>
                <c:pt idx="10">
                  <c:v>3.84</c:v>
                </c:pt>
                <c:pt idx="11">
                  <c:v>3.84</c:v>
                </c:pt>
                <c:pt idx="12">
                  <c:v>3.84</c:v>
                </c:pt>
                <c:pt idx="13">
                  <c:v>3.84</c:v>
                </c:pt>
                <c:pt idx="14">
                  <c:v>3.84</c:v>
                </c:pt>
                <c:pt idx="15">
                  <c:v>3.84</c:v>
                </c:pt>
                <c:pt idx="16">
                  <c:v>3.84</c:v>
                </c:pt>
                <c:pt idx="17">
                  <c:v>3.84</c:v>
                </c:pt>
                <c:pt idx="18">
                  <c:v>3.84</c:v>
                </c:pt>
                <c:pt idx="19">
                  <c:v>3.84</c:v>
                </c:pt>
                <c:pt idx="20">
                  <c:v>3.84</c:v>
                </c:pt>
                <c:pt idx="21">
                  <c:v>3.84</c:v>
                </c:pt>
                <c:pt idx="22">
                  <c:v>3.84</c:v>
                </c:pt>
                <c:pt idx="23">
                  <c:v>3.84</c:v>
                </c:pt>
                <c:pt idx="24">
                  <c:v>3.84</c:v>
                </c:pt>
                <c:pt idx="25">
                  <c:v>3.84</c:v>
                </c:pt>
              </c:numCache>
            </c:numRef>
          </c:val>
          <c:smooth val="0"/>
          <c:extLst>
            <c:ext xmlns:c16="http://schemas.microsoft.com/office/drawing/2014/chart" uri="{C3380CC4-5D6E-409C-BE32-E72D297353CC}">
              <c16:uniqueId val="{00000003-D9C3-4DFB-9229-9C1D0A354EEB}"/>
            </c:ext>
          </c:extLst>
        </c:ser>
        <c:ser>
          <c:idx val="5"/>
          <c:order val="5"/>
          <c:tx>
            <c:strRef>
              <c:f>Sheet1!$A$7</c:f>
              <c:strCache>
                <c:ptCount val="1"/>
                <c:pt idx="0">
                  <c:v>CG-Solar Generation Cost @Rs. 4.00/kwh tariff</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4.37</c:v>
                </c:pt>
                <c:pt idx="1">
                  <c:v>4.34</c:v>
                </c:pt>
                <c:pt idx="2">
                  <c:v>4.37</c:v>
                </c:pt>
                <c:pt idx="3">
                  <c:v>4.37</c:v>
                </c:pt>
                <c:pt idx="4">
                  <c:v>4.37</c:v>
                </c:pt>
                <c:pt idx="5">
                  <c:v>4.37</c:v>
                </c:pt>
                <c:pt idx="6">
                  <c:v>4.37</c:v>
                </c:pt>
                <c:pt idx="7">
                  <c:v>4.37</c:v>
                </c:pt>
                <c:pt idx="8">
                  <c:v>4.37</c:v>
                </c:pt>
                <c:pt idx="9">
                  <c:v>4.37</c:v>
                </c:pt>
                <c:pt idx="10">
                  <c:v>4.37</c:v>
                </c:pt>
                <c:pt idx="11">
                  <c:v>4.37</c:v>
                </c:pt>
                <c:pt idx="12">
                  <c:v>4.37</c:v>
                </c:pt>
                <c:pt idx="13">
                  <c:v>4.37</c:v>
                </c:pt>
                <c:pt idx="14">
                  <c:v>4.37</c:v>
                </c:pt>
                <c:pt idx="15">
                  <c:v>4.37</c:v>
                </c:pt>
                <c:pt idx="16">
                  <c:v>4.37</c:v>
                </c:pt>
                <c:pt idx="17">
                  <c:v>4.37</c:v>
                </c:pt>
                <c:pt idx="18">
                  <c:v>4.37</c:v>
                </c:pt>
                <c:pt idx="19">
                  <c:v>4.37</c:v>
                </c:pt>
                <c:pt idx="20">
                  <c:v>4.37</c:v>
                </c:pt>
                <c:pt idx="21">
                  <c:v>4.37</c:v>
                </c:pt>
                <c:pt idx="22">
                  <c:v>4.37</c:v>
                </c:pt>
                <c:pt idx="23">
                  <c:v>4.37</c:v>
                </c:pt>
                <c:pt idx="24">
                  <c:v>4.37</c:v>
                </c:pt>
                <c:pt idx="25">
                  <c:v>4.37</c:v>
                </c:pt>
              </c:numCache>
            </c:numRef>
          </c:val>
          <c:smooth val="0"/>
          <c:extLst>
            <c:ext xmlns:c16="http://schemas.microsoft.com/office/drawing/2014/chart" uri="{C3380CC4-5D6E-409C-BE32-E72D297353CC}">
              <c16:uniqueId val="{00000004-D9C3-4DFB-9229-9C1D0A354EEB}"/>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4.7030894493739171E-2"/>
          <c:y val="0.60265575033468"/>
          <c:w val="0.90074610131860089"/>
          <c:h val="0.36156992928937975"/>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684301142"/>
          <c:y val="8.6621409344616596E-2"/>
          <c:w val="0.86748907994663682"/>
          <c:h val="0.3060558354719547"/>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D540-4B7E-B6CC-BA0FA014BA19}"/>
            </c:ext>
          </c:extLst>
        </c:ser>
        <c:ser>
          <c:idx val="1"/>
          <c:order val="1"/>
          <c:tx>
            <c:strRef>
              <c:f>Sheet1!$A$3</c:f>
              <c:strCache>
                <c:ptCount val="1"/>
                <c:pt idx="0">
                  <c:v>MP-Solar Generation Cost @Rs. 2.20/kwh-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12.15</c:v>
                </c:pt>
                <c:pt idx="1">
                  <c:v>12.39</c:v>
                </c:pt>
                <c:pt idx="2">
                  <c:v>12.69</c:v>
                </c:pt>
                <c:pt idx="3">
                  <c:v>12.98</c:v>
                </c:pt>
                <c:pt idx="4">
                  <c:v>13.28</c:v>
                </c:pt>
                <c:pt idx="5">
                  <c:v>13.6</c:v>
                </c:pt>
                <c:pt idx="6">
                  <c:v>13.92</c:v>
                </c:pt>
                <c:pt idx="7">
                  <c:v>14.26</c:v>
                </c:pt>
                <c:pt idx="8">
                  <c:v>14.62</c:v>
                </c:pt>
                <c:pt idx="9">
                  <c:v>14.99</c:v>
                </c:pt>
                <c:pt idx="10">
                  <c:v>15.37</c:v>
                </c:pt>
                <c:pt idx="11">
                  <c:v>15.77</c:v>
                </c:pt>
                <c:pt idx="12">
                  <c:v>16.190000000000001</c:v>
                </c:pt>
                <c:pt idx="13">
                  <c:v>16.62</c:v>
                </c:pt>
                <c:pt idx="14">
                  <c:v>17.07</c:v>
                </c:pt>
                <c:pt idx="15">
                  <c:v>17.54</c:v>
                </c:pt>
                <c:pt idx="16">
                  <c:v>18.03</c:v>
                </c:pt>
                <c:pt idx="17">
                  <c:v>18.54</c:v>
                </c:pt>
                <c:pt idx="18">
                  <c:v>19.079999999999998</c:v>
                </c:pt>
                <c:pt idx="19">
                  <c:v>19.63</c:v>
                </c:pt>
                <c:pt idx="20">
                  <c:v>20.21</c:v>
                </c:pt>
                <c:pt idx="21">
                  <c:v>20.81</c:v>
                </c:pt>
                <c:pt idx="22">
                  <c:v>21.44</c:v>
                </c:pt>
                <c:pt idx="23">
                  <c:v>22.09</c:v>
                </c:pt>
                <c:pt idx="24">
                  <c:v>22.77</c:v>
                </c:pt>
                <c:pt idx="25">
                  <c:v>23.49</c:v>
                </c:pt>
              </c:numCache>
            </c:numRef>
          </c:val>
          <c:smooth val="0"/>
          <c:extLst>
            <c:ext xmlns:c16="http://schemas.microsoft.com/office/drawing/2014/chart" uri="{C3380CC4-5D6E-409C-BE32-E72D297353CC}">
              <c16:uniqueId val="{00000001-D540-4B7E-B6CC-BA0FA014BA19}"/>
            </c:ext>
          </c:extLst>
        </c:ser>
        <c:ser>
          <c:idx val="2"/>
          <c:order val="2"/>
          <c:tx>
            <c:strRef>
              <c:f>Sheet1!$A$4</c:f>
              <c:strCache>
                <c:ptCount val="1"/>
                <c:pt idx="0">
                  <c:v>MP-Solar Generation Cost- @ Rs. 2.20/kwh-with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8.1999999999999993</c:v>
                </c:pt>
                <c:pt idx="1">
                  <c:v>8.31</c:v>
                </c:pt>
                <c:pt idx="2">
                  <c:v>8.4700000000000006</c:v>
                </c:pt>
                <c:pt idx="3">
                  <c:v>8.6300000000000008</c:v>
                </c:pt>
                <c:pt idx="4">
                  <c:v>8.7899999999999991</c:v>
                </c:pt>
                <c:pt idx="5">
                  <c:v>8.9499999999999993</c:v>
                </c:pt>
                <c:pt idx="6">
                  <c:v>9.1199999999999992</c:v>
                </c:pt>
                <c:pt idx="7">
                  <c:v>9.31</c:v>
                </c:pt>
                <c:pt idx="8">
                  <c:v>9.5</c:v>
                </c:pt>
                <c:pt idx="9">
                  <c:v>9.6999999999999993</c:v>
                </c:pt>
                <c:pt idx="10">
                  <c:v>9.91</c:v>
                </c:pt>
                <c:pt idx="11">
                  <c:v>10.130000000000001</c:v>
                </c:pt>
                <c:pt idx="12">
                  <c:v>10.36</c:v>
                </c:pt>
                <c:pt idx="13">
                  <c:v>10.61</c:v>
                </c:pt>
                <c:pt idx="14">
                  <c:v>10.86</c:v>
                </c:pt>
                <c:pt idx="15">
                  <c:v>11.13</c:v>
                </c:pt>
                <c:pt idx="16">
                  <c:v>11.41</c:v>
                </c:pt>
                <c:pt idx="17">
                  <c:v>11.7</c:v>
                </c:pt>
                <c:pt idx="18">
                  <c:v>12.01</c:v>
                </c:pt>
                <c:pt idx="19">
                  <c:v>12.33</c:v>
                </c:pt>
                <c:pt idx="20">
                  <c:v>12.67</c:v>
                </c:pt>
                <c:pt idx="21">
                  <c:v>13.03</c:v>
                </c:pt>
                <c:pt idx="22">
                  <c:v>13.4</c:v>
                </c:pt>
                <c:pt idx="23">
                  <c:v>13.79</c:v>
                </c:pt>
                <c:pt idx="24">
                  <c:v>14.2</c:v>
                </c:pt>
                <c:pt idx="25">
                  <c:v>14.63</c:v>
                </c:pt>
              </c:numCache>
            </c:numRef>
          </c:val>
          <c:smooth val="0"/>
          <c:extLst>
            <c:ext xmlns:c16="http://schemas.microsoft.com/office/drawing/2014/chart" uri="{C3380CC4-5D6E-409C-BE32-E72D297353CC}">
              <c16:uniqueId val="{00000003-D540-4B7E-B6CC-BA0FA014BA19}"/>
            </c:ext>
          </c:extLst>
        </c:ser>
        <c:ser>
          <c:idx val="3"/>
          <c:order val="3"/>
          <c:tx>
            <c:strRef>
              <c:f>Sheet1!$A$5</c:f>
              <c:strCache>
                <c:ptCount val="1"/>
                <c:pt idx="0">
                  <c:v>MP-Solar Generation Cost- @Rs. 2.50/kwh without ISTS waiver</c:v>
                </c:pt>
              </c:strCache>
            </c:strRef>
          </c:tx>
          <c:spPr>
            <a:ln w="28575" cap="rnd">
              <a:solidFill>
                <a:schemeClr val="accent2">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0.00</c:formatCode>
                <c:ptCount val="26"/>
                <c:pt idx="0">
                  <c:v>12.5290583157384</c:v>
                </c:pt>
                <c:pt idx="1">
                  <c:v>12.763961967396012</c:v>
                </c:pt>
                <c:pt idx="2">
                  <c:v>13.061042111427627</c:v>
                </c:pt>
                <c:pt idx="3">
                  <c:v>13.357436574214034</c:v>
                </c:pt>
                <c:pt idx="4">
                  <c:v>13.6586024443918</c:v>
                </c:pt>
                <c:pt idx="5">
                  <c:v>13.970574016253778</c:v>
                </c:pt>
                <c:pt idx="6">
                  <c:v>14.297604366890811</c:v>
                </c:pt>
                <c:pt idx="7">
                  <c:v>14.638918869971102</c:v>
                </c:pt>
                <c:pt idx="8">
                  <c:v>14.992844851543977</c:v>
                </c:pt>
                <c:pt idx="9">
                  <c:v>15.361404099425117</c:v>
                </c:pt>
                <c:pt idx="10">
                  <c:v>15.745618127530078</c:v>
                </c:pt>
                <c:pt idx="11">
                  <c:v>16.145703546697185</c:v>
                </c:pt>
                <c:pt idx="12">
                  <c:v>16.562127906273105</c:v>
                </c:pt>
                <c:pt idx="13">
                  <c:v>16.995897088962643</c:v>
                </c:pt>
                <c:pt idx="14">
                  <c:v>17.447766434195906</c:v>
                </c:pt>
                <c:pt idx="15">
                  <c:v>17.918428333754328</c:v>
                </c:pt>
                <c:pt idx="16">
                  <c:v>18.40869789146382</c:v>
                </c:pt>
                <c:pt idx="17">
                  <c:v>18.91948104566535</c:v>
                </c:pt>
                <c:pt idx="18">
                  <c:v>19.451662882244438</c:v>
                </c:pt>
                <c:pt idx="19">
                  <c:v>20.006165254152595</c:v>
                </c:pt>
                <c:pt idx="20">
                  <c:v>20.583971916422904</c:v>
                </c:pt>
                <c:pt idx="21">
                  <c:v>21.18611354000193</c:v>
                </c:pt>
                <c:pt idx="22">
                  <c:v>21.813656958896345</c:v>
                </c:pt>
                <c:pt idx="23">
                  <c:v>22.467719661835535</c:v>
                </c:pt>
                <c:pt idx="24">
                  <c:v>23.149473513494357</c:v>
                </c:pt>
                <c:pt idx="25">
                  <c:v>23.860143134356708</c:v>
                </c:pt>
              </c:numCache>
            </c:numRef>
          </c:val>
          <c:smooth val="0"/>
          <c:extLst>
            <c:ext xmlns:c16="http://schemas.microsoft.com/office/drawing/2014/chart" uri="{C3380CC4-5D6E-409C-BE32-E72D297353CC}">
              <c16:uniqueId val="{00000001-3B2E-4E54-B8B5-230F2F5C74B2}"/>
            </c:ext>
          </c:extLst>
        </c:ser>
        <c:ser>
          <c:idx val="4"/>
          <c:order val="4"/>
          <c:tx>
            <c:strRef>
              <c:f>Sheet1!$A$6</c:f>
              <c:strCache>
                <c:ptCount val="1"/>
                <c:pt idx="0">
                  <c:v>MP-Solar Generation Cost- @Rs. 2.50/kwh with ISTS waiver</c:v>
                </c:pt>
              </c:strCache>
            </c:strRef>
          </c:tx>
          <c:spPr>
            <a:ln w="28575" cap="rnd">
              <a:solidFill>
                <a:schemeClr val="accent4">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0.00</c:formatCode>
                <c:ptCount val="26"/>
                <c:pt idx="0">
                  <c:v>8.5752846481270044</c:v>
                </c:pt>
                <c:pt idx="1">
                  <c:v>8.6805563762563747</c:v>
                </c:pt>
                <c:pt idx="2">
                  <c:v>8.843754369758825</c:v>
                </c:pt>
                <c:pt idx="3">
                  <c:v>9.0018771033101892</c:v>
                </c:pt>
                <c:pt idx="4">
                  <c:v>9.1602377449337258</c:v>
                </c:pt>
                <c:pt idx="5">
                  <c:v>9.3247219496003577</c:v>
                </c:pt>
                <c:pt idx="6">
                  <c:v>9.499429281658589</c:v>
                </c:pt>
                <c:pt idx="7">
                  <c:v>9.6834265688296259</c:v>
                </c:pt>
                <c:pt idx="8">
                  <c:v>9.8748773929880276</c:v>
                </c:pt>
                <c:pt idx="9">
                  <c:v>10.075634429113238</c:v>
                </c:pt>
                <c:pt idx="10">
                  <c:v>10.286544533601413</c:v>
                </c:pt>
                <c:pt idx="11">
                  <c:v>10.507643933295443</c:v>
                </c:pt>
                <c:pt idx="12">
                  <c:v>10.739213879317218</c:v>
                </c:pt>
                <c:pt idx="13">
                  <c:v>10.982067848008196</c:v>
                </c:pt>
                <c:pt idx="14">
                  <c:v>11.236762464029837</c:v>
                </c:pt>
                <c:pt idx="15">
                  <c:v>11.503784889156588</c:v>
                </c:pt>
                <c:pt idx="16">
                  <c:v>11.783738268354675</c:v>
                </c:pt>
                <c:pt idx="17">
                  <c:v>12.077309631634595</c:v>
                </c:pt>
                <c:pt idx="18">
                  <c:v>12.385157979229067</c:v>
                </c:pt>
                <c:pt idx="19">
                  <c:v>12.70797166579246</c:v>
                </c:pt>
                <c:pt idx="20">
                  <c:v>13.046493292378825</c:v>
                </c:pt>
                <c:pt idx="21">
                  <c:v>13.401504469267888</c:v>
                </c:pt>
                <c:pt idx="22">
                  <c:v>13.773814803875936</c:v>
                </c:pt>
                <c:pt idx="23">
                  <c:v>14.164276124683314</c:v>
                </c:pt>
                <c:pt idx="24">
                  <c:v>14.573785925943705</c:v>
                </c:pt>
                <c:pt idx="25">
                  <c:v>15.003285461968321</c:v>
                </c:pt>
              </c:numCache>
            </c:numRef>
          </c:val>
          <c:smooth val="0"/>
          <c:extLst>
            <c:ext xmlns:c16="http://schemas.microsoft.com/office/drawing/2014/chart" uri="{C3380CC4-5D6E-409C-BE32-E72D297353CC}">
              <c16:uniqueId val="{00000002-3B2E-4E54-B8B5-230F2F5C74B2}"/>
            </c:ext>
          </c:extLst>
        </c:ser>
        <c:ser>
          <c:idx val="5"/>
          <c:order val="5"/>
          <c:tx>
            <c:strRef>
              <c:f>Sheet1!$A$7</c:f>
              <c:strCache>
                <c:ptCount val="1"/>
                <c:pt idx="0">
                  <c:v>MP-Solar Generation Cost- @Rs. 3.00/kwh without ISTS waiver</c:v>
                </c:pt>
              </c:strCache>
            </c:strRef>
          </c:tx>
          <c:spPr>
            <a:ln w="28575" cap="rnd">
              <a:solidFill>
                <a:schemeClr val="accent6">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0.00</c:formatCode>
                <c:ptCount val="26"/>
                <c:pt idx="0">
                  <c:v>13.153856162271719</c:v>
                </c:pt>
                <c:pt idx="1">
                  <c:v>13.384386229003598</c:v>
                </c:pt>
                <c:pt idx="2">
                  <c:v>13.685839957960946</c:v>
                </c:pt>
                <c:pt idx="3">
                  <c:v>13.982234420747355</c:v>
                </c:pt>
                <c:pt idx="4">
                  <c:v>14.283400290925119</c:v>
                </c:pt>
                <c:pt idx="5">
                  <c:v>14.595371862787095</c:v>
                </c:pt>
                <c:pt idx="6">
                  <c:v>14.922402213424126</c:v>
                </c:pt>
                <c:pt idx="7">
                  <c:v>15.263716716504417</c:v>
                </c:pt>
                <c:pt idx="8">
                  <c:v>15.617642698077296</c:v>
                </c:pt>
                <c:pt idx="9">
                  <c:v>15.986201945958436</c:v>
                </c:pt>
                <c:pt idx="10">
                  <c:v>16.370415974063395</c:v>
                </c:pt>
                <c:pt idx="11">
                  <c:v>16.7705013932305</c:v>
                </c:pt>
                <c:pt idx="12">
                  <c:v>17.18692575280642</c:v>
                </c:pt>
                <c:pt idx="13">
                  <c:v>17.620694935495958</c:v>
                </c:pt>
                <c:pt idx="14">
                  <c:v>18.072564280729221</c:v>
                </c:pt>
                <c:pt idx="15">
                  <c:v>18.543226180287647</c:v>
                </c:pt>
                <c:pt idx="16">
                  <c:v>19.033495737997136</c:v>
                </c:pt>
                <c:pt idx="17">
                  <c:v>19.544278892198665</c:v>
                </c:pt>
                <c:pt idx="18">
                  <c:v>20.076460728777757</c:v>
                </c:pt>
                <c:pt idx="19">
                  <c:v>20.630963100685914</c:v>
                </c:pt>
                <c:pt idx="20">
                  <c:v>21.208769762956219</c:v>
                </c:pt>
                <c:pt idx="21">
                  <c:v>21.810911386535249</c:v>
                </c:pt>
                <c:pt idx="22">
                  <c:v>22.438454805429664</c:v>
                </c:pt>
                <c:pt idx="23">
                  <c:v>23.09251750836885</c:v>
                </c:pt>
                <c:pt idx="24">
                  <c:v>23.774271360027676</c:v>
                </c:pt>
                <c:pt idx="25">
                  <c:v>24.484940980890027</c:v>
                </c:pt>
              </c:numCache>
            </c:numRef>
          </c:val>
          <c:smooth val="0"/>
          <c:extLst>
            <c:ext xmlns:c16="http://schemas.microsoft.com/office/drawing/2014/chart" uri="{C3380CC4-5D6E-409C-BE32-E72D297353CC}">
              <c16:uniqueId val="{00000003-3B2E-4E54-B8B5-230F2F5C74B2}"/>
            </c:ext>
          </c:extLst>
        </c:ser>
        <c:ser>
          <c:idx val="6"/>
          <c:order val="6"/>
          <c:tx>
            <c:strRef>
              <c:f>Sheet1!$A$8</c:f>
              <c:strCache>
                <c:ptCount val="1"/>
                <c:pt idx="0">
                  <c:v>MP-Solar Generation Cost- @Rs. 3.00/kwh with ISTS waiver</c:v>
                </c:pt>
              </c:strCache>
            </c:strRef>
          </c:tx>
          <c:spPr>
            <a:ln w="28575" cap="rnd">
              <a:solidFill>
                <a:schemeClr val="accent2">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Sheet1!$B$8:$AA$8</c:f>
              <c:numCache>
                <c:formatCode>0.00</c:formatCode>
                <c:ptCount val="26"/>
                <c:pt idx="0">
                  <c:v>9.2000824946603252</c:v>
                </c:pt>
                <c:pt idx="1">
                  <c:v>9.3009806378639617</c:v>
                </c:pt>
                <c:pt idx="2">
                  <c:v>9.4685522162921405</c:v>
                </c:pt>
                <c:pt idx="3">
                  <c:v>9.6266749498435065</c:v>
                </c:pt>
                <c:pt idx="4">
                  <c:v>9.785035591467043</c:v>
                </c:pt>
                <c:pt idx="5">
                  <c:v>9.9495197961336768</c:v>
                </c:pt>
                <c:pt idx="6">
                  <c:v>10.124227128191908</c:v>
                </c:pt>
                <c:pt idx="7">
                  <c:v>10.308224415362945</c:v>
                </c:pt>
                <c:pt idx="8">
                  <c:v>10.499675239521345</c:v>
                </c:pt>
                <c:pt idx="9">
                  <c:v>10.700432275646557</c:v>
                </c:pt>
                <c:pt idx="10">
                  <c:v>10.91134238013473</c:v>
                </c:pt>
                <c:pt idx="11">
                  <c:v>11.13244177982876</c:v>
                </c:pt>
                <c:pt idx="12">
                  <c:v>11.364011725850533</c:v>
                </c:pt>
                <c:pt idx="13">
                  <c:v>11.606865694541513</c:v>
                </c:pt>
                <c:pt idx="14">
                  <c:v>11.861560310563156</c:v>
                </c:pt>
                <c:pt idx="15">
                  <c:v>12.128582735689902</c:v>
                </c:pt>
                <c:pt idx="16">
                  <c:v>12.40853611488799</c:v>
                </c:pt>
                <c:pt idx="17">
                  <c:v>12.702107478167912</c:v>
                </c:pt>
                <c:pt idx="18">
                  <c:v>13.009955825762384</c:v>
                </c:pt>
                <c:pt idx="19">
                  <c:v>13.332769512325779</c:v>
                </c:pt>
                <c:pt idx="20">
                  <c:v>13.671291138912141</c:v>
                </c:pt>
                <c:pt idx="21">
                  <c:v>14.026302315801203</c:v>
                </c:pt>
                <c:pt idx="22">
                  <c:v>14.398612650409252</c:v>
                </c:pt>
                <c:pt idx="23">
                  <c:v>14.789073971216625</c:v>
                </c:pt>
                <c:pt idx="24">
                  <c:v>15.198583772477024</c:v>
                </c:pt>
                <c:pt idx="25">
                  <c:v>15.628083308501639</c:v>
                </c:pt>
              </c:numCache>
            </c:numRef>
          </c:val>
          <c:smooth val="0"/>
          <c:extLst>
            <c:ext xmlns:c16="http://schemas.microsoft.com/office/drawing/2014/chart" uri="{C3380CC4-5D6E-409C-BE32-E72D297353CC}">
              <c16:uniqueId val="{00000004-3B2E-4E54-B8B5-230F2F5C74B2}"/>
            </c:ext>
          </c:extLst>
        </c:ser>
        <c:ser>
          <c:idx val="7"/>
          <c:order val="7"/>
          <c:tx>
            <c:strRef>
              <c:f>Sheet1!$A$9</c:f>
              <c:strCache>
                <c:ptCount val="1"/>
                <c:pt idx="0">
                  <c:v>MP-Solar Generation Cost- @Rs. 3.50/kwh without ISTS waiver</c:v>
                </c:pt>
              </c:strCache>
            </c:strRef>
          </c:tx>
          <c:spPr>
            <a:ln w="28575" cap="rnd">
              <a:solidFill>
                <a:schemeClr val="accent4">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Sheet1!$B$9:$AA$9</c:f>
              <c:numCache>
                <c:formatCode>0.00</c:formatCode>
                <c:ptCount val="26"/>
                <c:pt idx="0">
                  <c:v>13.778654008805036</c:v>
                </c:pt>
                <c:pt idx="1">
                  <c:v>14.004810490611181</c:v>
                </c:pt>
                <c:pt idx="2">
                  <c:v>14.310637804494263</c:v>
                </c:pt>
                <c:pt idx="3">
                  <c:v>14.607032267280674</c:v>
                </c:pt>
                <c:pt idx="4">
                  <c:v>14.908198137458434</c:v>
                </c:pt>
                <c:pt idx="5">
                  <c:v>15.220169709320414</c:v>
                </c:pt>
                <c:pt idx="6">
                  <c:v>15.547200059957444</c:v>
                </c:pt>
                <c:pt idx="7">
                  <c:v>15.88851456303774</c:v>
                </c:pt>
                <c:pt idx="8">
                  <c:v>16.242440544610613</c:v>
                </c:pt>
                <c:pt idx="9">
                  <c:v>16.610999792491754</c:v>
                </c:pt>
                <c:pt idx="10">
                  <c:v>16.99521382059671</c:v>
                </c:pt>
                <c:pt idx="11">
                  <c:v>17.395299239763816</c:v>
                </c:pt>
                <c:pt idx="12">
                  <c:v>17.811723599339743</c:v>
                </c:pt>
                <c:pt idx="13">
                  <c:v>18.245492782029274</c:v>
                </c:pt>
                <c:pt idx="14">
                  <c:v>18.69736212726254</c:v>
                </c:pt>
                <c:pt idx="15">
                  <c:v>19.168024026820962</c:v>
                </c:pt>
                <c:pt idx="16">
                  <c:v>19.658293584530451</c:v>
                </c:pt>
                <c:pt idx="17">
                  <c:v>20.169076738731984</c:v>
                </c:pt>
                <c:pt idx="18">
                  <c:v>20.701258575311076</c:v>
                </c:pt>
                <c:pt idx="19">
                  <c:v>21.255760947219233</c:v>
                </c:pt>
                <c:pt idx="20">
                  <c:v>21.833567609489538</c:v>
                </c:pt>
                <c:pt idx="21">
                  <c:v>22.435709233068568</c:v>
                </c:pt>
                <c:pt idx="22">
                  <c:v>23.06325265196298</c:v>
                </c:pt>
                <c:pt idx="23">
                  <c:v>23.717315354902173</c:v>
                </c:pt>
                <c:pt idx="24">
                  <c:v>24.399069206560991</c:v>
                </c:pt>
                <c:pt idx="25">
                  <c:v>25.109738827423339</c:v>
                </c:pt>
              </c:numCache>
            </c:numRef>
          </c:val>
          <c:smooth val="0"/>
          <c:extLst>
            <c:ext xmlns:c16="http://schemas.microsoft.com/office/drawing/2014/chart" uri="{C3380CC4-5D6E-409C-BE32-E72D297353CC}">
              <c16:uniqueId val="{00000005-3B2E-4E54-B8B5-230F2F5C74B2}"/>
            </c:ext>
          </c:extLst>
        </c:ser>
        <c:ser>
          <c:idx val="8"/>
          <c:order val="8"/>
          <c:tx>
            <c:strRef>
              <c:f>Sheet1!$A$10</c:f>
              <c:strCache>
                <c:ptCount val="1"/>
                <c:pt idx="0">
                  <c:v>MP-Solar Generation Cost- @Rs. 3.50/kwh with ISTS waiver</c:v>
                </c:pt>
              </c:strCache>
            </c:strRef>
          </c:tx>
          <c:spPr>
            <a:ln w="28575" cap="rnd">
              <a:solidFill>
                <a:schemeClr val="accent6">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Sheet1!$B$10:$AA$10</c:f>
              <c:numCache>
                <c:formatCode>0.00</c:formatCode>
                <c:ptCount val="26"/>
                <c:pt idx="0">
                  <c:v>9.8248803411936407</c:v>
                </c:pt>
                <c:pt idx="1">
                  <c:v>9.9214048994715451</c:v>
                </c:pt>
                <c:pt idx="2">
                  <c:v>10.09335006282546</c:v>
                </c:pt>
                <c:pt idx="3">
                  <c:v>10.251472796376826</c:v>
                </c:pt>
                <c:pt idx="4">
                  <c:v>10.40983343800036</c:v>
                </c:pt>
                <c:pt idx="5">
                  <c:v>10.574317642666992</c:v>
                </c:pt>
                <c:pt idx="6">
                  <c:v>10.749024974725224</c:v>
                </c:pt>
                <c:pt idx="7">
                  <c:v>10.933022261896262</c:v>
                </c:pt>
                <c:pt idx="8">
                  <c:v>11.12447308605466</c:v>
                </c:pt>
                <c:pt idx="9">
                  <c:v>11.325230122179875</c:v>
                </c:pt>
                <c:pt idx="10">
                  <c:v>11.536140226668048</c:v>
                </c:pt>
                <c:pt idx="11">
                  <c:v>11.757239626362079</c:v>
                </c:pt>
                <c:pt idx="12">
                  <c:v>11.988809572383854</c:v>
                </c:pt>
                <c:pt idx="13">
                  <c:v>12.231663541074834</c:v>
                </c:pt>
                <c:pt idx="14">
                  <c:v>12.486358157096474</c:v>
                </c:pt>
                <c:pt idx="15">
                  <c:v>12.753380582223224</c:v>
                </c:pt>
                <c:pt idx="16">
                  <c:v>13.033333961421308</c:v>
                </c:pt>
                <c:pt idx="17">
                  <c:v>13.326905324701229</c:v>
                </c:pt>
                <c:pt idx="18">
                  <c:v>13.6347536722957</c:v>
                </c:pt>
                <c:pt idx="19">
                  <c:v>13.957567358859093</c:v>
                </c:pt>
                <c:pt idx="20">
                  <c:v>14.296088985445458</c:v>
                </c:pt>
                <c:pt idx="21">
                  <c:v>14.651100162334522</c:v>
                </c:pt>
                <c:pt idx="22">
                  <c:v>15.023410496942569</c:v>
                </c:pt>
                <c:pt idx="23">
                  <c:v>15.413871817749941</c:v>
                </c:pt>
                <c:pt idx="24">
                  <c:v>15.823381619010341</c:v>
                </c:pt>
                <c:pt idx="25">
                  <c:v>16.252881155034956</c:v>
                </c:pt>
              </c:numCache>
            </c:numRef>
          </c:val>
          <c:smooth val="0"/>
          <c:extLst>
            <c:ext xmlns:c16="http://schemas.microsoft.com/office/drawing/2014/chart" uri="{C3380CC4-5D6E-409C-BE32-E72D297353CC}">
              <c16:uniqueId val="{00000006-3B2E-4E54-B8B5-230F2F5C74B2}"/>
            </c:ext>
          </c:extLst>
        </c:ser>
        <c:ser>
          <c:idx val="9"/>
          <c:order val="9"/>
          <c:tx>
            <c:strRef>
              <c:f>Sheet1!$A$11</c:f>
              <c:strCache>
                <c:ptCount val="1"/>
                <c:pt idx="0">
                  <c:v>MP-Solar Generation Cost- @Rs. 4.00/kwh without ISTS waiver</c:v>
                </c:pt>
              </c:strCache>
            </c:strRef>
          </c:tx>
          <c:spPr>
            <a:ln w="28575" cap="rnd">
              <a:solidFill>
                <a:schemeClr val="accent2">
                  <a:lumMod val="8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Sheet1!$B$11:$AA$11</c:f>
              <c:numCache>
                <c:formatCode>0.00</c:formatCode>
                <c:ptCount val="26"/>
                <c:pt idx="0">
                  <c:v>14.403451855338355</c:v>
                </c:pt>
                <c:pt idx="1">
                  <c:v>14.625234752218766</c:v>
                </c:pt>
                <c:pt idx="2">
                  <c:v>14.935435651027579</c:v>
                </c:pt>
                <c:pt idx="3">
                  <c:v>15.23183011381399</c:v>
                </c:pt>
                <c:pt idx="4">
                  <c:v>15.532995983991754</c:v>
                </c:pt>
                <c:pt idx="5">
                  <c:v>15.84496755585373</c:v>
                </c:pt>
                <c:pt idx="6">
                  <c:v>16.171997906490763</c:v>
                </c:pt>
                <c:pt idx="7">
                  <c:v>16.513312409571057</c:v>
                </c:pt>
                <c:pt idx="8">
                  <c:v>16.867238391143928</c:v>
                </c:pt>
                <c:pt idx="9">
                  <c:v>17.235797639025069</c:v>
                </c:pt>
                <c:pt idx="10">
                  <c:v>17.620011667130033</c:v>
                </c:pt>
                <c:pt idx="11">
                  <c:v>18.020097086297131</c:v>
                </c:pt>
                <c:pt idx="12">
                  <c:v>18.436521445873058</c:v>
                </c:pt>
                <c:pt idx="13">
                  <c:v>18.870290628562596</c:v>
                </c:pt>
                <c:pt idx="14">
                  <c:v>19.322159973795859</c:v>
                </c:pt>
                <c:pt idx="15">
                  <c:v>19.792821873354278</c:v>
                </c:pt>
                <c:pt idx="16">
                  <c:v>20.28309143106377</c:v>
                </c:pt>
                <c:pt idx="17">
                  <c:v>20.7938745852653</c:v>
                </c:pt>
                <c:pt idx="18">
                  <c:v>21.326056421844392</c:v>
                </c:pt>
                <c:pt idx="19">
                  <c:v>21.880558793752549</c:v>
                </c:pt>
                <c:pt idx="20">
                  <c:v>22.458365456022854</c:v>
                </c:pt>
                <c:pt idx="21">
                  <c:v>23.060507079601887</c:v>
                </c:pt>
                <c:pt idx="22">
                  <c:v>23.688050498496299</c:v>
                </c:pt>
                <c:pt idx="23">
                  <c:v>24.342113201435488</c:v>
                </c:pt>
                <c:pt idx="24">
                  <c:v>25.02386705309431</c:v>
                </c:pt>
                <c:pt idx="25">
                  <c:v>25.734536673956661</c:v>
                </c:pt>
              </c:numCache>
            </c:numRef>
          </c:val>
          <c:smooth val="0"/>
          <c:extLst>
            <c:ext xmlns:c16="http://schemas.microsoft.com/office/drawing/2014/chart" uri="{C3380CC4-5D6E-409C-BE32-E72D297353CC}">
              <c16:uniqueId val="{00000007-3B2E-4E54-B8B5-230F2F5C74B2}"/>
            </c:ext>
          </c:extLst>
        </c:ser>
        <c:ser>
          <c:idx val="10"/>
          <c:order val="10"/>
          <c:tx>
            <c:strRef>
              <c:f>Sheet1!$A$12</c:f>
              <c:strCache>
                <c:ptCount val="1"/>
                <c:pt idx="0">
                  <c:v>MP-Solar Generation Cost- @Rs. 4.00/kwh with ISTS waiver</c:v>
                </c:pt>
              </c:strCache>
            </c:strRef>
          </c:tx>
          <c:spPr>
            <a:ln w="28575" cap="rnd">
              <a:solidFill>
                <a:schemeClr val="accent4">
                  <a:lumMod val="8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Sheet1!$B$12:$AA$12</c:f>
              <c:numCache>
                <c:formatCode>0.00</c:formatCode>
                <c:ptCount val="26"/>
                <c:pt idx="0">
                  <c:v>10.449678187726958</c:v>
                </c:pt>
                <c:pt idx="1">
                  <c:v>10.541829161079129</c:v>
                </c:pt>
                <c:pt idx="2">
                  <c:v>10.718147909358775</c:v>
                </c:pt>
                <c:pt idx="3">
                  <c:v>10.876270642910141</c:v>
                </c:pt>
                <c:pt idx="4">
                  <c:v>11.034631284533678</c:v>
                </c:pt>
                <c:pt idx="5">
                  <c:v>11.199115489200313</c:v>
                </c:pt>
                <c:pt idx="6">
                  <c:v>11.373822821258541</c:v>
                </c:pt>
                <c:pt idx="7">
                  <c:v>11.557820108429581</c:v>
                </c:pt>
                <c:pt idx="8">
                  <c:v>11.749270932587979</c:v>
                </c:pt>
                <c:pt idx="9">
                  <c:v>11.95002796871319</c:v>
                </c:pt>
                <c:pt idx="10">
                  <c:v>12.160938073201367</c:v>
                </c:pt>
                <c:pt idx="11">
                  <c:v>12.382037472895396</c:v>
                </c:pt>
                <c:pt idx="12">
                  <c:v>12.613607418917168</c:v>
                </c:pt>
                <c:pt idx="13">
                  <c:v>12.856461387608149</c:v>
                </c:pt>
                <c:pt idx="14">
                  <c:v>13.111156003629791</c:v>
                </c:pt>
                <c:pt idx="15">
                  <c:v>13.37817842875654</c:v>
                </c:pt>
                <c:pt idx="16">
                  <c:v>13.658131807954627</c:v>
                </c:pt>
                <c:pt idx="17">
                  <c:v>13.951703171234545</c:v>
                </c:pt>
                <c:pt idx="18">
                  <c:v>14.259551518829019</c:v>
                </c:pt>
                <c:pt idx="19">
                  <c:v>14.582365205392412</c:v>
                </c:pt>
                <c:pt idx="20">
                  <c:v>14.920886831978777</c:v>
                </c:pt>
                <c:pt idx="21">
                  <c:v>15.275898008867841</c:v>
                </c:pt>
                <c:pt idx="22">
                  <c:v>15.648208343475888</c:v>
                </c:pt>
                <c:pt idx="23">
                  <c:v>16.038669664283262</c:v>
                </c:pt>
                <c:pt idx="24">
                  <c:v>16.448179465543657</c:v>
                </c:pt>
                <c:pt idx="25">
                  <c:v>16.877679001568271</c:v>
                </c:pt>
              </c:numCache>
            </c:numRef>
          </c:val>
          <c:smooth val="0"/>
          <c:extLst>
            <c:ext xmlns:c16="http://schemas.microsoft.com/office/drawing/2014/chart" uri="{C3380CC4-5D6E-409C-BE32-E72D297353CC}">
              <c16:uniqueId val="{00000008-3B2E-4E54-B8B5-230F2F5C74B2}"/>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6"/>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5.5938950293036784E-2"/>
          <c:y val="0.48236262478383812"/>
          <c:w val="0.91459858672906913"/>
          <c:h val="0.44798213066309855"/>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8"/>
          <c:y val="9.9904834805635445E-2"/>
          <c:w val="0.86748907994663682"/>
          <c:h val="0.331888615346422"/>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92D5-41FE-8BA4-004719FE8998}"/>
            </c:ext>
          </c:extLst>
        </c:ser>
        <c:ser>
          <c:idx val="1"/>
          <c:order val="1"/>
          <c:tx>
            <c:strRef>
              <c:f>Sheet1!$A$3</c:f>
              <c:strCache>
                <c:ptCount val="1"/>
                <c:pt idx="0">
                  <c:v>MP-Solar Generation Cost @Rs. 2.20/kwh tariff</c:v>
                </c:pt>
              </c:strCache>
            </c:strRef>
          </c:tx>
          <c:spPr>
            <a:ln w="28575" cap="rnd">
              <a:solidFill>
                <a:schemeClr val="accent5">
                  <a:shade val="7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7</c:v>
                </c:pt>
                <c:pt idx="1">
                  <c:v>7.1</c:v>
                </c:pt>
                <c:pt idx="2">
                  <c:v>7.24</c:v>
                </c:pt>
                <c:pt idx="3">
                  <c:v>7.39</c:v>
                </c:pt>
                <c:pt idx="4">
                  <c:v>7.54</c:v>
                </c:pt>
                <c:pt idx="5">
                  <c:v>7.69</c:v>
                </c:pt>
                <c:pt idx="6">
                  <c:v>7.85</c:v>
                </c:pt>
                <c:pt idx="7">
                  <c:v>8.02</c:v>
                </c:pt>
                <c:pt idx="8">
                  <c:v>8.1999999999999993</c:v>
                </c:pt>
                <c:pt idx="9">
                  <c:v>8.39</c:v>
                </c:pt>
                <c:pt idx="10">
                  <c:v>8.59</c:v>
                </c:pt>
                <c:pt idx="11">
                  <c:v>8.7899999999999991</c:v>
                </c:pt>
                <c:pt idx="12">
                  <c:v>9.01</c:v>
                </c:pt>
                <c:pt idx="13">
                  <c:v>9.24</c:v>
                </c:pt>
                <c:pt idx="14">
                  <c:v>9.48</c:v>
                </c:pt>
                <c:pt idx="15">
                  <c:v>9.73</c:v>
                </c:pt>
                <c:pt idx="16">
                  <c:v>9.99</c:v>
                </c:pt>
                <c:pt idx="17">
                  <c:v>10.27</c:v>
                </c:pt>
                <c:pt idx="18">
                  <c:v>10.56</c:v>
                </c:pt>
                <c:pt idx="19">
                  <c:v>10.87</c:v>
                </c:pt>
                <c:pt idx="20">
                  <c:v>11.19</c:v>
                </c:pt>
                <c:pt idx="21">
                  <c:v>11.52</c:v>
                </c:pt>
                <c:pt idx="22">
                  <c:v>11.88</c:v>
                </c:pt>
                <c:pt idx="23">
                  <c:v>12.25</c:v>
                </c:pt>
                <c:pt idx="24">
                  <c:v>12.64</c:v>
                </c:pt>
                <c:pt idx="25">
                  <c:v>13.05</c:v>
                </c:pt>
              </c:numCache>
            </c:numRef>
          </c:val>
          <c:smooth val="0"/>
          <c:extLst>
            <c:ext xmlns:c16="http://schemas.microsoft.com/office/drawing/2014/chart" uri="{C3380CC4-5D6E-409C-BE32-E72D297353CC}">
              <c16:uniqueId val="{00000001-92D5-41FE-8BA4-004719FE8998}"/>
            </c:ext>
          </c:extLst>
        </c:ser>
        <c:ser>
          <c:idx val="2"/>
          <c:order val="2"/>
          <c:tx>
            <c:strRef>
              <c:f>Sheet1!$A$4</c:f>
              <c:strCache>
                <c:ptCount val="1"/>
                <c:pt idx="0">
                  <c:v>MP-Solar Generation Cost @Rs. 2.50/kwh tariff</c:v>
                </c:pt>
              </c:strCache>
            </c:strRef>
          </c:tx>
          <c:spPr>
            <a:ln w="28575" cap="rnd">
              <a:solidFill>
                <a:schemeClr val="accent5">
                  <a:shade val="9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7.33</c:v>
                </c:pt>
                <c:pt idx="1">
                  <c:v>7.43</c:v>
                </c:pt>
                <c:pt idx="2">
                  <c:v>7.58</c:v>
                </c:pt>
                <c:pt idx="3">
                  <c:v>7.72</c:v>
                </c:pt>
                <c:pt idx="4">
                  <c:v>7.87</c:v>
                </c:pt>
                <c:pt idx="5">
                  <c:v>8.02</c:v>
                </c:pt>
                <c:pt idx="6">
                  <c:v>8.18</c:v>
                </c:pt>
                <c:pt idx="7">
                  <c:v>8.35</c:v>
                </c:pt>
                <c:pt idx="8">
                  <c:v>8.5299999999999994</c:v>
                </c:pt>
                <c:pt idx="9">
                  <c:v>8.7200000000000006</c:v>
                </c:pt>
                <c:pt idx="10">
                  <c:v>8.92</c:v>
                </c:pt>
                <c:pt idx="11">
                  <c:v>9.1199999999999992</c:v>
                </c:pt>
                <c:pt idx="12">
                  <c:v>9.34</c:v>
                </c:pt>
                <c:pt idx="13">
                  <c:v>9.57</c:v>
                </c:pt>
                <c:pt idx="14">
                  <c:v>9.81</c:v>
                </c:pt>
                <c:pt idx="15">
                  <c:v>10.06</c:v>
                </c:pt>
                <c:pt idx="16">
                  <c:v>10.32</c:v>
                </c:pt>
                <c:pt idx="17">
                  <c:v>10.6</c:v>
                </c:pt>
                <c:pt idx="18">
                  <c:v>10.89</c:v>
                </c:pt>
                <c:pt idx="19">
                  <c:v>11.2</c:v>
                </c:pt>
                <c:pt idx="20">
                  <c:v>11.52</c:v>
                </c:pt>
                <c:pt idx="21">
                  <c:v>11.85</c:v>
                </c:pt>
                <c:pt idx="22">
                  <c:v>12.21</c:v>
                </c:pt>
                <c:pt idx="23">
                  <c:v>12.58</c:v>
                </c:pt>
                <c:pt idx="24">
                  <c:v>12.97</c:v>
                </c:pt>
                <c:pt idx="25">
                  <c:v>13.38</c:v>
                </c:pt>
              </c:numCache>
            </c:numRef>
          </c:val>
          <c:smooth val="0"/>
          <c:extLst>
            <c:ext xmlns:c16="http://schemas.microsoft.com/office/drawing/2014/chart" uri="{C3380CC4-5D6E-409C-BE32-E72D297353CC}">
              <c16:uniqueId val="{00000001-BACC-4B21-B947-E0804587657C}"/>
            </c:ext>
          </c:extLst>
        </c:ser>
        <c:ser>
          <c:idx val="3"/>
          <c:order val="3"/>
          <c:tx>
            <c:strRef>
              <c:f>Sheet1!$A$5</c:f>
              <c:strCache>
                <c:ptCount val="1"/>
                <c:pt idx="0">
                  <c:v>MP-Solar Generation Cost @Rs. 3.00/kwh tariff</c:v>
                </c:pt>
              </c:strCache>
            </c:strRef>
          </c:tx>
          <c:spPr>
            <a:ln w="28575" cap="rnd">
              <a:solidFill>
                <a:schemeClr val="accent5">
                  <a:tint val="9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7.88</c:v>
                </c:pt>
                <c:pt idx="1">
                  <c:v>7.97</c:v>
                </c:pt>
                <c:pt idx="2">
                  <c:v>8.1300000000000008</c:v>
                </c:pt>
                <c:pt idx="3">
                  <c:v>8.27</c:v>
                </c:pt>
                <c:pt idx="4">
                  <c:v>8.42</c:v>
                </c:pt>
                <c:pt idx="5">
                  <c:v>8.57</c:v>
                </c:pt>
                <c:pt idx="6">
                  <c:v>8.73</c:v>
                </c:pt>
                <c:pt idx="7">
                  <c:v>8.9</c:v>
                </c:pt>
                <c:pt idx="8">
                  <c:v>9.08</c:v>
                </c:pt>
                <c:pt idx="9">
                  <c:v>9.27</c:v>
                </c:pt>
                <c:pt idx="10">
                  <c:v>9.4700000000000006</c:v>
                </c:pt>
                <c:pt idx="11">
                  <c:v>9.67</c:v>
                </c:pt>
                <c:pt idx="12">
                  <c:v>9.89</c:v>
                </c:pt>
                <c:pt idx="13">
                  <c:v>10.119999999999999</c:v>
                </c:pt>
                <c:pt idx="14">
                  <c:v>10.36</c:v>
                </c:pt>
                <c:pt idx="15">
                  <c:v>10.61</c:v>
                </c:pt>
                <c:pt idx="16">
                  <c:v>10.87</c:v>
                </c:pt>
                <c:pt idx="17">
                  <c:v>11.15</c:v>
                </c:pt>
                <c:pt idx="18">
                  <c:v>11.44</c:v>
                </c:pt>
                <c:pt idx="19">
                  <c:v>11.75</c:v>
                </c:pt>
                <c:pt idx="20">
                  <c:v>12.07</c:v>
                </c:pt>
                <c:pt idx="21">
                  <c:v>12.41</c:v>
                </c:pt>
                <c:pt idx="22">
                  <c:v>12.76</c:v>
                </c:pt>
                <c:pt idx="23">
                  <c:v>13.13</c:v>
                </c:pt>
                <c:pt idx="24">
                  <c:v>13.52</c:v>
                </c:pt>
                <c:pt idx="25">
                  <c:v>13.93</c:v>
                </c:pt>
              </c:numCache>
            </c:numRef>
          </c:val>
          <c:smooth val="0"/>
          <c:extLst>
            <c:ext xmlns:c16="http://schemas.microsoft.com/office/drawing/2014/chart" uri="{C3380CC4-5D6E-409C-BE32-E72D297353CC}">
              <c16:uniqueId val="{00000002-BACC-4B21-B947-E0804587657C}"/>
            </c:ext>
          </c:extLst>
        </c:ser>
        <c:ser>
          <c:idx val="4"/>
          <c:order val="4"/>
          <c:tx>
            <c:strRef>
              <c:f>Sheet1!$A$6</c:f>
              <c:strCache>
                <c:ptCount val="1"/>
                <c:pt idx="0">
                  <c:v>MP-Solar Generation Cost @Rs. 3.50/kwh tariff</c:v>
                </c:pt>
              </c:strCache>
            </c:strRef>
          </c:tx>
          <c:spPr>
            <a:ln w="28575" cap="rnd">
              <a:solidFill>
                <a:schemeClr val="accent5">
                  <a:tint val="7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8.43</c:v>
                </c:pt>
                <c:pt idx="1">
                  <c:v>8.52</c:v>
                </c:pt>
                <c:pt idx="2">
                  <c:v>8.68</c:v>
                </c:pt>
                <c:pt idx="3">
                  <c:v>8.82</c:v>
                </c:pt>
                <c:pt idx="4">
                  <c:v>8.9700000000000006</c:v>
                </c:pt>
                <c:pt idx="5">
                  <c:v>9.1199999999999992</c:v>
                </c:pt>
                <c:pt idx="6">
                  <c:v>9.2799999999999994</c:v>
                </c:pt>
                <c:pt idx="7">
                  <c:v>9.4600000000000009</c:v>
                </c:pt>
                <c:pt idx="8">
                  <c:v>9.6300000000000008</c:v>
                </c:pt>
                <c:pt idx="9">
                  <c:v>9.82</c:v>
                </c:pt>
                <c:pt idx="10">
                  <c:v>10.02</c:v>
                </c:pt>
                <c:pt idx="11">
                  <c:v>10.23</c:v>
                </c:pt>
                <c:pt idx="12">
                  <c:v>10.44</c:v>
                </c:pt>
                <c:pt idx="13">
                  <c:v>10.67</c:v>
                </c:pt>
                <c:pt idx="14">
                  <c:v>10.91</c:v>
                </c:pt>
                <c:pt idx="15">
                  <c:v>11.16</c:v>
                </c:pt>
                <c:pt idx="16">
                  <c:v>11.43</c:v>
                </c:pt>
                <c:pt idx="17">
                  <c:v>11.7</c:v>
                </c:pt>
                <c:pt idx="18">
                  <c:v>11.99</c:v>
                </c:pt>
                <c:pt idx="19">
                  <c:v>12.3</c:v>
                </c:pt>
                <c:pt idx="20">
                  <c:v>12.62</c:v>
                </c:pt>
                <c:pt idx="21">
                  <c:v>12.96</c:v>
                </c:pt>
                <c:pt idx="22">
                  <c:v>13.31</c:v>
                </c:pt>
                <c:pt idx="23">
                  <c:v>13.68</c:v>
                </c:pt>
                <c:pt idx="24">
                  <c:v>14.07</c:v>
                </c:pt>
                <c:pt idx="25">
                  <c:v>14.48</c:v>
                </c:pt>
              </c:numCache>
            </c:numRef>
          </c:val>
          <c:smooth val="0"/>
          <c:extLst>
            <c:ext xmlns:c16="http://schemas.microsoft.com/office/drawing/2014/chart" uri="{C3380CC4-5D6E-409C-BE32-E72D297353CC}">
              <c16:uniqueId val="{00000003-BACC-4B21-B947-E0804587657C}"/>
            </c:ext>
          </c:extLst>
        </c:ser>
        <c:ser>
          <c:idx val="5"/>
          <c:order val="5"/>
          <c:tx>
            <c:strRef>
              <c:f>Sheet1!$A$7</c:f>
              <c:strCache>
                <c:ptCount val="1"/>
                <c:pt idx="0">
                  <c:v>MP-Solar Generation Cost @Rs. 4.00/kwh tariff</c:v>
                </c:pt>
              </c:strCache>
            </c:strRef>
          </c:tx>
          <c:spPr>
            <a:ln w="28575" cap="rnd">
              <a:solidFill>
                <a:schemeClr val="accent5">
                  <a:tint val="5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8.98</c:v>
                </c:pt>
                <c:pt idx="1">
                  <c:v>9.07</c:v>
                </c:pt>
                <c:pt idx="2">
                  <c:v>9.23</c:v>
                </c:pt>
                <c:pt idx="3">
                  <c:v>9.3800000000000008</c:v>
                </c:pt>
                <c:pt idx="4">
                  <c:v>9.52</c:v>
                </c:pt>
                <c:pt idx="5">
                  <c:v>9.67</c:v>
                </c:pt>
                <c:pt idx="6">
                  <c:v>9.84</c:v>
                </c:pt>
                <c:pt idx="7">
                  <c:v>10.01</c:v>
                </c:pt>
                <c:pt idx="8">
                  <c:v>10.19</c:v>
                </c:pt>
                <c:pt idx="9">
                  <c:v>10.37</c:v>
                </c:pt>
                <c:pt idx="10">
                  <c:v>10.57</c:v>
                </c:pt>
                <c:pt idx="11">
                  <c:v>10.78</c:v>
                </c:pt>
                <c:pt idx="12">
                  <c:v>10.99</c:v>
                </c:pt>
                <c:pt idx="13">
                  <c:v>11.22</c:v>
                </c:pt>
                <c:pt idx="14">
                  <c:v>11.46</c:v>
                </c:pt>
                <c:pt idx="15">
                  <c:v>11.71</c:v>
                </c:pt>
                <c:pt idx="16">
                  <c:v>11.98</c:v>
                </c:pt>
                <c:pt idx="17">
                  <c:v>12.25</c:v>
                </c:pt>
                <c:pt idx="18">
                  <c:v>12.55</c:v>
                </c:pt>
                <c:pt idx="19">
                  <c:v>12.85</c:v>
                </c:pt>
                <c:pt idx="20">
                  <c:v>13.17</c:v>
                </c:pt>
                <c:pt idx="21">
                  <c:v>13.51</c:v>
                </c:pt>
                <c:pt idx="22">
                  <c:v>13.86</c:v>
                </c:pt>
                <c:pt idx="23">
                  <c:v>14.23</c:v>
                </c:pt>
                <c:pt idx="24">
                  <c:v>14.62</c:v>
                </c:pt>
                <c:pt idx="25">
                  <c:v>15.03</c:v>
                </c:pt>
              </c:numCache>
            </c:numRef>
          </c:val>
          <c:smooth val="0"/>
          <c:extLst>
            <c:ext xmlns:c16="http://schemas.microsoft.com/office/drawing/2014/chart" uri="{C3380CC4-5D6E-409C-BE32-E72D297353CC}">
              <c16:uniqueId val="{00000004-BACC-4B21-B947-E0804587657C}"/>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3.5495907949195327E-2"/>
          <c:y val="0.52567887953327685"/>
          <c:w val="0.93342310106883275"/>
          <c:h val="0.31865899828288891"/>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8"/>
          <c:y val="7.7015329871526997E-2"/>
          <c:w val="0.86748907994663682"/>
          <c:h val="0.34632269276123878"/>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A844-4E4C-ADF6-3AE6F569E549}"/>
            </c:ext>
          </c:extLst>
        </c:ser>
        <c:ser>
          <c:idx val="1"/>
          <c:order val="1"/>
          <c:tx>
            <c:strRef>
              <c:f>Sheet1!$A$3</c:f>
              <c:strCache>
                <c:ptCount val="1"/>
                <c:pt idx="0">
                  <c:v>CG-Solar Generation Cost @Rs. 2.20/kwh- 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10.35</c:v>
                </c:pt>
                <c:pt idx="1">
                  <c:v>10.5</c:v>
                </c:pt>
                <c:pt idx="2">
                  <c:v>10.67</c:v>
                </c:pt>
                <c:pt idx="3">
                  <c:v>10.87</c:v>
                </c:pt>
                <c:pt idx="4">
                  <c:v>11.18</c:v>
                </c:pt>
                <c:pt idx="5">
                  <c:v>11.4</c:v>
                </c:pt>
                <c:pt idx="6">
                  <c:v>11.63</c:v>
                </c:pt>
                <c:pt idx="7">
                  <c:v>11.88</c:v>
                </c:pt>
                <c:pt idx="8">
                  <c:v>12.14</c:v>
                </c:pt>
                <c:pt idx="9">
                  <c:v>12.41</c:v>
                </c:pt>
                <c:pt idx="10">
                  <c:v>12.71</c:v>
                </c:pt>
                <c:pt idx="11">
                  <c:v>13</c:v>
                </c:pt>
                <c:pt idx="12">
                  <c:v>13.3</c:v>
                </c:pt>
                <c:pt idx="13">
                  <c:v>13.62</c:v>
                </c:pt>
                <c:pt idx="14">
                  <c:v>13.95</c:v>
                </c:pt>
                <c:pt idx="15">
                  <c:v>14.29</c:v>
                </c:pt>
                <c:pt idx="16">
                  <c:v>14.65</c:v>
                </c:pt>
                <c:pt idx="17">
                  <c:v>15.01</c:v>
                </c:pt>
                <c:pt idx="18">
                  <c:v>15.4</c:v>
                </c:pt>
                <c:pt idx="19">
                  <c:v>15.8</c:v>
                </c:pt>
                <c:pt idx="20">
                  <c:v>16.21</c:v>
                </c:pt>
                <c:pt idx="21">
                  <c:v>16.64</c:v>
                </c:pt>
                <c:pt idx="22">
                  <c:v>17.09</c:v>
                </c:pt>
                <c:pt idx="23">
                  <c:v>17.55</c:v>
                </c:pt>
                <c:pt idx="24">
                  <c:v>18.04</c:v>
                </c:pt>
                <c:pt idx="25">
                  <c:v>18.54</c:v>
                </c:pt>
              </c:numCache>
            </c:numRef>
          </c:val>
          <c:smooth val="0"/>
          <c:extLst>
            <c:ext xmlns:c16="http://schemas.microsoft.com/office/drawing/2014/chart" uri="{C3380CC4-5D6E-409C-BE32-E72D297353CC}">
              <c16:uniqueId val="{00000001-A844-4E4C-ADF6-3AE6F569E549}"/>
            </c:ext>
          </c:extLst>
        </c:ser>
        <c:ser>
          <c:idx val="2"/>
          <c:order val="2"/>
          <c:tx>
            <c:strRef>
              <c:f>Sheet1!$A$4</c:f>
              <c:strCache>
                <c:ptCount val="1"/>
                <c:pt idx="0">
                  <c:v>CG-Solar Generation Cost- @ Rs. 2.20/kwh-with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6.42</c:v>
                </c:pt>
                <c:pt idx="1">
                  <c:v>6.43</c:v>
                </c:pt>
                <c:pt idx="2">
                  <c:v>6.47</c:v>
                </c:pt>
                <c:pt idx="3">
                  <c:v>6.54</c:v>
                </c:pt>
                <c:pt idx="4">
                  <c:v>6.7</c:v>
                </c:pt>
                <c:pt idx="5">
                  <c:v>6.78</c:v>
                </c:pt>
                <c:pt idx="6">
                  <c:v>6.86</c:v>
                </c:pt>
                <c:pt idx="7">
                  <c:v>6.95</c:v>
                </c:pt>
                <c:pt idx="8">
                  <c:v>7.04</c:v>
                </c:pt>
                <c:pt idx="9">
                  <c:v>7.16</c:v>
                </c:pt>
                <c:pt idx="10">
                  <c:v>7.27</c:v>
                </c:pt>
                <c:pt idx="11">
                  <c:v>7.39</c:v>
                </c:pt>
                <c:pt idx="12">
                  <c:v>7.51</c:v>
                </c:pt>
                <c:pt idx="13">
                  <c:v>7.63</c:v>
                </c:pt>
                <c:pt idx="14">
                  <c:v>7.77</c:v>
                </c:pt>
                <c:pt idx="15">
                  <c:v>7.91</c:v>
                </c:pt>
                <c:pt idx="16">
                  <c:v>8.0500000000000007</c:v>
                </c:pt>
                <c:pt idx="17">
                  <c:v>8.2100000000000009</c:v>
                </c:pt>
                <c:pt idx="18">
                  <c:v>8.3699999999999992</c:v>
                </c:pt>
                <c:pt idx="19">
                  <c:v>8.5399999999999991</c:v>
                </c:pt>
                <c:pt idx="20">
                  <c:v>8.7100000000000009</c:v>
                </c:pt>
                <c:pt idx="21">
                  <c:v>8.9</c:v>
                </c:pt>
                <c:pt idx="22">
                  <c:v>9.09</c:v>
                </c:pt>
                <c:pt idx="23">
                  <c:v>9.2899999999999991</c:v>
                </c:pt>
                <c:pt idx="24">
                  <c:v>9.51</c:v>
                </c:pt>
                <c:pt idx="25">
                  <c:v>9.73</c:v>
                </c:pt>
              </c:numCache>
            </c:numRef>
          </c:val>
          <c:smooth val="0"/>
          <c:extLst>
            <c:ext xmlns:c16="http://schemas.microsoft.com/office/drawing/2014/chart" uri="{C3380CC4-5D6E-409C-BE32-E72D297353CC}">
              <c16:uniqueId val="{00000002-A844-4E4C-ADF6-3AE6F569E549}"/>
            </c:ext>
          </c:extLst>
        </c:ser>
        <c:ser>
          <c:idx val="3"/>
          <c:order val="3"/>
          <c:tx>
            <c:strRef>
              <c:f>Sheet1!$A$5</c:f>
              <c:strCache>
                <c:ptCount val="1"/>
                <c:pt idx="0">
                  <c:v>CG-Solar Generation Cost- @Rs. 2.50/kwh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10.73</c:v>
                </c:pt>
                <c:pt idx="1">
                  <c:v>10.87</c:v>
                </c:pt>
                <c:pt idx="2">
                  <c:v>11.04</c:v>
                </c:pt>
                <c:pt idx="3">
                  <c:v>11.25</c:v>
                </c:pt>
                <c:pt idx="4">
                  <c:v>11.55</c:v>
                </c:pt>
                <c:pt idx="5">
                  <c:v>11.78</c:v>
                </c:pt>
                <c:pt idx="6">
                  <c:v>12.01</c:v>
                </c:pt>
                <c:pt idx="7">
                  <c:v>12.25</c:v>
                </c:pt>
                <c:pt idx="8">
                  <c:v>12.51</c:v>
                </c:pt>
                <c:pt idx="9">
                  <c:v>12.79</c:v>
                </c:pt>
                <c:pt idx="10">
                  <c:v>13.08</c:v>
                </c:pt>
                <c:pt idx="11">
                  <c:v>13.37</c:v>
                </c:pt>
                <c:pt idx="12">
                  <c:v>13.67</c:v>
                </c:pt>
                <c:pt idx="13">
                  <c:v>13.99</c:v>
                </c:pt>
                <c:pt idx="14">
                  <c:v>14.32</c:v>
                </c:pt>
                <c:pt idx="15">
                  <c:v>14.66</c:v>
                </c:pt>
                <c:pt idx="16">
                  <c:v>15.02</c:v>
                </c:pt>
                <c:pt idx="17">
                  <c:v>15.39</c:v>
                </c:pt>
                <c:pt idx="18">
                  <c:v>15.77</c:v>
                </c:pt>
                <c:pt idx="19">
                  <c:v>16.170000000000002</c:v>
                </c:pt>
                <c:pt idx="20">
                  <c:v>16.59</c:v>
                </c:pt>
                <c:pt idx="21">
                  <c:v>17.02</c:v>
                </c:pt>
                <c:pt idx="22">
                  <c:v>17.46</c:v>
                </c:pt>
                <c:pt idx="23">
                  <c:v>17.93</c:v>
                </c:pt>
                <c:pt idx="24">
                  <c:v>18.41</c:v>
                </c:pt>
                <c:pt idx="25">
                  <c:v>18.920000000000002</c:v>
                </c:pt>
              </c:numCache>
            </c:numRef>
          </c:val>
          <c:smooth val="0"/>
          <c:extLst>
            <c:ext xmlns:c16="http://schemas.microsoft.com/office/drawing/2014/chart" uri="{C3380CC4-5D6E-409C-BE32-E72D297353CC}">
              <c16:uniqueId val="{00000001-1CE3-416D-A584-58B9085AB74A}"/>
            </c:ext>
          </c:extLst>
        </c:ser>
        <c:ser>
          <c:idx val="4"/>
          <c:order val="4"/>
          <c:tx>
            <c:strRef>
              <c:f>Sheet1!$A$6</c:f>
              <c:strCache>
                <c:ptCount val="1"/>
                <c:pt idx="0">
                  <c:v>CG-Solar Generation Cost- @Rs. 2.50/kwh with ISTS waiver</c:v>
                </c:pt>
              </c:strCache>
            </c:strRef>
          </c:tx>
          <c:spPr>
            <a:ln w="28575" cap="rnd">
              <a:solidFill>
                <a:schemeClr val="accent5"/>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6.79</c:v>
                </c:pt>
                <c:pt idx="1">
                  <c:v>6.81</c:v>
                </c:pt>
                <c:pt idx="2">
                  <c:v>6.85</c:v>
                </c:pt>
                <c:pt idx="3">
                  <c:v>6.91</c:v>
                </c:pt>
                <c:pt idx="4">
                  <c:v>7.08</c:v>
                </c:pt>
                <c:pt idx="5">
                  <c:v>7.15</c:v>
                </c:pt>
                <c:pt idx="6">
                  <c:v>7.23</c:v>
                </c:pt>
                <c:pt idx="7">
                  <c:v>7.32</c:v>
                </c:pt>
                <c:pt idx="8">
                  <c:v>7.42</c:v>
                </c:pt>
                <c:pt idx="9">
                  <c:v>7.53</c:v>
                </c:pt>
                <c:pt idx="10">
                  <c:v>7.65</c:v>
                </c:pt>
                <c:pt idx="11">
                  <c:v>7.76</c:v>
                </c:pt>
                <c:pt idx="12">
                  <c:v>7.88</c:v>
                </c:pt>
                <c:pt idx="13">
                  <c:v>8.01</c:v>
                </c:pt>
                <c:pt idx="14">
                  <c:v>8.14</c:v>
                </c:pt>
                <c:pt idx="15">
                  <c:v>8.2799999999999994</c:v>
                </c:pt>
                <c:pt idx="16">
                  <c:v>8.43</c:v>
                </c:pt>
                <c:pt idx="17">
                  <c:v>8.58</c:v>
                </c:pt>
                <c:pt idx="18">
                  <c:v>8.74</c:v>
                </c:pt>
                <c:pt idx="19">
                  <c:v>8.91</c:v>
                </c:pt>
                <c:pt idx="20">
                  <c:v>9.09</c:v>
                </c:pt>
                <c:pt idx="21">
                  <c:v>9.27</c:v>
                </c:pt>
                <c:pt idx="22">
                  <c:v>9.4700000000000006</c:v>
                </c:pt>
                <c:pt idx="23">
                  <c:v>9.67</c:v>
                </c:pt>
                <c:pt idx="24">
                  <c:v>9.8800000000000008</c:v>
                </c:pt>
                <c:pt idx="25">
                  <c:v>10.1</c:v>
                </c:pt>
              </c:numCache>
            </c:numRef>
          </c:val>
          <c:smooth val="0"/>
          <c:extLst>
            <c:ext xmlns:c16="http://schemas.microsoft.com/office/drawing/2014/chart" uri="{C3380CC4-5D6E-409C-BE32-E72D297353CC}">
              <c16:uniqueId val="{00000002-1CE3-416D-A584-58B9085AB74A}"/>
            </c:ext>
          </c:extLst>
        </c:ser>
        <c:ser>
          <c:idx val="5"/>
          <c:order val="5"/>
          <c:tx>
            <c:strRef>
              <c:f>Sheet1!$A$7</c:f>
              <c:strCache>
                <c:ptCount val="1"/>
                <c:pt idx="0">
                  <c:v>CG-Solar Generation Cost- @Rs. 3.00/kwh without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11.35</c:v>
                </c:pt>
                <c:pt idx="1">
                  <c:v>11.49</c:v>
                </c:pt>
                <c:pt idx="2">
                  <c:v>11.67</c:v>
                </c:pt>
                <c:pt idx="3">
                  <c:v>11.87</c:v>
                </c:pt>
                <c:pt idx="4">
                  <c:v>12.18</c:v>
                </c:pt>
                <c:pt idx="5">
                  <c:v>12.4</c:v>
                </c:pt>
                <c:pt idx="6">
                  <c:v>12.63</c:v>
                </c:pt>
                <c:pt idx="7">
                  <c:v>12.88</c:v>
                </c:pt>
                <c:pt idx="8">
                  <c:v>13.14</c:v>
                </c:pt>
                <c:pt idx="9">
                  <c:v>13.41</c:v>
                </c:pt>
                <c:pt idx="10">
                  <c:v>13.71</c:v>
                </c:pt>
                <c:pt idx="11">
                  <c:v>14</c:v>
                </c:pt>
                <c:pt idx="12">
                  <c:v>14.3</c:v>
                </c:pt>
                <c:pt idx="13">
                  <c:v>14.62</c:v>
                </c:pt>
                <c:pt idx="14">
                  <c:v>14.95</c:v>
                </c:pt>
                <c:pt idx="15">
                  <c:v>15.29</c:v>
                </c:pt>
                <c:pt idx="16">
                  <c:v>15.65</c:v>
                </c:pt>
                <c:pt idx="17">
                  <c:v>16.010000000000002</c:v>
                </c:pt>
                <c:pt idx="18">
                  <c:v>16.399999999999999</c:v>
                </c:pt>
                <c:pt idx="19">
                  <c:v>16.8</c:v>
                </c:pt>
                <c:pt idx="20">
                  <c:v>17.21</c:v>
                </c:pt>
                <c:pt idx="21">
                  <c:v>17.64</c:v>
                </c:pt>
                <c:pt idx="22">
                  <c:v>18.09</c:v>
                </c:pt>
                <c:pt idx="23">
                  <c:v>18.55</c:v>
                </c:pt>
                <c:pt idx="24">
                  <c:v>19.04</c:v>
                </c:pt>
                <c:pt idx="25">
                  <c:v>19.54</c:v>
                </c:pt>
              </c:numCache>
            </c:numRef>
          </c:val>
          <c:smooth val="0"/>
          <c:extLst>
            <c:ext xmlns:c16="http://schemas.microsoft.com/office/drawing/2014/chart" uri="{C3380CC4-5D6E-409C-BE32-E72D297353CC}">
              <c16:uniqueId val="{00000003-1CE3-416D-A584-58B9085AB74A}"/>
            </c:ext>
          </c:extLst>
        </c:ser>
        <c:ser>
          <c:idx val="6"/>
          <c:order val="6"/>
          <c:tx>
            <c:strRef>
              <c:f>Sheet1!$A$8</c:f>
              <c:strCache>
                <c:ptCount val="1"/>
                <c:pt idx="0">
                  <c:v>CG-Solar Generation Cost- @Rs. 3.00/kwh with ISTS waiver</c:v>
                </c:pt>
              </c:strCache>
            </c:strRef>
          </c:tx>
          <c:spPr>
            <a:ln w="28575" cap="rnd">
              <a:solidFill>
                <a:schemeClr val="accent1">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Sheet1!$B$8:$AA$8</c:f>
              <c:numCache>
                <c:formatCode>General</c:formatCode>
                <c:ptCount val="26"/>
                <c:pt idx="0">
                  <c:v>7.42</c:v>
                </c:pt>
                <c:pt idx="1">
                  <c:v>7.43</c:v>
                </c:pt>
                <c:pt idx="2">
                  <c:v>7.47</c:v>
                </c:pt>
                <c:pt idx="3">
                  <c:v>7.54</c:v>
                </c:pt>
                <c:pt idx="4">
                  <c:v>7.7</c:v>
                </c:pt>
                <c:pt idx="5">
                  <c:v>7.78</c:v>
                </c:pt>
                <c:pt idx="6">
                  <c:v>7.86</c:v>
                </c:pt>
                <c:pt idx="7">
                  <c:v>7.95</c:v>
                </c:pt>
                <c:pt idx="8">
                  <c:v>8.0399999999999991</c:v>
                </c:pt>
                <c:pt idx="9">
                  <c:v>8.16</c:v>
                </c:pt>
                <c:pt idx="10">
                  <c:v>8.27</c:v>
                </c:pt>
                <c:pt idx="11">
                  <c:v>8.39</c:v>
                </c:pt>
                <c:pt idx="12">
                  <c:v>8.51</c:v>
                </c:pt>
                <c:pt idx="13">
                  <c:v>8.6300000000000008</c:v>
                </c:pt>
                <c:pt idx="14">
                  <c:v>8.77</c:v>
                </c:pt>
                <c:pt idx="15">
                  <c:v>8.91</c:v>
                </c:pt>
                <c:pt idx="16">
                  <c:v>9.0500000000000007</c:v>
                </c:pt>
                <c:pt idx="17">
                  <c:v>9.2100000000000009</c:v>
                </c:pt>
                <c:pt idx="18">
                  <c:v>9.3699999999999992</c:v>
                </c:pt>
                <c:pt idx="19">
                  <c:v>9.5399999999999991</c:v>
                </c:pt>
                <c:pt idx="20">
                  <c:v>9.7100000000000009</c:v>
                </c:pt>
                <c:pt idx="21">
                  <c:v>9.9</c:v>
                </c:pt>
                <c:pt idx="22">
                  <c:v>10.09</c:v>
                </c:pt>
                <c:pt idx="23">
                  <c:v>10.29</c:v>
                </c:pt>
                <c:pt idx="24">
                  <c:v>10.51</c:v>
                </c:pt>
                <c:pt idx="25">
                  <c:v>10.73</c:v>
                </c:pt>
              </c:numCache>
            </c:numRef>
          </c:val>
          <c:smooth val="0"/>
          <c:extLst>
            <c:ext xmlns:c16="http://schemas.microsoft.com/office/drawing/2014/chart" uri="{C3380CC4-5D6E-409C-BE32-E72D297353CC}">
              <c16:uniqueId val="{00000004-1CE3-416D-A584-58B9085AB74A}"/>
            </c:ext>
          </c:extLst>
        </c:ser>
        <c:ser>
          <c:idx val="7"/>
          <c:order val="7"/>
          <c:tx>
            <c:strRef>
              <c:f>Sheet1!$A$9</c:f>
              <c:strCache>
                <c:ptCount val="1"/>
                <c:pt idx="0">
                  <c:v>CG-Solar Generation Cost- @Rs. 3.50/kwh without ISTS waiver</c:v>
                </c:pt>
              </c:strCache>
            </c:strRef>
          </c:tx>
          <c:spPr>
            <a:ln w="28575" cap="rnd">
              <a:solidFill>
                <a:schemeClr val="accent2">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Sheet1!$B$9:$AA$9</c:f>
              <c:numCache>
                <c:formatCode>General</c:formatCode>
                <c:ptCount val="26"/>
                <c:pt idx="0">
                  <c:v>11.97</c:v>
                </c:pt>
                <c:pt idx="1">
                  <c:v>12.11</c:v>
                </c:pt>
                <c:pt idx="2">
                  <c:v>12.29</c:v>
                </c:pt>
                <c:pt idx="3">
                  <c:v>12.5</c:v>
                </c:pt>
                <c:pt idx="4">
                  <c:v>12.8</c:v>
                </c:pt>
                <c:pt idx="5">
                  <c:v>13.03</c:v>
                </c:pt>
                <c:pt idx="6">
                  <c:v>13.26</c:v>
                </c:pt>
                <c:pt idx="7">
                  <c:v>13.5</c:v>
                </c:pt>
                <c:pt idx="8">
                  <c:v>13.76</c:v>
                </c:pt>
                <c:pt idx="9">
                  <c:v>14.04</c:v>
                </c:pt>
                <c:pt idx="10">
                  <c:v>14.33</c:v>
                </c:pt>
                <c:pt idx="11">
                  <c:v>14.62</c:v>
                </c:pt>
                <c:pt idx="12">
                  <c:v>14.92</c:v>
                </c:pt>
                <c:pt idx="13">
                  <c:v>15.24</c:v>
                </c:pt>
                <c:pt idx="14">
                  <c:v>15.57</c:v>
                </c:pt>
                <c:pt idx="15">
                  <c:v>15.91</c:v>
                </c:pt>
                <c:pt idx="16">
                  <c:v>16.27</c:v>
                </c:pt>
                <c:pt idx="17">
                  <c:v>16.64</c:v>
                </c:pt>
                <c:pt idx="18">
                  <c:v>17.02</c:v>
                </c:pt>
                <c:pt idx="19">
                  <c:v>17.420000000000002</c:v>
                </c:pt>
                <c:pt idx="20">
                  <c:v>17.84</c:v>
                </c:pt>
                <c:pt idx="21">
                  <c:v>18.27</c:v>
                </c:pt>
                <c:pt idx="22">
                  <c:v>18.71</c:v>
                </c:pt>
                <c:pt idx="23">
                  <c:v>19.18</c:v>
                </c:pt>
                <c:pt idx="24">
                  <c:v>19.66</c:v>
                </c:pt>
                <c:pt idx="25">
                  <c:v>20.16</c:v>
                </c:pt>
              </c:numCache>
            </c:numRef>
          </c:val>
          <c:smooth val="0"/>
          <c:extLst>
            <c:ext xmlns:c16="http://schemas.microsoft.com/office/drawing/2014/chart" uri="{C3380CC4-5D6E-409C-BE32-E72D297353CC}">
              <c16:uniqueId val="{00000005-1CE3-416D-A584-58B9085AB74A}"/>
            </c:ext>
          </c:extLst>
        </c:ser>
        <c:ser>
          <c:idx val="8"/>
          <c:order val="8"/>
          <c:tx>
            <c:strRef>
              <c:f>Sheet1!$A$10</c:f>
              <c:strCache>
                <c:ptCount val="1"/>
                <c:pt idx="0">
                  <c:v>CG-Solar Generation Cost- @Rs. 3.50/kwh with ISTS waiver</c:v>
                </c:pt>
              </c:strCache>
            </c:strRef>
          </c:tx>
          <c:spPr>
            <a:ln w="28575" cap="rnd">
              <a:solidFill>
                <a:schemeClr val="accent3">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Sheet1!$B$10:$AA$10</c:f>
              <c:numCache>
                <c:formatCode>General</c:formatCode>
                <c:ptCount val="26"/>
                <c:pt idx="0">
                  <c:v>8.0399999999999991</c:v>
                </c:pt>
                <c:pt idx="1">
                  <c:v>8.0500000000000007</c:v>
                </c:pt>
                <c:pt idx="2">
                  <c:v>8.1</c:v>
                </c:pt>
                <c:pt idx="3">
                  <c:v>8.16</c:v>
                </c:pt>
                <c:pt idx="4">
                  <c:v>8.32</c:v>
                </c:pt>
                <c:pt idx="5">
                  <c:v>8.4</c:v>
                </c:pt>
                <c:pt idx="6">
                  <c:v>8.48</c:v>
                </c:pt>
                <c:pt idx="7">
                  <c:v>8.57</c:v>
                </c:pt>
                <c:pt idx="8">
                  <c:v>8.67</c:v>
                </c:pt>
                <c:pt idx="9">
                  <c:v>8.7799999999999994</c:v>
                </c:pt>
                <c:pt idx="10">
                  <c:v>8.9</c:v>
                </c:pt>
                <c:pt idx="11">
                  <c:v>9.01</c:v>
                </c:pt>
                <c:pt idx="12">
                  <c:v>9.1300000000000008</c:v>
                </c:pt>
                <c:pt idx="13">
                  <c:v>9.26</c:v>
                </c:pt>
                <c:pt idx="14">
                  <c:v>9.39</c:v>
                </c:pt>
                <c:pt idx="15">
                  <c:v>9.5299999999999994</c:v>
                </c:pt>
                <c:pt idx="16">
                  <c:v>9.68</c:v>
                </c:pt>
                <c:pt idx="17">
                  <c:v>9.83</c:v>
                </c:pt>
                <c:pt idx="18">
                  <c:v>9.99</c:v>
                </c:pt>
                <c:pt idx="19">
                  <c:v>10.16</c:v>
                </c:pt>
                <c:pt idx="20">
                  <c:v>10.34</c:v>
                </c:pt>
                <c:pt idx="21">
                  <c:v>10.52</c:v>
                </c:pt>
                <c:pt idx="22">
                  <c:v>10.72</c:v>
                </c:pt>
                <c:pt idx="23">
                  <c:v>10.92</c:v>
                </c:pt>
                <c:pt idx="24">
                  <c:v>11.13</c:v>
                </c:pt>
                <c:pt idx="25">
                  <c:v>11.35</c:v>
                </c:pt>
              </c:numCache>
            </c:numRef>
          </c:val>
          <c:smooth val="0"/>
          <c:extLst>
            <c:ext xmlns:c16="http://schemas.microsoft.com/office/drawing/2014/chart" uri="{C3380CC4-5D6E-409C-BE32-E72D297353CC}">
              <c16:uniqueId val="{00000006-1CE3-416D-A584-58B9085AB74A}"/>
            </c:ext>
          </c:extLst>
        </c:ser>
        <c:ser>
          <c:idx val="9"/>
          <c:order val="9"/>
          <c:tx>
            <c:strRef>
              <c:f>Sheet1!$A$11</c:f>
              <c:strCache>
                <c:ptCount val="1"/>
                <c:pt idx="0">
                  <c:v>CG-Solar Generation Cost- @Rs. 4.00/kwh without ISTS waiver</c:v>
                </c:pt>
              </c:strCache>
            </c:strRef>
          </c:tx>
          <c:spPr>
            <a:ln w="28575" cap="rnd">
              <a:solidFill>
                <a:schemeClr val="accent4">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Sheet1!$B$11:$AA$11</c:f>
              <c:numCache>
                <c:formatCode>General</c:formatCode>
                <c:ptCount val="26"/>
                <c:pt idx="0">
                  <c:v>12.6</c:v>
                </c:pt>
                <c:pt idx="1">
                  <c:v>12.73</c:v>
                </c:pt>
                <c:pt idx="2">
                  <c:v>12.92</c:v>
                </c:pt>
                <c:pt idx="3">
                  <c:v>13.12</c:v>
                </c:pt>
                <c:pt idx="4">
                  <c:v>13.43</c:v>
                </c:pt>
                <c:pt idx="5">
                  <c:v>13.65</c:v>
                </c:pt>
                <c:pt idx="6">
                  <c:v>13.88</c:v>
                </c:pt>
                <c:pt idx="7">
                  <c:v>14.13</c:v>
                </c:pt>
                <c:pt idx="8">
                  <c:v>14.39</c:v>
                </c:pt>
                <c:pt idx="9">
                  <c:v>14.66</c:v>
                </c:pt>
                <c:pt idx="10">
                  <c:v>14.96</c:v>
                </c:pt>
                <c:pt idx="11">
                  <c:v>15.25</c:v>
                </c:pt>
                <c:pt idx="12">
                  <c:v>15.55</c:v>
                </c:pt>
                <c:pt idx="13">
                  <c:v>15.87</c:v>
                </c:pt>
                <c:pt idx="14">
                  <c:v>16.2</c:v>
                </c:pt>
                <c:pt idx="15">
                  <c:v>16.54</c:v>
                </c:pt>
                <c:pt idx="16">
                  <c:v>16.89</c:v>
                </c:pt>
                <c:pt idx="17">
                  <c:v>17.260000000000002</c:v>
                </c:pt>
                <c:pt idx="18">
                  <c:v>17.649999999999999</c:v>
                </c:pt>
                <c:pt idx="19">
                  <c:v>18.05</c:v>
                </c:pt>
                <c:pt idx="20">
                  <c:v>18.46</c:v>
                </c:pt>
                <c:pt idx="21">
                  <c:v>18.89</c:v>
                </c:pt>
                <c:pt idx="22">
                  <c:v>19.34</c:v>
                </c:pt>
                <c:pt idx="23">
                  <c:v>19.8</c:v>
                </c:pt>
                <c:pt idx="24">
                  <c:v>20.29</c:v>
                </c:pt>
                <c:pt idx="25">
                  <c:v>20.79</c:v>
                </c:pt>
              </c:numCache>
            </c:numRef>
          </c:val>
          <c:smooth val="0"/>
          <c:extLst>
            <c:ext xmlns:c16="http://schemas.microsoft.com/office/drawing/2014/chart" uri="{C3380CC4-5D6E-409C-BE32-E72D297353CC}">
              <c16:uniqueId val="{00000007-1CE3-416D-A584-58B9085AB74A}"/>
            </c:ext>
          </c:extLst>
        </c:ser>
        <c:ser>
          <c:idx val="10"/>
          <c:order val="10"/>
          <c:tx>
            <c:strRef>
              <c:f>Sheet1!$A$12</c:f>
              <c:strCache>
                <c:ptCount val="1"/>
                <c:pt idx="0">
                  <c:v>CG-Solar Generation Cost- @Rs. 4.00/kwh with ISTS waiver</c:v>
                </c:pt>
              </c:strCache>
            </c:strRef>
          </c:tx>
          <c:spPr>
            <a:ln w="28575" cap="rnd">
              <a:solidFill>
                <a:schemeClr val="accent5">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Sheet1!$B$12:$AA$12</c:f>
              <c:numCache>
                <c:formatCode>General</c:formatCode>
                <c:ptCount val="26"/>
                <c:pt idx="0">
                  <c:v>8.67</c:v>
                </c:pt>
                <c:pt idx="1">
                  <c:v>8.67</c:v>
                </c:pt>
                <c:pt idx="2">
                  <c:v>8.7200000000000006</c:v>
                </c:pt>
                <c:pt idx="3">
                  <c:v>8.7899999999999991</c:v>
                </c:pt>
                <c:pt idx="4">
                  <c:v>8.9499999999999993</c:v>
                </c:pt>
                <c:pt idx="5">
                  <c:v>9.0299999999999994</c:v>
                </c:pt>
                <c:pt idx="6">
                  <c:v>9.11</c:v>
                </c:pt>
                <c:pt idx="7">
                  <c:v>9.1999999999999993</c:v>
                </c:pt>
                <c:pt idx="8">
                  <c:v>9.2899999999999991</c:v>
                </c:pt>
                <c:pt idx="9">
                  <c:v>9.4</c:v>
                </c:pt>
                <c:pt idx="10">
                  <c:v>9.52</c:v>
                </c:pt>
                <c:pt idx="11">
                  <c:v>9.64</c:v>
                </c:pt>
                <c:pt idx="12">
                  <c:v>9.76</c:v>
                </c:pt>
                <c:pt idx="13">
                  <c:v>9.8800000000000008</c:v>
                </c:pt>
                <c:pt idx="14">
                  <c:v>10.02</c:v>
                </c:pt>
                <c:pt idx="15">
                  <c:v>10.16</c:v>
                </c:pt>
                <c:pt idx="16">
                  <c:v>10.3</c:v>
                </c:pt>
                <c:pt idx="17">
                  <c:v>10.46</c:v>
                </c:pt>
                <c:pt idx="18">
                  <c:v>10.62</c:v>
                </c:pt>
                <c:pt idx="19">
                  <c:v>10.78</c:v>
                </c:pt>
                <c:pt idx="20">
                  <c:v>10.96</c:v>
                </c:pt>
                <c:pt idx="21">
                  <c:v>11.15</c:v>
                </c:pt>
                <c:pt idx="22">
                  <c:v>11.34</c:v>
                </c:pt>
                <c:pt idx="23">
                  <c:v>11.54</c:v>
                </c:pt>
                <c:pt idx="24">
                  <c:v>11.76</c:v>
                </c:pt>
                <c:pt idx="25">
                  <c:v>11.98</c:v>
                </c:pt>
              </c:numCache>
            </c:numRef>
          </c:val>
          <c:smooth val="0"/>
          <c:extLst>
            <c:ext xmlns:c16="http://schemas.microsoft.com/office/drawing/2014/chart" uri="{C3380CC4-5D6E-409C-BE32-E72D297353CC}">
              <c16:uniqueId val="{00000008-1CE3-416D-A584-58B9085AB74A}"/>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w="25400">
          <a:noFill/>
        </a:ln>
        <a:effectLst/>
      </c:spPr>
    </c:plotArea>
    <c:legend>
      <c:legendPos val="b"/>
      <c:layout>
        <c:manualLayout>
          <c:xMode val="edge"/>
          <c:yMode val="edge"/>
          <c:x val="1.8794134132489104E-2"/>
          <c:y val="0.50915737426815899"/>
          <c:w val="0.96252917468394894"/>
          <c:h val="0.3988840846556468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28800275375386"/>
          <c:y val="0.10277176252763509"/>
          <c:w val="0.86715651816114159"/>
          <c:h val="0.40982854109413891"/>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0056-4328-9B32-4F245E0AB192}"/>
            </c:ext>
          </c:extLst>
        </c:ser>
        <c:ser>
          <c:idx val="1"/>
          <c:order val="1"/>
          <c:tx>
            <c:strRef>
              <c:f>Sheet1!$A$3</c:f>
              <c:strCache>
                <c:ptCount val="1"/>
                <c:pt idx="0">
                  <c:v>CG-Solar Generation Cost @Rs. 2.20/kwh tariff</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2.4500000000000002</c:v>
                </c:pt>
                <c:pt idx="1">
                  <c:v>2.44</c:v>
                </c:pt>
                <c:pt idx="2">
                  <c:v>2.4500000000000002</c:v>
                </c:pt>
                <c:pt idx="3">
                  <c:v>2.4500000000000002</c:v>
                </c:pt>
                <c:pt idx="4">
                  <c:v>2.4500000000000002</c:v>
                </c:pt>
                <c:pt idx="5">
                  <c:v>2.4500000000000002</c:v>
                </c:pt>
                <c:pt idx="6">
                  <c:v>2.4500000000000002</c:v>
                </c:pt>
                <c:pt idx="7">
                  <c:v>2.4500000000000002</c:v>
                </c:pt>
                <c:pt idx="8">
                  <c:v>2.4500000000000002</c:v>
                </c:pt>
                <c:pt idx="9">
                  <c:v>2.4500000000000002</c:v>
                </c:pt>
                <c:pt idx="10">
                  <c:v>2.4500000000000002</c:v>
                </c:pt>
                <c:pt idx="11">
                  <c:v>2.4500000000000002</c:v>
                </c:pt>
                <c:pt idx="12">
                  <c:v>2.4500000000000002</c:v>
                </c:pt>
                <c:pt idx="13">
                  <c:v>2.4500000000000002</c:v>
                </c:pt>
                <c:pt idx="14">
                  <c:v>2.4500000000000002</c:v>
                </c:pt>
                <c:pt idx="15">
                  <c:v>2.4500000000000002</c:v>
                </c:pt>
                <c:pt idx="16">
                  <c:v>2.4500000000000002</c:v>
                </c:pt>
                <c:pt idx="17">
                  <c:v>2.4500000000000002</c:v>
                </c:pt>
                <c:pt idx="18">
                  <c:v>2.4500000000000002</c:v>
                </c:pt>
                <c:pt idx="19">
                  <c:v>2.4500000000000002</c:v>
                </c:pt>
                <c:pt idx="20">
                  <c:v>2.4500000000000002</c:v>
                </c:pt>
                <c:pt idx="21">
                  <c:v>2.4500000000000002</c:v>
                </c:pt>
                <c:pt idx="22">
                  <c:v>2.4500000000000002</c:v>
                </c:pt>
                <c:pt idx="23">
                  <c:v>2.4500000000000002</c:v>
                </c:pt>
                <c:pt idx="24">
                  <c:v>2.4500000000000002</c:v>
                </c:pt>
                <c:pt idx="25">
                  <c:v>2.4500000000000002</c:v>
                </c:pt>
              </c:numCache>
            </c:numRef>
          </c:val>
          <c:smooth val="0"/>
          <c:extLst>
            <c:ext xmlns:c16="http://schemas.microsoft.com/office/drawing/2014/chart" uri="{C3380CC4-5D6E-409C-BE32-E72D297353CC}">
              <c16:uniqueId val="{00000001-0056-4328-9B32-4F245E0AB192}"/>
            </c:ext>
          </c:extLst>
        </c:ser>
        <c:ser>
          <c:idx val="2"/>
          <c:order val="2"/>
          <c:tx>
            <c:strRef>
              <c:f>Sheet1!$A$4</c:f>
              <c:strCache>
                <c:ptCount val="1"/>
                <c:pt idx="0">
                  <c:v>CG-Solar Generation Cost @Rs. 2.50/kwh tariff</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2.77</c:v>
                </c:pt>
                <c:pt idx="1">
                  <c:v>2.75</c:v>
                </c:pt>
                <c:pt idx="2">
                  <c:v>2.77</c:v>
                </c:pt>
                <c:pt idx="3">
                  <c:v>2.77</c:v>
                </c:pt>
                <c:pt idx="4">
                  <c:v>2.77</c:v>
                </c:pt>
                <c:pt idx="5">
                  <c:v>2.77</c:v>
                </c:pt>
                <c:pt idx="6">
                  <c:v>2.77</c:v>
                </c:pt>
                <c:pt idx="7">
                  <c:v>2.77</c:v>
                </c:pt>
                <c:pt idx="8">
                  <c:v>2.77</c:v>
                </c:pt>
                <c:pt idx="9">
                  <c:v>2.77</c:v>
                </c:pt>
                <c:pt idx="10">
                  <c:v>2.77</c:v>
                </c:pt>
                <c:pt idx="11">
                  <c:v>2.77</c:v>
                </c:pt>
                <c:pt idx="12">
                  <c:v>2.77</c:v>
                </c:pt>
                <c:pt idx="13">
                  <c:v>2.77</c:v>
                </c:pt>
                <c:pt idx="14">
                  <c:v>2.77</c:v>
                </c:pt>
                <c:pt idx="15">
                  <c:v>2.77</c:v>
                </c:pt>
                <c:pt idx="16">
                  <c:v>2.77</c:v>
                </c:pt>
                <c:pt idx="17">
                  <c:v>2.77</c:v>
                </c:pt>
                <c:pt idx="18">
                  <c:v>2.77</c:v>
                </c:pt>
                <c:pt idx="19">
                  <c:v>2.77</c:v>
                </c:pt>
                <c:pt idx="20">
                  <c:v>2.77</c:v>
                </c:pt>
                <c:pt idx="21">
                  <c:v>2.77</c:v>
                </c:pt>
                <c:pt idx="22">
                  <c:v>2.77</c:v>
                </c:pt>
                <c:pt idx="23">
                  <c:v>2.77</c:v>
                </c:pt>
                <c:pt idx="24">
                  <c:v>2.77</c:v>
                </c:pt>
                <c:pt idx="25">
                  <c:v>2.77</c:v>
                </c:pt>
              </c:numCache>
            </c:numRef>
          </c:val>
          <c:smooth val="0"/>
          <c:extLst>
            <c:ext xmlns:c16="http://schemas.microsoft.com/office/drawing/2014/chart" uri="{C3380CC4-5D6E-409C-BE32-E72D297353CC}">
              <c16:uniqueId val="{00000002-0056-4328-9B32-4F245E0AB192}"/>
            </c:ext>
          </c:extLst>
        </c:ser>
        <c:ser>
          <c:idx val="3"/>
          <c:order val="3"/>
          <c:tx>
            <c:strRef>
              <c:f>Sheet1!$A$5</c:f>
              <c:strCache>
                <c:ptCount val="1"/>
                <c:pt idx="0">
                  <c:v>CG-Solar Generation Cost @Rs. 3.00/kwh tariff</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3.3</c:v>
                </c:pt>
                <c:pt idx="1">
                  <c:v>3.28</c:v>
                </c:pt>
                <c:pt idx="2">
                  <c:v>3.3</c:v>
                </c:pt>
                <c:pt idx="3">
                  <c:v>3.3</c:v>
                </c:pt>
                <c:pt idx="4">
                  <c:v>3.3</c:v>
                </c:pt>
                <c:pt idx="5">
                  <c:v>3.3</c:v>
                </c:pt>
                <c:pt idx="6">
                  <c:v>3.3</c:v>
                </c:pt>
                <c:pt idx="7">
                  <c:v>3.3</c:v>
                </c:pt>
                <c:pt idx="8">
                  <c:v>3.3</c:v>
                </c:pt>
                <c:pt idx="9">
                  <c:v>3.3</c:v>
                </c:pt>
                <c:pt idx="10">
                  <c:v>3.3</c:v>
                </c:pt>
                <c:pt idx="11">
                  <c:v>3.3</c:v>
                </c:pt>
                <c:pt idx="12">
                  <c:v>3.3</c:v>
                </c:pt>
                <c:pt idx="13">
                  <c:v>3.3</c:v>
                </c:pt>
                <c:pt idx="14">
                  <c:v>3.3</c:v>
                </c:pt>
                <c:pt idx="15">
                  <c:v>3.3</c:v>
                </c:pt>
                <c:pt idx="16">
                  <c:v>3.3</c:v>
                </c:pt>
                <c:pt idx="17">
                  <c:v>3.3</c:v>
                </c:pt>
                <c:pt idx="18">
                  <c:v>3.3</c:v>
                </c:pt>
                <c:pt idx="19">
                  <c:v>3.3</c:v>
                </c:pt>
                <c:pt idx="20">
                  <c:v>3.3</c:v>
                </c:pt>
                <c:pt idx="21">
                  <c:v>3.3</c:v>
                </c:pt>
                <c:pt idx="22">
                  <c:v>3.3</c:v>
                </c:pt>
                <c:pt idx="23">
                  <c:v>3.3</c:v>
                </c:pt>
                <c:pt idx="24">
                  <c:v>3.3</c:v>
                </c:pt>
                <c:pt idx="25">
                  <c:v>3.3</c:v>
                </c:pt>
              </c:numCache>
            </c:numRef>
          </c:val>
          <c:smooth val="0"/>
          <c:extLst>
            <c:ext xmlns:c16="http://schemas.microsoft.com/office/drawing/2014/chart" uri="{C3380CC4-5D6E-409C-BE32-E72D297353CC}">
              <c16:uniqueId val="{00000003-0056-4328-9B32-4F245E0AB192}"/>
            </c:ext>
          </c:extLst>
        </c:ser>
        <c:ser>
          <c:idx val="4"/>
          <c:order val="4"/>
          <c:tx>
            <c:strRef>
              <c:f>Sheet1!$A$6</c:f>
              <c:strCache>
                <c:ptCount val="1"/>
                <c:pt idx="0">
                  <c:v>CG-Solar Generation Cost @Rs. 3.50/kwh tariff</c:v>
                </c:pt>
              </c:strCache>
            </c:strRef>
          </c:tx>
          <c:spPr>
            <a:ln w="28575" cap="rnd">
              <a:solidFill>
                <a:schemeClr val="accent5"/>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3.84</c:v>
                </c:pt>
                <c:pt idx="1">
                  <c:v>3.81</c:v>
                </c:pt>
                <c:pt idx="2">
                  <c:v>3.84</c:v>
                </c:pt>
                <c:pt idx="3">
                  <c:v>3.84</c:v>
                </c:pt>
                <c:pt idx="4">
                  <c:v>3.84</c:v>
                </c:pt>
                <c:pt idx="5">
                  <c:v>3.84</c:v>
                </c:pt>
                <c:pt idx="6">
                  <c:v>3.84</c:v>
                </c:pt>
                <c:pt idx="7">
                  <c:v>3.84</c:v>
                </c:pt>
                <c:pt idx="8">
                  <c:v>3.84</c:v>
                </c:pt>
                <c:pt idx="9">
                  <c:v>3.84</c:v>
                </c:pt>
                <c:pt idx="10">
                  <c:v>3.84</c:v>
                </c:pt>
                <c:pt idx="11">
                  <c:v>3.84</c:v>
                </c:pt>
                <c:pt idx="12">
                  <c:v>3.84</c:v>
                </c:pt>
                <c:pt idx="13">
                  <c:v>3.84</c:v>
                </c:pt>
                <c:pt idx="14">
                  <c:v>3.84</c:v>
                </c:pt>
                <c:pt idx="15">
                  <c:v>3.84</c:v>
                </c:pt>
                <c:pt idx="16">
                  <c:v>3.84</c:v>
                </c:pt>
                <c:pt idx="17">
                  <c:v>3.84</c:v>
                </c:pt>
                <c:pt idx="18">
                  <c:v>3.84</c:v>
                </c:pt>
                <c:pt idx="19">
                  <c:v>3.84</c:v>
                </c:pt>
                <c:pt idx="20">
                  <c:v>3.84</c:v>
                </c:pt>
                <c:pt idx="21">
                  <c:v>3.84</c:v>
                </c:pt>
                <c:pt idx="22">
                  <c:v>3.84</c:v>
                </c:pt>
                <c:pt idx="23">
                  <c:v>3.84</c:v>
                </c:pt>
                <c:pt idx="24">
                  <c:v>3.84</c:v>
                </c:pt>
                <c:pt idx="25">
                  <c:v>3.84</c:v>
                </c:pt>
              </c:numCache>
            </c:numRef>
          </c:val>
          <c:smooth val="0"/>
          <c:extLst>
            <c:ext xmlns:c16="http://schemas.microsoft.com/office/drawing/2014/chart" uri="{C3380CC4-5D6E-409C-BE32-E72D297353CC}">
              <c16:uniqueId val="{00000004-0056-4328-9B32-4F245E0AB192}"/>
            </c:ext>
          </c:extLst>
        </c:ser>
        <c:ser>
          <c:idx val="5"/>
          <c:order val="5"/>
          <c:tx>
            <c:strRef>
              <c:f>Sheet1!$A$7</c:f>
              <c:strCache>
                <c:ptCount val="1"/>
                <c:pt idx="0">
                  <c:v>CG-Solar Generation Cost @Rs. 4.00/kwh tariff</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4.37</c:v>
                </c:pt>
                <c:pt idx="1">
                  <c:v>4.34</c:v>
                </c:pt>
                <c:pt idx="2">
                  <c:v>4.37</c:v>
                </c:pt>
                <c:pt idx="3">
                  <c:v>4.37</c:v>
                </c:pt>
                <c:pt idx="4">
                  <c:v>4.37</c:v>
                </c:pt>
                <c:pt idx="5">
                  <c:v>4.37</c:v>
                </c:pt>
                <c:pt idx="6">
                  <c:v>4.37</c:v>
                </c:pt>
                <c:pt idx="7">
                  <c:v>4.37</c:v>
                </c:pt>
                <c:pt idx="8">
                  <c:v>4.37</c:v>
                </c:pt>
                <c:pt idx="9">
                  <c:v>4.37</c:v>
                </c:pt>
                <c:pt idx="10">
                  <c:v>4.37</c:v>
                </c:pt>
                <c:pt idx="11">
                  <c:v>4.37</c:v>
                </c:pt>
                <c:pt idx="12">
                  <c:v>4.37</c:v>
                </c:pt>
                <c:pt idx="13">
                  <c:v>4.37</c:v>
                </c:pt>
                <c:pt idx="14">
                  <c:v>4.37</c:v>
                </c:pt>
                <c:pt idx="15">
                  <c:v>4.37</c:v>
                </c:pt>
                <c:pt idx="16">
                  <c:v>4.37</c:v>
                </c:pt>
                <c:pt idx="17">
                  <c:v>4.37</c:v>
                </c:pt>
                <c:pt idx="18">
                  <c:v>4.37</c:v>
                </c:pt>
                <c:pt idx="19">
                  <c:v>4.37</c:v>
                </c:pt>
                <c:pt idx="20">
                  <c:v>4.37</c:v>
                </c:pt>
                <c:pt idx="21">
                  <c:v>4.37</c:v>
                </c:pt>
                <c:pt idx="22">
                  <c:v>4.37</c:v>
                </c:pt>
                <c:pt idx="23">
                  <c:v>4.37</c:v>
                </c:pt>
                <c:pt idx="24">
                  <c:v>4.37</c:v>
                </c:pt>
                <c:pt idx="25">
                  <c:v>4.37</c:v>
                </c:pt>
              </c:numCache>
            </c:numRef>
          </c:val>
          <c:smooth val="0"/>
          <c:extLst>
            <c:ext xmlns:c16="http://schemas.microsoft.com/office/drawing/2014/chart" uri="{C3380CC4-5D6E-409C-BE32-E72D297353CC}">
              <c16:uniqueId val="{00000005-0056-4328-9B32-4F245E0AB192}"/>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1.3283510120433805E-2"/>
          <c:y val="0.62924436589552779"/>
          <c:w val="0.94747324891240825"/>
          <c:h val="0.33238750942748846"/>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705834568"/>
          <c:y val="7.8885739702505342E-2"/>
          <c:w val="0.86748907994663682"/>
          <c:h val="0.4133376088710512"/>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F613-475B-AF20-C628D0149B99}"/>
            </c:ext>
          </c:extLst>
        </c:ser>
        <c:ser>
          <c:idx val="1"/>
          <c:order val="1"/>
          <c:tx>
            <c:strRef>
              <c:f>Sheet1!$A$3</c:f>
              <c:strCache>
                <c:ptCount val="1"/>
                <c:pt idx="0">
                  <c:v>MP-Solar Generation Cost @Rs. 2.20/kwh tariff</c:v>
                </c:pt>
              </c:strCache>
            </c:strRef>
          </c:tx>
          <c:spPr>
            <a:ln w="28575" cap="rnd">
              <a:solidFill>
                <a:schemeClr val="accent5">
                  <a:shade val="7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7</c:v>
                </c:pt>
                <c:pt idx="1">
                  <c:v>7.1</c:v>
                </c:pt>
                <c:pt idx="2">
                  <c:v>7.24</c:v>
                </c:pt>
                <c:pt idx="3">
                  <c:v>7.39</c:v>
                </c:pt>
                <c:pt idx="4">
                  <c:v>7.54</c:v>
                </c:pt>
                <c:pt idx="5">
                  <c:v>7.69</c:v>
                </c:pt>
                <c:pt idx="6">
                  <c:v>7.85</c:v>
                </c:pt>
                <c:pt idx="7">
                  <c:v>8.02</c:v>
                </c:pt>
                <c:pt idx="8">
                  <c:v>8.1999999999999993</c:v>
                </c:pt>
                <c:pt idx="9">
                  <c:v>8.39</c:v>
                </c:pt>
                <c:pt idx="10">
                  <c:v>8.59</c:v>
                </c:pt>
                <c:pt idx="11">
                  <c:v>8.7899999999999991</c:v>
                </c:pt>
                <c:pt idx="12">
                  <c:v>9.01</c:v>
                </c:pt>
                <c:pt idx="13">
                  <c:v>9.24</c:v>
                </c:pt>
                <c:pt idx="14">
                  <c:v>9.48</c:v>
                </c:pt>
                <c:pt idx="15">
                  <c:v>9.73</c:v>
                </c:pt>
                <c:pt idx="16">
                  <c:v>9.99</c:v>
                </c:pt>
                <c:pt idx="17">
                  <c:v>10.27</c:v>
                </c:pt>
                <c:pt idx="18">
                  <c:v>10.56</c:v>
                </c:pt>
                <c:pt idx="19">
                  <c:v>10.87</c:v>
                </c:pt>
                <c:pt idx="20">
                  <c:v>11.19</c:v>
                </c:pt>
                <c:pt idx="21">
                  <c:v>11.52</c:v>
                </c:pt>
                <c:pt idx="22">
                  <c:v>11.88</c:v>
                </c:pt>
                <c:pt idx="23">
                  <c:v>12.25</c:v>
                </c:pt>
                <c:pt idx="24">
                  <c:v>12.64</c:v>
                </c:pt>
                <c:pt idx="25">
                  <c:v>13.05</c:v>
                </c:pt>
              </c:numCache>
            </c:numRef>
          </c:val>
          <c:smooth val="0"/>
          <c:extLst>
            <c:ext xmlns:c16="http://schemas.microsoft.com/office/drawing/2014/chart" uri="{C3380CC4-5D6E-409C-BE32-E72D297353CC}">
              <c16:uniqueId val="{00000001-F613-475B-AF20-C628D0149B99}"/>
            </c:ext>
          </c:extLst>
        </c:ser>
        <c:ser>
          <c:idx val="2"/>
          <c:order val="2"/>
          <c:tx>
            <c:strRef>
              <c:f>Sheet1!$A$4</c:f>
              <c:strCache>
                <c:ptCount val="1"/>
                <c:pt idx="0">
                  <c:v>MP-Solar Generation Cost @Rs. 2.50/kwh tariff</c:v>
                </c:pt>
              </c:strCache>
            </c:strRef>
          </c:tx>
          <c:spPr>
            <a:ln w="28575" cap="rnd">
              <a:solidFill>
                <a:schemeClr val="accent5">
                  <a:shade val="9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7.33</c:v>
                </c:pt>
                <c:pt idx="1">
                  <c:v>7.43</c:v>
                </c:pt>
                <c:pt idx="2">
                  <c:v>7.58</c:v>
                </c:pt>
                <c:pt idx="3">
                  <c:v>7.72</c:v>
                </c:pt>
                <c:pt idx="4">
                  <c:v>7.87</c:v>
                </c:pt>
                <c:pt idx="5">
                  <c:v>8.02</c:v>
                </c:pt>
                <c:pt idx="6">
                  <c:v>8.18</c:v>
                </c:pt>
                <c:pt idx="7">
                  <c:v>8.35</c:v>
                </c:pt>
                <c:pt idx="8">
                  <c:v>8.5299999999999994</c:v>
                </c:pt>
                <c:pt idx="9">
                  <c:v>8.7200000000000006</c:v>
                </c:pt>
                <c:pt idx="10">
                  <c:v>8.92</c:v>
                </c:pt>
                <c:pt idx="11">
                  <c:v>9.1199999999999992</c:v>
                </c:pt>
                <c:pt idx="12">
                  <c:v>9.34</c:v>
                </c:pt>
                <c:pt idx="13">
                  <c:v>9.57</c:v>
                </c:pt>
                <c:pt idx="14">
                  <c:v>9.81</c:v>
                </c:pt>
                <c:pt idx="15">
                  <c:v>10.06</c:v>
                </c:pt>
                <c:pt idx="16">
                  <c:v>10.32</c:v>
                </c:pt>
                <c:pt idx="17">
                  <c:v>10.6</c:v>
                </c:pt>
                <c:pt idx="18">
                  <c:v>10.89</c:v>
                </c:pt>
                <c:pt idx="19">
                  <c:v>11.2</c:v>
                </c:pt>
                <c:pt idx="20">
                  <c:v>11.52</c:v>
                </c:pt>
                <c:pt idx="21">
                  <c:v>11.85</c:v>
                </c:pt>
                <c:pt idx="22">
                  <c:v>12.21</c:v>
                </c:pt>
                <c:pt idx="23">
                  <c:v>12.58</c:v>
                </c:pt>
                <c:pt idx="24">
                  <c:v>12.97</c:v>
                </c:pt>
                <c:pt idx="25">
                  <c:v>13.38</c:v>
                </c:pt>
              </c:numCache>
            </c:numRef>
          </c:val>
          <c:smooth val="0"/>
          <c:extLst>
            <c:ext xmlns:c16="http://schemas.microsoft.com/office/drawing/2014/chart" uri="{C3380CC4-5D6E-409C-BE32-E72D297353CC}">
              <c16:uniqueId val="{00000002-F613-475B-AF20-C628D0149B99}"/>
            </c:ext>
          </c:extLst>
        </c:ser>
        <c:ser>
          <c:idx val="3"/>
          <c:order val="3"/>
          <c:tx>
            <c:strRef>
              <c:f>Sheet1!$A$5</c:f>
              <c:strCache>
                <c:ptCount val="1"/>
                <c:pt idx="0">
                  <c:v>MP-Solar Generation Cost @Rs. 3.00/kwh tariff</c:v>
                </c:pt>
              </c:strCache>
            </c:strRef>
          </c:tx>
          <c:spPr>
            <a:ln w="28575" cap="rnd">
              <a:solidFill>
                <a:schemeClr val="accent5">
                  <a:tint val="9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7.88</c:v>
                </c:pt>
                <c:pt idx="1">
                  <c:v>7.97</c:v>
                </c:pt>
                <c:pt idx="2">
                  <c:v>8.1300000000000008</c:v>
                </c:pt>
                <c:pt idx="3">
                  <c:v>8.27</c:v>
                </c:pt>
                <c:pt idx="4">
                  <c:v>8.42</c:v>
                </c:pt>
                <c:pt idx="5">
                  <c:v>8.57</c:v>
                </c:pt>
                <c:pt idx="6">
                  <c:v>8.73</c:v>
                </c:pt>
                <c:pt idx="7">
                  <c:v>8.9</c:v>
                </c:pt>
                <c:pt idx="8">
                  <c:v>9.08</c:v>
                </c:pt>
                <c:pt idx="9">
                  <c:v>9.27</c:v>
                </c:pt>
                <c:pt idx="10">
                  <c:v>9.4700000000000006</c:v>
                </c:pt>
                <c:pt idx="11">
                  <c:v>9.67</c:v>
                </c:pt>
                <c:pt idx="12">
                  <c:v>9.89</c:v>
                </c:pt>
                <c:pt idx="13">
                  <c:v>10.119999999999999</c:v>
                </c:pt>
                <c:pt idx="14">
                  <c:v>10.36</c:v>
                </c:pt>
                <c:pt idx="15">
                  <c:v>10.61</c:v>
                </c:pt>
                <c:pt idx="16">
                  <c:v>10.87</c:v>
                </c:pt>
                <c:pt idx="17">
                  <c:v>11.15</c:v>
                </c:pt>
                <c:pt idx="18">
                  <c:v>11.44</c:v>
                </c:pt>
                <c:pt idx="19">
                  <c:v>11.75</c:v>
                </c:pt>
                <c:pt idx="20">
                  <c:v>12.07</c:v>
                </c:pt>
                <c:pt idx="21">
                  <c:v>12.41</c:v>
                </c:pt>
                <c:pt idx="22">
                  <c:v>12.76</c:v>
                </c:pt>
                <c:pt idx="23">
                  <c:v>13.13</c:v>
                </c:pt>
                <c:pt idx="24">
                  <c:v>13.52</c:v>
                </c:pt>
                <c:pt idx="25">
                  <c:v>13.93</c:v>
                </c:pt>
              </c:numCache>
            </c:numRef>
          </c:val>
          <c:smooth val="0"/>
          <c:extLst>
            <c:ext xmlns:c16="http://schemas.microsoft.com/office/drawing/2014/chart" uri="{C3380CC4-5D6E-409C-BE32-E72D297353CC}">
              <c16:uniqueId val="{00000003-F613-475B-AF20-C628D0149B99}"/>
            </c:ext>
          </c:extLst>
        </c:ser>
        <c:ser>
          <c:idx val="4"/>
          <c:order val="4"/>
          <c:tx>
            <c:strRef>
              <c:f>Sheet1!$A$6</c:f>
              <c:strCache>
                <c:ptCount val="1"/>
                <c:pt idx="0">
                  <c:v>MP-Solar Generation Cost @Rs. 3.50/kwh tariff</c:v>
                </c:pt>
              </c:strCache>
            </c:strRef>
          </c:tx>
          <c:spPr>
            <a:ln w="28575" cap="rnd">
              <a:solidFill>
                <a:schemeClr val="accent5">
                  <a:tint val="7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8.43</c:v>
                </c:pt>
                <c:pt idx="1">
                  <c:v>8.52</c:v>
                </c:pt>
                <c:pt idx="2">
                  <c:v>8.68</c:v>
                </c:pt>
                <c:pt idx="3">
                  <c:v>8.82</c:v>
                </c:pt>
                <c:pt idx="4">
                  <c:v>8.9700000000000006</c:v>
                </c:pt>
                <c:pt idx="5">
                  <c:v>9.1199999999999992</c:v>
                </c:pt>
                <c:pt idx="6">
                  <c:v>9.2799999999999994</c:v>
                </c:pt>
                <c:pt idx="7">
                  <c:v>9.4600000000000009</c:v>
                </c:pt>
                <c:pt idx="8">
                  <c:v>9.6300000000000008</c:v>
                </c:pt>
                <c:pt idx="9">
                  <c:v>9.82</c:v>
                </c:pt>
                <c:pt idx="10">
                  <c:v>10.02</c:v>
                </c:pt>
                <c:pt idx="11">
                  <c:v>10.23</c:v>
                </c:pt>
                <c:pt idx="12">
                  <c:v>10.44</c:v>
                </c:pt>
                <c:pt idx="13">
                  <c:v>10.67</c:v>
                </c:pt>
                <c:pt idx="14">
                  <c:v>10.91</c:v>
                </c:pt>
                <c:pt idx="15">
                  <c:v>11.16</c:v>
                </c:pt>
                <c:pt idx="16">
                  <c:v>11.43</c:v>
                </c:pt>
                <c:pt idx="17">
                  <c:v>11.7</c:v>
                </c:pt>
                <c:pt idx="18">
                  <c:v>11.99</c:v>
                </c:pt>
                <c:pt idx="19">
                  <c:v>12.3</c:v>
                </c:pt>
                <c:pt idx="20">
                  <c:v>12.62</c:v>
                </c:pt>
                <c:pt idx="21">
                  <c:v>12.96</c:v>
                </c:pt>
                <c:pt idx="22">
                  <c:v>13.31</c:v>
                </c:pt>
                <c:pt idx="23">
                  <c:v>13.68</c:v>
                </c:pt>
                <c:pt idx="24">
                  <c:v>14.07</c:v>
                </c:pt>
                <c:pt idx="25">
                  <c:v>14.48</c:v>
                </c:pt>
              </c:numCache>
            </c:numRef>
          </c:val>
          <c:smooth val="0"/>
          <c:extLst>
            <c:ext xmlns:c16="http://schemas.microsoft.com/office/drawing/2014/chart" uri="{C3380CC4-5D6E-409C-BE32-E72D297353CC}">
              <c16:uniqueId val="{00000004-F613-475B-AF20-C628D0149B99}"/>
            </c:ext>
          </c:extLst>
        </c:ser>
        <c:ser>
          <c:idx val="5"/>
          <c:order val="5"/>
          <c:tx>
            <c:strRef>
              <c:f>Sheet1!$A$7</c:f>
              <c:strCache>
                <c:ptCount val="1"/>
                <c:pt idx="0">
                  <c:v>MP-Solar Generation Cost @Rs. 4.00/kwh tariff</c:v>
                </c:pt>
              </c:strCache>
            </c:strRef>
          </c:tx>
          <c:spPr>
            <a:ln w="28575" cap="rnd">
              <a:solidFill>
                <a:schemeClr val="accent5">
                  <a:tint val="5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8.98</c:v>
                </c:pt>
                <c:pt idx="1">
                  <c:v>9.07</c:v>
                </c:pt>
                <c:pt idx="2">
                  <c:v>9.23</c:v>
                </c:pt>
                <c:pt idx="3">
                  <c:v>9.3800000000000008</c:v>
                </c:pt>
                <c:pt idx="4">
                  <c:v>9.52</c:v>
                </c:pt>
                <c:pt idx="5">
                  <c:v>9.67</c:v>
                </c:pt>
                <c:pt idx="6">
                  <c:v>9.84</c:v>
                </c:pt>
                <c:pt idx="7">
                  <c:v>10.01</c:v>
                </c:pt>
                <c:pt idx="8">
                  <c:v>10.19</c:v>
                </c:pt>
                <c:pt idx="9">
                  <c:v>10.37</c:v>
                </c:pt>
                <c:pt idx="10">
                  <c:v>10.57</c:v>
                </c:pt>
                <c:pt idx="11">
                  <c:v>10.78</c:v>
                </c:pt>
                <c:pt idx="12">
                  <c:v>10.99</c:v>
                </c:pt>
                <c:pt idx="13">
                  <c:v>11.22</c:v>
                </c:pt>
                <c:pt idx="14">
                  <c:v>11.46</c:v>
                </c:pt>
                <c:pt idx="15">
                  <c:v>11.71</c:v>
                </c:pt>
                <c:pt idx="16">
                  <c:v>11.98</c:v>
                </c:pt>
                <c:pt idx="17">
                  <c:v>12.25</c:v>
                </c:pt>
                <c:pt idx="18">
                  <c:v>12.55</c:v>
                </c:pt>
                <c:pt idx="19">
                  <c:v>12.85</c:v>
                </c:pt>
                <c:pt idx="20">
                  <c:v>13.17</c:v>
                </c:pt>
                <c:pt idx="21">
                  <c:v>13.51</c:v>
                </c:pt>
                <c:pt idx="22">
                  <c:v>13.86</c:v>
                </c:pt>
                <c:pt idx="23">
                  <c:v>14.23</c:v>
                </c:pt>
                <c:pt idx="24">
                  <c:v>14.62</c:v>
                </c:pt>
                <c:pt idx="25">
                  <c:v>15.03</c:v>
                </c:pt>
              </c:numCache>
            </c:numRef>
          </c:val>
          <c:smooth val="0"/>
          <c:extLst>
            <c:ext xmlns:c16="http://schemas.microsoft.com/office/drawing/2014/chart" uri="{C3380CC4-5D6E-409C-BE32-E72D297353CC}">
              <c16:uniqueId val="{00000005-F613-475B-AF20-C628D0149B99}"/>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5.6211539218298918E-2"/>
          <c:y val="0.58610877795477578"/>
          <c:w val="0.9101180158910912"/>
          <c:h val="0.31865899828288891"/>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159278133856652"/>
          <c:y val="0.10854397252622215"/>
          <c:w val="0.86748907994663682"/>
          <c:h val="0.34632269276123878"/>
        </c:manualLayout>
      </c:layout>
      <c:lineChart>
        <c:grouping val="standard"/>
        <c:varyColors val="0"/>
        <c:ser>
          <c:idx val="0"/>
          <c:order val="0"/>
          <c:tx>
            <c:strRef>
              <c:f>Sheet1!$A$2</c:f>
              <c:strCache>
                <c:ptCount val="1"/>
                <c:pt idx="0">
                  <c:v>CG-Discom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8.2200000000000006</c:v>
                </c:pt>
                <c:pt idx="1">
                  <c:v>8.43</c:v>
                </c:pt>
                <c:pt idx="2">
                  <c:v>8.59</c:v>
                </c:pt>
                <c:pt idx="3">
                  <c:v>8.75</c:v>
                </c:pt>
                <c:pt idx="4">
                  <c:v>8.91</c:v>
                </c:pt>
                <c:pt idx="5">
                  <c:v>9.07</c:v>
                </c:pt>
                <c:pt idx="6">
                  <c:v>9.24</c:v>
                </c:pt>
                <c:pt idx="7">
                  <c:v>9.41</c:v>
                </c:pt>
                <c:pt idx="8">
                  <c:v>9.59</c:v>
                </c:pt>
                <c:pt idx="9">
                  <c:v>9.76</c:v>
                </c:pt>
                <c:pt idx="10">
                  <c:v>9.94</c:v>
                </c:pt>
                <c:pt idx="11">
                  <c:v>10.130000000000001</c:v>
                </c:pt>
                <c:pt idx="12">
                  <c:v>10.31</c:v>
                </c:pt>
                <c:pt idx="13">
                  <c:v>10.5</c:v>
                </c:pt>
                <c:pt idx="14">
                  <c:v>10.7</c:v>
                </c:pt>
                <c:pt idx="15">
                  <c:v>10.89</c:v>
                </c:pt>
                <c:pt idx="16">
                  <c:v>11.1</c:v>
                </c:pt>
                <c:pt idx="17">
                  <c:v>11.3</c:v>
                </c:pt>
                <c:pt idx="18">
                  <c:v>11.51</c:v>
                </c:pt>
                <c:pt idx="19">
                  <c:v>11.72</c:v>
                </c:pt>
                <c:pt idx="20">
                  <c:v>11.94</c:v>
                </c:pt>
                <c:pt idx="21">
                  <c:v>12.16</c:v>
                </c:pt>
                <c:pt idx="22">
                  <c:v>12.38</c:v>
                </c:pt>
                <c:pt idx="23">
                  <c:v>12.61</c:v>
                </c:pt>
                <c:pt idx="24">
                  <c:v>12.84</c:v>
                </c:pt>
                <c:pt idx="25">
                  <c:v>13.08</c:v>
                </c:pt>
              </c:numCache>
            </c:numRef>
          </c:val>
          <c:smooth val="0"/>
          <c:extLst>
            <c:ext xmlns:c16="http://schemas.microsoft.com/office/drawing/2014/chart" uri="{C3380CC4-5D6E-409C-BE32-E72D297353CC}">
              <c16:uniqueId val="{00000000-A7E9-4C45-BD5C-620C1C7C7E84}"/>
            </c:ext>
          </c:extLst>
        </c:ser>
        <c:ser>
          <c:idx val="1"/>
          <c:order val="1"/>
          <c:tx>
            <c:strRef>
              <c:f>Sheet1!$A$3</c:f>
              <c:strCache>
                <c:ptCount val="1"/>
                <c:pt idx="0">
                  <c:v>CG-Solar Generation Cost @Rs. 2.20/kwh- without ISTS waiver</c:v>
                </c:pt>
              </c:strCache>
            </c:strRef>
          </c:tx>
          <c:spPr>
            <a:ln w="28575" cap="rnd">
              <a:solidFill>
                <a:schemeClr val="accent2"/>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8.1199999999999992</c:v>
                </c:pt>
                <c:pt idx="1">
                  <c:v>8.6</c:v>
                </c:pt>
                <c:pt idx="2">
                  <c:v>8.2899999999999991</c:v>
                </c:pt>
                <c:pt idx="3">
                  <c:v>8.42</c:v>
                </c:pt>
                <c:pt idx="4">
                  <c:v>8.64</c:v>
                </c:pt>
                <c:pt idx="5">
                  <c:v>8.7799999999999994</c:v>
                </c:pt>
                <c:pt idx="6">
                  <c:v>8.92</c:v>
                </c:pt>
                <c:pt idx="7">
                  <c:v>9.07</c:v>
                </c:pt>
                <c:pt idx="8">
                  <c:v>9.23</c:v>
                </c:pt>
                <c:pt idx="9">
                  <c:v>9.4</c:v>
                </c:pt>
                <c:pt idx="10">
                  <c:v>9.58</c:v>
                </c:pt>
                <c:pt idx="11">
                  <c:v>9.76</c:v>
                </c:pt>
                <c:pt idx="12">
                  <c:v>9.94</c:v>
                </c:pt>
                <c:pt idx="13">
                  <c:v>10.130000000000001</c:v>
                </c:pt>
                <c:pt idx="14">
                  <c:v>10.33</c:v>
                </c:pt>
                <c:pt idx="15">
                  <c:v>10.54</c:v>
                </c:pt>
                <c:pt idx="16">
                  <c:v>10.75</c:v>
                </c:pt>
                <c:pt idx="17">
                  <c:v>10.96</c:v>
                </c:pt>
                <c:pt idx="18">
                  <c:v>11.19</c:v>
                </c:pt>
                <c:pt idx="19">
                  <c:v>11.42</c:v>
                </c:pt>
                <c:pt idx="20">
                  <c:v>11.66</c:v>
                </c:pt>
                <c:pt idx="21">
                  <c:v>11.9</c:v>
                </c:pt>
                <c:pt idx="22">
                  <c:v>12.16</c:v>
                </c:pt>
                <c:pt idx="23">
                  <c:v>12.42</c:v>
                </c:pt>
                <c:pt idx="24">
                  <c:v>12.69</c:v>
                </c:pt>
                <c:pt idx="25">
                  <c:v>12.97</c:v>
                </c:pt>
              </c:numCache>
            </c:numRef>
          </c:val>
          <c:smooth val="0"/>
          <c:extLst>
            <c:ext xmlns:c16="http://schemas.microsoft.com/office/drawing/2014/chart" uri="{C3380CC4-5D6E-409C-BE32-E72D297353CC}">
              <c16:uniqueId val="{00000001-A7E9-4C45-BD5C-620C1C7C7E84}"/>
            </c:ext>
          </c:extLst>
        </c:ser>
        <c:ser>
          <c:idx val="2"/>
          <c:order val="2"/>
          <c:tx>
            <c:strRef>
              <c:f>Sheet1!$A$4</c:f>
              <c:strCache>
                <c:ptCount val="1"/>
                <c:pt idx="0">
                  <c:v>CG-Solar Generation Cost- @ Rs. 2.20/kwh-with ISTS waiver</c:v>
                </c:pt>
              </c:strCache>
            </c:strRef>
          </c:tx>
          <c:spPr>
            <a:ln w="28575" cap="rnd">
              <a:solidFill>
                <a:schemeClr val="accent3"/>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General</c:formatCode>
                <c:ptCount val="26"/>
                <c:pt idx="0">
                  <c:v>4.43</c:v>
                </c:pt>
                <c:pt idx="1">
                  <c:v>4.54</c:v>
                </c:pt>
                <c:pt idx="2">
                  <c:v>4.3499999999999996</c:v>
                </c:pt>
                <c:pt idx="3">
                  <c:v>4.3499999999999996</c:v>
                </c:pt>
                <c:pt idx="4">
                  <c:v>4.4400000000000004</c:v>
                </c:pt>
                <c:pt idx="5">
                  <c:v>4.4400000000000004</c:v>
                </c:pt>
                <c:pt idx="6">
                  <c:v>4.4400000000000004</c:v>
                </c:pt>
                <c:pt idx="7">
                  <c:v>4.4400000000000004</c:v>
                </c:pt>
                <c:pt idx="8">
                  <c:v>4.45</c:v>
                </c:pt>
                <c:pt idx="9">
                  <c:v>4.47</c:v>
                </c:pt>
                <c:pt idx="10">
                  <c:v>4.49</c:v>
                </c:pt>
                <c:pt idx="11">
                  <c:v>4.5</c:v>
                </c:pt>
                <c:pt idx="12">
                  <c:v>4.51</c:v>
                </c:pt>
                <c:pt idx="13">
                  <c:v>4.5199999999999996</c:v>
                </c:pt>
                <c:pt idx="14">
                  <c:v>4.53</c:v>
                </c:pt>
                <c:pt idx="15">
                  <c:v>4.55</c:v>
                </c:pt>
                <c:pt idx="16">
                  <c:v>4.5599999999999996</c:v>
                </c:pt>
                <c:pt idx="17">
                  <c:v>4.57</c:v>
                </c:pt>
                <c:pt idx="18">
                  <c:v>4.59</c:v>
                </c:pt>
                <c:pt idx="19">
                  <c:v>4.5999999999999996</c:v>
                </c:pt>
                <c:pt idx="20">
                  <c:v>4.62</c:v>
                </c:pt>
                <c:pt idx="21">
                  <c:v>4.6399999999999997</c:v>
                </c:pt>
                <c:pt idx="22">
                  <c:v>4.6500000000000004</c:v>
                </c:pt>
                <c:pt idx="23">
                  <c:v>4.67</c:v>
                </c:pt>
                <c:pt idx="24">
                  <c:v>4.6900000000000004</c:v>
                </c:pt>
                <c:pt idx="25">
                  <c:v>4.7</c:v>
                </c:pt>
              </c:numCache>
            </c:numRef>
          </c:val>
          <c:smooth val="0"/>
          <c:extLst>
            <c:ext xmlns:c16="http://schemas.microsoft.com/office/drawing/2014/chart" uri="{C3380CC4-5D6E-409C-BE32-E72D297353CC}">
              <c16:uniqueId val="{00000002-A7E9-4C45-BD5C-620C1C7C7E84}"/>
            </c:ext>
          </c:extLst>
        </c:ser>
        <c:ser>
          <c:idx val="3"/>
          <c:order val="3"/>
          <c:tx>
            <c:strRef>
              <c:f>Sheet1!$A$5</c:f>
              <c:strCache>
                <c:ptCount val="1"/>
                <c:pt idx="0">
                  <c:v>CG-Solar Generation Cost- @Rs. 2.50/kwh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General</c:formatCode>
                <c:ptCount val="26"/>
                <c:pt idx="0">
                  <c:v>8.44</c:v>
                </c:pt>
                <c:pt idx="1">
                  <c:v>8.94</c:v>
                </c:pt>
                <c:pt idx="2">
                  <c:v>8.61</c:v>
                </c:pt>
                <c:pt idx="3">
                  <c:v>8.74</c:v>
                </c:pt>
                <c:pt idx="4">
                  <c:v>8.9600000000000009</c:v>
                </c:pt>
                <c:pt idx="5">
                  <c:v>9.1</c:v>
                </c:pt>
                <c:pt idx="6">
                  <c:v>9.24</c:v>
                </c:pt>
                <c:pt idx="7">
                  <c:v>9.39</c:v>
                </c:pt>
                <c:pt idx="8">
                  <c:v>9.5500000000000007</c:v>
                </c:pt>
                <c:pt idx="9">
                  <c:v>9.7200000000000006</c:v>
                </c:pt>
                <c:pt idx="10">
                  <c:v>9.9</c:v>
                </c:pt>
                <c:pt idx="11">
                  <c:v>10.08</c:v>
                </c:pt>
                <c:pt idx="12">
                  <c:v>10.26</c:v>
                </c:pt>
                <c:pt idx="13">
                  <c:v>10.45</c:v>
                </c:pt>
                <c:pt idx="14">
                  <c:v>10.65</c:v>
                </c:pt>
                <c:pt idx="15">
                  <c:v>10.86</c:v>
                </c:pt>
                <c:pt idx="16">
                  <c:v>11.07</c:v>
                </c:pt>
                <c:pt idx="17">
                  <c:v>11.28</c:v>
                </c:pt>
                <c:pt idx="18">
                  <c:v>11.51</c:v>
                </c:pt>
                <c:pt idx="19">
                  <c:v>11.74</c:v>
                </c:pt>
                <c:pt idx="20">
                  <c:v>11.98</c:v>
                </c:pt>
                <c:pt idx="21">
                  <c:v>12.22</c:v>
                </c:pt>
                <c:pt idx="22">
                  <c:v>12.48</c:v>
                </c:pt>
                <c:pt idx="23">
                  <c:v>12.74</c:v>
                </c:pt>
                <c:pt idx="24">
                  <c:v>13.01</c:v>
                </c:pt>
                <c:pt idx="25">
                  <c:v>13.29</c:v>
                </c:pt>
              </c:numCache>
            </c:numRef>
          </c:val>
          <c:smooth val="0"/>
          <c:extLst>
            <c:ext xmlns:c16="http://schemas.microsoft.com/office/drawing/2014/chart" uri="{C3380CC4-5D6E-409C-BE32-E72D297353CC}">
              <c16:uniqueId val="{00000003-A7E9-4C45-BD5C-620C1C7C7E84}"/>
            </c:ext>
          </c:extLst>
        </c:ser>
        <c:ser>
          <c:idx val="4"/>
          <c:order val="4"/>
          <c:tx>
            <c:strRef>
              <c:f>Sheet1!$A$6</c:f>
              <c:strCache>
                <c:ptCount val="1"/>
                <c:pt idx="0">
                  <c:v>CG-Solar Generation Cost- @Rs. 2.50/kwh with ISTS waiver</c:v>
                </c:pt>
              </c:strCache>
            </c:strRef>
          </c:tx>
          <c:spPr>
            <a:ln w="28575" cap="rnd">
              <a:solidFill>
                <a:schemeClr val="accent5"/>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General</c:formatCode>
                <c:ptCount val="26"/>
                <c:pt idx="0">
                  <c:v>4.75</c:v>
                </c:pt>
                <c:pt idx="1">
                  <c:v>4.88</c:v>
                </c:pt>
                <c:pt idx="2">
                  <c:v>4.67</c:v>
                </c:pt>
                <c:pt idx="3">
                  <c:v>4.67</c:v>
                </c:pt>
                <c:pt idx="4">
                  <c:v>4.76</c:v>
                </c:pt>
                <c:pt idx="5">
                  <c:v>4.76</c:v>
                </c:pt>
                <c:pt idx="6">
                  <c:v>4.76</c:v>
                </c:pt>
                <c:pt idx="7">
                  <c:v>4.76</c:v>
                </c:pt>
                <c:pt idx="8">
                  <c:v>4.7699999999999996</c:v>
                </c:pt>
                <c:pt idx="9">
                  <c:v>4.79</c:v>
                </c:pt>
                <c:pt idx="10">
                  <c:v>4.8099999999999996</c:v>
                </c:pt>
                <c:pt idx="11">
                  <c:v>4.8099999999999996</c:v>
                </c:pt>
                <c:pt idx="12">
                  <c:v>4.83</c:v>
                </c:pt>
                <c:pt idx="13">
                  <c:v>4.84</c:v>
                </c:pt>
                <c:pt idx="14">
                  <c:v>4.8499999999999996</c:v>
                </c:pt>
                <c:pt idx="15">
                  <c:v>4.87</c:v>
                </c:pt>
                <c:pt idx="16">
                  <c:v>4.88</c:v>
                </c:pt>
                <c:pt idx="17">
                  <c:v>4.8899999999999997</c:v>
                </c:pt>
                <c:pt idx="18">
                  <c:v>4.91</c:v>
                </c:pt>
                <c:pt idx="19">
                  <c:v>4.92</c:v>
                </c:pt>
                <c:pt idx="20">
                  <c:v>4.9400000000000004</c:v>
                </c:pt>
                <c:pt idx="21">
                  <c:v>4.96</c:v>
                </c:pt>
                <c:pt idx="22">
                  <c:v>4.97</c:v>
                </c:pt>
                <c:pt idx="23">
                  <c:v>4.99</c:v>
                </c:pt>
                <c:pt idx="24">
                  <c:v>5.01</c:v>
                </c:pt>
                <c:pt idx="25">
                  <c:v>5.0199999999999996</c:v>
                </c:pt>
              </c:numCache>
            </c:numRef>
          </c:val>
          <c:smooth val="0"/>
          <c:extLst>
            <c:ext xmlns:c16="http://schemas.microsoft.com/office/drawing/2014/chart" uri="{C3380CC4-5D6E-409C-BE32-E72D297353CC}">
              <c16:uniqueId val="{00000004-A7E9-4C45-BD5C-620C1C7C7E84}"/>
            </c:ext>
          </c:extLst>
        </c:ser>
        <c:ser>
          <c:idx val="5"/>
          <c:order val="5"/>
          <c:tx>
            <c:strRef>
              <c:f>Sheet1!$A$7</c:f>
              <c:strCache>
                <c:ptCount val="1"/>
                <c:pt idx="0">
                  <c:v>CG-Solar Generation Cost- @Rs. 3.00/kwh without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General</c:formatCode>
                <c:ptCount val="26"/>
                <c:pt idx="0">
                  <c:v>8.9700000000000006</c:v>
                </c:pt>
                <c:pt idx="1">
                  <c:v>9.5</c:v>
                </c:pt>
                <c:pt idx="2">
                  <c:v>9.14</c:v>
                </c:pt>
                <c:pt idx="3">
                  <c:v>9.27</c:v>
                </c:pt>
                <c:pt idx="4">
                  <c:v>9.49</c:v>
                </c:pt>
                <c:pt idx="5">
                  <c:v>9.6300000000000008</c:v>
                </c:pt>
                <c:pt idx="6">
                  <c:v>9.77</c:v>
                </c:pt>
                <c:pt idx="7">
                  <c:v>9.92</c:v>
                </c:pt>
                <c:pt idx="8">
                  <c:v>10.08</c:v>
                </c:pt>
                <c:pt idx="9">
                  <c:v>10.25</c:v>
                </c:pt>
                <c:pt idx="10">
                  <c:v>10.43</c:v>
                </c:pt>
                <c:pt idx="11">
                  <c:v>10.61</c:v>
                </c:pt>
                <c:pt idx="12">
                  <c:v>10.79</c:v>
                </c:pt>
                <c:pt idx="13">
                  <c:v>10.98</c:v>
                </c:pt>
                <c:pt idx="14">
                  <c:v>11.18</c:v>
                </c:pt>
                <c:pt idx="15">
                  <c:v>11.39</c:v>
                </c:pt>
                <c:pt idx="16">
                  <c:v>11.6</c:v>
                </c:pt>
                <c:pt idx="17">
                  <c:v>11.81</c:v>
                </c:pt>
                <c:pt idx="18">
                  <c:v>12.04</c:v>
                </c:pt>
                <c:pt idx="19">
                  <c:v>12.27</c:v>
                </c:pt>
                <c:pt idx="20">
                  <c:v>12.51</c:v>
                </c:pt>
                <c:pt idx="21">
                  <c:v>12.76</c:v>
                </c:pt>
                <c:pt idx="22">
                  <c:v>13.01</c:v>
                </c:pt>
                <c:pt idx="23">
                  <c:v>13.27</c:v>
                </c:pt>
                <c:pt idx="24">
                  <c:v>13.54</c:v>
                </c:pt>
                <c:pt idx="25">
                  <c:v>13.82</c:v>
                </c:pt>
              </c:numCache>
            </c:numRef>
          </c:val>
          <c:smooth val="0"/>
          <c:extLst>
            <c:ext xmlns:c16="http://schemas.microsoft.com/office/drawing/2014/chart" uri="{C3380CC4-5D6E-409C-BE32-E72D297353CC}">
              <c16:uniqueId val="{00000005-A7E9-4C45-BD5C-620C1C7C7E84}"/>
            </c:ext>
          </c:extLst>
        </c:ser>
        <c:ser>
          <c:idx val="6"/>
          <c:order val="6"/>
          <c:tx>
            <c:strRef>
              <c:f>Sheet1!$A$8</c:f>
              <c:strCache>
                <c:ptCount val="1"/>
                <c:pt idx="0">
                  <c:v>CG-Solar Generation Cost- @Rs. 3.00/kwh with ISTS waiver</c:v>
                </c:pt>
              </c:strCache>
            </c:strRef>
          </c:tx>
          <c:spPr>
            <a:ln w="28575" cap="rnd">
              <a:solidFill>
                <a:schemeClr val="accent1">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Sheet1!$B$8:$AA$8</c:f>
              <c:numCache>
                <c:formatCode>General</c:formatCode>
                <c:ptCount val="26"/>
                <c:pt idx="0">
                  <c:v>5.28</c:v>
                </c:pt>
                <c:pt idx="1">
                  <c:v>5.44</c:v>
                </c:pt>
                <c:pt idx="2">
                  <c:v>5.21</c:v>
                </c:pt>
                <c:pt idx="3">
                  <c:v>5.2</c:v>
                </c:pt>
                <c:pt idx="4">
                  <c:v>5.29</c:v>
                </c:pt>
                <c:pt idx="5">
                  <c:v>5.29</c:v>
                </c:pt>
                <c:pt idx="6">
                  <c:v>5.29</c:v>
                </c:pt>
                <c:pt idx="7">
                  <c:v>5.29</c:v>
                </c:pt>
                <c:pt idx="8">
                  <c:v>5.3</c:v>
                </c:pt>
                <c:pt idx="9">
                  <c:v>5.32</c:v>
                </c:pt>
                <c:pt idx="10">
                  <c:v>5.34</c:v>
                </c:pt>
                <c:pt idx="11">
                  <c:v>5.35</c:v>
                </c:pt>
                <c:pt idx="12">
                  <c:v>5.36</c:v>
                </c:pt>
                <c:pt idx="13">
                  <c:v>5.37</c:v>
                </c:pt>
                <c:pt idx="14">
                  <c:v>5.38</c:v>
                </c:pt>
                <c:pt idx="15">
                  <c:v>5.4</c:v>
                </c:pt>
                <c:pt idx="16">
                  <c:v>5.41</c:v>
                </c:pt>
                <c:pt idx="17">
                  <c:v>5.43</c:v>
                </c:pt>
                <c:pt idx="18">
                  <c:v>5.44</c:v>
                </c:pt>
                <c:pt idx="19">
                  <c:v>5.46</c:v>
                </c:pt>
                <c:pt idx="20">
                  <c:v>5.47</c:v>
                </c:pt>
                <c:pt idx="21">
                  <c:v>5.49</c:v>
                </c:pt>
                <c:pt idx="22">
                  <c:v>5.5</c:v>
                </c:pt>
                <c:pt idx="23">
                  <c:v>5.52</c:v>
                </c:pt>
                <c:pt idx="24">
                  <c:v>5.54</c:v>
                </c:pt>
                <c:pt idx="25">
                  <c:v>5.55</c:v>
                </c:pt>
              </c:numCache>
            </c:numRef>
          </c:val>
          <c:smooth val="0"/>
          <c:extLst>
            <c:ext xmlns:c16="http://schemas.microsoft.com/office/drawing/2014/chart" uri="{C3380CC4-5D6E-409C-BE32-E72D297353CC}">
              <c16:uniqueId val="{00000006-A7E9-4C45-BD5C-620C1C7C7E84}"/>
            </c:ext>
          </c:extLst>
        </c:ser>
        <c:ser>
          <c:idx val="7"/>
          <c:order val="7"/>
          <c:tx>
            <c:strRef>
              <c:f>Sheet1!$A$9</c:f>
              <c:strCache>
                <c:ptCount val="1"/>
                <c:pt idx="0">
                  <c:v>CG-Solar Generation Cost- @Rs. 3.50/kwh without ISTS waiver</c:v>
                </c:pt>
              </c:strCache>
            </c:strRef>
          </c:tx>
          <c:spPr>
            <a:ln w="28575" cap="rnd">
              <a:solidFill>
                <a:schemeClr val="accent2">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Sheet1!$B$9:$AA$9</c:f>
              <c:numCache>
                <c:formatCode>General</c:formatCode>
                <c:ptCount val="26"/>
                <c:pt idx="0">
                  <c:v>9.5</c:v>
                </c:pt>
                <c:pt idx="1">
                  <c:v>10.06</c:v>
                </c:pt>
                <c:pt idx="2">
                  <c:v>9.68</c:v>
                </c:pt>
                <c:pt idx="3">
                  <c:v>9.8000000000000007</c:v>
                </c:pt>
                <c:pt idx="4">
                  <c:v>10.02</c:v>
                </c:pt>
                <c:pt idx="5">
                  <c:v>10.16</c:v>
                </c:pt>
                <c:pt idx="6">
                  <c:v>10.3</c:v>
                </c:pt>
                <c:pt idx="7">
                  <c:v>10.45</c:v>
                </c:pt>
                <c:pt idx="8">
                  <c:v>10.61</c:v>
                </c:pt>
                <c:pt idx="9">
                  <c:v>10.78</c:v>
                </c:pt>
                <c:pt idx="10">
                  <c:v>10.97</c:v>
                </c:pt>
                <c:pt idx="11">
                  <c:v>11.14</c:v>
                </c:pt>
                <c:pt idx="12">
                  <c:v>11.33</c:v>
                </c:pt>
                <c:pt idx="13">
                  <c:v>11.52</c:v>
                </c:pt>
                <c:pt idx="14">
                  <c:v>11.71</c:v>
                </c:pt>
                <c:pt idx="15">
                  <c:v>11.92</c:v>
                </c:pt>
                <c:pt idx="16">
                  <c:v>12.13</c:v>
                </c:pt>
                <c:pt idx="17">
                  <c:v>12.35</c:v>
                </c:pt>
                <c:pt idx="18">
                  <c:v>12.57</c:v>
                </c:pt>
                <c:pt idx="19">
                  <c:v>12.8</c:v>
                </c:pt>
                <c:pt idx="20">
                  <c:v>13.04</c:v>
                </c:pt>
                <c:pt idx="21">
                  <c:v>13.29</c:v>
                </c:pt>
                <c:pt idx="22">
                  <c:v>13.54</c:v>
                </c:pt>
                <c:pt idx="23">
                  <c:v>13.8</c:v>
                </c:pt>
                <c:pt idx="24">
                  <c:v>14.08</c:v>
                </c:pt>
                <c:pt idx="25">
                  <c:v>14.36</c:v>
                </c:pt>
              </c:numCache>
            </c:numRef>
          </c:val>
          <c:smooth val="0"/>
          <c:extLst>
            <c:ext xmlns:c16="http://schemas.microsoft.com/office/drawing/2014/chart" uri="{C3380CC4-5D6E-409C-BE32-E72D297353CC}">
              <c16:uniqueId val="{00000007-A7E9-4C45-BD5C-620C1C7C7E84}"/>
            </c:ext>
          </c:extLst>
        </c:ser>
        <c:ser>
          <c:idx val="8"/>
          <c:order val="8"/>
          <c:tx>
            <c:strRef>
              <c:f>Sheet1!$A$10</c:f>
              <c:strCache>
                <c:ptCount val="1"/>
                <c:pt idx="0">
                  <c:v>CG-Solar Generation Cost- @Rs. 3.50/kwh with ISTS waiver</c:v>
                </c:pt>
              </c:strCache>
            </c:strRef>
          </c:tx>
          <c:spPr>
            <a:ln w="28575" cap="rnd">
              <a:solidFill>
                <a:schemeClr val="accent3">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Sheet1!$B$10:$AA$10</c:f>
              <c:numCache>
                <c:formatCode>General</c:formatCode>
                <c:ptCount val="26"/>
                <c:pt idx="0">
                  <c:v>5.81</c:v>
                </c:pt>
                <c:pt idx="1">
                  <c:v>6</c:v>
                </c:pt>
                <c:pt idx="2">
                  <c:v>5.74</c:v>
                </c:pt>
                <c:pt idx="3">
                  <c:v>5.73</c:v>
                </c:pt>
                <c:pt idx="4">
                  <c:v>5.82</c:v>
                </c:pt>
                <c:pt idx="5">
                  <c:v>5.82</c:v>
                </c:pt>
                <c:pt idx="6">
                  <c:v>5.82</c:v>
                </c:pt>
                <c:pt idx="7">
                  <c:v>5.82</c:v>
                </c:pt>
                <c:pt idx="8">
                  <c:v>5.83</c:v>
                </c:pt>
                <c:pt idx="9">
                  <c:v>5.85</c:v>
                </c:pt>
                <c:pt idx="10">
                  <c:v>5.87</c:v>
                </c:pt>
                <c:pt idx="11">
                  <c:v>5.88</c:v>
                </c:pt>
                <c:pt idx="12">
                  <c:v>5.89</c:v>
                </c:pt>
                <c:pt idx="13">
                  <c:v>5.9</c:v>
                </c:pt>
                <c:pt idx="14">
                  <c:v>5.91</c:v>
                </c:pt>
                <c:pt idx="15">
                  <c:v>5.93</c:v>
                </c:pt>
                <c:pt idx="16">
                  <c:v>5.94</c:v>
                </c:pt>
                <c:pt idx="17">
                  <c:v>5.96</c:v>
                </c:pt>
                <c:pt idx="18">
                  <c:v>5.97</c:v>
                </c:pt>
                <c:pt idx="19">
                  <c:v>5.99</c:v>
                </c:pt>
                <c:pt idx="20">
                  <c:v>6</c:v>
                </c:pt>
                <c:pt idx="21">
                  <c:v>6.02</c:v>
                </c:pt>
                <c:pt idx="22">
                  <c:v>6.04</c:v>
                </c:pt>
                <c:pt idx="23">
                  <c:v>6.05</c:v>
                </c:pt>
                <c:pt idx="24">
                  <c:v>6.07</c:v>
                </c:pt>
                <c:pt idx="25">
                  <c:v>6.09</c:v>
                </c:pt>
              </c:numCache>
            </c:numRef>
          </c:val>
          <c:smooth val="0"/>
          <c:extLst>
            <c:ext xmlns:c16="http://schemas.microsoft.com/office/drawing/2014/chart" uri="{C3380CC4-5D6E-409C-BE32-E72D297353CC}">
              <c16:uniqueId val="{00000008-A7E9-4C45-BD5C-620C1C7C7E84}"/>
            </c:ext>
          </c:extLst>
        </c:ser>
        <c:ser>
          <c:idx val="9"/>
          <c:order val="9"/>
          <c:tx>
            <c:strRef>
              <c:f>Sheet1!$A$11</c:f>
              <c:strCache>
                <c:ptCount val="1"/>
                <c:pt idx="0">
                  <c:v>CG-Solar Generation Cost- @Rs. 4.00/kwh without ISTS waiver</c:v>
                </c:pt>
              </c:strCache>
            </c:strRef>
          </c:tx>
          <c:spPr>
            <a:ln w="28575" cap="rnd">
              <a:solidFill>
                <a:schemeClr val="accent4">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Sheet1!$B$11:$AA$11</c:f>
              <c:numCache>
                <c:formatCode>General</c:formatCode>
                <c:ptCount val="26"/>
                <c:pt idx="0">
                  <c:v>10.039999999999999</c:v>
                </c:pt>
                <c:pt idx="1">
                  <c:v>10.63</c:v>
                </c:pt>
                <c:pt idx="2">
                  <c:v>10.210000000000001</c:v>
                </c:pt>
                <c:pt idx="3">
                  <c:v>10.33</c:v>
                </c:pt>
                <c:pt idx="4">
                  <c:v>10.55</c:v>
                </c:pt>
                <c:pt idx="5">
                  <c:v>10.69</c:v>
                </c:pt>
                <c:pt idx="6">
                  <c:v>10.83</c:v>
                </c:pt>
                <c:pt idx="7">
                  <c:v>10.98</c:v>
                </c:pt>
                <c:pt idx="8">
                  <c:v>11.14</c:v>
                </c:pt>
                <c:pt idx="9">
                  <c:v>11.32</c:v>
                </c:pt>
                <c:pt idx="10">
                  <c:v>11.5</c:v>
                </c:pt>
                <c:pt idx="11">
                  <c:v>11.67</c:v>
                </c:pt>
                <c:pt idx="12">
                  <c:v>11.86</c:v>
                </c:pt>
                <c:pt idx="13">
                  <c:v>12.05</c:v>
                </c:pt>
                <c:pt idx="14">
                  <c:v>12.25</c:v>
                </c:pt>
                <c:pt idx="15">
                  <c:v>12.45</c:v>
                </c:pt>
                <c:pt idx="16">
                  <c:v>12.66</c:v>
                </c:pt>
                <c:pt idx="17">
                  <c:v>12.88</c:v>
                </c:pt>
                <c:pt idx="18">
                  <c:v>13.1</c:v>
                </c:pt>
                <c:pt idx="19">
                  <c:v>13.33</c:v>
                </c:pt>
                <c:pt idx="20">
                  <c:v>13.57</c:v>
                </c:pt>
                <c:pt idx="21">
                  <c:v>13.82</c:v>
                </c:pt>
                <c:pt idx="22">
                  <c:v>14.07</c:v>
                </c:pt>
                <c:pt idx="23">
                  <c:v>14.34</c:v>
                </c:pt>
                <c:pt idx="24">
                  <c:v>14.61</c:v>
                </c:pt>
                <c:pt idx="25">
                  <c:v>14.89</c:v>
                </c:pt>
              </c:numCache>
            </c:numRef>
          </c:val>
          <c:smooth val="0"/>
          <c:extLst>
            <c:ext xmlns:c16="http://schemas.microsoft.com/office/drawing/2014/chart" uri="{C3380CC4-5D6E-409C-BE32-E72D297353CC}">
              <c16:uniqueId val="{00000009-A7E9-4C45-BD5C-620C1C7C7E84}"/>
            </c:ext>
          </c:extLst>
        </c:ser>
        <c:ser>
          <c:idx val="10"/>
          <c:order val="10"/>
          <c:tx>
            <c:strRef>
              <c:f>Sheet1!$A$12</c:f>
              <c:strCache>
                <c:ptCount val="1"/>
                <c:pt idx="0">
                  <c:v>CG-Solar Generation Cost- @Rs. 4.00/kwh with ISTS waiver</c:v>
                </c:pt>
              </c:strCache>
            </c:strRef>
          </c:tx>
          <c:spPr>
            <a:ln w="28575" cap="rnd">
              <a:solidFill>
                <a:schemeClr val="accent5">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Sheet1!$B$12:$AA$12</c:f>
              <c:numCache>
                <c:formatCode>General</c:formatCode>
                <c:ptCount val="26"/>
                <c:pt idx="0">
                  <c:v>6.34</c:v>
                </c:pt>
                <c:pt idx="1">
                  <c:v>6.56</c:v>
                </c:pt>
                <c:pt idx="2">
                  <c:v>6.27</c:v>
                </c:pt>
                <c:pt idx="3">
                  <c:v>6.27</c:v>
                </c:pt>
                <c:pt idx="4">
                  <c:v>6.35</c:v>
                </c:pt>
                <c:pt idx="5">
                  <c:v>6.36</c:v>
                </c:pt>
                <c:pt idx="6">
                  <c:v>6.35</c:v>
                </c:pt>
                <c:pt idx="7">
                  <c:v>6.36</c:v>
                </c:pt>
                <c:pt idx="8">
                  <c:v>6.36</c:v>
                </c:pt>
                <c:pt idx="9">
                  <c:v>6.38</c:v>
                </c:pt>
                <c:pt idx="10">
                  <c:v>6.4</c:v>
                </c:pt>
                <c:pt idx="11">
                  <c:v>6.41</c:v>
                </c:pt>
                <c:pt idx="12">
                  <c:v>6.42</c:v>
                </c:pt>
                <c:pt idx="13">
                  <c:v>6.43</c:v>
                </c:pt>
                <c:pt idx="14">
                  <c:v>6.45</c:v>
                </c:pt>
                <c:pt idx="15">
                  <c:v>6.46</c:v>
                </c:pt>
                <c:pt idx="16">
                  <c:v>6.48</c:v>
                </c:pt>
                <c:pt idx="17">
                  <c:v>6.49</c:v>
                </c:pt>
                <c:pt idx="18">
                  <c:v>6.5</c:v>
                </c:pt>
                <c:pt idx="19">
                  <c:v>6.52</c:v>
                </c:pt>
                <c:pt idx="20">
                  <c:v>6.54</c:v>
                </c:pt>
                <c:pt idx="21">
                  <c:v>6.55</c:v>
                </c:pt>
                <c:pt idx="22">
                  <c:v>6.57</c:v>
                </c:pt>
                <c:pt idx="23">
                  <c:v>6.58</c:v>
                </c:pt>
                <c:pt idx="24">
                  <c:v>6.6</c:v>
                </c:pt>
                <c:pt idx="25">
                  <c:v>6.62</c:v>
                </c:pt>
              </c:numCache>
            </c:numRef>
          </c:val>
          <c:smooth val="0"/>
          <c:extLst>
            <c:ext xmlns:c16="http://schemas.microsoft.com/office/drawing/2014/chart" uri="{C3380CC4-5D6E-409C-BE32-E72D297353CC}">
              <c16:uniqueId val="{0000000A-A7E9-4C45-BD5C-620C1C7C7E84}"/>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2.3973081242140596E-2"/>
          <c:y val="0.5511955644744192"/>
          <c:w val="0.96252917468394894"/>
          <c:h val="0.3988840846556468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sz="1400" dirty="0"/>
              <a:t>ECR</a:t>
            </a:r>
            <a:r>
              <a:rPr lang="en-US" sz="1400" baseline="0" dirty="0"/>
              <a:t> Vs Solar Landed Cost Comparison (Rs./kWh)</a:t>
            </a:r>
            <a:endParaRPr lang="en-US" sz="1400" dirty="0"/>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0402692684301142"/>
          <c:y val="8.5420420218723273E-2"/>
          <c:w val="0.86748907994663682"/>
          <c:h val="0.3060558354719547"/>
        </c:manualLayout>
      </c:layout>
      <c:lineChart>
        <c:grouping val="standard"/>
        <c:varyColors val="0"/>
        <c:ser>
          <c:idx val="0"/>
          <c:order val="0"/>
          <c:tx>
            <c:strRef>
              <c:f>Sheet1!$A$2</c:f>
              <c:strCache>
                <c:ptCount val="1"/>
                <c:pt idx="0">
                  <c:v>MP-Discom ECR</c:v>
                </c:pt>
              </c:strCache>
            </c:strRef>
          </c:tx>
          <c:spPr>
            <a:ln w="28575" cap="rnd">
              <a:solidFill>
                <a:srgbClr val="ED8B00"/>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Sheet1!$B$2:$AA$2</c:f>
              <c:numCache>
                <c:formatCode>0.00</c:formatCode>
                <c:ptCount val="26"/>
                <c:pt idx="0">
                  <c:v>6.88</c:v>
                </c:pt>
                <c:pt idx="1">
                  <c:v>7.06</c:v>
                </c:pt>
                <c:pt idx="2">
                  <c:v>7.19</c:v>
                </c:pt>
                <c:pt idx="3">
                  <c:v>7.32</c:v>
                </c:pt>
                <c:pt idx="4">
                  <c:v>7.46</c:v>
                </c:pt>
                <c:pt idx="5">
                  <c:v>7.6</c:v>
                </c:pt>
                <c:pt idx="6">
                  <c:v>7.74</c:v>
                </c:pt>
                <c:pt idx="7">
                  <c:v>7.88</c:v>
                </c:pt>
                <c:pt idx="8">
                  <c:v>8.02</c:v>
                </c:pt>
                <c:pt idx="9">
                  <c:v>8.17</c:v>
                </c:pt>
                <c:pt idx="10">
                  <c:v>8.32</c:v>
                </c:pt>
                <c:pt idx="11">
                  <c:v>8.48</c:v>
                </c:pt>
                <c:pt idx="12">
                  <c:v>8.6300000000000008</c:v>
                </c:pt>
                <c:pt idx="13">
                  <c:v>8.7899999999999991</c:v>
                </c:pt>
                <c:pt idx="14">
                  <c:v>8.9499999999999993</c:v>
                </c:pt>
                <c:pt idx="15">
                  <c:v>9.1199999999999992</c:v>
                </c:pt>
                <c:pt idx="16">
                  <c:v>9.2899999999999991</c:v>
                </c:pt>
                <c:pt idx="17">
                  <c:v>9.4600000000000009</c:v>
                </c:pt>
                <c:pt idx="18">
                  <c:v>9.6300000000000008</c:v>
                </c:pt>
                <c:pt idx="19">
                  <c:v>9.81</c:v>
                </c:pt>
                <c:pt idx="20">
                  <c:v>9.99</c:v>
                </c:pt>
                <c:pt idx="21">
                  <c:v>10.18</c:v>
                </c:pt>
                <c:pt idx="22">
                  <c:v>10.36</c:v>
                </c:pt>
                <c:pt idx="23">
                  <c:v>10.56</c:v>
                </c:pt>
                <c:pt idx="24">
                  <c:v>10.75</c:v>
                </c:pt>
                <c:pt idx="25">
                  <c:v>10.95</c:v>
                </c:pt>
              </c:numCache>
            </c:numRef>
          </c:val>
          <c:smooth val="0"/>
          <c:extLst>
            <c:ext xmlns:c16="http://schemas.microsoft.com/office/drawing/2014/chart" uri="{C3380CC4-5D6E-409C-BE32-E72D297353CC}">
              <c16:uniqueId val="{00000000-FEB7-4E01-8E54-DCDCC1A0005A}"/>
            </c:ext>
          </c:extLst>
        </c:ser>
        <c:ser>
          <c:idx val="1"/>
          <c:order val="1"/>
          <c:tx>
            <c:strRef>
              <c:f>Sheet1!$A$3</c:f>
              <c:strCache>
                <c:ptCount val="1"/>
                <c:pt idx="0">
                  <c:v>MP-Solar Generation Cost @Rs. 2.20/kwh- without ISTS waiver</c:v>
                </c:pt>
              </c:strCache>
            </c:strRef>
          </c:tx>
          <c:spPr>
            <a:ln w="28575" cap="rnd">
              <a:solidFill>
                <a:schemeClr val="accent4"/>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Sheet1!$B$3:$AA$3</c:f>
              <c:numCache>
                <c:formatCode>0.00</c:formatCode>
                <c:ptCount val="26"/>
                <c:pt idx="0">
                  <c:v>10.82</c:v>
                </c:pt>
                <c:pt idx="1">
                  <c:v>11.26</c:v>
                </c:pt>
                <c:pt idx="2">
                  <c:v>11.32</c:v>
                </c:pt>
                <c:pt idx="3">
                  <c:v>11.6</c:v>
                </c:pt>
                <c:pt idx="4">
                  <c:v>11.89</c:v>
                </c:pt>
                <c:pt idx="5">
                  <c:v>12.18</c:v>
                </c:pt>
                <c:pt idx="6">
                  <c:v>12.49</c:v>
                </c:pt>
                <c:pt idx="7">
                  <c:v>12.82</c:v>
                </c:pt>
                <c:pt idx="8">
                  <c:v>13.15</c:v>
                </c:pt>
                <c:pt idx="9">
                  <c:v>13.5</c:v>
                </c:pt>
                <c:pt idx="10">
                  <c:v>13.87</c:v>
                </c:pt>
                <c:pt idx="11">
                  <c:v>14.25</c:v>
                </c:pt>
                <c:pt idx="12">
                  <c:v>14.64</c:v>
                </c:pt>
                <c:pt idx="13">
                  <c:v>15.06</c:v>
                </c:pt>
                <c:pt idx="14">
                  <c:v>15.49</c:v>
                </c:pt>
                <c:pt idx="15">
                  <c:v>15.93</c:v>
                </c:pt>
                <c:pt idx="16">
                  <c:v>16.399999999999999</c:v>
                </c:pt>
                <c:pt idx="17">
                  <c:v>16.89</c:v>
                </c:pt>
                <c:pt idx="18">
                  <c:v>17.399999999999999</c:v>
                </c:pt>
                <c:pt idx="19">
                  <c:v>17.93</c:v>
                </c:pt>
                <c:pt idx="20">
                  <c:v>18.48</c:v>
                </c:pt>
                <c:pt idx="21">
                  <c:v>19.059999999999999</c:v>
                </c:pt>
                <c:pt idx="22">
                  <c:v>19.66</c:v>
                </c:pt>
                <c:pt idx="23">
                  <c:v>20.28</c:v>
                </c:pt>
                <c:pt idx="24">
                  <c:v>20.94</c:v>
                </c:pt>
                <c:pt idx="25">
                  <c:v>21.62</c:v>
                </c:pt>
              </c:numCache>
            </c:numRef>
          </c:val>
          <c:smooth val="0"/>
          <c:extLst>
            <c:ext xmlns:c16="http://schemas.microsoft.com/office/drawing/2014/chart" uri="{C3380CC4-5D6E-409C-BE32-E72D297353CC}">
              <c16:uniqueId val="{00000001-FEB7-4E01-8E54-DCDCC1A0005A}"/>
            </c:ext>
          </c:extLst>
        </c:ser>
        <c:ser>
          <c:idx val="2"/>
          <c:order val="2"/>
          <c:tx>
            <c:strRef>
              <c:f>Sheet1!$A$4</c:f>
              <c:strCache>
                <c:ptCount val="1"/>
                <c:pt idx="0">
                  <c:v>MP-Solar Generation Cost- @ Rs. 2.20/kwh-with ISTS waiver</c:v>
                </c:pt>
              </c:strCache>
            </c:strRef>
          </c:tx>
          <c:spPr>
            <a:ln w="28575" cap="rnd">
              <a:solidFill>
                <a:schemeClr val="accent6"/>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Sheet1!$B$4:$AA$4</c:f>
              <c:numCache>
                <c:formatCode>0.00</c:formatCode>
                <c:ptCount val="26"/>
                <c:pt idx="0">
                  <c:v>7</c:v>
                </c:pt>
                <c:pt idx="1">
                  <c:v>7.18</c:v>
                </c:pt>
                <c:pt idx="2">
                  <c:v>7.24</c:v>
                </c:pt>
                <c:pt idx="3">
                  <c:v>7.39</c:v>
                </c:pt>
                <c:pt idx="4">
                  <c:v>7.54</c:v>
                </c:pt>
                <c:pt idx="5">
                  <c:v>7.69</c:v>
                </c:pt>
                <c:pt idx="6">
                  <c:v>7.85</c:v>
                </c:pt>
                <c:pt idx="7">
                  <c:v>8.02</c:v>
                </c:pt>
                <c:pt idx="8">
                  <c:v>8.1999999999999993</c:v>
                </c:pt>
                <c:pt idx="9">
                  <c:v>8.39</c:v>
                </c:pt>
                <c:pt idx="10">
                  <c:v>8.59</c:v>
                </c:pt>
                <c:pt idx="11">
                  <c:v>8.7899999999999991</c:v>
                </c:pt>
                <c:pt idx="12">
                  <c:v>9.01</c:v>
                </c:pt>
                <c:pt idx="13">
                  <c:v>9.24</c:v>
                </c:pt>
                <c:pt idx="14">
                  <c:v>9.48</c:v>
                </c:pt>
                <c:pt idx="15">
                  <c:v>9.73</c:v>
                </c:pt>
                <c:pt idx="16">
                  <c:v>9.99</c:v>
                </c:pt>
                <c:pt idx="17">
                  <c:v>10.27</c:v>
                </c:pt>
                <c:pt idx="18">
                  <c:v>10.56</c:v>
                </c:pt>
                <c:pt idx="19">
                  <c:v>10.87</c:v>
                </c:pt>
                <c:pt idx="20">
                  <c:v>11.19</c:v>
                </c:pt>
                <c:pt idx="21">
                  <c:v>11.52</c:v>
                </c:pt>
                <c:pt idx="22">
                  <c:v>11.88</c:v>
                </c:pt>
                <c:pt idx="23">
                  <c:v>12.25</c:v>
                </c:pt>
                <c:pt idx="24">
                  <c:v>12.64</c:v>
                </c:pt>
                <c:pt idx="25">
                  <c:v>13.05</c:v>
                </c:pt>
              </c:numCache>
            </c:numRef>
          </c:val>
          <c:smooth val="0"/>
          <c:extLst>
            <c:ext xmlns:c16="http://schemas.microsoft.com/office/drawing/2014/chart" uri="{C3380CC4-5D6E-409C-BE32-E72D297353CC}">
              <c16:uniqueId val="{00000002-FEB7-4E01-8E54-DCDCC1A0005A}"/>
            </c:ext>
          </c:extLst>
        </c:ser>
        <c:ser>
          <c:idx val="3"/>
          <c:order val="3"/>
          <c:tx>
            <c:strRef>
              <c:f>Sheet1!$A$5</c:f>
              <c:strCache>
                <c:ptCount val="1"/>
                <c:pt idx="0">
                  <c:v>MP-Solar Generation Cost- @Rs. 2.50/kwh without ISTS waiver</c:v>
                </c:pt>
              </c:strCache>
            </c:strRef>
          </c:tx>
          <c:spPr>
            <a:ln w="28575" cap="rnd">
              <a:solidFill>
                <a:schemeClr val="accent2">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Sheet1!$B$5:$AA$5</c:f>
              <c:numCache>
                <c:formatCode>0.00</c:formatCode>
                <c:ptCount val="26"/>
                <c:pt idx="0">
                  <c:v>11.15</c:v>
                </c:pt>
                <c:pt idx="1">
                  <c:v>11.6</c:v>
                </c:pt>
                <c:pt idx="2">
                  <c:v>11.66</c:v>
                </c:pt>
                <c:pt idx="3">
                  <c:v>11.94</c:v>
                </c:pt>
                <c:pt idx="4">
                  <c:v>12.22</c:v>
                </c:pt>
                <c:pt idx="5">
                  <c:v>12.52</c:v>
                </c:pt>
                <c:pt idx="6">
                  <c:v>12.82</c:v>
                </c:pt>
                <c:pt idx="7">
                  <c:v>13.15</c:v>
                </c:pt>
                <c:pt idx="8">
                  <c:v>13.48</c:v>
                </c:pt>
                <c:pt idx="9">
                  <c:v>13.83</c:v>
                </c:pt>
                <c:pt idx="10">
                  <c:v>14.2</c:v>
                </c:pt>
                <c:pt idx="11">
                  <c:v>14.58</c:v>
                </c:pt>
                <c:pt idx="12">
                  <c:v>14.97</c:v>
                </c:pt>
                <c:pt idx="13">
                  <c:v>15.39</c:v>
                </c:pt>
                <c:pt idx="14">
                  <c:v>15.82</c:v>
                </c:pt>
                <c:pt idx="15">
                  <c:v>16.27</c:v>
                </c:pt>
                <c:pt idx="16">
                  <c:v>16.73</c:v>
                </c:pt>
                <c:pt idx="17">
                  <c:v>17.22</c:v>
                </c:pt>
                <c:pt idx="18">
                  <c:v>17.73</c:v>
                </c:pt>
                <c:pt idx="19">
                  <c:v>18.260000000000002</c:v>
                </c:pt>
                <c:pt idx="20">
                  <c:v>18.809999999999999</c:v>
                </c:pt>
                <c:pt idx="21">
                  <c:v>19.39</c:v>
                </c:pt>
                <c:pt idx="22">
                  <c:v>19.989999999999998</c:v>
                </c:pt>
                <c:pt idx="23">
                  <c:v>20.61</c:v>
                </c:pt>
                <c:pt idx="24">
                  <c:v>21.27</c:v>
                </c:pt>
                <c:pt idx="25">
                  <c:v>21.95</c:v>
                </c:pt>
              </c:numCache>
            </c:numRef>
          </c:val>
          <c:smooth val="0"/>
          <c:extLst>
            <c:ext xmlns:c16="http://schemas.microsoft.com/office/drawing/2014/chart" uri="{C3380CC4-5D6E-409C-BE32-E72D297353CC}">
              <c16:uniqueId val="{00000003-FEB7-4E01-8E54-DCDCC1A0005A}"/>
            </c:ext>
          </c:extLst>
        </c:ser>
        <c:ser>
          <c:idx val="4"/>
          <c:order val="4"/>
          <c:tx>
            <c:strRef>
              <c:f>Sheet1!$A$6</c:f>
              <c:strCache>
                <c:ptCount val="1"/>
                <c:pt idx="0">
                  <c:v>MP-Solar Generation Cost- @Rs. 2.50/kwh with ISTS waiver</c:v>
                </c:pt>
              </c:strCache>
            </c:strRef>
          </c:tx>
          <c:spPr>
            <a:ln w="28575" cap="rnd">
              <a:solidFill>
                <a:schemeClr val="accent4">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Sheet1!$B$6:$AA$6</c:f>
              <c:numCache>
                <c:formatCode>0.00</c:formatCode>
                <c:ptCount val="26"/>
                <c:pt idx="0">
                  <c:v>7.33</c:v>
                </c:pt>
                <c:pt idx="1">
                  <c:v>7.52</c:v>
                </c:pt>
                <c:pt idx="2">
                  <c:v>7.58</c:v>
                </c:pt>
                <c:pt idx="3">
                  <c:v>7.72</c:v>
                </c:pt>
                <c:pt idx="4">
                  <c:v>7.87</c:v>
                </c:pt>
                <c:pt idx="5">
                  <c:v>8.02</c:v>
                </c:pt>
                <c:pt idx="6">
                  <c:v>8.18</c:v>
                </c:pt>
                <c:pt idx="7">
                  <c:v>8.35</c:v>
                </c:pt>
                <c:pt idx="8">
                  <c:v>8.5299999999999994</c:v>
                </c:pt>
                <c:pt idx="9">
                  <c:v>8.7200000000000006</c:v>
                </c:pt>
                <c:pt idx="10">
                  <c:v>8.92</c:v>
                </c:pt>
                <c:pt idx="11">
                  <c:v>9.1199999999999992</c:v>
                </c:pt>
                <c:pt idx="12">
                  <c:v>9.34</c:v>
                </c:pt>
                <c:pt idx="13">
                  <c:v>9.57</c:v>
                </c:pt>
                <c:pt idx="14">
                  <c:v>9.81</c:v>
                </c:pt>
                <c:pt idx="15">
                  <c:v>10.06</c:v>
                </c:pt>
                <c:pt idx="16">
                  <c:v>10.32</c:v>
                </c:pt>
                <c:pt idx="17">
                  <c:v>10.6</c:v>
                </c:pt>
                <c:pt idx="18">
                  <c:v>10.89</c:v>
                </c:pt>
                <c:pt idx="19">
                  <c:v>11.2</c:v>
                </c:pt>
                <c:pt idx="20">
                  <c:v>11.52</c:v>
                </c:pt>
                <c:pt idx="21">
                  <c:v>11.85</c:v>
                </c:pt>
                <c:pt idx="22">
                  <c:v>12.21</c:v>
                </c:pt>
                <c:pt idx="23">
                  <c:v>12.58</c:v>
                </c:pt>
                <c:pt idx="24">
                  <c:v>12.97</c:v>
                </c:pt>
                <c:pt idx="25">
                  <c:v>13.38</c:v>
                </c:pt>
              </c:numCache>
            </c:numRef>
          </c:val>
          <c:smooth val="0"/>
          <c:extLst>
            <c:ext xmlns:c16="http://schemas.microsoft.com/office/drawing/2014/chart" uri="{C3380CC4-5D6E-409C-BE32-E72D297353CC}">
              <c16:uniqueId val="{00000004-FEB7-4E01-8E54-DCDCC1A0005A}"/>
            </c:ext>
          </c:extLst>
        </c:ser>
        <c:ser>
          <c:idx val="5"/>
          <c:order val="5"/>
          <c:tx>
            <c:strRef>
              <c:f>Sheet1!$A$7</c:f>
              <c:strCache>
                <c:ptCount val="1"/>
                <c:pt idx="0">
                  <c:v>MP-Solar Generation Cost- @Rs. 3.00/kwh without ISTS waiver</c:v>
                </c:pt>
              </c:strCache>
            </c:strRef>
          </c:tx>
          <c:spPr>
            <a:ln w="28575" cap="rnd">
              <a:solidFill>
                <a:schemeClr val="accent6">
                  <a:lumMod val="6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Sheet1!$B$7:$AA$7</c:f>
              <c:numCache>
                <c:formatCode>0.00</c:formatCode>
                <c:ptCount val="26"/>
                <c:pt idx="0">
                  <c:v>11.71</c:v>
                </c:pt>
                <c:pt idx="1">
                  <c:v>12.17</c:v>
                </c:pt>
                <c:pt idx="2">
                  <c:v>12.21</c:v>
                </c:pt>
                <c:pt idx="3">
                  <c:v>12.49</c:v>
                </c:pt>
                <c:pt idx="4">
                  <c:v>12.77</c:v>
                </c:pt>
                <c:pt idx="5">
                  <c:v>13.07</c:v>
                </c:pt>
                <c:pt idx="6">
                  <c:v>13.38</c:v>
                </c:pt>
                <c:pt idx="7">
                  <c:v>13.7</c:v>
                </c:pt>
                <c:pt idx="8">
                  <c:v>14.03</c:v>
                </c:pt>
                <c:pt idx="9">
                  <c:v>14.38</c:v>
                </c:pt>
                <c:pt idx="10">
                  <c:v>14.75</c:v>
                </c:pt>
                <c:pt idx="11">
                  <c:v>15.13</c:v>
                </c:pt>
                <c:pt idx="12">
                  <c:v>15.53</c:v>
                </c:pt>
                <c:pt idx="13">
                  <c:v>15.94</c:v>
                </c:pt>
                <c:pt idx="14">
                  <c:v>16.37</c:v>
                </c:pt>
                <c:pt idx="15">
                  <c:v>16.82</c:v>
                </c:pt>
                <c:pt idx="16">
                  <c:v>17.28</c:v>
                </c:pt>
                <c:pt idx="17">
                  <c:v>17.77</c:v>
                </c:pt>
                <c:pt idx="18">
                  <c:v>18.28</c:v>
                </c:pt>
                <c:pt idx="19">
                  <c:v>18.809999999999999</c:v>
                </c:pt>
                <c:pt idx="20">
                  <c:v>19.36</c:v>
                </c:pt>
                <c:pt idx="21">
                  <c:v>19.940000000000001</c:v>
                </c:pt>
                <c:pt idx="22">
                  <c:v>20.54</c:v>
                </c:pt>
                <c:pt idx="23">
                  <c:v>21.16</c:v>
                </c:pt>
                <c:pt idx="24">
                  <c:v>21.82</c:v>
                </c:pt>
                <c:pt idx="25">
                  <c:v>22.5</c:v>
                </c:pt>
              </c:numCache>
            </c:numRef>
          </c:val>
          <c:smooth val="0"/>
          <c:extLst>
            <c:ext xmlns:c16="http://schemas.microsoft.com/office/drawing/2014/chart" uri="{C3380CC4-5D6E-409C-BE32-E72D297353CC}">
              <c16:uniqueId val="{00000005-FEB7-4E01-8E54-DCDCC1A0005A}"/>
            </c:ext>
          </c:extLst>
        </c:ser>
        <c:ser>
          <c:idx val="6"/>
          <c:order val="6"/>
          <c:tx>
            <c:strRef>
              <c:f>Sheet1!$A$8</c:f>
              <c:strCache>
                <c:ptCount val="1"/>
                <c:pt idx="0">
                  <c:v>MP-Solar Generation Cost- @Rs. 3.00/kwh with ISTS waiver</c:v>
                </c:pt>
              </c:strCache>
            </c:strRef>
          </c:tx>
          <c:spPr>
            <a:ln w="28575" cap="rnd">
              <a:solidFill>
                <a:schemeClr val="accent2">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Sheet1!$B$8:$AA$8</c:f>
              <c:numCache>
                <c:formatCode>0.00</c:formatCode>
                <c:ptCount val="26"/>
                <c:pt idx="0">
                  <c:v>7.88</c:v>
                </c:pt>
                <c:pt idx="1">
                  <c:v>8.08</c:v>
                </c:pt>
                <c:pt idx="2">
                  <c:v>8.1300000000000008</c:v>
                </c:pt>
                <c:pt idx="3">
                  <c:v>8.27</c:v>
                </c:pt>
                <c:pt idx="4">
                  <c:v>8.42</c:v>
                </c:pt>
                <c:pt idx="5">
                  <c:v>8.57</c:v>
                </c:pt>
                <c:pt idx="6">
                  <c:v>8.73</c:v>
                </c:pt>
                <c:pt idx="7">
                  <c:v>8.9</c:v>
                </c:pt>
                <c:pt idx="8">
                  <c:v>9.08</c:v>
                </c:pt>
                <c:pt idx="9">
                  <c:v>9.27</c:v>
                </c:pt>
                <c:pt idx="10">
                  <c:v>9.4700000000000006</c:v>
                </c:pt>
                <c:pt idx="11">
                  <c:v>9.67</c:v>
                </c:pt>
                <c:pt idx="12">
                  <c:v>9.89</c:v>
                </c:pt>
                <c:pt idx="13">
                  <c:v>10.119999999999999</c:v>
                </c:pt>
                <c:pt idx="14">
                  <c:v>10.36</c:v>
                </c:pt>
                <c:pt idx="15">
                  <c:v>10.61</c:v>
                </c:pt>
                <c:pt idx="16">
                  <c:v>10.87</c:v>
                </c:pt>
                <c:pt idx="17">
                  <c:v>11.15</c:v>
                </c:pt>
                <c:pt idx="18">
                  <c:v>11.44</c:v>
                </c:pt>
                <c:pt idx="19">
                  <c:v>11.75</c:v>
                </c:pt>
                <c:pt idx="20">
                  <c:v>12.07</c:v>
                </c:pt>
                <c:pt idx="21">
                  <c:v>12.41</c:v>
                </c:pt>
                <c:pt idx="22">
                  <c:v>12.76</c:v>
                </c:pt>
                <c:pt idx="23">
                  <c:v>13.13</c:v>
                </c:pt>
                <c:pt idx="24">
                  <c:v>13.52</c:v>
                </c:pt>
                <c:pt idx="25">
                  <c:v>13.93</c:v>
                </c:pt>
              </c:numCache>
            </c:numRef>
          </c:val>
          <c:smooth val="0"/>
          <c:extLst>
            <c:ext xmlns:c16="http://schemas.microsoft.com/office/drawing/2014/chart" uri="{C3380CC4-5D6E-409C-BE32-E72D297353CC}">
              <c16:uniqueId val="{00000006-FEB7-4E01-8E54-DCDCC1A0005A}"/>
            </c:ext>
          </c:extLst>
        </c:ser>
        <c:ser>
          <c:idx val="7"/>
          <c:order val="7"/>
          <c:tx>
            <c:strRef>
              <c:f>Sheet1!$A$9</c:f>
              <c:strCache>
                <c:ptCount val="1"/>
                <c:pt idx="0">
                  <c:v>MP-Solar Generation Cost- @Rs. 3.50/kwh without ISTS waiver</c:v>
                </c:pt>
              </c:strCache>
            </c:strRef>
          </c:tx>
          <c:spPr>
            <a:ln w="28575" cap="rnd">
              <a:solidFill>
                <a:schemeClr val="accent4">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Sheet1!$B$9:$AA$9</c:f>
              <c:numCache>
                <c:formatCode>0.00</c:formatCode>
                <c:ptCount val="26"/>
                <c:pt idx="0">
                  <c:v>12.26</c:v>
                </c:pt>
                <c:pt idx="1">
                  <c:v>12.73</c:v>
                </c:pt>
                <c:pt idx="2">
                  <c:v>12.76</c:v>
                </c:pt>
                <c:pt idx="3">
                  <c:v>13.04</c:v>
                </c:pt>
                <c:pt idx="4">
                  <c:v>13.32</c:v>
                </c:pt>
                <c:pt idx="5">
                  <c:v>13.62</c:v>
                </c:pt>
                <c:pt idx="6">
                  <c:v>13.93</c:v>
                </c:pt>
                <c:pt idx="7">
                  <c:v>14.25</c:v>
                </c:pt>
                <c:pt idx="8">
                  <c:v>14.59</c:v>
                </c:pt>
                <c:pt idx="9">
                  <c:v>14.94</c:v>
                </c:pt>
                <c:pt idx="10">
                  <c:v>15.3</c:v>
                </c:pt>
                <c:pt idx="11">
                  <c:v>15.68</c:v>
                </c:pt>
                <c:pt idx="12">
                  <c:v>16.079999999999998</c:v>
                </c:pt>
                <c:pt idx="13">
                  <c:v>16.489999999999998</c:v>
                </c:pt>
                <c:pt idx="14">
                  <c:v>16.920000000000002</c:v>
                </c:pt>
                <c:pt idx="15">
                  <c:v>17.37</c:v>
                </c:pt>
                <c:pt idx="16">
                  <c:v>17.84</c:v>
                </c:pt>
                <c:pt idx="17">
                  <c:v>18.32</c:v>
                </c:pt>
                <c:pt idx="18">
                  <c:v>18.829999999999998</c:v>
                </c:pt>
                <c:pt idx="19">
                  <c:v>19.36</c:v>
                </c:pt>
                <c:pt idx="20">
                  <c:v>19.91</c:v>
                </c:pt>
                <c:pt idx="21">
                  <c:v>20.49</c:v>
                </c:pt>
                <c:pt idx="22">
                  <c:v>21.09</c:v>
                </c:pt>
                <c:pt idx="23">
                  <c:v>21.72</c:v>
                </c:pt>
                <c:pt idx="24">
                  <c:v>22.37</c:v>
                </c:pt>
                <c:pt idx="25">
                  <c:v>23.05</c:v>
                </c:pt>
              </c:numCache>
            </c:numRef>
          </c:val>
          <c:smooth val="0"/>
          <c:extLst>
            <c:ext xmlns:c16="http://schemas.microsoft.com/office/drawing/2014/chart" uri="{C3380CC4-5D6E-409C-BE32-E72D297353CC}">
              <c16:uniqueId val="{00000007-FEB7-4E01-8E54-DCDCC1A0005A}"/>
            </c:ext>
          </c:extLst>
        </c:ser>
        <c:ser>
          <c:idx val="8"/>
          <c:order val="8"/>
          <c:tx>
            <c:strRef>
              <c:f>Sheet1!$A$10</c:f>
              <c:strCache>
                <c:ptCount val="1"/>
                <c:pt idx="0">
                  <c:v>MP-Solar Generation Cost- @Rs. 3.50/kwh with ISTS waiver</c:v>
                </c:pt>
              </c:strCache>
            </c:strRef>
          </c:tx>
          <c:spPr>
            <a:ln w="28575" cap="rnd">
              <a:solidFill>
                <a:schemeClr val="accent6">
                  <a:lumMod val="80000"/>
                  <a:lumOff val="2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Sheet1!$B$10:$AA$10</c:f>
              <c:numCache>
                <c:formatCode>0.00</c:formatCode>
                <c:ptCount val="26"/>
                <c:pt idx="0">
                  <c:v>8.43</c:v>
                </c:pt>
                <c:pt idx="1">
                  <c:v>8.65</c:v>
                </c:pt>
                <c:pt idx="2">
                  <c:v>8.68</c:v>
                </c:pt>
                <c:pt idx="3">
                  <c:v>8.82</c:v>
                </c:pt>
                <c:pt idx="4">
                  <c:v>8.9700000000000006</c:v>
                </c:pt>
                <c:pt idx="5">
                  <c:v>9.1199999999999992</c:v>
                </c:pt>
                <c:pt idx="6">
                  <c:v>9.2799999999999994</c:v>
                </c:pt>
                <c:pt idx="7">
                  <c:v>9.4600000000000009</c:v>
                </c:pt>
                <c:pt idx="8">
                  <c:v>9.6300000000000008</c:v>
                </c:pt>
                <c:pt idx="9">
                  <c:v>9.82</c:v>
                </c:pt>
                <c:pt idx="10">
                  <c:v>10.02</c:v>
                </c:pt>
                <c:pt idx="11">
                  <c:v>10.23</c:v>
                </c:pt>
                <c:pt idx="12">
                  <c:v>10.44</c:v>
                </c:pt>
                <c:pt idx="13">
                  <c:v>10.67</c:v>
                </c:pt>
                <c:pt idx="14">
                  <c:v>10.91</c:v>
                </c:pt>
                <c:pt idx="15">
                  <c:v>11.16</c:v>
                </c:pt>
                <c:pt idx="16">
                  <c:v>11.43</c:v>
                </c:pt>
                <c:pt idx="17">
                  <c:v>11.7</c:v>
                </c:pt>
                <c:pt idx="18">
                  <c:v>11.99</c:v>
                </c:pt>
                <c:pt idx="19">
                  <c:v>12.3</c:v>
                </c:pt>
                <c:pt idx="20">
                  <c:v>12.62</c:v>
                </c:pt>
                <c:pt idx="21">
                  <c:v>12.96</c:v>
                </c:pt>
                <c:pt idx="22">
                  <c:v>13.31</c:v>
                </c:pt>
                <c:pt idx="23">
                  <c:v>13.68</c:v>
                </c:pt>
                <c:pt idx="24">
                  <c:v>14.07</c:v>
                </c:pt>
                <c:pt idx="25">
                  <c:v>14.48</c:v>
                </c:pt>
              </c:numCache>
            </c:numRef>
          </c:val>
          <c:smooth val="0"/>
          <c:extLst>
            <c:ext xmlns:c16="http://schemas.microsoft.com/office/drawing/2014/chart" uri="{C3380CC4-5D6E-409C-BE32-E72D297353CC}">
              <c16:uniqueId val="{00000008-FEB7-4E01-8E54-DCDCC1A0005A}"/>
            </c:ext>
          </c:extLst>
        </c:ser>
        <c:ser>
          <c:idx val="9"/>
          <c:order val="9"/>
          <c:tx>
            <c:strRef>
              <c:f>Sheet1!$A$11</c:f>
              <c:strCache>
                <c:ptCount val="1"/>
                <c:pt idx="0">
                  <c:v>MP-Solar Generation Cost- @Rs. 4.00/kwh without ISTS waiver</c:v>
                </c:pt>
              </c:strCache>
            </c:strRef>
          </c:tx>
          <c:spPr>
            <a:ln w="28575" cap="rnd">
              <a:solidFill>
                <a:schemeClr val="accent2">
                  <a:lumMod val="8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Sheet1!$B$11:$AA$11</c:f>
              <c:numCache>
                <c:formatCode>0.00</c:formatCode>
                <c:ptCount val="26"/>
                <c:pt idx="0">
                  <c:v>12.81</c:v>
                </c:pt>
                <c:pt idx="1">
                  <c:v>13.3</c:v>
                </c:pt>
                <c:pt idx="2">
                  <c:v>13.31</c:v>
                </c:pt>
                <c:pt idx="3">
                  <c:v>13.59</c:v>
                </c:pt>
                <c:pt idx="4">
                  <c:v>13.87</c:v>
                </c:pt>
                <c:pt idx="5">
                  <c:v>14.17</c:v>
                </c:pt>
                <c:pt idx="6">
                  <c:v>14.48</c:v>
                </c:pt>
                <c:pt idx="7">
                  <c:v>14.8</c:v>
                </c:pt>
                <c:pt idx="8">
                  <c:v>15.14</c:v>
                </c:pt>
                <c:pt idx="9">
                  <c:v>15.49</c:v>
                </c:pt>
                <c:pt idx="10">
                  <c:v>15.85</c:v>
                </c:pt>
                <c:pt idx="11">
                  <c:v>16.23</c:v>
                </c:pt>
                <c:pt idx="12">
                  <c:v>16.63</c:v>
                </c:pt>
                <c:pt idx="13">
                  <c:v>17.04</c:v>
                </c:pt>
                <c:pt idx="14">
                  <c:v>17.47</c:v>
                </c:pt>
                <c:pt idx="15">
                  <c:v>17.920000000000002</c:v>
                </c:pt>
                <c:pt idx="16">
                  <c:v>18.39</c:v>
                </c:pt>
                <c:pt idx="17">
                  <c:v>18.87</c:v>
                </c:pt>
                <c:pt idx="18">
                  <c:v>19.38</c:v>
                </c:pt>
                <c:pt idx="19">
                  <c:v>19.91</c:v>
                </c:pt>
                <c:pt idx="20">
                  <c:v>20.46</c:v>
                </c:pt>
                <c:pt idx="21">
                  <c:v>21.04</c:v>
                </c:pt>
                <c:pt idx="22">
                  <c:v>21.64</c:v>
                </c:pt>
                <c:pt idx="23">
                  <c:v>22.27</c:v>
                </c:pt>
                <c:pt idx="24">
                  <c:v>22.92</c:v>
                </c:pt>
                <c:pt idx="25">
                  <c:v>23.6</c:v>
                </c:pt>
              </c:numCache>
            </c:numRef>
          </c:val>
          <c:smooth val="0"/>
          <c:extLst>
            <c:ext xmlns:c16="http://schemas.microsoft.com/office/drawing/2014/chart" uri="{C3380CC4-5D6E-409C-BE32-E72D297353CC}">
              <c16:uniqueId val="{00000009-FEB7-4E01-8E54-DCDCC1A0005A}"/>
            </c:ext>
          </c:extLst>
        </c:ser>
        <c:ser>
          <c:idx val="10"/>
          <c:order val="10"/>
          <c:tx>
            <c:strRef>
              <c:f>Sheet1!$A$12</c:f>
              <c:strCache>
                <c:ptCount val="1"/>
                <c:pt idx="0">
                  <c:v>MP-Solar Generation Cost- @Rs. 4.00/kwh with ISTS waiver</c:v>
                </c:pt>
              </c:strCache>
            </c:strRef>
          </c:tx>
          <c:spPr>
            <a:ln w="28575" cap="rnd">
              <a:solidFill>
                <a:schemeClr val="accent4">
                  <a:lumMod val="80000"/>
                </a:schemeClr>
              </a:solidFill>
              <a:round/>
            </a:ln>
            <a:effectLst/>
          </c:spPr>
          <c:marker>
            <c:symbol val="none"/>
          </c:marker>
          <c:cat>
            <c:strRef>
              <c:f>Sheet1!$B$1:$AA$1</c:f>
              <c:strCache>
                <c:ptCount val="26"/>
                <c:pt idx="0">
                  <c:v>FY25</c:v>
                </c:pt>
                <c:pt idx="1">
                  <c:v>FY26</c:v>
                </c:pt>
                <c:pt idx="2">
                  <c:v>FY27</c:v>
                </c:pt>
                <c:pt idx="3">
                  <c:v>FY28</c:v>
                </c:pt>
                <c:pt idx="4">
                  <c:v>FY29</c:v>
                </c:pt>
                <c:pt idx="5">
                  <c:v>FY30</c:v>
                </c:pt>
                <c:pt idx="6">
                  <c:v>FY31</c:v>
                </c:pt>
                <c:pt idx="7">
                  <c:v>FY32</c:v>
                </c:pt>
                <c:pt idx="8">
                  <c:v>FY33</c:v>
                </c:pt>
                <c:pt idx="9">
                  <c:v>FY34</c:v>
                </c:pt>
                <c:pt idx="10">
                  <c:v>FY35</c:v>
                </c:pt>
                <c:pt idx="11">
                  <c:v>FY36</c:v>
                </c:pt>
                <c:pt idx="12">
                  <c:v>FY37</c:v>
                </c:pt>
                <c:pt idx="13">
                  <c:v>FY38</c:v>
                </c:pt>
                <c:pt idx="14">
                  <c:v>FY39</c:v>
                </c:pt>
                <c:pt idx="15">
                  <c:v>FY40</c:v>
                </c:pt>
                <c:pt idx="16">
                  <c:v>FY41</c:v>
                </c:pt>
                <c:pt idx="17">
                  <c:v>FY42</c:v>
                </c:pt>
                <c:pt idx="18">
                  <c:v>FY43</c:v>
                </c:pt>
                <c:pt idx="19">
                  <c:v>FY44</c:v>
                </c:pt>
                <c:pt idx="20">
                  <c:v>FY45</c:v>
                </c:pt>
                <c:pt idx="21">
                  <c:v>FY46</c:v>
                </c:pt>
                <c:pt idx="22">
                  <c:v>FY47</c:v>
                </c:pt>
                <c:pt idx="23">
                  <c:v>FY48</c:v>
                </c:pt>
                <c:pt idx="24">
                  <c:v>FY49</c:v>
                </c:pt>
                <c:pt idx="25">
                  <c:v>FY50</c:v>
                </c:pt>
              </c:strCache>
            </c:strRef>
          </c:cat>
          <c:val>
            <c:numRef>
              <c:f>Sheet1!$B$12:$AA$12</c:f>
              <c:numCache>
                <c:formatCode>0.00</c:formatCode>
                <c:ptCount val="26"/>
                <c:pt idx="0">
                  <c:v>8.98</c:v>
                </c:pt>
                <c:pt idx="1">
                  <c:v>9.2100000000000009</c:v>
                </c:pt>
                <c:pt idx="2">
                  <c:v>9.23</c:v>
                </c:pt>
                <c:pt idx="3">
                  <c:v>9.3800000000000008</c:v>
                </c:pt>
                <c:pt idx="4">
                  <c:v>9.52</c:v>
                </c:pt>
                <c:pt idx="5">
                  <c:v>9.67</c:v>
                </c:pt>
                <c:pt idx="6">
                  <c:v>9.84</c:v>
                </c:pt>
                <c:pt idx="7">
                  <c:v>10.01</c:v>
                </c:pt>
                <c:pt idx="8">
                  <c:v>10.19</c:v>
                </c:pt>
                <c:pt idx="9">
                  <c:v>10.37</c:v>
                </c:pt>
                <c:pt idx="10">
                  <c:v>10.57</c:v>
                </c:pt>
                <c:pt idx="11">
                  <c:v>10.78</c:v>
                </c:pt>
                <c:pt idx="12">
                  <c:v>10.99</c:v>
                </c:pt>
                <c:pt idx="13">
                  <c:v>11.22</c:v>
                </c:pt>
                <c:pt idx="14">
                  <c:v>11.46</c:v>
                </c:pt>
                <c:pt idx="15">
                  <c:v>11.71</c:v>
                </c:pt>
                <c:pt idx="16">
                  <c:v>11.98</c:v>
                </c:pt>
                <c:pt idx="17">
                  <c:v>12.25</c:v>
                </c:pt>
                <c:pt idx="18">
                  <c:v>12.55</c:v>
                </c:pt>
                <c:pt idx="19">
                  <c:v>12.85</c:v>
                </c:pt>
                <c:pt idx="20">
                  <c:v>13.17</c:v>
                </c:pt>
                <c:pt idx="21">
                  <c:v>13.51</c:v>
                </c:pt>
                <c:pt idx="22">
                  <c:v>13.86</c:v>
                </c:pt>
                <c:pt idx="23">
                  <c:v>14.23</c:v>
                </c:pt>
                <c:pt idx="24">
                  <c:v>14.62</c:v>
                </c:pt>
                <c:pt idx="25">
                  <c:v>15.03</c:v>
                </c:pt>
              </c:numCache>
            </c:numRef>
          </c:val>
          <c:smooth val="0"/>
          <c:extLst>
            <c:ext xmlns:c16="http://schemas.microsoft.com/office/drawing/2014/chart" uri="{C3380CC4-5D6E-409C-BE32-E72D297353CC}">
              <c16:uniqueId val="{0000000A-FEB7-4E01-8E54-DCDCC1A0005A}"/>
            </c:ext>
          </c:extLst>
        </c:ser>
        <c:dLbls>
          <c:showLegendKey val="0"/>
          <c:showVal val="0"/>
          <c:showCatName val="0"/>
          <c:showSerName val="0"/>
          <c:showPercent val="0"/>
          <c:showBubbleSize val="0"/>
        </c:dLbls>
        <c:smooth val="0"/>
        <c:axId val="795848848"/>
        <c:axId val="795847184"/>
      </c:lineChart>
      <c:catAx>
        <c:axId val="795848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95847184"/>
        <c:crosses val="autoZero"/>
        <c:auto val="1"/>
        <c:lblAlgn val="ctr"/>
        <c:lblOffset val="100"/>
        <c:noMultiLvlLbl val="0"/>
      </c:catAx>
      <c:valAx>
        <c:axId val="795847184"/>
        <c:scaling>
          <c:orientation val="minMax"/>
          <c:min val="6"/>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795848848"/>
        <c:crosses val="autoZero"/>
        <c:crossBetween val="between"/>
      </c:valAx>
      <c:spPr>
        <a:noFill/>
        <a:ln>
          <a:noFill/>
        </a:ln>
        <a:effectLst/>
      </c:spPr>
    </c:plotArea>
    <c:legend>
      <c:legendPos val="b"/>
      <c:layout>
        <c:manualLayout>
          <c:xMode val="edge"/>
          <c:yMode val="edge"/>
          <c:x val="5.5938950293036784E-2"/>
          <c:y val="0.48271190183142554"/>
          <c:w val="0.91459858672906913"/>
          <c:h val="0.4719726150916720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spPr>
            <a:ln w="19050" cap="rnd">
              <a:noFill/>
              <a:round/>
            </a:ln>
            <a:effectLst/>
          </c:spPr>
          <c:marker>
            <c:symbol val="circle"/>
            <c:size val="5"/>
            <c:spPr>
              <a:solidFill>
                <a:schemeClr val="accent1"/>
              </a:solidFill>
              <a:ln w="9525">
                <a:solidFill>
                  <a:schemeClr val="accent1"/>
                </a:solidFill>
              </a:ln>
              <a:effectLst/>
            </c:spPr>
          </c:marker>
          <c:xVal>
            <c:numRef>
              <c:f>Sheet2!$D$3:$D$13</c:f>
              <c:numCache>
                <c:formatCode>0.0</c:formatCode>
                <c:ptCount val="11"/>
                <c:pt idx="0">
                  <c:v>3</c:v>
                </c:pt>
                <c:pt idx="1">
                  <c:v>15</c:v>
                </c:pt>
                <c:pt idx="2">
                  <c:v>25</c:v>
                </c:pt>
                <c:pt idx="3">
                  <c:v>25</c:v>
                </c:pt>
                <c:pt idx="4">
                  <c:v>17</c:v>
                </c:pt>
                <c:pt idx="5">
                  <c:v>8</c:v>
                </c:pt>
                <c:pt idx="6">
                  <c:v>25</c:v>
                </c:pt>
                <c:pt idx="7">
                  <c:v>20</c:v>
                </c:pt>
                <c:pt idx="8">
                  <c:v>17</c:v>
                </c:pt>
                <c:pt idx="9">
                  <c:v>32</c:v>
                </c:pt>
                <c:pt idx="10">
                  <c:v>60</c:v>
                </c:pt>
              </c:numCache>
            </c:numRef>
          </c:xVal>
          <c:yVal>
            <c:numRef>
              <c:f>Sheet2!$E$3:$E$13</c:f>
              <c:numCache>
                <c:formatCode>0.0</c:formatCode>
                <c:ptCount val="11"/>
                <c:pt idx="0">
                  <c:v>29.35</c:v>
                </c:pt>
                <c:pt idx="1">
                  <c:v>131.81553112425939</c:v>
                </c:pt>
                <c:pt idx="2">
                  <c:v>32.8125</c:v>
                </c:pt>
                <c:pt idx="3">
                  <c:v>1.875</c:v>
                </c:pt>
                <c:pt idx="4">
                  <c:v>1.7786604861135074</c:v>
                </c:pt>
                <c:pt idx="5">
                  <c:v>9.65625</c:v>
                </c:pt>
                <c:pt idx="6">
                  <c:v>5.6875</c:v>
                </c:pt>
                <c:pt idx="7">
                  <c:v>6.1624999999999996</c:v>
                </c:pt>
                <c:pt idx="8">
                  <c:v>5.7900895138864916</c:v>
                </c:pt>
                <c:pt idx="9">
                  <c:v>0.98750000000000004</c:v>
                </c:pt>
                <c:pt idx="10">
                  <c:v>9.7750000000000004</c:v>
                </c:pt>
              </c:numCache>
            </c:numRef>
          </c:yVal>
          <c:smooth val="0"/>
          <c:extLst>
            <c:ext xmlns:c16="http://schemas.microsoft.com/office/drawing/2014/chart" uri="{C3380CC4-5D6E-409C-BE32-E72D297353CC}">
              <c16:uniqueId val="{00000000-736F-4163-AFF4-7987AE408F65}"/>
            </c:ext>
          </c:extLst>
        </c:ser>
        <c:dLbls>
          <c:showLegendKey val="0"/>
          <c:showVal val="0"/>
          <c:showCatName val="0"/>
          <c:showSerName val="0"/>
          <c:showPercent val="0"/>
          <c:showBubbleSize val="0"/>
        </c:dLbls>
        <c:axId val="188384255"/>
        <c:axId val="188386751"/>
      </c:scatterChart>
      <c:valAx>
        <c:axId val="188384255"/>
        <c:scaling>
          <c:orientation val="minMax"/>
        </c:scaling>
        <c:delete val="0"/>
        <c:axPos val="b"/>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88386751"/>
        <c:crosses val="autoZero"/>
        <c:crossBetween val="midCat"/>
      </c:valAx>
      <c:valAx>
        <c:axId val="188386751"/>
        <c:scaling>
          <c:orientation val="minMax"/>
        </c:scaling>
        <c:delete val="0"/>
        <c:axPos val="l"/>
        <c:numFmt formatCode="0.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88384255"/>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spPr>
            <a:ln w="19050" cap="rnd">
              <a:noFill/>
              <a:round/>
            </a:ln>
            <a:effectLst/>
          </c:spPr>
          <c:marker>
            <c:symbol val="circle"/>
            <c:size val="5"/>
            <c:spPr>
              <a:solidFill>
                <a:schemeClr val="accent1"/>
              </a:solidFill>
              <a:ln w="9525">
                <a:solidFill>
                  <a:schemeClr val="accent1"/>
                </a:solidFill>
              </a:ln>
              <a:effectLst/>
            </c:spPr>
          </c:marker>
          <c:xVal>
            <c:numRef>
              <c:f>Sheet2!$E$22:$E$30</c:f>
              <c:numCache>
                <c:formatCode>General</c:formatCode>
                <c:ptCount val="9"/>
                <c:pt idx="0">
                  <c:v>15</c:v>
                </c:pt>
                <c:pt idx="1">
                  <c:v>12</c:v>
                </c:pt>
                <c:pt idx="2">
                  <c:v>25</c:v>
                </c:pt>
                <c:pt idx="3">
                  <c:v>31</c:v>
                </c:pt>
                <c:pt idx="4">
                  <c:v>2</c:v>
                </c:pt>
                <c:pt idx="5">
                  <c:v>19</c:v>
                </c:pt>
                <c:pt idx="6">
                  <c:v>28.5</c:v>
                </c:pt>
                <c:pt idx="7">
                  <c:v>4</c:v>
                </c:pt>
                <c:pt idx="8">
                  <c:v>15.5</c:v>
                </c:pt>
              </c:numCache>
            </c:numRef>
          </c:xVal>
          <c:yVal>
            <c:numRef>
              <c:f>Sheet2!$F$22:$F$30</c:f>
              <c:numCache>
                <c:formatCode>0</c:formatCode>
                <c:ptCount val="9"/>
                <c:pt idx="0">
                  <c:v>37.5</c:v>
                </c:pt>
                <c:pt idx="1">
                  <c:v>6.875</c:v>
                </c:pt>
                <c:pt idx="2">
                  <c:v>95.800624999999997</c:v>
                </c:pt>
                <c:pt idx="3">
                  <c:v>26.25</c:v>
                </c:pt>
                <c:pt idx="4">
                  <c:v>38</c:v>
                </c:pt>
                <c:pt idx="5">
                  <c:v>110.46062499999999</c:v>
                </c:pt>
                <c:pt idx="6">
                  <c:v>38</c:v>
                </c:pt>
                <c:pt idx="7">
                  <c:v>153.75</c:v>
                </c:pt>
                <c:pt idx="8">
                  <c:v>96.25</c:v>
                </c:pt>
              </c:numCache>
            </c:numRef>
          </c:yVal>
          <c:smooth val="0"/>
          <c:extLst>
            <c:ext xmlns:c16="http://schemas.microsoft.com/office/drawing/2014/chart" uri="{C3380CC4-5D6E-409C-BE32-E72D297353CC}">
              <c16:uniqueId val="{00000000-CBC5-4BCE-A371-7579CB30AD72}"/>
            </c:ext>
          </c:extLst>
        </c:ser>
        <c:dLbls>
          <c:showLegendKey val="0"/>
          <c:showVal val="0"/>
          <c:showCatName val="0"/>
          <c:showSerName val="0"/>
          <c:showPercent val="0"/>
          <c:showBubbleSize val="0"/>
        </c:dLbls>
        <c:axId val="184839919"/>
        <c:axId val="184839087"/>
      </c:scatterChart>
      <c:valAx>
        <c:axId val="184839919"/>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84839087"/>
        <c:crosses val="autoZero"/>
        <c:crossBetween val="midCat"/>
      </c:valAx>
      <c:valAx>
        <c:axId val="184839087"/>
        <c:scaling>
          <c:orientation val="minMax"/>
        </c:scaling>
        <c:delete val="0"/>
        <c:axPos val="l"/>
        <c:numFmt formatCode="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84839919"/>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Total Generation (MU)</c:v>
                </c:pt>
              </c:strCache>
            </c:strRef>
          </c:tx>
          <c:spPr>
            <a:solidFill>
              <a:schemeClr val="accent1"/>
            </a:solidFill>
            <a:ln>
              <a:noFill/>
            </a:ln>
            <a:effectLst/>
          </c:spPr>
          <c:invertIfNegative val="0"/>
          <c:cat>
            <c:strRef>
              <c:f>Sheet1!$A$2:$A$13</c:f>
              <c:strCache>
                <c:ptCount val="12"/>
                <c:pt idx="0">
                  <c:v>Apr'21</c:v>
                </c:pt>
                <c:pt idx="1">
                  <c:v>May'21</c:v>
                </c:pt>
                <c:pt idx="2">
                  <c:v>Jun'21</c:v>
                </c:pt>
                <c:pt idx="3">
                  <c:v>Jul'21</c:v>
                </c:pt>
                <c:pt idx="4">
                  <c:v>Aug'21</c:v>
                </c:pt>
                <c:pt idx="5">
                  <c:v>Sep'21</c:v>
                </c:pt>
                <c:pt idx="6">
                  <c:v>Oct'21</c:v>
                </c:pt>
                <c:pt idx="7">
                  <c:v>Nov'21</c:v>
                </c:pt>
                <c:pt idx="8">
                  <c:v>Dec'21</c:v>
                </c:pt>
                <c:pt idx="9">
                  <c:v>Jan'22</c:v>
                </c:pt>
                <c:pt idx="10">
                  <c:v>Feb'22</c:v>
                </c:pt>
                <c:pt idx="11">
                  <c:v>Mar'22</c:v>
                </c:pt>
              </c:strCache>
            </c:strRef>
          </c:cat>
          <c:val>
            <c:numRef>
              <c:f>Sheet1!$B$2:$B$13</c:f>
              <c:numCache>
                <c:formatCode>General</c:formatCode>
                <c:ptCount val="12"/>
                <c:pt idx="0">
                  <c:v>115532.35</c:v>
                </c:pt>
                <c:pt idx="1">
                  <c:v>103960.21</c:v>
                </c:pt>
                <c:pt idx="2">
                  <c:v>106405.21</c:v>
                </c:pt>
                <c:pt idx="3">
                  <c:v>115654.66</c:v>
                </c:pt>
                <c:pt idx="4">
                  <c:v>120778.01</c:v>
                </c:pt>
                <c:pt idx="5">
                  <c:v>108371.93</c:v>
                </c:pt>
                <c:pt idx="6">
                  <c:v>110803.88</c:v>
                </c:pt>
                <c:pt idx="7">
                  <c:v>96749.51</c:v>
                </c:pt>
                <c:pt idx="8">
                  <c:v>106080.38</c:v>
                </c:pt>
                <c:pt idx="9">
                  <c:v>108051.38</c:v>
                </c:pt>
                <c:pt idx="10">
                  <c:v>104230.33</c:v>
                </c:pt>
                <c:pt idx="11">
                  <c:v>123866.99</c:v>
                </c:pt>
              </c:numCache>
            </c:numRef>
          </c:val>
          <c:extLst>
            <c:ext xmlns:c16="http://schemas.microsoft.com/office/drawing/2014/chart" uri="{C3380CC4-5D6E-409C-BE32-E72D297353CC}">
              <c16:uniqueId val="{00000000-3CED-4E6F-8758-1FCE114874E5}"/>
            </c:ext>
          </c:extLst>
        </c:ser>
        <c:ser>
          <c:idx val="1"/>
          <c:order val="1"/>
          <c:tx>
            <c:strRef>
              <c:f>Sheet1!$C$1</c:f>
              <c:strCache>
                <c:ptCount val="1"/>
                <c:pt idx="0">
                  <c:v>Total Energy Traded in Exchange (MU)</c:v>
                </c:pt>
              </c:strCache>
            </c:strRef>
          </c:tx>
          <c:spPr>
            <a:solidFill>
              <a:schemeClr val="accent6">
                <a:lumMod val="75000"/>
              </a:schemeClr>
            </a:solidFill>
            <a:ln>
              <a:noFill/>
            </a:ln>
            <a:effectLst/>
          </c:spPr>
          <c:invertIfNegative val="0"/>
          <c:cat>
            <c:strRef>
              <c:f>Sheet1!$A$2:$A$13</c:f>
              <c:strCache>
                <c:ptCount val="12"/>
                <c:pt idx="0">
                  <c:v>Apr'21</c:v>
                </c:pt>
                <c:pt idx="1">
                  <c:v>May'21</c:v>
                </c:pt>
                <c:pt idx="2">
                  <c:v>Jun'21</c:v>
                </c:pt>
                <c:pt idx="3">
                  <c:v>Jul'21</c:v>
                </c:pt>
                <c:pt idx="4">
                  <c:v>Aug'21</c:v>
                </c:pt>
                <c:pt idx="5">
                  <c:v>Sep'21</c:v>
                </c:pt>
                <c:pt idx="6">
                  <c:v>Oct'21</c:v>
                </c:pt>
                <c:pt idx="7">
                  <c:v>Nov'21</c:v>
                </c:pt>
                <c:pt idx="8">
                  <c:v>Dec'21</c:v>
                </c:pt>
                <c:pt idx="9">
                  <c:v>Jan'22</c:v>
                </c:pt>
                <c:pt idx="10">
                  <c:v>Feb'22</c:v>
                </c:pt>
                <c:pt idx="11">
                  <c:v>Mar'22</c:v>
                </c:pt>
              </c:strCache>
            </c:strRef>
          </c:cat>
          <c:val>
            <c:numRef>
              <c:f>Sheet1!$C$2:$C$13</c:f>
              <c:numCache>
                <c:formatCode>General</c:formatCode>
                <c:ptCount val="12"/>
                <c:pt idx="0">
                  <c:v>7177.3099999999995</c:v>
                </c:pt>
                <c:pt idx="1">
                  <c:v>5803.48</c:v>
                </c:pt>
                <c:pt idx="2">
                  <c:v>6061.78</c:v>
                </c:pt>
                <c:pt idx="3">
                  <c:v>5837.01</c:v>
                </c:pt>
                <c:pt idx="4">
                  <c:v>8513.340000000002</c:v>
                </c:pt>
                <c:pt idx="5">
                  <c:v>8262.1200000000008</c:v>
                </c:pt>
                <c:pt idx="6">
                  <c:v>8587.26</c:v>
                </c:pt>
                <c:pt idx="7">
                  <c:v>6180.3200000000006</c:v>
                </c:pt>
                <c:pt idx="8">
                  <c:v>7093.7400000000007</c:v>
                </c:pt>
                <c:pt idx="9">
                  <c:v>7053.7300000000005</c:v>
                </c:pt>
                <c:pt idx="10">
                  <c:v>7359.8099999999995</c:v>
                </c:pt>
                <c:pt idx="11">
                  <c:v>8084.2699999999995</c:v>
                </c:pt>
              </c:numCache>
            </c:numRef>
          </c:val>
          <c:extLst>
            <c:ext xmlns:c16="http://schemas.microsoft.com/office/drawing/2014/chart" uri="{C3380CC4-5D6E-409C-BE32-E72D297353CC}">
              <c16:uniqueId val="{00000001-3CED-4E6F-8758-1FCE114874E5}"/>
            </c:ext>
          </c:extLst>
        </c:ser>
        <c:dLbls>
          <c:showLegendKey val="0"/>
          <c:showVal val="0"/>
          <c:showCatName val="0"/>
          <c:showSerName val="0"/>
          <c:showPercent val="0"/>
          <c:showBubbleSize val="0"/>
        </c:dLbls>
        <c:gapWidth val="219"/>
        <c:overlap val="-27"/>
        <c:axId val="447233488"/>
        <c:axId val="447234736"/>
      </c:barChart>
      <c:catAx>
        <c:axId val="4472334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447234736"/>
        <c:crosses val="autoZero"/>
        <c:auto val="1"/>
        <c:lblAlgn val="ctr"/>
        <c:lblOffset val="100"/>
        <c:noMultiLvlLbl val="0"/>
      </c:catAx>
      <c:valAx>
        <c:axId val="447234736"/>
        <c:scaling>
          <c:orientation val="minMax"/>
        </c:scaling>
        <c:delete val="1"/>
        <c:axPos val="l"/>
        <c:numFmt formatCode="General" sourceLinked="1"/>
        <c:majorTickMark val="none"/>
        <c:minorTickMark val="none"/>
        <c:tickLblPos val="nextTo"/>
        <c:crossAx val="44723348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100" b="1" i="1" u="none" strike="noStrike" kern="1200" spc="0" baseline="0">
                <a:solidFill>
                  <a:schemeClr val="tx1">
                    <a:lumMod val="65000"/>
                    <a:lumOff val="35000"/>
                  </a:schemeClr>
                </a:solidFill>
                <a:latin typeface="+mn-lt"/>
                <a:ea typeface="+mn-ea"/>
                <a:cs typeface="+mn-cs"/>
              </a:defRPr>
            </a:pPr>
            <a:r>
              <a:rPr lang="en-US" sz="1100" b="1" i="1" dirty="0"/>
              <a:t>Energy Traded in Exchanges During FY22 (in MU)</a:t>
            </a:r>
          </a:p>
        </c:rich>
      </c:tx>
      <c:overlay val="0"/>
      <c:spPr>
        <a:noFill/>
        <a:ln>
          <a:noFill/>
        </a:ln>
        <a:effectLst/>
      </c:spPr>
      <c:txPr>
        <a:bodyPr rot="0" spcFirstLastPara="1" vertOverflow="ellipsis" vert="horz" wrap="square" anchor="ctr" anchorCtr="1"/>
        <a:lstStyle/>
        <a:p>
          <a:pPr>
            <a:defRPr sz="1100" b="1" i="1"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Sheet1!$A$2</c:f>
              <c:strCache>
                <c:ptCount val="1"/>
                <c:pt idx="0">
                  <c:v>1st Qtr</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4-E71B-4EC7-B1D7-E1114ED4A3A5}"/>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E71B-4EC7-B1D7-E1114ED4A3A5}"/>
              </c:ext>
            </c:extLst>
          </c:dPt>
          <c:dLbls>
            <c:dLbl>
              <c:idx val="0"/>
              <c:layout>
                <c:manualLayout>
                  <c:x val="0.11921225881054162"/>
                  <c:y val="-0.17273147574934256"/>
                </c:manualLayout>
              </c:layout>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71B-4EC7-B1D7-E1114ED4A3A5}"/>
                </c:ext>
              </c:extLst>
            </c:dLbl>
            <c:dLbl>
              <c:idx val="1"/>
              <c:layout>
                <c:manualLayout>
                  <c:x val="2.9347319535154119E-2"/>
                  <c:y val="1.15921625147174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71B-4EC7-B1D7-E1114ED4A3A5}"/>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Sheet1!$B$1:$C$1</c:f>
              <c:strCache>
                <c:ptCount val="2"/>
                <c:pt idx="0">
                  <c:v>IEX</c:v>
                </c:pt>
                <c:pt idx="1">
                  <c:v>PXIL</c:v>
                </c:pt>
              </c:strCache>
            </c:strRef>
          </c:cat>
          <c:val>
            <c:numRef>
              <c:f>Sheet1!$B$2:$C$2</c:f>
              <c:numCache>
                <c:formatCode>General</c:formatCode>
                <c:ptCount val="2"/>
                <c:pt idx="0">
                  <c:v>85971.55</c:v>
                </c:pt>
                <c:pt idx="1">
                  <c:v>42.62</c:v>
                </c:pt>
              </c:numCache>
            </c:numRef>
          </c:val>
          <c:extLst>
            <c:ext xmlns:c16="http://schemas.microsoft.com/office/drawing/2014/chart" uri="{C3380CC4-5D6E-409C-BE32-E72D297353CC}">
              <c16:uniqueId val="{00000000-E71B-4EC7-B1D7-E1114ED4A3A5}"/>
            </c:ext>
          </c:extLst>
        </c:ser>
        <c:dLbls>
          <c:showLegendKey val="0"/>
          <c:showVal val="1"/>
          <c:showCatName val="1"/>
          <c:showSerName val="0"/>
          <c:showPercent val="0"/>
          <c:showBubbleSize val="0"/>
          <c:showLeaderLines val="1"/>
        </c:dLbls>
        <c:firstSliceAng val="25"/>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solidFill>
        <a:schemeClr val="bg2">
          <a:lumMod val="90000"/>
        </a:schemeClr>
      </a:solid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200" b="1" i="1" dirty="0"/>
              <a:t>Weighted MCP (Rs/kWh) </a:t>
            </a:r>
          </a:p>
        </c:rich>
      </c:tx>
      <c:layout>
        <c:manualLayout>
          <c:xMode val="edge"/>
          <c:yMode val="edge"/>
          <c:x val="0.33958134351330366"/>
          <c:y val="4.5900571572080683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8.8781675578885638E-2"/>
          <c:y val="7.9763981473367732E-2"/>
          <c:w val="0.88359891396603074"/>
          <c:h val="0.50122027745771125"/>
        </c:manualLayout>
      </c:layout>
      <c:lineChart>
        <c:grouping val="stacked"/>
        <c:varyColors val="0"/>
        <c:ser>
          <c:idx val="0"/>
          <c:order val="0"/>
          <c:tx>
            <c:strRef>
              <c:f>'Day Ahead Market'!$S$9:$S$10</c:f>
              <c:strCache>
                <c:ptCount val="2"/>
                <c:pt idx="0">
                  <c:v>Weighted MCP (Rs/kWh) </c:v>
                </c:pt>
                <c:pt idx="1">
                  <c:v>Weighted MCP (Rs/kWh) </c:v>
                </c:pt>
              </c:strCache>
            </c:strRef>
          </c:tx>
          <c:spPr>
            <a:ln w="28575" cap="rnd">
              <a:solidFill>
                <a:schemeClr val="accent1"/>
              </a:solidFill>
              <a:round/>
            </a:ln>
            <a:effectLst/>
          </c:spPr>
          <c:marker>
            <c:symbol val="none"/>
          </c:marker>
          <c:cat>
            <c:strRef>
              <c:f>'Day Ahead Market'!$A$11:$R$227</c:f>
              <c:strCache>
                <c:ptCount val="651"/>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pt idx="217">
                  <c:v>7299.78</c:v>
                </c:pt>
                <c:pt idx="218">
                  <c:v>9541.16</c:v>
                </c:pt>
                <c:pt idx="219">
                  <c:v>18057.38</c:v>
                </c:pt>
                <c:pt idx="220">
                  <c:v>12570.01</c:v>
                </c:pt>
                <c:pt idx="221">
                  <c:v>12594.7</c:v>
                </c:pt>
                <c:pt idx="222">
                  <c:v>12622.47</c:v>
                </c:pt>
                <c:pt idx="223">
                  <c:v>10210.53</c:v>
                </c:pt>
                <c:pt idx="224">
                  <c:v>10685.28</c:v>
                </c:pt>
                <c:pt idx="225">
                  <c:v>16681.76</c:v>
                </c:pt>
                <c:pt idx="226">
                  <c:v>15522.8</c:v>
                </c:pt>
                <c:pt idx="227">
                  <c:v>21943.93</c:v>
                </c:pt>
                <c:pt idx="228">
                  <c:v>18789.82</c:v>
                </c:pt>
                <c:pt idx="229">
                  <c:v>9419.04</c:v>
                </c:pt>
                <c:pt idx="230">
                  <c:v>12579.45</c:v>
                </c:pt>
                <c:pt idx="231">
                  <c:v>13757.29</c:v>
                </c:pt>
                <c:pt idx="232">
                  <c:v>9506.46</c:v>
                </c:pt>
                <c:pt idx="233">
                  <c:v>3943.33</c:v>
                </c:pt>
                <c:pt idx="234">
                  <c:v>11120.16</c:v>
                </c:pt>
                <c:pt idx="235">
                  <c:v>18093</c:v>
                </c:pt>
                <c:pt idx="236">
                  <c:v>4546.13</c:v>
                </c:pt>
                <c:pt idx="237">
                  <c:v>5363.1</c:v>
                </c:pt>
                <c:pt idx="238">
                  <c:v>8706.53</c:v>
                </c:pt>
                <c:pt idx="239">
                  <c:v>7886.17</c:v>
                </c:pt>
                <c:pt idx="240">
                  <c:v>2970.68</c:v>
                </c:pt>
                <c:pt idx="241">
                  <c:v>5717.87</c:v>
                </c:pt>
                <c:pt idx="242">
                  <c:v>19586.11</c:v>
                </c:pt>
                <c:pt idx="243">
                  <c:v>13678.5</c:v>
                </c:pt>
                <c:pt idx="244">
                  <c:v>12949.44</c:v>
                </c:pt>
                <c:pt idx="245">
                  <c:v>16828.83</c:v>
                </c:pt>
                <c:pt idx="246">
                  <c:v>14804.76</c:v>
                </c:pt>
                <c:pt idx="247">
                  <c:v>14182.42</c:v>
                </c:pt>
                <c:pt idx="248">
                  <c:v>18345.04</c:v>
                </c:pt>
                <c:pt idx="249">
                  <c:v>16754.48</c:v>
                </c:pt>
                <c:pt idx="250">
                  <c:v>8067.48</c:v>
                </c:pt>
                <c:pt idx="251">
                  <c:v>7307.93</c:v>
                </c:pt>
                <c:pt idx="252">
                  <c:v>18319.78</c:v>
                </c:pt>
                <c:pt idx="253">
                  <c:v>5651.38</c:v>
                </c:pt>
                <c:pt idx="254">
                  <c:v>8109</c:v>
                </c:pt>
                <c:pt idx="255">
                  <c:v>9807.32</c:v>
                </c:pt>
                <c:pt idx="256">
                  <c:v>15297.97</c:v>
                </c:pt>
                <c:pt idx="257">
                  <c:v>5970.45</c:v>
                </c:pt>
                <c:pt idx="258">
                  <c:v>15060.19</c:v>
                </c:pt>
                <c:pt idx="259">
                  <c:v>15954.38</c:v>
                </c:pt>
                <c:pt idx="260">
                  <c:v>16614.13</c:v>
                </c:pt>
                <c:pt idx="261">
                  <c:v>8539.3</c:v>
                </c:pt>
                <c:pt idx="262">
                  <c:v>12033.97</c:v>
                </c:pt>
                <c:pt idx="263">
                  <c:v>19019.58</c:v>
                </c:pt>
                <c:pt idx="264">
                  <c:v>10829.26</c:v>
                </c:pt>
                <c:pt idx="265">
                  <c:v>7702.52</c:v>
                </c:pt>
                <c:pt idx="266">
                  <c:v>3329.28</c:v>
                </c:pt>
                <c:pt idx="267">
                  <c:v>5410.88</c:v>
                </c:pt>
                <c:pt idx="268">
                  <c:v>8551.23</c:v>
                </c:pt>
                <c:pt idx="269">
                  <c:v>6415.86</c:v>
                </c:pt>
                <c:pt idx="270">
                  <c:v>16305.84</c:v>
                </c:pt>
                <c:pt idx="271">
                  <c:v>8554.31</c:v>
                </c:pt>
                <c:pt idx="272">
                  <c:v>4849.65</c:v>
                </c:pt>
                <c:pt idx="273">
                  <c:v>3698.77</c:v>
                </c:pt>
                <c:pt idx="274">
                  <c:v>4005.49</c:v>
                </c:pt>
                <c:pt idx="275">
                  <c:v>3257.58</c:v>
                </c:pt>
                <c:pt idx="276">
                  <c:v>6284.25</c:v>
                </c:pt>
                <c:pt idx="277">
                  <c:v>9164.12</c:v>
                </c:pt>
                <c:pt idx="278">
                  <c:v>2905.19</c:v>
                </c:pt>
                <c:pt idx="279">
                  <c:v>2588.17</c:v>
                </c:pt>
                <c:pt idx="280">
                  <c:v>2189.3</c:v>
                </c:pt>
                <c:pt idx="281">
                  <c:v>3871.64</c:v>
                </c:pt>
                <c:pt idx="282">
                  <c:v>3746.6</c:v>
                </c:pt>
                <c:pt idx="283">
                  <c:v>4367.46</c:v>
                </c:pt>
                <c:pt idx="284">
                  <c:v>5528.61</c:v>
                </c:pt>
                <c:pt idx="285">
                  <c:v>5137.02</c:v>
                </c:pt>
                <c:pt idx="286">
                  <c:v>2981.51</c:v>
                </c:pt>
                <c:pt idx="287">
                  <c:v>5419.36</c:v>
                </c:pt>
                <c:pt idx="288">
                  <c:v>4091.42</c:v>
                </c:pt>
                <c:pt idx="289">
                  <c:v>1881.58</c:v>
                </c:pt>
                <c:pt idx="290">
                  <c:v>2159.1</c:v>
                </c:pt>
                <c:pt idx="291">
                  <c:v>4244.53</c:v>
                </c:pt>
                <c:pt idx="292">
                  <c:v>2173.42</c:v>
                </c:pt>
                <c:pt idx="293">
                  <c:v>1967.88</c:v>
                </c:pt>
                <c:pt idx="294">
                  <c:v>1911.28</c:v>
                </c:pt>
                <c:pt idx="295">
                  <c:v>2174.48</c:v>
                </c:pt>
                <c:pt idx="296">
                  <c:v>1201.68</c:v>
                </c:pt>
                <c:pt idx="297">
                  <c:v>2463.13</c:v>
                </c:pt>
                <c:pt idx="298">
                  <c:v>7421.28</c:v>
                </c:pt>
                <c:pt idx="299">
                  <c:v>8259.97</c:v>
                </c:pt>
                <c:pt idx="300">
                  <c:v>3712.68</c:v>
                </c:pt>
                <c:pt idx="301">
                  <c:v>3274.53</c:v>
                </c:pt>
                <c:pt idx="302">
                  <c:v>3247.17</c:v>
                </c:pt>
                <c:pt idx="303">
                  <c:v>1238.43</c:v>
                </c:pt>
                <c:pt idx="304">
                  <c:v>326.13</c:v>
                </c:pt>
                <c:pt idx="305">
                  <c:v>3115.68</c:v>
                </c:pt>
                <c:pt idx="306">
                  <c:v>1370.2</c:v>
                </c:pt>
                <c:pt idx="307">
                  <c:v>2253.47</c:v>
                </c:pt>
                <c:pt idx="308">
                  <c:v>3951.83</c:v>
                </c:pt>
                <c:pt idx="309">
                  <c:v>3596.77</c:v>
                </c:pt>
                <c:pt idx="310">
                  <c:v>3779.21</c:v>
                </c:pt>
                <c:pt idx="311">
                  <c:v>3077.71</c:v>
                </c:pt>
                <c:pt idx="312">
                  <c:v>5540.59</c:v>
                </c:pt>
                <c:pt idx="313">
                  <c:v>2735.13</c:v>
                </c:pt>
                <c:pt idx="314">
                  <c:v>1059.41</c:v>
                </c:pt>
                <c:pt idx="315">
                  <c:v>755.06</c:v>
                </c:pt>
                <c:pt idx="316">
                  <c:v>340.56</c:v>
                </c:pt>
                <c:pt idx="317">
                  <c:v>325.76</c:v>
                </c:pt>
                <c:pt idx="318">
                  <c:v>2723.98</c:v>
                </c:pt>
                <c:pt idx="319">
                  <c:v>6362.15</c:v>
                </c:pt>
                <c:pt idx="320">
                  <c:v>3413.44</c:v>
                </c:pt>
                <c:pt idx="321">
                  <c:v>322.51</c:v>
                </c:pt>
                <c:pt idx="322">
                  <c:v>2096.04</c:v>
                </c:pt>
                <c:pt idx="323">
                  <c:v>1474.23</c:v>
                </c:pt>
                <c:pt idx="324">
                  <c:v>2966.58</c:v>
                </c:pt>
                <c:pt idx="325">
                  <c:v>3551.11</c:v>
                </c:pt>
                <c:pt idx="326">
                  <c:v>4550.2</c:v>
                </c:pt>
                <c:pt idx="327">
                  <c:v>2129.6</c:v>
                </c:pt>
                <c:pt idx="328">
                  <c:v>3841.4</c:v>
                </c:pt>
                <c:pt idx="329">
                  <c:v>1946.43</c:v>
                </c:pt>
                <c:pt idx="330">
                  <c:v>2575.65</c:v>
                </c:pt>
                <c:pt idx="331">
                  <c:v>2466.84</c:v>
                </c:pt>
                <c:pt idx="332">
                  <c:v>1173.59</c:v>
                </c:pt>
                <c:pt idx="333">
                  <c:v>2832.56</c:v>
                </c:pt>
                <c:pt idx="334">
                  <c:v>2081.35</c:v>
                </c:pt>
                <c:pt idx="335">
                  <c:v>2993.27</c:v>
                </c:pt>
                <c:pt idx="336">
                  <c:v>1384.66</c:v>
                </c:pt>
                <c:pt idx="337">
                  <c:v>2523.54</c:v>
                </c:pt>
                <c:pt idx="338">
                  <c:v>1098.83</c:v>
                </c:pt>
                <c:pt idx="339">
                  <c:v>1057.91</c:v>
                </c:pt>
                <c:pt idx="340">
                  <c:v>3953.48</c:v>
                </c:pt>
                <c:pt idx="341">
                  <c:v>1681.53</c:v>
                </c:pt>
                <c:pt idx="342">
                  <c:v>4163.91</c:v>
                </c:pt>
                <c:pt idx="343">
                  <c:v>6366.28</c:v>
                </c:pt>
                <c:pt idx="344">
                  <c:v>5857.02</c:v>
                </c:pt>
                <c:pt idx="345">
                  <c:v>3912.47</c:v>
                </c:pt>
                <c:pt idx="346">
                  <c:v>3385.95</c:v>
                </c:pt>
                <c:pt idx="347">
                  <c:v>2140.94</c:v>
                </c:pt>
                <c:pt idx="348">
                  <c:v>1789.4</c:v>
                </c:pt>
                <c:pt idx="349">
                  <c:v>3672.58</c:v>
                </c:pt>
                <c:pt idx="350">
                  <c:v>1910.28</c:v>
                </c:pt>
                <c:pt idx="351">
                  <c:v>919.86</c:v>
                </c:pt>
                <c:pt idx="352">
                  <c:v>893.15</c:v>
                </c:pt>
                <c:pt idx="353">
                  <c:v>3315.01</c:v>
                </c:pt>
                <c:pt idx="354">
                  <c:v>5141.41</c:v>
                </c:pt>
                <c:pt idx="355">
                  <c:v>2431.55</c:v>
                </c:pt>
                <c:pt idx="356">
                  <c:v>1893.4</c:v>
                </c:pt>
                <c:pt idx="357">
                  <c:v>1720.54</c:v>
                </c:pt>
                <c:pt idx="358">
                  <c:v>1271.59</c:v>
                </c:pt>
                <c:pt idx="359">
                  <c:v>5289.61</c:v>
                </c:pt>
                <c:pt idx="360">
                  <c:v>2421.94</c:v>
                </c:pt>
                <c:pt idx="361">
                  <c:v>7679.31</c:v>
                </c:pt>
                <c:pt idx="362">
                  <c:v>4851.36</c:v>
                </c:pt>
                <c:pt idx="363">
                  <c:v>1646.59</c:v>
                </c:pt>
                <c:pt idx="364">
                  <c:v>1799.56</c:v>
                </c:pt>
                <c:pt idx="365">
                  <c:v>510.39</c:v>
                </c:pt>
                <c:pt idx="366">
                  <c:v>469.6</c:v>
                </c:pt>
                <c:pt idx="367">
                  <c:v>3417.73</c:v>
                </c:pt>
                <c:pt idx="368">
                  <c:v>5441.01</c:v>
                </c:pt>
                <c:pt idx="369">
                  <c:v>6996.48</c:v>
                </c:pt>
                <c:pt idx="370">
                  <c:v>3752.63</c:v>
                </c:pt>
                <c:pt idx="371">
                  <c:v>4462.53</c:v>
                </c:pt>
                <c:pt idx="372">
                  <c:v>3360.65</c:v>
                </c:pt>
                <c:pt idx="373">
                  <c:v>4500.33</c:v>
                </c:pt>
                <c:pt idx="374">
                  <c:v>5380.27</c:v>
                </c:pt>
                <c:pt idx="375">
                  <c:v>4552.28</c:v>
                </c:pt>
                <c:pt idx="376">
                  <c:v>5625.55</c:v>
                </c:pt>
                <c:pt idx="377">
                  <c:v>4474.41</c:v>
                </c:pt>
                <c:pt idx="378">
                  <c:v>5231.4</c:v>
                </c:pt>
                <c:pt idx="379">
                  <c:v>3945.75</c:v>
                </c:pt>
                <c:pt idx="380">
                  <c:v>3921.66</c:v>
                </c:pt>
                <c:pt idx="381">
                  <c:v>4301.72</c:v>
                </c:pt>
                <c:pt idx="382">
                  <c:v>3939.19</c:v>
                </c:pt>
                <c:pt idx="383">
                  <c:v>1861.47</c:v>
                </c:pt>
                <c:pt idx="384">
                  <c:v>2948.67</c:v>
                </c:pt>
                <c:pt idx="385">
                  <c:v>2284.56</c:v>
                </c:pt>
                <c:pt idx="386">
                  <c:v>3470.95</c:v>
                </c:pt>
                <c:pt idx="387">
                  <c:v>3520.49</c:v>
                </c:pt>
                <c:pt idx="388">
                  <c:v>2747.39</c:v>
                </c:pt>
                <c:pt idx="389">
                  <c:v>3383.84</c:v>
                </c:pt>
                <c:pt idx="390">
                  <c:v>3559.61</c:v>
                </c:pt>
                <c:pt idx="391">
                  <c:v>4017.62</c:v>
                </c:pt>
                <c:pt idx="392">
                  <c:v>4673.54</c:v>
                </c:pt>
                <c:pt idx="393">
                  <c:v>4268.52</c:v>
                </c:pt>
                <c:pt idx="394">
                  <c:v>3163.59</c:v>
                </c:pt>
                <c:pt idx="395">
                  <c:v>3753.7</c:v>
                </c:pt>
                <c:pt idx="396">
                  <c:v>5301.25</c:v>
                </c:pt>
                <c:pt idx="397">
                  <c:v>1959.78</c:v>
                </c:pt>
                <c:pt idx="398">
                  <c:v>1498.84</c:v>
                </c:pt>
                <c:pt idx="399">
                  <c:v>3176.41</c:v>
                </c:pt>
                <c:pt idx="400">
                  <c:v>894.13</c:v>
                </c:pt>
                <c:pt idx="401">
                  <c:v>982.75</c:v>
                </c:pt>
                <c:pt idx="402">
                  <c:v>399.33</c:v>
                </c:pt>
                <c:pt idx="403">
                  <c:v>2047.22</c:v>
                </c:pt>
                <c:pt idx="404">
                  <c:v>3140.59</c:v>
                </c:pt>
                <c:pt idx="405">
                  <c:v>1189.38</c:v>
                </c:pt>
                <c:pt idx="406">
                  <c:v>5770.89</c:v>
                </c:pt>
                <c:pt idx="407">
                  <c:v>7563.44</c:v>
                </c:pt>
                <c:pt idx="408">
                  <c:v>12173.13</c:v>
                </c:pt>
                <c:pt idx="409">
                  <c:v>13629.4</c:v>
                </c:pt>
                <c:pt idx="410">
                  <c:v>22663.97</c:v>
                </c:pt>
                <c:pt idx="411">
                  <c:v>12351.76</c:v>
                </c:pt>
                <c:pt idx="412">
                  <c:v>20977.72</c:v>
                </c:pt>
                <c:pt idx="413">
                  <c:v>25645.44</c:v>
                </c:pt>
                <c:pt idx="414">
                  <c:v>29565.92</c:v>
                </c:pt>
                <c:pt idx="415">
                  <c:v>21050.6</c:v>
                </c:pt>
                <c:pt idx="416">
                  <c:v>24182.38</c:v>
                </c:pt>
                <c:pt idx="417">
                  <c:v>30418.14</c:v>
                </c:pt>
                <c:pt idx="418">
                  <c:v>22792.58</c:v>
                </c:pt>
                <c:pt idx="419">
                  <c:v>19121.79</c:v>
                </c:pt>
                <c:pt idx="420">
                  <c:v>14833.82</c:v>
                </c:pt>
                <c:pt idx="421">
                  <c:v>13346.26</c:v>
                </c:pt>
                <c:pt idx="422">
                  <c:v>21255.21</c:v>
                </c:pt>
                <c:pt idx="423">
                  <c:v>22534.84</c:v>
                </c:pt>
                <c:pt idx="424">
                  <c:v>21625.55</c:v>
                </c:pt>
                <c:pt idx="425">
                  <c:v>21355.59</c:v>
                </c:pt>
                <c:pt idx="426">
                  <c:v>13949.99</c:v>
                </c:pt>
                <c:pt idx="427">
                  <c:v>8023.44</c:v>
                </c:pt>
                <c:pt idx="428">
                  <c:v>7370.32</c:v>
                </c:pt>
                <c:pt idx="429">
                  <c:v>2086.05</c:v>
                </c:pt>
                <c:pt idx="430">
                  <c:v>5547.64</c:v>
                </c:pt>
                <c:pt idx="431">
                  <c:v>8400.33</c:v>
                </c:pt>
                <c:pt idx="432">
                  <c:v>5915.93</c:v>
                </c:pt>
                <c:pt idx="433">
                  <c:v>5800.74</c:v>
                </c:pt>
                <c:pt idx="434">
                  <c:v>3917.88</c:v>
                </c:pt>
                <c:pt idx="435">
                  <c:v>2842.93</c:v>
                </c:pt>
                <c:pt idx="436">
                  <c:v>3605.61</c:v>
                </c:pt>
                <c:pt idx="437">
                  <c:v>2385.86</c:v>
                </c:pt>
                <c:pt idx="438">
                  <c:v>4441.87</c:v>
                </c:pt>
                <c:pt idx="439">
                  <c:v>5155.25</c:v>
                </c:pt>
                <c:pt idx="440">
                  <c:v>5657.24</c:v>
                </c:pt>
                <c:pt idx="441">
                  <c:v>5474.91</c:v>
                </c:pt>
                <c:pt idx="442">
                  <c:v>2410.89</c:v>
                </c:pt>
                <c:pt idx="443">
                  <c:v>2285.51</c:v>
                </c:pt>
                <c:pt idx="444">
                  <c:v>2975.57</c:v>
                </c:pt>
                <c:pt idx="445">
                  <c:v>3913.04</c:v>
                </c:pt>
                <c:pt idx="446">
                  <c:v>5354.16</c:v>
                </c:pt>
                <c:pt idx="447">
                  <c:v>7157.42</c:v>
                </c:pt>
                <c:pt idx="448">
                  <c:v>5104.64</c:v>
                </c:pt>
                <c:pt idx="449">
                  <c:v>6088.92</c:v>
                </c:pt>
                <c:pt idx="450">
                  <c:v>3589.97</c:v>
                </c:pt>
                <c:pt idx="451">
                  <c:v>4005.69</c:v>
                </c:pt>
                <c:pt idx="452">
                  <c:v>5287.22</c:v>
                </c:pt>
                <c:pt idx="453">
                  <c:v>3103.47</c:v>
                </c:pt>
                <c:pt idx="454">
                  <c:v>2570.73</c:v>
                </c:pt>
                <c:pt idx="455">
                  <c:v>2381.56</c:v>
                </c:pt>
                <c:pt idx="456">
                  <c:v>2302.42</c:v>
                </c:pt>
                <c:pt idx="457">
                  <c:v>1058.96</c:v>
                </c:pt>
                <c:pt idx="458">
                  <c:v>1192.93</c:v>
                </c:pt>
                <c:pt idx="459">
                  <c:v>5113.52</c:v>
                </c:pt>
                <c:pt idx="460">
                  <c:v>4151.38</c:v>
                </c:pt>
                <c:pt idx="461">
                  <c:v>3702.21</c:v>
                </c:pt>
                <c:pt idx="462">
                  <c:v>4909.15</c:v>
                </c:pt>
                <c:pt idx="463">
                  <c:v>5123.6</c:v>
                </c:pt>
                <c:pt idx="464">
                  <c:v>5616.41</c:v>
                </c:pt>
                <c:pt idx="465">
                  <c:v>6513.67</c:v>
                </c:pt>
                <c:pt idx="466">
                  <c:v>6062.6</c:v>
                </c:pt>
                <c:pt idx="467">
                  <c:v>6467.38</c:v>
                </c:pt>
                <c:pt idx="468">
                  <c:v>4521.28</c:v>
                </c:pt>
                <c:pt idx="469">
                  <c:v>4366.87</c:v>
                </c:pt>
                <c:pt idx="470">
                  <c:v>4100.39</c:v>
                </c:pt>
                <c:pt idx="471">
                  <c:v>4745.95</c:v>
                </c:pt>
                <c:pt idx="472">
                  <c:v>5059.58</c:v>
                </c:pt>
                <c:pt idx="473">
                  <c:v>3877.89</c:v>
                </c:pt>
                <c:pt idx="474">
                  <c:v>3072.82</c:v>
                </c:pt>
                <c:pt idx="475">
                  <c:v>4782.52</c:v>
                </c:pt>
                <c:pt idx="476">
                  <c:v>5345.53</c:v>
                </c:pt>
                <c:pt idx="477">
                  <c:v>5547.76</c:v>
                </c:pt>
                <c:pt idx="478">
                  <c:v>4235.95</c:v>
                </c:pt>
                <c:pt idx="479">
                  <c:v>3201.52</c:v>
                </c:pt>
                <c:pt idx="480">
                  <c:v>5700.88</c:v>
                </c:pt>
                <c:pt idx="481">
                  <c:v>3942.25</c:v>
                </c:pt>
                <c:pt idx="482">
                  <c:v>2769.87</c:v>
                </c:pt>
                <c:pt idx="483">
                  <c:v>1860.22</c:v>
                </c:pt>
                <c:pt idx="484">
                  <c:v>2646.43</c:v>
                </c:pt>
                <c:pt idx="485">
                  <c:v>2864.62</c:v>
                </c:pt>
                <c:pt idx="486">
                  <c:v>2403.74</c:v>
                </c:pt>
                <c:pt idx="487">
                  <c:v>4301.8</c:v>
                </c:pt>
                <c:pt idx="488">
                  <c:v>3291.12</c:v>
                </c:pt>
                <c:pt idx="489">
                  <c:v>2698.59</c:v>
                </c:pt>
                <c:pt idx="490">
                  <c:v>2320.42</c:v>
                </c:pt>
                <c:pt idx="491">
                  <c:v>2172.35</c:v>
                </c:pt>
                <c:pt idx="492">
                  <c:v>2123.32</c:v>
                </c:pt>
                <c:pt idx="493">
                  <c:v>2637.14</c:v>
                </c:pt>
                <c:pt idx="494">
                  <c:v>3164.8</c:v>
                </c:pt>
                <c:pt idx="495">
                  <c:v>2662.83</c:v>
                </c:pt>
                <c:pt idx="496">
                  <c:v>1495.57</c:v>
                </c:pt>
                <c:pt idx="497">
                  <c:v>1785.42</c:v>
                </c:pt>
                <c:pt idx="498">
                  <c:v>2046.91</c:v>
                </c:pt>
                <c:pt idx="499">
                  <c:v>1447.51</c:v>
                </c:pt>
                <c:pt idx="500">
                  <c:v>2811.49</c:v>
                </c:pt>
                <c:pt idx="501">
                  <c:v>2816.09</c:v>
                </c:pt>
                <c:pt idx="502">
                  <c:v>3638.7</c:v>
                </c:pt>
                <c:pt idx="503">
                  <c:v>2274.72</c:v>
                </c:pt>
                <c:pt idx="504">
                  <c:v>1378.59</c:v>
                </c:pt>
                <c:pt idx="505">
                  <c:v>1011.53</c:v>
                </c:pt>
                <c:pt idx="506">
                  <c:v>922.48</c:v>
                </c:pt>
                <c:pt idx="507">
                  <c:v>922.8</c:v>
                </c:pt>
                <c:pt idx="508">
                  <c:v>1620.03</c:v>
                </c:pt>
                <c:pt idx="509">
                  <c:v>2125.87</c:v>
                </c:pt>
                <c:pt idx="510">
                  <c:v>1950.11</c:v>
                </c:pt>
                <c:pt idx="511">
                  <c:v>1904.23</c:v>
                </c:pt>
                <c:pt idx="512">
                  <c:v>1982.35</c:v>
                </c:pt>
                <c:pt idx="513">
                  <c:v>1135.86</c:v>
                </c:pt>
                <c:pt idx="514">
                  <c:v>1287.03</c:v>
                </c:pt>
                <c:pt idx="515">
                  <c:v>2063.22</c:v>
                </c:pt>
                <c:pt idx="516">
                  <c:v>2428.48</c:v>
                </c:pt>
                <c:pt idx="517">
                  <c:v>1902.99</c:v>
                </c:pt>
                <c:pt idx="518">
                  <c:v>2535.97</c:v>
                </c:pt>
                <c:pt idx="519">
                  <c:v>2617.81</c:v>
                </c:pt>
                <c:pt idx="520">
                  <c:v>835.48</c:v>
                </c:pt>
                <c:pt idx="521">
                  <c:v>326.13</c:v>
                </c:pt>
                <c:pt idx="522">
                  <c:v>1091.08</c:v>
                </c:pt>
                <c:pt idx="523">
                  <c:v>946.18</c:v>
                </c:pt>
                <c:pt idx="524">
                  <c:v>1487.03</c:v>
                </c:pt>
                <c:pt idx="525">
                  <c:v>1894.63</c:v>
                </c:pt>
                <c:pt idx="526">
                  <c:v>1621.4</c:v>
                </c:pt>
                <c:pt idx="527">
                  <c:v>2394.11</c:v>
                </c:pt>
                <c:pt idx="528">
                  <c:v>1791.79</c:v>
                </c:pt>
                <c:pt idx="529">
                  <c:v>3266.51</c:v>
                </c:pt>
                <c:pt idx="530">
                  <c:v>1644.72</c:v>
                </c:pt>
                <c:pt idx="531">
                  <c:v>1056.26</c:v>
                </c:pt>
                <c:pt idx="532">
                  <c:v>473.48</c:v>
                </c:pt>
                <c:pt idx="533">
                  <c:v>340.56</c:v>
                </c:pt>
                <c:pt idx="534">
                  <c:v>325.76</c:v>
                </c:pt>
                <c:pt idx="535">
                  <c:v>1331.96</c:v>
                </c:pt>
                <c:pt idx="536">
                  <c:v>3375.06</c:v>
                </c:pt>
                <c:pt idx="537">
                  <c:v>2625.13</c:v>
                </c:pt>
                <c:pt idx="538">
                  <c:v>322.51</c:v>
                </c:pt>
                <c:pt idx="539">
                  <c:v>1499.04</c:v>
                </c:pt>
                <c:pt idx="540">
                  <c:v>1155.37</c:v>
                </c:pt>
                <c:pt idx="541">
                  <c:v>2316.09</c:v>
                </c:pt>
                <c:pt idx="542">
                  <c:v>2080.83</c:v>
                </c:pt>
                <c:pt idx="543">
                  <c:v>2767.46</c:v>
                </c:pt>
                <c:pt idx="544">
                  <c:v>1952.56</c:v>
                </c:pt>
                <c:pt idx="545">
                  <c:v>2997.11</c:v>
                </c:pt>
                <c:pt idx="546">
                  <c:v>1874.47</c:v>
                </c:pt>
                <c:pt idx="547">
                  <c:v>2115.25</c:v>
                </c:pt>
                <c:pt idx="548">
                  <c:v>2439.63</c:v>
                </c:pt>
                <c:pt idx="549">
                  <c:v>1172.05</c:v>
                </c:pt>
                <c:pt idx="550">
                  <c:v>2700.3</c:v>
                </c:pt>
                <c:pt idx="551">
                  <c:v>1185.77</c:v>
                </c:pt>
                <c:pt idx="552">
                  <c:v>1982.15</c:v>
                </c:pt>
                <c:pt idx="553">
                  <c:v>1037.84</c:v>
                </c:pt>
                <c:pt idx="554">
                  <c:v>1372.79</c:v>
                </c:pt>
                <c:pt idx="555">
                  <c:v>766.13</c:v>
                </c:pt>
                <c:pt idx="556">
                  <c:v>613.66</c:v>
                </c:pt>
                <c:pt idx="557">
                  <c:v>3053.48</c:v>
                </c:pt>
                <c:pt idx="558">
                  <c:v>1156.53</c:v>
                </c:pt>
                <c:pt idx="559">
                  <c:v>2738.91</c:v>
                </c:pt>
                <c:pt idx="560">
                  <c:v>2762.63</c:v>
                </c:pt>
                <c:pt idx="561">
                  <c:v>2047.08</c:v>
                </c:pt>
                <c:pt idx="562">
                  <c:v>1850.75</c:v>
                </c:pt>
                <c:pt idx="563">
                  <c:v>2145.08</c:v>
                </c:pt>
                <c:pt idx="564">
                  <c:v>1422.12</c:v>
                </c:pt>
                <c:pt idx="565">
                  <c:v>882.44</c:v>
                </c:pt>
                <c:pt idx="566">
                  <c:v>2124.74</c:v>
                </c:pt>
                <c:pt idx="567">
                  <c:v>1168.35</c:v>
                </c:pt>
                <c:pt idx="568">
                  <c:v>640.49</c:v>
                </c:pt>
                <c:pt idx="569">
                  <c:v>505.7</c:v>
                </c:pt>
                <c:pt idx="570">
                  <c:v>3071.65</c:v>
                </c:pt>
                <c:pt idx="571">
                  <c:v>4770.46</c:v>
                </c:pt>
                <c:pt idx="572">
                  <c:v>1226.27</c:v>
                </c:pt>
                <c:pt idx="573">
                  <c:v>1563.59</c:v>
                </c:pt>
                <c:pt idx="574">
                  <c:v>1614.14</c:v>
                </c:pt>
                <c:pt idx="575">
                  <c:v>1271.52</c:v>
                </c:pt>
                <c:pt idx="576">
                  <c:v>3657.35</c:v>
                </c:pt>
                <c:pt idx="577">
                  <c:v>2335.98</c:v>
                </c:pt>
                <c:pt idx="578">
                  <c:v>6099.26</c:v>
                </c:pt>
                <c:pt idx="579">
                  <c:v>3666.66</c:v>
                </c:pt>
                <c:pt idx="580">
                  <c:v>1646.59</c:v>
                </c:pt>
                <c:pt idx="581">
                  <c:v>1799.56</c:v>
                </c:pt>
                <c:pt idx="582">
                  <c:v>510.39</c:v>
                </c:pt>
                <c:pt idx="583">
                  <c:v>469.6</c:v>
                </c:pt>
                <c:pt idx="584">
                  <c:v>2905.9</c:v>
                </c:pt>
                <c:pt idx="585">
                  <c:v>2841.05</c:v>
                </c:pt>
                <c:pt idx="586">
                  <c:v>3823.71</c:v>
                </c:pt>
                <c:pt idx="587">
                  <c:v>1249.98</c:v>
                </c:pt>
                <c:pt idx="588">
                  <c:v>3046.63</c:v>
                </c:pt>
                <c:pt idx="589">
                  <c:v>2009.75</c:v>
                </c:pt>
                <c:pt idx="590">
                  <c:v>3659.62</c:v>
                </c:pt>
                <c:pt idx="591">
                  <c:v>766.61</c:v>
                </c:pt>
                <c:pt idx="592">
                  <c:v>3580.79</c:v>
                </c:pt>
                <c:pt idx="593">
                  <c:v>4790.11</c:v>
                </c:pt>
                <c:pt idx="594">
                  <c:v>3540.63</c:v>
                </c:pt>
                <c:pt idx="595">
                  <c:v>4420.11</c:v>
                </c:pt>
                <c:pt idx="596">
                  <c:v>3515.59</c:v>
                </c:pt>
                <c:pt idx="597">
                  <c:v>3442.5</c:v>
                </c:pt>
                <c:pt idx="598">
                  <c:v>3460.53</c:v>
                </c:pt>
                <c:pt idx="599">
                  <c:v>2757.78</c:v>
                </c:pt>
                <c:pt idx="600">
                  <c:v>1839.79</c:v>
                </c:pt>
                <c:pt idx="601">
                  <c:v>2882.91</c:v>
                </c:pt>
                <c:pt idx="602">
                  <c:v>2166.13</c:v>
                </c:pt>
                <c:pt idx="603">
                  <c:v>3114.27</c:v>
                </c:pt>
                <c:pt idx="604">
                  <c:v>3429.09</c:v>
                </c:pt>
                <c:pt idx="605">
                  <c:v>2747.39</c:v>
                </c:pt>
                <c:pt idx="606">
                  <c:v>2672.64</c:v>
                </c:pt>
                <c:pt idx="607">
                  <c:v>3559.6</c:v>
                </c:pt>
                <c:pt idx="608">
                  <c:v>3973.94</c:v>
                </c:pt>
                <c:pt idx="609">
                  <c:v>4653.04</c:v>
                </c:pt>
                <c:pt idx="610">
                  <c:v>4268.52</c:v>
                </c:pt>
                <c:pt idx="611">
                  <c:v>3163.59</c:v>
                </c:pt>
                <c:pt idx="612">
                  <c:v>3751.43</c:v>
                </c:pt>
                <c:pt idx="613">
                  <c:v>4063.7</c:v>
                </c:pt>
                <c:pt idx="614">
                  <c:v>1959.78</c:v>
                </c:pt>
                <c:pt idx="615">
                  <c:v>1498.84</c:v>
                </c:pt>
                <c:pt idx="616">
                  <c:v>3176.41</c:v>
                </c:pt>
                <c:pt idx="617">
                  <c:v>894.13</c:v>
                </c:pt>
                <c:pt idx="618">
                  <c:v>982.75</c:v>
                </c:pt>
                <c:pt idx="619">
                  <c:v>399.33</c:v>
                </c:pt>
                <c:pt idx="620">
                  <c:v>2047.22</c:v>
                </c:pt>
                <c:pt idx="621">
                  <c:v>3140.59</c:v>
                </c:pt>
                <c:pt idx="622">
                  <c:v>1189.38</c:v>
                </c:pt>
                <c:pt idx="623">
                  <c:v>5770.89</c:v>
                </c:pt>
                <c:pt idx="624">
                  <c:v>7563.44</c:v>
                </c:pt>
                <c:pt idx="625">
                  <c:v>10813.46</c:v>
                </c:pt>
                <c:pt idx="626">
                  <c:v>4883.26</c:v>
                </c:pt>
                <c:pt idx="627">
                  <c:v>7214.1</c:v>
                </c:pt>
                <c:pt idx="628">
                  <c:v>7703.43</c:v>
                </c:pt>
                <c:pt idx="629">
                  <c:v>12582.15</c:v>
                </c:pt>
                <c:pt idx="630">
                  <c:v>16339.36</c:v>
                </c:pt>
                <c:pt idx="631">
                  <c:v>21250.63</c:v>
                </c:pt>
                <c:pt idx="632">
                  <c:v>18108.23</c:v>
                </c:pt>
                <c:pt idx="633">
                  <c:v>18957.98</c:v>
                </c:pt>
                <c:pt idx="634">
                  <c:v>12731.03</c:v>
                </c:pt>
                <c:pt idx="635">
                  <c:v>10413.06</c:v>
                </c:pt>
                <c:pt idx="636">
                  <c:v>7581.55</c:v>
                </c:pt>
                <c:pt idx="637">
                  <c:v>7502.29</c:v>
                </c:pt>
                <c:pt idx="638">
                  <c:v>8160.64</c:v>
                </c:pt>
                <c:pt idx="639">
                  <c:v>14161.11</c:v>
                </c:pt>
                <c:pt idx="640">
                  <c:v>16494.73</c:v>
                </c:pt>
                <c:pt idx="641">
                  <c:v>7690.96</c:v>
                </c:pt>
                <c:pt idx="642">
                  <c:v>10906.61</c:v>
                </c:pt>
                <c:pt idx="643">
                  <c:v>7874.61</c:v>
                </c:pt>
                <c:pt idx="644">
                  <c:v>6673.44</c:v>
                </c:pt>
                <c:pt idx="645">
                  <c:v>6148.39</c:v>
                </c:pt>
                <c:pt idx="646">
                  <c:v>2086.05</c:v>
                </c:pt>
                <c:pt idx="647">
                  <c:v>4545.24</c:v>
                </c:pt>
                <c:pt idx="648">
                  <c:v>6723.1</c:v>
                </c:pt>
                <c:pt idx="649">
                  <c:v>5402.56</c:v>
                </c:pt>
                <c:pt idx="650">
                  <c:v>3800.74</c:v>
                </c:pt>
              </c:strCache>
            </c:strRef>
          </c:cat>
          <c:val>
            <c:numRef>
              <c:f>'Day Ahead Market'!$S$11:$S$227</c:f>
              <c:numCache>
                <c:formatCode>0.00</c:formatCode>
                <c:ptCount val="217"/>
                <c:pt idx="0">
                  <c:v>4.3188900000000006</c:v>
                </c:pt>
                <c:pt idx="1">
                  <c:v>3.90821</c:v>
                </c:pt>
                <c:pt idx="2">
                  <c:v>3.7741100000000003</c:v>
                </c:pt>
                <c:pt idx="3">
                  <c:v>3.6970200000000002</c:v>
                </c:pt>
                <c:pt idx="4">
                  <c:v>3.6490999999999998</c:v>
                </c:pt>
                <c:pt idx="5">
                  <c:v>3.6803000000000003</c:v>
                </c:pt>
                <c:pt idx="6">
                  <c:v>3.6773800000000003</c:v>
                </c:pt>
                <c:pt idx="7">
                  <c:v>3.7022900000000001</c:v>
                </c:pt>
                <c:pt idx="8">
                  <c:v>3.6040399999999999</c:v>
                </c:pt>
                <c:pt idx="9">
                  <c:v>3.57857</c:v>
                </c:pt>
                <c:pt idx="10">
                  <c:v>3.2292899999999998</c:v>
                </c:pt>
                <c:pt idx="11">
                  <c:v>3.2779600000000002</c:v>
                </c:pt>
                <c:pt idx="12">
                  <c:v>3.5467199999999997</c:v>
                </c:pt>
                <c:pt idx="13">
                  <c:v>3.8056399999999999</c:v>
                </c:pt>
                <c:pt idx="14">
                  <c:v>3.7450999999999999</c:v>
                </c:pt>
                <c:pt idx="15">
                  <c:v>3.8392600000000003</c:v>
                </c:pt>
                <c:pt idx="16">
                  <c:v>4.0815400000000004</c:v>
                </c:pt>
                <c:pt idx="17">
                  <c:v>3.9182700000000001</c:v>
                </c:pt>
                <c:pt idx="18">
                  <c:v>3.3727399999999998</c:v>
                </c:pt>
                <c:pt idx="19">
                  <c:v>4.2614799999999997</c:v>
                </c:pt>
                <c:pt idx="20">
                  <c:v>4.3228999999999997</c:v>
                </c:pt>
                <c:pt idx="21">
                  <c:v>3.7709200000000003</c:v>
                </c:pt>
                <c:pt idx="22">
                  <c:v>4.2326699999999997</c:v>
                </c:pt>
                <c:pt idx="23">
                  <c:v>4.3927200000000006</c:v>
                </c:pt>
                <c:pt idx="24">
                  <c:v>4.4548500000000004</c:v>
                </c:pt>
                <c:pt idx="25">
                  <c:v>3.38761</c:v>
                </c:pt>
                <c:pt idx="26">
                  <c:v>3.8993800000000003</c:v>
                </c:pt>
                <c:pt idx="27">
                  <c:v>3.8595999999999999</c:v>
                </c:pt>
                <c:pt idx="28">
                  <c:v>3.7058899999999997</c:v>
                </c:pt>
                <c:pt idx="29">
                  <c:v>3.6741199999999998</c:v>
                </c:pt>
                <c:pt idx="30">
                  <c:v>3.6986699999999999</c:v>
                </c:pt>
                <c:pt idx="31">
                  <c:v>3.5340799999999999</c:v>
                </c:pt>
                <c:pt idx="32">
                  <c:v>3.3229799999999998</c:v>
                </c:pt>
                <c:pt idx="33">
                  <c:v>3.67062</c:v>
                </c:pt>
                <c:pt idx="34">
                  <c:v>3.8841999999999999</c:v>
                </c:pt>
                <c:pt idx="35">
                  <c:v>3.8273899999999998</c:v>
                </c:pt>
                <c:pt idx="36">
                  <c:v>3.7696700000000001</c:v>
                </c:pt>
                <c:pt idx="37">
                  <c:v>3.8902100000000002</c:v>
                </c:pt>
                <c:pt idx="38">
                  <c:v>3.8686100000000003</c:v>
                </c:pt>
                <c:pt idx="39">
                  <c:v>3.72668</c:v>
                </c:pt>
                <c:pt idx="40">
                  <c:v>4.2519300000000007</c:v>
                </c:pt>
                <c:pt idx="41">
                  <c:v>3.8697699999999999</c:v>
                </c:pt>
                <c:pt idx="42">
                  <c:v>3.8767900000000002</c:v>
                </c:pt>
                <c:pt idx="43">
                  <c:v>3.87636</c:v>
                </c:pt>
                <c:pt idx="44">
                  <c:v>4.1474599999999997</c:v>
                </c:pt>
                <c:pt idx="45">
                  <c:v>4.2412999999999998</c:v>
                </c:pt>
                <c:pt idx="46">
                  <c:v>3.6377700000000002</c:v>
                </c:pt>
                <c:pt idx="47">
                  <c:v>4.1918500000000005</c:v>
                </c:pt>
                <c:pt idx="48">
                  <c:v>4.29772</c:v>
                </c:pt>
                <c:pt idx="49">
                  <c:v>4.4283700000000001</c:v>
                </c:pt>
                <c:pt idx="50">
                  <c:v>4.3434399999999993</c:v>
                </c:pt>
                <c:pt idx="51">
                  <c:v>4.3016300000000003</c:v>
                </c:pt>
                <c:pt idx="52">
                  <c:v>4.4058900000000003</c:v>
                </c:pt>
                <c:pt idx="53">
                  <c:v>3.7980900000000002</c:v>
                </c:pt>
                <c:pt idx="54">
                  <c:v>4.1832900000000004</c:v>
                </c:pt>
                <c:pt idx="55">
                  <c:v>4.2051699999999999</c:v>
                </c:pt>
                <c:pt idx="56">
                  <c:v>4.39147</c:v>
                </c:pt>
                <c:pt idx="57">
                  <c:v>4.5253900000000007</c:v>
                </c:pt>
                <c:pt idx="58">
                  <c:v>4.4474200000000002</c:v>
                </c:pt>
                <c:pt idx="59">
                  <c:v>4.2281899999999997</c:v>
                </c:pt>
                <c:pt idx="60">
                  <c:v>4.0372700000000004</c:v>
                </c:pt>
                <c:pt idx="61">
                  <c:v>4.3446999999999996</c:v>
                </c:pt>
                <c:pt idx="62">
                  <c:v>4.4835000000000003</c:v>
                </c:pt>
                <c:pt idx="63">
                  <c:v>4.4616400000000001</c:v>
                </c:pt>
                <c:pt idx="64">
                  <c:v>4.3198299999999996</c:v>
                </c:pt>
                <c:pt idx="65">
                  <c:v>4.2677500000000004</c:v>
                </c:pt>
                <c:pt idx="66">
                  <c:v>4.1578599999999994</c:v>
                </c:pt>
                <c:pt idx="67">
                  <c:v>4.0795599999999999</c:v>
                </c:pt>
                <c:pt idx="68">
                  <c:v>4.36592</c:v>
                </c:pt>
                <c:pt idx="69">
                  <c:v>4.4089600000000004</c:v>
                </c:pt>
                <c:pt idx="70">
                  <c:v>4.4192099999999996</c:v>
                </c:pt>
                <c:pt idx="71">
                  <c:v>3.8183400000000001</c:v>
                </c:pt>
                <c:pt idx="72">
                  <c:v>4.1964600000000001</c:v>
                </c:pt>
                <c:pt idx="73">
                  <c:v>4.41479</c:v>
                </c:pt>
                <c:pt idx="74">
                  <c:v>4.19001</c:v>
                </c:pt>
                <c:pt idx="75">
                  <c:v>4.1133800000000003</c:v>
                </c:pt>
                <c:pt idx="76">
                  <c:v>4.6457100000000002</c:v>
                </c:pt>
                <c:pt idx="77">
                  <c:v>4.4465200000000005</c:v>
                </c:pt>
                <c:pt idx="78">
                  <c:v>4.6953199999999997</c:v>
                </c:pt>
                <c:pt idx="79">
                  <c:v>3.9988200000000003</c:v>
                </c:pt>
                <c:pt idx="80">
                  <c:v>4.02074</c:v>
                </c:pt>
                <c:pt idx="81">
                  <c:v>3.7436500000000001</c:v>
                </c:pt>
                <c:pt idx="82">
                  <c:v>4.0164799999999996</c:v>
                </c:pt>
                <c:pt idx="83">
                  <c:v>4.1190800000000003</c:v>
                </c:pt>
                <c:pt idx="84">
                  <c:v>4.60161</c:v>
                </c:pt>
                <c:pt idx="85">
                  <c:v>4.71868</c:v>
                </c:pt>
                <c:pt idx="86">
                  <c:v>4.5296899999999996</c:v>
                </c:pt>
                <c:pt idx="87">
                  <c:v>4.9952899999999998</c:v>
                </c:pt>
                <c:pt idx="88">
                  <c:v>3.5382600000000002</c:v>
                </c:pt>
                <c:pt idx="89">
                  <c:v>4.0899099999999997</c:v>
                </c:pt>
                <c:pt idx="90">
                  <c:v>4.3816300000000004</c:v>
                </c:pt>
                <c:pt idx="91">
                  <c:v>2.7879699999999996</c:v>
                </c:pt>
                <c:pt idx="92">
                  <c:v>4.0990200000000003</c:v>
                </c:pt>
                <c:pt idx="93">
                  <c:v>4.0815599999999996</c:v>
                </c:pt>
                <c:pt idx="94">
                  <c:v>4.2801</c:v>
                </c:pt>
                <c:pt idx="95">
                  <c:v>3.8226</c:v>
                </c:pt>
                <c:pt idx="96">
                  <c:v>4.2877799999999997</c:v>
                </c:pt>
                <c:pt idx="97">
                  <c:v>4.7892700000000001</c:v>
                </c:pt>
                <c:pt idx="98">
                  <c:v>4.9348000000000001</c:v>
                </c:pt>
                <c:pt idx="99">
                  <c:v>4.7588200000000001</c:v>
                </c:pt>
                <c:pt idx="100">
                  <c:v>5.5206599999999995</c:v>
                </c:pt>
                <c:pt idx="101">
                  <c:v>4.6409099999999999</c:v>
                </c:pt>
                <c:pt idx="102">
                  <c:v>3.61232</c:v>
                </c:pt>
                <c:pt idx="103">
                  <c:v>4.2121300000000002</c:v>
                </c:pt>
                <c:pt idx="104">
                  <c:v>4.9789399999999997</c:v>
                </c:pt>
                <c:pt idx="105">
                  <c:v>4.5127899999999999</c:v>
                </c:pt>
                <c:pt idx="106">
                  <c:v>4.6951999999999998</c:v>
                </c:pt>
                <c:pt idx="107">
                  <c:v>4.65036</c:v>
                </c:pt>
                <c:pt idx="108">
                  <c:v>4.32925</c:v>
                </c:pt>
                <c:pt idx="109">
                  <c:v>4.1364999999999998</c:v>
                </c:pt>
                <c:pt idx="110">
                  <c:v>5.0544700000000002</c:v>
                </c:pt>
                <c:pt idx="111">
                  <c:v>4.3499099999999995</c:v>
                </c:pt>
                <c:pt idx="112">
                  <c:v>4.3941499999999998</c:v>
                </c:pt>
                <c:pt idx="113">
                  <c:v>4.4106999999999994</c:v>
                </c:pt>
                <c:pt idx="114">
                  <c:v>5.17387</c:v>
                </c:pt>
                <c:pt idx="115">
                  <c:v>5.49472</c:v>
                </c:pt>
                <c:pt idx="116">
                  <c:v>4.1612099999999996</c:v>
                </c:pt>
                <c:pt idx="117">
                  <c:v>4.9345400000000001</c:v>
                </c:pt>
                <c:pt idx="118">
                  <c:v>5.0015900000000002</c:v>
                </c:pt>
                <c:pt idx="119">
                  <c:v>5.3826599999999996</c:v>
                </c:pt>
                <c:pt idx="120">
                  <c:v>5.5883799999999999</c:v>
                </c:pt>
                <c:pt idx="121">
                  <c:v>5.9397200000000003</c:v>
                </c:pt>
                <c:pt idx="122">
                  <c:v>6.5318500000000004</c:v>
                </c:pt>
                <c:pt idx="123">
                  <c:v>4.1312499999999996</c:v>
                </c:pt>
                <c:pt idx="124">
                  <c:v>5.3981700000000004</c:v>
                </c:pt>
                <c:pt idx="125">
                  <c:v>4.8009199999999996</c:v>
                </c:pt>
                <c:pt idx="126">
                  <c:v>3.9627399999999997</c:v>
                </c:pt>
                <c:pt idx="127">
                  <c:v>4.42354</c:v>
                </c:pt>
                <c:pt idx="128">
                  <c:v>4.5734399999999997</c:v>
                </c:pt>
                <c:pt idx="129">
                  <c:v>4.8367299999999993</c:v>
                </c:pt>
                <c:pt idx="130">
                  <c:v>4.4806999999999997</c:v>
                </c:pt>
                <c:pt idx="131">
                  <c:v>4.8564399999999992</c:v>
                </c:pt>
                <c:pt idx="132">
                  <c:v>5.0226600000000001</c:v>
                </c:pt>
                <c:pt idx="133">
                  <c:v>5.4703599999999994</c:v>
                </c:pt>
                <c:pt idx="134">
                  <c:v>7.0634300000000003</c:v>
                </c:pt>
                <c:pt idx="135">
                  <c:v>7.0371600000000001</c:v>
                </c:pt>
                <c:pt idx="136">
                  <c:v>5.9261699999999999</c:v>
                </c:pt>
                <c:pt idx="137">
                  <c:v>4.1944300000000005</c:v>
                </c:pt>
                <c:pt idx="138">
                  <c:v>6.3449399999999994</c:v>
                </c:pt>
                <c:pt idx="139">
                  <c:v>6.8547200000000004</c:v>
                </c:pt>
                <c:pt idx="140">
                  <c:v>6.6484700000000005</c:v>
                </c:pt>
                <c:pt idx="141">
                  <c:v>7.5499200000000002</c:v>
                </c:pt>
                <c:pt idx="142">
                  <c:v>5.3626400000000007</c:v>
                </c:pt>
                <c:pt idx="143">
                  <c:v>9.1921599999999994</c:v>
                </c:pt>
                <c:pt idx="144">
                  <c:v>4.4188499999999999</c:v>
                </c:pt>
                <c:pt idx="145">
                  <c:v>5.532</c:v>
                </c:pt>
                <c:pt idx="146">
                  <c:v>8.3377299999999988</c:v>
                </c:pt>
                <c:pt idx="147">
                  <c:v>10.209540000000001</c:v>
                </c:pt>
                <c:pt idx="148">
                  <c:v>11.878309999999999</c:v>
                </c:pt>
                <c:pt idx="149">
                  <c:v>15.896049999999999</c:v>
                </c:pt>
                <c:pt idx="150">
                  <c:v>16.462869999999999</c:v>
                </c:pt>
                <c:pt idx="151">
                  <c:v>10.1045</c:v>
                </c:pt>
                <c:pt idx="152">
                  <c:v>8.08338</c:v>
                </c:pt>
                <c:pt idx="153">
                  <c:v>12.3772</c:v>
                </c:pt>
                <c:pt idx="154">
                  <c:v>9.4736700000000003</c:v>
                </c:pt>
                <c:pt idx="155">
                  <c:v>11.8512</c:v>
                </c:pt>
                <c:pt idx="156">
                  <c:v>13.67309</c:v>
                </c:pt>
                <c:pt idx="157">
                  <c:v>6.5388100000000007</c:v>
                </c:pt>
                <c:pt idx="158">
                  <c:v>4.9368100000000004</c:v>
                </c:pt>
                <c:pt idx="159">
                  <c:v>4.39581</c:v>
                </c:pt>
                <c:pt idx="160">
                  <c:v>4.7115900000000002</c:v>
                </c:pt>
                <c:pt idx="161">
                  <c:v>5.3026499999999999</c:v>
                </c:pt>
                <c:pt idx="162">
                  <c:v>7.4385699999999995</c:v>
                </c:pt>
                <c:pt idx="163">
                  <c:v>8.3083600000000004</c:v>
                </c:pt>
                <c:pt idx="164">
                  <c:v>8.4865100000000009</c:v>
                </c:pt>
                <c:pt idx="165">
                  <c:v>7.6373199999999999</c:v>
                </c:pt>
                <c:pt idx="166">
                  <c:v>9.7713999999999999</c:v>
                </c:pt>
                <c:pt idx="167">
                  <c:v>9.2237200000000001</c:v>
                </c:pt>
                <c:pt idx="168">
                  <c:v>10.63505</c:v>
                </c:pt>
                <c:pt idx="169">
                  <c:v>9.8600899999999996</c:v>
                </c:pt>
                <c:pt idx="170">
                  <c:v>8.651860000000001</c:v>
                </c:pt>
                <c:pt idx="171">
                  <c:v>11.49061</c:v>
                </c:pt>
                <c:pt idx="172">
                  <c:v>8.4012199999999986</c:v>
                </c:pt>
                <c:pt idx="173">
                  <c:v>10.54086</c:v>
                </c:pt>
                <c:pt idx="174">
                  <c:v>9.7137799999999999</c:v>
                </c:pt>
                <c:pt idx="175">
                  <c:v>10.463629999999998</c:v>
                </c:pt>
                <c:pt idx="176">
                  <c:v>12</c:v>
                </c:pt>
                <c:pt idx="177">
                  <c:v>12</c:v>
                </c:pt>
                <c:pt idx="178">
                  <c:v>11.958959999999999</c:v>
                </c:pt>
                <c:pt idx="179">
                  <c:v>8.6959</c:v>
                </c:pt>
                <c:pt idx="180">
                  <c:v>12</c:v>
                </c:pt>
                <c:pt idx="181">
                  <c:v>12</c:v>
                </c:pt>
                <c:pt idx="182">
                  <c:v>12</c:v>
                </c:pt>
                <c:pt idx="183">
                  <c:v>12</c:v>
                </c:pt>
                <c:pt idx="184">
                  <c:v>12</c:v>
                </c:pt>
                <c:pt idx="185">
                  <c:v>12</c:v>
                </c:pt>
                <c:pt idx="186">
                  <c:v>12</c:v>
                </c:pt>
                <c:pt idx="187">
                  <c:v>12</c:v>
                </c:pt>
                <c:pt idx="188">
                  <c:v>12</c:v>
                </c:pt>
                <c:pt idx="189">
                  <c:v>12</c:v>
                </c:pt>
                <c:pt idx="190">
                  <c:v>12</c:v>
                </c:pt>
                <c:pt idx="191">
                  <c:v>11.99916</c:v>
                </c:pt>
                <c:pt idx="192">
                  <c:v>9.5848099999999992</c:v>
                </c:pt>
                <c:pt idx="193">
                  <c:v>7.1055600000000005</c:v>
                </c:pt>
                <c:pt idx="194">
                  <c:v>7.1175699999999997</c:v>
                </c:pt>
                <c:pt idx="195">
                  <c:v>5.1466000000000003</c:v>
                </c:pt>
                <c:pt idx="196">
                  <c:v>4.6133500000000005</c:v>
                </c:pt>
                <c:pt idx="197">
                  <c:v>4.1772200000000002</c:v>
                </c:pt>
                <c:pt idx="198">
                  <c:v>6.6471499999999999</c:v>
                </c:pt>
                <c:pt idx="199">
                  <c:v>5.8591800000000003</c:v>
                </c:pt>
                <c:pt idx="200">
                  <c:v>4.1961499999999994</c:v>
                </c:pt>
                <c:pt idx="201">
                  <c:v>4.51729</c:v>
                </c:pt>
                <c:pt idx="202">
                  <c:v>4.70669</c:v>
                </c:pt>
                <c:pt idx="203">
                  <c:v>5.1841099999999996</c:v>
                </c:pt>
                <c:pt idx="204">
                  <c:v>6.6845100000000004</c:v>
                </c:pt>
                <c:pt idx="205">
                  <c:v>4.7615299999999996</c:v>
                </c:pt>
                <c:pt idx="206">
                  <c:v>5.2616400000000008</c:v>
                </c:pt>
                <c:pt idx="207">
                  <c:v>3.9755799999999999</c:v>
                </c:pt>
                <c:pt idx="208">
                  <c:v>3.7576900000000002</c:v>
                </c:pt>
                <c:pt idx="209">
                  <c:v>3.6284099999999997</c:v>
                </c:pt>
                <c:pt idx="210">
                  <c:v>3.9414000000000002</c:v>
                </c:pt>
                <c:pt idx="211">
                  <c:v>4.5034399999999994</c:v>
                </c:pt>
                <c:pt idx="212">
                  <c:v>7.35867</c:v>
                </c:pt>
                <c:pt idx="213">
                  <c:v>5.9569700000000001</c:v>
                </c:pt>
                <c:pt idx="214">
                  <c:v>3.96902</c:v>
                </c:pt>
                <c:pt idx="215">
                  <c:v>5.2646300000000004</c:v>
                </c:pt>
                <c:pt idx="216">
                  <c:v>4.7457399999999996</c:v>
                </c:pt>
              </c:numCache>
            </c:numRef>
          </c:val>
          <c:smooth val="0"/>
          <c:extLst>
            <c:ext xmlns:c16="http://schemas.microsoft.com/office/drawing/2014/chart" uri="{C3380CC4-5D6E-409C-BE32-E72D297353CC}">
              <c16:uniqueId val="{00000000-3CAB-4B06-BFB4-A9B5C8B0B97A}"/>
            </c:ext>
          </c:extLst>
        </c:ser>
        <c:dLbls>
          <c:showLegendKey val="0"/>
          <c:showVal val="0"/>
          <c:showCatName val="0"/>
          <c:showSerName val="0"/>
          <c:showPercent val="0"/>
          <c:showBubbleSize val="0"/>
        </c:dLbls>
        <c:smooth val="0"/>
        <c:axId val="104617663"/>
        <c:axId val="104614751"/>
      </c:lineChart>
      <c:catAx>
        <c:axId val="10461766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04614751"/>
        <c:crosses val="autoZero"/>
        <c:auto val="1"/>
        <c:lblAlgn val="ctr"/>
        <c:lblOffset val="100"/>
        <c:noMultiLvlLbl val="0"/>
      </c:catAx>
      <c:valAx>
        <c:axId val="104614751"/>
        <c:scaling>
          <c:orientation val="minMax"/>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04617663"/>
        <c:crosses val="autoZero"/>
        <c:crossBetween val="between"/>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n-US" sz="1200" b="1" i="1" u="none" strike="noStrike" kern="1200" spc="0" baseline="0">
                <a:solidFill>
                  <a:prstClr val="black">
                    <a:lumMod val="65000"/>
                    <a:lumOff val="35000"/>
                  </a:prstClr>
                </a:solidFill>
                <a:latin typeface="+mn-lt"/>
                <a:ea typeface="+mn-ea"/>
                <a:cs typeface="+mn-cs"/>
              </a:defRPr>
            </a:pPr>
            <a:r>
              <a:rPr lang="en-US" sz="1200" b="1" i="1" u="none" strike="noStrike" kern="1200" spc="0" baseline="0">
                <a:solidFill>
                  <a:prstClr val="black">
                    <a:lumMod val="65000"/>
                    <a:lumOff val="35000"/>
                  </a:prstClr>
                </a:solidFill>
                <a:latin typeface="+mn-lt"/>
                <a:ea typeface="+mn-ea"/>
                <a:cs typeface="+mn-cs"/>
              </a:rPr>
              <a:t>Sell Bid and Final Settled Volume (MWh)</a:t>
            </a:r>
          </a:p>
        </c:rich>
      </c:tx>
      <c:overlay val="0"/>
      <c:spPr>
        <a:noFill/>
        <a:ln>
          <a:noFill/>
        </a:ln>
        <a:effectLst/>
      </c:spPr>
      <c:txPr>
        <a:bodyPr rot="0" spcFirstLastPara="1" vertOverflow="ellipsis" vert="horz" wrap="square" anchor="ctr" anchorCtr="1"/>
        <a:lstStyle/>
        <a:p>
          <a:pPr>
            <a:defRPr lang="en-US" sz="1200" b="1" i="1" u="none" strike="noStrike" kern="1200" spc="0" baseline="0">
              <a:solidFill>
                <a:prstClr val="black">
                  <a:lumMod val="65000"/>
                  <a:lumOff val="35000"/>
                </a:prstClr>
              </a:solidFill>
              <a:latin typeface="+mn-lt"/>
              <a:ea typeface="+mn-ea"/>
              <a:cs typeface="+mn-cs"/>
            </a:defRPr>
          </a:pPr>
          <a:endParaRPr lang="en-US"/>
        </a:p>
      </c:txPr>
    </c:title>
    <c:autoTitleDeleted val="0"/>
    <c:plotArea>
      <c:layout/>
      <c:lineChart>
        <c:grouping val="standard"/>
        <c:varyColors val="0"/>
        <c:ser>
          <c:idx val="0"/>
          <c:order val="0"/>
          <c:tx>
            <c:strRef>
              <c:f>'Day Ahead Market'!$D$9:$D$10</c:f>
              <c:strCache>
                <c:ptCount val="2"/>
                <c:pt idx="0">
                  <c:v>Sell Bid (MWh)</c:v>
                </c:pt>
                <c:pt idx="1">
                  <c:v>Sell Bid-Solar (MWh)</c:v>
                </c:pt>
              </c:strCache>
            </c:strRef>
          </c:tx>
          <c:spPr>
            <a:ln w="28575" cap="rnd">
              <a:solidFill>
                <a:schemeClr val="accent1"/>
              </a:solidFill>
              <a:round/>
            </a:ln>
            <a:effectLst/>
          </c:spPr>
          <c:marker>
            <c:symbol val="none"/>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Market'!$D$11:$D$227</c:f>
              <c:numCache>
                <c:formatCode>General</c:formatCode>
                <c:ptCount val="217"/>
                <c:pt idx="0">
                  <c:v>7299.78</c:v>
                </c:pt>
                <c:pt idx="1">
                  <c:v>9541.16</c:v>
                </c:pt>
                <c:pt idx="2">
                  <c:v>18057.38</c:v>
                </c:pt>
                <c:pt idx="3">
                  <c:v>12570.01</c:v>
                </c:pt>
                <c:pt idx="4">
                  <c:v>12594.7</c:v>
                </c:pt>
                <c:pt idx="5">
                  <c:v>12622.47</c:v>
                </c:pt>
                <c:pt idx="6">
                  <c:v>10210.530000000001</c:v>
                </c:pt>
                <c:pt idx="7">
                  <c:v>10685.28</c:v>
                </c:pt>
                <c:pt idx="8">
                  <c:v>16681.759999999998</c:v>
                </c:pt>
                <c:pt idx="9">
                  <c:v>15522.8</c:v>
                </c:pt>
                <c:pt idx="10">
                  <c:v>21943.93</c:v>
                </c:pt>
                <c:pt idx="11">
                  <c:v>18789.82</c:v>
                </c:pt>
                <c:pt idx="12">
                  <c:v>9419.0400000000009</c:v>
                </c:pt>
                <c:pt idx="13">
                  <c:v>12579.45</c:v>
                </c:pt>
                <c:pt idx="14">
                  <c:v>13757.29</c:v>
                </c:pt>
                <c:pt idx="15">
                  <c:v>9506.4599999999991</c:v>
                </c:pt>
                <c:pt idx="16">
                  <c:v>3943.33</c:v>
                </c:pt>
                <c:pt idx="17">
                  <c:v>11120.16</c:v>
                </c:pt>
                <c:pt idx="18">
                  <c:v>18093</c:v>
                </c:pt>
                <c:pt idx="19">
                  <c:v>4546.13</c:v>
                </c:pt>
                <c:pt idx="20">
                  <c:v>5363.1</c:v>
                </c:pt>
                <c:pt idx="21">
                  <c:v>8706.5300000000007</c:v>
                </c:pt>
                <c:pt idx="22">
                  <c:v>7886.17</c:v>
                </c:pt>
                <c:pt idx="23">
                  <c:v>2970.68</c:v>
                </c:pt>
                <c:pt idx="24">
                  <c:v>5717.87</c:v>
                </c:pt>
                <c:pt idx="25">
                  <c:v>19586.11</c:v>
                </c:pt>
                <c:pt idx="26">
                  <c:v>13678.5</c:v>
                </c:pt>
                <c:pt idx="27">
                  <c:v>12949.44</c:v>
                </c:pt>
                <c:pt idx="28">
                  <c:v>16828.830000000002</c:v>
                </c:pt>
                <c:pt idx="29">
                  <c:v>14804.76</c:v>
                </c:pt>
                <c:pt idx="30">
                  <c:v>14182.42</c:v>
                </c:pt>
                <c:pt idx="31">
                  <c:v>18345.04</c:v>
                </c:pt>
                <c:pt idx="32">
                  <c:v>16754.48</c:v>
                </c:pt>
                <c:pt idx="33">
                  <c:v>8067.48</c:v>
                </c:pt>
                <c:pt idx="34">
                  <c:v>7307.93</c:v>
                </c:pt>
                <c:pt idx="35">
                  <c:v>18319.78</c:v>
                </c:pt>
                <c:pt idx="36">
                  <c:v>5651.38</c:v>
                </c:pt>
                <c:pt idx="37">
                  <c:v>8109</c:v>
                </c:pt>
                <c:pt idx="38">
                  <c:v>9807.32</c:v>
                </c:pt>
                <c:pt idx="39">
                  <c:v>15297.97</c:v>
                </c:pt>
                <c:pt idx="40">
                  <c:v>5970.45</c:v>
                </c:pt>
                <c:pt idx="41">
                  <c:v>15060.19</c:v>
                </c:pt>
                <c:pt idx="42">
                  <c:v>15954.38</c:v>
                </c:pt>
                <c:pt idx="43">
                  <c:v>16614.13</c:v>
                </c:pt>
                <c:pt idx="44">
                  <c:v>8539.2999999999993</c:v>
                </c:pt>
                <c:pt idx="45">
                  <c:v>12033.97</c:v>
                </c:pt>
                <c:pt idx="46">
                  <c:v>19019.580000000002</c:v>
                </c:pt>
                <c:pt idx="47">
                  <c:v>10829.26</c:v>
                </c:pt>
                <c:pt idx="48">
                  <c:v>7702.52</c:v>
                </c:pt>
                <c:pt idx="49">
                  <c:v>3329.28</c:v>
                </c:pt>
                <c:pt idx="50">
                  <c:v>5410.88</c:v>
                </c:pt>
                <c:pt idx="51">
                  <c:v>8551.23</c:v>
                </c:pt>
                <c:pt idx="52">
                  <c:v>6415.86</c:v>
                </c:pt>
                <c:pt idx="53">
                  <c:v>16305.84</c:v>
                </c:pt>
                <c:pt idx="54">
                  <c:v>8554.31</c:v>
                </c:pt>
                <c:pt idx="55">
                  <c:v>4849.6499999999996</c:v>
                </c:pt>
                <c:pt idx="56">
                  <c:v>3698.77</c:v>
                </c:pt>
                <c:pt idx="57">
                  <c:v>4005.49</c:v>
                </c:pt>
                <c:pt idx="58">
                  <c:v>3257.58</c:v>
                </c:pt>
                <c:pt idx="59">
                  <c:v>6284.25</c:v>
                </c:pt>
                <c:pt idx="60">
                  <c:v>9164.1200000000008</c:v>
                </c:pt>
                <c:pt idx="61">
                  <c:v>2905.19</c:v>
                </c:pt>
                <c:pt idx="62">
                  <c:v>2588.17</c:v>
                </c:pt>
                <c:pt idx="63">
                  <c:v>2189.3000000000002</c:v>
                </c:pt>
                <c:pt idx="64">
                  <c:v>3871.64</c:v>
                </c:pt>
                <c:pt idx="65">
                  <c:v>3746.6</c:v>
                </c:pt>
                <c:pt idx="66">
                  <c:v>4367.46</c:v>
                </c:pt>
                <c:pt idx="67">
                  <c:v>5528.61</c:v>
                </c:pt>
                <c:pt idx="68">
                  <c:v>5137.0200000000004</c:v>
                </c:pt>
                <c:pt idx="69">
                  <c:v>2981.51</c:v>
                </c:pt>
                <c:pt idx="70">
                  <c:v>5419.36</c:v>
                </c:pt>
                <c:pt idx="71">
                  <c:v>4091.42</c:v>
                </c:pt>
                <c:pt idx="72">
                  <c:v>1881.58</c:v>
                </c:pt>
                <c:pt idx="73">
                  <c:v>2159.1</c:v>
                </c:pt>
                <c:pt idx="74">
                  <c:v>4244.53</c:v>
                </c:pt>
                <c:pt idx="75">
                  <c:v>2173.42</c:v>
                </c:pt>
                <c:pt idx="76">
                  <c:v>1967.88</c:v>
                </c:pt>
                <c:pt idx="77">
                  <c:v>1911.28</c:v>
                </c:pt>
                <c:pt idx="78">
                  <c:v>2174.48</c:v>
                </c:pt>
                <c:pt idx="79">
                  <c:v>1201.68</c:v>
                </c:pt>
                <c:pt idx="80">
                  <c:v>2463.13</c:v>
                </c:pt>
                <c:pt idx="81">
                  <c:v>7421.28</c:v>
                </c:pt>
                <c:pt idx="82">
                  <c:v>8259.9699999999993</c:v>
                </c:pt>
                <c:pt idx="83">
                  <c:v>3712.68</c:v>
                </c:pt>
                <c:pt idx="84">
                  <c:v>3274.53</c:v>
                </c:pt>
                <c:pt idx="85">
                  <c:v>3247.17</c:v>
                </c:pt>
                <c:pt idx="86">
                  <c:v>1238.43</c:v>
                </c:pt>
                <c:pt idx="87">
                  <c:v>326.13</c:v>
                </c:pt>
                <c:pt idx="88">
                  <c:v>3115.68</c:v>
                </c:pt>
                <c:pt idx="89">
                  <c:v>1370.2</c:v>
                </c:pt>
                <c:pt idx="90">
                  <c:v>2253.4699999999998</c:v>
                </c:pt>
                <c:pt idx="91">
                  <c:v>3951.83</c:v>
                </c:pt>
                <c:pt idx="92">
                  <c:v>3596.77</c:v>
                </c:pt>
                <c:pt idx="93">
                  <c:v>3779.21</c:v>
                </c:pt>
                <c:pt idx="94">
                  <c:v>3077.71</c:v>
                </c:pt>
                <c:pt idx="95">
                  <c:v>5540.59</c:v>
                </c:pt>
                <c:pt idx="96">
                  <c:v>2735.13</c:v>
                </c:pt>
                <c:pt idx="97">
                  <c:v>1059.4100000000001</c:v>
                </c:pt>
                <c:pt idx="98">
                  <c:v>755.06</c:v>
                </c:pt>
                <c:pt idx="99">
                  <c:v>340.56</c:v>
                </c:pt>
                <c:pt idx="100">
                  <c:v>325.76</c:v>
                </c:pt>
                <c:pt idx="101">
                  <c:v>2723.98</c:v>
                </c:pt>
                <c:pt idx="102">
                  <c:v>6362.15</c:v>
                </c:pt>
                <c:pt idx="103">
                  <c:v>3413.44</c:v>
                </c:pt>
                <c:pt idx="104">
                  <c:v>322.51</c:v>
                </c:pt>
                <c:pt idx="105">
                  <c:v>2096.04</c:v>
                </c:pt>
                <c:pt idx="106">
                  <c:v>1474.23</c:v>
                </c:pt>
                <c:pt idx="107">
                  <c:v>2966.58</c:v>
                </c:pt>
                <c:pt idx="108">
                  <c:v>3551.11</c:v>
                </c:pt>
                <c:pt idx="109">
                  <c:v>4550.2</c:v>
                </c:pt>
                <c:pt idx="110">
                  <c:v>2129.6</c:v>
                </c:pt>
                <c:pt idx="111">
                  <c:v>3841.4</c:v>
                </c:pt>
                <c:pt idx="112">
                  <c:v>1946.43</c:v>
                </c:pt>
                <c:pt idx="113">
                  <c:v>2575.65</c:v>
                </c:pt>
                <c:pt idx="114">
                  <c:v>2466.84</c:v>
                </c:pt>
                <c:pt idx="115">
                  <c:v>1173.5899999999999</c:v>
                </c:pt>
                <c:pt idx="116">
                  <c:v>2832.56</c:v>
                </c:pt>
                <c:pt idx="117">
                  <c:v>2081.35</c:v>
                </c:pt>
                <c:pt idx="118">
                  <c:v>2993.27</c:v>
                </c:pt>
                <c:pt idx="119">
                  <c:v>1384.66</c:v>
                </c:pt>
                <c:pt idx="120">
                  <c:v>2523.54</c:v>
                </c:pt>
                <c:pt idx="121">
                  <c:v>1098.83</c:v>
                </c:pt>
                <c:pt idx="122">
                  <c:v>1057.9100000000001</c:v>
                </c:pt>
                <c:pt idx="123">
                  <c:v>3953.48</c:v>
                </c:pt>
                <c:pt idx="124">
                  <c:v>1681.53</c:v>
                </c:pt>
                <c:pt idx="125">
                  <c:v>4163.91</c:v>
                </c:pt>
                <c:pt idx="126">
                  <c:v>6366.28</c:v>
                </c:pt>
                <c:pt idx="127">
                  <c:v>5857.02</c:v>
                </c:pt>
                <c:pt idx="128">
                  <c:v>3912.47</c:v>
                </c:pt>
                <c:pt idx="129">
                  <c:v>3385.95</c:v>
                </c:pt>
                <c:pt idx="130">
                  <c:v>2140.94</c:v>
                </c:pt>
                <c:pt idx="131">
                  <c:v>1789.4</c:v>
                </c:pt>
                <c:pt idx="132">
                  <c:v>3672.58</c:v>
                </c:pt>
                <c:pt idx="133">
                  <c:v>1910.28</c:v>
                </c:pt>
                <c:pt idx="134">
                  <c:v>919.86</c:v>
                </c:pt>
                <c:pt idx="135">
                  <c:v>893.15</c:v>
                </c:pt>
                <c:pt idx="136">
                  <c:v>3315.01</c:v>
                </c:pt>
                <c:pt idx="137">
                  <c:v>5141.41</c:v>
                </c:pt>
                <c:pt idx="138">
                  <c:v>2431.5500000000002</c:v>
                </c:pt>
                <c:pt idx="139">
                  <c:v>1893.4</c:v>
                </c:pt>
                <c:pt idx="140">
                  <c:v>1720.54</c:v>
                </c:pt>
                <c:pt idx="141">
                  <c:v>1271.5899999999999</c:v>
                </c:pt>
                <c:pt idx="142">
                  <c:v>5289.61</c:v>
                </c:pt>
                <c:pt idx="143">
                  <c:v>2421.94</c:v>
                </c:pt>
                <c:pt idx="144">
                  <c:v>7679.31</c:v>
                </c:pt>
                <c:pt idx="145">
                  <c:v>4851.3599999999997</c:v>
                </c:pt>
                <c:pt idx="146">
                  <c:v>1646.59</c:v>
                </c:pt>
                <c:pt idx="147">
                  <c:v>1799.56</c:v>
                </c:pt>
                <c:pt idx="148">
                  <c:v>510.39</c:v>
                </c:pt>
                <c:pt idx="149">
                  <c:v>469.6</c:v>
                </c:pt>
                <c:pt idx="150">
                  <c:v>3417.73</c:v>
                </c:pt>
                <c:pt idx="151">
                  <c:v>5441.01</c:v>
                </c:pt>
                <c:pt idx="152">
                  <c:v>6996.48</c:v>
                </c:pt>
                <c:pt idx="153">
                  <c:v>3752.63</c:v>
                </c:pt>
                <c:pt idx="154">
                  <c:v>4462.53</c:v>
                </c:pt>
                <c:pt idx="155">
                  <c:v>3360.65</c:v>
                </c:pt>
                <c:pt idx="156">
                  <c:v>4500.33</c:v>
                </c:pt>
                <c:pt idx="157">
                  <c:v>5380.27</c:v>
                </c:pt>
                <c:pt idx="158">
                  <c:v>4552.28</c:v>
                </c:pt>
                <c:pt idx="159">
                  <c:v>5625.55</c:v>
                </c:pt>
                <c:pt idx="160">
                  <c:v>4474.41</c:v>
                </c:pt>
                <c:pt idx="161">
                  <c:v>5231.3999999999996</c:v>
                </c:pt>
                <c:pt idx="162">
                  <c:v>3945.75</c:v>
                </c:pt>
                <c:pt idx="163">
                  <c:v>3921.66</c:v>
                </c:pt>
                <c:pt idx="164">
                  <c:v>4301.72</c:v>
                </c:pt>
                <c:pt idx="165">
                  <c:v>3939.19</c:v>
                </c:pt>
                <c:pt idx="166">
                  <c:v>1861.47</c:v>
                </c:pt>
                <c:pt idx="167">
                  <c:v>2948.67</c:v>
                </c:pt>
                <c:pt idx="168">
                  <c:v>2284.56</c:v>
                </c:pt>
                <c:pt idx="169">
                  <c:v>3470.95</c:v>
                </c:pt>
                <c:pt idx="170">
                  <c:v>3520.49</c:v>
                </c:pt>
                <c:pt idx="171">
                  <c:v>2747.39</c:v>
                </c:pt>
                <c:pt idx="172">
                  <c:v>3383.84</c:v>
                </c:pt>
                <c:pt idx="173">
                  <c:v>3559.61</c:v>
                </c:pt>
                <c:pt idx="174">
                  <c:v>4017.62</c:v>
                </c:pt>
                <c:pt idx="175">
                  <c:v>4673.54</c:v>
                </c:pt>
                <c:pt idx="176">
                  <c:v>4268.5200000000004</c:v>
                </c:pt>
                <c:pt idx="177">
                  <c:v>3163.59</c:v>
                </c:pt>
                <c:pt idx="178">
                  <c:v>3753.7</c:v>
                </c:pt>
                <c:pt idx="179">
                  <c:v>5301.25</c:v>
                </c:pt>
                <c:pt idx="180">
                  <c:v>1959.78</c:v>
                </c:pt>
                <c:pt idx="181">
                  <c:v>1498.84</c:v>
                </c:pt>
                <c:pt idx="182">
                  <c:v>3176.41</c:v>
                </c:pt>
                <c:pt idx="183">
                  <c:v>894.13</c:v>
                </c:pt>
                <c:pt idx="184">
                  <c:v>982.75</c:v>
                </c:pt>
                <c:pt idx="185">
                  <c:v>399.33</c:v>
                </c:pt>
                <c:pt idx="186">
                  <c:v>2047.22</c:v>
                </c:pt>
                <c:pt idx="187">
                  <c:v>3140.59</c:v>
                </c:pt>
                <c:pt idx="188">
                  <c:v>1189.3800000000001</c:v>
                </c:pt>
                <c:pt idx="189">
                  <c:v>5770.89</c:v>
                </c:pt>
                <c:pt idx="190">
                  <c:v>7563.44</c:v>
                </c:pt>
                <c:pt idx="191">
                  <c:v>12173.13</c:v>
                </c:pt>
                <c:pt idx="192">
                  <c:v>13629.4</c:v>
                </c:pt>
                <c:pt idx="193">
                  <c:v>22663.97</c:v>
                </c:pt>
                <c:pt idx="194">
                  <c:v>12351.76</c:v>
                </c:pt>
                <c:pt idx="195">
                  <c:v>20977.72</c:v>
                </c:pt>
                <c:pt idx="196">
                  <c:v>25645.439999999999</c:v>
                </c:pt>
                <c:pt idx="197">
                  <c:v>29565.919999999998</c:v>
                </c:pt>
                <c:pt idx="198">
                  <c:v>21050.6</c:v>
                </c:pt>
                <c:pt idx="199">
                  <c:v>24182.38</c:v>
                </c:pt>
                <c:pt idx="200">
                  <c:v>30418.14</c:v>
                </c:pt>
                <c:pt idx="201">
                  <c:v>22792.58</c:v>
                </c:pt>
                <c:pt idx="202">
                  <c:v>19121.79</c:v>
                </c:pt>
                <c:pt idx="203">
                  <c:v>14833.82</c:v>
                </c:pt>
                <c:pt idx="204">
                  <c:v>13346.26</c:v>
                </c:pt>
                <c:pt idx="205">
                  <c:v>21255.21</c:v>
                </c:pt>
                <c:pt idx="206">
                  <c:v>22534.84</c:v>
                </c:pt>
                <c:pt idx="207">
                  <c:v>21625.55</c:v>
                </c:pt>
                <c:pt idx="208">
                  <c:v>21355.59</c:v>
                </c:pt>
                <c:pt idx="209">
                  <c:v>13949.99</c:v>
                </c:pt>
                <c:pt idx="210">
                  <c:v>8023.44</c:v>
                </c:pt>
                <c:pt idx="211">
                  <c:v>7370.32</c:v>
                </c:pt>
                <c:pt idx="212">
                  <c:v>2086.0500000000002</c:v>
                </c:pt>
                <c:pt idx="213">
                  <c:v>5547.64</c:v>
                </c:pt>
                <c:pt idx="214">
                  <c:v>8400.33</c:v>
                </c:pt>
                <c:pt idx="215">
                  <c:v>5915.93</c:v>
                </c:pt>
                <c:pt idx="216">
                  <c:v>5800.74</c:v>
                </c:pt>
              </c:numCache>
            </c:numRef>
          </c:val>
          <c:smooth val="0"/>
          <c:extLst>
            <c:ext xmlns:c16="http://schemas.microsoft.com/office/drawing/2014/chart" uri="{C3380CC4-5D6E-409C-BE32-E72D297353CC}">
              <c16:uniqueId val="{00000000-F23A-45CF-AE75-65B79EA5F320}"/>
            </c:ext>
          </c:extLst>
        </c:ser>
        <c:ser>
          <c:idx val="1"/>
          <c:order val="1"/>
          <c:tx>
            <c:strRef>
              <c:f>'Day Ahead Market'!$E$9:$E$10</c:f>
              <c:strCache>
                <c:ptCount val="2"/>
                <c:pt idx="0">
                  <c:v>Sell Bid (MWh)</c:v>
                </c:pt>
                <c:pt idx="1">
                  <c:v>Non-Solar (MWh)</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Market'!$E$11:$E$227</c:f>
            </c:numRef>
          </c:val>
          <c:smooth val="0"/>
          <c:extLst>
            <c:ext xmlns:c16="http://schemas.microsoft.com/office/drawing/2014/chart" uri="{C3380CC4-5D6E-409C-BE32-E72D297353CC}">
              <c16:uniqueId val="{00000001-F23A-45CF-AE75-65B79EA5F320}"/>
            </c:ext>
          </c:extLst>
        </c:ser>
        <c:ser>
          <c:idx val="2"/>
          <c:order val="2"/>
          <c:tx>
            <c:strRef>
              <c:f>'Day Ahead Market'!$F$9:$F$10</c:f>
              <c:strCache>
                <c:ptCount val="2"/>
                <c:pt idx="0">
                  <c:v>Sell Bid (MWh)</c:v>
                </c:pt>
                <c:pt idx="1">
                  <c:v>Hydro (MWh)</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Market'!$F$11:$F$227</c:f>
            </c:numRef>
          </c:val>
          <c:smooth val="0"/>
          <c:extLst>
            <c:ext xmlns:c16="http://schemas.microsoft.com/office/drawing/2014/chart" uri="{C3380CC4-5D6E-409C-BE32-E72D297353CC}">
              <c16:uniqueId val="{00000002-F23A-45CF-AE75-65B79EA5F320}"/>
            </c:ext>
          </c:extLst>
        </c:ser>
        <c:ser>
          <c:idx val="3"/>
          <c:order val="3"/>
          <c:tx>
            <c:strRef>
              <c:f>'Day Ahead Market'!$G$9:$G$10</c:f>
              <c:strCache>
                <c:ptCount val="2"/>
                <c:pt idx="0">
                  <c:v>Sell Bid (MWh)</c:v>
                </c:pt>
                <c:pt idx="1">
                  <c:v>Hydro (MWh)</c:v>
                </c:pt>
              </c:strCache>
            </c:strRef>
          </c:tx>
          <c:spPr>
            <a:ln w="28575" cap="rnd">
              <a:solidFill>
                <a:schemeClr val="accent4"/>
              </a:solidFill>
              <a:round/>
            </a:ln>
            <a:effectLst/>
          </c:spPr>
          <c:marker>
            <c:symbol val="circle"/>
            <c:size val="5"/>
            <c:spPr>
              <a:solidFill>
                <a:schemeClr val="accent4"/>
              </a:solidFill>
              <a:ln w="9525">
                <a:solidFill>
                  <a:schemeClr val="accent4"/>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Market'!$G$11:$G$227</c:f>
            </c:numRef>
          </c:val>
          <c:smooth val="0"/>
          <c:extLst>
            <c:ext xmlns:c16="http://schemas.microsoft.com/office/drawing/2014/chart" uri="{C3380CC4-5D6E-409C-BE32-E72D297353CC}">
              <c16:uniqueId val="{00000003-F23A-45CF-AE75-65B79EA5F320}"/>
            </c:ext>
          </c:extLst>
        </c:ser>
        <c:ser>
          <c:idx val="4"/>
          <c:order val="4"/>
          <c:tx>
            <c:strRef>
              <c:f>'Day Ahead Market'!$H$9:$H$10</c:f>
              <c:strCache>
                <c:ptCount val="2"/>
                <c:pt idx="0">
                  <c:v>MCV (MWh)</c:v>
                </c:pt>
                <c:pt idx="1">
                  <c:v>Total (MWh)</c:v>
                </c:pt>
              </c:strCache>
            </c:strRef>
          </c:tx>
          <c:spPr>
            <a:ln w="28575" cap="rnd">
              <a:solidFill>
                <a:schemeClr val="accent5"/>
              </a:solidFill>
              <a:round/>
            </a:ln>
            <a:effectLst/>
          </c:spPr>
          <c:marker>
            <c:symbol val="circle"/>
            <c:size val="5"/>
            <c:spPr>
              <a:solidFill>
                <a:schemeClr val="accent5"/>
              </a:solidFill>
              <a:ln w="9525">
                <a:solidFill>
                  <a:schemeClr val="accent5"/>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Market'!$H$11:$H$227</c:f>
            </c:numRef>
          </c:val>
          <c:smooth val="0"/>
          <c:extLst>
            <c:ext xmlns:c16="http://schemas.microsoft.com/office/drawing/2014/chart" uri="{C3380CC4-5D6E-409C-BE32-E72D297353CC}">
              <c16:uniqueId val="{00000004-F23A-45CF-AE75-65B79EA5F320}"/>
            </c:ext>
          </c:extLst>
        </c:ser>
        <c:ser>
          <c:idx val="5"/>
          <c:order val="5"/>
          <c:tx>
            <c:strRef>
              <c:f>'Day Ahead Market'!$I$9:$I$10</c:f>
              <c:strCache>
                <c:ptCount val="2"/>
                <c:pt idx="0">
                  <c:v>MCV (MWh)</c:v>
                </c:pt>
                <c:pt idx="1">
                  <c:v>Total (MWh)</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Market'!$I$11:$I$227</c:f>
            </c:numRef>
          </c:val>
          <c:smooth val="0"/>
          <c:extLst>
            <c:ext xmlns:c16="http://schemas.microsoft.com/office/drawing/2014/chart" uri="{C3380CC4-5D6E-409C-BE32-E72D297353CC}">
              <c16:uniqueId val="{00000005-F23A-45CF-AE75-65B79EA5F320}"/>
            </c:ext>
          </c:extLst>
        </c:ser>
        <c:ser>
          <c:idx val="6"/>
          <c:order val="6"/>
          <c:tx>
            <c:strRef>
              <c:f>'Day Ahead Market'!$J$9:$J$10</c:f>
              <c:strCache>
                <c:ptCount val="2"/>
                <c:pt idx="0">
                  <c:v>MCV (MWh)</c:v>
                </c:pt>
                <c:pt idx="1">
                  <c:v>Solar (MWh)</c:v>
                </c:pt>
              </c:strCache>
            </c:strRef>
          </c:tx>
          <c:spPr>
            <a:ln w="28575" cap="rnd">
              <a:solidFill>
                <a:schemeClr val="accent1">
                  <a:lumMod val="60000"/>
                </a:schemeClr>
              </a:solidFill>
              <a:round/>
            </a:ln>
            <a:effectLst/>
          </c:spPr>
          <c:marker>
            <c:symbol val="circle"/>
            <c:size val="5"/>
            <c:spPr>
              <a:solidFill>
                <a:schemeClr val="accent1">
                  <a:lumMod val="60000"/>
                </a:schemeClr>
              </a:solidFill>
              <a:ln w="9525">
                <a:solidFill>
                  <a:schemeClr val="accent1">
                    <a:lumMod val="6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Market'!$J$11:$J$227</c:f>
            </c:numRef>
          </c:val>
          <c:smooth val="0"/>
          <c:extLst>
            <c:ext xmlns:c16="http://schemas.microsoft.com/office/drawing/2014/chart" uri="{C3380CC4-5D6E-409C-BE32-E72D297353CC}">
              <c16:uniqueId val="{00000006-F23A-45CF-AE75-65B79EA5F320}"/>
            </c:ext>
          </c:extLst>
        </c:ser>
        <c:ser>
          <c:idx val="7"/>
          <c:order val="7"/>
          <c:tx>
            <c:strRef>
              <c:f>'Day Ahead Market'!$K$9:$K$10</c:f>
              <c:strCache>
                <c:ptCount val="2"/>
                <c:pt idx="0">
                  <c:v>MCV (MWh)</c:v>
                </c:pt>
                <c:pt idx="1">
                  <c:v>Non-Solar (MWh)</c:v>
                </c:pt>
              </c:strCache>
            </c:strRef>
          </c:tx>
          <c:spPr>
            <a:ln w="28575" cap="rnd">
              <a:solidFill>
                <a:schemeClr val="accent2">
                  <a:lumMod val="60000"/>
                </a:schemeClr>
              </a:solidFill>
              <a:round/>
            </a:ln>
            <a:effectLst/>
          </c:spPr>
          <c:marker>
            <c:symbol val="circle"/>
            <c:size val="5"/>
            <c:spPr>
              <a:solidFill>
                <a:schemeClr val="accent2">
                  <a:lumMod val="60000"/>
                </a:schemeClr>
              </a:solidFill>
              <a:ln w="9525">
                <a:solidFill>
                  <a:schemeClr val="accent2">
                    <a:lumMod val="6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Market'!$K$11:$K$227</c:f>
            </c:numRef>
          </c:val>
          <c:smooth val="0"/>
          <c:extLst>
            <c:ext xmlns:c16="http://schemas.microsoft.com/office/drawing/2014/chart" uri="{C3380CC4-5D6E-409C-BE32-E72D297353CC}">
              <c16:uniqueId val="{00000007-F23A-45CF-AE75-65B79EA5F320}"/>
            </c:ext>
          </c:extLst>
        </c:ser>
        <c:ser>
          <c:idx val="8"/>
          <c:order val="8"/>
          <c:tx>
            <c:strRef>
              <c:f>'Day Ahead Market'!$L$9:$L$10</c:f>
              <c:strCache>
                <c:ptCount val="2"/>
                <c:pt idx="0">
                  <c:v>MCV (MWh)</c:v>
                </c:pt>
                <c:pt idx="1">
                  <c:v>Hydro (MWh)</c:v>
                </c:pt>
              </c:strCache>
            </c:strRef>
          </c:tx>
          <c:spPr>
            <a:ln w="28575" cap="rnd">
              <a:solidFill>
                <a:schemeClr val="accent3">
                  <a:lumMod val="60000"/>
                </a:schemeClr>
              </a:solidFill>
              <a:round/>
            </a:ln>
            <a:effectLst/>
          </c:spPr>
          <c:marker>
            <c:symbol val="circle"/>
            <c:size val="5"/>
            <c:spPr>
              <a:solidFill>
                <a:schemeClr val="accent3">
                  <a:lumMod val="60000"/>
                </a:schemeClr>
              </a:solidFill>
              <a:ln w="9525">
                <a:solidFill>
                  <a:schemeClr val="accent3">
                    <a:lumMod val="6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Market'!$L$11:$L$227</c:f>
            </c:numRef>
          </c:val>
          <c:smooth val="0"/>
          <c:extLst>
            <c:ext xmlns:c16="http://schemas.microsoft.com/office/drawing/2014/chart" uri="{C3380CC4-5D6E-409C-BE32-E72D297353CC}">
              <c16:uniqueId val="{00000008-F23A-45CF-AE75-65B79EA5F320}"/>
            </c:ext>
          </c:extLst>
        </c:ser>
        <c:ser>
          <c:idx val="9"/>
          <c:order val="9"/>
          <c:tx>
            <c:strRef>
              <c:f>'Day Ahead Market'!$M$9:$M$10</c:f>
              <c:strCache>
                <c:ptCount val="2"/>
                <c:pt idx="0">
                  <c:v>Final Scheduled Volume (MWh)</c:v>
                </c:pt>
                <c:pt idx="1">
                  <c:v>Total (MWh)</c:v>
                </c:pt>
              </c:strCache>
            </c:strRef>
          </c:tx>
          <c:spPr>
            <a:ln w="28575" cap="rnd">
              <a:solidFill>
                <a:schemeClr val="accent4">
                  <a:lumMod val="60000"/>
                </a:schemeClr>
              </a:solidFill>
              <a:round/>
            </a:ln>
            <a:effectLst/>
          </c:spPr>
          <c:marker>
            <c:symbol val="circle"/>
            <c:size val="5"/>
            <c:spPr>
              <a:solidFill>
                <a:schemeClr val="accent4">
                  <a:lumMod val="60000"/>
                </a:schemeClr>
              </a:solidFill>
              <a:ln w="9525">
                <a:solidFill>
                  <a:schemeClr val="accent4">
                    <a:lumMod val="6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Market'!$M$11:$M$227</c:f>
            </c:numRef>
          </c:val>
          <c:smooth val="0"/>
          <c:extLst>
            <c:ext xmlns:c16="http://schemas.microsoft.com/office/drawing/2014/chart" uri="{C3380CC4-5D6E-409C-BE32-E72D297353CC}">
              <c16:uniqueId val="{00000009-F23A-45CF-AE75-65B79EA5F320}"/>
            </c:ext>
          </c:extLst>
        </c:ser>
        <c:ser>
          <c:idx val="10"/>
          <c:order val="10"/>
          <c:tx>
            <c:strRef>
              <c:f>'Day Ahead Market'!$N$9:$N$10</c:f>
              <c:strCache>
                <c:ptCount val="2"/>
                <c:pt idx="0">
                  <c:v>Final Scheduled Volume (MWh)</c:v>
                </c:pt>
                <c:pt idx="1">
                  <c:v>Final Scheduled Volume- Solar (MWh)</c:v>
                </c:pt>
              </c:strCache>
            </c:strRef>
          </c:tx>
          <c:spPr>
            <a:ln w="28575" cap="rnd">
              <a:solidFill>
                <a:schemeClr val="accent5">
                  <a:lumMod val="60000"/>
                </a:schemeClr>
              </a:solidFill>
              <a:round/>
            </a:ln>
            <a:effectLst/>
          </c:spPr>
          <c:marker>
            <c:symbol val="none"/>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Market'!$N$11:$N$227</c:f>
              <c:numCache>
                <c:formatCode>General</c:formatCode>
                <c:ptCount val="217"/>
                <c:pt idx="0">
                  <c:v>3917.88</c:v>
                </c:pt>
                <c:pt idx="1">
                  <c:v>2842.93</c:v>
                </c:pt>
                <c:pt idx="2">
                  <c:v>3605.61</c:v>
                </c:pt>
                <c:pt idx="3">
                  <c:v>2385.86</c:v>
                </c:pt>
                <c:pt idx="4">
                  <c:v>4441.87</c:v>
                </c:pt>
                <c:pt idx="5">
                  <c:v>5155.25</c:v>
                </c:pt>
                <c:pt idx="6">
                  <c:v>5657.24</c:v>
                </c:pt>
                <c:pt idx="7">
                  <c:v>5474.91</c:v>
                </c:pt>
                <c:pt idx="8">
                  <c:v>2410.89</c:v>
                </c:pt>
                <c:pt idx="9">
                  <c:v>2285.5100000000002</c:v>
                </c:pt>
                <c:pt idx="10">
                  <c:v>2975.57</c:v>
                </c:pt>
                <c:pt idx="11">
                  <c:v>3913.04</c:v>
                </c:pt>
                <c:pt idx="12">
                  <c:v>5354.16</c:v>
                </c:pt>
                <c:pt idx="13">
                  <c:v>7157.42</c:v>
                </c:pt>
                <c:pt idx="14">
                  <c:v>5104.6400000000003</c:v>
                </c:pt>
                <c:pt idx="15">
                  <c:v>6088.92</c:v>
                </c:pt>
                <c:pt idx="16">
                  <c:v>3589.97</c:v>
                </c:pt>
                <c:pt idx="17">
                  <c:v>4005.69</c:v>
                </c:pt>
                <c:pt idx="18">
                  <c:v>5287.22</c:v>
                </c:pt>
                <c:pt idx="19">
                  <c:v>3103.47</c:v>
                </c:pt>
                <c:pt idx="20">
                  <c:v>2570.73</c:v>
                </c:pt>
                <c:pt idx="21">
                  <c:v>2381.56</c:v>
                </c:pt>
                <c:pt idx="22">
                  <c:v>2302.42</c:v>
                </c:pt>
                <c:pt idx="23">
                  <c:v>1058.96</c:v>
                </c:pt>
                <c:pt idx="24">
                  <c:v>1192.93</c:v>
                </c:pt>
                <c:pt idx="25">
                  <c:v>5113.5200000000004</c:v>
                </c:pt>
                <c:pt idx="26">
                  <c:v>4151.38</c:v>
                </c:pt>
                <c:pt idx="27">
                  <c:v>3702.21</c:v>
                </c:pt>
                <c:pt idx="28">
                  <c:v>4909.1499999999996</c:v>
                </c:pt>
                <c:pt idx="29">
                  <c:v>5123.6000000000004</c:v>
                </c:pt>
                <c:pt idx="30">
                  <c:v>5616.41</c:v>
                </c:pt>
                <c:pt idx="31">
                  <c:v>6513.67</c:v>
                </c:pt>
                <c:pt idx="32">
                  <c:v>6062.6</c:v>
                </c:pt>
                <c:pt idx="33">
                  <c:v>6467.38</c:v>
                </c:pt>
                <c:pt idx="34">
                  <c:v>4521.28</c:v>
                </c:pt>
                <c:pt idx="35">
                  <c:v>4366.87</c:v>
                </c:pt>
                <c:pt idx="36">
                  <c:v>4100.3900000000003</c:v>
                </c:pt>
                <c:pt idx="37">
                  <c:v>4745.95</c:v>
                </c:pt>
                <c:pt idx="38">
                  <c:v>5059.58</c:v>
                </c:pt>
                <c:pt idx="39">
                  <c:v>3877.89</c:v>
                </c:pt>
                <c:pt idx="40">
                  <c:v>3072.82</c:v>
                </c:pt>
                <c:pt idx="41">
                  <c:v>4782.5200000000004</c:v>
                </c:pt>
                <c:pt idx="42">
                  <c:v>5345.53</c:v>
                </c:pt>
                <c:pt idx="43">
                  <c:v>5547.76</c:v>
                </c:pt>
                <c:pt idx="44">
                  <c:v>4235.95</c:v>
                </c:pt>
                <c:pt idx="45">
                  <c:v>3201.52</c:v>
                </c:pt>
                <c:pt idx="46">
                  <c:v>5700.88</c:v>
                </c:pt>
                <c:pt idx="47">
                  <c:v>3942.25</c:v>
                </c:pt>
                <c:pt idx="48">
                  <c:v>2769.87</c:v>
                </c:pt>
                <c:pt idx="49">
                  <c:v>1860.22</c:v>
                </c:pt>
                <c:pt idx="50">
                  <c:v>2646.43</c:v>
                </c:pt>
                <c:pt idx="51">
                  <c:v>2864.62</c:v>
                </c:pt>
                <c:pt idx="52">
                  <c:v>2403.7399999999998</c:v>
                </c:pt>
                <c:pt idx="53">
                  <c:v>4301.8</c:v>
                </c:pt>
                <c:pt idx="54">
                  <c:v>3291.12</c:v>
                </c:pt>
                <c:pt idx="55">
                  <c:v>2698.59</c:v>
                </c:pt>
                <c:pt idx="56">
                  <c:v>2320.42</c:v>
                </c:pt>
                <c:pt idx="57">
                  <c:v>2172.35</c:v>
                </c:pt>
                <c:pt idx="58">
                  <c:v>2123.3200000000002</c:v>
                </c:pt>
                <c:pt idx="59">
                  <c:v>2637.14</c:v>
                </c:pt>
                <c:pt idx="60">
                  <c:v>3164.8</c:v>
                </c:pt>
                <c:pt idx="61">
                  <c:v>2662.83</c:v>
                </c:pt>
                <c:pt idx="62">
                  <c:v>1495.57</c:v>
                </c:pt>
                <c:pt idx="63">
                  <c:v>1785.42</c:v>
                </c:pt>
                <c:pt idx="64">
                  <c:v>2046.91</c:v>
                </c:pt>
                <c:pt idx="65">
                  <c:v>1447.51</c:v>
                </c:pt>
                <c:pt idx="66">
                  <c:v>2811.49</c:v>
                </c:pt>
                <c:pt idx="67">
                  <c:v>2816.09</c:v>
                </c:pt>
                <c:pt idx="68">
                  <c:v>3638.7</c:v>
                </c:pt>
                <c:pt idx="69">
                  <c:v>2274.7199999999998</c:v>
                </c:pt>
                <c:pt idx="70">
                  <c:v>1378.59</c:v>
                </c:pt>
                <c:pt idx="71">
                  <c:v>1011.53</c:v>
                </c:pt>
                <c:pt idx="72">
                  <c:v>922.48</c:v>
                </c:pt>
                <c:pt idx="73">
                  <c:v>922.8</c:v>
                </c:pt>
                <c:pt idx="74">
                  <c:v>1620.03</c:v>
                </c:pt>
                <c:pt idx="75">
                  <c:v>2125.87</c:v>
                </c:pt>
                <c:pt idx="76">
                  <c:v>1950.11</c:v>
                </c:pt>
                <c:pt idx="77">
                  <c:v>1904.23</c:v>
                </c:pt>
                <c:pt idx="78">
                  <c:v>1982.35</c:v>
                </c:pt>
                <c:pt idx="79">
                  <c:v>1135.8599999999999</c:v>
                </c:pt>
                <c:pt idx="80">
                  <c:v>1287.03</c:v>
                </c:pt>
                <c:pt idx="81">
                  <c:v>2063.2199999999998</c:v>
                </c:pt>
                <c:pt idx="82">
                  <c:v>2428.48</c:v>
                </c:pt>
                <c:pt idx="83">
                  <c:v>1902.99</c:v>
                </c:pt>
                <c:pt idx="84">
                  <c:v>2535.9699999999998</c:v>
                </c:pt>
                <c:pt idx="85">
                  <c:v>2617.81</c:v>
                </c:pt>
                <c:pt idx="86">
                  <c:v>835.48</c:v>
                </c:pt>
                <c:pt idx="87">
                  <c:v>326.13</c:v>
                </c:pt>
                <c:pt idx="88">
                  <c:v>1091.08</c:v>
                </c:pt>
                <c:pt idx="89">
                  <c:v>946.18</c:v>
                </c:pt>
                <c:pt idx="90">
                  <c:v>1487.03</c:v>
                </c:pt>
                <c:pt idx="91">
                  <c:v>1894.63</c:v>
                </c:pt>
                <c:pt idx="92">
                  <c:v>1621.4</c:v>
                </c:pt>
                <c:pt idx="93">
                  <c:v>2394.11</c:v>
                </c:pt>
                <c:pt idx="94">
                  <c:v>1791.79</c:v>
                </c:pt>
                <c:pt idx="95">
                  <c:v>3266.51</c:v>
                </c:pt>
                <c:pt idx="96">
                  <c:v>1644.72</c:v>
                </c:pt>
                <c:pt idx="97">
                  <c:v>1056.26</c:v>
                </c:pt>
                <c:pt idx="98">
                  <c:v>473.48</c:v>
                </c:pt>
                <c:pt idx="99">
                  <c:v>340.56</c:v>
                </c:pt>
                <c:pt idx="100">
                  <c:v>325.76</c:v>
                </c:pt>
                <c:pt idx="101">
                  <c:v>1331.96</c:v>
                </c:pt>
                <c:pt idx="102">
                  <c:v>3375.06</c:v>
                </c:pt>
                <c:pt idx="103">
                  <c:v>2625.13</c:v>
                </c:pt>
                <c:pt idx="104">
                  <c:v>322.51</c:v>
                </c:pt>
                <c:pt idx="105">
                  <c:v>1499.04</c:v>
                </c:pt>
                <c:pt idx="106">
                  <c:v>1155.3699999999999</c:v>
                </c:pt>
                <c:pt idx="107">
                  <c:v>2316.09</c:v>
                </c:pt>
                <c:pt idx="108">
                  <c:v>2080.83</c:v>
                </c:pt>
                <c:pt idx="109">
                  <c:v>2767.46</c:v>
                </c:pt>
                <c:pt idx="110">
                  <c:v>1952.56</c:v>
                </c:pt>
                <c:pt idx="111">
                  <c:v>2997.11</c:v>
                </c:pt>
                <c:pt idx="112">
                  <c:v>1874.47</c:v>
                </c:pt>
                <c:pt idx="113">
                  <c:v>2115.25</c:v>
                </c:pt>
                <c:pt idx="114">
                  <c:v>2439.63</c:v>
                </c:pt>
                <c:pt idx="115">
                  <c:v>1172.05</c:v>
                </c:pt>
                <c:pt idx="116">
                  <c:v>2700.3</c:v>
                </c:pt>
                <c:pt idx="117">
                  <c:v>1185.77</c:v>
                </c:pt>
                <c:pt idx="118">
                  <c:v>1982.15</c:v>
                </c:pt>
                <c:pt idx="119">
                  <c:v>1037.8399999999999</c:v>
                </c:pt>
                <c:pt idx="120">
                  <c:v>1372.79</c:v>
                </c:pt>
                <c:pt idx="121">
                  <c:v>766.13</c:v>
                </c:pt>
                <c:pt idx="122">
                  <c:v>613.66</c:v>
                </c:pt>
                <c:pt idx="123">
                  <c:v>3053.48</c:v>
                </c:pt>
                <c:pt idx="124">
                  <c:v>1156.53</c:v>
                </c:pt>
                <c:pt idx="125">
                  <c:v>2738.91</c:v>
                </c:pt>
                <c:pt idx="126">
                  <c:v>2762.63</c:v>
                </c:pt>
                <c:pt idx="127">
                  <c:v>2047.08</c:v>
                </c:pt>
                <c:pt idx="128">
                  <c:v>1850.75</c:v>
                </c:pt>
                <c:pt idx="129">
                  <c:v>2145.08</c:v>
                </c:pt>
                <c:pt idx="130">
                  <c:v>1422.12</c:v>
                </c:pt>
                <c:pt idx="131">
                  <c:v>882.44</c:v>
                </c:pt>
                <c:pt idx="132">
                  <c:v>2124.7399999999998</c:v>
                </c:pt>
                <c:pt idx="133">
                  <c:v>1168.3499999999999</c:v>
                </c:pt>
                <c:pt idx="134">
                  <c:v>640.49</c:v>
                </c:pt>
                <c:pt idx="135">
                  <c:v>505.7</c:v>
                </c:pt>
                <c:pt idx="136">
                  <c:v>3071.65</c:v>
                </c:pt>
                <c:pt idx="137">
                  <c:v>4770.46</c:v>
                </c:pt>
                <c:pt idx="138">
                  <c:v>1226.27</c:v>
                </c:pt>
                <c:pt idx="139">
                  <c:v>1563.59</c:v>
                </c:pt>
                <c:pt idx="140">
                  <c:v>1614.14</c:v>
                </c:pt>
                <c:pt idx="141">
                  <c:v>1271.52</c:v>
                </c:pt>
                <c:pt idx="142">
                  <c:v>3657.35</c:v>
                </c:pt>
                <c:pt idx="143">
                  <c:v>2335.98</c:v>
                </c:pt>
                <c:pt idx="144">
                  <c:v>6099.26</c:v>
                </c:pt>
                <c:pt idx="145">
                  <c:v>3666.66</c:v>
                </c:pt>
                <c:pt idx="146">
                  <c:v>1646.59</c:v>
                </c:pt>
                <c:pt idx="147">
                  <c:v>1799.56</c:v>
                </c:pt>
                <c:pt idx="148">
                  <c:v>510.39</c:v>
                </c:pt>
                <c:pt idx="149">
                  <c:v>469.6</c:v>
                </c:pt>
                <c:pt idx="150">
                  <c:v>2905.9</c:v>
                </c:pt>
                <c:pt idx="151">
                  <c:v>2841.05</c:v>
                </c:pt>
                <c:pt idx="152">
                  <c:v>3823.71</c:v>
                </c:pt>
                <c:pt idx="153">
                  <c:v>1249.98</c:v>
                </c:pt>
                <c:pt idx="154">
                  <c:v>3046.63</c:v>
                </c:pt>
                <c:pt idx="155">
                  <c:v>2009.75</c:v>
                </c:pt>
                <c:pt idx="156">
                  <c:v>3659.62</c:v>
                </c:pt>
                <c:pt idx="157">
                  <c:v>766.61</c:v>
                </c:pt>
                <c:pt idx="158">
                  <c:v>3580.79</c:v>
                </c:pt>
                <c:pt idx="159">
                  <c:v>4790.1099999999997</c:v>
                </c:pt>
                <c:pt idx="160">
                  <c:v>3540.63</c:v>
                </c:pt>
                <c:pt idx="161">
                  <c:v>4420.1099999999997</c:v>
                </c:pt>
                <c:pt idx="162">
                  <c:v>3515.59</c:v>
                </c:pt>
                <c:pt idx="163">
                  <c:v>3442.5</c:v>
                </c:pt>
                <c:pt idx="164">
                  <c:v>3460.53</c:v>
                </c:pt>
                <c:pt idx="165">
                  <c:v>2757.78</c:v>
                </c:pt>
                <c:pt idx="166">
                  <c:v>1839.79</c:v>
                </c:pt>
                <c:pt idx="167">
                  <c:v>2882.91</c:v>
                </c:pt>
                <c:pt idx="168">
                  <c:v>2166.13</c:v>
                </c:pt>
                <c:pt idx="169">
                  <c:v>3114.27</c:v>
                </c:pt>
                <c:pt idx="170">
                  <c:v>3429.09</c:v>
                </c:pt>
                <c:pt idx="171">
                  <c:v>2747.39</c:v>
                </c:pt>
                <c:pt idx="172">
                  <c:v>2672.64</c:v>
                </c:pt>
                <c:pt idx="173">
                  <c:v>3559.6</c:v>
                </c:pt>
                <c:pt idx="174">
                  <c:v>3973.94</c:v>
                </c:pt>
                <c:pt idx="175">
                  <c:v>4653.04</c:v>
                </c:pt>
                <c:pt idx="176">
                  <c:v>4268.5200000000004</c:v>
                </c:pt>
                <c:pt idx="177">
                  <c:v>3163.59</c:v>
                </c:pt>
                <c:pt idx="178">
                  <c:v>3751.43</c:v>
                </c:pt>
                <c:pt idx="179">
                  <c:v>4063.7</c:v>
                </c:pt>
                <c:pt idx="180">
                  <c:v>1959.78</c:v>
                </c:pt>
                <c:pt idx="181">
                  <c:v>1498.84</c:v>
                </c:pt>
                <c:pt idx="182">
                  <c:v>3176.41</c:v>
                </c:pt>
                <c:pt idx="183">
                  <c:v>894.13</c:v>
                </c:pt>
                <c:pt idx="184">
                  <c:v>982.75</c:v>
                </c:pt>
                <c:pt idx="185">
                  <c:v>399.33</c:v>
                </c:pt>
                <c:pt idx="186">
                  <c:v>2047.22</c:v>
                </c:pt>
                <c:pt idx="187">
                  <c:v>3140.59</c:v>
                </c:pt>
                <c:pt idx="188">
                  <c:v>1189.3800000000001</c:v>
                </c:pt>
                <c:pt idx="189">
                  <c:v>5770.89</c:v>
                </c:pt>
                <c:pt idx="190">
                  <c:v>7563.44</c:v>
                </c:pt>
                <c:pt idx="191">
                  <c:v>10813.46</c:v>
                </c:pt>
                <c:pt idx="192">
                  <c:v>4883.26</c:v>
                </c:pt>
                <c:pt idx="193">
                  <c:v>7214.1</c:v>
                </c:pt>
                <c:pt idx="194">
                  <c:v>7703.43</c:v>
                </c:pt>
                <c:pt idx="195">
                  <c:v>12582.15</c:v>
                </c:pt>
                <c:pt idx="196">
                  <c:v>16339.36</c:v>
                </c:pt>
                <c:pt idx="197">
                  <c:v>21250.63</c:v>
                </c:pt>
                <c:pt idx="198">
                  <c:v>18108.23</c:v>
                </c:pt>
                <c:pt idx="199">
                  <c:v>18957.98</c:v>
                </c:pt>
                <c:pt idx="200">
                  <c:v>12731.03</c:v>
                </c:pt>
                <c:pt idx="201">
                  <c:v>10413.06</c:v>
                </c:pt>
                <c:pt idx="202">
                  <c:v>7581.55</c:v>
                </c:pt>
                <c:pt idx="203">
                  <c:v>7502.29</c:v>
                </c:pt>
                <c:pt idx="204">
                  <c:v>8160.64</c:v>
                </c:pt>
                <c:pt idx="205">
                  <c:v>14161.11</c:v>
                </c:pt>
                <c:pt idx="206">
                  <c:v>16494.73</c:v>
                </c:pt>
                <c:pt idx="207">
                  <c:v>7690.96</c:v>
                </c:pt>
                <c:pt idx="208">
                  <c:v>10906.61</c:v>
                </c:pt>
                <c:pt idx="209">
                  <c:v>7874.61</c:v>
                </c:pt>
                <c:pt idx="210">
                  <c:v>6673.44</c:v>
                </c:pt>
                <c:pt idx="211">
                  <c:v>6148.39</c:v>
                </c:pt>
                <c:pt idx="212">
                  <c:v>2086.0500000000002</c:v>
                </c:pt>
                <c:pt idx="213">
                  <c:v>4545.24</c:v>
                </c:pt>
                <c:pt idx="214">
                  <c:v>6723.1</c:v>
                </c:pt>
                <c:pt idx="215">
                  <c:v>5402.56</c:v>
                </c:pt>
                <c:pt idx="216">
                  <c:v>3800.74</c:v>
                </c:pt>
              </c:numCache>
            </c:numRef>
          </c:val>
          <c:smooth val="0"/>
          <c:extLst>
            <c:ext xmlns:c16="http://schemas.microsoft.com/office/drawing/2014/chart" uri="{C3380CC4-5D6E-409C-BE32-E72D297353CC}">
              <c16:uniqueId val="{0000000A-F23A-45CF-AE75-65B79EA5F320}"/>
            </c:ext>
          </c:extLst>
        </c:ser>
        <c:ser>
          <c:idx val="11"/>
          <c:order val="11"/>
          <c:tx>
            <c:strRef>
              <c:f>'Day Ahead Market'!$O$9:$O$10</c:f>
              <c:strCache>
                <c:ptCount val="2"/>
                <c:pt idx="0">
                  <c:v>Final Scheduled Volume (MWh)</c:v>
                </c:pt>
                <c:pt idx="1">
                  <c:v>Non-Solar (MWh)</c:v>
                </c:pt>
              </c:strCache>
            </c:strRef>
          </c:tx>
          <c:spPr>
            <a:ln w="28575" cap="rnd">
              <a:solidFill>
                <a:schemeClr val="accent6">
                  <a:lumMod val="60000"/>
                </a:schemeClr>
              </a:solidFill>
              <a:round/>
            </a:ln>
            <a:effectLst/>
          </c:spPr>
          <c:marker>
            <c:symbol val="circle"/>
            <c:size val="5"/>
            <c:spPr>
              <a:solidFill>
                <a:schemeClr val="accent6">
                  <a:lumMod val="60000"/>
                </a:schemeClr>
              </a:solidFill>
              <a:ln w="9525">
                <a:solidFill>
                  <a:schemeClr val="accent6">
                    <a:lumMod val="6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Market'!$O$11:$O$227</c:f>
            </c:numRef>
          </c:val>
          <c:smooth val="0"/>
          <c:extLst>
            <c:ext xmlns:c16="http://schemas.microsoft.com/office/drawing/2014/chart" uri="{C3380CC4-5D6E-409C-BE32-E72D297353CC}">
              <c16:uniqueId val="{0000000B-F23A-45CF-AE75-65B79EA5F320}"/>
            </c:ext>
          </c:extLst>
        </c:ser>
        <c:ser>
          <c:idx val="12"/>
          <c:order val="12"/>
          <c:tx>
            <c:strRef>
              <c:f>'Day Ahead Market'!$P$9:$P$10</c:f>
              <c:strCache>
                <c:ptCount val="2"/>
                <c:pt idx="0">
                  <c:v>Final Scheduled Volume (MWh)</c:v>
                </c:pt>
                <c:pt idx="1">
                  <c:v>Hydro (MWh)</c:v>
                </c:pt>
              </c:strCache>
            </c:strRef>
          </c:tx>
          <c:spPr>
            <a:ln w="28575" cap="rnd">
              <a:solidFill>
                <a:schemeClr val="accent1">
                  <a:lumMod val="80000"/>
                  <a:lumOff val="20000"/>
                </a:schemeClr>
              </a:solidFill>
              <a:round/>
            </a:ln>
            <a:effectLst/>
          </c:spPr>
          <c:marker>
            <c:symbol val="circle"/>
            <c:size val="5"/>
            <c:spPr>
              <a:solidFill>
                <a:schemeClr val="accent1">
                  <a:lumMod val="80000"/>
                  <a:lumOff val="20000"/>
                </a:schemeClr>
              </a:solidFill>
              <a:ln w="9525">
                <a:solidFill>
                  <a:schemeClr val="accent1">
                    <a:lumMod val="80000"/>
                    <a:lumOff val="20000"/>
                  </a:schemeClr>
                </a:solidFill>
              </a:ln>
              <a:effectLst/>
            </c:spPr>
          </c:marker>
          <c:cat>
            <c:strRef>
              <c:f>'Day Ahead Market'!$A$11:$C$227</c:f>
              <c:strCache>
                <c:ptCount val="217"/>
                <c:pt idx="0">
                  <c:v>27-10-2021</c:v>
                </c:pt>
                <c:pt idx="1">
                  <c:v>28-10-2021</c:v>
                </c:pt>
                <c:pt idx="2">
                  <c:v>29-10-2021</c:v>
                </c:pt>
                <c:pt idx="3">
                  <c:v>30-10-2021</c:v>
                </c:pt>
                <c:pt idx="4">
                  <c:v>31-10-2021</c:v>
                </c:pt>
                <c:pt idx="5">
                  <c:v>01-11-2021</c:v>
                </c:pt>
                <c:pt idx="6">
                  <c:v>02-11-2021</c:v>
                </c:pt>
                <c:pt idx="7">
                  <c:v>03-11-2021</c:v>
                </c:pt>
                <c:pt idx="8">
                  <c:v>04-11-2021</c:v>
                </c:pt>
                <c:pt idx="9">
                  <c:v>05-11-2021</c:v>
                </c:pt>
                <c:pt idx="10">
                  <c:v>06-11-2021</c:v>
                </c:pt>
                <c:pt idx="11">
                  <c:v>07-11-2021</c:v>
                </c:pt>
                <c:pt idx="12">
                  <c:v>08-11-2021</c:v>
                </c:pt>
                <c:pt idx="13">
                  <c:v>09-11-2021</c:v>
                </c:pt>
                <c:pt idx="14">
                  <c:v>10-11-2021</c:v>
                </c:pt>
                <c:pt idx="15">
                  <c:v>11-11-2021</c:v>
                </c:pt>
                <c:pt idx="16">
                  <c:v>12-11-2021</c:v>
                </c:pt>
                <c:pt idx="17">
                  <c:v>13-11-2021</c:v>
                </c:pt>
                <c:pt idx="18">
                  <c:v>14-11-2021</c:v>
                </c:pt>
                <c:pt idx="19">
                  <c:v>15-11-2021</c:v>
                </c:pt>
                <c:pt idx="20">
                  <c:v>16-11-2021</c:v>
                </c:pt>
                <c:pt idx="21">
                  <c:v>17-11-2021</c:v>
                </c:pt>
                <c:pt idx="22">
                  <c:v>18-11-2021</c:v>
                </c:pt>
                <c:pt idx="23">
                  <c:v>19-11-2021</c:v>
                </c:pt>
                <c:pt idx="24">
                  <c:v>20-11-2021</c:v>
                </c:pt>
                <c:pt idx="25">
                  <c:v>21-11-2021</c:v>
                </c:pt>
                <c:pt idx="26">
                  <c:v>22-11-2021</c:v>
                </c:pt>
                <c:pt idx="27">
                  <c:v>23-11-2021</c:v>
                </c:pt>
                <c:pt idx="28">
                  <c:v>24-11-2021</c:v>
                </c:pt>
                <c:pt idx="29">
                  <c:v>25-11-2021</c:v>
                </c:pt>
                <c:pt idx="30">
                  <c:v>26-11-2021</c:v>
                </c:pt>
                <c:pt idx="31">
                  <c:v>27-11-2021</c:v>
                </c:pt>
                <c:pt idx="32">
                  <c:v>28-11-2021</c:v>
                </c:pt>
                <c:pt idx="33">
                  <c:v>29-11-2021</c:v>
                </c:pt>
                <c:pt idx="34">
                  <c:v>30-11-2021</c:v>
                </c:pt>
                <c:pt idx="35">
                  <c:v>01-12-2021</c:v>
                </c:pt>
                <c:pt idx="36">
                  <c:v>02-12-2021</c:v>
                </c:pt>
                <c:pt idx="37">
                  <c:v>03-12-2021</c:v>
                </c:pt>
                <c:pt idx="38">
                  <c:v>04-12-2021</c:v>
                </c:pt>
                <c:pt idx="39">
                  <c:v>05-12-2021</c:v>
                </c:pt>
                <c:pt idx="40">
                  <c:v>06-12-2021</c:v>
                </c:pt>
                <c:pt idx="41">
                  <c:v>07-12-2021</c:v>
                </c:pt>
                <c:pt idx="42">
                  <c:v>08-12-2021</c:v>
                </c:pt>
                <c:pt idx="43">
                  <c:v>09-12-2021</c:v>
                </c:pt>
                <c:pt idx="44">
                  <c:v>10-12-2021</c:v>
                </c:pt>
                <c:pt idx="45">
                  <c:v>11-12-2021</c:v>
                </c:pt>
                <c:pt idx="46">
                  <c:v>12-12-2021</c:v>
                </c:pt>
                <c:pt idx="47">
                  <c:v>13-12-2021</c:v>
                </c:pt>
                <c:pt idx="48">
                  <c:v>14-12-2021</c:v>
                </c:pt>
                <c:pt idx="49">
                  <c:v>15-12-2021</c:v>
                </c:pt>
                <c:pt idx="50">
                  <c:v>16-12-2021</c:v>
                </c:pt>
                <c:pt idx="51">
                  <c:v>17-12-2021</c:v>
                </c:pt>
                <c:pt idx="52">
                  <c:v>18-12-2021</c:v>
                </c:pt>
                <c:pt idx="53">
                  <c:v>19-12-2021</c:v>
                </c:pt>
                <c:pt idx="54">
                  <c:v>20-12-2021</c:v>
                </c:pt>
                <c:pt idx="55">
                  <c:v>21-12-2021</c:v>
                </c:pt>
                <c:pt idx="56">
                  <c:v>22-12-2021</c:v>
                </c:pt>
                <c:pt idx="57">
                  <c:v>23-12-2021</c:v>
                </c:pt>
                <c:pt idx="58">
                  <c:v>24-12-2021</c:v>
                </c:pt>
                <c:pt idx="59">
                  <c:v>25-12-2021</c:v>
                </c:pt>
                <c:pt idx="60">
                  <c:v>26-12-2021</c:v>
                </c:pt>
                <c:pt idx="61">
                  <c:v>27-12-2021</c:v>
                </c:pt>
                <c:pt idx="62">
                  <c:v>28-12-2021</c:v>
                </c:pt>
                <c:pt idx="63">
                  <c:v>29-12-2021</c:v>
                </c:pt>
                <c:pt idx="64">
                  <c:v>30-12-2021</c:v>
                </c:pt>
                <c:pt idx="65">
                  <c:v>31-12-2021</c:v>
                </c:pt>
                <c:pt idx="66">
                  <c:v>01-01-2022</c:v>
                </c:pt>
                <c:pt idx="67">
                  <c:v>02-01-2022</c:v>
                </c:pt>
                <c:pt idx="68">
                  <c:v>03-01-2022</c:v>
                </c:pt>
                <c:pt idx="69">
                  <c:v>04-01-2022</c:v>
                </c:pt>
                <c:pt idx="70">
                  <c:v>05-01-2022</c:v>
                </c:pt>
                <c:pt idx="71">
                  <c:v>06-01-2022</c:v>
                </c:pt>
                <c:pt idx="72">
                  <c:v>07-01-2022</c:v>
                </c:pt>
                <c:pt idx="73">
                  <c:v>08-01-2022</c:v>
                </c:pt>
                <c:pt idx="74">
                  <c:v>09-01-2022</c:v>
                </c:pt>
                <c:pt idx="75">
                  <c:v>10-01-2022</c:v>
                </c:pt>
                <c:pt idx="76">
                  <c:v>11-01-2022</c:v>
                </c:pt>
                <c:pt idx="77">
                  <c:v>12-01-2022</c:v>
                </c:pt>
                <c:pt idx="78">
                  <c:v>13-01-2022</c:v>
                </c:pt>
                <c:pt idx="79">
                  <c:v>14-01-2022</c:v>
                </c:pt>
                <c:pt idx="80">
                  <c:v>15-01-2022</c:v>
                </c:pt>
                <c:pt idx="81">
                  <c:v>16-01-2022</c:v>
                </c:pt>
                <c:pt idx="82">
                  <c:v>17-01-2022</c:v>
                </c:pt>
                <c:pt idx="83">
                  <c:v>18-01-2022</c:v>
                </c:pt>
                <c:pt idx="84">
                  <c:v>19-01-2022</c:v>
                </c:pt>
                <c:pt idx="85">
                  <c:v>20-01-2022</c:v>
                </c:pt>
                <c:pt idx="86">
                  <c:v>21-01-2022</c:v>
                </c:pt>
                <c:pt idx="87">
                  <c:v>22-01-2022</c:v>
                </c:pt>
                <c:pt idx="88">
                  <c:v>23-01-2022</c:v>
                </c:pt>
                <c:pt idx="89">
                  <c:v>24-01-2022</c:v>
                </c:pt>
                <c:pt idx="90">
                  <c:v>25-01-2022</c:v>
                </c:pt>
                <c:pt idx="91">
                  <c:v>26-01-2022</c:v>
                </c:pt>
                <c:pt idx="92">
                  <c:v>27-01-2022</c:v>
                </c:pt>
                <c:pt idx="93">
                  <c:v>28-01-2022</c:v>
                </c:pt>
                <c:pt idx="94">
                  <c:v>29-01-2022</c:v>
                </c:pt>
                <c:pt idx="95">
                  <c:v>30-01-2022</c:v>
                </c:pt>
                <c:pt idx="96">
                  <c:v>31-01-2022</c:v>
                </c:pt>
                <c:pt idx="97">
                  <c:v>01-02-2022</c:v>
                </c:pt>
                <c:pt idx="98">
                  <c:v>02-02-2022</c:v>
                </c:pt>
                <c:pt idx="99">
                  <c:v>03-02-2022</c:v>
                </c:pt>
                <c:pt idx="100">
                  <c:v>04-02-2022</c:v>
                </c:pt>
                <c:pt idx="101">
                  <c:v>05-02-2022</c:v>
                </c:pt>
                <c:pt idx="102">
                  <c:v>06-02-2022</c:v>
                </c:pt>
                <c:pt idx="103">
                  <c:v>07-02-2022</c:v>
                </c:pt>
                <c:pt idx="104">
                  <c:v>08-02-2022</c:v>
                </c:pt>
                <c:pt idx="105">
                  <c:v>09-02-2022</c:v>
                </c:pt>
                <c:pt idx="106">
                  <c:v>10-02-2022</c:v>
                </c:pt>
                <c:pt idx="107">
                  <c:v>11-02-2022</c:v>
                </c:pt>
                <c:pt idx="108">
                  <c:v>12-02-2022</c:v>
                </c:pt>
                <c:pt idx="109">
                  <c:v>13-02-2022</c:v>
                </c:pt>
                <c:pt idx="110">
                  <c:v>14-02-2022</c:v>
                </c:pt>
                <c:pt idx="111">
                  <c:v>15-02-2022</c:v>
                </c:pt>
                <c:pt idx="112">
                  <c:v>16-02-2022</c:v>
                </c:pt>
                <c:pt idx="113">
                  <c:v>17-02-2022</c:v>
                </c:pt>
                <c:pt idx="114">
                  <c:v>18-02-2022</c:v>
                </c:pt>
                <c:pt idx="115">
                  <c:v>19-02-2022</c:v>
                </c:pt>
                <c:pt idx="116">
                  <c:v>20-02-2022</c:v>
                </c:pt>
                <c:pt idx="117">
                  <c:v>21-02-2022</c:v>
                </c:pt>
                <c:pt idx="118">
                  <c:v>22-02-2022</c:v>
                </c:pt>
                <c:pt idx="119">
                  <c:v>23-02-2022</c:v>
                </c:pt>
                <c:pt idx="120">
                  <c:v>24-02-2022</c:v>
                </c:pt>
                <c:pt idx="121">
                  <c:v>25-02-2022</c:v>
                </c:pt>
                <c:pt idx="122">
                  <c:v>26-02-2022</c:v>
                </c:pt>
                <c:pt idx="123">
                  <c:v>27-02-2022</c:v>
                </c:pt>
                <c:pt idx="124">
                  <c:v>28-02-2022</c:v>
                </c:pt>
                <c:pt idx="125">
                  <c:v>01-03-2022</c:v>
                </c:pt>
                <c:pt idx="126">
                  <c:v>02-03-2022</c:v>
                </c:pt>
                <c:pt idx="127">
                  <c:v>03-03-2022</c:v>
                </c:pt>
                <c:pt idx="128">
                  <c:v>04-03-2022</c:v>
                </c:pt>
                <c:pt idx="129">
                  <c:v>05-03-2022</c:v>
                </c:pt>
                <c:pt idx="130">
                  <c:v>06-03-2022</c:v>
                </c:pt>
                <c:pt idx="131">
                  <c:v>07-03-2022</c:v>
                </c:pt>
                <c:pt idx="132">
                  <c:v>08-03-2022</c:v>
                </c:pt>
                <c:pt idx="133">
                  <c:v>09-03-2022</c:v>
                </c:pt>
                <c:pt idx="134">
                  <c:v>10-03-2022</c:v>
                </c:pt>
                <c:pt idx="135">
                  <c:v>11-03-2022</c:v>
                </c:pt>
                <c:pt idx="136">
                  <c:v>12-03-2022</c:v>
                </c:pt>
                <c:pt idx="137">
                  <c:v>13-03-2022</c:v>
                </c:pt>
                <c:pt idx="138">
                  <c:v>14-03-2022</c:v>
                </c:pt>
                <c:pt idx="139">
                  <c:v>15-03-2022</c:v>
                </c:pt>
                <c:pt idx="140">
                  <c:v>16-03-2022</c:v>
                </c:pt>
                <c:pt idx="141">
                  <c:v>17-03-2022</c:v>
                </c:pt>
                <c:pt idx="142">
                  <c:v>18-03-2022</c:v>
                </c:pt>
                <c:pt idx="143">
                  <c:v>19-03-2022</c:v>
                </c:pt>
                <c:pt idx="144">
                  <c:v>20-03-2022</c:v>
                </c:pt>
                <c:pt idx="145">
                  <c:v>21-03-2022</c:v>
                </c:pt>
                <c:pt idx="146">
                  <c:v>22-03-2022</c:v>
                </c:pt>
                <c:pt idx="147">
                  <c:v>23-03-2022</c:v>
                </c:pt>
                <c:pt idx="148">
                  <c:v>24-03-2022</c:v>
                </c:pt>
                <c:pt idx="149">
                  <c:v>25-03-2022</c:v>
                </c:pt>
                <c:pt idx="150">
                  <c:v>26-03-2022</c:v>
                </c:pt>
                <c:pt idx="151">
                  <c:v>27-03-2022</c:v>
                </c:pt>
                <c:pt idx="152">
                  <c:v>28-03-2022</c:v>
                </c:pt>
                <c:pt idx="153">
                  <c:v>29-03-2022</c:v>
                </c:pt>
                <c:pt idx="154">
                  <c:v>30-03-2022</c:v>
                </c:pt>
                <c:pt idx="155">
                  <c:v>31-03-2022</c:v>
                </c:pt>
                <c:pt idx="156">
                  <c:v>01-04-2022</c:v>
                </c:pt>
                <c:pt idx="157">
                  <c:v>02-04-2022</c:v>
                </c:pt>
                <c:pt idx="158">
                  <c:v>03-04-2022</c:v>
                </c:pt>
                <c:pt idx="159">
                  <c:v>04-04-2022</c:v>
                </c:pt>
                <c:pt idx="160">
                  <c:v>05-04-2022</c:v>
                </c:pt>
                <c:pt idx="161">
                  <c:v>06-04-2022</c:v>
                </c:pt>
                <c:pt idx="162">
                  <c:v>07-04-2022</c:v>
                </c:pt>
                <c:pt idx="163">
                  <c:v>08-04-2022</c:v>
                </c:pt>
                <c:pt idx="164">
                  <c:v>09-04-2022</c:v>
                </c:pt>
                <c:pt idx="165">
                  <c:v>10-04-2022</c:v>
                </c:pt>
                <c:pt idx="166">
                  <c:v>11-04-2022</c:v>
                </c:pt>
                <c:pt idx="167">
                  <c:v>12-04-2022</c:v>
                </c:pt>
                <c:pt idx="168">
                  <c:v>13-04-2022</c:v>
                </c:pt>
                <c:pt idx="169">
                  <c:v>14-04-2022</c:v>
                </c:pt>
                <c:pt idx="170">
                  <c:v>15-04-2022</c:v>
                </c:pt>
                <c:pt idx="171">
                  <c:v>16-04-2022</c:v>
                </c:pt>
                <c:pt idx="172">
                  <c:v>17-04-2022</c:v>
                </c:pt>
                <c:pt idx="173">
                  <c:v>18-04-2022</c:v>
                </c:pt>
                <c:pt idx="174">
                  <c:v>19-04-2022</c:v>
                </c:pt>
                <c:pt idx="175">
                  <c:v>20-04-2022</c:v>
                </c:pt>
                <c:pt idx="176">
                  <c:v>21-04-2022</c:v>
                </c:pt>
                <c:pt idx="177">
                  <c:v>22-04-2022</c:v>
                </c:pt>
                <c:pt idx="178">
                  <c:v>23-04-2022</c:v>
                </c:pt>
                <c:pt idx="179">
                  <c:v>24-04-2022</c:v>
                </c:pt>
                <c:pt idx="180">
                  <c:v>25-04-2022</c:v>
                </c:pt>
                <c:pt idx="181">
                  <c:v>26-04-2022</c:v>
                </c:pt>
                <c:pt idx="182">
                  <c:v>27-04-2022</c:v>
                </c:pt>
                <c:pt idx="183">
                  <c:v>28-04-2022</c:v>
                </c:pt>
                <c:pt idx="184">
                  <c:v>29-04-2022</c:v>
                </c:pt>
                <c:pt idx="185">
                  <c:v>30-04-2022</c:v>
                </c:pt>
                <c:pt idx="186">
                  <c:v>01-05-2022</c:v>
                </c:pt>
                <c:pt idx="187">
                  <c:v>02-05-2022</c:v>
                </c:pt>
                <c:pt idx="188">
                  <c:v>03-05-2022</c:v>
                </c:pt>
                <c:pt idx="189">
                  <c:v>04-05-2022</c:v>
                </c:pt>
                <c:pt idx="190">
                  <c:v>05-05-2022</c:v>
                </c:pt>
                <c:pt idx="191">
                  <c:v>06-05-2022</c:v>
                </c:pt>
                <c:pt idx="192">
                  <c:v>07-05-2022</c:v>
                </c:pt>
                <c:pt idx="193">
                  <c:v>08-05-2022</c:v>
                </c:pt>
                <c:pt idx="194">
                  <c:v>09-05-2022</c:v>
                </c:pt>
                <c:pt idx="195">
                  <c:v>10-05-2022</c:v>
                </c:pt>
                <c:pt idx="196">
                  <c:v>11-05-2022</c:v>
                </c:pt>
                <c:pt idx="197">
                  <c:v>12-05-2022</c:v>
                </c:pt>
                <c:pt idx="198">
                  <c:v>13-05-2022</c:v>
                </c:pt>
                <c:pt idx="199">
                  <c:v>14-05-2022</c:v>
                </c:pt>
                <c:pt idx="200">
                  <c:v>15-05-2022</c:v>
                </c:pt>
                <c:pt idx="201">
                  <c:v>16-05-2022</c:v>
                </c:pt>
                <c:pt idx="202">
                  <c:v>17-05-2022</c:v>
                </c:pt>
                <c:pt idx="203">
                  <c:v>18-05-2022</c:v>
                </c:pt>
                <c:pt idx="204">
                  <c:v>19-05-2022</c:v>
                </c:pt>
                <c:pt idx="205">
                  <c:v>20-05-2022</c:v>
                </c:pt>
                <c:pt idx="206">
                  <c:v>21-05-2022</c:v>
                </c:pt>
                <c:pt idx="207">
                  <c:v>22-05-2022</c:v>
                </c:pt>
                <c:pt idx="208">
                  <c:v>23-05-2022</c:v>
                </c:pt>
                <c:pt idx="209">
                  <c:v>24-05-2022</c:v>
                </c:pt>
                <c:pt idx="210">
                  <c:v>25-05-2022</c:v>
                </c:pt>
                <c:pt idx="211">
                  <c:v>26-05-2022</c:v>
                </c:pt>
                <c:pt idx="212">
                  <c:v>27-05-2022</c:v>
                </c:pt>
                <c:pt idx="213">
                  <c:v>28-05-2022</c:v>
                </c:pt>
                <c:pt idx="214">
                  <c:v>29-05-2022</c:v>
                </c:pt>
                <c:pt idx="215">
                  <c:v>30-05-2022</c:v>
                </c:pt>
                <c:pt idx="216">
                  <c:v>31-05-2022</c:v>
                </c:pt>
              </c:strCache>
            </c:strRef>
          </c:cat>
          <c:val>
            <c:numRef>
              <c:f>'Day Ahead Market'!$P$11:$P$227</c:f>
            </c:numRef>
          </c:val>
          <c:smooth val="0"/>
          <c:extLst>
            <c:ext xmlns:c16="http://schemas.microsoft.com/office/drawing/2014/chart" uri="{C3380CC4-5D6E-409C-BE32-E72D297353CC}">
              <c16:uniqueId val="{0000000C-F23A-45CF-AE75-65B79EA5F320}"/>
            </c:ext>
          </c:extLst>
        </c:ser>
        <c:dLbls>
          <c:showLegendKey val="0"/>
          <c:showVal val="0"/>
          <c:showCatName val="0"/>
          <c:showSerName val="0"/>
          <c:showPercent val="0"/>
          <c:showBubbleSize val="0"/>
        </c:dLbls>
        <c:smooth val="0"/>
        <c:axId val="743684703"/>
        <c:axId val="743685119"/>
      </c:lineChart>
      <c:catAx>
        <c:axId val="743684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743685119"/>
        <c:crosses val="autoZero"/>
        <c:auto val="1"/>
        <c:lblAlgn val="ctr"/>
        <c:lblOffset val="100"/>
        <c:noMultiLvlLbl val="0"/>
      </c:catAx>
      <c:valAx>
        <c:axId val="743685119"/>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743684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overlay val="0"/>
      <c:spPr>
        <a:noFill/>
        <a:ln>
          <a:noFill/>
        </a:ln>
        <a:effectLst/>
      </c:spPr>
      <c:txPr>
        <a:bodyPr rot="0" spcFirstLastPara="1" vertOverflow="ellipsis" vert="horz" wrap="square" anchor="ctr" anchorCtr="1"/>
        <a:lstStyle/>
        <a:p>
          <a:pPr algn="ctr" rtl="0">
            <a:defRPr lang="en-US" sz="1200" b="1" i="1" u="none" strike="noStrike" kern="1200" spc="0" baseline="0">
              <a:solidFill>
                <a:prstClr val="black">
                  <a:lumMod val="65000"/>
                  <a:lumOff val="35000"/>
                </a:prstClr>
              </a:solidFill>
              <a:latin typeface="+mn-lt"/>
              <a:ea typeface="+mn-ea"/>
              <a:cs typeface="+mn-cs"/>
            </a:defRPr>
          </a:pPr>
          <a:endParaRPr lang="en-US"/>
        </a:p>
      </c:txPr>
    </c:title>
    <c:autoTitleDeleted val="0"/>
    <c:plotArea>
      <c:layout>
        <c:manualLayout>
          <c:layoutTarget val="inner"/>
          <c:xMode val="edge"/>
          <c:yMode val="edge"/>
          <c:x val="2.7647856163067332E-2"/>
          <c:y val="0.14186426745190378"/>
          <c:w val="0.88918454261203561"/>
          <c:h val="0.54618796567941041"/>
        </c:manualLayout>
      </c:layout>
      <c:lineChart>
        <c:grouping val="standard"/>
        <c:varyColors val="0"/>
        <c:ser>
          <c:idx val="0"/>
          <c:order val="0"/>
          <c:tx>
            <c:strRef>
              <c:f>ContractWiseTrade!$I$4</c:f>
              <c:strCache>
                <c:ptCount val="1"/>
                <c:pt idx="0">
                  <c:v>Total Traded Volume (MWh)</c:v>
                </c:pt>
              </c:strCache>
            </c:strRef>
          </c:tx>
          <c:spPr>
            <a:ln w="28575" cap="rnd">
              <a:solidFill>
                <a:schemeClr val="accent1"/>
              </a:solidFill>
              <a:round/>
            </a:ln>
            <a:effectLst/>
          </c:spPr>
          <c:marker>
            <c:symbol val="none"/>
          </c:marker>
          <c:cat>
            <c:strRef>
              <c:f>ContractWiseTrade!$B$5:$G$14200</c:f>
              <c:strCache>
                <c:ptCount val="14196"/>
                <c:pt idx="0">
                  <c:v>1/7/2021</c:v>
                </c:pt>
                <c:pt idx="1">
                  <c:v>1/7/2021</c:v>
                </c:pt>
                <c:pt idx="2">
                  <c:v>1/7/2021</c:v>
                </c:pt>
                <c:pt idx="3">
                  <c:v>1/7/2021</c:v>
                </c:pt>
                <c:pt idx="4">
                  <c:v>1/7/2021</c:v>
                </c:pt>
                <c:pt idx="5">
                  <c:v>1/7/2021</c:v>
                </c:pt>
                <c:pt idx="6">
                  <c:v>1/7/2021</c:v>
                </c:pt>
                <c:pt idx="7">
                  <c:v>1/7/2021</c:v>
                </c:pt>
                <c:pt idx="8">
                  <c:v>1/7/2021</c:v>
                </c:pt>
                <c:pt idx="9">
                  <c:v>1/7/2021</c:v>
                </c:pt>
                <c:pt idx="10">
                  <c:v>1/7/2021</c:v>
                </c:pt>
                <c:pt idx="11">
                  <c:v>1/7/2021</c:v>
                </c:pt>
                <c:pt idx="12">
                  <c:v>1/7/2021</c:v>
                </c:pt>
                <c:pt idx="13">
                  <c:v>1/7/2021</c:v>
                </c:pt>
                <c:pt idx="14">
                  <c:v>1/7/2021</c:v>
                </c:pt>
                <c:pt idx="15">
                  <c:v>1/7/2021</c:v>
                </c:pt>
                <c:pt idx="16">
                  <c:v>1/7/2021</c:v>
                </c:pt>
                <c:pt idx="17">
                  <c:v>1/7/2021</c:v>
                </c:pt>
                <c:pt idx="18">
                  <c:v>1/7/2021</c:v>
                </c:pt>
                <c:pt idx="19">
                  <c:v>1/7/2021</c:v>
                </c:pt>
                <c:pt idx="20">
                  <c:v>1/7/2021</c:v>
                </c:pt>
                <c:pt idx="21">
                  <c:v>1/7/2021</c:v>
                </c:pt>
                <c:pt idx="22">
                  <c:v>1/7/2021</c:v>
                </c:pt>
                <c:pt idx="23">
                  <c:v>1/7/2021</c:v>
                </c:pt>
                <c:pt idx="24">
                  <c:v>1/7/2021</c:v>
                </c:pt>
                <c:pt idx="25">
                  <c:v>1/7/2021</c:v>
                </c:pt>
                <c:pt idx="26">
                  <c:v>1/7/2021</c:v>
                </c:pt>
                <c:pt idx="27">
                  <c:v>1/7/2021</c:v>
                </c:pt>
                <c:pt idx="28">
                  <c:v>1/7/2021</c:v>
                </c:pt>
                <c:pt idx="29">
                  <c:v>1/7/2021</c:v>
                </c:pt>
                <c:pt idx="30">
                  <c:v>1/7/2021</c:v>
                </c:pt>
                <c:pt idx="31">
                  <c:v>1/7/2021</c:v>
                </c:pt>
                <c:pt idx="32">
                  <c:v>1/7/2021</c:v>
                </c:pt>
                <c:pt idx="33">
                  <c:v>1/7/2021</c:v>
                </c:pt>
                <c:pt idx="34">
                  <c:v>1/7/2021</c:v>
                </c:pt>
                <c:pt idx="35">
                  <c:v>1/7/2021</c:v>
                </c:pt>
                <c:pt idx="36">
                  <c:v>1/7/2021</c:v>
                </c:pt>
                <c:pt idx="37">
                  <c:v>1/7/2021</c:v>
                </c:pt>
                <c:pt idx="38">
                  <c:v>1/7/2021</c:v>
                </c:pt>
                <c:pt idx="39">
                  <c:v>1/7/2021</c:v>
                </c:pt>
                <c:pt idx="40">
                  <c:v>02-07-2021</c:v>
                </c:pt>
                <c:pt idx="41">
                  <c:v>02-07-2021</c:v>
                </c:pt>
                <c:pt idx="42">
                  <c:v>02-07-2021</c:v>
                </c:pt>
                <c:pt idx="43">
                  <c:v>02-07-2021</c:v>
                </c:pt>
                <c:pt idx="44">
                  <c:v>02-07-2021</c:v>
                </c:pt>
                <c:pt idx="45">
                  <c:v>02-07-2021</c:v>
                </c:pt>
                <c:pt idx="46">
                  <c:v>02-07-2021</c:v>
                </c:pt>
                <c:pt idx="47">
                  <c:v>02-07-2021</c:v>
                </c:pt>
                <c:pt idx="48">
                  <c:v>02-07-2021</c:v>
                </c:pt>
                <c:pt idx="49">
                  <c:v>02-07-2021</c:v>
                </c:pt>
                <c:pt idx="50">
                  <c:v>02-07-2021</c:v>
                </c:pt>
                <c:pt idx="51">
                  <c:v>02-07-2021</c:v>
                </c:pt>
                <c:pt idx="52">
                  <c:v>02-07-2021</c:v>
                </c:pt>
                <c:pt idx="53">
                  <c:v>02-07-2021</c:v>
                </c:pt>
                <c:pt idx="54">
                  <c:v>02-07-2021</c:v>
                </c:pt>
                <c:pt idx="55">
                  <c:v>02-07-2021</c:v>
                </c:pt>
                <c:pt idx="56">
                  <c:v>02-07-2021</c:v>
                </c:pt>
                <c:pt idx="57">
                  <c:v>02-07-2021</c:v>
                </c:pt>
                <c:pt idx="58">
                  <c:v>02-07-2021</c:v>
                </c:pt>
                <c:pt idx="59">
                  <c:v>02-07-2021</c:v>
                </c:pt>
                <c:pt idx="60">
                  <c:v>02-07-2021</c:v>
                </c:pt>
                <c:pt idx="61">
                  <c:v>02-07-2021</c:v>
                </c:pt>
                <c:pt idx="62">
                  <c:v>02-07-2021</c:v>
                </c:pt>
                <c:pt idx="63">
                  <c:v>02-07-2021</c:v>
                </c:pt>
                <c:pt idx="64">
                  <c:v>02-07-2021</c:v>
                </c:pt>
                <c:pt idx="65">
                  <c:v>02-07-2021</c:v>
                </c:pt>
                <c:pt idx="66">
                  <c:v>02-07-2021</c:v>
                </c:pt>
                <c:pt idx="67">
                  <c:v>02-07-2021</c:v>
                </c:pt>
                <c:pt idx="68">
                  <c:v>02-07-2021</c:v>
                </c:pt>
                <c:pt idx="69">
                  <c:v>02-07-2021</c:v>
                </c:pt>
                <c:pt idx="70">
                  <c:v>02-07-2021</c:v>
                </c:pt>
                <c:pt idx="71">
                  <c:v>02-07-2021</c:v>
                </c:pt>
                <c:pt idx="72">
                  <c:v>02-07-2021</c:v>
                </c:pt>
                <c:pt idx="73">
                  <c:v>02-07-2021</c:v>
                </c:pt>
                <c:pt idx="74">
                  <c:v>02-07-2021</c:v>
                </c:pt>
                <c:pt idx="75">
                  <c:v>02-07-2021</c:v>
                </c:pt>
                <c:pt idx="76">
                  <c:v>02-07-2021</c:v>
                </c:pt>
                <c:pt idx="77">
                  <c:v>02-07-2021</c:v>
                </c:pt>
                <c:pt idx="78">
                  <c:v>02-07-2021</c:v>
                </c:pt>
                <c:pt idx="79">
                  <c:v>02-07-2021</c:v>
                </c:pt>
                <c:pt idx="80">
                  <c:v>02-07-2021</c:v>
                </c:pt>
                <c:pt idx="81">
                  <c:v>02-07-2021</c:v>
                </c:pt>
                <c:pt idx="82">
                  <c:v>02-07-2021</c:v>
                </c:pt>
                <c:pt idx="83">
                  <c:v>03-07-2021</c:v>
                </c:pt>
                <c:pt idx="84">
                  <c:v>03-07-2021</c:v>
                </c:pt>
                <c:pt idx="85">
                  <c:v>03-07-2021</c:v>
                </c:pt>
                <c:pt idx="86">
                  <c:v>03-07-2021</c:v>
                </c:pt>
                <c:pt idx="87">
                  <c:v>03-07-2021</c:v>
                </c:pt>
                <c:pt idx="88">
                  <c:v>03-07-2021</c:v>
                </c:pt>
                <c:pt idx="89">
                  <c:v>03-07-2021</c:v>
                </c:pt>
                <c:pt idx="90">
                  <c:v>03-07-2021</c:v>
                </c:pt>
                <c:pt idx="91">
                  <c:v>03-07-2021</c:v>
                </c:pt>
                <c:pt idx="92">
                  <c:v>03-07-2021</c:v>
                </c:pt>
                <c:pt idx="93">
                  <c:v>03-07-2021</c:v>
                </c:pt>
                <c:pt idx="94">
                  <c:v>03-07-2021</c:v>
                </c:pt>
                <c:pt idx="95">
                  <c:v>03-07-2021</c:v>
                </c:pt>
                <c:pt idx="96">
                  <c:v>03-07-2021</c:v>
                </c:pt>
                <c:pt idx="97">
                  <c:v>03-07-2021</c:v>
                </c:pt>
                <c:pt idx="98">
                  <c:v>03-07-2021</c:v>
                </c:pt>
                <c:pt idx="99">
                  <c:v>03-07-2021</c:v>
                </c:pt>
                <c:pt idx="100">
                  <c:v>03-07-2021</c:v>
                </c:pt>
                <c:pt idx="101">
                  <c:v>03-07-2021</c:v>
                </c:pt>
                <c:pt idx="102">
                  <c:v>03-07-2021</c:v>
                </c:pt>
                <c:pt idx="103">
                  <c:v>03-07-2021</c:v>
                </c:pt>
                <c:pt idx="104">
                  <c:v>03-07-2021</c:v>
                </c:pt>
                <c:pt idx="105">
                  <c:v>03-07-2021</c:v>
                </c:pt>
                <c:pt idx="106">
                  <c:v>03-07-2021</c:v>
                </c:pt>
                <c:pt idx="107">
                  <c:v>03-07-2021</c:v>
                </c:pt>
                <c:pt idx="108">
                  <c:v>03-07-2021</c:v>
                </c:pt>
                <c:pt idx="109">
                  <c:v>03-07-2021</c:v>
                </c:pt>
                <c:pt idx="110">
                  <c:v>03-07-2021</c:v>
                </c:pt>
                <c:pt idx="111">
                  <c:v>03-07-2021</c:v>
                </c:pt>
                <c:pt idx="112">
                  <c:v>03-07-2021</c:v>
                </c:pt>
                <c:pt idx="113">
                  <c:v>03-07-2021</c:v>
                </c:pt>
                <c:pt idx="114">
                  <c:v>03-07-2021</c:v>
                </c:pt>
                <c:pt idx="115">
                  <c:v>03-07-2021</c:v>
                </c:pt>
                <c:pt idx="116">
                  <c:v>03-07-2021</c:v>
                </c:pt>
                <c:pt idx="117">
                  <c:v>03-07-2021</c:v>
                </c:pt>
                <c:pt idx="118">
                  <c:v>03-07-2021</c:v>
                </c:pt>
                <c:pt idx="119">
                  <c:v>03-07-2021</c:v>
                </c:pt>
                <c:pt idx="120">
                  <c:v>03-07-2021</c:v>
                </c:pt>
                <c:pt idx="121">
                  <c:v>03-07-2021</c:v>
                </c:pt>
                <c:pt idx="122">
                  <c:v>03-07-2021</c:v>
                </c:pt>
                <c:pt idx="123">
                  <c:v>03-07-2021</c:v>
                </c:pt>
                <c:pt idx="124">
                  <c:v>03-07-2021</c:v>
                </c:pt>
                <c:pt idx="125">
                  <c:v>03-07-2021</c:v>
                </c:pt>
                <c:pt idx="126">
                  <c:v>03-07-2021</c:v>
                </c:pt>
                <c:pt idx="127">
                  <c:v>03-07-2021</c:v>
                </c:pt>
                <c:pt idx="128">
                  <c:v>03-07-2021</c:v>
                </c:pt>
                <c:pt idx="129">
                  <c:v>03-07-2021</c:v>
                </c:pt>
                <c:pt idx="130">
                  <c:v>03-07-2021</c:v>
                </c:pt>
                <c:pt idx="131">
                  <c:v>03-07-2021</c:v>
                </c:pt>
                <c:pt idx="132">
                  <c:v>03-07-2021</c:v>
                </c:pt>
                <c:pt idx="133">
                  <c:v>03-07-2021</c:v>
                </c:pt>
                <c:pt idx="134">
                  <c:v>03-07-2021</c:v>
                </c:pt>
                <c:pt idx="135">
                  <c:v>04-07-2021</c:v>
                </c:pt>
                <c:pt idx="136">
                  <c:v>04-07-2021</c:v>
                </c:pt>
                <c:pt idx="137">
                  <c:v>04-07-2021</c:v>
                </c:pt>
                <c:pt idx="138">
                  <c:v>04-07-2021</c:v>
                </c:pt>
                <c:pt idx="139">
                  <c:v>04-07-2021</c:v>
                </c:pt>
                <c:pt idx="140">
                  <c:v>04-07-2021</c:v>
                </c:pt>
                <c:pt idx="141">
                  <c:v>04-07-2021</c:v>
                </c:pt>
                <c:pt idx="142">
                  <c:v>04-07-2021</c:v>
                </c:pt>
                <c:pt idx="143">
                  <c:v>04-07-2021</c:v>
                </c:pt>
                <c:pt idx="144">
                  <c:v>04-07-2021</c:v>
                </c:pt>
                <c:pt idx="145">
                  <c:v>04-07-2021</c:v>
                </c:pt>
                <c:pt idx="146">
                  <c:v>04-07-2021</c:v>
                </c:pt>
                <c:pt idx="147">
                  <c:v>04-07-2021</c:v>
                </c:pt>
                <c:pt idx="148">
                  <c:v>04-07-2021</c:v>
                </c:pt>
                <c:pt idx="149">
                  <c:v>04-07-2021</c:v>
                </c:pt>
                <c:pt idx="150">
                  <c:v>04-07-2021</c:v>
                </c:pt>
                <c:pt idx="151">
                  <c:v>04-07-2021</c:v>
                </c:pt>
                <c:pt idx="152">
                  <c:v>04-07-2021</c:v>
                </c:pt>
                <c:pt idx="153">
                  <c:v>04-07-2021</c:v>
                </c:pt>
                <c:pt idx="154">
                  <c:v>04-07-2021</c:v>
                </c:pt>
                <c:pt idx="155">
                  <c:v>04-07-2021</c:v>
                </c:pt>
                <c:pt idx="156">
                  <c:v>04-07-2021</c:v>
                </c:pt>
                <c:pt idx="157">
                  <c:v>04-07-2021</c:v>
                </c:pt>
                <c:pt idx="158">
                  <c:v>04-07-2021</c:v>
                </c:pt>
                <c:pt idx="159">
                  <c:v>04-07-2021</c:v>
                </c:pt>
                <c:pt idx="160">
                  <c:v>04-07-2021</c:v>
                </c:pt>
                <c:pt idx="161">
                  <c:v>04-07-2021</c:v>
                </c:pt>
                <c:pt idx="162">
                  <c:v>04-07-2021</c:v>
                </c:pt>
                <c:pt idx="163">
                  <c:v>04-07-2021</c:v>
                </c:pt>
                <c:pt idx="164">
                  <c:v>04-07-2021</c:v>
                </c:pt>
                <c:pt idx="165">
                  <c:v>04-07-2021</c:v>
                </c:pt>
                <c:pt idx="166">
                  <c:v>04-07-2021</c:v>
                </c:pt>
                <c:pt idx="167">
                  <c:v>04-07-2021</c:v>
                </c:pt>
                <c:pt idx="168">
                  <c:v>04-07-2021</c:v>
                </c:pt>
                <c:pt idx="169">
                  <c:v>04-07-2021</c:v>
                </c:pt>
                <c:pt idx="170">
                  <c:v>04-07-2021</c:v>
                </c:pt>
                <c:pt idx="171">
                  <c:v>04-07-2021</c:v>
                </c:pt>
                <c:pt idx="172">
                  <c:v>04-07-2021</c:v>
                </c:pt>
                <c:pt idx="173">
                  <c:v>04-07-2021</c:v>
                </c:pt>
                <c:pt idx="174">
                  <c:v>04-07-2021</c:v>
                </c:pt>
                <c:pt idx="175">
                  <c:v>04-07-2021</c:v>
                </c:pt>
                <c:pt idx="176">
                  <c:v>04-07-2021</c:v>
                </c:pt>
                <c:pt idx="177">
                  <c:v>04-07-2021</c:v>
                </c:pt>
                <c:pt idx="178">
                  <c:v>04-07-2021</c:v>
                </c:pt>
                <c:pt idx="179">
                  <c:v>04-07-2021</c:v>
                </c:pt>
                <c:pt idx="180">
                  <c:v>04-07-2021</c:v>
                </c:pt>
                <c:pt idx="181">
                  <c:v>04-07-2021</c:v>
                </c:pt>
                <c:pt idx="182">
                  <c:v>04-07-2021</c:v>
                </c:pt>
                <c:pt idx="183">
                  <c:v>04-07-2021</c:v>
                </c:pt>
                <c:pt idx="184">
                  <c:v>04-07-2021</c:v>
                </c:pt>
                <c:pt idx="185">
                  <c:v>04-07-2021</c:v>
                </c:pt>
                <c:pt idx="186">
                  <c:v>04-07-2021</c:v>
                </c:pt>
                <c:pt idx="187">
                  <c:v>04-07-2021</c:v>
                </c:pt>
                <c:pt idx="188">
                  <c:v>05-07-2021</c:v>
                </c:pt>
                <c:pt idx="189">
                  <c:v>05-07-2021</c:v>
                </c:pt>
                <c:pt idx="190">
                  <c:v>05-07-2021</c:v>
                </c:pt>
                <c:pt idx="191">
                  <c:v>05-07-2021</c:v>
                </c:pt>
                <c:pt idx="192">
                  <c:v>05-07-2021</c:v>
                </c:pt>
                <c:pt idx="193">
                  <c:v>05-07-2021</c:v>
                </c:pt>
                <c:pt idx="194">
                  <c:v>05-07-2021</c:v>
                </c:pt>
                <c:pt idx="195">
                  <c:v>05-07-2021</c:v>
                </c:pt>
                <c:pt idx="196">
                  <c:v>05-07-2021</c:v>
                </c:pt>
                <c:pt idx="197">
                  <c:v>05-07-2021</c:v>
                </c:pt>
                <c:pt idx="198">
                  <c:v>05-07-2021</c:v>
                </c:pt>
                <c:pt idx="199">
                  <c:v>05-07-2021</c:v>
                </c:pt>
                <c:pt idx="200">
                  <c:v>05-07-2021</c:v>
                </c:pt>
                <c:pt idx="201">
                  <c:v>05-07-2021</c:v>
                </c:pt>
                <c:pt idx="202">
                  <c:v>05-07-2021</c:v>
                </c:pt>
                <c:pt idx="203">
                  <c:v>05-07-2021</c:v>
                </c:pt>
                <c:pt idx="204">
                  <c:v>05-07-2021</c:v>
                </c:pt>
                <c:pt idx="205">
                  <c:v>05-07-2021</c:v>
                </c:pt>
                <c:pt idx="206">
                  <c:v>05-07-2021</c:v>
                </c:pt>
                <c:pt idx="207">
                  <c:v>05-07-2021</c:v>
                </c:pt>
                <c:pt idx="208">
                  <c:v>05-07-2021</c:v>
                </c:pt>
                <c:pt idx="209">
                  <c:v>05-07-2021</c:v>
                </c:pt>
                <c:pt idx="210">
                  <c:v>05-07-2021</c:v>
                </c:pt>
                <c:pt idx="211">
                  <c:v>05-07-2021</c:v>
                </c:pt>
                <c:pt idx="212">
                  <c:v>05-07-2021</c:v>
                </c:pt>
                <c:pt idx="213">
                  <c:v>05-07-2021</c:v>
                </c:pt>
                <c:pt idx="214">
                  <c:v>05-07-2021</c:v>
                </c:pt>
                <c:pt idx="215">
                  <c:v>05-07-2021</c:v>
                </c:pt>
                <c:pt idx="216">
                  <c:v>05-07-2021</c:v>
                </c:pt>
                <c:pt idx="217">
                  <c:v>05-07-2021</c:v>
                </c:pt>
                <c:pt idx="218">
                  <c:v>05-07-2021</c:v>
                </c:pt>
                <c:pt idx="219">
                  <c:v>05-07-2021</c:v>
                </c:pt>
                <c:pt idx="220">
                  <c:v>05-07-2021</c:v>
                </c:pt>
                <c:pt idx="221">
                  <c:v>05-07-2021</c:v>
                </c:pt>
                <c:pt idx="222">
                  <c:v>05-07-2021</c:v>
                </c:pt>
                <c:pt idx="223">
                  <c:v>05-07-2021</c:v>
                </c:pt>
                <c:pt idx="224">
                  <c:v>05-07-2021</c:v>
                </c:pt>
                <c:pt idx="225">
                  <c:v>05-07-2021</c:v>
                </c:pt>
                <c:pt idx="226">
                  <c:v>05-07-2021</c:v>
                </c:pt>
                <c:pt idx="227">
                  <c:v>05-07-2021</c:v>
                </c:pt>
                <c:pt idx="228">
                  <c:v>05-07-2021</c:v>
                </c:pt>
                <c:pt idx="229">
                  <c:v>05-07-2021</c:v>
                </c:pt>
                <c:pt idx="230">
                  <c:v>05-07-2021</c:v>
                </c:pt>
                <c:pt idx="231">
                  <c:v>05-07-2021</c:v>
                </c:pt>
                <c:pt idx="232">
                  <c:v>05-07-2021</c:v>
                </c:pt>
                <c:pt idx="233">
                  <c:v>05-07-2021</c:v>
                </c:pt>
                <c:pt idx="234">
                  <c:v>05-07-2021</c:v>
                </c:pt>
                <c:pt idx="235">
                  <c:v>05-07-2021</c:v>
                </c:pt>
                <c:pt idx="236">
                  <c:v>05-07-2021</c:v>
                </c:pt>
                <c:pt idx="237">
                  <c:v>05-07-2021</c:v>
                </c:pt>
                <c:pt idx="238">
                  <c:v>05-07-2021</c:v>
                </c:pt>
                <c:pt idx="239">
                  <c:v>05-07-2021</c:v>
                </c:pt>
                <c:pt idx="240">
                  <c:v>06-07-2021</c:v>
                </c:pt>
                <c:pt idx="241">
                  <c:v>06-07-2021</c:v>
                </c:pt>
                <c:pt idx="242">
                  <c:v>06-07-2021</c:v>
                </c:pt>
                <c:pt idx="243">
                  <c:v>06-07-2021</c:v>
                </c:pt>
                <c:pt idx="244">
                  <c:v>06-07-2021</c:v>
                </c:pt>
                <c:pt idx="245">
                  <c:v>06-07-2021</c:v>
                </c:pt>
                <c:pt idx="246">
                  <c:v>06-07-2021</c:v>
                </c:pt>
                <c:pt idx="247">
                  <c:v>06-07-2021</c:v>
                </c:pt>
                <c:pt idx="248">
                  <c:v>06-07-2021</c:v>
                </c:pt>
                <c:pt idx="249">
                  <c:v>06-07-2021</c:v>
                </c:pt>
                <c:pt idx="250">
                  <c:v>06-07-2021</c:v>
                </c:pt>
                <c:pt idx="251">
                  <c:v>06-07-2021</c:v>
                </c:pt>
                <c:pt idx="252">
                  <c:v>06-07-2021</c:v>
                </c:pt>
                <c:pt idx="253">
                  <c:v>06-07-2021</c:v>
                </c:pt>
                <c:pt idx="254">
                  <c:v>06-07-2021</c:v>
                </c:pt>
                <c:pt idx="255">
                  <c:v>06-07-2021</c:v>
                </c:pt>
                <c:pt idx="256">
                  <c:v>06-07-2021</c:v>
                </c:pt>
                <c:pt idx="257">
                  <c:v>06-07-2021</c:v>
                </c:pt>
                <c:pt idx="258">
                  <c:v>06-07-2021</c:v>
                </c:pt>
                <c:pt idx="259">
                  <c:v>06-07-2021</c:v>
                </c:pt>
                <c:pt idx="260">
                  <c:v>06-07-2021</c:v>
                </c:pt>
                <c:pt idx="261">
                  <c:v>06-07-2021</c:v>
                </c:pt>
                <c:pt idx="262">
                  <c:v>06-07-2021</c:v>
                </c:pt>
                <c:pt idx="263">
                  <c:v>06-07-2021</c:v>
                </c:pt>
                <c:pt idx="264">
                  <c:v>06-07-2021</c:v>
                </c:pt>
                <c:pt idx="265">
                  <c:v>06-07-2021</c:v>
                </c:pt>
                <c:pt idx="266">
                  <c:v>06-07-2021</c:v>
                </c:pt>
                <c:pt idx="267">
                  <c:v>06-07-2021</c:v>
                </c:pt>
                <c:pt idx="268">
                  <c:v>06-07-2021</c:v>
                </c:pt>
                <c:pt idx="269">
                  <c:v>06-07-2021</c:v>
                </c:pt>
                <c:pt idx="270">
                  <c:v>06-07-2021</c:v>
                </c:pt>
                <c:pt idx="271">
                  <c:v>06-07-2021</c:v>
                </c:pt>
                <c:pt idx="272">
                  <c:v>06-07-2021</c:v>
                </c:pt>
                <c:pt idx="273">
                  <c:v>06-07-2021</c:v>
                </c:pt>
                <c:pt idx="274">
                  <c:v>06-07-2021</c:v>
                </c:pt>
                <c:pt idx="275">
                  <c:v>06-07-2021</c:v>
                </c:pt>
                <c:pt idx="276">
                  <c:v>06-07-2021</c:v>
                </c:pt>
                <c:pt idx="277">
                  <c:v>06-07-2021</c:v>
                </c:pt>
                <c:pt idx="278">
                  <c:v>06-07-2021</c:v>
                </c:pt>
                <c:pt idx="279">
                  <c:v>06-07-2021</c:v>
                </c:pt>
                <c:pt idx="280">
                  <c:v>06-07-2021</c:v>
                </c:pt>
                <c:pt idx="281">
                  <c:v>06-07-2021</c:v>
                </c:pt>
                <c:pt idx="282">
                  <c:v>06-07-2021</c:v>
                </c:pt>
                <c:pt idx="283">
                  <c:v>06-07-2021</c:v>
                </c:pt>
                <c:pt idx="284">
                  <c:v>06-07-2021</c:v>
                </c:pt>
                <c:pt idx="285">
                  <c:v>06-07-2021</c:v>
                </c:pt>
                <c:pt idx="286">
                  <c:v>06-07-2021</c:v>
                </c:pt>
                <c:pt idx="287">
                  <c:v>06-07-2021</c:v>
                </c:pt>
                <c:pt idx="288">
                  <c:v>06-07-2021</c:v>
                </c:pt>
                <c:pt idx="289">
                  <c:v>06-07-2021</c:v>
                </c:pt>
                <c:pt idx="290">
                  <c:v>06-07-2021</c:v>
                </c:pt>
                <c:pt idx="291">
                  <c:v>06-07-2021</c:v>
                </c:pt>
                <c:pt idx="292">
                  <c:v>07-07-2021</c:v>
                </c:pt>
                <c:pt idx="293">
                  <c:v>07-07-2021</c:v>
                </c:pt>
                <c:pt idx="294">
                  <c:v>07-07-2021</c:v>
                </c:pt>
                <c:pt idx="295">
                  <c:v>07-07-2021</c:v>
                </c:pt>
                <c:pt idx="296">
                  <c:v>07-07-2021</c:v>
                </c:pt>
                <c:pt idx="297">
                  <c:v>07-07-2021</c:v>
                </c:pt>
                <c:pt idx="298">
                  <c:v>07-07-2021</c:v>
                </c:pt>
                <c:pt idx="299">
                  <c:v>07-07-2021</c:v>
                </c:pt>
                <c:pt idx="300">
                  <c:v>07-07-2021</c:v>
                </c:pt>
                <c:pt idx="301">
                  <c:v>07-07-2021</c:v>
                </c:pt>
                <c:pt idx="302">
                  <c:v>07-07-2021</c:v>
                </c:pt>
                <c:pt idx="303">
                  <c:v>07-07-2021</c:v>
                </c:pt>
                <c:pt idx="304">
                  <c:v>07-07-2021</c:v>
                </c:pt>
                <c:pt idx="305">
                  <c:v>07-07-2021</c:v>
                </c:pt>
                <c:pt idx="306">
                  <c:v>07-07-2021</c:v>
                </c:pt>
                <c:pt idx="307">
                  <c:v>07-07-2021</c:v>
                </c:pt>
                <c:pt idx="308">
                  <c:v>07-07-2021</c:v>
                </c:pt>
                <c:pt idx="309">
                  <c:v>07-07-2021</c:v>
                </c:pt>
                <c:pt idx="310">
                  <c:v>07-07-2021</c:v>
                </c:pt>
                <c:pt idx="311">
                  <c:v>07-07-2021</c:v>
                </c:pt>
                <c:pt idx="312">
                  <c:v>07-07-2021</c:v>
                </c:pt>
                <c:pt idx="313">
                  <c:v>07-07-2021</c:v>
                </c:pt>
                <c:pt idx="314">
                  <c:v>07-07-2021</c:v>
                </c:pt>
                <c:pt idx="315">
                  <c:v>07-07-2021</c:v>
                </c:pt>
                <c:pt idx="316">
                  <c:v>07-07-2021</c:v>
                </c:pt>
                <c:pt idx="317">
                  <c:v>07-07-2021</c:v>
                </c:pt>
                <c:pt idx="318">
                  <c:v>07-07-2021</c:v>
                </c:pt>
                <c:pt idx="319">
                  <c:v>07-07-2021</c:v>
                </c:pt>
                <c:pt idx="320">
                  <c:v>07-07-2021</c:v>
                </c:pt>
                <c:pt idx="321">
                  <c:v>07-07-2021</c:v>
                </c:pt>
                <c:pt idx="322">
                  <c:v>07-07-2021</c:v>
                </c:pt>
                <c:pt idx="323">
                  <c:v>07-07-2021</c:v>
                </c:pt>
                <c:pt idx="324">
                  <c:v>07-07-2021</c:v>
                </c:pt>
                <c:pt idx="325">
                  <c:v>07-07-2021</c:v>
                </c:pt>
                <c:pt idx="326">
                  <c:v>07-07-2021</c:v>
                </c:pt>
                <c:pt idx="327">
                  <c:v>07-07-2021</c:v>
                </c:pt>
                <c:pt idx="328">
                  <c:v>07-07-2021</c:v>
                </c:pt>
                <c:pt idx="329">
                  <c:v>07-07-2021</c:v>
                </c:pt>
                <c:pt idx="330">
                  <c:v>07-07-2021</c:v>
                </c:pt>
                <c:pt idx="331">
                  <c:v>07-07-2021</c:v>
                </c:pt>
                <c:pt idx="332">
                  <c:v>07-07-2021</c:v>
                </c:pt>
                <c:pt idx="333">
                  <c:v>07-07-2021</c:v>
                </c:pt>
                <c:pt idx="334">
                  <c:v>07-07-2021</c:v>
                </c:pt>
                <c:pt idx="335">
                  <c:v>07-07-2021</c:v>
                </c:pt>
                <c:pt idx="336">
                  <c:v>07-07-2021</c:v>
                </c:pt>
                <c:pt idx="337">
                  <c:v>07-07-2021</c:v>
                </c:pt>
                <c:pt idx="338">
                  <c:v>07-07-2021</c:v>
                </c:pt>
                <c:pt idx="339">
                  <c:v>07-07-2021</c:v>
                </c:pt>
                <c:pt idx="340">
                  <c:v>07-07-2021</c:v>
                </c:pt>
                <c:pt idx="341">
                  <c:v>07-07-2021</c:v>
                </c:pt>
                <c:pt idx="342">
                  <c:v>07-07-2021</c:v>
                </c:pt>
                <c:pt idx="343">
                  <c:v>07-07-2021</c:v>
                </c:pt>
                <c:pt idx="344">
                  <c:v>08-07-2021</c:v>
                </c:pt>
                <c:pt idx="345">
                  <c:v>08-07-2021</c:v>
                </c:pt>
                <c:pt idx="346">
                  <c:v>08-07-2021</c:v>
                </c:pt>
                <c:pt idx="347">
                  <c:v>08-07-2021</c:v>
                </c:pt>
                <c:pt idx="348">
                  <c:v>08-07-2021</c:v>
                </c:pt>
                <c:pt idx="349">
                  <c:v>08-07-2021</c:v>
                </c:pt>
                <c:pt idx="350">
                  <c:v>08-07-2021</c:v>
                </c:pt>
                <c:pt idx="351">
                  <c:v>08-07-2021</c:v>
                </c:pt>
                <c:pt idx="352">
                  <c:v>08-07-2021</c:v>
                </c:pt>
                <c:pt idx="353">
                  <c:v>08-07-2021</c:v>
                </c:pt>
                <c:pt idx="354">
                  <c:v>08-07-2021</c:v>
                </c:pt>
                <c:pt idx="355">
                  <c:v>08-07-2021</c:v>
                </c:pt>
                <c:pt idx="356">
                  <c:v>08-07-2021</c:v>
                </c:pt>
                <c:pt idx="357">
                  <c:v>08-07-2021</c:v>
                </c:pt>
                <c:pt idx="358">
                  <c:v>08-07-2021</c:v>
                </c:pt>
                <c:pt idx="359">
                  <c:v>08-07-2021</c:v>
                </c:pt>
                <c:pt idx="360">
                  <c:v>08-07-2021</c:v>
                </c:pt>
                <c:pt idx="361">
                  <c:v>08-07-2021</c:v>
                </c:pt>
                <c:pt idx="362">
                  <c:v>08-07-2021</c:v>
                </c:pt>
                <c:pt idx="363">
                  <c:v>08-07-2021</c:v>
                </c:pt>
                <c:pt idx="364">
                  <c:v>08-07-2021</c:v>
                </c:pt>
                <c:pt idx="365">
                  <c:v>08-07-2021</c:v>
                </c:pt>
                <c:pt idx="366">
                  <c:v>08-07-2021</c:v>
                </c:pt>
                <c:pt idx="367">
                  <c:v>08-07-2021</c:v>
                </c:pt>
                <c:pt idx="368">
                  <c:v>08-07-2021</c:v>
                </c:pt>
                <c:pt idx="369">
                  <c:v>08-07-2021</c:v>
                </c:pt>
                <c:pt idx="370">
                  <c:v>08-07-2021</c:v>
                </c:pt>
                <c:pt idx="371">
                  <c:v>08-07-2021</c:v>
                </c:pt>
                <c:pt idx="372">
                  <c:v>08-07-2021</c:v>
                </c:pt>
                <c:pt idx="373">
                  <c:v>08-07-2021</c:v>
                </c:pt>
                <c:pt idx="374">
                  <c:v>08-07-2021</c:v>
                </c:pt>
                <c:pt idx="375">
                  <c:v>08-07-2021</c:v>
                </c:pt>
                <c:pt idx="376">
                  <c:v>08-07-2021</c:v>
                </c:pt>
                <c:pt idx="377">
                  <c:v>08-07-2021</c:v>
                </c:pt>
                <c:pt idx="378">
                  <c:v>08-07-2021</c:v>
                </c:pt>
                <c:pt idx="379">
                  <c:v>08-07-2021</c:v>
                </c:pt>
                <c:pt idx="380">
                  <c:v>08-07-2021</c:v>
                </c:pt>
                <c:pt idx="381">
                  <c:v>08-07-2021</c:v>
                </c:pt>
                <c:pt idx="382">
                  <c:v>08-07-2021</c:v>
                </c:pt>
                <c:pt idx="383">
                  <c:v>08-07-2021</c:v>
                </c:pt>
                <c:pt idx="384">
                  <c:v>08-07-2021</c:v>
                </c:pt>
                <c:pt idx="385">
                  <c:v>08-07-2021</c:v>
                </c:pt>
                <c:pt idx="386">
                  <c:v>08-07-2021</c:v>
                </c:pt>
                <c:pt idx="387">
                  <c:v>08-07-2021</c:v>
                </c:pt>
                <c:pt idx="388">
                  <c:v>08-07-2021</c:v>
                </c:pt>
                <c:pt idx="389">
                  <c:v>08-07-2021</c:v>
                </c:pt>
                <c:pt idx="390">
                  <c:v>08-07-2021</c:v>
                </c:pt>
                <c:pt idx="391">
                  <c:v>08-07-2021</c:v>
                </c:pt>
                <c:pt idx="392">
                  <c:v>08-07-2021</c:v>
                </c:pt>
                <c:pt idx="393">
                  <c:v>08-07-2021</c:v>
                </c:pt>
                <c:pt idx="394">
                  <c:v>08-07-2021</c:v>
                </c:pt>
                <c:pt idx="395">
                  <c:v>08-07-2021</c:v>
                </c:pt>
                <c:pt idx="396">
                  <c:v>09-07-2021</c:v>
                </c:pt>
                <c:pt idx="397">
                  <c:v>09-07-2021</c:v>
                </c:pt>
                <c:pt idx="398">
                  <c:v>09-07-2021</c:v>
                </c:pt>
                <c:pt idx="399">
                  <c:v>09-07-2021</c:v>
                </c:pt>
                <c:pt idx="400">
                  <c:v>09-07-2021</c:v>
                </c:pt>
                <c:pt idx="401">
                  <c:v>09-07-2021</c:v>
                </c:pt>
                <c:pt idx="402">
                  <c:v>09-07-2021</c:v>
                </c:pt>
                <c:pt idx="403">
                  <c:v>09-07-2021</c:v>
                </c:pt>
                <c:pt idx="404">
                  <c:v>09-07-2021</c:v>
                </c:pt>
                <c:pt idx="405">
                  <c:v>09-07-2021</c:v>
                </c:pt>
                <c:pt idx="406">
                  <c:v>09-07-2021</c:v>
                </c:pt>
                <c:pt idx="407">
                  <c:v>09-07-2021</c:v>
                </c:pt>
                <c:pt idx="408">
                  <c:v>09-07-2021</c:v>
                </c:pt>
                <c:pt idx="409">
                  <c:v>09-07-2021</c:v>
                </c:pt>
                <c:pt idx="410">
                  <c:v>09-07-2021</c:v>
                </c:pt>
                <c:pt idx="411">
                  <c:v>09-07-2021</c:v>
                </c:pt>
                <c:pt idx="412">
                  <c:v>09-07-2021</c:v>
                </c:pt>
                <c:pt idx="413">
                  <c:v>09-07-2021</c:v>
                </c:pt>
                <c:pt idx="414">
                  <c:v>09-07-2021</c:v>
                </c:pt>
                <c:pt idx="415">
                  <c:v>09-07-2021</c:v>
                </c:pt>
                <c:pt idx="416">
                  <c:v>09-07-2021</c:v>
                </c:pt>
                <c:pt idx="417">
                  <c:v>09-07-2021</c:v>
                </c:pt>
                <c:pt idx="418">
                  <c:v>09-07-2021</c:v>
                </c:pt>
                <c:pt idx="419">
                  <c:v>09-07-2021</c:v>
                </c:pt>
                <c:pt idx="420">
                  <c:v>09-07-2021</c:v>
                </c:pt>
                <c:pt idx="421">
                  <c:v>09-07-2021</c:v>
                </c:pt>
                <c:pt idx="422">
                  <c:v>09-07-2021</c:v>
                </c:pt>
                <c:pt idx="423">
                  <c:v>09-07-2021</c:v>
                </c:pt>
                <c:pt idx="424">
                  <c:v>09-07-2021</c:v>
                </c:pt>
                <c:pt idx="425">
                  <c:v>09-07-2021</c:v>
                </c:pt>
                <c:pt idx="426">
                  <c:v>09-07-2021</c:v>
                </c:pt>
                <c:pt idx="427">
                  <c:v>09-07-2021</c:v>
                </c:pt>
                <c:pt idx="428">
                  <c:v>09-07-2021</c:v>
                </c:pt>
                <c:pt idx="429">
                  <c:v>09-07-2021</c:v>
                </c:pt>
                <c:pt idx="430">
                  <c:v>09-07-2021</c:v>
                </c:pt>
                <c:pt idx="431">
                  <c:v>09-07-2021</c:v>
                </c:pt>
                <c:pt idx="432">
                  <c:v>09-07-2021</c:v>
                </c:pt>
                <c:pt idx="433">
                  <c:v>09-07-2021</c:v>
                </c:pt>
                <c:pt idx="434">
                  <c:v>09-07-2021</c:v>
                </c:pt>
                <c:pt idx="435">
                  <c:v>09-07-2021</c:v>
                </c:pt>
                <c:pt idx="436">
                  <c:v>09-07-2021</c:v>
                </c:pt>
                <c:pt idx="437">
                  <c:v>09-07-2021</c:v>
                </c:pt>
                <c:pt idx="438">
                  <c:v>09-07-2021</c:v>
                </c:pt>
                <c:pt idx="439">
                  <c:v>09-07-2021</c:v>
                </c:pt>
                <c:pt idx="440">
                  <c:v>09-07-2021</c:v>
                </c:pt>
                <c:pt idx="441">
                  <c:v>09-07-2021</c:v>
                </c:pt>
                <c:pt idx="442">
                  <c:v>09-07-2021</c:v>
                </c:pt>
                <c:pt idx="443">
                  <c:v>09-07-2021</c:v>
                </c:pt>
                <c:pt idx="444">
                  <c:v>09-07-2021</c:v>
                </c:pt>
                <c:pt idx="445">
                  <c:v>09-07-2021</c:v>
                </c:pt>
                <c:pt idx="446">
                  <c:v>09-07-2021</c:v>
                </c:pt>
                <c:pt idx="447">
                  <c:v>09-07-2021</c:v>
                </c:pt>
                <c:pt idx="448">
                  <c:v>10-07-2021</c:v>
                </c:pt>
                <c:pt idx="449">
                  <c:v>10-07-2021</c:v>
                </c:pt>
                <c:pt idx="450">
                  <c:v>10-07-2021</c:v>
                </c:pt>
                <c:pt idx="451">
                  <c:v>10-07-2021</c:v>
                </c:pt>
                <c:pt idx="452">
                  <c:v>10-07-2021</c:v>
                </c:pt>
                <c:pt idx="453">
                  <c:v>10-07-2021</c:v>
                </c:pt>
                <c:pt idx="454">
                  <c:v>10-07-2021</c:v>
                </c:pt>
                <c:pt idx="455">
                  <c:v>10-07-2021</c:v>
                </c:pt>
                <c:pt idx="456">
                  <c:v>10-07-2021</c:v>
                </c:pt>
                <c:pt idx="457">
                  <c:v>10-07-2021</c:v>
                </c:pt>
                <c:pt idx="458">
                  <c:v>10-07-2021</c:v>
                </c:pt>
                <c:pt idx="459">
                  <c:v>10-07-2021</c:v>
                </c:pt>
                <c:pt idx="460">
                  <c:v>10-07-2021</c:v>
                </c:pt>
                <c:pt idx="461">
                  <c:v>10-07-2021</c:v>
                </c:pt>
                <c:pt idx="462">
                  <c:v>10-07-2021</c:v>
                </c:pt>
                <c:pt idx="463">
                  <c:v>10-07-2021</c:v>
                </c:pt>
                <c:pt idx="464">
                  <c:v>10-07-2021</c:v>
                </c:pt>
                <c:pt idx="465">
                  <c:v>10-07-2021</c:v>
                </c:pt>
                <c:pt idx="466">
                  <c:v>10-07-2021</c:v>
                </c:pt>
                <c:pt idx="467">
                  <c:v>10-07-2021</c:v>
                </c:pt>
                <c:pt idx="468">
                  <c:v>10-07-2021</c:v>
                </c:pt>
                <c:pt idx="469">
                  <c:v>10-07-2021</c:v>
                </c:pt>
                <c:pt idx="470">
                  <c:v>10-07-2021</c:v>
                </c:pt>
                <c:pt idx="471">
                  <c:v>10-07-2021</c:v>
                </c:pt>
                <c:pt idx="472">
                  <c:v>10-07-2021</c:v>
                </c:pt>
                <c:pt idx="473">
                  <c:v>10-07-2021</c:v>
                </c:pt>
                <c:pt idx="474">
                  <c:v>10-07-2021</c:v>
                </c:pt>
                <c:pt idx="475">
                  <c:v>10-07-2021</c:v>
                </c:pt>
                <c:pt idx="476">
                  <c:v>10-07-2021</c:v>
                </c:pt>
                <c:pt idx="477">
                  <c:v>10-07-2021</c:v>
                </c:pt>
                <c:pt idx="478">
                  <c:v>10-07-2021</c:v>
                </c:pt>
                <c:pt idx="479">
                  <c:v>10-07-2021</c:v>
                </c:pt>
                <c:pt idx="480">
                  <c:v>10-07-2021</c:v>
                </c:pt>
                <c:pt idx="481">
                  <c:v>10-07-2021</c:v>
                </c:pt>
                <c:pt idx="482">
                  <c:v>10-07-2021</c:v>
                </c:pt>
                <c:pt idx="483">
                  <c:v>10-07-2021</c:v>
                </c:pt>
                <c:pt idx="484">
                  <c:v>10-07-2021</c:v>
                </c:pt>
                <c:pt idx="485">
                  <c:v>10-07-2021</c:v>
                </c:pt>
                <c:pt idx="486">
                  <c:v>10-07-2021</c:v>
                </c:pt>
                <c:pt idx="487">
                  <c:v>10-07-2021</c:v>
                </c:pt>
                <c:pt idx="488">
                  <c:v>10-07-2021</c:v>
                </c:pt>
                <c:pt idx="489">
                  <c:v>10-07-2021</c:v>
                </c:pt>
                <c:pt idx="490">
                  <c:v>10-07-2021</c:v>
                </c:pt>
                <c:pt idx="491">
                  <c:v>10-07-2021</c:v>
                </c:pt>
                <c:pt idx="492">
                  <c:v>10-07-2021</c:v>
                </c:pt>
                <c:pt idx="493">
                  <c:v>10-07-2021</c:v>
                </c:pt>
                <c:pt idx="494">
                  <c:v>10-07-2021</c:v>
                </c:pt>
                <c:pt idx="495">
                  <c:v>10-07-2021</c:v>
                </c:pt>
                <c:pt idx="496">
                  <c:v>10-07-2021</c:v>
                </c:pt>
                <c:pt idx="497">
                  <c:v>10-07-2021</c:v>
                </c:pt>
                <c:pt idx="498">
                  <c:v>10-07-2021</c:v>
                </c:pt>
                <c:pt idx="499">
                  <c:v>10-07-2021</c:v>
                </c:pt>
                <c:pt idx="500">
                  <c:v>11-07-2021</c:v>
                </c:pt>
                <c:pt idx="501">
                  <c:v>11-07-2021</c:v>
                </c:pt>
                <c:pt idx="502">
                  <c:v>11-07-2021</c:v>
                </c:pt>
                <c:pt idx="503">
                  <c:v>11-07-2021</c:v>
                </c:pt>
                <c:pt idx="504">
                  <c:v>11-07-2021</c:v>
                </c:pt>
                <c:pt idx="505">
                  <c:v>11-07-2021</c:v>
                </c:pt>
                <c:pt idx="506">
                  <c:v>11-07-2021</c:v>
                </c:pt>
                <c:pt idx="507">
                  <c:v>11-07-2021</c:v>
                </c:pt>
                <c:pt idx="508">
                  <c:v>11-07-2021</c:v>
                </c:pt>
                <c:pt idx="509">
                  <c:v>11-07-2021</c:v>
                </c:pt>
                <c:pt idx="510">
                  <c:v>11-07-2021</c:v>
                </c:pt>
                <c:pt idx="511">
                  <c:v>11-07-2021</c:v>
                </c:pt>
                <c:pt idx="512">
                  <c:v>11-07-2021</c:v>
                </c:pt>
                <c:pt idx="513">
                  <c:v>11-07-2021</c:v>
                </c:pt>
                <c:pt idx="514">
                  <c:v>11-07-2021</c:v>
                </c:pt>
                <c:pt idx="515">
                  <c:v>11-07-2021</c:v>
                </c:pt>
                <c:pt idx="516">
                  <c:v>11-07-2021</c:v>
                </c:pt>
                <c:pt idx="517">
                  <c:v>11-07-2021</c:v>
                </c:pt>
                <c:pt idx="518">
                  <c:v>11-07-2021</c:v>
                </c:pt>
                <c:pt idx="519">
                  <c:v>11-07-2021</c:v>
                </c:pt>
                <c:pt idx="520">
                  <c:v>11-07-2021</c:v>
                </c:pt>
                <c:pt idx="521">
                  <c:v>11-07-2021</c:v>
                </c:pt>
                <c:pt idx="522">
                  <c:v>11-07-2021</c:v>
                </c:pt>
                <c:pt idx="523">
                  <c:v>11-07-2021</c:v>
                </c:pt>
                <c:pt idx="524">
                  <c:v>11-07-2021</c:v>
                </c:pt>
                <c:pt idx="525">
                  <c:v>11-07-2021</c:v>
                </c:pt>
                <c:pt idx="526">
                  <c:v>11-07-2021</c:v>
                </c:pt>
                <c:pt idx="527">
                  <c:v>11-07-2021</c:v>
                </c:pt>
                <c:pt idx="528">
                  <c:v>11-07-2021</c:v>
                </c:pt>
                <c:pt idx="529">
                  <c:v>11-07-2021</c:v>
                </c:pt>
                <c:pt idx="530">
                  <c:v>11-07-2021</c:v>
                </c:pt>
                <c:pt idx="531">
                  <c:v>11-07-2021</c:v>
                </c:pt>
                <c:pt idx="532">
                  <c:v>11-07-2021</c:v>
                </c:pt>
                <c:pt idx="533">
                  <c:v>11-07-2021</c:v>
                </c:pt>
                <c:pt idx="534">
                  <c:v>11-07-2021</c:v>
                </c:pt>
                <c:pt idx="535">
                  <c:v>11-07-2021</c:v>
                </c:pt>
                <c:pt idx="536">
                  <c:v>11-07-2021</c:v>
                </c:pt>
                <c:pt idx="537">
                  <c:v>11-07-2021</c:v>
                </c:pt>
                <c:pt idx="538">
                  <c:v>11-07-2021</c:v>
                </c:pt>
                <c:pt idx="539">
                  <c:v>11-07-2021</c:v>
                </c:pt>
                <c:pt idx="540">
                  <c:v>11-07-2021</c:v>
                </c:pt>
                <c:pt idx="541">
                  <c:v>11-07-2021</c:v>
                </c:pt>
                <c:pt idx="542">
                  <c:v>11-07-2021</c:v>
                </c:pt>
                <c:pt idx="543">
                  <c:v>11-07-2021</c:v>
                </c:pt>
                <c:pt idx="544">
                  <c:v>11-07-2021</c:v>
                </c:pt>
                <c:pt idx="545">
                  <c:v>11-07-2021</c:v>
                </c:pt>
                <c:pt idx="546">
                  <c:v>11-07-2021</c:v>
                </c:pt>
                <c:pt idx="547">
                  <c:v>11-07-2021</c:v>
                </c:pt>
                <c:pt idx="548">
                  <c:v>11-07-2021</c:v>
                </c:pt>
                <c:pt idx="549">
                  <c:v>11-07-2021</c:v>
                </c:pt>
                <c:pt idx="550">
                  <c:v>11-07-2021</c:v>
                </c:pt>
                <c:pt idx="551">
                  <c:v>11-07-2021</c:v>
                </c:pt>
                <c:pt idx="552">
                  <c:v>12-07-2021</c:v>
                </c:pt>
                <c:pt idx="553">
                  <c:v>12-07-2021</c:v>
                </c:pt>
                <c:pt idx="554">
                  <c:v>12-07-2021</c:v>
                </c:pt>
                <c:pt idx="555">
                  <c:v>12-07-2021</c:v>
                </c:pt>
                <c:pt idx="556">
                  <c:v>12-07-2021</c:v>
                </c:pt>
                <c:pt idx="557">
                  <c:v>12-07-2021</c:v>
                </c:pt>
                <c:pt idx="558">
                  <c:v>12-07-2021</c:v>
                </c:pt>
                <c:pt idx="559">
                  <c:v>12-07-2021</c:v>
                </c:pt>
                <c:pt idx="560">
                  <c:v>12-07-2021</c:v>
                </c:pt>
                <c:pt idx="561">
                  <c:v>12-07-2021</c:v>
                </c:pt>
                <c:pt idx="562">
                  <c:v>12-07-2021</c:v>
                </c:pt>
                <c:pt idx="563">
                  <c:v>12-07-2021</c:v>
                </c:pt>
                <c:pt idx="564">
                  <c:v>12-07-2021</c:v>
                </c:pt>
                <c:pt idx="565">
                  <c:v>12-07-2021</c:v>
                </c:pt>
                <c:pt idx="566">
                  <c:v>12-07-2021</c:v>
                </c:pt>
                <c:pt idx="567">
                  <c:v>12-07-2021</c:v>
                </c:pt>
                <c:pt idx="568">
                  <c:v>12-07-2021</c:v>
                </c:pt>
                <c:pt idx="569">
                  <c:v>12-07-2021</c:v>
                </c:pt>
                <c:pt idx="570">
                  <c:v>12-07-2021</c:v>
                </c:pt>
                <c:pt idx="571">
                  <c:v>12-07-2021</c:v>
                </c:pt>
                <c:pt idx="572">
                  <c:v>12-07-2021</c:v>
                </c:pt>
                <c:pt idx="573">
                  <c:v>12-07-2021</c:v>
                </c:pt>
                <c:pt idx="574">
                  <c:v>12-07-2021</c:v>
                </c:pt>
                <c:pt idx="575">
                  <c:v>12-07-2021</c:v>
                </c:pt>
                <c:pt idx="576">
                  <c:v>12-07-2021</c:v>
                </c:pt>
                <c:pt idx="577">
                  <c:v>12-07-2021</c:v>
                </c:pt>
                <c:pt idx="578">
                  <c:v>12-07-2021</c:v>
                </c:pt>
                <c:pt idx="579">
                  <c:v>12-07-2021</c:v>
                </c:pt>
                <c:pt idx="580">
                  <c:v>12-07-2021</c:v>
                </c:pt>
                <c:pt idx="581">
                  <c:v>12-07-2021</c:v>
                </c:pt>
                <c:pt idx="582">
                  <c:v>12-07-2021</c:v>
                </c:pt>
                <c:pt idx="583">
                  <c:v>12-07-2021</c:v>
                </c:pt>
                <c:pt idx="584">
                  <c:v>12-07-2021</c:v>
                </c:pt>
                <c:pt idx="585">
                  <c:v>12-07-2021</c:v>
                </c:pt>
                <c:pt idx="586">
                  <c:v>12-07-2021</c:v>
                </c:pt>
                <c:pt idx="587">
                  <c:v>12-07-2021</c:v>
                </c:pt>
                <c:pt idx="588">
                  <c:v>12-07-2021</c:v>
                </c:pt>
                <c:pt idx="589">
                  <c:v>12-07-2021</c:v>
                </c:pt>
                <c:pt idx="590">
                  <c:v>12-07-2021</c:v>
                </c:pt>
                <c:pt idx="591">
                  <c:v>12-07-2021</c:v>
                </c:pt>
                <c:pt idx="592">
                  <c:v>12-07-2021</c:v>
                </c:pt>
                <c:pt idx="593">
                  <c:v>12-07-2021</c:v>
                </c:pt>
                <c:pt idx="594">
                  <c:v>12-07-2021</c:v>
                </c:pt>
                <c:pt idx="595">
                  <c:v>12-07-2021</c:v>
                </c:pt>
                <c:pt idx="596">
                  <c:v>12-07-2021</c:v>
                </c:pt>
                <c:pt idx="597">
                  <c:v>12-07-2021</c:v>
                </c:pt>
                <c:pt idx="598">
                  <c:v>12-07-2021</c:v>
                </c:pt>
                <c:pt idx="599">
                  <c:v>12-07-2021</c:v>
                </c:pt>
                <c:pt idx="600">
                  <c:v>12-07-2021</c:v>
                </c:pt>
                <c:pt idx="601">
                  <c:v>12-07-2021</c:v>
                </c:pt>
                <c:pt idx="602">
                  <c:v>12-07-2021</c:v>
                </c:pt>
                <c:pt idx="603">
                  <c:v>12-07-2021</c:v>
                </c:pt>
                <c:pt idx="604">
                  <c:v>12-07-2021</c:v>
                </c:pt>
                <c:pt idx="605">
                  <c:v>12-07-2021</c:v>
                </c:pt>
                <c:pt idx="606">
                  <c:v>12-07-2021</c:v>
                </c:pt>
                <c:pt idx="607">
                  <c:v>12-07-2021</c:v>
                </c:pt>
                <c:pt idx="608">
                  <c:v>13-07-2021</c:v>
                </c:pt>
                <c:pt idx="609">
                  <c:v>13-07-2021</c:v>
                </c:pt>
                <c:pt idx="610">
                  <c:v>13-07-2021</c:v>
                </c:pt>
                <c:pt idx="611">
                  <c:v>13-07-2021</c:v>
                </c:pt>
                <c:pt idx="612">
                  <c:v>13-07-2021</c:v>
                </c:pt>
                <c:pt idx="613">
                  <c:v>13-07-2021</c:v>
                </c:pt>
                <c:pt idx="614">
                  <c:v>13-07-2021</c:v>
                </c:pt>
                <c:pt idx="615">
                  <c:v>13-07-2021</c:v>
                </c:pt>
                <c:pt idx="616">
                  <c:v>13-07-2021</c:v>
                </c:pt>
                <c:pt idx="617">
                  <c:v>13-07-2021</c:v>
                </c:pt>
                <c:pt idx="618">
                  <c:v>13-07-2021</c:v>
                </c:pt>
                <c:pt idx="619">
                  <c:v>13-07-2021</c:v>
                </c:pt>
                <c:pt idx="620">
                  <c:v>13-07-2021</c:v>
                </c:pt>
                <c:pt idx="621">
                  <c:v>13-07-2021</c:v>
                </c:pt>
                <c:pt idx="622">
                  <c:v>13-07-2021</c:v>
                </c:pt>
                <c:pt idx="623">
                  <c:v>13-07-2021</c:v>
                </c:pt>
                <c:pt idx="624">
                  <c:v>13-07-2021</c:v>
                </c:pt>
                <c:pt idx="625">
                  <c:v>13-07-2021</c:v>
                </c:pt>
                <c:pt idx="626">
                  <c:v>13-07-2021</c:v>
                </c:pt>
                <c:pt idx="627">
                  <c:v>13-07-2021</c:v>
                </c:pt>
                <c:pt idx="628">
                  <c:v>13-07-2021</c:v>
                </c:pt>
                <c:pt idx="629">
                  <c:v>13-07-2021</c:v>
                </c:pt>
                <c:pt idx="630">
                  <c:v>13-07-2021</c:v>
                </c:pt>
                <c:pt idx="631">
                  <c:v>13-07-2021</c:v>
                </c:pt>
                <c:pt idx="632">
                  <c:v>13-07-2021</c:v>
                </c:pt>
                <c:pt idx="633">
                  <c:v>13-07-2021</c:v>
                </c:pt>
                <c:pt idx="634">
                  <c:v>13-07-2021</c:v>
                </c:pt>
                <c:pt idx="635">
                  <c:v>13-07-2021</c:v>
                </c:pt>
                <c:pt idx="636">
                  <c:v>13-07-2021</c:v>
                </c:pt>
                <c:pt idx="637">
                  <c:v>13-07-2021</c:v>
                </c:pt>
                <c:pt idx="638">
                  <c:v>13-07-2021</c:v>
                </c:pt>
                <c:pt idx="639">
                  <c:v>13-07-2021</c:v>
                </c:pt>
                <c:pt idx="640">
                  <c:v>13-07-2021</c:v>
                </c:pt>
                <c:pt idx="641">
                  <c:v>13-07-2021</c:v>
                </c:pt>
                <c:pt idx="642">
                  <c:v>13-07-2021</c:v>
                </c:pt>
                <c:pt idx="643">
                  <c:v>13-07-2021</c:v>
                </c:pt>
                <c:pt idx="644">
                  <c:v>13-07-2021</c:v>
                </c:pt>
                <c:pt idx="645">
                  <c:v>13-07-2021</c:v>
                </c:pt>
                <c:pt idx="646">
                  <c:v>13-07-2021</c:v>
                </c:pt>
                <c:pt idx="647">
                  <c:v>13-07-2021</c:v>
                </c:pt>
                <c:pt idx="648">
                  <c:v>13-07-2021</c:v>
                </c:pt>
                <c:pt idx="649">
                  <c:v>13-07-2021</c:v>
                </c:pt>
                <c:pt idx="650">
                  <c:v>13-07-2021</c:v>
                </c:pt>
                <c:pt idx="651">
                  <c:v>13-07-2021</c:v>
                </c:pt>
                <c:pt idx="652">
                  <c:v>13-07-2021</c:v>
                </c:pt>
                <c:pt idx="653">
                  <c:v>13-07-2021</c:v>
                </c:pt>
                <c:pt idx="654">
                  <c:v>13-07-2021</c:v>
                </c:pt>
                <c:pt idx="655">
                  <c:v>13-07-2021</c:v>
                </c:pt>
                <c:pt idx="656">
                  <c:v>13-07-2021</c:v>
                </c:pt>
                <c:pt idx="657">
                  <c:v>13-07-2021</c:v>
                </c:pt>
                <c:pt idx="658">
                  <c:v>13-07-2021</c:v>
                </c:pt>
                <c:pt idx="659">
                  <c:v>13-07-2021</c:v>
                </c:pt>
                <c:pt idx="660">
                  <c:v>13-07-2021</c:v>
                </c:pt>
                <c:pt idx="661">
                  <c:v>14-07-2021</c:v>
                </c:pt>
                <c:pt idx="662">
                  <c:v>14-07-2021</c:v>
                </c:pt>
                <c:pt idx="663">
                  <c:v>14-07-2021</c:v>
                </c:pt>
                <c:pt idx="664">
                  <c:v>14-07-2021</c:v>
                </c:pt>
                <c:pt idx="665">
                  <c:v>14-07-2021</c:v>
                </c:pt>
                <c:pt idx="666">
                  <c:v>14-07-2021</c:v>
                </c:pt>
                <c:pt idx="667">
                  <c:v>14-07-2021</c:v>
                </c:pt>
                <c:pt idx="668">
                  <c:v>14-07-2021</c:v>
                </c:pt>
                <c:pt idx="669">
                  <c:v>14-07-2021</c:v>
                </c:pt>
                <c:pt idx="670">
                  <c:v>14-07-2021</c:v>
                </c:pt>
                <c:pt idx="671">
                  <c:v>14-07-2021</c:v>
                </c:pt>
                <c:pt idx="672">
                  <c:v>14-07-2021</c:v>
                </c:pt>
                <c:pt idx="673">
                  <c:v>14-07-2021</c:v>
                </c:pt>
                <c:pt idx="674">
                  <c:v>14-07-2021</c:v>
                </c:pt>
                <c:pt idx="675">
                  <c:v>14-07-2021</c:v>
                </c:pt>
                <c:pt idx="676">
                  <c:v>14-07-2021</c:v>
                </c:pt>
                <c:pt idx="677">
                  <c:v>14-07-2021</c:v>
                </c:pt>
                <c:pt idx="678">
                  <c:v>14-07-2021</c:v>
                </c:pt>
                <c:pt idx="679">
                  <c:v>14-07-2021</c:v>
                </c:pt>
                <c:pt idx="680">
                  <c:v>14-07-2021</c:v>
                </c:pt>
                <c:pt idx="681">
                  <c:v>14-07-2021</c:v>
                </c:pt>
                <c:pt idx="682">
                  <c:v>14-07-2021</c:v>
                </c:pt>
                <c:pt idx="683">
                  <c:v>14-07-2021</c:v>
                </c:pt>
                <c:pt idx="684">
                  <c:v>14-07-2021</c:v>
                </c:pt>
                <c:pt idx="685">
                  <c:v>14-07-2021</c:v>
                </c:pt>
                <c:pt idx="686">
                  <c:v>14-07-2021</c:v>
                </c:pt>
                <c:pt idx="687">
                  <c:v>14-07-2021</c:v>
                </c:pt>
                <c:pt idx="688">
                  <c:v>14-07-2021</c:v>
                </c:pt>
                <c:pt idx="689">
                  <c:v>14-07-2021</c:v>
                </c:pt>
                <c:pt idx="690">
                  <c:v>14-07-2021</c:v>
                </c:pt>
                <c:pt idx="691">
                  <c:v>14-07-2021</c:v>
                </c:pt>
                <c:pt idx="692">
                  <c:v>14-07-2021</c:v>
                </c:pt>
                <c:pt idx="693">
                  <c:v>14-07-2021</c:v>
                </c:pt>
                <c:pt idx="694">
                  <c:v>14-07-2021</c:v>
                </c:pt>
                <c:pt idx="695">
                  <c:v>14-07-2021</c:v>
                </c:pt>
                <c:pt idx="696">
                  <c:v>14-07-2021</c:v>
                </c:pt>
                <c:pt idx="697">
                  <c:v>14-07-2021</c:v>
                </c:pt>
                <c:pt idx="698">
                  <c:v>14-07-2021</c:v>
                </c:pt>
                <c:pt idx="699">
                  <c:v>14-07-2021</c:v>
                </c:pt>
                <c:pt idx="700">
                  <c:v>14-07-2021</c:v>
                </c:pt>
                <c:pt idx="701">
                  <c:v>14-07-2021</c:v>
                </c:pt>
                <c:pt idx="702">
                  <c:v>14-07-2021</c:v>
                </c:pt>
                <c:pt idx="703">
                  <c:v>14-07-2021</c:v>
                </c:pt>
                <c:pt idx="704">
                  <c:v>14-07-2021</c:v>
                </c:pt>
                <c:pt idx="705">
                  <c:v>14-07-2021</c:v>
                </c:pt>
                <c:pt idx="706">
                  <c:v>14-07-2021</c:v>
                </c:pt>
                <c:pt idx="707">
                  <c:v>14-07-2021</c:v>
                </c:pt>
                <c:pt idx="708">
                  <c:v>14-07-2021</c:v>
                </c:pt>
                <c:pt idx="709">
                  <c:v>14-07-2021</c:v>
                </c:pt>
                <c:pt idx="710">
                  <c:v>14-07-2021</c:v>
                </c:pt>
                <c:pt idx="711">
                  <c:v>14-07-2021</c:v>
                </c:pt>
                <c:pt idx="712">
                  <c:v>14-07-2021</c:v>
                </c:pt>
                <c:pt idx="713">
                  <c:v>15-07-2021</c:v>
                </c:pt>
                <c:pt idx="714">
                  <c:v>15-07-2021</c:v>
                </c:pt>
                <c:pt idx="715">
                  <c:v>15-07-2021</c:v>
                </c:pt>
                <c:pt idx="716">
                  <c:v>15-07-2021</c:v>
                </c:pt>
                <c:pt idx="717">
                  <c:v>15-07-2021</c:v>
                </c:pt>
                <c:pt idx="718">
                  <c:v>15-07-2021</c:v>
                </c:pt>
                <c:pt idx="719">
                  <c:v>15-07-2021</c:v>
                </c:pt>
                <c:pt idx="720">
                  <c:v>15-07-2021</c:v>
                </c:pt>
                <c:pt idx="721">
                  <c:v>15-07-2021</c:v>
                </c:pt>
                <c:pt idx="722">
                  <c:v>15-07-2021</c:v>
                </c:pt>
                <c:pt idx="723">
                  <c:v>15-07-2021</c:v>
                </c:pt>
                <c:pt idx="724">
                  <c:v>15-07-2021</c:v>
                </c:pt>
                <c:pt idx="725">
                  <c:v>15-07-2021</c:v>
                </c:pt>
                <c:pt idx="726">
                  <c:v>15-07-2021</c:v>
                </c:pt>
                <c:pt idx="727">
                  <c:v>15-07-2021</c:v>
                </c:pt>
                <c:pt idx="728">
                  <c:v>15-07-2021</c:v>
                </c:pt>
                <c:pt idx="729">
                  <c:v>15-07-2021</c:v>
                </c:pt>
                <c:pt idx="730">
                  <c:v>15-07-2021</c:v>
                </c:pt>
                <c:pt idx="731">
                  <c:v>15-07-2021</c:v>
                </c:pt>
                <c:pt idx="732">
                  <c:v>15-07-2021</c:v>
                </c:pt>
                <c:pt idx="733">
                  <c:v>15-07-2021</c:v>
                </c:pt>
                <c:pt idx="734">
                  <c:v>15-07-2021</c:v>
                </c:pt>
                <c:pt idx="735">
                  <c:v>15-07-2021</c:v>
                </c:pt>
                <c:pt idx="736">
                  <c:v>15-07-2021</c:v>
                </c:pt>
                <c:pt idx="737">
                  <c:v>15-07-2021</c:v>
                </c:pt>
                <c:pt idx="738">
                  <c:v>15-07-2021</c:v>
                </c:pt>
                <c:pt idx="739">
                  <c:v>15-07-2021</c:v>
                </c:pt>
                <c:pt idx="740">
                  <c:v>15-07-2021</c:v>
                </c:pt>
                <c:pt idx="741">
                  <c:v>15-07-2021</c:v>
                </c:pt>
                <c:pt idx="742">
                  <c:v>15-07-2021</c:v>
                </c:pt>
                <c:pt idx="743">
                  <c:v>15-07-2021</c:v>
                </c:pt>
                <c:pt idx="744">
                  <c:v>15-07-2021</c:v>
                </c:pt>
                <c:pt idx="745">
                  <c:v>15-07-2021</c:v>
                </c:pt>
                <c:pt idx="746">
                  <c:v>15-07-2021</c:v>
                </c:pt>
                <c:pt idx="747">
                  <c:v>15-07-2021</c:v>
                </c:pt>
                <c:pt idx="748">
                  <c:v>15-07-2021</c:v>
                </c:pt>
                <c:pt idx="749">
                  <c:v>15-07-2021</c:v>
                </c:pt>
                <c:pt idx="750">
                  <c:v>15-07-2021</c:v>
                </c:pt>
                <c:pt idx="751">
                  <c:v>15-07-2021</c:v>
                </c:pt>
                <c:pt idx="752">
                  <c:v>15-07-2021</c:v>
                </c:pt>
                <c:pt idx="753">
                  <c:v>15-07-2021</c:v>
                </c:pt>
                <c:pt idx="754">
                  <c:v>15-07-2021</c:v>
                </c:pt>
                <c:pt idx="755">
                  <c:v>15-07-2021</c:v>
                </c:pt>
                <c:pt idx="756">
                  <c:v>15-07-2021</c:v>
                </c:pt>
                <c:pt idx="757">
                  <c:v>15-07-2021</c:v>
                </c:pt>
                <c:pt idx="758">
                  <c:v>15-07-2021</c:v>
                </c:pt>
                <c:pt idx="759">
                  <c:v>15-07-2021</c:v>
                </c:pt>
                <c:pt idx="760">
                  <c:v>15-07-2021</c:v>
                </c:pt>
                <c:pt idx="761">
                  <c:v>15-07-2021</c:v>
                </c:pt>
                <c:pt idx="762">
                  <c:v>15-07-2021</c:v>
                </c:pt>
                <c:pt idx="763">
                  <c:v>15-07-2021</c:v>
                </c:pt>
                <c:pt idx="764">
                  <c:v>15-07-2021</c:v>
                </c:pt>
                <c:pt idx="765">
                  <c:v>16-07-2021</c:v>
                </c:pt>
                <c:pt idx="766">
                  <c:v>16-07-2021</c:v>
                </c:pt>
                <c:pt idx="767">
                  <c:v>16-07-2021</c:v>
                </c:pt>
                <c:pt idx="768">
                  <c:v>16-07-2021</c:v>
                </c:pt>
                <c:pt idx="769">
                  <c:v>16-07-2021</c:v>
                </c:pt>
                <c:pt idx="770">
                  <c:v>16-07-2021</c:v>
                </c:pt>
                <c:pt idx="771">
                  <c:v>16-07-2021</c:v>
                </c:pt>
                <c:pt idx="772">
                  <c:v>16-07-2021</c:v>
                </c:pt>
                <c:pt idx="773">
                  <c:v>16-07-2021</c:v>
                </c:pt>
                <c:pt idx="774">
                  <c:v>16-07-2021</c:v>
                </c:pt>
                <c:pt idx="775">
                  <c:v>16-07-2021</c:v>
                </c:pt>
                <c:pt idx="776">
                  <c:v>16-07-2021</c:v>
                </c:pt>
                <c:pt idx="777">
                  <c:v>16-07-2021</c:v>
                </c:pt>
                <c:pt idx="778">
                  <c:v>16-07-2021</c:v>
                </c:pt>
                <c:pt idx="779">
                  <c:v>16-07-2021</c:v>
                </c:pt>
                <c:pt idx="780">
                  <c:v>16-07-2021</c:v>
                </c:pt>
                <c:pt idx="781">
                  <c:v>16-07-2021</c:v>
                </c:pt>
                <c:pt idx="782">
                  <c:v>16-07-2021</c:v>
                </c:pt>
                <c:pt idx="783">
                  <c:v>16-07-2021</c:v>
                </c:pt>
                <c:pt idx="784">
                  <c:v>16-07-2021</c:v>
                </c:pt>
                <c:pt idx="785">
                  <c:v>16-07-2021</c:v>
                </c:pt>
                <c:pt idx="786">
                  <c:v>16-07-2021</c:v>
                </c:pt>
                <c:pt idx="787">
                  <c:v>16-07-2021</c:v>
                </c:pt>
                <c:pt idx="788">
                  <c:v>16-07-2021</c:v>
                </c:pt>
                <c:pt idx="789">
                  <c:v>16-07-2021</c:v>
                </c:pt>
                <c:pt idx="790">
                  <c:v>16-07-2021</c:v>
                </c:pt>
                <c:pt idx="791">
                  <c:v>16-07-2021</c:v>
                </c:pt>
                <c:pt idx="792">
                  <c:v>16-07-2021</c:v>
                </c:pt>
                <c:pt idx="793">
                  <c:v>16-07-2021</c:v>
                </c:pt>
                <c:pt idx="794">
                  <c:v>16-07-2021</c:v>
                </c:pt>
                <c:pt idx="795">
                  <c:v>16-07-2021</c:v>
                </c:pt>
                <c:pt idx="796">
                  <c:v>16-07-2021</c:v>
                </c:pt>
                <c:pt idx="797">
                  <c:v>16-07-2021</c:v>
                </c:pt>
                <c:pt idx="798">
                  <c:v>16-07-2021</c:v>
                </c:pt>
                <c:pt idx="799">
                  <c:v>16-07-2021</c:v>
                </c:pt>
                <c:pt idx="800">
                  <c:v>16-07-2021</c:v>
                </c:pt>
                <c:pt idx="801">
                  <c:v>16-07-2021</c:v>
                </c:pt>
                <c:pt idx="802">
                  <c:v>16-07-2021</c:v>
                </c:pt>
                <c:pt idx="803">
                  <c:v>16-07-2021</c:v>
                </c:pt>
                <c:pt idx="804">
                  <c:v>16-07-2021</c:v>
                </c:pt>
                <c:pt idx="805">
                  <c:v>16-07-2021</c:v>
                </c:pt>
                <c:pt idx="806">
                  <c:v>16-07-2021</c:v>
                </c:pt>
                <c:pt idx="807">
                  <c:v>16-07-2021</c:v>
                </c:pt>
                <c:pt idx="808">
                  <c:v>16-07-2021</c:v>
                </c:pt>
                <c:pt idx="809">
                  <c:v>16-07-2021</c:v>
                </c:pt>
                <c:pt idx="810">
                  <c:v>16-07-2021</c:v>
                </c:pt>
                <c:pt idx="811">
                  <c:v>16-07-2021</c:v>
                </c:pt>
                <c:pt idx="812">
                  <c:v>16-07-2021</c:v>
                </c:pt>
                <c:pt idx="813">
                  <c:v>16-07-2021</c:v>
                </c:pt>
                <c:pt idx="814">
                  <c:v>16-07-2021</c:v>
                </c:pt>
                <c:pt idx="815">
                  <c:v>16-07-2021</c:v>
                </c:pt>
                <c:pt idx="816">
                  <c:v>16-07-2021</c:v>
                </c:pt>
                <c:pt idx="817">
                  <c:v>17-07-2021</c:v>
                </c:pt>
                <c:pt idx="818">
                  <c:v>17-07-2021</c:v>
                </c:pt>
                <c:pt idx="819">
                  <c:v>17-07-2021</c:v>
                </c:pt>
                <c:pt idx="820">
                  <c:v>17-07-2021</c:v>
                </c:pt>
                <c:pt idx="821">
                  <c:v>17-07-2021</c:v>
                </c:pt>
                <c:pt idx="822">
                  <c:v>17-07-2021</c:v>
                </c:pt>
                <c:pt idx="823">
                  <c:v>17-07-2021</c:v>
                </c:pt>
                <c:pt idx="824">
                  <c:v>17-07-2021</c:v>
                </c:pt>
                <c:pt idx="825">
                  <c:v>17-07-2021</c:v>
                </c:pt>
                <c:pt idx="826">
                  <c:v>17-07-2021</c:v>
                </c:pt>
                <c:pt idx="827">
                  <c:v>17-07-2021</c:v>
                </c:pt>
                <c:pt idx="828">
                  <c:v>17-07-2021</c:v>
                </c:pt>
                <c:pt idx="829">
                  <c:v>17-07-2021</c:v>
                </c:pt>
                <c:pt idx="830">
                  <c:v>17-07-2021</c:v>
                </c:pt>
                <c:pt idx="831">
                  <c:v>17-07-2021</c:v>
                </c:pt>
                <c:pt idx="832">
                  <c:v>17-07-2021</c:v>
                </c:pt>
                <c:pt idx="833">
                  <c:v>17-07-2021</c:v>
                </c:pt>
                <c:pt idx="834">
                  <c:v>17-07-2021</c:v>
                </c:pt>
                <c:pt idx="835">
                  <c:v>17-07-2021</c:v>
                </c:pt>
                <c:pt idx="836">
                  <c:v>17-07-2021</c:v>
                </c:pt>
                <c:pt idx="837">
                  <c:v>17-07-2021</c:v>
                </c:pt>
                <c:pt idx="838">
                  <c:v>17-07-2021</c:v>
                </c:pt>
                <c:pt idx="839">
                  <c:v>17-07-2021</c:v>
                </c:pt>
                <c:pt idx="840">
                  <c:v>17-07-2021</c:v>
                </c:pt>
                <c:pt idx="841">
                  <c:v>17-07-2021</c:v>
                </c:pt>
                <c:pt idx="842">
                  <c:v>17-07-2021</c:v>
                </c:pt>
                <c:pt idx="843">
                  <c:v>17-07-2021</c:v>
                </c:pt>
                <c:pt idx="844">
                  <c:v>17-07-2021</c:v>
                </c:pt>
                <c:pt idx="845">
                  <c:v>17-07-2021</c:v>
                </c:pt>
                <c:pt idx="846">
                  <c:v>17-07-2021</c:v>
                </c:pt>
                <c:pt idx="847">
                  <c:v>17-07-2021</c:v>
                </c:pt>
                <c:pt idx="848">
                  <c:v>17-07-2021</c:v>
                </c:pt>
                <c:pt idx="849">
                  <c:v>17-07-2021</c:v>
                </c:pt>
                <c:pt idx="850">
                  <c:v>17-07-2021</c:v>
                </c:pt>
                <c:pt idx="851">
                  <c:v>17-07-2021</c:v>
                </c:pt>
                <c:pt idx="852">
                  <c:v>17-07-2021</c:v>
                </c:pt>
                <c:pt idx="853">
                  <c:v>17-07-2021</c:v>
                </c:pt>
                <c:pt idx="854">
                  <c:v>17-07-2021</c:v>
                </c:pt>
                <c:pt idx="855">
                  <c:v>17-07-2021</c:v>
                </c:pt>
                <c:pt idx="856">
                  <c:v>17-07-2021</c:v>
                </c:pt>
                <c:pt idx="857">
                  <c:v>17-07-2021</c:v>
                </c:pt>
                <c:pt idx="858">
                  <c:v>17-07-2021</c:v>
                </c:pt>
                <c:pt idx="859">
                  <c:v>17-07-2021</c:v>
                </c:pt>
                <c:pt idx="860">
                  <c:v>17-07-2021</c:v>
                </c:pt>
                <c:pt idx="861">
                  <c:v>17-07-2021</c:v>
                </c:pt>
                <c:pt idx="862">
                  <c:v>17-07-2021</c:v>
                </c:pt>
                <c:pt idx="863">
                  <c:v>17-07-2021</c:v>
                </c:pt>
                <c:pt idx="864">
                  <c:v>17-07-2021</c:v>
                </c:pt>
                <c:pt idx="865">
                  <c:v>17-07-2021</c:v>
                </c:pt>
                <c:pt idx="866">
                  <c:v>17-07-2021</c:v>
                </c:pt>
                <c:pt idx="867">
                  <c:v>17-07-2021</c:v>
                </c:pt>
                <c:pt idx="868">
                  <c:v>17-07-2021</c:v>
                </c:pt>
                <c:pt idx="869">
                  <c:v>18-07-2021</c:v>
                </c:pt>
                <c:pt idx="870">
                  <c:v>18-07-2021</c:v>
                </c:pt>
                <c:pt idx="871">
                  <c:v>18-07-2021</c:v>
                </c:pt>
                <c:pt idx="872">
                  <c:v>18-07-2021</c:v>
                </c:pt>
                <c:pt idx="873">
                  <c:v>18-07-2021</c:v>
                </c:pt>
                <c:pt idx="874">
                  <c:v>18-07-2021</c:v>
                </c:pt>
                <c:pt idx="875">
                  <c:v>18-07-2021</c:v>
                </c:pt>
                <c:pt idx="876">
                  <c:v>18-07-2021</c:v>
                </c:pt>
                <c:pt idx="877">
                  <c:v>18-07-2021</c:v>
                </c:pt>
                <c:pt idx="878">
                  <c:v>18-07-2021</c:v>
                </c:pt>
                <c:pt idx="879">
                  <c:v>18-07-2021</c:v>
                </c:pt>
                <c:pt idx="880">
                  <c:v>18-07-2021</c:v>
                </c:pt>
                <c:pt idx="881">
                  <c:v>18-07-2021</c:v>
                </c:pt>
                <c:pt idx="882">
                  <c:v>18-07-2021</c:v>
                </c:pt>
                <c:pt idx="883">
                  <c:v>18-07-2021</c:v>
                </c:pt>
                <c:pt idx="884">
                  <c:v>18-07-2021</c:v>
                </c:pt>
                <c:pt idx="885">
                  <c:v>18-07-2021</c:v>
                </c:pt>
                <c:pt idx="886">
                  <c:v>18-07-2021</c:v>
                </c:pt>
                <c:pt idx="887">
                  <c:v>18-07-2021</c:v>
                </c:pt>
                <c:pt idx="888">
                  <c:v>18-07-2021</c:v>
                </c:pt>
                <c:pt idx="889">
                  <c:v>18-07-2021</c:v>
                </c:pt>
                <c:pt idx="890">
                  <c:v>18-07-2021</c:v>
                </c:pt>
                <c:pt idx="891">
                  <c:v>18-07-2021</c:v>
                </c:pt>
                <c:pt idx="892">
                  <c:v>18-07-2021</c:v>
                </c:pt>
                <c:pt idx="893">
                  <c:v>18-07-2021</c:v>
                </c:pt>
                <c:pt idx="894">
                  <c:v>18-07-2021</c:v>
                </c:pt>
                <c:pt idx="895">
                  <c:v>18-07-2021</c:v>
                </c:pt>
                <c:pt idx="896">
                  <c:v>18-07-2021</c:v>
                </c:pt>
                <c:pt idx="897">
                  <c:v>18-07-2021</c:v>
                </c:pt>
                <c:pt idx="898">
                  <c:v>18-07-2021</c:v>
                </c:pt>
                <c:pt idx="899">
                  <c:v>18-07-2021</c:v>
                </c:pt>
                <c:pt idx="900">
                  <c:v>18-07-2021</c:v>
                </c:pt>
                <c:pt idx="901">
                  <c:v>18-07-2021</c:v>
                </c:pt>
                <c:pt idx="902">
                  <c:v>18-07-2021</c:v>
                </c:pt>
                <c:pt idx="903">
                  <c:v>18-07-2021</c:v>
                </c:pt>
                <c:pt idx="904">
                  <c:v>18-07-2021</c:v>
                </c:pt>
                <c:pt idx="905">
                  <c:v>18-07-2021</c:v>
                </c:pt>
                <c:pt idx="906">
                  <c:v>18-07-2021</c:v>
                </c:pt>
                <c:pt idx="907">
                  <c:v>18-07-2021</c:v>
                </c:pt>
                <c:pt idx="908">
                  <c:v>18-07-2021</c:v>
                </c:pt>
                <c:pt idx="909">
                  <c:v>19-07-2021</c:v>
                </c:pt>
                <c:pt idx="910">
                  <c:v>19-07-2021</c:v>
                </c:pt>
                <c:pt idx="911">
                  <c:v>19-07-2021</c:v>
                </c:pt>
                <c:pt idx="912">
                  <c:v>19-07-2021</c:v>
                </c:pt>
                <c:pt idx="913">
                  <c:v>19-07-2021</c:v>
                </c:pt>
                <c:pt idx="914">
                  <c:v>19-07-2021</c:v>
                </c:pt>
                <c:pt idx="915">
                  <c:v>19-07-2021</c:v>
                </c:pt>
                <c:pt idx="916">
                  <c:v>19-07-2021</c:v>
                </c:pt>
                <c:pt idx="917">
                  <c:v>19-07-2021</c:v>
                </c:pt>
                <c:pt idx="918">
                  <c:v>19-07-2021</c:v>
                </c:pt>
                <c:pt idx="919">
                  <c:v>19-07-2021</c:v>
                </c:pt>
                <c:pt idx="920">
                  <c:v>19-07-2021</c:v>
                </c:pt>
                <c:pt idx="921">
                  <c:v>19-07-2021</c:v>
                </c:pt>
                <c:pt idx="922">
                  <c:v>19-07-2021</c:v>
                </c:pt>
                <c:pt idx="923">
                  <c:v>19-07-2021</c:v>
                </c:pt>
                <c:pt idx="924">
                  <c:v>19-07-2021</c:v>
                </c:pt>
                <c:pt idx="925">
                  <c:v>19-07-2021</c:v>
                </c:pt>
                <c:pt idx="926">
                  <c:v>19-07-2021</c:v>
                </c:pt>
                <c:pt idx="927">
                  <c:v>19-07-2021</c:v>
                </c:pt>
                <c:pt idx="928">
                  <c:v>19-07-2021</c:v>
                </c:pt>
                <c:pt idx="929">
                  <c:v>19-07-2021</c:v>
                </c:pt>
                <c:pt idx="930">
                  <c:v>19-07-2021</c:v>
                </c:pt>
                <c:pt idx="931">
                  <c:v>19-07-2021</c:v>
                </c:pt>
                <c:pt idx="932">
                  <c:v>19-07-2021</c:v>
                </c:pt>
                <c:pt idx="933">
                  <c:v>19-07-2021</c:v>
                </c:pt>
                <c:pt idx="934">
                  <c:v>19-07-2021</c:v>
                </c:pt>
                <c:pt idx="935">
                  <c:v>19-07-2021</c:v>
                </c:pt>
                <c:pt idx="936">
                  <c:v>19-07-2021</c:v>
                </c:pt>
                <c:pt idx="937">
                  <c:v>19-07-2021</c:v>
                </c:pt>
                <c:pt idx="938">
                  <c:v>19-07-2021</c:v>
                </c:pt>
                <c:pt idx="939">
                  <c:v>19-07-2021</c:v>
                </c:pt>
                <c:pt idx="940">
                  <c:v>19-07-2021</c:v>
                </c:pt>
                <c:pt idx="941">
                  <c:v>19-07-2021</c:v>
                </c:pt>
                <c:pt idx="942">
                  <c:v>19-07-2021</c:v>
                </c:pt>
                <c:pt idx="943">
                  <c:v>19-07-2021</c:v>
                </c:pt>
                <c:pt idx="944">
                  <c:v>19-07-2021</c:v>
                </c:pt>
                <c:pt idx="945">
                  <c:v>19-07-2021</c:v>
                </c:pt>
                <c:pt idx="946">
                  <c:v>19-07-2021</c:v>
                </c:pt>
                <c:pt idx="947">
                  <c:v>19-07-2021</c:v>
                </c:pt>
                <c:pt idx="948">
                  <c:v>19-07-2021</c:v>
                </c:pt>
                <c:pt idx="949">
                  <c:v>19-07-2021</c:v>
                </c:pt>
                <c:pt idx="950">
                  <c:v>19-07-2021</c:v>
                </c:pt>
                <c:pt idx="951">
                  <c:v>19-07-2021</c:v>
                </c:pt>
                <c:pt idx="952">
                  <c:v>19-07-2021</c:v>
                </c:pt>
                <c:pt idx="953">
                  <c:v>19-07-2021</c:v>
                </c:pt>
                <c:pt idx="954">
                  <c:v>19-07-2021</c:v>
                </c:pt>
                <c:pt idx="955">
                  <c:v>19-07-2021</c:v>
                </c:pt>
                <c:pt idx="956">
                  <c:v>19-07-2021</c:v>
                </c:pt>
                <c:pt idx="957">
                  <c:v>19-07-2021</c:v>
                </c:pt>
                <c:pt idx="958">
                  <c:v>19-07-2021</c:v>
                </c:pt>
                <c:pt idx="959">
                  <c:v>19-07-2021</c:v>
                </c:pt>
                <c:pt idx="960">
                  <c:v>19-07-2021</c:v>
                </c:pt>
                <c:pt idx="961">
                  <c:v>20-07-2021</c:v>
                </c:pt>
                <c:pt idx="962">
                  <c:v>20-07-2021</c:v>
                </c:pt>
                <c:pt idx="963">
                  <c:v>20-07-2021</c:v>
                </c:pt>
                <c:pt idx="964">
                  <c:v>20-07-2021</c:v>
                </c:pt>
                <c:pt idx="965">
                  <c:v>20-07-2021</c:v>
                </c:pt>
                <c:pt idx="966">
                  <c:v>20-07-2021</c:v>
                </c:pt>
                <c:pt idx="967">
                  <c:v>20-07-2021</c:v>
                </c:pt>
                <c:pt idx="968">
                  <c:v>20-07-2021</c:v>
                </c:pt>
                <c:pt idx="969">
                  <c:v>20-07-2021</c:v>
                </c:pt>
                <c:pt idx="970">
                  <c:v>20-07-2021</c:v>
                </c:pt>
                <c:pt idx="971">
                  <c:v>20-07-2021</c:v>
                </c:pt>
                <c:pt idx="972">
                  <c:v>20-07-2021</c:v>
                </c:pt>
                <c:pt idx="973">
                  <c:v>20-07-2021</c:v>
                </c:pt>
                <c:pt idx="974">
                  <c:v>20-07-2021</c:v>
                </c:pt>
                <c:pt idx="975">
                  <c:v>20-07-2021</c:v>
                </c:pt>
                <c:pt idx="976">
                  <c:v>20-07-2021</c:v>
                </c:pt>
                <c:pt idx="977">
                  <c:v>20-07-2021</c:v>
                </c:pt>
                <c:pt idx="978">
                  <c:v>20-07-2021</c:v>
                </c:pt>
                <c:pt idx="979">
                  <c:v>20-07-2021</c:v>
                </c:pt>
                <c:pt idx="980">
                  <c:v>20-07-2021</c:v>
                </c:pt>
                <c:pt idx="981">
                  <c:v>20-07-2021</c:v>
                </c:pt>
                <c:pt idx="982">
                  <c:v>20-07-2021</c:v>
                </c:pt>
                <c:pt idx="983">
                  <c:v>20-07-2021</c:v>
                </c:pt>
                <c:pt idx="984">
                  <c:v>20-07-2021</c:v>
                </c:pt>
                <c:pt idx="985">
                  <c:v>20-07-2021</c:v>
                </c:pt>
                <c:pt idx="986">
                  <c:v>20-07-2021</c:v>
                </c:pt>
                <c:pt idx="987">
                  <c:v>20-07-2021</c:v>
                </c:pt>
                <c:pt idx="988">
                  <c:v>20-07-2021</c:v>
                </c:pt>
                <c:pt idx="989">
                  <c:v>20-07-2021</c:v>
                </c:pt>
                <c:pt idx="990">
                  <c:v>20-07-2021</c:v>
                </c:pt>
                <c:pt idx="991">
                  <c:v>20-07-2021</c:v>
                </c:pt>
                <c:pt idx="992">
                  <c:v>20-07-2021</c:v>
                </c:pt>
                <c:pt idx="993">
                  <c:v>20-07-2021</c:v>
                </c:pt>
                <c:pt idx="994">
                  <c:v>20-07-2021</c:v>
                </c:pt>
                <c:pt idx="995">
                  <c:v>20-07-2021</c:v>
                </c:pt>
                <c:pt idx="996">
                  <c:v>20-07-2021</c:v>
                </c:pt>
                <c:pt idx="997">
                  <c:v>20-07-2021</c:v>
                </c:pt>
                <c:pt idx="998">
                  <c:v>20-07-2021</c:v>
                </c:pt>
                <c:pt idx="999">
                  <c:v>20-07-2021</c:v>
                </c:pt>
                <c:pt idx="1000">
                  <c:v>20-07-2021</c:v>
                </c:pt>
                <c:pt idx="1001">
                  <c:v>20-07-2021</c:v>
                </c:pt>
                <c:pt idx="1002">
                  <c:v>20-07-2021</c:v>
                </c:pt>
                <c:pt idx="1003">
                  <c:v>20-07-2021</c:v>
                </c:pt>
                <c:pt idx="1004">
                  <c:v>20-07-2021</c:v>
                </c:pt>
                <c:pt idx="1005">
                  <c:v>20-07-2021</c:v>
                </c:pt>
                <c:pt idx="1006">
                  <c:v>20-07-2021</c:v>
                </c:pt>
                <c:pt idx="1007">
                  <c:v>20-07-2021</c:v>
                </c:pt>
                <c:pt idx="1008">
                  <c:v>20-07-2021</c:v>
                </c:pt>
                <c:pt idx="1009">
                  <c:v>20-07-2021</c:v>
                </c:pt>
                <c:pt idx="1010">
                  <c:v>21-07-2021</c:v>
                </c:pt>
                <c:pt idx="1011">
                  <c:v>21-07-2021</c:v>
                </c:pt>
                <c:pt idx="1012">
                  <c:v>21-07-2021</c:v>
                </c:pt>
                <c:pt idx="1013">
                  <c:v>21-07-2021</c:v>
                </c:pt>
                <c:pt idx="1014">
                  <c:v>21-07-2021</c:v>
                </c:pt>
                <c:pt idx="1015">
                  <c:v>21-07-2021</c:v>
                </c:pt>
                <c:pt idx="1016">
                  <c:v>21-07-2021</c:v>
                </c:pt>
                <c:pt idx="1017">
                  <c:v>21-07-2021</c:v>
                </c:pt>
                <c:pt idx="1018">
                  <c:v>21-07-2021</c:v>
                </c:pt>
                <c:pt idx="1019">
                  <c:v>21-07-2021</c:v>
                </c:pt>
                <c:pt idx="1020">
                  <c:v>21-07-2021</c:v>
                </c:pt>
                <c:pt idx="1021">
                  <c:v>21-07-2021</c:v>
                </c:pt>
                <c:pt idx="1022">
                  <c:v>21-07-2021</c:v>
                </c:pt>
                <c:pt idx="1023">
                  <c:v>21-07-2021</c:v>
                </c:pt>
                <c:pt idx="1024">
                  <c:v>21-07-2021</c:v>
                </c:pt>
                <c:pt idx="1025">
                  <c:v>21-07-2021</c:v>
                </c:pt>
                <c:pt idx="1026">
                  <c:v>21-07-2021</c:v>
                </c:pt>
                <c:pt idx="1027">
                  <c:v>21-07-2021</c:v>
                </c:pt>
                <c:pt idx="1028">
                  <c:v>21-07-2021</c:v>
                </c:pt>
                <c:pt idx="1029">
                  <c:v>21-07-2021</c:v>
                </c:pt>
                <c:pt idx="1030">
                  <c:v>21-07-2021</c:v>
                </c:pt>
                <c:pt idx="1031">
                  <c:v>21-07-2021</c:v>
                </c:pt>
                <c:pt idx="1032">
                  <c:v>21-07-2021</c:v>
                </c:pt>
                <c:pt idx="1033">
                  <c:v>21-07-2021</c:v>
                </c:pt>
                <c:pt idx="1034">
                  <c:v>21-07-2021</c:v>
                </c:pt>
                <c:pt idx="1035">
                  <c:v>21-07-2021</c:v>
                </c:pt>
                <c:pt idx="1036">
                  <c:v>21-07-2021</c:v>
                </c:pt>
                <c:pt idx="1037">
                  <c:v>21-07-2021</c:v>
                </c:pt>
                <c:pt idx="1038">
                  <c:v>21-07-2021</c:v>
                </c:pt>
                <c:pt idx="1039">
                  <c:v>21-07-2021</c:v>
                </c:pt>
                <c:pt idx="1040">
                  <c:v>21-07-2021</c:v>
                </c:pt>
                <c:pt idx="1041">
                  <c:v>21-07-2021</c:v>
                </c:pt>
                <c:pt idx="1042">
                  <c:v>21-07-2021</c:v>
                </c:pt>
                <c:pt idx="1043">
                  <c:v>21-07-2021</c:v>
                </c:pt>
                <c:pt idx="1044">
                  <c:v>21-07-2021</c:v>
                </c:pt>
                <c:pt idx="1045">
                  <c:v>21-07-2021</c:v>
                </c:pt>
                <c:pt idx="1046">
                  <c:v>21-07-2021</c:v>
                </c:pt>
                <c:pt idx="1047">
                  <c:v>21-07-2021</c:v>
                </c:pt>
                <c:pt idx="1048">
                  <c:v>21-07-2021</c:v>
                </c:pt>
                <c:pt idx="1049">
                  <c:v>21-07-2021</c:v>
                </c:pt>
                <c:pt idx="1050">
                  <c:v>21-07-2021</c:v>
                </c:pt>
                <c:pt idx="1051">
                  <c:v>21-07-2021</c:v>
                </c:pt>
                <c:pt idx="1052">
                  <c:v>21-07-2021</c:v>
                </c:pt>
                <c:pt idx="1053">
                  <c:v>21-07-2021</c:v>
                </c:pt>
                <c:pt idx="1054">
                  <c:v>21-07-2021</c:v>
                </c:pt>
                <c:pt idx="1055">
                  <c:v>21-07-2021</c:v>
                </c:pt>
                <c:pt idx="1056">
                  <c:v>21-07-2021</c:v>
                </c:pt>
                <c:pt idx="1057">
                  <c:v>21-07-2021</c:v>
                </c:pt>
                <c:pt idx="1058">
                  <c:v>21-07-2021</c:v>
                </c:pt>
                <c:pt idx="1059">
                  <c:v>21-07-2021</c:v>
                </c:pt>
                <c:pt idx="1060">
                  <c:v>21-07-2021</c:v>
                </c:pt>
                <c:pt idx="1061">
                  <c:v>21-07-2021</c:v>
                </c:pt>
                <c:pt idx="1062">
                  <c:v>21-07-2021</c:v>
                </c:pt>
                <c:pt idx="1063">
                  <c:v>21-07-2021</c:v>
                </c:pt>
                <c:pt idx="1064">
                  <c:v>21-07-2021</c:v>
                </c:pt>
                <c:pt idx="1065">
                  <c:v>22-07-2021</c:v>
                </c:pt>
                <c:pt idx="1066">
                  <c:v>22-07-2021</c:v>
                </c:pt>
                <c:pt idx="1067">
                  <c:v>22-07-2021</c:v>
                </c:pt>
                <c:pt idx="1068">
                  <c:v>22-07-2021</c:v>
                </c:pt>
                <c:pt idx="1069">
                  <c:v>22-07-2021</c:v>
                </c:pt>
                <c:pt idx="1070">
                  <c:v>22-07-2021</c:v>
                </c:pt>
                <c:pt idx="1071">
                  <c:v>22-07-2021</c:v>
                </c:pt>
                <c:pt idx="1072">
                  <c:v>22-07-2021</c:v>
                </c:pt>
                <c:pt idx="1073">
                  <c:v>22-07-2021</c:v>
                </c:pt>
                <c:pt idx="1074">
                  <c:v>22-07-2021</c:v>
                </c:pt>
                <c:pt idx="1075">
                  <c:v>22-07-2021</c:v>
                </c:pt>
                <c:pt idx="1076">
                  <c:v>22-07-2021</c:v>
                </c:pt>
                <c:pt idx="1077">
                  <c:v>22-07-2021</c:v>
                </c:pt>
                <c:pt idx="1078">
                  <c:v>22-07-2021</c:v>
                </c:pt>
                <c:pt idx="1079">
                  <c:v>22-07-2021</c:v>
                </c:pt>
                <c:pt idx="1080">
                  <c:v>22-07-2021</c:v>
                </c:pt>
                <c:pt idx="1081">
                  <c:v>22-07-2021</c:v>
                </c:pt>
                <c:pt idx="1082">
                  <c:v>22-07-2021</c:v>
                </c:pt>
                <c:pt idx="1083">
                  <c:v>22-07-2021</c:v>
                </c:pt>
                <c:pt idx="1084">
                  <c:v>22-07-2021</c:v>
                </c:pt>
                <c:pt idx="1085">
                  <c:v>22-07-2021</c:v>
                </c:pt>
                <c:pt idx="1086">
                  <c:v>22-07-2021</c:v>
                </c:pt>
                <c:pt idx="1087">
                  <c:v>22-07-2021</c:v>
                </c:pt>
                <c:pt idx="1088">
                  <c:v>22-07-2021</c:v>
                </c:pt>
                <c:pt idx="1089">
                  <c:v>22-07-2021</c:v>
                </c:pt>
                <c:pt idx="1090">
                  <c:v>22-07-2021</c:v>
                </c:pt>
                <c:pt idx="1091">
                  <c:v>22-07-2021</c:v>
                </c:pt>
                <c:pt idx="1092">
                  <c:v>22-07-2021</c:v>
                </c:pt>
                <c:pt idx="1093">
                  <c:v>22-07-2021</c:v>
                </c:pt>
                <c:pt idx="1094">
                  <c:v>22-07-2021</c:v>
                </c:pt>
                <c:pt idx="1095">
                  <c:v>22-07-2021</c:v>
                </c:pt>
                <c:pt idx="1096">
                  <c:v>22-07-2021</c:v>
                </c:pt>
                <c:pt idx="1097">
                  <c:v>22-07-2021</c:v>
                </c:pt>
                <c:pt idx="1098">
                  <c:v>22-07-2021</c:v>
                </c:pt>
                <c:pt idx="1099">
                  <c:v>22-07-2021</c:v>
                </c:pt>
                <c:pt idx="1100">
                  <c:v>22-07-2021</c:v>
                </c:pt>
                <c:pt idx="1101">
                  <c:v>22-07-2021</c:v>
                </c:pt>
                <c:pt idx="1102">
                  <c:v>22-07-2021</c:v>
                </c:pt>
                <c:pt idx="1103">
                  <c:v>22-07-2021</c:v>
                </c:pt>
                <c:pt idx="1104">
                  <c:v>22-07-2021</c:v>
                </c:pt>
                <c:pt idx="1105">
                  <c:v>22-07-2021</c:v>
                </c:pt>
                <c:pt idx="1106">
                  <c:v>22-07-2021</c:v>
                </c:pt>
                <c:pt idx="1107">
                  <c:v>22-07-2021</c:v>
                </c:pt>
                <c:pt idx="1108">
                  <c:v>22-07-2021</c:v>
                </c:pt>
                <c:pt idx="1109">
                  <c:v>22-07-2021</c:v>
                </c:pt>
                <c:pt idx="1110">
                  <c:v>22-07-2021</c:v>
                </c:pt>
                <c:pt idx="1111">
                  <c:v>22-07-2021</c:v>
                </c:pt>
                <c:pt idx="1112">
                  <c:v>22-07-2021</c:v>
                </c:pt>
                <c:pt idx="1113">
                  <c:v>22-07-2021</c:v>
                </c:pt>
                <c:pt idx="1114">
                  <c:v>22-07-2021</c:v>
                </c:pt>
                <c:pt idx="1115">
                  <c:v>22-07-2021</c:v>
                </c:pt>
                <c:pt idx="1116">
                  <c:v>22-07-2021</c:v>
                </c:pt>
                <c:pt idx="1117">
                  <c:v>23-07-2021</c:v>
                </c:pt>
                <c:pt idx="1118">
                  <c:v>23-07-2021</c:v>
                </c:pt>
                <c:pt idx="1119">
                  <c:v>23-07-2021</c:v>
                </c:pt>
                <c:pt idx="1120">
                  <c:v>23-07-2021</c:v>
                </c:pt>
                <c:pt idx="1121">
                  <c:v>23-07-2021</c:v>
                </c:pt>
                <c:pt idx="1122">
                  <c:v>23-07-2021</c:v>
                </c:pt>
                <c:pt idx="1123">
                  <c:v>23-07-2021</c:v>
                </c:pt>
                <c:pt idx="1124">
                  <c:v>23-07-2021</c:v>
                </c:pt>
                <c:pt idx="1125">
                  <c:v>23-07-2021</c:v>
                </c:pt>
                <c:pt idx="1126">
                  <c:v>23-07-2021</c:v>
                </c:pt>
                <c:pt idx="1127">
                  <c:v>23-07-2021</c:v>
                </c:pt>
                <c:pt idx="1128">
                  <c:v>23-07-2021</c:v>
                </c:pt>
                <c:pt idx="1129">
                  <c:v>23-07-2021</c:v>
                </c:pt>
                <c:pt idx="1130">
                  <c:v>23-07-2021</c:v>
                </c:pt>
                <c:pt idx="1131">
                  <c:v>23-07-2021</c:v>
                </c:pt>
                <c:pt idx="1132">
                  <c:v>23-07-2021</c:v>
                </c:pt>
                <c:pt idx="1133">
                  <c:v>23-07-2021</c:v>
                </c:pt>
                <c:pt idx="1134">
                  <c:v>23-07-2021</c:v>
                </c:pt>
                <c:pt idx="1135">
                  <c:v>23-07-2021</c:v>
                </c:pt>
                <c:pt idx="1136">
                  <c:v>23-07-2021</c:v>
                </c:pt>
                <c:pt idx="1137">
                  <c:v>23-07-2021</c:v>
                </c:pt>
                <c:pt idx="1138">
                  <c:v>23-07-2021</c:v>
                </c:pt>
                <c:pt idx="1139">
                  <c:v>23-07-2021</c:v>
                </c:pt>
                <c:pt idx="1140">
                  <c:v>23-07-2021</c:v>
                </c:pt>
                <c:pt idx="1141">
                  <c:v>23-07-2021</c:v>
                </c:pt>
                <c:pt idx="1142">
                  <c:v>23-07-2021</c:v>
                </c:pt>
                <c:pt idx="1143">
                  <c:v>23-07-2021</c:v>
                </c:pt>
                <c:pt idx="1144">
                  <c:v>23-07-2021</c:v>
                </c:pt>
                <c:pt idx="1145">
                  <c:v>23-07-2021</c:v>
                </c:pt>
                <c:pt idx="1146">
                  <c:v>23-07-2021</c:v>
                </c:pt>
                <c:pt idx="1147">
                  <c:v>23-07-2021</c:v>
                </c:pt>
                <c:pt idx="1148">
                  <c:v>23-07-2021</c:v>
                </c:pt>
                <c:pt idx="1149">
                  <c:v>23-07-2021</c:v>
                </c:pt>
                <c:pt idx="1150">
                  <c:v>23-07-2021</c:v>
                </c:pt>
                <c:pt idx="1151">
                  <c:v>23-07-2021</c:v>
                </c:pt>
                <c:pt idx="1152">
                  <c:v>23-07-2021</c:v>
                </c:pt>
                <c:pt idx="1153">
                  <c:v>23-07-2021</c:v>
                </c:pt>
                <c:pt idx="1154">
                  <c:v>23-07-2021</c:v>
                </c:pt>
                <c:pt idx="1155">
                  <c:v>23-07-2021</c:v>
                </c:pt>
                <c:pt idx="1156">
                  <c:v>23-07-2021</c:v>
                </c:pt>
                <c:pt idx="1157">
                  <c:v>23-07-2021</c:v>
                </c:pt>
                <c:pt idx="1158">
                  <c:v>23-07-2021</c:v>
                </c:pt>
                <c:pt idx="1159">
                  <c:v>23-07-2021</c:v>
                </c:pt>
                <c:pt idx="1160">
                  <c:v>23-07-2021</c:v>
                </c:pt>
                <c:pt idx="1161">
                  <c:v>23-07-2021</c:v>
                </c:pt>
                <c:pt idx="1162">
                  <c:v>23-07-2021</c:v>
                </c:pt>
                <c:pt idx="1163">
                  <c:v>23-07-2021</c:v>
                </c:pt>
                <c:pt idx="1164">
                  <c:v>23-07-2021</c:v>
                </c:pt>
                <c:pt idx="1165">
                  <c:v>23-07-2021</c:v>
                </c:pt>
                <c:pt idx="1166">
                  <c:v>23-07-2021</c:v>
                </c:pt>
                <c:pt idx="1167">
                  <c:v>23-07-2021</c:v>
                </c:pt>
                <c:pt idx="1168">
                  <c:v>23-07-2021</c:v>
                </c:pt>
                <c:pt idx="1169">
                  <c:v>24-07-2021</c:v>
                </c:pt>
                <c:pt idx="1170">
                  <c:v>24-07-2021</c:v>
                </c:pt>
                <c:pt idx="1171">
                  <c:v>24-07-2021</c:v>
                </c:pt>
                <c:pt idx="1172">
                  <c:v>24-07-2021</c:v>
                </c:pt>
                <c:pt idx="1173">
                  <c:v>24-07-2021</c:v>
                </c:pt>
                <c:pt idx="1174">
                  <c:v>24-07-2021</c:v>
                </c:pt>
                <c:pt idx="1175">
                  <c:v>24-07-2021</c:v>
                </c:pt>
                <c:pt idx="1176">
                  <c:v>24-07-2021</c:v>
                </c:pt>
                <c:pt idx="1177">
                  <c:v>24-07-2021</c:v>
                </c:pt>
                <c:pt idx="1178">
                  <c:v>24-07-2021</c:v>
                </c:pt>
                <c:pt idx="1179">
                  <c:v>24-07-2021</c:v>
                </c:pt>
                <c:pt idx="1180">
                  <c:v>24-07-2021</c:v>
                </c:pt>
                <c:pt idx="1181">
                  <c:v>24-07-2021</c:v>
                </c:pt>
                <c:pt idx="1182">
                  <c:v>24-07-2021</c:v>
                </c:pt>
                <c:pt idx="1183">
                  <c:v>24-07-2021</c:v>
                </c:pt>
                <c:pt idx="1184">
                  <c:v>24-07-2021</c:v>
                </c:pt>
                <c:pt idx="1185">
                  <c:v>24-07-2021</c:v>
                </c:pt>
                <c:pt idx="1186">
                  <c:v>24-07-2021</c:v>
                </c:pt>
                <c:pt idx="1187">
                  <c:v>24-07-2021</c:v>
                </c:pt>
                <c:pt idx="1188">
                  <c:v>24-07-2021</c:v>
                </c:pt>
                <c:pt idx="1189">
                  <c:v>24-07-2021</c:v>
                </c:pt>
                <c:pt idx="1190">
                  <c:v>24-07-2021</c:v>
                </c:pt>
                <c:pt idx="1191">
                  <c:v>24-07-2021</c:v>
                </c:pt>
                <c:pt idx="1192">
                  <c:v>24-07-2021</c:v>
                </c:pt>
                <c:pt idx="1193">
                  <c:v>24-07-2021</c:v>
                </c:pt>
                <c:pt idx="1194">
                  <c:v>24-07-2021</c:v>
                </c:pt>
                <c:pt idx="1195">
                  <c:v>24-07-2021</c:v>
                </c:pt>
                <c:pt idx="1196">
                  <c:v>24-07-2021</c:v>
                </c:pt>
                <c:pt idx="1197">
                  <c:v>24-07-2021</c:v>
                </c:pt>
                <c:pt idx="1198">
                  <c:v>24-07-2021</c:v>
                </c:pt>
                <c:pt idx="1199">
                  <c:v>24-07-2021</c:v>
                </c:pt>
                <c:pt idx="1200">
                  <c:v>24-07-2021</c:v>
                </c:pt>
                <c:pt idx="1201">
                  <c:v>24-07-2021</c:v>
                </c:pt>
                <c:pt idx="1202">
                  <c:v>24-07-2021</c:v>
                </c:pt>
                <c:pt idx="1203">
                  <c:v>24-07-2021</c:v>
                </c:pt>
                <c:pt idx="1204">
                  <c:v>24-07-2021</c:v>
                </c:pt>
                <c:pt idx="1205">
                  <c:v>24-07-2021</c:v>
                </c:pt>
                <c:pt idx="1206">
                  <c:v>24-07-2021</c:v>
                </c:pt>
                <c:pt idx="1207">
                  <c:v>24-07-2021</c:v>
                </c:pt>
                <c:pt idx="1208">
                  <c:v>24-07-2021</c:v>
                </c:pt>
                <c:pt idx="1209">
                  <c:v>24-07-2021</c:v>
                </c:pt>
                <c:pt idx="1210">
                  <c:v>24-07-2021</c:v>
                </c:pt>
                <c:pt idx="1211">
                  <c:v>24-07-2021</c:v>
                </c:pt>
                <c:pt idx="1212">
                  <c:v>24-07-2021</c:v>
                </c:pt>
                <c:pt idx="1213">
                  <c:v>24-07-2021</c:v>
                </c:pt>
                <c:pt idx="1214">
                  <c:v>24-07-2021</c:v>
                </c:pt>
                <c:pt idx="1215">
                  <c:v>24-07-2021</c:v>
                </c:pt>
                <c:pt idx="1216">
                  <c:v>24-07-2021</c:v>
                </c:pt>
                <c:pt idx="1217">
                  <c:v>24-07-2021</c:v>
                </c:pt>
                <c:pt idx="1218">
                  <c:v>24-07-2021</c:v>
                </c:pt>
                <c:pt idx="1219">
                  <c:v>24-07-2021</c:v>
                </c:pt>
                <c:pt idx="1220">
                  <c:v>24-07-2021</c:v>
                </c:pt>
                <c:pt idx="1221">
                  <c:v>25-07-2021</c:v>
                </c:pt>
                <c:pt idx="1222">
                  <c:v>25-07-2021</c:v>
                </c:pt>
                <c:pt idx="1223">
                  <c:v>25-07-2021</c:v>
                </c:pt>
                <c:pt idx="1224">
                  <c:v>25-07-2021</c:v>
                </c:pt>
                <c:pt idx="1225">
                  <c:v>25-07-2021</c:v>
                </c:pt>
                <c:pt idx="1226">
                  <c:v>25-07-2021</c:v>
                </c:pt>
                <c:pt idx="1227">
                  <c:v>25-07-2021</c:v>
                </c:pt>
                <c:pt idx="1228">
                  <c:v>25-07-2021</c:v>
                </c:pt>
                <c:pt idx="1229">
                  <c:v>25-07-2021</c:v>
                </c:pt>
                <c:pt idx="1230">
                  <c:v>25-07-2021</c:v>
                </c:pt>
                <c:pt idx="1231">
                  <c:v>25-07-2021</c:v>
                </c:pt>
                <c:pt idx="1232">
                  <c:v>25-07-2021</c:v>
                </c:pt>
                <c:pt idx="1233">
                  <c:v>25-07-2021</c:v>
                </c:pt>
                <c:pt idx="1234">
                  <c:v>25-07-2021</c:v>
                </c:pt>
                <c:pt idx="1235">
                  <c:v>25-07-2021</c:v>
                </c:pt>
                <c:pt idx="1236">
                  <c:v>25-07-2021</c:v>
                </c:pt>
                <c:pt idx="1237">
                  <c:v>25-07-2021</c:v>
                </c:pt>
                <c:pt idx="1238">
                  <c:v>25-07-2021</c:v>
                </c:pt>
                <c:pt idx="1239">
                  <c:v>25-07-2021</c:v>
                </c:pt>
                <c:pt idx="1240">
                  <c:v>25-07-2021</c:v>
                </c:pt>
                <c:pt idx="1241">
                  <c:v>25-07-2021</c:v>
                </c:pt>
                <c:pt idx="1242">
                  <c:v>25-07-2021</c:v>
                </c:pt>
                <c:pt idx="1243">
                  <c:v>25-07-2021</c:v>
                </c:pt>
                <c:pt idx="1244">
                  <c:v>25-07-2021</c:v>
                </c:pt>
                <c:pt idx="1245">
                  <c:v>25-07-2021</c:v>
                </c:pt>
                <c:pt idx="1246">
                  <c:v>25-07-2021</c:v>
                </c:pt>
                <c:pt idx="1247">
                  <c:v>25-07-2021</c:v>
                </c:pt>
                <c:pt idx="1248">
                  <c:v>25-07-2021</c:v>
                </c:pt>
                <c:pt idx="1249">
                  <c:v>25-07-2021</c:v>
                </c:pt>
                <c:pt idx="1250">
                  <c:v>25-07-2021</c:v>
                </c:pt>
                <c:pt idx="1251">
                  <c:v>25-07-2021</c:v>
                </c:pt>
                <c:pt idx="1252">
                  <c:v>25-07-2021</c:v>
                </c:pt>
                <c:pt idx="1253">
                  <c:v>25-07-2021</c:v>
                </c:pt>
                <c:pt idx="1254">
                  <c:v>25-07-2021</c:v>
                </c:pt>
                <c:pt idx="1255">
                  <c:v>25-07-2021</c:v>
                </c:pt>
                <c:pt idx="1256">
                  <c:v>25-07-2021</c:v>
                </c:pt>
                <c:pt idx="1257">
                  <c:v>25-07-2021</c:v>
                </c:pt>
                <c:pt idx="1258">
                  <c:v>25-07-2021</c:v>
                </c:pt>
                <c:pt idx="1259">
                  <c:v>25-07-2021</c:v>
                </c:pt>
                <c:pt idx="1260">
                  <c:v>25-07-2021</c:v>
                </c:pt>
                <c:pt idx="1261">
                  <c:v>25-07-2021</c:v>
                </c:pt>
                <c:pt idx="1262">
                  <c:v>25-07-2021</c:v>
                </c:pt>
                <c:pt idx="1263">
                  <c:v>25-07-2021</c:v>
                </c:pt>
                <c:pt idx="1264">
                  <c:v>25-07-2021</c:v>
                </c:pt>
                <c:pt idx="1265">
                  <c:v>25-07-2021</c:v>
                </c:pt>
                <c:pt idx="1266">
                  <c:v>25-07-2021</c:v>
                </c:pt>
                <c:pt idx="1267">
                  <c:v>25-07-2021</c:v>
                </c:pt>
                <c:pt idx="1268">
                  <c:v>25-07-2021</c:v>
                </c:pt>
                <c:pt idx="1269">
                  <c:v>25-07-2021</c:v>
                </c:pt>
                <c:pt idx="1270">
                  <c:v>25-07-2021</c:v>
                </c:pt>
                <c:pt idx="1271">
                  <c:v>25-07-2021</c:v>
                </c:pt>
                <c:pt idx="1272">
                  <c:v>25-07-2021</c:v>
                </c:pt>
                <c:pt idx="1273">
                  <c:v>26-07-2021</c:v>
                </c:pt>
                <c:pt idx="1274">
                  <c:v>26-07-2021</c:v>
                </c:pt>
                <c:pt idx="1275">
                  <c:v>26-07-2021</c:v>
                </c:pt>
                <c:pt idx="1276">
                  <c:v>26-07-2021</c:v>
                </c:pt>
                <c:pt idx="1277">
                  <c:v>26-07-2021</c:v>
                </c:pt>
                <c:pt idx="1278">
                  <c:v>26-07-2021</c:v>
                </c:pt>
                <c:pt idx="1279">
                  <c:v>26-07-2021</c:v>
                </c:pt>
                <c:pt idx="1280">
                  <c:v>26-07-2021</c:v>
                </c:pt>
                <c:pt idx="1281">
                  <c:v>26-07-2021</c:v>
                </c:pt>
                <c:pt idx="1282">
                  <c:v>26-07-2021</c:v>
                </c:pt>
                <c:pt idx="1283">
                  <c:v>26-07-2021</c:v>
                </c:pt>
                <c:pt idx="1284">
                  <c:v>26-07-2021</c:v>
                </c:pt>
                <c:pt idx="1285">
                  <c:v>26-07-2021</c:v>
                </c:pt>
                <c:pt idx="1286">
                  <c:v>26-07-2021</c:v>
                </c:pt>
                <c:pt idx="1287">
                  <c:v>26-07-2021</c:v>
                </c:pt>
                <c:pt idx="1288">
                  <c:v>26-07-2021</c:v>
                </c:pt>
                <c:pt idx="1289">
                  <c:v>26-07-2021</c:v>
                </c:pt>
                <c:pt idx="1290">
                  <c:v>26-07-2021</c:v>
                </c:pt>
                <c:pt idx="1291">
                  <c:v>26-07-2021</c:v>
                </c:pt>
                <c:pt idx="1292">
                  <c:v>26-07-2021</c:v>
                </c:pt>
                <c:pt idx="1293">
                  <c:v>26-07-2021</c:v>
                </c:pt>
                <c:pt idx="1294">
                  <c:v>26-07-2021</c:v>
                </c:pt>
                <c:pt idx="1295">
                  <c:v>26-07-2021</c:v>
                </c:pt>
                <c:pt idx="1296">
                  <c:v>26-07-2021</c:v>
                </c:pt>
                <c:pt idx="1297">
                  <c:v>26-07-2021</c:v>
                </c:pt>
                <c:pt idx="1298">
                  <c:v>26-07-2021</c:v>
                </c:pt>
                <c:pt idx="1299">
                  <c:v>26-07-2021</c:v>
                </c:pt>
                <c:pt idx="1300">
                  <c:v>26-07-2021</c:v>
                </c:pt>
                <c:pt idx="1301">
                  <c:v>26-07-2021</c:v>
                </c:pt>
                <c:pt idx="1302">
                  <c:v>26-07-2021</c:v>
                </c:pt>
                <c:pt idx="1303">
                  <c:v>26-07-2021</c:v>
                </c:pt>
                <c:pt idx="1304">
                  <c:v>26-07-2021</c:v>
                </c:pt>
                <c:pt idx="1305">
                  <c:v>26-07-2021</c:v>
                </c:pt>
                <c:pt idx="1306">
                  <c:v>26-07-2021</c:v>
                </c:pt>
                <c:pt idx="1307">
                  <c:v>26-07-2021</c:v>
                </c:pt>
                <c:pt idx="1308">
                  <c:v>26-07-2021</c:v>
                </c:pt>
                <c:pt idx="1309">
                  <c:v>26-07-2021</c:v>
                </c:pt>
                <c:pt idx="1310">
                  <c:v>26-07-2021</c:v>
                </c:pt>
                <c:pt idx="1311">
                  <c:v>26-07-2021</c:v>
                </c:pt>
                <c:pt idx="1312">
                  <c:v>26-07-2021</c:v>
                </c:pt>
                <c:pt idx="1313">
                  <c:v>26-07-2021</c:v>
                </c:pt>
                <c:pt idx="1314">
                  <c:v>26-07-2021</c:v>
                </c:pt>
                <c:pt idx="1315">
                  <c:v>26-07-2021</c:v>
                </c:pt>
                <c:pt idx="1316">
                  <c:v>26-07-2021</c:v>
                </c:pt>
                <c:pt idx="1317">
                  <c:v>26-07-2021</c:v>
                </c:pt>
                <c:pt idx="1318">
                  <c:v>26-07-2021</c:v>
                </c:pt>
                <c:pt idx="1319">
                  <c:v>26-07-2021</c:v>
                </c:pt>
                <c:pt idx="1320">
                  <c:v>26-07-2021</c:v>
                </c:pt>
                <c:pt idx="1321">
                  <c:v>26-07-2021</c:v>
                </c:pt>
                <c:pt idx="1322">
                  <c:v>26-07-2021</c:v>
                </c:pt>
                <c:pt idx="1323">
                  <c:v>26-07-2021</c:v>
                </c:pt>
                <c:pt idx="1324">
                  <c:v>26-07-2021</c:v>
                </c:pt>
                <c:pt idx="1325">
                  <c:v>26-07-2021</c:v>
                </c:pt>
                <c:pt idx="1326">
                  <c:v>26-07-2021</c:v>
                </c:pt>
                <c:pt idx="1327">
                  <c:v>26-07-2021</c:v>
                </c:pt>
                <c:pt idx="1328">
                  <c:v>26-07-2021</c:v>
                </c:pt>
                <c:pt idx="1329">
                  <c:v>27-07-2021</c:v>
                </c:pt>
                <c:pt idx="1330">
                  <c:v>27-07-2021</c:v>
                </c:pt>
                <c:pt idx="1331">
                  <c:v>27-07-2021</c:v>
                </c:pt>
                <c:pt idx="1332">
                  <c:v>27-07-2021</c:v>
                </c:pt>
                <c:pt idx="1333">
                  <c:v>27-07-2021</c:v>
                </c:pt>
                <c:pt idx="1334">
                  <c:v>27-07-2021</c:v>
                </c:pt>
                <c:pt idx="1335">
                  <c:v>27-07-2021</c:v>
                </c:pt>
                <c:pt idx="1336">
                  <c:v>27-07-2021</c:v>
                </c:pt>
                <c:pt idx="1337">
                  <c:v>27-07-2021</c:v>
                </c:pt>
                <c:pt idx="1338">
                  <c:v>27-07-2021</c:v>
                </c:pt>
                <c:pt idx="1339">
                  <c:v>27-07-2021</c:v>
                </c:pt>
                <c:pt idx="1340">
                  <c:v>27-07-2021</c:v>
                </c:pt>
                <c:pt idx="1341">
                  <c:v>27-07-2021</c:v>
                </c:pt>
                <c:pt idx="1342">
                  <c:v>27-07-2021</c:v>
                </c:pt>
                <c:pt idx="1343">
                  <c:v>27-07-2021</c:v>
                </c:pt>
                <c:pt idx="1344">
                  <c:v>27-07-2021</c:v>
                </c:pt>
                <c:pt idx="1345">
                  <c:v>27-07-2021</c:v>
                </c:pt>
                <c:pt idx="1346">
                  <c:v>27-07-2021</c:v>
                </c:pt>
                <c:pt idx="1347">
                  <c:v>27-07-2021</c:v>
                </c:pt>
                <c:pt idx="1348">
                  <c:v>27-07-2021</c:v>
                </c:pt>
                <c:pt idx="1349">
                  <c:v>27-07-2021</c:v>
                </c:pt>
                <c:pt idx="1350">
                  <c:v>27-07-2021</c:v>
                </c:pt>
                <c:pt idx="1351">
                  <c:v>27-07-2021</c:v>
                </c:pt>
                <c:pt idx="1352">
                  <c:v>27-07-2021</c:v>
                </c:pt>
                <c:pt idx="1353">
                  <c:v>27-07-2021</c:v>
                </c:pt>
                <c:pt idx="1354">
                  <c:v>27-07-2021</c:v>
                </c:pt>
                <c:pt idx="1355">
                  <c:v>27-07-2021</c:v>
                </c:pt>
                <c:pt idx="1356">
                  <c:v>27-07-2021</c:v>
                </c:pt>
                <c:pt idx="1357">
                  <c:v>27-07-2021</c:v>
                </c:pt>
                <c:pt idx="1358">
                  <c:v>27-07-2021</c:v>
                </c:pt>
                <c:pt idx="1359">
                  <c:v>27-07-2021</c:v>
                </c:pt>
                <c:pt idx="1360">
                  <c:v>27-07-2021</c:v>
                </c:pt>
                <c:pt idx="1361">
                  <c:v>27-07-2021</c:v>
                </c:pt>
                <c:pt idx="1362">
                  <c:v>27-07-2021</c:v>
                </c:pt>
                <c:pt idx="1363">
                  <c:v>27-07-2021</c:v>
                </c:pt>
                <c:pt idx="1364">
                  <c:v>27-07-2021</c:v>
                </c:pt>
                <c:pt idx="1365">
                  <c:v>27-07-2021</c:v>
                </c:pt>
                <c:pt idx="1366">
                  <c:v>27-07-2021</c:v>
                </c:pt>
                <c:pt idx="1367">
                  <c:v>27-07-2021</c:v>
                </c:pt>
                <c:pt idx="1368">
                  <c:v>27-07-2021</c:v>
                </c:pt>
                <c:pt idx="1369">
                  <c:v>27-07-2021</c:v>
                </c:pt>
                <c:pt idx="1370">
                  <c:v>27-07-2021</c:v>
                </c:pt>
                <c:pt idx="1371">
                  <c:v>27-07-2021</c:v>
                </c:pt>
                <c:pt idx="1372">
                  <c:v>27-07-2021</c:v>
                </c:pt>
                <c:pt idx="1373">
                  <c:v>27-07-2021</c:v>
                </c:pt>
                <c:pt idx="1374">
                  <c:v>27-07-2021</c:v>
                </c:pt>
                <c:pt idx="1375">
                  <c:v>27-07-2021</c:v>
                </c:pt>
                <c:pt idx="1376">
                  <c:v>27-07-2021</c:v>
                </c:pt>
                <c:pt idx="1377">
                  <c:v>27-07-2021</c:v>
                </c:pt>
                <c:pt idx="1378">
                  <c:v>27-07-2021</c:v>
                </c:pt>
                <c:pt idx="1379">
                  <c:v>27-07-2021</c:v>
                </c:pt>
                <c:pt idx="1380">
                  <c:v>27-07-2021</c:v>
                </c:pt>
                <c:pt idx="1381">
                  <c:v>28-07-2021</c:v>
                </c:pt>
                <c:pt idx="1382">
                  <c:v>28-07-2021</c:v>
                </c:pt>
                <c:pt idx="1383">
                  <c:v>28-07-2021</c:v>
                </c:pt>
                <c:pt idx="1384">
                  <c:v>28-07-2021</c:v>
                </c:pt>
                <c:pt idx="1385">
                  <c:v>28-07-2021</c:v>
                </c:pt>
                <c:pt idx="1386">
                  <c:v>28-07-2021</c:v>
                </c:pt>
                <c:pt idx="1387">
                  <c:v>28-07-2021</c:v>
                </c:pt>
                <c:pt idx="1388">
                  <c:v>28-07-2021</c:v>
                </c:pt>
                <c:pt idx="1389">
                  <c:v>28-07-2021</c:v>
                </c:pt>
                <c:pt idx="1390">
                  <c:v>28-07-2021</c:v>
                </c:pt>
                <c:pt idx="1391">
                  <c:v>28-07-2021</c:v>
                </c:pt>
                <c:pt idx="1392">
                  <c:v>28-07-2021</c:v>
                </c:pt>
                <c:pt idx="1393">
                  <c:v>28-07-2021</c:v>
                </c:pt>
                <c:pt idx="1394">
                  <c:v>28-07-2021</c:v>
                </c:pt>
                <c:pt idx="1395">
                  <c:v>28-07-2021</c:v>
                </c:pt>
                <c:pt idx="1396">
                  <c:v>28-07-2021</c:v>
                </c:pt>
                <c:pt idx="1397">
                  <c:v>28-07-2021</c:v>
                </c:pt>
                <c:pt idx="1398">
                  <c:v>28-07-2021</c:v>
                </c:pt>
                <c:pt idx="1399">
                  <c:v>28-07-2021</c:v>
                </c:pt>
                <c:pt idx="1400">
                  <c:v>28-07-2021</c:v>
                </c:pt>
                <c:pt idx="1401">
                  <c:v>28-07-2021</c:v>
                </c:pt>
                <c:pt idx="1402">
                  <c:v>28-07-2021</c:v>
                </c:pt>
                <c:pt idx="1403">
                  <c:v>28-07-2021</c:v>
                </c:pt>
                <c:pt idx="1404">
                  <c:v>28-07-2021</c:v>
                </c:pt>
                <c:pt idx="1405">
                  <c:v>28-07-2021</c:v>
                </c:pt>
                <c:pt idx="1406">
                  <c:v>28-07-2021</c:v>
                </c:pt>
                <c:pt idx="1407">
                  <c:v>28-07-2021</c:v>
                </c:pt>
                <c:pt idx="1408">
                  <c:v>28-07-2021</c:v>
                </c:pt>
                <c:pt idx="1409">
                  <c:v>28-07-2021</c:v>
                </c:pt>
                <c:pt idx="1410">
                  <c:v>28-07-2021</c:v>
                </c:pt>
                <c:pt idx="1411">
                  <c:v>28-07-2021</c:v>
                </c:pt>
                <c:pt idx="1412">
                  <c:v>28-07-2021</c:v>
                </c:pt>
                <c:pt idx="1413">
                  <c:v>28-07-2021</c:v>
                </c:pt>
                <c:pt idx="1414">
                  <c:v>28-07-2021</c:v>
                </c:pt>
                <c:pt idx="1415">
                  <c:v>28-07-2021</c:v>
                </c:pt>
                <c:pt idx="1416">
                  <c:v>28-07-2021</c:v>
                </c:pt>
                <c:pt idx="1417">
                  <c:v>28-07-2021</c:v>
                </c:pt>
                <c:pt idx="1418">
                  <c:v>28-07-2021</c:v>
                </c:pt>
                <c:pt idx="1419">
                  <c:v>28-07-2021</c:v>
                </c:pt>
                <c:pt idx="1420">
                  <c:v>28-07-2021</c:v>
                </c:pt>
                <c:pt idx="1421">
                  <c:v>28-07-2021</c:v>
                </c:pt>
                <c:pt idx="1422">
                  <c:v>28-07-2021</c:v>
                </c:pt>
                <c:pt idx="1423">
                  <c:v>28-07-2021</c:v>
                </c:pt>
                <c:pt idx="1424">
                  <c:v>28-07-2021</c:v>
                </c:pt>
                <c:pt idx="1425">
                  <c:v>28-07-2021</c:v>
                </c:pt>
                <c:pt idx="1426">
                  <c:v>28-07-2021</c:v>
                </c:pt>
                <c:pt idx="1427">
                  <c:v>28-07-2021</c:v>
                </c:pt>
                <c:pt idx="1428">
                  <c:v>28-07-2021</c:v>
                </c:pt>
                <c:pt idx="1429">
                  <c:v>28-07-2021</c:v>
                </c:pt>
                <c:pt idx="1430">
                  <c:v>28-07-2021</c:v>
                </c:pt>
                <c:pt idx="1431">
                  <c:v>28-07-2021</c:v>
                </c:pt>
                <c:pt idx="1432">
                  <c:v>28-07-2021</c:v>
                </c:pt>
                <c:pt idx="1433">
                  <c:v>28-07-2021</c:v>
                </c:pt>
                <c:pt idx="1434">
                  <c:v>28-07-2021</c:v>
                </c:pt>
                <c:pt idx="1435">
                  <c:v>28-07-2021</c:v>
                </c:pt>
                <c:pt idx="1436">
                  <c:v>28-07-2021</c:v>
                </c:pt>
                <c:pt idx="1437">
                  <c:v>29-07-2021</c:v>
                </c:pt>
                <c:pt idx="1438">
                  <c:v>29-07-2021</c:v>
                </c:pt>
                <c:pt idx="1439">
                  <c:v>29-07-2021</c:v>
                </c:pt>
                <c:pt idx="1440">
                  <c:v>29-07-2021</c:v>
                </c:pt>
                <c:pt idx="1441">
                  <c:v>29-07-2021</c:v>
                </c:pt>
                <c:pt idx="1442">
                  <c:v>29-07-2021</c:v>
                </c:pt>
                <c:pt idx="1443">
                  <c:v>29-07-2021</c:v>
                </c:pt>
                <c:pt idx="1444">
                  <c:v>29-07-2021</c:v>
                </c:pt>
                <c:pt idx="1445">
                  <c:v>29-07-2021</c:v>
                </c:pt>
                <c:pt idx="1446">
                  <c:v>29-07-2021</c:v>
                </c:pt>
                <c:pt idx="1447">
                  <c:v>29-07-2021</c:v>
                </c:pt>
                <c:pt idx="1448">
                  <c:v>29-07-2021</c:v>
                </c:pt>
                <c:pt idx="1449">
                  <c:v>29-07-2021</c:v>
                </c:pt>
                <c:pt idx="1450">
                  <c:v>29-07-2021</c:v>
                </c:pt>
                <c:pt idx="1451">
                  <c:v>29-07-2021</c:v>
                </c:pt>
                <c:pt idx="1452">
                  <c:v>29-07-2021</c:v>
                </c:pt>
                <c:pt idx="1453">
                  <c:v>29-07-2021</c:v>
                </c:pt>
                <c:pt idx="1454">
                  <c:v>29-07-2021</c:v>
                </c:pt>
                <c:pt idx="1455">
                  <c:v>29-07-2021</c:v>
                </c:pt>
                <c:pt idx="1456">
                  <c:v>29-07-2021</c:v>
                </c:pt>
                <c:pt idx="1457">
                  <c:v>29-07-2021</c:v>
                </c:pt>
                <c:pt idx="1458">
                  <c:v>29-07-2021</c:v>
                </c:pt>
                <c:pt idx="1459">
                  <c:v>29-07-2021</c:v>
                </c:pt>
                <c:pt idx="1460">
                  <c:v>29-07-2021</c:v>
                </c:pt>
                <c:pt idx="1461">
                  <c:v>29-07-2021</c:v>
                </c:pt>
                <c:pt idx="1462">
                  <c:v>29-07-2021</c:v>
                </c:pt>
                <c:pt idx="1463">
                  <c:v>29-07-2021</c:v>
                </c:pt>
                <c:pt idx="1464">
                  <c:v>29-07-2021</c:v>
                </c:pt>
                <c:pt idx="1465">
                  <c:v>29-07-2021</c:v>
                </c:pt>
                <c:pt idx="1466">
                  <c:v>29-07-2021</c:v>
                </c:pt>
                <c:pt idx="1467">
                  <c:v>29-07-2021</c:v>
                </c:pt>
                <c:pt idx="1468">
                  <c:v>29-07-2021</c:v>
                </c:pt>
                <c:pt idx="1469">
                  <c:v>29-07-2021</c:v>
                </c:pt>
                <c:pt idx="1470">
                  <c:v>29-07-2021</c:v>
                </c:pt>
                <c:pt idx="1471">
                  <c:v>29-07-2021</c:v>
                </c:pt>
                <c:pt idx="1472">
                  <c:v>29-07-2021</c:v>
                </c:pt>
                <c:pt idx="1473">
                  <c:v>29-07-2021</c:v>
                </c:pt>
                <c:pt idx="1474">
                  <c:v>29-07-2021</c:v>
                </c:pt>
                <c:pt idx="1475">
                  <c:v>29-07-2021</c:v>
                </c:pt>
                <c:pt idx="1476">
                  <c:v>29-07-2021</c:v>
                </c:pt>
                <c:pt idx="1477">
                  <c:v>29-07-2021</c:v>
                </c:pt>
                <c:pt idx="1478">
                  <c:v>29-07-2021</c:v>
                </c:pt>
                <c:pt idx="1479">
                  <c:v>29-07-2021</c:v>
                </c:pt>
                <c:pt idx="1480">
                  <c:v>29-07-2021</c:v>
                </c:pt>
                <c:pt idx="1481">
                  <c:v>29-07-2021</c:v>
                </c:pt>
                <c:pt idx="1482">
                  <c:v>29-07-2021</c:v>
                </c:pt>
                <c:pt idx="1483">
                  <c:v>29-07-2021</c:v>
                </c:pt>
                <c:pt idx="1484">
                  <c:v>29-07-2021</c:v>
                </c:pt>
                <c:pt idx="1485">
                  <c:v>29-07-2021</c:v>
                </c:pt>
                <c:pt idx="1486">
                  <c:v>29-07-2021</c:v>
                </c:pt>
                <c:pt idx="1487">
                  <c:v>29-07-2021</c:v>
                </c:pt>
                <c:pt idx="1488">
                  <c:v>29-07-2021</c:v>
                </c:pt>
                <c:pt idx="1489">
                  <c:v>29-07-2021</c:v>
                </c:pt>
                <c:pt idx="1490">
                  <c:v>30-07-2021</c:v>
                </c:pt>
                <c:pt idx="1491">
                  <c:v>30-07-2021</c:v>
                </c:pt>
                <c:pt idx="1492">
                  <c:v>30-07-2021</c:v>
                </c:pt>
                <c:pt idx="1493">
                  <c:v>30-07-2021</c:v>
                </c:pt>
                <c:pt idx="1494">
                  <c:v>30-07-2021</c:v>
                </c:pt>
                <c:pt idx="1495">
                  <c:v>30-07-2021</c:v>
                </c:pt>
                <c:pt idx="1496">
                  <c:v>30-07-2021</c:v>
                </c:pt>
                <c:pt idx="1497">
                  <c:v>30-07-2021</c:v>
                </c:pt>
                <c:pt idx="1498">
                  <c:v>30-07-2021</c:v>
                </c:pt>
                <c:pt idx="1499">
                  <c:v>30-07-2021</c:v>
                </c:pt>
                <c:pt idx="1500">
                  <c:v>30-07-2021</c:v>
                </c:pt>
                <c:pt idx="1501">
                  <c:v>30-07-2021</c:v>
                </c:pt>
                <c:pt idx="1502">
                  <c:v>30-07-2021</c:v>
                </c:pt>
                <c:pt idx="1503">
                  <c:v>30-07-2021</c:v>
                </c:pt>
                <c:pt idx="1504">
                  <c:v>30-07-2021</c:v>
                </c:pt>
                <c:pt idx="1505">
                  <c:v>30-07-2021</c:v>
                </c:pt>
                <c:pt idx="1506">
                  <c:v>30-07-2021</c:v>
                </c:pt>
                <c:pt idx="1507">
                  <c:v>30-07-2021</c:v>
                </c:pt>
                <c:pt idx="1508">
                  <c:v>30-07-2021</c:v>
                </c:pt>
                <c:pt idx="1509">
                  <c:v>30-07-2021</c:v>
                </c:pt>
                <c:pt idx="1510">
                  <c:v>30-07-2021</c:v>
                </c:pt>
                <c:pt idx="1511">
                  <c:v>30-07-2021</c:v>
                </c:pt>
                <c:pt idx="1512">
                  <c:v>30-07-2021</c:v>
                </c:pt>
                <c:pt idx="1513">
                  <c:v>30-07-2021</c:v>
                </c:pt>
                <c:pt idx="1514">
                  <c:v>30-07-2021</c:v>
                </c:pt>
                <c:pt idx="1515">
                  <c:v>30-07-2021</c:v>
                </c:pt>
                <c:pt idx="1516">
                  <c:v>30-07-2021</c:v>
                </c:pt>
                <c:pt idx="1517">
                  <c:v>30-07-2021</c:v>
                </c:pt>
                <c:pt idx="1518">
                  <c:v>30-07-2021</c:v>
                </c:pt>
                <c:pt idx="1519">
                  <c:v>30-07-2021</c:v>
                </c:pt>
                <c:pt idx="1520">
                  <c:v>30-07-2021</c:v>
                </c:pt>
                <c:pt idx="1521">
                  <c:v>30-07-2021</c:v>
                </c:pt>
                <c:pt idx="1522">
                  <c:v>30-07-2021</c:v>
                </c:pt>
                <c:pt idx="1523">
                  <c:v>30-07-2021</c:v>
                </c:pt>
                <c:pt idx="1524">
                  <c:v>30-07-2021</c:v>
                </c:pt>
                <c:pt idx="1525">
                  <c:v>30-07-2021</c:v>
                </c:pt>
                <c:pt idx="1526">
                  <c:v>30-07-2021</c:v>
                </c:pt>
                <c:pt idx="1527">
                  <c:v>30-07-2021</c:v>
                </c:pt>
                <c:pt idx="1528">
                  <c:v>30-07-2021</c:v>
                </c:pt>
                <c:pt idx="1529">
                  <c:v>30-07-2021</c:v>
                </c:pt>
                <c:pt idx="1530">
                  <c:v>30-07-2021</c:v>
                </c:pt>
                <c:pt idx="1531">
                  <c:v>30-07-2021</c:v>
                </c:pt>
                <c:pt idx="1532">
                  <c:v>30-07-2021</c:v>
                </c:pt>
                <c:pt idx="1533">
                  <c:v>30-07-2021</c:v>
                </c:pt>
                <c:pt idx="1534">
                  <c:v>30-07-2021</c:v>
                </c:pt>
                <c:pt idx="1535">
                  <c:v>30-07-2021</c:v>
                </c:pt>
                <c:pt idx="1536">
                  <c:v>30-07-2021</c:v>
                </c:pt>
                <c:pt idx="1537">
                  <c:v>30-07-2021</c:v>
                </c:pt>
                <c:pt idx="1538">
                  <c:v>30-07-2021</c:v>
                </c:pt>
                <c:pt idx="1539">
                  <c:v>30-07-2021</c:v>
                </c:pt>
                <c:pt idx="1540">
                  <c:v>30-07-2021</c:v>
                </c:pt>
                <c:pt idx="1541">
                  <c:v>30-07-2021</c:v>
                </c:pt>
                <c:pt idx="1542">
                  <c:v>30-07-2021</c:v>
                </c:pt>
                <c:pt idx="1543">
                  <c:v>30-07-2021</c:v>
                </c:pt>
                <c:pt idx="1544">
                  <c:v>30-07-2021</c:v>
                </c:pt>
                <c:pt idx="1545">
                  <c:v>30-07-2021</c:v>
                </c:pt>
                <c:pt idx="1546">
                  <c:v>30-07-2021</c:v>
                </c:pt>
                <c:pt idx="1547">
                  <c:v>30-07-2021</c:v>
                </c:pt>
                <c:pt idx="1548">
                  <c:v>30-07-2021</c:v>
                </c:pt>
                <c:pt idx="1549">
                  <c:v>30-07-2021</c:v>
                </c:pt>
                <c:pt idx="1550">
                  <c:v>30-07-2021</c:v>
                </c:pt>
                <c:pt idx="1551">
                  <c:v>30-07-2021</c:v>
                </c:pt>
                <c:pt idx="1552">
                  <c:v>30-07-2021</c:v>
                </c:pt>
                <c:pt idx="1553">
                  <c:v>30-07-2021</c:v>
                </c:pt>
                <c:pt idx="1554">
                  <c:v>30-07-2021</c:v>
                </c:pt>
                <c:pt idx="1555">
                  <c:v>30-07-2021</c:v>
                </c:pt>
                <c:pt idx="1556">
                  <c:v>30-07-2021</c:v>
                </c:pt>
                <c:pt idx="1557">
                  <c:v>30-07-2021</c:v>
                </c:pt>
                <c:pt idx="1558">
                  <c:v>30-07-2021</c:v>
                </c:pt>
                <c:pt idx="1559">
                  <c:v>30-07-2021</c:v>
                </c:pt>
                <c:pt idx="1560">
                  <c:v>30-07-2021</c:v>
                </c:pt>
                <c:pt idx="1561">
                  <c:v>30-07-2021</c:v>
                </c:pt>
                <c:pt idx="1562">
                  <c:v>30-07-2021</c:v>
                </c:pt>
                <c:pt idx="1563">
                  <c:v>30-07-2021</c:v>
                </c:pt>
                <c:pt idx="1564">
                  <c:v>30-07-2021</c:v>
                </c:pt>
                <c:pt idx="1565">
                  <c:v>30-07-2021</c:v>
                </c:pt>
                <c:pt idx="1566">
                  <c:v>30-07-2021</c:v>
                </c:pt>
                <c:pt idx="1567">
                  <c:v>30-07-2021</c:v>
                </c:pt>
                <c:pt idx="1568">
                  <c:v>30-07-2021</c:v>
                </c:pt>
                <c:pt idx="1569">
                  <c:v>30-07-2021</c:v>
                </c:pt>
                <c:pt idx="1570">
                  <c:v>30-07-2021</c:v>
                </c:pt>
                <c:pt idx="1571">
                  <c:v>30-07-2021</c:v>
                </c:pt>
                <c:pt idx="1572">
                  <c:v>30-07-2021</c:v>
                </c:pt>
                <c:pt idx="1573">
                  <c:v>30-07-2021</c:v>
                </c:pt>
                <c:pt idx="1574">
                  <c:v>03-09-2021</c:v>
                </c:pt>
                <c:pt idx="1575">
                  <c:v>03-09-2021</c:v>
                </c:pt>
                <c:pt idx="1576">
                  <c:v>03-09-2021</c:v>
                </c:pt>
                <c:pt idx="1577">
                  <c:v>03-09-2021</c:v>
                </c:pt>
                <c:pt idx="1578">
                  <c:v>03-09-2021</c:v>
                </c:pt>
                <c:pt idx="1579">
                  <c:v>03-09-2021</c:v>
                </c:pt>
                <c:pt idx="1580">
                  <c:v>03-09-2021</c:v>
                </c:pt>
                <c:pt idx="1581">
                  <c:v>03-09-2021</c:v>
                </c:pt>
                <c:pt idx="1582">
                  <c:v>03-09-2021</c:v>
                </c:pt>
                <c:pt idx="1583">
                  <c:v>03-09-2021</c:v>
                </c:pt>
                <c:pt idx="1584">
                  <c:v>03-09-2021</c:v>
                </c:pt>
                <c:pt idx="1585">
                  <c:v>03-09-2021</c:v>
                </c:pt>
                <c:pt idx="1586">
                  <c:v>03-09-2021</c:v>
                </c:pt>
                <c:pt idx="1587">
                  <c:v>03-09-2021</c:v>
                </c:pt>
                <c:pt idx="1588">
                  <c:v>03-09-2021</c:v>
                </c:pt>
                <c:pt idx="1589">
                  <c:v>03-09-2021</c:v>
                </c:pt>
                <c:pt idx="1590">
                  <c:v>03-09-2021</c:v>
                </c:pt>
                <c:pt idx="1591">
                  <c:v>03-09-2021</c:v>
                </c:pt>
                <c:pt idx="1592">
                  <c:v>03-09-2021</c:v>
                </c:pt>
                <c:pt idx="1593">
                  <c:v>03-09-2021</c:v>
                </c:pt>
                <c:pt idx="1594">
                  <c:v>03-09-2021</c:v>
                </c:pt>
                <c:pt idx="1595">
                  <c:v>03-09-2021</c:v>
                </c:pt>
                <c:pt idx="1596">
                  <c:v>03-09-2021</c:v>
                </c:pt>
                <c:pt idx="1597">
                  <c:v>03-09-2021</c:v>
                </c:pt>
                <c:pt idx="1598">
                  <c:v>03-09-2021</c:v>
                </c:pt>
                <c:pt idx="1599">
                  <c:v>03-09-2021</c:v>
                </c:pt>
                <c:pt idx="1600">
                  <c:v>03-09-2021</c:v>
                </c:pt>
                <c:pt idx="1601">
                  <c:v>03-09-2021</c:v>
                </c:pt>
                <c:pt idx="1602">
                  <c:v>03-09-2021</c:v>
                </c:pt>
                <c:pt idx="1603">
                  <c:v>03-09-2021</c:v>
                </c:pt>
                <c:pt idx="1604">
                  <c:v>03-09-2021</c:v>
                </c:pt>
                <c:pt idx="1605">
                  <c:v>03-09-2021</c:v>
                </c:pt>
                <c:pt idx="1606">
                  <c:v>03-09-2021</c:v>
                </c:pt>
                <c:pt idx="1607">
                  <c:v>03-09-2021</c:v>
                </c:pt>
                <c:pt idx="1608">
                  <c:v>03-09-2021</c:v>
                </c:pt>
                <c:pt idx="1609">
                  <c:v>03-09-2021</c:v>
                </c:pt>
                <c:pt idx="1610">
                  <c:v>03-09-2021</c:v>
                </c:pt>
                <c:pt idx="1611">
                  <c:v>03-09-2021</c:v>
                </c:pt>
                <c:pt idx="1612">
                  <c:v>03-09-2021</c:v>
                </c:pt>
                <c:pt idx="1613">
                  <c:v>03-09-2021</c:v>
                </c:pt>
                <c:pt idx="1614">
                  <c:v>03-09-2021</c:v>
                </c:pt>
                <c:pt idx="1615">
                  <c:v>03-09-2021</c:v>
                </c:pt>
                <c:pt idx="1616">
                  <c:v>03-09-2021</c:v>
                </c:pt>
                <c:pt idx="1617">
                  <c:v>03-09-2021</c:v>
                </c:pt>
                <c:pt idx="1618">
                  <c:v>03-09-2021</c:v>
                </c:pt>
                <c:pt idx="1619">
                  <c:v>03-09-2021</c:v>
                </c:pt>
                <c:pt idx="1620">
                  <c:v>03-09-2021</c:v>
                </c:pt>
                <c:pt idx="1621">
                  <c:v>03-09-2021</c:v>
                </c:pt>
                <c:pt idx="1622">
                  <c:v>03-09-2021</c:v>
                </c:pt>
                <c:pt idx="1623">
                  <c:v>03-09-2021</c:v>
                </c:pt>
                <c:pt idx="1624">
                  <c:v>03-09-2021</c:v>
                </c:pt>
                <c:pt idx="1625">
                  <c:v>03-09-2021</c:v>
                </c:pt>
                <c:pt idx="1626">
                  <c:v>04-09-2021</c:v>
                </c:pt>
                <c:pt idx="1627">
                  <c:v>04-09-2021</c:v>
                </c:pt>
                <c:pt idx="1628">
                  <c:v>04-09-2021</c:v>
                </c:pt>
                <c:pt idx="1629">
                  <c:v>04-09-2021</c:v>
                </c:pt>
                <c:pt idx="1630">
                  <c:v>04-09-2021</c:v>
                </c:pt>
                <c:pt idx="1631">
                  <c:v>04-09-2021</c:v>
                </c:pt>
                <c:pt idx="1632">
                  <c:v>04-09-2021</c:v>
                </c:pt>
                <c:pt idx="1633">
                  <c:v>04-09-2021</c:v>
                </c:pt>
                <c:pt idx="1634">
                  <c:v>04-09-2021</c:v>
                </c:pt>
                <c:pt idx="1635">
                  <c:v>04-09-2021</c:v>
                </c:pt>
                <c:pt idx="1636">
                  <c:v>04-09-2021</c:v>
                </c:pt>
                <c:pt idx="1637">
                  <c:v>04-09-2021</c:v>
                </c:pt>
                <c:pt idx="1638">
                  <c:v>04-09-2021</c:v>
                </c:pt>
                <c:pt idx="1639">
                  <c:v>04-09-2021</c:v>
                </c:pt>
                <c:pt idx="1640">
                  <c:v>04-09-2021</c:v>
                </c:pt>
                <c:pt idx="1641">
                  <c:v>04-09-2021</c:v>
                </c:pt>
                <c:pt idx="1642">
                  <c:v>04-09-2021</c:v>
                </c:pt>
                <c:pt idx="1643">
                  <c:v>04-09-2021</c:v>
                </c:pt>
                <c:pt idx="1644">
                  <c:v>04-09-2021</c:v>
                </c:pt>
                <c:pt idx="1645">
                  <c:v>04-09-2021</c:v>
                </c:pt>
                <c:pt idx="1646">
                  <c:v>04-09-2021</c:v>
                </c:pt>
                <c:pt idx="1647">
                  <c:v>04-09-2021</c:v>
                </c:pt>
                <c:pt idx="1648">
                  <c:v>04-09-2021</c:v>
                </c:pt>
                <c:pt idx="1649">
                  <c:v>04-09-2021</c:v>
                </c:pt>
                <c:pt idx="1650">
                  <c:v>04-09-2021</c:v>
                </c:pt>
                <c:pt idx="1651">
                  <c:v>04-09-2021</c:v>
                </c:pt>
                <c:pt idx="1652">
                  <c:v>04-09-2021</c:v>
                </c:pt>
                <c:pt idx="1653">
                  <c:v>04-09-2021</c:v>
                </c:pt>
                <c:pt idx="1654">
                  <c:v>04-09-2021</c:v>
                </c:pt>
                <c:pt idx="1655">
                  <c:v>04-09-2021</c:v>
                </c:pt>
                <c:pt idx="1656">
                  <c:v>04-09-2021</c:v>
                </c:pt>
                <c:pt idx="1657">
                  <c:v>04-09-2021</c:v>
                </c:pt>
                <c:pt idx="1658">
                  <c:v>04-09-2021</c:v>
                </c:pt>
                <c:pt idx="1659">
                  <c:v>04-09-2021</c:v>
                </c:pt>
                <c:pt idx="1660">
                  <c:v>04-09-2021</c:v>
                </c:pt>
                <c:pt idx="1661">
                  <c:v>04-09-2021</c:v>
                </c:pt>
                <c:pt idx="1662">
                  <c:v>04-09-2021</c:v>
                </c:pt>
                <c:pt idx="1663">
                  <c:v>04-09-2021</c:v>
                </c:pt>
                <c:pt idx="1664">
                  <c:v>04-09-2021</c:v>
                </c:pt>
                <c:pt idx="1665">
                  <c:v>04-09-2021</c:v>
                </c:pt>
                <c:pt idx="1666">
                  <c:v>04-09-2021</c:v>
                </c:pt>
                <c:pt idx="1667">
                  <c:v>04-09-2021</c:v>
                </c:pt>
                <c:pt idx="1668">
                  <c:v>04-09-2021</c:v>
                </c:pt>
                <c:pt idx="1669">
                  <c:v>04-09-2021</c:v>
                </c:pt>
                <c:pt idx="1670">
                  <c:v>04-09-2021</c:v>
                </c:pt>
                <c:pt idx="1671">
                  <c:v>05-09-2021</c:v>
                </c:pt>
                <c:pt idx="1672">
                  <c:v>05-09-2021</c:v>
                </c:pt>
                <c:pt idx="1673">
                  <c:v>05-09-2021</c:v>
                </c:pt>
                <c:pt idx="1674">
                  <c:v>05-09-2021</c:v>
                </c:pt>
                <c:pt idx="1675">
                  <c:v>05-09-2021</c:v>
                </c:pt>
                <c:pt idx="1676">
                  <c:v>05-09-2021</c:v>
                </c:pt>
                <c:pt idx="1677">
                  <c:v>05-09-2021</c:v>
                </c:pt>
                <c:pt idx="1678">
                  <c:v>05-09-2021</c:v>
                </c:pt>
                <c:pt idx="1679">
                  <c:v>05-09-2021</c:v>
                </c:pt>
                <c:pt idx="1680">
                  <c:v>05-09-2021</c:v>
                </c:pt>
                <c:pt idx="1681">
                  <c:v>05-09-2021</c:v>
                </c:pt>
                <c:pt idx="1682">
                  <c:v>05-09-2021</c:v>
                </c:pt>
                <c:pt idx="1683">
                  <c:v>05-09-2021</c:v>
                </c:pt>
                <c:pt idx="1684">
                  <c:v>05-09-2021</c:v>
                </c:pt>
                <c:pt idx="1685">
                  <c:v>05-09-2021</c:v>
                </c:pt>
                <c:pt idx="1686">
                  <c:v>05-09-2021</c:v>
                </c:pt>
                <c:pt idx="1687">
                  <c:v>05-09-2021</c:v>
                </c:pt>
                <c:pt idx="1688">
                  <c:v>05-09-2021</c:v>
                </c:pt>
                <c:pt idx="1689">
                  <c:v>05-09-2021</c:v>
                </c:pt>
                <c:pt idx="1690">
                  <c:v>05-09-2021</c:v>
                </c:pt>
                <c:pt idx="1691">
                  <c:v>05-09-2021</c:v>
                </c:pt>
                <c:pt idx="1692">
                  <c:v>05-09-2021</c:v>
                </c:pt>
                <c:pt idx="1693">
                  <c:v>05-09-2021</c:v>
                </c:pt>
                <c:pt idx="1694">
                  <c:v>05-09-2021</c:v>
                </c:pt>
                <c:pt idx="1695">
                  <c:v>05-09-2021</c:v>
                </c:pt>
                <c:pt idx="1696">
                  <c:v>05-09-2021</c:v>
                </c:pt>
                <c:pt idx="1697">
                  <c:v>05-09-2021</c:v>
                </c:pt>
                <c:pt idx="1698">
                  <c:v>05-09-2021</c:v>
                </c:pt>
                <c:pt idx="1699">
                  <c:v>05-09-2021</c:v>
                </c:pt>
                <c:pt idx="1700">
                  <c:v>05-09-2021</c:v>
                </c:pt>
                <c:pt idx="1701">
                  <c:v>05-09-2021</c:v>
                </c:pt>
                <c:pt idx="1702">
                  <c:v>05-09-2021</c:v>
                </c:pt>
                <c:pt idx="1703">
                  <c:v>05-09-2021</c:v>
                </c:pt>
                <c:pt idx="1704">
                  <c:v>05-09-2021</c:v>
                </c:pt>
                <c:pt idx="1705">
                  <c:v>05-09-2021</c:v>
                </c:pt>
                <c:pt idx="1706">
                  <c:v>05-09-2021</c:v>
                </c:pt>
                <c:pt idx="1707">
                  <c:v>05-09-2021</c:v>
                </c:pt>
                <c:pt idx="1708">
                  <c:v>05-09-2021</c:v>
                </c:pt>
                <c:pt idx="1709">
                  <c:v>05-09-2021</c:v>
                </c:pt>
                <c:pt idx="1710">
                  <c:v>05-09-2021</c:v>
                </c:pt>
                <c:pt idx="1711">
                  <c:v>05-09-2021</c:v>
                </c:pt>
                <c:pt idx="1712">
                  <c:v>05-09-2021</c:v>
                </c:pt>
                <c:pt idx="1713">
                  <c:v>05-09-2021</c:v>
                </c:pt>
                <c:pt idx="1714">
                  <c:v>05-09-2021</c:v>
                </c:pt>
                <c:pt idx="1715">
                  <c:v>05-09-2021</c:v>
                </c:pt>
                <c:pt idx="1716">
                  <c:v>05-09-2021</c:v>
                </c:pt>
                <c:pt idx="1717">
                  <c:v>05-09-2021</c:v>
                </c:pt>
                <c:pt idx="1718">
                  <c:v>05-09-2021</c:v>
                </c:pt>
                <c:pt idx="1719">
                  <c:v>05-09-2021</c:v>
                </c:pt>
                <c:pt idx="1720">
                  <c:v>05-09-2021</c:v>
                </c:pt>
                <c:pt idx="1721">
                  <c:v>05-09-2021</c:v>
                </c:pt>
                <c:pt idx="1722">
                  <c:v>05-09-2021</c:v>
                </c:pt>
                <c:pt idx="1723">
                  <c:v>06-09-2021</c:v>
                </c:pt>
                <c:pt idx="1724">
                  <c:v>06-09-2021</c:v>
                </c:pt>
                <c:pt idx="1725">
                  <c:v>06-09-2021</c:v>
                </c:pt>
                <c:pt idx="1726">
                  <c:v>06-09-2021</c:v>
                </c:pt>
                <c:pt idx="1727">
                  <c:v>06-09-2021</c:v>
                </c:pt>
                <c:pt idx="1728">
                  <c:v>06-09-2021</c:v>
                </c:pt>
                <c:pt idx="1729">
                  <c:v>06-09-2021</c:v>
                </c:pt>
                <c:pt idx="1730">
                  <c:v>06-09-2021</c:v>
                </c:pt>
                <c:pt idx="1731">
                  <c:v>06-09-2021</c:v>
                </c:pt>
                <c:pt idx="1732">
                  <c:v>06-09-2021</c:v>
                </c:pt>
                <c:pt idx="1733">
                  <c:v>06-09-2021</c:v>
                </c:pt>
                <c:pt idx="1734">
                  <c:v>06-09-2021</c:v>
                </c:pt>
                <c:pt idx="1735">
                  <c:v>06-09-2021</c:v>
                </c:pt>
                <c:pt idx="1736">
                  <c:v>06-09-2021</c:v>
                </c:pt>
                <c:pt idx="1737">
                  <c:v>06-09-2021</c:v>
                </c:pt>
                <c:pt idx="1738">
                  <c:v>06-09-2021</c:v>
                </c:pt>
                <c:pt idx="1739">
                  <c:v>06-09-2021</c:v>
                </c:pt>
                <c:pt idx="1740">
                  <c:v>06-09-2021</c:v>
                </c:pt>
                <c:pt idx="1741">
                  <c:v>06-09-2021</c:v>
                </c:pt>
                <c:pt idx="1742">
                  <c:v>06-09-2021</c:v>
                </c:pt>
                <c:pt idx="1743">
                  <c:v>06-09-2021</c:v>
                </c:pt>
                <c:pt idx="1744">
                  <c:v>06-09-2021</c:v>
                </c:pt>
                <c:pt idx="1745">
                  <c:v>06-09-2021</c:v>
                </c:pt>
                <c:pt idx="1746">
                  <c:v>06-09-2021</c:v>
                </c:pt>
                <c:pt idx="1747">
                  <c:v>06-09-2021</c:v>
                </c:pt>
                <c:pt idx="1748">
                  <c:v>06-09-2021</c:v>
                </c:pt>
                <c:pt idx="1749">
                  <c:v>06-09-2021</c:v>
                </c:pt>
                <c:pt idx="1750">
                  <c:v>06-09-2021</c:v>
                </c:pt>
                <c:pt idx="1751">
                  <c:v>06-09-2021</c:v>
                </c:pt>
                <c:pt idx="1752">
                  <c:v>06-09-2021</c:v>
                </c:pt>
                <c:pt idx="1753">
                  <c:v>06-09-2021</c:v>
                </c:pt>
                <c:pt idx="1754">
                  <c:v>06-09-2021</c:v>
                </c:pt>
                <c:pt idx="1755">
                  <c:v>06-09-2021</c:v>
                </c:pt>
                <c:pt idx="1756">
                  <c:v>06-09-2021</c:v>
                </c:pt>
                <c:pt idx="1757">
                  <c:v>06-09-2021</c:v>
                </c:pt>
                <c:pt idx="1758">
                  <c:v>06-09-2021</c:v>
                </c:pt>
                <c:pt idx="1759">
                  <c:v>06-09-2021</c:v>
                </c:pt>
                <c:pt idx="1760">
                  <c:v>06-09-2021</c:v>
                </c:pt>
                <c:pt idx="1761">
                  <c:v>06-09-2021</c:v>
                </c:pt>
                <c:pt idx="1762">
                  <c:v>06-09-2021</c:v>
                </c:pt>
                <c:pt idx="1763">
                  <c:v>06-09-2021</c:v>
                </c:pt>
                <c:pt idx="1764">
                  <c:v>06-09-2021</c:v>
                </c:pt>
                <c:pt idx="1765">
                  <c:v>06-09-2021</c:v>
                </c:pt>
                <c:pt idx="1766">
                  <c:v>06-09-2021</c:v>
                </c:pt>
                <c:pt idx="1767">
                  <c:v>07-09-2021</c:v>
                </c:pt>
                <c:pt idx="1768">
                  <c:v>07-09-2021</c:v>
                </c:pt>
                <c:pt idx="1769">
                  <c:v>07-09-2021</c:v>
                </c:pt>
                <c:pt idx="1770">
                  <c:v>07-09-2021</c:v>
                </c:pt>
                <c:pt idx="1771">
                  <c:v>07-09-2021</c:v>
                </c:pt>
                <c:pt idx="1772">
                  <c:v>07-09-2021</c:v>
                </c:pt>
                <c:pt idx="1773">
                  <c:v>07-09-2021</c:v>
                </c:pt>
                <c:pt idx="1774">
                  <c:v>07-09-2021</c:v>
                </c:pt>
                <c:pt idx="1775">
                  <c:v>07-09-2021</c:v>
                </c:pt>
                <c:pt idx="1776">
                  <c:v>07-09-2021</c:v>
                </c:pt>
                <c:pt idx="1777">
                  <c:v>07-09-2021</c:v>
                </c:pt>
                <c:pt idx="1778">
                  <c:v>07-09-2021</c:v>
                </c:pt>
                <c:pt idx="1779">
                  <c:v>07-09-2021</c:v>
                </c:pt>
                <c:pt idx="1780">
                  <c:v>07-09-2021</c:v>
                </c:pt>
                <c:pt idx="1781">
                  <c:v>07-09-2021</c:v>
                </c:pt>
                <c:pt idx="1782">
                  <c:v>07-09-2021</c:v>
                </c:pt>
                <c:pt idx="1783">
                  <c:v>07-09-2021</c:v>
                </c:pt>
                <c:pt idx="1784">
                  <c:v>07-09-2021</c:v>
                </c:pt>
                <c:pt idx="1785">
                  <c:v>07-09-2021</c:v>
                </c:pt>
                <c:pt idx="1786">
                  <c:v>07-09-2021</c:v>
                </c:pt>
                <c:pt idx="1787">
                  <c:v>07-09-2021</c:v>
                </c:pt>
                <c:pt idx="1788">
                  <c:v>07-09-2021</c:v>
                </c:pt>
                <c:pt idx="1789">
                  <c:v>07-09-2021</c:v>
                </c:pt>
                <c:pt idx="1790">
                  <c:v>07-09-2021</c:v>
                </c:pt>
                <c:pt idx="1791">
                  <c:v>07-09-2021</c:v>
                </c:pt>
                <c:pt idx="1792">
                  <c:v>07-09-2021</c:v>
                </c:pt>
                <c:pt idx="1793">
                  <c:v>07-09-2021</c:v>
                </c:pt>
                <c:pt idx="1794">
                  <c:v>07-09-2021</c:v>
                </c:pt>
                <c:pt idx="1795">
                  <c:v>07-09-2021</c:v>
                </c:pt>
                <c:pt idx="1796">
                  <c:v>07-09-2021</c:v>
                </c:pt>
                <c:pt idx="1797">
                  <c:v>07-09-2021</c:v>
                </c:pt>
                <c:pt idx="1798">
                  <c:v>07-09-2021</c:v>
                </c:pt>
                <c:pt idx="1799">
                  <c:v>07-09-2021</c:v>
                </c:pt>
                <c:pt idx="1800">
                  <c:v>07-09-2021</c:v>
                </c:pt>
                <c:pt idx="1801">
                  <c:v>07-09-2021</c:v>
                </c:pt>
                <c:pt idx="1802">
                  <c:v>07-09-2021</c:v>
                </c:pt>
                <c:pt idx="1803">
                  <c:v>07-09-2021</c:v>
                </c:pt>
                <c:pt idx="1804">
                  <c:v>07-09-2021</c:v>
                </c:pt>
                <c:pt idx="1805">
                  <c:v>07-09-2021</c:v>
                </c:pt>
                <c:pt idx="1806">
                  <c:v>07-09-2021</c:v>
                </c:pt>
                <c:pt idx="1807">
                  <c:v>07-09-2021</c:v>
                </c:pt>
                <c:pt idx="1808">
                  <c:v>07-09-2021</c:v>
                </c:pt>
                <c:pt idx="1809">
                  <c:v>07-09-2021</c:v>
                </c:pt>
                <c:pt idx="1810">
                  <c:v>07-09-2021</c:v>
                </c:pt>
                <c:pt idx="1811">
                  <c:v>07-09-2021</c:v>
                </c:pt>
                <c:pt idx="1812">
                  <c:v>07-09-2021</c:v>
                </c:pt>
                <c:pt idx="1813">
                  <c:v>07-09-2021</c:v>
                </c:pt>
                <c:pt idx="1814">
                  <c:v>07-09-2021</c:v>
                </c:pt>
                <c:pt idx="1815">
                  <c:v>07-09-2021</c:v>
                </c:pt>
                <c:pt idx="1816">
                  <c:v>07-09-2021</c:v>
                </c:pt>
                <c:pt idx="1817">
                  <c:v>08-09-2021</c:v>
                </c:pt>
                <c:pt idx="1818">
                  <c:v>08-09-2021</c:v>
                </c:pt>
                <c:pt idx="1819">
                  <c:v>08-09-2021</c:v>
                </c:pt>
                <c:pt idx="1820">
                  <c:v>08-09-2021</c:v>
                </c:pt>
                <c:pt idx="1821">
                  <c:v>08-09-2021</c:v>
                </c:pt>
                <c:pt idx="1822">
                  <c:v>08-09-2021</c:v>
                </c:pt>
                <c:pt idx="1823">
                  <c:v>08-09-2021</c:v>
                </c:pt>
                <c:pt idx="1824">
                  <c:v>08-09-2021</c:v>
                </c:pt>
                <c:pt idx="1825">
                  <c:v>08-09-2021</c:v>
                </c:pt>
                <c:pt idx="1826">
                  <c:v>08-09-2021</c:v>
                </c:pt>
                <c:pt idx="1827">
                  <c:v>08-09-2021</c:v>
                </c:pt>
                <c:pt idx="1828">
                  <c:v>08-09-2021</c:v>
                </c:pt>
                <c:pt idx="1829">
                  <c:v>08-09-2021</c:v>
                </c:pt>
                <c:pt idx="1830">
                  <c:v>08-09-2021</c:v>
                </c:pt>
                <c:pt idx="1831">
                  <c:v>08-09-2021</c:v>
                </c:pt>
                <c:pt idx="1832">
                  <c:v>08-09-2021</c:v>
                </c:pt>
                <c:pt idx="1833">
                  <c:v>08-09-2021</c:v>
                </c:pt>
                <c:pt idx="1834">
                  <c:v>08-09-2021</c:v>
                </c:pt>
                <c:pt idx="1835">
                  <c:v>08-09-2021</c:v>
                </c:pt>
                <c:pt idx="1836">
                  <c:v>08-09-2021</c:v>
                </c:pt>
                <c:pt idx="1837">
                  <c:v>08-09-2021</c:v>
                </c:pt>
                <c:pt idx="1838">
                  <c:v>08-09-2021</c:v>
                </c:pt>
                <c:pt idx="1839">
                  <c:v>08-09-2021</c:v>
                </c:pt>
                <c:pt idx="1840">
                  <c:v>08-09-2021</c:v>
                </c:pt>
                <c:pt idx="1841">
                  <c:v>08-09-2021</c:v>
                </c:pt>
                <c:pt idx="1842">
                  <c:v>08-09-2021</c:v>
                </c:pt>
                <c:pt idx="1843">
                  <c:v>08-09-2021</c:v>
                </c:pt>
                <c:pt idx="1844">
                  <c:v>08-09-2021</c:v>
                </c:pt>
                <c:pt idx="1845">
                  <c:v>08-09-2021</c:v>
                </c:pt>
                <c:pt idx="1846">
                  <c:v>08-09-2021</c:v>
                </c:pt>
                <c:pt idx="1847">
                  <c:v>08-09-2021</c:v>
                </c:pt>
                <c:pt idx="1848">
                  <c:v>08-09-2021</c:v>
                </c:pt>
                <c:pt idx="1849">
                  <c:v>08-09-2021</c:v>
                </c:pt>
                <c:pt idx="1850">
                  <c:v>08-09-2021</c:v>
                </c:pt>
                <c:pt idx="1851">
                  <c:v>08-09-2021</c:v>
                </c:pt>
                <c:pt idx="1852">
                  <c:v>08-09-2021</c:v>
                </c:pt>
                <c:pt idx="1853">
                  <c:v>08-09-2021</c:v>
                </c:pt>
                <c:pt idx="1854">
                  <c:v>08-09-2021</c:v>
                </c:pt>
                <c:pt idx="1855">
                  <c:v>08-09-2021</c:v>
                </c:pt>
                <c:pt idx="1856">
                  <c:v>08-09-2021</c:v>
                </c:pt>
                <c:pt idx="1857">
                  <c:v>08-09-2021</c:v>
                </c:pt>
                <c:pt idx="1858">
                  <c:v>08-09-2021</c:v>
                </c:pt>
                <c:pt idx="1859">
                  <c:v>08-09-2021</c:v>
                </c:pt>
                <c:pt idx="1860">
                  <c:v>08-09-2021</c:v>
                </c:pt>
                <c:pt idx="1861">
                  <c:v>08-09-2021</c:v>
                </c:pt>
                <c:pt idx="1862">
                  <c:v>08-09-2021</c:v>
                </c:pt>
                <c:pt idx="1863">
                  <c:v>08-09-2021</c:v>
                </c:pt>
                <c:pt idx="1864">
                  <c:v>08-09-2021</c:v>
                </c:pt>
                <c:pt idx="1865">
                  <c:v>08-09-2021</c:v>
                </c:pt>
                <c:pt idx="1866">
                  <c:v>08-09-2021</c:v>
                </c:pt>
                <c:pt idx="1867">
                  <c:v>08-09-2021</c:v>
                </c:pt>
                <c:pt idx="1868">
                  <c:v>08-09-2021</c:v>
                </c:pt>
                <c:pt idx="1869">
                  <c:v>08-09-2021</c:v>
                </c:pt>
                <c:pt idx="1870">
                  <c:v>08-09-2021</c:v>
                </c:pt>
                <c:pt idx="1871">
                  <c:v>08-09-2021</c:v>
                </c:pt>
                <c:pt idx="1872">
                  <c:v>08-09-2021</c:v>
                </c:pt>
                <c:pt idx="1873">
                  <c:v>09-09-2021</c:v>
                </c:pt>
                <c:pt idx="1874">
                  <c:v>09-09-2021</c:v>
                </c:pt>
                <c:pt idx="1875">
                  <c:v>09-09-2021</c:v>
                </c:pt>
                <c:pt idx="1876">
                  <c:v>09-09-2021</c:v>
                </c:pt>
                <c:pt idx="1877">
                  <c:v>09-09-2021</c:v>
                </c:pt>
                <c:pt idx="1878">
                  <c:v>09-09-2021</c:v>
                </c:pt>
                <c:pt idx="1879">
                  <c:v>09-09-2021</c:v>
                </c:pt>
                <c:pt idx="1880">
                  <c:v>09-09-2021</c:v>
                </c:pt>
                <c:pt idx="1881">
                  <c:v>09-09-2021</c:v>
                </c:pt>
                <c:pt idx="1882">
                  <c:v>09-09-2021</c:v>
                </c:pt>
                <c:pt idx="1883">
                  <c:v>09-09-2021</c:v>
                </c:pt>
                <c:pt idx="1884">
                  <c:v>09-09-2021</c:v>
                </c:pt>
                <c:pt idx="1885">
                  <c:v>09-09-2021</c:v>
                </c:pt>
                <c:pt idx="1886">
                  <c:v>09-09-2021</c:v>
                </c:pt>
                <c:pt idx="1887">
                  <c:v>09-09-2021</c:v>
                </c:pt>
                <c:pt idx="1888">
                  <c:v>09-09-2021</c:v>
                </c:pt>
                <c:pt idx="1889">
                  <c:v>09-09-2021</c:v>
                </c:pt>
                <c:pt idx="1890">
                  <c:v>09-09-2021</c:v>
                </c:pt>
                <c:pt idx="1891">
                  <c:v>09-09-2021</c:v>
                </c:pt>
                <c:pt idx="1892">
                  <c:v>09-09-2021</c:v>
                </c:pt>
                <c:pt idx="1893">
                  <c:v>09-09-2021</c:v>
                </c:pt>
                <c:pt idx="1894">
                  <c:v>09-09-2021</c:v>
                </c:pt>
                <c:pt idx="1895">
                  <c:v>09-09-2021</c:v>
                </c:pt>
                <c:pt idx="1896">
                  <c:v>09-09-2021</c:v>
                </c:pt>
                <c:pt idx="1897">
                  <c:v>09-09-2021</c:v>
                </c:pt>
                <c:pt idx="1898">
                  <c:v>09-09-2021</c:v>
                </c:pt>
                <c:pt idx="1899">
                  <c:v>09-09-2021</c:v>
                </c:pt>
                <c:pt idx="1900">
                  <c:v>09-09-2021</c:v>
                </c:pt>
                <c:pt idx="1901">
                  <c:v>09-09-2021</c:v>
                </c:pt>
                <c:pt idx="1902">
                  <c:v>09-09-2021</c:v>
                </c:pt>
                <c:pt idx="1903">
                  <c:v>09-09-2021</c:v>
                </c:pt>
                <c:pt idx="1904">
                  <c:v>09-09-2021</c:v>
                </c:pt>
                <c:pt idx="1905">
                  <c:v>09-09-2021</c:v>
                </c:pt>
                <c:pt idx="1906">
                  <c:v>09-09-2021</c:v>
                </c:pt>
                <c:pt idx="1907">
                  <c:v>09-09-2021</c:v>
                </c:pt>
                <c:pt idx="1908">
                  <c:v>09-09-2021</c:v>
                </c:pt>
                <c:pt idx="1909">
                  <c:v>09-09-2021</c:v>
                </c:pt>
                <c:pt idx="1910">
                  <c:v>09-09-2021</c:v>
                </c:pt>
                <c:pt idx="1911">
                  <c:v>09-09-2021</c:v>
                </c:pt>
                <c:pt idx="1912">
                  <c:v>09-09-2021</c:v>
                </c:pt>
                <c:pt idx="1913">
                  <c:v>09-09-2021</c:v>
                </c:pt>
                <c:pt idx="1914">
                  <c:v>09-09-2021</c:v>
                </c:pt>
                <c:pt idx="1915">
                  <c:v>09-09-2021</c:v>
                </c:pt>
                <c:pt idx="1916">
                  <c:v>09-09-2021</c:v>
                </c:pt>
                <c:pt idx="1917">
                  <c:v>09-09-2021</c:v>
                </c:pt>
                <c:pt idx="1918">
                  <c:v>09-09-2021</c:v>
                </c:pt>
                <c:pt idx="1919">
                  <c:v>09-09-2021</c:v>
                </c:pt>
                <c:pt idx="1920">
                  <c:v>09-09-2021</c:v>
                </c:pt>
                <c:pt idx="1921">
                  <c:v>09-09-2021</c:v>
                </c:pt>
                <c:pt idx="1922">
                  <c:v>09-09-2021</c:v>
                </c:pt>
                <c:pt idx="1923">
                  <c:v>09-09-2021</c:v>
                </c:pt>
                <c:pt idx="1924">
                  <c:v>09-09-2021</c:v>
                </c:pt>
                <c:pt idx="1925">
                  <c:v>09-09-2021</c:v>
                </c:pt>
                <c:pt idx="1926">
                  <c:v>09-09-2021</c:v>
                </c:pt>
                <c:pt idx="1927">
                  <c:v>09-09-2021</c:v>
                </c:pt>
                <c:pt idx="1928">
                  <c:v>09-09-2021</c:v>
                </c:pt>
                <c:pt idx="1929">
                  <c:v>09-09-2021</c:v>
                </c:pt>
                <c:pt idx="1930">
                  <c:v>09-09-2021</c:v>
                </c:pt>
                <c:pt idx="1931">
                  <c:v>10-09-2021</c:v>
                </c:pt>
                <c:pt idx="1932">
                  <c:v>10-09-2021</c:v>
                </c:pt>
                <c:pt idx="1933">
                  <c:v>10-09-2021</c:v>
                </c:pt>
                <c:pt idx="1934">
                  <c:v>10-09-2021</c:v>
                </c:pt>
                <c:pt idx="1935">
                  <c:v>10-09-2021</c:v>
                </c:pt>
                <c:pt idx="1936">
                  <c:v>10-09-2021</c:v>
                </c:pt>
                <c:pt idx="1937">
                  <c:v>10-09-2021</c:v>
                </c:pt>
                <c:pt idx="1938">
                  <c:v>10-09-2021</c:v>
                </c:pt>
                <c:pt idx="1939">
                  <c:v>10-09-2021</c:v>
                </c:pt>
                <c:pt idx="1940">
                  <c:v>10-09-2021</c:v>
                </c:pt>
                <c:pt idx="1941">
                  <c:v>10-09-2021</c:v>
                </c:pt>
                <c:pt idx="1942">
                  <c:v>10-09-2021</c:v>
                </c:pt>
                <c:pt idx="1943">
                  <c:v>10-09-2021</c:v>
                </c:pt>
                <c:pt idx="1944">
                  <c:v>10-09-2021</c:v>
                </c:pt>
                <c:pt idx="1945">
                  <c:v>10-09-2021</c:v>
                </c:pt>
                <c:pt idx="1946">
                  <c:v>10-09-2021</c:v>
                </c:pt>
                <c:pt idx="1947">
                  <c:v>10-09-2021</c:v>
                </c:pt>
                <c:pt idx="1948">
                  <c:v>10-09-2021</c:v>
                </c:pt>
                <c:pt idx="1949">
                  <c:v>10-09-2021</c:v>
                </c:pt>
                <c:pt idx="1950">
                  <c:v>10-09-2021</c:v>
                </c:pt>
                <c:pt idx="1951">
                  <c:v>10-09-2021</c:v>
                </c:pt>
                <c:pt idx="1952">
                  <c:v>10-09-2021</c:v>
                </c:pt>
                <c:pt idx="1953">
                  <c:v>10-09-2021</c:v>
                </c:pt>
                <c:pt idx="1954">
                  <c:v>10-09-2021</c:v>
                </c:pt>
                <c:pt idx="1955">
                  <c:v>10-09-2021</c:v>
                </c:pt>
                <c:pt idx="1956">
                  <c:v>10-09-2021</c:v>
                </c:pt>
                <c:pt idx="1957">
                  <c:v>10-09-2021</c:v>
                </c:pt>
                <c:pt idx="1958">
                  <c:v>10-09-2021</c:v>
                </c:pt>
                <c:pt idx="1959">
                  <c:v>10-09-2021</c:v>
                </c:pt>
                <c:pt idx="1960">
                  <c:v>10-09-2021</c:v>
                </c:pt>
                <c:pt idx="1961">
                  <c:v>10-09-2021</c:v>
                </c:pt>
                <c:pt idx="1962">
                  <c:v>10-09-2021</c:v>
                </c:pt>
                <c:pt idx="1963">
                  <c:v>10-09-2021</c:v>
                </c:pt>
                <c:pt idx="1964">
                  <c:v>10-09-2021</c:v>
                </c:pt>
                <c:pt idx="1965">
                  <c:v>10-09-2021</c:v>
                </c:pt>
                <c:pt idx="1966">
                  <c:v>10-09-2021</c:v>
                </c:pt>
                <c:pt idx="1967">
                  <c:v>10-09-2021</c:v>
                </c:pt>
                <c:pt idx="1968">
                  <c:v>10-09-2021</c:v>
                </c:pt>
                <c:pt idx="1969">
                  <c:v>10-09-2021</c:v>
                </c:pt>
                <c:pt idx="1970">
                  <c:v>10-09-2021</c:v>
                </c:pt>
                <c:pt idx="1971">
                  <c:v>10-09-2021</c:v>
                </c:pt>
                <c:pt idx="1972">
                  <c:v>10-09-2021</c:v>
                </c:pt>
                <c:pt idx="1973">
                  <c:v>10-09-2021</c:v>
                </c:pt>
                <c:pt idx="1974">
                  <c:v>10-09-2021</c:v>
                </c:pt>
                <c:pt idx="1975">
                  <c:v>10-09-2021</c:v>
                </c:pt>
                <c:pt idx="1976">
                  <c:v>10-09-2021</c:v>
                </c:pt>
                <c:pt idx="1977">
                  <c:v>10-09-2021</c:v>
                </c:pt>
                <c:pt idx="1978">
                  <c:v>10-09-2021</c:v>
                </c:pt>
                <c:pt idx="1979">
                  <c:v>10-09-2021</c:v>
                </c:pt>
                <c:pt idx="1980">
                  <c:v>10-09-2021</c:v>
                </c:pt>
                <c:pt idx="1981">
                  <c:v>10-09-2021</c:v>
                </c:pt>
                <c:pt idx="1982">
                  <c:v>10-09-2021</c:v>
                </c:pt>
                <c:pt idx="1983">
                  <c:v>10-09-2021</c:v>
                </c:pt>
                <c:pt idx="1984">
                  <c:v>10-09-2021</c:v>
                </c:pt>
                <c:pt idx="1985">
                  <c:v>10-09-2021</c:v>
                </c:pt>
                <c:pt idx="1986">
                  <c:v>10-09-2021</c:v>
                </c:pt>
                <c:pt idx="1987">
                  <c:v>10-09-2021</c:v>
                </c:pt>
                <c:pt idx="1988">
                  <c:v>10-09-2021</c:v>
                </c:pt>
                <c:pt idx="1989">
                  <c:v>11-09-2021</c:v>
                </c:pt>
                <c:pt idx="1990">
                  <c:v>11-09-2021</c:v>
                </c:pt>
                <c:pt idx="1991">
                  <c:v>11-09-2021</c:v>
                </c:pt>
                <c:pt idx="1992">
                  <c:v>11-09-2021</c:v>
                </c:pt>
                <c:pt idx="1993">
                  <c:v>11-09-2021</c:v>
                </c:pt>
                <c:pt idx="1994">
                  <c:v>11-09-2021</c:v>
                </c:pt>
                <c:pt idx="1995">
                  <c:v>11-09-2021</c:v>
                </c:pt>
                <c:pt idx="1996">
                  <c:v>11-09-2021</c:v>
                </c:pt>
                <c:pt idx="1997">
                  <c:v>11-09-2021</c:v>
                </c:pt>
                <c:pt idx="1998">
                  <c:v>11-09-2021</c:v>
                </c:pt>
                <c:pt idx="1999">
                  <c:v>11-09-2021</c:v>
                </c:pt>
                <c:pt idx="2000">
                  <c:v>11-09-2021</c:v>
                </c:pt>
                <c:pt idx="2001">
                  <c:v>11-09-2021</c:v>
                </c:pt>
                <c:pt idx="2002">
                  <c:v>11-09-2021</c:v>
                </c:pt>
                <c:pt idx="2003">
                  <c:v>11-09-2021</c:v>
                </c:pt>
                <c:pt idx="2004">
                  <c:v>11-09-2021</c:v>
                </c:pt>
                <c:pt idx="2005">
                  <c:v>11-09-2021</c:v>
                </c:pt>
                <c:pt idx="2006">
                  <c:v>11-09-2021</c:v>
                </c:pt>
                <c:pt idx="2007">
                  <c:v>11-09-2021</c:v>
                </c:pt>
                <c:pt idx="2008">
                  <c:v>11-09-2021</c:v>
                </c:pt>
                <c:pt idx="2009">
                  <c:v>11-09-2021</c:v>
                </c:pt>
                <c:pt idx="2010">
                  <c:v>11-09-2021</c:v>
                </c:pt>
                <c:pt idx="2011">
                  <c:v>11-09-2021</c:v>
                </c:pt>
                <c:pt idx="2012">
                  <c:v>11-09-2021</c:v>
                </c:pt>
                <c:pt idx="2013">
                  <c:v>11-09-2021</c:v>
                </c:pt>
                <c:pt idx="2014">
                  <c:v>11-09-2021</c:v>
                </c:pt>
                <c:pt idx="2015">
                  <c:v>11-09-2021</c:v>
                </c:pt>
                <c:pt idx="2016">
                  <c:v>11-09-2021</c:v>
                </c:pt>
                <c:pt idx="2017">
                  <c:v>11-09-2021</c:v>
                </c:pt>
                <c:pt idx="2018">
                  <c:v>11-09-2021</c:v>
                </c:pt>
                <c:pt idx="2019">
                  <c:v>11-09-2021</c:v>
                </c:pt>
                <c:pt idx="2020">
                  <c:v>11-09-2021</c:v>
                </c:pt>
                <c:pt idx="2021">
                  <c:v>11-09-2021</c:v>
                </c:pt>
                <c:pt idx="2022">
                  <c:v>11-09-2021</c:v>
                </c:pt>
                <c:pt idx="2023">
                  <c:v>11-09-2021</c:v>
                </c:pt>
                <c:pt idx="2024">
                  <c:v>11-09-2021</c:v>
                </c:pt>
                <c:pt idx="2025">
                  <c:v>11-09-2021</c:v>
                </c:pt>
                <c:pt idx="2026">
                  <c:v>11-09-2021</c:v>
                </c:pt>
                <c:pt idx="2027">
                  <c:v>11-09-2021</c:v>
                </c:pt>
                <c:pt idx="2028">
                  <c:v>11-09-2021</c:v>
                </c:pt>
                <c:pt idx="2029">
                  <c:v>11-09-2021</c:v>
                </c:pt>
                <c:pt idx="2030">
                  <c:v>11-09-2021</c:v>
                </c:pt>
                <c:pt idx="2031">
                  <c:v>11-09-2021</c:v>
                </c:pt>
                <c:pt idx="2032">
                  <c:v>11-09-2021</c:v>
                </c:pt>
                <c:pt idx="2033">
                  <c:v>11-09-2021</c:v>
                </c:pt>
                <c:pt idx="2034">
                  <c:v>11-09-2021</c:v>
                </c:pt>
                <c:pt idx="2035">
                  <c:v>11-09-2021</c:v>
                </c:pt>
                <c:pt idx="2036">
                  <c:v>11-09-2021</c:v>
                </c:pt>
                <c:pt idx="2037">
                  <c:v>11-09-2021</c:v>
                </c:pt>
                <c:pt idx="2038">
                  <c:v>11-09-2021</c:v>
                </c:pt>
                <c:pt idx="2039">
                  <c:v>11-09-2021</c:v>
                </c:pt>
                <c:pt idx="2040">
                  <c:v>11-09-2021</c:v>
                </c:pt>
                <c:pt idx="2041">
                  <c:v>11-09-2021</c:v>
                </c:pt>
                <c:pt idx="2042">
                  <c:v>11-09-2021</c:v>
                </c:pt>
                <c:pt idx="2043">
                  <c:v>11-09-2021</c:v>
                </c:pt>
                <c:pt idx="2044">
                  <c:v>12-09-2021</c:v>
                </c:pt>
                <c:pt idx="2045">
                  <c:v>12-09-2021</c:v>
                </c:pt>
                <c:pt idx="2046">
                  <c:v>12-09-2021</c:v>
                </c:pt>
                <c:pt idx="2047">
                  <c:v>12-09-2021</c:v>
                </c:pt>
                <c:pt idx="2048">
                  <c:v>12-09-2021</c:v>
                </c:pt>
                <c:pt idx="2049">
                  <c:v>12-09-2021</c:v>
                </c:pt>
                <c:pt idx="2050">
                  <c:v>12-09-2021</c:v>
                </c:pt>
                <c:pt idx="2051">
                  <c:v>12-09-2021</c:v>
                </c:pt>
                <c:pt idx="2052">
                  <c:v>12-09-2021</c:v>
                </c:pt>
                <c:pt idx="2053">
                  <c:v>12-09-2021</c:v>
                </c:pt>
                <c:pt idx="2054">
                  <c:v>12-09-2021</c:v>
                </c:pt>
                <c:pt idx="2055">
                  <c:v>12-09-2021</c:v>
                </c:pt>
                <c:pt idx="2056">
                  <c:v>12-09-2021</c:v>
                </c:pt>
                <c:pt idx="2057">
                  <c:v>12-09-2021</c:v>
                </c:pt>
                <c:pt idx="2058">
                  <c:v>12-09-2021</c:v>
                </c:pt>
                <c:pt idx="2059">
                  <c:v>12-09-2021</c:v>
                </c:pt>
                <c:pt idx="2060">
                  <c:v>12-09-2021</c:v>
                </c:pt>
                <c:pt idx="2061">
                  <c:v>12-09-2021</c:v>
                </c:pt>
                <c:pt idx="2062">
                  <c:v>12-09-2021</c:v>
                </c:pt>
                <c:pt idx="2063">
                  <c:v>12-09-2021</c:v>
                </c:pt>
                <c:pt idx="2064">
                  <c:v>12-09-2021</c:v>
                </c:pt>
                <c:pt idx="2065">
                  <c:v>12-09-2021</c:v>
                </c:pt>
                <c:pt idx="2066">
                  <c:v>12-09-2021</c:v>
                </c:pt>
                <c:pt idx="2067">
                  <c:v>12-09-2021</c:v>
                </c:pt>
                <c:pt idx="2068">
                  <c:v>12-09-2021</c:v>
                </c:pt>
                <c:pt idx="2069">
                  <c:v>12-09-2021</c:v>
                </c:pt>
                <c:pt idx="2070">
                  <c:v>12-09-2021</c:v>
                </c:pt>
                <c:pt idx="2071">
                  <c:v>12-09-2021</c:v>
                </c:pt>
                <c:pt idx="2072">
                  <c:v>12-09-2021</c:v>
                </c:pt>
                <c:pt idx="2073">
                  <c:v>12-09-2021</c:v>
                </c:pt>
                <c:pt idx="2074">
                  <c:v>12-09-2021</c:v>
                </c:pt>
                <c:pt idx="2075">
                  <c:v>12-09-2021</c:v>
                </c:pt>
                <c:pt idx="2076">
                  <c:v>12-09-2021</c:v>
                </c:pt>
                <c:pt idx="2077">
                  <c:v>12-09-2021</c:v>
                </c:pt>
                <c:pt idx="2078">
                  <c:v>12-09-2021</c:v>
                </c:pt>
                <c:pt idx="2079">
                  <c:v>12-09-2021</c:v>
                </c:pt>
                <c:pt idx="2080">
                  <c:v>12-09-2021</c:v>
                </c:pt>
                <c:pt idx="2081">
                  <c:v>12-09-2021</c:v>
                </c:pt>
                <c:pt idx="2082">
                  <c:v>12-09-2021</c:v>
                </c:pt>
                <c:pt idx="2083">
                  <c:v>12-09-2021</c:v>
                </c:pt>
                <c:pt idx="2084">
                  <c:v>12-09-2021</c:v>
                </c:pt>
                <c:pt idx="2085">
                  <c:v>12-09-2021</c:v>
                </c:pt>
                <c:pt idx="2086">
                  <c:v>12-09-2021</c:v>
                </c:pt>
                <c:pt idx="2087">
                  <c:v>12-09-2021</c:v>
                </c:pt>
                <c:pt idx="2088">
                  <c:v>13-09-2021</c:v>
                </c:pt>
                <c:pt idx="2089">
                  <c:v>13-09-2021</c:v>
                </c:pt>
                <c:pt idx="2090">
                  <c:v>13-09-2021</c:v>
                </c:pt>
                <c:pt idx="2091">
                  <c:v>13-09-2021</c:v>
                </c:pt>
                <c:pt idx="2092">
                  <c:v>13-09-2021</c:v>
                </c:pt>
                <c:pt idx="2093">
                  <c:v>13-09-2021</c:v>
                </c:pt>
                <c:pt idx="2094">
                  <c:v>13-09-2021</c:v>
                </c:pt>
                <c:pt idx="2095">
                  <c:v>13-09-2021</c:v>
                </c:pt>
                <c:pt idx="2096">
                  <c:v>13-09-2021</c:v>
                </c:pt>
                <c:pt idx="2097">
                  <c:v>13-09-2021</c:v>
                </c:pt>
                <c:pt idx="2098">
                  <c:v>13-09-2021</c:v>
                </c:pt>
                <c:pt idx="2099">
                  <c:v>13-09-2021</c:v>
                </c:pt>
                <c:pt idx="2100">
                  <c:v>13-09-2021</c:v>
                </c:pt>
                <c:pt idx="2101">
                  <c:v>13-09-2021</c:v>
                </c:pt>
                <c:pt idx="2102">
                  <c:v>13-09-2021</c:v>
                </c:pt>
                <c:pt idx="2103">
                  <c:v>13-09-2021</c:v>
                </c:pt>
                <c:pt idx="2104">
                  <c:v>13-09-2021</c:v>
                </c:pt>
                <c:pt idx="2105">
                  <c:v>13-09-2021</c:v>
                </c:pt>
                <c:pt idx="2106">
                  <c:v>13-09-2021</c:v>
                </c:pt>
                <c:pt idx="2107">
                  <c:v>13-09-2021</c:v>
                </c:pt>
                <c:pt idx="2108">
                  <c:v>13-09-2021</c:v>
                </c:pt>
                <c:pt idx="2109">
                  <c:v>13-09-2021</c:v>
                </c:pt>
                <c:pt idx="2110">
                  <c:v>13-09-2021</c:v>
                </c:pt>
                <c:pt idx="2111">
                  <c:v>13-09-2021</c:v>
                </c:pt>
                <c:pt idx="2112">
                  <c:v>13-09-2021</c:v>
                </c:pt>
                <c:pt idx="2113">
                  <c:v>13-09-2021</c:v>
                </c:pt>
                <c:pt idx="2114">
                  <c:v>13-09-2021</c:v>
                </c:pt>
                <c:pt idx="2115">
                  <c:v>13-09-2021</c:v>
                </c:pt>
                <c:pt idx="2116">
                  <c:v>13-09-2021</c:v>
                </c:pt>
                <c:pt idx="2117">
                  <c:v>13-09-2021</c:v>
                </c:pt>
                <c:pt idx="2118">
                  <c:v>13-09-2021</c:v>
                </c:pt>
                <c:pt idx="2119">
                  <c:v>13-09-2021</c:v>
                </c:pt>
                <c:pt idx="2120">
                  <c:v>13-09-2021</c:v>
                </c:pt>
                <c:pt idx="2121">
                  <c:v>13-09-2021</c:v>
                </c:pt>
                <c:pt idx="2122">
                  <c:v>13-09-2021</c:v>
                </c:pt>
                <c:pt idx="2123">
                  <c:v>13-09-2021</c:v>
                </c:pt>
                <c:pt idx="2124">
                  <c:v>13-09-2021</c:v>
                </c:pt>
                <c:pt idx="2125">
                  <c:v>13-09-2021</c:v>
                </c:pt>
                <c:pt idx="2126">
                  <c:v>13-09-2021</c:v>
                </c:pt>
                <c:pt idx="2127">
                  <c:v>13-09-2021</c:v>
                </c:pt>
                <c:pt idx="2128">
                  <c:v>13-09-2021</c:v>
                </c:pt>
                <c:pt idx="2129">
                  <c:v>14-09-2021</c:v>
                </c:pt>
                <c:pt idx="2130">
                  <c:v>14-09-2021</c:v>
                </c:pt>
                <c:pt idx="2131">
                  <c:v>14-09-2021</c:v>
                </c:pt>
                <c:pt idx="2132">
                  <c:v>14-09-2021</c:v>
                </c:pt>
                <c:pt idx="2133">
                  <c:v>14-09-2021</c:v>
                </c:pt>
                <c:pt idx="2134">
                  <c:v>14-09-2021</c:v>
                </c:pt>
                <c:pt idx="2135">
                  <c:v>14-09-2021</c:v>
                </c:pt>
                <c:pt idx="2136">
                  <c:v>14-09-2021</c:v>
                </c:pt>
                <c:pt idx="2137">
                  <c:v>14-09-2021</c:v>
                </c:pt>
                <c:pt idx="2138">
                  <c:v>14-09-2021</c:v>
                </c:pt>
                <c:pt idx="2139">
                  <c:v>14-09-2021</c:v>
                </c:pt>
                <c:pt idx="2140">
                  <c:v>14-09-2021</c:v>
                </c:pt>
                <c:pt idx="2141">
                  <c:v>14-09-2021</c:v>
                </c:pt>
                <c:pt idx="2142">
                  <c:v>14-09-2021</c:v>
                </c:pt>
                <c:pt idx="2143">
                  <c:v>14-09-2021</c:v>
                </c:pt>
                <c:pt idx="2144">
                  <c:v>14-09-2021</c:v>
                </c:pt>
                <c:pt idx="2145">
                  <c:v>14-09-2021</c:v>
                </c:pt>
                <c:pt idx="2146">
                  <c:v>14-09-2021</c:v>
                </c:pt>
                <c:pt idx="2147">
                  <c:v>14-09-2021</c:v>
                </c:pt>
                <c:pt idx="2148">
                  <c:v>14-09-2021</c:v>
                </c:pt>
                <c:pt idx="2149">
                  <c:v>14-09-2021</c:v>
                </c:pt>
                <c:pt idx="2150">
                  <c:v>14-09-2021</c:v>
                </c:pt>
                <c:pt idx="2151">
                  <c:v>14-09-2021</c:v>
                </c:pt>
                <c:pt idx="2152">
                  <c:v>14-09-2021</c:v>
                </c:pt>
                <c:pt idx="2153">
                  <c:v>14-09-2021</c:v>
                </c:pt>
                <c:pt idx="2154">
                  <c:v>14-09-2021</c:v>
                </c:pt>
                <c:pt idx="2155">
                  <c:v>14-09-2021</c:v>
                </c:pt>
                <c:pt idx="2156">
                  <c:v>14-09-2021</c:v>
                </c:pt>
                <c:pt idx="2157">
                  <c:v>14-09-2021</c:v>
                </c:pt>
                <c:pt idx="2158">
                  <c:v>14-09-2021</c:v>
                </c:pt>
                <c:pt idx="2159">
                  <c:v>14-09-2021</c:v>
                </c:pt>
                <c:pt idx="2160">
                  <c:v>14-09-2021</c:v>
                </c:pt>
                <c:pt idx="2161">
                  <c:v>14-09-2021</c:v>
                </c:pt>
                <c:pt idx="2162">
                  <c:v>14-09-2021</c:v>
                </c:pt>
                <c:pt idx="2163">
                  <c:v>14-09-2021</c:v>
                </c:pt>
                <c:pt idx="2164">
                  <c:v>14-09-2021</c:v>
                </c:pt>
                <c:pt idx="2165">
                  <c:v>14-09-2021</c:v>
                </c:pt>
                <c:pt idx="2166">
                  <c:v>14-09-2021</c:v>
                </c:pt>
                <c:pt idx="2167">
                  <c:v>14-09-2021</c:v>
                </c:pt>
                <c:pt idx="2168">
                  <c:v>14-09-2021</c:v>
                </c:pt>
                <c:pt idx="2169">
                  <c:v>14-09-2021</c:v>
                </c:pt>
                <c:pt idx="2170">
                  <c:v>14-09-2021</c:v>
                </c:pt>
                <c:pt idx="2171">
                  <c:v>14-09-2021</c:v>
                </c:pt>
                <c:pt idx="2172">
                  <c:v>14-09-2021</c:v>
                </c:pt>
                <c:pt idx="2173">
                  <c:v>14-09-2021</c:v>
                </c:pt>
                <c:pt idx="2174">
                  <c:v>14-09-2021</c:v>
                </c:pt>
                <c:pt idx="2175">
                  <c:v>14-09-2021</c:v>
                </c:pt>
                <c:pt idx="2176">
                  <c:v>14-09-2021</c:v>
                </c:pt>
                <c:pt idx="2177">
                  <c:v>14-09-2021</c:v>
                </c:pt>
                <c:pt idx="2178">
                  <c:v>14-09-2021</c:v>
                </c:pt>
                <c:pt idx="2179">
                  <c:v>14-09-2021</c:v>
                </c:pt>
                <c:pt idx="2180">
                  <c:v>14-09-2021</c:v>
                </c:pt>
                <c:pt idx="2181">
                  <c:v>14-09-2021</c:v>
                </c:pt>
                <c:pt idx="2182">
                  <c:v>14-09-2021</c:v>
                </c:pt>
                <c:pt idx="2183">
                  <c:v>14-09-2021</c:v>
                </c:pt>
                <c:pt idx="2184">
                  <c:v>15-09-2021</c:v>
                </c:pt>
                <c:pt idx="2185">
                  <c:v>15-09-2021</c:v>
                </c:pt>
                <c:pt idx="2186">
                  <c:v>15-09-2021</c:v>
                </c:pt>
                <c:pt idx="2187">
                  <c:v>15-09-2021</c:v>
                </c:pt>
                <c:pt idx="2188">
                  <c:v>15-09-2021</c:v>
                </c:pt>
                <c:pt idx="2189">
                  <c:v>15-09-2021</c:v>
                </c:pt>
                <c:pt idx="2190">
                  <c:v>15-09-2021</c:v>
                </c:pt>
                <c:pt idx="2191">
                  <c:v>15-09-2021</c:v>
                </c:pt>
                <c:pt idx="2192">
                  <c:v>15-09-2021</c:v>
                </c:pt>
                <c:pt idx="2193">
                  <c:v>15-09-2021</c:v>
                </c:pt>
                <c:pt idx="2194">
                  <c:v>15-09-2021</c:v>
                </c:pt>
                <c:pt idx="2195">
                  <c:v>15-09-2021</c:v>
                </c:pt>
                <c:pt idx="2196">
                  <c:v>15-09-2021</c:v>
                </c:pt>
                <c:pt idx="2197">
                  <c:v>15-09-2021</c:v>
                </c:pt>
                <c:pt idx="2198">
                  <c:v>15-09-2021</c:v>
                </c:pt>
                <c:pt idx="2199">
                  <c:v>15-09-2021</c:v>
                </c:pt>
                <c:pt idx="2200">
                  <c:v>15-09-2021</c:v>
                </c:pt>
                <c:pt idx="2201">
                  <c:v>15-09-2021</c:v>
                </c:pt>
                <c:pt idx="2202">
                  <c:v>15-09-2021</c:v>
                </c:pt>
                <c:pt idx="2203">
                  <c:v>15-09-2021</c:v>
                </c:pt>
                <c:pt idx="2204">
                  <c:v>15-09-2021</c:v>
                </c:pt>
                <c:pt idx="2205">
                  <c:v>15-09-2021</c:v>
                </c:pt>
                <c:pt idx="2206">
                  <c:v>15-09-2021</c:v>
                </c:pt>
                <c:pt idx="2207">
                  <c:v>15-09-2021</c:v>
                </c:pt>
                <c:pt idx="2208">
                  <c:v>15-09-2021</c:v>
                </c:pt>
                <c:pt idx="2209">
                  <c:v>15-09-2021</c:v>
                </c:pt>
                <c:pt idx="2210">
                  <c:v>15-09-2021</c:v>
                </c:pt>
                <c:pt idx="2211">
                  <c:v>15-09-2021</c:v>
                </c:pt>
                <c:pt idx="2212">
                  <c:v>15-09-2021</c:v>
                </c:pt>
                <c:pt idx="2213">
                  <c:v>15-09-2021</c:v>
                </c:pt>
                <c:pt idx="2214">
                  <c:v>15-09-2021</c:v>
                </c:pt>
                <c:pt idx="2215">
                  <c:v>15-09-2021</c:v>
                </c:pt>
                <c:pt idx="2216">
                  <c:v>15-09-2021</c:v>
                </c:pt>
                <c:pt idx="2217">
                  <c:v>15-09-2021</c:v>
                </c:pt>
                <c:pt idx="2218">
                  <c:v>15-09-2021</c:v>
                </c:pt>
                <c:pt idx="2219">
                  <c:v>15-09-2021</c:v>
                </c:pt>
                <c:pt idx="2220">
                  <c:v>15-09-2021</c:v>
                </c:pt>
                <c:pt idx="2221">
                  <c:v>15-09-2021</c:v>
                </c:pt>
                <c:pt idx="2222">
                  <c:v>15-09-2021</c:v>
                </c:pt>
                <c:pt idx="2223">
                  <c:v>15-09-2021</c:v>
                </c:pt>
                <c:pt idx="2224">
                  <c:v>15-09-2021</c:v>
                </c:pt>
                <c:pt idx="2225">
                  <c:v>15-09-2021</c:v>
                </c:pt>
                <c:pt idx="2226">
                  <c:v>15-09-2021</c:v>
                </c:pt>
                <c:pt idx="2227">
                  <c:v>15-09-2021</c:v>
                </c:pt>
                <c:pt idx="2228">
                  <c:v>15-09-2021</c:v>
                </c:pt>
                <c:pt idx="2229">
                  <c:v>15-09-2021</c:v>
                </c:pt>
                <c:pt idx="2230">
                  <c:v>15-09-2021</c:v>
                </c:pt>
                <c:pt idx="2231">
                  <c:v>15-09-2021</c:v>
                </c:pt>
                <c:pt idx="2232">
                  <c:v>15-09-2021</c:v>
                </c:pt>
                <c:pt idx="2233">
                  <c:v>15-09-2021</c:v>
                </c:pt>
                <c:pt idx="2234">
                  <c:v>15-09-2021</c:v>
                </c:pt>
                <c:pt idx="2235">
                  <c:v>15-09-2021</c:v>
                </c:pt>
                <c:pt idx="2236">
                  <c:v>15-09-2021</c:v>
                </c:pt>
                <c:pt idx="2237">
                  <c:v>15-09-2021</c:v>
                </c:pt>
                <c:pt idx="2238">
                  <c:v>15-09-2021</c:v>
                </c:pt>
                <c:pt idx="2239">
                  <c:v>15-09-2021</c:v>
                </c:pt>
                <c:pt idx="2240">
                  <c:v>15-09-2021</c:v>
                </c:pt>
                <c:pt idx="2241">
                  <c:v>15-09-2021</c:v>
                </c:pt>
                <c:pt idx="2242">
                  <c:v>16-09-2021</c:v>
                </c:pt>
                <c:pt idx="2243">
                  <c:v>16-09-2021</c:v>
                </c:pt>
                <c:pt idx="2244">
                  <c:v>16-09-2021</c:v>
                </c:pt>
                <c:pt idx="2245">
                  <c:v>16-09-2021</c:v>
                </c:pt>
                <c:pt idx="2246">
                  <c:v>16-09-2021</c:v>
                </c:pt>
                <c:pt idx="2247">
                  <c:v>16-09-2021</c:v>
                </c:pt>
                <c:pt idx="2248">
                  <c:v>16-09-2021</c:v>
                </c:pt>
                <c:pt idx="2249">
                  <c:v>16-09-2021</c:v>
                </c:pt>
                <c:pt idx="2250">
                  <c:v>16-09-2021</c:v>
                </c:pt>
                <c:pt idx="2251">
                  <c:v>16-09-2021</c:v>
                </c:pt>
                <c:pt idx="2252">
                  <c:v>16-09-2021</c:v>
                </c:pt>
                <c:pt idx="2253">
                  <c:v>16-09-2021</c:v>
                </c:pt>
                <c:pt idx="2254">
                  <c:v>16-09-2021</c:v>
                </c:pt>
                <c:pt idx="2255">
                  <c:v>16-09-2021</c:v>
                </c:pt>
                <c:pt idx="2256">
                  <c:v>16-09-2021</c:v>
                </c:pt>
                <c:pt idx="2257">
                  <c:v>16-09-2021</c:v>
                </c:pt>
                <c:pt idx="2258">
                  <c:v>16-09-2021</c:v>
                </c:pt>
                <c:pt idx="2259">
                  <c:v>16-09-2021</c:v>
                </c:pt>
                <c:pt idx="2260">
                  <c:v>16-09-2021</c:v>
                </c:pt>
                <c:pt idx="2261">
                  <c:v>16-09-2021</c:v>
                </c:pt>
                <c:pt idx="2262">
                  <c:v>16-09-2021</c:v>
                </c:pt>
                <c:pt idx="2263">
                  <c:v>16-09-2021</c:v>
                </c:pt>
                <c:pt idx="2264">
                  <c:v>16-09-2021</c:v>
                </c:pt>
                <c:pt idx="2265">
                  <c:v>16-09-2021</c:v>
                </c:pt>
                <c:pt idx="2266">
                  <c:v>16-09-2021</c:v>
                </c:pt>
                <c:pt idx="2267">
                  <c:v>16-09-2021</c:v>
                </c:pt>
                <c:pt idx="2268">
                  <c:v>16-09-2021</c:v>
                </c:pt>
                <c:pt idx="2269">
                  <c:v>16-09-2021</c:v>
                </c:pt>
                <c:pt idx="2270">
                  <c:v>16-09-2021</c:v>
                </c:pt>
                <c:pt idx="2271">
                  <c:v>16-09-2021</c:v>
                </c:pt>
                <c:pt idx="2272">
                  <c:v>16-09-2021</c:v>
                </c:pt>
                <c:pt idx="2273">
                  <c:v>16-09-2021</c:v>
                </c:pt>
                <c:pt idx="2274">
                  <c:v>16-09-2021</c:v>
                </c:pt>
                <c:pt idx="2275">
                  <c:v>16-09-2021</c:v>
                </c:pt>
                <c:pt idx="2276">
                  <c:v>16-09-2021</c:v>
                </c:pt>
                <c:pt idx="2277">
                  <c:v>16-09-2021</c:v>
                </c:pt>
                <c:pt idx="2278">
                  <c:v>16-09-2021</c:v>
                </c:pt>
                <c:pt idx="2279">
                  <c:v>16-09-2021</c:v>
                </c:pt>
                <c:pt idx="2280">
                  <c:v>16-09-2021</c:v>
                </c:pt>
                <c:pt idx="2281">
                  <c:v>16-09-2021</c:v>
                </c:pt>
                <c:pt idx="2282">
                  <c:v>16-09-2021</c:v>
                </c:pt>
                <c:pt idx="2283">
                  <c:v>16-09-2021</c:v>
                </c:pt>
                <c:pt idx="2284">
                  <c:v>16-09-2021</c:v>
                </c:pt>
                <c:pt idx="2285">
                  <c:v>16-09-2021</c:v>
                </c:pt>
                <c:pt idx="2286">
                  <c:v>16-09-2021</c:v>
                </c:pt>
                <c:pt idx="2287">
                  <c:v>16-09-2021</c:v>
                </c:pt>
                <c:pt idx="2288">
                  <c:v>16-09-2021</c:v>
                </c:pt>
                <c:pt idx="2289">
                  <c:v>16-09-2021</c:v>
                </c:pt>
                <c:pt idx="2290">
                  <c:v>16-09-2021</c:v>
                </c:pt>
                <c:pt idx="2291">
                  <c:v>16-09-2021</c:v>
                </c:pt>
                <c:pt idx="2292">
                  <c:v>16-09-2021</c:v>
                </c:pt>
                <c:pt idx="2293">
                  <c:v>16-09-2021</c:v>
                </c:pt>
                <c:pt idx="2294">
                  <c:v>16-09-2021</c:v>
                </c:pt>
                <c:pt idx="2295">
                  <c:v>16-09-2021</c:v>
                </c:pt>
                <c:pt idx="2296">
                  <c:v>16-09-2021</c:v>
                </c:pt>
                <c:pt idx="2297">
                  <c:v>16-09-2021</c:v>
                </c:pt>
                <c:pt idx="2298">
                  <c:v>16-09-2021</c:v>
                </c:pt>
                <c:pt idx="2299">
                  <c:v>16-09-2021</c:v>
                </c:pt>
                <c:pt idx="2300">
                  <c:v>17-09-2021</c:v>
                </c:pt>
                <c:pt idx="2301">
                  <c:v>17-09-2021</c:v>
                </c:pt>
                <c:pt idx="2302">
                  <c:v>17-09-2021</c:v>
                </c:pt>
                <c:pt idx="2303">
                  <c:v>17-09-2021</c:v>
                </c:pt>
                <c:pt idx="2304">
                  <c:v>17-09-2021</c:v>
                </c:pt>
                <c:pt idx="2305">
                  <c:v>17-09-2021</c:v>
                </c:pt>
                <c:pt idx="2306">
                  <c:v>17-09-2021</c:v>
                </c:pt>
                <c:pt idx="2307">
                  <c:v>17-09-2021</c:v>
                </c:pt>
                <c:pt idx="2308">
                  <c:v>17-09-2021</c:v>
                </c:pt>
                <c:pt idx="2309">
                  <c:v>17-09-2021</c:v>
                </c:pt>
                <c:pt idx="2310">
                  <c:v>17-09-2021</c:v>
                </c:pt>
                <c:pt idx="2311">
                  <c:v>17-09-2021</c:v>
                </c:pt>
                <c:pt idx="2312">
                  <c:v>17-09-2021</c:v>
                </c:pt>
                <c:pt idx="2313">
                  <c:v>17-09-2021</c:v>
                </c:pt>
                <c:pt idx="2314">
                  <c:v>17-09-2021</c:v>
                </c:pt>
                <c:pt idx="2315">
                  <c:v>17-09-2021</c:v>
                </c:pt>
                <c:pt idx="2316">
                  <c:v>17-09-2021</c:v>
                </c:pt>
                <c:pt idx="2317">
                  <c:v>17-09-2021</c:v>
                </c:pt>
                <c:pt idx="2318">
                  <c:v>17-09-2021</c:v>
                </c:pt>
                <c:pt idx="2319">
                  <c:v>17-09-2021</c:v>
                </c:pt>
                <c:pt idx="2320">
                  <c:v>17-09-2021</c:v>
                </c:pt>
                <c:pt idx="2321">
                  <c:v>17-09-2021</c:v>
                </c:pt>
                <c:pt idx="2322">
                  <c:v>17-09-2021</c:v>
                </c:pt>
                <c:pt idx="2323">
                  <c:v>17-09-2021</c:v>
                </c:pt>
                <c:pt idx="2324">
                  <c:v>17-09-2021</c:v>
                </c:pt>
                <c:pt idx="2325">
                  <c:v>17-09-2021</c:v>
                </c:pt>
                <c:pt idx="2326">
                  <c:v>17-09-2021</c:v>
                </c:pt>
                <c:pt idx="2327">
                  <c:v>17-09-2021</c:v>
                </c:pt>
                <c:pt idx="2328">
                  <c:v>17-09-2021</c:v>
                </c:pt>
                <c:pt idx="2329">
                  <c:v>17-09-2021</c:v>
                </c:pt>
                <c:pt idx="2330">
                  <c:v>17-09-2021</c:v>
                </c:pt>
                <c:pt idx="2331">
                  <c:v>17-09-2021</c:v>
                </c:pt>
                <c:pt idx="2332">
                  <c:v>17-09-2021</c:v>
                </c:pt>
                <c:pt idx="2333">
                  <c:v>17-09-2021</c:v>
                </c:pt>
                <c:pt idx="2334">
                  <c:v>17-09-2021</c:v>
                </c:pt>
                <c:pt idx="2335">
                  <c:v>17-09-2021</c:v>
                </c:pt>
                <c:pt idx="2336">
                  <c:v>17-09-2021</c:v>
                </c:pt>
                <c:pt idx="2337">
                  <c:v>17-09-2021</c:v>
                </c:pt>
                <c:pt idx="2338">
                  <c:v>17-09-2021</c:v>
                </c:pt>
                <c:pt idx="2339">
                  <c:v>17-09-2021</c:v>
                </c:pt>
                <c:pt idx="2340">
                  <c:v>17-09-2021</c:v>
                </c:pt>
                <c:pt idx="2341">
                  <c:v>17-09-2021</c:v>
                </c:pt>
                <c:pt idx="2342">
                  <c:v>17-09-2021</c:v>
                </c:pt>
                <c:pt idx="2343">
                  <c:v>17-09-2021</c:v>
                </c:pt>
                <c:pt idx="2344">
                  <c:v>17-09-2021</c:v>
                </c:pt>
                <c:pt idx="2345">
                  <c:v>17-09-2021</c:v>
                </c:pt>
                <c:pt idx="2346">
                  <c:v>17-09-2021</c:v>
                </c:pt>
                <c:pt idx="2347">
                  <c:v>17-09-2021</c:v>
                </c:pt>
                <c:pt idx="2348">
                  <c:v>17-09-2021</c:v>
                </c:pt>
                <c:pt idx="2349">
                  <c:v>17-09-2021</c:v>
                </c:pt>
                <c:pt idx="2350">
                  <c:v>17-09-2021</c:v>
                </c:pt>
                <c:pt idx="2351">
                  <c:v>17-09-2021</c:v>
                </c:pt>
                <c:pt idx="2352">
                  <c:v>17-09-2021</c:v>
                </c:pt>
                <c:pt idx="2353">
                  <c:v>17-09-2021</c:v>
                </c:pt>
                <c:pt idx="2354">
                  <c:v>17-09-2021</c:v>
                </c:pt>
                <c:pt idx="2355">
                  <c:v>17-09-2021</c:v>
                </c:pt>
                <c:pt idx="2356">
                  <c:v>18-09-2021</c:v>
                </c:pt>
                <c:pt idx="2357">
                  <c:v>18-09-2021</c:v>
                </c:pt>
                <c:pt idx="2358">
                  <c:v>18-09-2021</c:v>
                </c:pt>
                <c:pt idx="2359">
                  <c:v>18-09-2021</c:v>
                </c:pt>
                <c:pt idx="2360">
                  <c:v>18-09-2021</c:v>
                </c:pt>
                <c:pt idx="2361">
                  <c:v>18-09-2021</c:v>
                </c:pt>
                <c:pt idx="2362">
                  <c:v>18-09-2021</c:v>
                </c:pt>
                <c:pt idx="2363">
                  <c:v>18-09-2021</c:v>
                </c:pt>
                <c:pt idx="2364">
                  <c:v>18-09-2021</c:v>
                </c:pt>
                <c:pt idx="2365">
                  <c:v>18-09-2021</c:v>
                </c:pt>
                <c:pt idx="2366">
                  <c:v>18-09-2021</c:v>
                </c:pt>
                <c:pt idx="2367">
                  <c:v>18-09-2021</c:v>
                </c:pt>
                <c:pt idx="2368">
                  <c:v>18-09-2021</c:v>
                </c:pt>
                <c:pt idx="2369">
                  <c:v>18-09-2021</c:v>
                </c:pt>
                <c:pt idx="2370">
                  <c:v>18-09-2021</c:v>
                </c:pt>
                <c:pt idx="2371">
                  <c:v>18-09-2021</c:v>
                </c:pt>
                <c:pt idx="2372">
                  <c:v>18-09-2021</c:v>
                </c:pt>
                <c:pt idx="2373">
                  <c:v>18-09-2021</c:v>
                </c:pt>
                <c:pt idx="2374">
                  <c:v>18-09-2021</c:v>
                </c:pt>
                <c:pt idx="2375">
                  <c:v>18-09-2021</c:v>
                </c:pt>
                <c:pt idx="2376">
                  <c:v>18-09-2021</c:v>
                </c:pt>
                <c:pt idx="2377">
                  <c:v>18-09-2021</c:v>
                </c:pt>
                <c:pt idx="2378">
                  <c:v>18-09-2021</c:v>
                </c:pt>
                <c:pt idx="2379">
                  <c:v>18-09-2021</c:v>
                </c:pt>
                <c:pt idx="2380">
                  <c:v>18-09-2021</c:v>
                </c:pt>
                <c:pt idx="2381">
                  <c:v>18-09-2021</c:v>
                </c:pt>
                <c:pt idx="2382">
                  <c:v>18-09-2021</c:v>
                </c:pt>
                <c:pt idx="2383">
                  <c:v>18-09-2021</c:v>
                </c:pt>
                <c:pt idx="2384">
                  <c:v>18-09-2021</c:v>
                </c:pt>
                <c:pt idx="2385">
                  <c:v>18-09-2021</c:v>
                </c:pt>
                <c:pt idx="2386">
                  <c:v>18-09-2021</c:v>
                </c:pt>
                <c:pt idx="2387">
                  <c:v>18-09-2021</c:v>
                </c:pt>
                <c:pt idx="2388">
                  <c:v>18-09-2021</c:v>
                </c:pt>
                <c:pt idx="2389">
                  <c:v>18-09-2021</c:v>
                </c:pt>
                <c:pt idx="2390">
                  <c:v>18-09-2021</c:v>
                </c:pt>
                <c:pt idx="2391">
                  <c:v>18-09-2021</c:v>
                </c:pt>
                <c:pt idx="2392">
                  <c:v>18-09-2021</c:v>
                </c:pt>
                <c:pt idx="2393">
                  <c:v>18-09-2021</c:v>
                </c:pt>
                <c:pt idx="2394">
                  <c:v>18-09-2021</c:v>
                </c:pt>
                <c:pt idx="2395">
                  <c:v>18-09-2021</c:v>
                </c:pt>
                <c:pt idx="2396">
                  <c:v>18-09-2021</c:v>
                </c:pt>
                <c:pt idx="2397">
                  <c:v>18-09-2021</c:v>
                </c:pt>
                <c:pt idx="2398">
                  <c:v>18-09-2021</c:v>
                </c:pt>
                <c:pt idx="2399">
                  <c:v>18-09-2021</c:v>
                </c:pt>
                <c:pt idx="2400">
                  <c:v>18-09-2021</c:v>
                </c:pt>
                <c:pt idx="2401">
                  <c:v>18-09-2021</c:v>
                </c:pt>
                <c:pt idx="2402">
                  <c:v>18-09-2021</c:v>
                </c:pt>
                <c:pt idx="2403">
                  <c:v>18-09-2021</c:v>
                </c:pt>
                <c:pt idx="2404">
                  <c:v>18-09-2021</c:v>
                </c:pt>
                <c:pt idx="2405">
                  <c:v>18-09-2021</c:v>
                </c:pt>
                <c:pt idx="2406">
                  <c:v>18-09-2021</c:v>
                </c:pt>
                <c:pt idx="2407">
                  <c:v>18-09-2021</c:v>
                </c:pt>
                <c:pt idx="2408">
                  <c:v>18-09-2021</c:v>
                </c:pt>
                <c:pt idx="2409">
                  <c:v>18-09-2021</c:v>
                </c:pt>
                <c:pt idx="2410">
                  <c:v>18-09-2021</c:v>
                </c:pt>
                <c:pt idx="2411">
                  <c:v>18-09-2021</c:v>
                </c:pt>
                <c:pt idx="2412">
                  <c:v>18-09-2021</c:v>
                </c:pt>
                <c:pt idx="2413">
                  <c:v>18-09-2021</c:v>
                </c:pt>
                <c:pt idx="2414">
                  <c:v>19-09-2021</c:v>
                </c:pt>
                <c:pt idx="2415">
                  <c:v>19-09-2021</c:v>
                </c:pt>
                <c:pt idx="2416">
                  <c:v>19-09-2021</c:v>
                </c:pt>
                <c:pt idx="2417">
                  <c:v>19-09-2021</c:v>
                </c:pt>
                <c:pt idx="2418">
                  <c:v>19-09-2021</c:v>
                </c:pt>
                <c:pt idx="2419">
                  <c:v>19-09-2021</c:v>
                </c:pt>
                <c:pt idx="2420">
                  <c:v>19-09-2021</c:v>
                </c:pt>
                <c:pt idx="2421">
                  <c:v>19-09-2021</c:v>
                </c:pt>
                <c:pt idx="2422">
                  <c:v>19-09-2021</c:v>
                </c:pt>
                <c:pt idx="2423">
                  <c:v>19-09-2021</c:v>
                </c:pt>
                <c:pt idx="2424">
                  <c:v>19-09-2021</c:v>
                </c:pt>
                <c:pt idx="2425">
                  <c:v>19-09-2021</c:v>
                </c:pt>
                <c:pt idx="2426">
                  <c:v>19-09-2021</c:v>
                </c:pt>
                <c:pt idx="2427">
                  <c:v>19-09-2021</c:v>
                </c:pt>
                <c:pt idx="2428">
                  <c:v>19-09-2021</c:v>
                </c:pt>
                <c:pt idx="2429">
                  <c:v>19-09-2021</c:v>
                </c:pt>
                <c:pt idx="2430">
                  <c:v>19-09-2021</c:v>
                </c:pt>
                <c:pt idx="2431">
                  <c:v>19-09-2021</c:v>
                </c:pt>
                <c:pt idx="2432">
                  <c:v>19-09-2021</c:v>
                </c:pt>
                <c:pt idx="2433">
                  <c:v>19-09-2021</c:v>
                </c:pt>
                <c:pt idx="2434">
                  <c:v>19-09-2021</c:v>
                </c:pt>
                <c:pt idx="2435">
                  <c:v>19-09-2021</c:v>
                </c:pt>
                <c:pt idx="2436">
                  <c:v>19-09-2021</c:v>
                </c:pt>
                <c:pt idx="2437">
                  <c:v>19-09-2021</c:v>
                </c:pt>
                <c:pt idx="2438">
                  <c:v>19-09-2021</c:v>
                </c:pt>
                <c:pt idx="2439">
                  <c:v>19-09-2021</c:v>
                </c:pt>
                <c:pt idx="2440">
                  <c:v>19-09-2021</c:v>
                </c:pt>
                <c:pt idx="2441">
                  <c:v>19-09-2021</c:v>
                </c:pt>
                <c:pt idx="2442">
                  <c:v>19-09-2021</c:v>
                </c:pt>
                <c:pt idx="2443">
                  <c:v>19-09-2021</c:v>
                </c:pt>
                <c:pt idx="2444">
                  <c:v>19-09-2021</c:v>
                </c:pt>
                <c:pt idx="2445">
                  <c:v>19-09-2021</c:v>
                </c:pt>
                <c:pt idx="2446">
                  <c:v>19-09-2021</c:v>
                </c:pt>
                <c:pt idx="2447">
                  <c:v>19-09-2021</c:v>
                </c:pt>
                <c:pt idx="2448">
                  <c:v>19-09-2021</c:v>
                </c:pt>
                <c:pt idx="2449">
                  <c:v>19-09-2021</c:v>
                </c:pt>
                <c:pt idx="2450">
                  <c:v>19-09-2021</c:v>
                </c:pt>
                <c:pt idx="2451">
                  <c:v>19-09-2021</c:v>
                </c:pt>
                <c:pt idx="2452">
                  <c:v>19-09-2021</c:v>
                </c:pt>
                <c:pt idx="2453">
                  <c:v>19-09-2021</c:v>
                </c:pt>
                <c:pt idx="2454">
                  <c:v>19-09-2021</c:v>
                </c:pt>
                <c:pt idx="2455">
                  <c:v>19-09-2021</c:v>
                </c:pt>
                <c:pt idx="2456">
                  <c:v>19-09-2021</c:v>
                </c:pt>
                <c:pt idx="2457">
                  <c:v>19-09-2021</c:v>
                </c:pt>
                <c:pt idx="2458">
                  <c:v>19-09-2021</c:v>
                </c:pt>
                <c:pt idx="2459">
                  <c:v>19-09-2021</c:v>
                </c:pt>
                <c:pt idx="2460">
                  <c:v>19-09-2021</c:v>
                </c:pt>
                <c:pt idx="2461">
                  <c:v>20-09-2021</c:v>
                </c:pt>
                <c:pt idx="2462">
                  <c:v>20-09-2021</c:v>
                </c:pt>
                <c:pt idx="2463">
                  <c:v>20-09-2021</c:v>
                </c:pt>
                <c:pt idx="2464">
                  <c:v>20-09-2021</c:v>
                </c:pt>
                <c:pt idx="2465">
                  <c:v>20-09-2021</c:v>
                </c:pt>
                <c:pt idx="2466">
                  <c:v>20-09-2021</c:v>
                </c:pt>
                <c:pt idx="2467">
                  <c:v>20-09-2021</c:v>
                </c:pt>
                <c:pt idx="2468">
                  <c:v>20-09-2021</c:v>
                </c:pt>
                <c:pt idx="2469">
                  <c:v>20-09-2021</c:v>
                </c:pt>
                <c:pt idx="2470">
                  <c:v>20-09-2021</c:v>
                </c:pt>
                <c:pt idx="2471">
                  <c:v>20-09-2021</c:v>
                </c:pt>
                <c:pt idx="2472">
                  <c:v>20-09-2021</c:v>
                </c:pt>
                <c:pt idx="2473">
                  <c:v>20-09-2021</c:v>
                </c:pt>
                <c:pt idx="2474">
                  <c:v>20-09-2021</c:v>
                </c:pt>
                <c:pt idx="2475">
                  <c:v>20-09-2021</c:v>
                </c:pt>
                <c:pt idx="2476">
                  <c:v>20-09-2021</c:v>
                </c:pt>
                <c:pt idx="2477">
                  <c:v>20-09-2021</c:v>
                </c:pt>
                <c:pt idx="2478">
                  <c:v>20-09-2021</c:v>
                </c:pt>
                <c:pt idx="2479">
                  <c:v>20-09-2021</c:v>
                </c:pt>
                <c:pt idx="2480">
                  <c:v>20-09-2021</c:v>
                </c:pt>
                <c:pt idx="2481">
                  <c:v>20-09-2021</c:v>
                </c:pt>
                <c:pt idx="2482">
                  <c:v>20-09-2021</c:v>
                </c:pt>
                <c:pt idx="2483">
                  <c:v>20-09-2021</c:v>
                </c:pt>
                <c:pt idx="2484">
                  <c:v>20-09-2021</c:v>
                </c:pt>
                <c:pt idx="2485">
                  <c:v>20-09-2021</c:v>
                </c:pt>
                <c:pt idx="2486">
                  <c:v>20-09-2021</c:v>
                </c:pt>
                <c:pt idx="2487">
                  <c:v>20-09-2021</c:v>
                </c:pt>
                <c:pt idx="2488">
                  <c:v>20-09-2021</c:v>
                </c:pt>
                <c:pt idx="2489">
                  <c:v>20-09-2021</c:v>
                </c:pt>
                <c:pt idx="2490">
                  <c:v>20-09-2021</c:v>
                </c:pt>
                <c:pt idx="2491">
                  <c:v>20-09-2021</c:v>
                </c:pt>
                <c:pt idx="2492">
                  <c:v>20-09-2021</c:v>
                </c:pt>
                <c:pt idx="2493">
                  <c:v>20-09-2021</c:v>
                </c:pt>
                <c:pt idx="2494">
                  <c:v>20-09-2021</c:v>
                </c:pt>
                <c:pt idx="2495">
                  <c:v>20-09-2021</c:v>
                </c:pt>
                <c:pt idx="2496">
                  <c:v>20-09-2021</c:v>
                </c:pt>
                <c:pt idx="2497">
                  <c:v>20-09-2021</c:v>
                </c:pt>
                <c:pt idx="2498">
                  <c:v>20-09-2021</c:v>
                </c:pt>
                <c:pt idx="2499">
                  <c:v>20-09-2021</c:v>
                </c:pt>
                <c:pt idx="2500">
                  <c:v>20-09-2021</c:v>
                </c:pt>
                <c:pt idx="2501">
                  <c:v>20-09-2021</c:v>
                </c:pt>
                <c:pt idx="2502">
                  <c:v>20-09-2021</c:v>
                </c:pt>
                <c:pt idx="2503">
                  <c:v>20-09-2021</c:v>
                </c:pt>
                <c:pt idx="2504">
                  <c:v>20-09-2021</c:v>
                </c:pt>
                <c:pt idx="2505">
                  <c:v>20-09-2021</c:v>
                </c:pt>
                <c:pt idx="2506">
                  <c:v>20-09-2021</c:v>
                </c:pt>
                <c:pt idx="2507">
                  <c:v>20-09-2021</c:v>
                </c:pt>
                <c:pt idx="2508">
                  <c:v>20-09-2021</c:v>
                </c:pt>
                <c:pt idx="2509">
                  <c:v>20-09-2021</c:v>
                </c:pt>
                <c:pt idx="2510">
                  <c:v>21-09-2021</c:v>
                </c:pt>
                <c:pt idx="2511">
                  <c:v>21-09-2021</c:v>
                </c:pt>
                <c:pt idx="2512">
                  <c:v>21-09-2021</c:v>
                </c:pt>
                <c:pt idx="2513">
                  <c:v>21-09-2021</c:v>
                </c:pt>
                <c:pt idx="2514">
                  <c:v>21-09-2021</c:v>
                </c:pt>
                <c:pt idx="2515">
                  <c:v>21-09-2021</c:v>
                </c:pt>
                <c:pt idx="2516">
                  <c:v>21-09-2021</c:v>
                </c:pt>
                <c:pt idx="2517">
                  <c:v>21-09-2021</c:v>
                </c:pt>
                <c:pt idx="2518">
                  <c:v>21-09-2021</c:v>
                </c:pt>
                <c:pt idx="2519">
                  <c:v>21-09-2021</c:v>
                </c:pt>
                <c:pt idx="2520">
                  <c:v>21-09-2021</c:v>
                </c:pt>
                <c:pt idx="2521">
                  <c:v>21-09-2021</c:v>
                </c:pt>
                <c:pt idx="2522">
                  <c:v>21-09-2021</c:v>
                </c:pt>
                <c:pt idx="2523">
                  <c:v>21-09-2021</c:v>
                </c:pt>
                <c:pt idx="2524">
                  <c:v>21-09-2021</c:v>
                </c:pt>
                <c:pt idx="2525">
                  <c:v>21-09-2021</c:v>
                </c:pt>
                <c:pt idx="2526">
                  <c:v>21-09-2021</c:v>
                </c:pt>
                <c:pt idx="2527">
                  <c:v>21-09-2021</c:v>
                </c:pt>
                <c:pt idx="2528">
                  <c:v>21-09-2021</c:v>
                </c:pt>
                <c:pt idx="2529">
                  <c:v>21-09-2021</c:v>
                </c:pt>
                <c:pt idx="2530">
                  <c:v>21-09-2021</c:v>
                </c:pt>
                <c:pt idx="2531">
                  <c:v>21-09-2021</c:v>
                </c:pt>
                <c:pt idx="2532">
                  <c:v>21-09-2021</c:v>
                </c:pt>
                <c:pt idx="2533">
                  <c:v>21-09-2021</c:v>
                </c:pt>
                <c:pt idx="2534">
                  <c:v>21-09-2021</c:v>
                </c:pt>
                <c:pt idx="2535">
                  <c:v>21-09-2021</c:v>
                </c:pt>
                <c:pt idx="2536">
                  <c:v>21-09-2021</c:v>
                </c:pt>
                <c:pt idx="2537">
                  <c:v>21-09-2021</c:v>
                </c:pt>
                <c:pt idx="2538">
                  <c:v>21-09-2021</c:v>
                </c:pt>
                <c:pt idx="2539">
                  <c:v>21-09-2021</c:v>
                </c:pt>
                <c:pt idx="2540">
                  <c:v>21-09-2021</c:v>
                </c:pt>
                <c:pt idx="2541">
                  <c:v>21-09-2021</c:v>
                </c:pt>
                <c:pt idx="2542">
                  <c:v>21-09-2021</c:v>
                </c:pt>
                <c:pt idx="2543">
                  <c:v>21-09-2021</c:v>
                </c:pt>
                <c:pt idx="2544">
                  <c:v>21-09-2021</c:v>
                </c:pt>
                <c:pt idx="2545">
                  <c:v>21-09-2021</c:v>
                </c:pt>
                <c:pt idx="2546">
                  <c:v>21-09-2021</c:v>
                </c:pt>
                <c:pt idx="2547">
                  <c:v>21-09-2021</c:v>
                </c:pt>
                <c:pt idx="2548">
                  <c:v>21-09-2021</c:v>
                </c:pt>
                <c:pt idx="2549">
                  <c:v>21-09-2021</c:v>
                </c:pt>
                <c:pt idx="2550">
                  <c:v>21-09-2021</c:v>
                </c:pt>
                <c:pt idx="2551">
                  <c:v>21-09-2021</c:v>
                </c:pt>
                <c:pt idx="2552">
                  <c:v>21-09-2021</c:v>
                </c:pt>
                <c:pt idx="2553">
                  <c:v>21-09-2021</c:v>
                </c:pt>
                <c:pt idx="2554">
                  <c:v>21-09-2021</c:v>
                </c:pt>
                <c:pt idx="2555">
                  <c:v>21-09-2021</c:v>
                </c:pt>
                <c:pt idx="2556">
                  <c:v>21-09-2021</c:v>
                </c:pt>
                <c:pt idx="2557">
                  <c:v>21-09-2021</c:v>
                </c:pt>
                <c:pt idx="2558">
                  <c:v>21-09-2021</c:v>
                </c:pt>
                <c:pt idx="2559">
                  <c:v>21-09-2021</c:v>
                </c:pt>
                <c:pt idx="2560">
                  <c:v>21-09-2021</c:v>
                </c:pt>
                <c:pt idx="2561">
                  <c:v>22-09-2021</c:v>
                </c:pt>
                <c:pt idx="2562">
                  <c:v>22-09-2021</c:v>
                </c:pt>
                <c:pt idx="2563">
                  <c:v>22-09-2021</c:v>
                </c:pt>
                <c:pt idx="2564">
                  <c:v>22-09-2021</c:v>
                </c:pt>
                <c:pt idx="2565">
                  <c:v>22-09-2021</c:v>
                </c:pt>
                <c:pt idx="2566">
                  <c:v>22-09-2021</c:v>
                </c:pt>
                <c:pt idx="2567">
                  <c:v>22-09-2021</c:v>
                </c:pt>
                <c:pt idx="2568">
                  <c:v>22-09-2021</c:v>
                </c:pt>
                <c:pt idx="2569">
                  <c:v>22-09-2021</c:v>
                </c:pt>
                <c:pt idx="2570">
                  <c:v>22-09-2021</c:v>
                </c:pt>
                <c:pt idx="2571">
                  <c:v>22-09-2021</c:v>
                </c:pt>
                <c:pt idx="2572">
                  <c:v>22-09-2021</c:v>
                </c:pt>
                <c:pt idx="2573">
                  <c:v>22-09-2021</c:v>
                </c:pt>
                <c:pt idx="2574">
                  <c:v>22-09-2021</c:v>
                </c:pt>
                <c:pt idx="2575">
                  <c:v>22-09-2021</c:v>
                </c:pt>
                <c:pt idx="2576">
                  <c:v>22-09-2021</c:v>
                </c:pt>
                <c:pt idx="2577">
                  <c:v>22-09-2021</c:v>
                </c:pt>
                <c:pt idx="2578">
                  <c:v>22-09-2021</c:v>
                </c:pt>
                <c:pt idx="2579">
                  <c:v>22-09-2021</c:v>
                </c:pt>
                <c:pt idx="2580">
                  <c:v>22-09-2021</c:v>
                </c:pt>
                <c:pt idx="2581">
                  <c:v>22-09-2021</c:v>
                </c:pt>
                <c:pt idx="2582">
                  <c:v>22-09-2021</c:v>
                </c:pt>
                <c:pt idx="2583">
                  <c:v>22-09-2021</c:v>
                </c:pt>
                <c:pt idx="2584">
                  <c:v>22-09-2021</c:v>
                </c:pt>
                <c:pt idx="2585">
                  <c:v>22-09-2021</c:v>
                </c:pt>
                <c:pt idx="2586">
                  <c:v>22-09-2021</c:v>
                </c:pt>
                <c:pt idx="2587">
                  <c:v>22-09-2021</c:v>
                </c:pt>
                <c:pt idx="2588">
                  <c:v>22-09-2021</c:v>
                </c:pt>
                <c:pt idx="2589">
                  <c:v>22-09-2021</c:v>
                </c:pt>
                <c:pt idx="2590">
                  <c:v>22-09-2021</c:v>
                </c:pt>
                <c:pt idx="2591">
                  <c:v>22-09-2021</c:v>
                </c:pt>
                <c:pt idx="2592">
                  <c:v>22-09-2021</c:v>
                </c:pt>
                <c:pt idx="2593">
                  <c:v>22-09-2021</c:v>
                </c:pt>
                <c:pt idx="2594">
                  <c:v>22-09-2021</c:v>
                </c:pt>
                <c:pt idx="2595">
                  <c:v>22-09-2021</c:v>
                </c:pt>
                <c:pt idx="2596">
                  <c:v>22-09-2021</c:v>
                </c:pt>
                <c:pt idx="2597">
                  <c:v>22-09-2021</c:v>
                </c:pt>
                <c:pt idx="2598">
                  <c:v>22-09-2021</c:v>
                </c:pt>
                <c:pt idx="2599">
                  <c:v>22-09-2021</c:v>
                </c:pt>
                <c:pt idx="2600">
                  <c:v>22-09-2021</c:v>
                </c:pt>
                <c:pt idx="2601">
                  <c:v>22-09-2021</c:v>
                </c:pt>
                <c:pt idx="2602">
                  <c:v>22-09-2021</c:v>
                </c:pt>
                <c:pt idx="2603">
                  <c:v>22-09-2021</c:v>
                </c:pt>
                <c:pt idx="2604">
                  <c:v>22-09-2021</c:v>
                </c:pt>
                <c:pt idx="2605">
                  <c:v>22-09-2021</c:v>
                </c:pt>
                <c:pt idx="2606">
                  <c:v>22-09-2021</c:v>
                </c:pt>
                <c:pt idx="2607">
                  <c:v>22-09-2021</c:v>
                </c:pt>
                <c:pt idx="2608">
                  <c:v>22-09-2021</c:v>
                </c:pt>
                <c:pt idx="2609">
                  <c:v>22-09-2021</c:v>
                </c:pt>
                <c:pt idx="2610">
                  <c:v>22-09-2021</c:v>
                </c:pt>
                <c:pt idx="2611">
                  <c:v>22-09-2021</c:v>
                </c:pt>
                <c:pt idx="2612">
                  <c:v>22-09-2021</c:v>
                </c:pt>
                <c:pt idx="2613">
                  <c:v>22-09-2021</c:v>
                </c:pt>
                <c:pt idx="2614">
                  <c:v>22-09-2021</c:v>
                </c:pt>
                <c:pt idx="2615">
                  <c:v>22-09-2021</c:v>
                </c:pt>
                <c:pt idx="2616">
                  <c:v>22-09-2021</c:v>
                </c:pt>
                <c:pt idx="2617">
                  <c:v>23-09-2021</c:v>
                </c:pt>
                <c:pt idx="2618">
                  <c:v>23-09-2021</c:v>
                </c:pt>
                <c:pt idx="2619">
                  <c:v>23-09-2021</c:v>
                </c:pt>
                <c:pt idx="2620">
                  <c:v>23-09-2021</c:v>
                </c:pt>
                <c:pt idx="2621">
                  <c:v>23-09-2021</c:v>
                </c:pt>
                <c:pt idx="2622">
                  <c:v>23-09-2021</c:v>
                </c:pt>
                <c:pt idx="2623">
                  <c:v>23-09-2021</c:v>
                </c:pt>
                <c:pt idx="2624">
                  <c:v>23-09-2021</c:v>
                </c:pt>
                <c:pt idx="2625">
                  <c:v>23-09-2021</c:v>
                </c:pt>
                <c:pt idx="2626">
                  <c:v>23-09-2021</c:v>
                </c:pt>
                <c:pt idx="2627">
                  <c:v>23-09-2021</c:v>
                </c:pt>
                <c:pt idx="2628">
                  <c:v>23-09-2021</c:v>
                </c:pt>
                <c:pt idx="2629">
                  <c:v>23-09-2021</c:v>
                </c:pt>
                <c:pt idx="2630">
                  <c:v>23-09-2021</c:v>
                </c:pt>
                <c:pt idx="2631">
                  <c:v>23-09-2021</c:v>
                </c:pt>
                <c:pt idx="2632">
                  <c:v>23-09-2021</c:v>
                </c:pt>
                <c:pt idx="2633">
                  <c:v>23-09-2021</c:v>
                </c:pt>
                <c:pt idx="2634">
                  <c:v>23-09-2021</c:v>
                </c:pt>
                <c:pt idx="2635">
                  <c:v>23-09-2021</c:v>
                </c:pt>
                <c:pt idx="2636">
                  <c:v>23-09-2021</c:v>
                </c:pt>
                <c:pt idx="2637">
                  <c:v>23-09-2021</c:v>
                </c:pt>
                <c:pt idx="2638">
                  <c:v>23-09-2021</c:v>
                </c:pt>
                <c:pt idx="2639">
                  <c:v>23-09-2021</c:v>
                </c:pt>
                <c:pt idx="2640">
                  <c:v>23-09-2021</c:v>
                </c:pt>
                <c:pt idx="2641">
                  <c:v>23-09-2021</c:v>
                </c:pt>
                <c:pt idx="2642">
                  <c:v>23-09-2021</c:v>
                </c:pt>
                <c:pt idx="2643">
                  <c:v>23-09-2021</c:v>
                </c:pt>
                <c:pt idx="2644">
                  <c:v>23-09-2021</c:v>
                </c:pt>
                <c:pt idx="2645">
                  <c:v>23-09-2021</c:v>
                </c:pt>
                <c:pt idx="2646">
                  <c:v>23-09-2021</c:v>
                </c:pt>
                <c:pt idx="2647">
                  <c:v>23-09-2021</c:v>
                </c:pt>
                <c:pt idx="2648">
                  <c:v>23-09-2021</c:v>
                </c:pt>
                <c:pt idx="2649">
                  <c:v>23-09-2021</c:v>
                </c:pt>
                <c:pt idx="2650">
                  <c:v>23-09-2021</c:v>
                </c:pt>
                <c:pt idx="2651">
                  <c:v>23-09-2021</c:v>
                </c:pt>
                <c:pt idx="2652">
                  <c:v>23-09-2021</c:v>
                </c:pt>
                <c:pt idx="2653">
                  <c:v>23-09-2021</c:v>
                </c:pt>
                <c:pt idx="2654">
                  <c:v>23-09-2021</c:v>
                </c:pt>
                <c:pt idx="2655">
                  <c:v>23-09-2021</c:v>
                </c:pt>
                <c:pt idx="2656">
                  <c:v>23-09-2021</c:v>
                </c:pt>
                <c:pt idx="2657">
                  <c:v>23-09-2021</c:v>
                </c:pt>
                <c:pt idx="2658">
                  <c:v>23-09-2021</c:v>
                </c:pt>
                <c:pt idx="2659">
                  <c:v>23-09-2021</c:v>
                </c:pt>
                <c:pt idx="2660">
                  <c:v>23-09-2021</c:v>
                </c:pt>
                <c:pt idx="2661">
                  <c:v>23-09-2021</c:v>
                </c:pt>
                <c:pt idx="2662">
                  <c:v>23-09-2021</c:v>
                </c:pt>
                <c:pt idx="2663">
                  <c:v>23-09-2021</c:v>
                </c:pt>
                <c:pt idx="2664">
                  <c:v>23-09-2021</c:v>
                </c:pt>
                <c:pt idx="2665">
                  <c:v>23-09-2021</c:v>
                </c:pt>
                <c:pt idx="2666">
                  <c:v>23-09-2021</c:v>
                </c:pt>
                <c:pt idx="2667">
                  <c:v>23-09-2021</c:v>
                </c:pt>
                <c:pt idx="2668">
                  <c:v>23-09-2021</c:v>
                </c:pt>
                <c:pt idx="2669">
                  <c:v>23-09-2021</c:v>
                </c:pt>
                <c:pt idx="2670">
                  <c:v>23-09-2021</c:v>
                </c:pt>
                <c:pt idx="2671">
                  <c:v>23-09-2021</c:v>
                </c:pt>
                <c:pt idx="2672">
                  <c:v>24-09-2021</c:v>
                </c:pt>
                <c:pt idx="2673">
                  <c:v>24-09-2021</c:v>
                </c:pt>
                <c:pt idx="2674">
                  <c:v>24-09-2021</c:v>
                </c:pt>
                <c:pt idx="2675">
                  <c:v>24-09-2021</c:v>
                </c:pt>
                <c:pt idx="2676">
                  <c:v>24-09-2021</c:v>
                </c:pt>
                <c:pt idx="2677">
                  <c:v>24-09-2021</c:v>
                </c:pt>
                <c:pt idx="2678">
                  <c:v>24-09-2021</c:v>
                </c:pt>
                <c:pt idx="2679">
                  <c:v>24-09-2021</c:v>
                </c:pt>
                <c:pt idx="2680">
                  <c:v>24-09-2021</c:v>
                </c:pt>
                <c:pt idx="2681">
                  <c:v>24-09-2021</c:v>
                </c:pt>
                <c:pt idx="2682">
                  <c:v>24-09-2021</c:v>
                </c:pt>
                <c:pt idx="2683">
                  <c:v>24-09-2021</c:v>
                </c:pt>
                <c:pt idx="2684">
                  <c:v>24-09-2021</c:v>
                </c:pt>
                <c:pt idx="2685">
                  <c:v>24-09-2021</c:v>
                </c:pt>
                <c:pt idx="2686">
                  <c:v>24-09-2021</c:v>
                </c:pt>
                <c:pt idx="2687">
                  <c:v>24-09-2021</c:v>
                </c:pt>
                <c:pt idx="2688">
                  <c:v>24-09-2021</c:v>
                </c:pt>
                <c:pt idx="2689">
                  <c:v>24-09-2021</c:v>
                </c:pt>
                <c:pt idx="2690">
                  <c:v>24-09-2021</c:v>
                </c:pt>
                <c:pt idx="2691">
                  <c:v>24-09-2021</c:v>
                </c:pt>
                <c:pt idx="2692">
                  <c:v>24-09-2021</c:v>
                </c:pt>
                <c:pt idx="2693">
                  <c:v>24-09-2021</c:v>
                </c:pt>
                <c:pt idx="2694">
                  <c:v>24-09-2021</c:v>
                </c:pt>
                <c:pt idx="2695">
                  <c:v>24-09-2021</c:v>
                </c:pt>
                <c:pt idx="2696">
                  <c:v>24-09-2021</c:v>
                </c:pt>
                <c:pt idx="2697">
                  <c:v>24-09-2021</c:v>
                </c:pt>
                <c:pt idx="2698">
                  <c:v>24-09-2021</c:v>
                </c:pt>
                <c:pt idx="2699">
                  <c:v>24-09-2021</c:v>
                </c:pt>
                <c:pt idx="2700">
                  <c:v>24-09-2021</c:v>
                </c:pt>
                <c:pt idx="2701">
                  <c:v>24-09-2021</c:v>
                </c:pt>
                <c:pt idx="2702">
                  <c:v>24-09-2021</c:v>
                </c:pt>
                <c:pt idx="2703">
                  <c:v>24-09-2021</c:v>
                </c:pt>
                <c:pt idx="2704">
                  <c:v>24-09-2021</c:v>
                </c:pt>
                <c:pt idx="2705">
                  <c:v>24-09-2021</c:v>
                </c:pt>
                <c:pt idx="2706">
                  <c:v>24-09-2021</c:v>
                </c:pt>
                <c:pt idx="2707">
                  <c:v>24-09-2021</c:v>
                </c:pt>
                <c:pt idx="2708">
                  <c:v>24-09-2021</c:v>
                </c:pt>
                <c:pt idx="2709">
                  <c:v>24-09-2021</c:v>
                </c:pt>
                <c:pt idx="2710">
                  <c:v>24-09-2021</c:v>
                </c:pt>
                <c:pt idx="2711">
                  <c:v>24-09-2021</c:v>
                </c:pt>
                <c:pt idx="2712">
                  <c:v>24-09-2021</c:v>
                </c:pt>
                <c:pt idx="2713">
                  <c:v>24-09-2021</c:v>
                </c:pt>
                <c:pt idx="2714">
                  <c:v>24-09-2021</c:v>
                </c:pt>
                <c:pt idx="2715">
                  <c:v>24-09-2021</c:v>
                </c:pt>
                <c:pt idx="2716">
                  <c:v>24-09-2021</c:v>
                </c:pt>
                <c:pt idx="2717">
                  <c:v>24-09-2021</c:v>
                </c:pt>
                <c:pt idx="2718">
                  <c:v>24-09-2021</c:v>
                </c:pt>
                <c:pt idx="2719">
                  <c:v>24-09-2021</c:v>
                </c:pt>
                <c:pt idx="2720">
                  <c:v>24-09-2021</c:v>
                </c:pt>
                <c:pt idx="2721">
                  <c:v>24-09-2021</c:v>
                </c:pt>
                <c:pt idx="2722">
                  <c:v>24-09-2021</c:v>
                </c:pt>
                <c:pt idx="2723">
                  <c:v>24-09-2021</c:v>
                </c:pt>
                <c:pt idx="2724">
                  <c:v>25-09-2021</c:v>
                </c:pt>
                <c:pt idx="2725">
                  <c:v>25-09-2021</c:v>
                </c:pt>
                <c:pt idx="2726">
                  <c:v>25-09-2021</c:v>
                </c:pt>
                <c:pt idx="2727">
                  <c:v>25-09-2021</c:v>
                </c:pt>
                <c:pt idx="2728">
                  <c:v>25-09-2021</c:v>
                </c:pt>
                <c:pt idx="2729">
                  <c:v>25-09-2021</c:v>
                </c:pt>
                <c:pt idx="2730">
                  <c:v>25-09-2021</c:v>
                </c:pt>
                <c:pt idx="2731">
                  <c:v>25-09-2021</c:v>
                </c:pt>
                <c:pt idx="2732">
                  <c:v>25-09-2021</c:v>
                </c:pt>
                <c:pt idx="2733">
                  <c:v>25-09-2021</c:v>
                </c:pt>
                <c:pt idx="2734">
                  <c:v>25-09-2021</c:v>
                </c:pt>
                <c:pt idx="2735">
                  <c:v>25-09-2021</c:v>
                </c:pt>
                <c:pt idx="2736">
                  <c:v>25-09-2021</c:v>
                </c:pt>
                <c:pt idx="2737">
                  <c:v>25-09-2021</c:v>
                </c:pt>
                <c:pt idx="2738">
                  <c:v>25-09-2021</c:v>
                </c:pt>
                <c:pt idx="2739">
                  <c:v>25-09-2021</c:v>
                </c:pt>
                <c:pt idx="2740">
                  <c:v>25-09-2021</c:v>
                </c:pt>
                <c:pt idx="2741">
                  <c:v>25-09-2021</c:v>
                </c:pt>
                <c:pt idx="2742">
                  <c:v>25-09-2021</c:v>
                </c:pt>
                <c:pt idx="2743">
                  <c:v>25-09-2021</c:v>
                </c:pt>
                <c:pt idx="2744">
                  <c:v>25-09-2021</c:v>
                </c:pt>
                <c:pt idx="2745">
                  <c:v>25-09-2021</c:v>
                </c:pt>
                <c:pt idx="2746">
                  <c:v>25-09-2021</c:v>
                </c:pt>
                <c:pt idx="2747">
                  <c:v>25-09-2021</c:v>
                </c:pt>
                <c:pt idx="2748">
                  <c:v>25-09-2021</c:v>
                </c:pt>
                <c:pt idx="2749">
                  <c:v>25-09-2021</c:v>
                </c:pt>
                <c:pt idx="2750">
                  <c:v>25-09-2021</c:v>
                </c:pt>
                <c:pt idx="2751">
                  <c:v>25-09-2021</c:v>
                </c:pt>
                <c:pt idx="2752">
                  <c:v>25-09-2021</c:v>
                </c:pt>
                <c:pt idx="2753">
                  <c:v>25-09-2021</c:v>
                </c:pt>
                <c:pt idx="2754">
                  <c:v>25-09-2021</c:v>
                </c:pt>
                <c:pt idx="2755">
                  <c:v>25-09-2021</c:v>
                </c:pt>
                <c:pt idx="2756">
                  <c:v>25-09-2021</c:v>
                </c:pt>
                <c:pt idx="2757">
                  <c:v>25-09-2021</c:v>
                </c:pt>
                <c:pt idx="2758">
                  <c:v>25-09-2021</c:v>
                </c:pt>
                <c:pt idx="2759">
                  <c:v>25-09-2021</c:v>
                </c:pt>
                <c:pt idx="2760">
                  <c:v>25-09-2021</c:v>
                </c:pt>
                <c:pt idx="2761">
                  <c:v>25-09-2021</c:v>
                </c:pt>
                <c:pt idx="2762">
                  <c:v>25-09-2021</c:v>
                </c:pt>
                <c:pt idx="2763">
                  <c:v>25-09-2021</c:v>
                </c:pt>
                <c:pt idx="2764">
                  <c:v>25-09-2021</c:v>
                </c:pt>
                <c:pt idx="2765">
                  <c:v>25-09-2021</c:v>
                </c:pt>
                <c:pt idx="2766">
                  <c:v>25-09-2021</c:v>
                </c:pt>
                <c:pt idx="2767">
                  <c:v>25-09-2021</c:v>
                </c:pt>
                <c:pt idx="2768">
                  <c:v>25-09-2021</c:v>
                </c:pt>
                <c:pt idx="2769">
                  <c:v>25-09-2021</c:v>
                </c:pt>
                <c:pt idx="2770">
                  <c:v>25-09-2021</c:v>
                </c:pt>
                <c:pt idx="2771">
                  <c:v>25-09-2021</c:v>
                </c:pt>
                <c:pt idx="2772">
                  <c:v>25-09-2021</c:v>
                </c:pt>
                <c:pt idx="2773">
                  <c:v>26-09-2021</c:v>
                </c:pt>
                <c:pt idx="2774">
                  <c:v>26-09-2021</c:v>
                </c:pt>
                <c:pt idx="2775">
                  <c:v>26-09-2021</c:v>
                </c:pt>
                <c:pt idx="2776">
                  <c:v>26-09-2021</c:v>
                </c:pt>
                <c:pt idx="2777">
                  <c:v>26-09-2021</c:v>
                </c:pt>
                <c:pt idx="2778">
                  <c:v>26-09-2021</c:v>
                </c:pt>
                <c:pt idx="2779">
                  <c:v>26-09-2021</c:v>
                </c:pt>
                <c:pt idx="2780">
                  <c:v>26-09-2021</c:v>
                </c:pt>
                <c:pt idx="2781">
                  <c:v>26-09-2021</c:v>
                </c:pt>
                <c:pt idx="2782">
                  <c:v>26-09-2021</c:v>
                </c:pt>
                <c:pt idx="2783">
                  <c:v>26-09-2021</c:v>
                </c:pt>
                <c:pt idx="2784">
                  <c:v>26-09-2021</c:v>
                </c:pt>
                <c:pt idx="2785">
                  <c:v>26-09-2021</c:v>
                </c:pt>
                <c:pt idx="2786">
                  <c:v>26-09-2021</c:v>
                </c:pt>
                <c:pt idx="2787">
                  <c:v>26-09-2021</c:v>
                </c:pt>
                <c:pt idx="2788">
                  <c:v>26-09-2021</c:v>
                </c:pt>
                <c:pt idx="2789">
                  <c:v>26-09-2021</c:v>
                </c:pt>
                <c:pt idx="2790">
                  <c:v>26-09-2021</c:v>
                </c:pt>
                <c:pt idx="2791">
                  <c:v>26-09-2021</c:v>
                </c:pt>
                <c:pt idx="2792">
                  <c:v>26-09-2021</c:v>
                </c:pt>
                <c:pt idx="2793">
                  <c:v>26-09-2021</c:v>
                </c:pt>
                <c:pt idx="2794">
                  <c:v>26-09-2021</c:v>
                </c:pt>
                <c:pt idx="2795">
                  <c:v>26-09-2021</c:v>
                </c:pt>
                <c:pt idx="2796">
                  <c:v>26-09-2021</c:v>
                </c:pt>
                <c:pt idx="2797">
                  <c:v>26-09-2021</c:v>
                </c:pt>
                <c:pt idx="2798">
                  <c:v>26-09-2021</c:v>
                </c:pt>
                <c:pt idx="2799">
                  <c:v>26-09-2021</c:v>
                </c:pt>
                <c:pt idx="2800">
                  <c:v>26-09-2021</c:v>
                </c:pt>
                <c:pt idx="2801">
                  <c:v>26-09-2021</c:v>
                </c:pt>
                <c:pt idx="2802">
                  <c:v>26-09-2021</c:v>
                </c:pt>
                <c:pt idx="2803">
                  <c:v>26-09-2021</c:v>
                </c:pt>
                <c:pt idx="2804">
                  <c:v>26-09-2021</c:v>
                </c:pt>
                <c:pt idx="2805">
                  <c:v>26-09-2021</c:v>
                </c:pt>
                <c:pt idx="2806">
                  <c:v>26-09-2021</c:v>
                </c:pt>
                <c:pt idx="2807">
                  <c:v>26-09-2021</c:v>
                </c:pt>
                <c:pt idx="2808">
                  <c:v>26-09-2021</c:v>
                </c:pt>
                <c:pt idx="2809">
                  <c:v>26-09-2021</c:v>
                </c:pt>
                <c:pt idx="2810">
                  <c:v>26-09-2021</c:v>
                </c:pt>
                <c:pt idx="2811">
                  <c:v>26-09-2021</c:v>
                </c:pt>
                <c:pt idx="2812">
                  <c:v>26-09-2021</c:v>
                </c:pt>
                <c:pt idx="2813">
                  <c:v>26-09-2021</c:v>
                </c:pt>
                <c:pt idx="2814">
                  <c:v>26-09-2021</c:v>
                </c:pt>
                <c:pt idx="2815">
                  <c:v>26-09-2021</c:v>
                </c:pt>
                <c:pt idx="2816">
                  <c:v>26-09-2021</c:v>
                </c:pt>
                <c:pt idx="2817">
                  <c:v>26-09-2021</c:v>
                </c:pt>
                <c:pt idx="2818">
                  <c:v>26-09-2021</c:v>
                </c:pt>
                <c:pt idx="2819">
                  <c:v>26-09-2021</c:v>
                </c:pt>
                <c:pt idx="2820">
                  <c:v>26-09-2021</c:v>
                </c:pt>
                <c:pt idx="2821">
                  <c:v>26-09-2021</c:v>
                </c:pt>
                <c:pt idx="2822">
                  <c:v>26-09-2021</c:v>
                </c:pt>
                <c:pt idx="2823">
                  <c:v>26-09-2021</c:v>
                </c:pt>
                <c:pt idx="2824">
                  <c:v>27-09-2021</c:v>
                </c:pt>
                <c:pt idx="2825">
                  <c:v>27-09-2021</c:v>
                </c:pt>
                <c:pt idx="2826">
                  <c:v>27-09-2021</c:v>
                </c:pt>
                <c:pt idx="2827">
                  <c:v>27-09-2021</c:v>
                </c:pt>
                <c:pt idx="2828">
                  <c:v>27-09-2021</c:v>
                </c:pt>
                <c:pt idx="2829">
                  <c:v>27-09-2021</c:v>
                </c:pt>
                <c:pt idx="2830">
                  <c:v>27-09-2021</c:v>
                </c:pt>
                <c:pt idx="2831">
                  <c:v>27-09-2021</c:v>
                </c:pt>
                <c:pt idx="2832">
                  <c:v>27-09-2021</c:v>
                </c:pt>
                <c:pt idx="2833">
                  <c:v>27-09-2021</c:v>
                </c:pt>
                <c:pt idx="2834">
                  <c:v>27-09-2021</c:v>
                </c:pt>
                <c:pt idx="2835">
                  <c:v>27-09-2021</c:v>
                </c:pt>
                <c:pt idx="2836">
                  <c:v>27-09-2021</c:v>
                </c:pt>
                <c:pt idx="2837">
                  <c:v>27-09-2021</c:v>
                </c:pt>
                <c:pt idx="2838">
                  <c:v>27-09-2021</c:v>
                </c:pt>
                <c:pt idx="2839">
                  <c:v>27-09-2021</c:v>
                </c:pt>
                <c:pt idx="2840">
                  <c:v>27-09-2021</c:v>
                </c:pt>
                <c:pt idx="2841">
                  <c:v>27-09-2021</c:v>
                </c:pt>
                <c:pt idx="2842">
                  <c:v>27-09-2021</c:v>
                </c:pt>
                <c:pt idx="2843">
                  <c:v>27-09-2021</c:v>
                </c:pt>
                <c:pt idx="2844">
                  <c:v>27-09-2021</c:v>
                </c:pt>
                <c:pt idx="2845">
                  <c:v>27-09-2021</c:v>
                </c:pt>
                <c:pt idx="2846">
                  <c:v>27-09-2021</c:v>
                </c:pt>
                <c:pt idx="2847">
                  <c:v>27-09-2021</c:v>
                </c:pt>
                <c:pt idx="2848">
                  <c:v>27-09-2021</c:v>
                </c:pt>
                <c:pt idx="2849">
                  <c:v>27-09-2021</c:v>
                </c:pt>
                <c:pt idx="2850">
                  <c:v>27-09-2021</c:v>
                </c:pt>
                <c:pt idx="2851">
                  <c:v>27-09-2021</c:v>
                </c:pt>
                <c:pt idx="2852">
                  <c:v>27-09-2021</c:v>
                </c:pt>
                <c:pt idx="2853">
                  <c:v>27-09-2021</c:v>
                </c:pt>
                <c:pt idx="2854">
                  <c:v>27-09-2021</c:v>
                </c:pt>
                <c:pt idx="2855">
                  <c:v>27-09-2021</c:v>
                </c:pt>
                <c:pt idx="2856">
                  <c:v>27-09-2021</c:v>
                </c:pt>
                <c:pt idx="2857">
                  <c:v>27-09-2021</c:v>
                </c:pt>
                <c:pt idx="2858">
                  <c:v>27-09-2021</c:v>
                </c:pt>
                <c:pt idx="2859">
                  <c:v>27-09-2021</c:v>
                </c:pt>
                <c:pt idx="2860">
                  <c:v>27-09-2021</c:v>
                </c:pt>
                <c:pt idx="2861">
                  <c:v>27-09-2021</c:v>
                </c:pt>
                <c:pt idx="2862">
                  <c:v>27-09-2021</c:v>
                </c:pt>
                <c:pt idx="2863">
                  <c:v>27-09-2021</c:v>
                </c:pt>
                <c:pt idx="2864">
                  <c:v>27-09-2021</c:v>
                </c:pt>
                <c:pt idx="2865">
                  <c:v>27-09-2021</c:v>
                </c:pt>
                <c:pt idx="2866">
                  <c:v>27-09-2021</c:v>
                </c:pt>
                <c:pt idx="2867">
                  <c:v>27-09-2021</c:v>
                </c:pt>
                <c:pt idx="2868">
                  <c:v>27-09-2021</c:v>
                </c:pt>
                <c:pt idx="2869">
                  <c:v>27-09-2021</c:v>
                </c:pt>
                <c:pt idx="2870">
                  <c:v>27-09-2021</c:v>
                </c:pt>
                <c:pt idx="2871">
                  <c:v>27-09-2021</c:v>
                </c:pt>
                <c:pt idx="2872">
                  <c:v>27-09-2021</c:v>
                </c:pt>
                <c:pt idx="2873">
                  <c:v>27-09-2021</c:v>
                </c:pt>
                <c:pt idx="2874">
                  <c:v>27-09-2021</c:v>
                </c:pt>
                <c:pt idx="2875">
                  <c:v>27-09-2021</c:v>
                </c:pt>
                <c:pt idx="2876">
                  <c:v>27-09-2021</c:v>
                </c:pt>
                <c:pt idx="2877">
                  <c:v>27-09-2021</c:v>
                </c:pt>
                <c:pt idx="2878">
                  <c:v>27-09-2021</c:v>
                </c:pt>
                <c:pt idx="2879">
                  <c:v>28-09-2021</c:v>
                </c:pt>
                <c:pt idx="2880">
                  <c:v>28-09-2021</c:v>
                </c:pt>
                <c:pt idx="2881">
                  <c:v>28-09-2021</c:v>
                </c:pt>
                <c:pt idx="2882">
                  <c:v>28-09-2021</c:v>
                </c:pt>
                <c:pt idx="2883">
                  <c:v>28-09-2021</c:v>
                </c:pt>
                <c:pt idx="2884">
                  <c:v>28-09-2021</c:v>
                </c:pt>
                <c:pt idx="2885">
                  <c:v>28-09-2021</c:v>
                </c:pt>
                <c:pt idx="2886">
                  <c:v>28-09-2021</c:v>
                </c:pt>
                <c:pt idx="2887">
                  <c:v>28-09-2021</c:v>
                </c:pt>
                <c:pt idx="2888">
                  <c:v>28-09-2021</c:v>
                </c:pt>
                <c:pt idx="2889">
                  <c:v>28-09-2021</c:v>
                </c:pt>
                <c:pt idx="2890">
                  <c:v>28-09-2021</c:v>
                </c:pt>
                <c:pt idx="2891">
                  <c:v>28-09-2021</c:v>
                </c:pt>
                <c:pt idx="2892">
                  <c:v>28-09-2021</c:v>
                </c:pt>
                <c:pt idx="2893">
                  <c:v>28-09-2021</c:v>
                </c:pt>
                <c:pt idx="2894">
                  <c:v>28-09-2021</c:v>
                </c:pt>
                <c:pt idx="2895">
                  <c:v>28-09-2021</c:v>
                </c:pt>
                <c:pt idx="2896">
                  <c:v>28-09-2021</c:v>
                </c:pt>
                <c:pt idx="2897">
                  <c:v>28-09-2021</c:v>
                </c:pt>
                <c:pt idx="2898">
                  <c:v>28-09-2021</c:v>
                </c:pt>
                <c:pt idx="2899">
                  <c:v>28-09-2021</c:v>
                </c:pt>
                <c:pt idx="2900">
                  <c:v>28-09-2021</c:v>
                </c:pt>
                <c:pt idx="2901">
                  <c:v>28-09-2021</c:v>
                </c:pt>
                <c:pt idx="2902">
                  <c:v>28-09-2021</c:v>
                </c:pt>
                <c:pt idx="2903">
                  <c:v>28-09-2021</c:v>
                </c:pt>
                <c:pt idx="2904">
                  <c:v>28-09-2021</c:v>
                </c:pt>
                <c:pt idx="2905">
                  <c:v>28-09-2021</c:v>
                </c:pt>
                <c:pt idx="2906">
                  <c:v>28-09-2021</c:v>
                </c:pt>
                <c:pt idx="2907">
                  <c:v>28-09-2021</c:v>
                </c:pt>
                <c:pt idx="2908">
                  <c:v>28-09-2021</c:v>
                </c:pt>
                <c:pt idx="2909">
                  <c:v>28-09-2021</c:v>
                </c:pt>
                <c:pt idx="2910">
                  <c:v>28-09-2021</c:v>
                </c:pt>
                <c:pt idx="2911">
                  <c:v>28-09-2021</c:v>
                </c:pt>
                <c:pt idx="2912">
                  <c:v>28-09-2021</c:v>
                </c:pt>
                <c:pt idx="2913">
                  <c:v>28-09-2021</c:v>
                </c:pt>
                <c:pt idx="2914">
                  <c:v>28-09-2021</c:v>
                </c:pt>
                <c:pt idx="2915">
                  <c:v>28-09-2021</c:v>
                </c:pt>
                <c:pt idx="2916">
                  <c:v>28-09-2021</c:v>
                </c:pt>
                <c:pt idx="2917">
                  <c:v>28-09-2021</c:v>
                </c:pt>
                <c:pt idx="2918">
                  <c:v>28-09-2021</c:v>
                </c:pt>
                <c:pt idx="2919">
                  <c:v>28-09-2021</c:v>
                </c:pt>
                <c:pt idx="2920">
                  <c:v>28-09-2021</c:v>
                </c:pt>
                <c:pt idx="2921">
                  <c:v>28-09-2021</c:v>
                </c:pt>
                <c:pt idx="2922">
                  <c:v>28-09-2021</c:v>
                </c:pt>
                <c:pt idx="2923">
                  <c:v>28-09-2021</c:v>
                </c:pt>
                <c:pt idx="2924">
                  <c:v>28-09-2021</c:v>
                </c:pt>
                <c:pt idx="2925">
                  <c:v>28-09-2021</c:v>
                </c:pt>
                <c:pt idx="2926">
                  <c:v>28-09-2021</c:v>
                </c:pt>
                <c:pt idx="2927">
                  <c:v>28-09-2021</c:v>
                </c:pt>
                <c:pt idx="2928">
                  <c:v>28-09-2021</c:v>
                </c:pt>
                <c:pt idx="2929">
                  <c:v>28-09-2021</c:v>
                </c:pt>
                <c:pt idx="2930">
                  <c:v>28-09-2021</c:v>
                </c:pt>
                <c:pt idx="2931">
                  <c:v>28-09-2021</c:v>
                </c:pt>
                <c:pt idx="2932">
                  <c:v>28-09-2021</c:v>
                </c:pt>
                <c:pt idx="2933">
                  <c:v>28-09-2021</c:v>
                </c:pt>
                <c:pt idx="2934">
                  <c:v>29-09-2021</c:v>
                </c:pt>
                <c:pt idx="2935">
                  <c:v>29-09-2021</c:v>
                </c:pt>
                <c:pt idx="2936">
                  <c:v>29-09-2021</c:v>
                </c:pt>
                <c:pt idx="2937">
                  <c:v>29-09-2021</c:v>
                </c:pt>
                <c:pt idx="2938">
                  <c:v>29-09-2021</c:v>
                </c:pt>
                <c:pt idx="2939">
                  <c:v>29-09-2021</c:v>
                </c:pt>
                <c:pt idx="2940">
                  <c:v>29-09-2021</c:v>
                </c:pt>
                <c:pt idx="2941">
                  <c:v>29-09-2021</c:v>
                </c:pt>
                <c:pt idx="2942">
                  <c:v>29-09-2021</c:v>
                </c:pt>
                <c:pt idx="2943">
                  <c:v>29-09-2021</c:v>
                </c:pt>
                <c:pt idx="2944">
                  <c:v>29-09-2021</c:v>
                </c:pt>
                <c:pt idx="2945">
                  <c:v>29-09-2021</c:v>
                </c:pt>
                <c:pt idx="2946">
                  <c:v>29-09-2021</c:v>
                </c:pt>
                <c:pt idx="2947">
                  <c:v>29-09-2021</c:v>
                </c:pt>
                <c:pt idx="2948">
                  <c:v>29-09-2021</c:v>
                </c:pt>
                <c:pt idx="2949">
                  <c:v>29-09-2021</c:v>
                </c:pt>
                <c:pt idx="2950">
                  <c:v>29-09-2021</c:v>
                </c:pt>
                <c:pt idx="2951">
                  <c:v>29-09-2021</c:v>
                </c:pt>
                <c:pt idx="2952">
                  <c:v>29-09-2021</c:v>
                </c:pt>
                <c:pt idx="2953">
                  <c:v>29-09-2021</c:v>
                </c:pt>
                <c:pt idx="2954">
                  <c:v>29-09-2021</c:v>
                </c:pt>
                <c:pt idx="2955">
                  <c:v>29-09-2021</c:v>
                </c:pt>
                <c:pt idx="2956">
                  <c:v>29-09-2021</c:v>
                </c:pt>
                <c:pt idx="2957">
                  <c:v>29-09-2021</c:v>
                </c:pt>
                <c:pt idx="2958">
                  <c:v>29-09-2021</c:v>
                </c:pt>
                <c:pt idx="2959">
                  <c:v>29-09-2021</c:v>
                </c:pt>
                <c:pt idx="2960">
                  <c:v>29-09-2021</c:v>
                </c:pt>
                <c:pt idx="2961">
                  <c:v>29-09-2021</c:v>
                </c:pt>
                <c:pt idx="2962">
                  <c:v>29-09-2021</c:v>
                </c:pt>
                <c:pt idx="2963">
                  <c:v>29-09-2021</c:v>
                </c:pt>
                <c:pt idx="2964">
                  <c:v>29-09-2021</c:v>
                </c:pt>
                <c:pt idx="2965">
                  <c:v>29-09-2021</c:v>
                </c:pt>
                <c:pt idx="2966">
                  <c:v>29-09-2021</c:v>
                </c:pt>
                <c:pt idx="2967">
                  <c:v>29-09-2021</c:v>
                </c:pt>
                <c:pt idx="2968">
                  <c:v>29-09-2021</c:v>
                </c:pt>
                <c:pt idx="2969">
                  <c:v>29-09-2021</c:v>
                </c:pt>
                <c:pt idx="2970">
                  <c:v>29-09-2021</c:v>
                </c:pt>
                <c:pt idx="2971">
                  <c:v>29-09-2021</c:v>
                </c:pt>
                <c:pt idx="2972">
                  <c:v>29-09-2021</c:v>
                </c:pt>
                <c:pt idx="2973">
                  <c:v>29-09-2021</c:v>
                </c:pt>
                <c:pt idx="2974">
                  <c:v>29-09-2021</c:v>
                </c:pt>
                <c:pt idx="2975">
                  <c:v>29-09-2021</c:v>
                </c:pt>
                <c:pt idx="2976">
                  <c:v>29-09-2021</c:v>
                </c:pt>
                <c:pt idx="2977">
                  <c:v>29-09-2021</c:v>
                </c:pt>
                <c:pt idx="2978">
                  <c:v>29-09-2021</c:v>
                </c:pt>
                <c:pt idx="2979">
                  <c:v>29-09-2021</c:v>
                </c:pt>
                <c:pt idx="2980">
                  <c:v>29-09-2021</c:v>
                </c:pt>
                <c:pt idx="2981">
                  <c:v>29-09-2021</c:v>
                </c:pt>
                <c:pt idx="2982">
                  <c:v>29-09-2021</c:v>
                </c:pt>
                <c:pt idx="2983">
                  <c:v>29-09-2021</c:v>
                </c:pt>
                <c:pt idx="2984">
                  <c:v>29-09-2021</c:v>
                </c:pt>
                <c:pt idx="2985">
                  <c:v>30-09-2021</c:v>
                </c:pt>
                <c:pt idx="2986">
                  <c:v>30-09-2021</c:v>
                </c:pt>
                <c:pt idx="2987">
                  <c:v>30-09-2021</c:v>
                </c:pt>
                <c:pt idx="2988">
                  <c:v>30-09-2021</c:v>
                </c:pt>
                <c:pt idx="2989">
                  <c:v>30-09-2021</c:v>
                </c:pt>
                <c:pt idx="2990">
                  <c:v>30-09-2021</c:v>
                </c:pt>
                <c:pt idx="2991">
                  <c:v>30-09-2021</c:v>
                </c:pt>
                <c:pt idx="2992">
                  <c:v>30-09-2021</c:v>
                </c:pt>
                <c:pt idx="2993">
                  <c:v>30-09-2021</c:v>
                </c:pt>
                <c:pt idx="2994">
                  <c:v>30-09-2021</c:v>
                </c:pt>
                <c:pt idx="2995">
                  <c:v>30-09-2021</c:v>
                </c:pt>
                <c:pt idx="2996">
                  <c:v>30-09-2021</c:v>
                </c:pt>
                <c:pt idx="2997">
                  <c:v>30-09-2021</c:v>
                </c:pt>
                <c:pt idx="2998">
                  <c:v>30-09-2021</c:v>
                </c:pt>
                <c:pt idx="2999">
                  <c:v>30-09-2021</c:v>
                </c:pt>
                <c:pt idx="3000">
                  <c:v>30-09-2021</c:v>
                </c:pt>
                <c:pt idx="3001">
                  <c:v>30-09-2021</c:v>
                </c:pt>
                <c:pt idx="3002">
                  <c:v>30-09-2021</c:v>
                </c:pt>
                <c:pt idx="3003">
                  <c:v>30-09-2021</c:v>
                </c:pt>
                <c:pt idx="3004">
                  <c:v>30-09-2021</c:v>
                </c:pt>
                <c:pt idx="3005">
                  <c:v>30-09-2021</c:v>
                </c:pt>
                <c:pt idx="3006">
                  <c:v>30-09-2021</c:v>
                </c:pt>
                <c:pt idx="3007">
                  <c:v>30-09-2021</c:v>
                </c:pt>
                <c:pt idx="3008">
                  <c:v>30-09-2021</c:v>
                </c:pt>
                <c:pt idx="3009">
                  <c:v>30-09-2021</c:v>
                </c:pt>
                <c:pt idx="3010">
                  <c:v>30-09-2021</c:v>
                </c:pt>
                <c:pt idx="3011">
                  <c:v>30-09-2021</c:v>
                </c:pt>
                <c:pt idx="3012">
                  <c:v>30-09-2021</c:v>
                </c:pt>
                <c:pt idx="3013">
                  <c:v>30-09-2021</c:v>
                </c:pt>
                <c:pt idx="3014">
                  <c:v>30-09-2021</c:v>
                </c:pt>
                <c:pt idx="3015">
                  <c:v>30-09-2021</c:v>
                </c:pt>
                <c:pt idx="3016">
                  <c:v>30-09-2021</c:v>
                </c:pt>
                <c:pt idx="3017">
                  <c:v>30-09-2021</c:v>
                </c:pt>
                <c:pt idx="3018">
                  <c:v>30-09-2021</c:v>
                </c:pt>
                <c:pt idx="3019">
                  <c:v>30-09-2021</c:v>
                </c:pt>
                <c:pt idx="3020">
                  <c:v>30-09-2021</c:v>
                </c:pt>
                <c:pt idx="3021">
                  <c:v>30-09-2021</c:v>
                </c:pt>
                <c:pt idx="3022">
                  <c:v>30-09-2021</c:v>
                </c:pt>
                <c:pt idx="3023">
                  <c:v>30-09-2021</c:v>
                </c:pt>
                <c:pt idx="3024">
                  <c:v>30-09-2021</c:v>
                </c:pt>
                <c:pt idx="3025">
                  <c:v>30-09-2021</c:v>
                </c:pt>
                <c:pt idx="3026">
                  <c:v>30-09-2021</c:v>
                </c:pt>
                <c:pt idx="3027">
                  <c:v>30-09-2021</c:v>
                </c:pt>
                <c:pt idx="3028">
                  <c:v>30-09-2021</c:v>
                </c:pt>
                <c:pt idx="3029">
                  <c:v>30-09-2021</c:v>
                </c:pt>
                <c:pt idx="3030">
                  <c:v>30-09-2021</c:v>
                </c:pt>
                <c:pt idx="3031">
                  <c:v>30-09-2021</c:v>
                </c:pt>
                <c:pt idx="3032">
                  <c:v>30-09-2021</c:v>
                </c:pt>
                <c:pt idx="3033">
                  <c:v>30-09-2021</c:v>
                </c:pt>
                <c:pt idx="3034">
                  <c:v>30-09-2021</c:v>
                </c:pt>
                <c:pt idx="3035">
                  <c:v>30-09-2021</c:v>
                </c:pt>
                <c:pt idx="3036">
                  <c:v>30-09-2021</c:v>
                </c:pt>
                <c:pt idx="3037">
                  <c:v>01-10-2021</c:v>
                </c:pt>
                <c:pt idx="3038">
                  <c:v>01-10-2021</c:v>
                </c:pt>
                <c:pt idx="3039">
                  <c:v>01-10-2021</c:v>
                </c:pt>
                <c:pt idx="3040">
                  <c:v>01-10-2021</c:v>
                </c:pt>
                <c:pt idx="3041">
                  <c:v>01-10-2021</c:v>
                </c:pt>
                <c:pt idx="3042">
                  <c:v>01-10-2021</c:v>
                </c:pt>
                <c:pt idx="3043">
                  <c:v>01-10-2021</c:v>
                </c:pt>
                <c:pt idx="3044">
                  <c:v>01-10-2021</c:v>
                </c:pt>
                <c:pt idx="3045">
                  <c:v>01-10-2021</c:v>
                </c:pt>
                <c:pt idx="3046">
                  <c:v>01-10-2021</c:v>
                </c:pt>
                <c:pt idx="3047">
                  <c:v>01-10-2021</c:v>
                </c:pt>
                <c:pt idx="3048">
                  <c:v>01-10-2021</c:v>
                </c:pt>
                <c:pt idx="3049">
                  <c:v>01-10-2021</c:v>
                </c:pt>
                <c:pt idx="3050">
                  <c:v>01-10-2021</c:v>
                </c:pt>
                <c:pt idx="3051">
                  <c:v>01-10-2021</c:v>
                </c:pt>
                <c:pt idx="3052">
                  <c:v>01-10-2021</c:v>
                </c:pt>
                <c:pt idx="3053">
                  <c:v>01-10-2021</c:v>
                </c:pt>
                <c:pt idx="3054">
                  <c:v>01-10-2021</c:v>
                </c:pt>
                <c:pt idx="3055">
                  <c:v>01-10-2021</c:v>
                </c:pt>
                <c:pt idx="3056">
                  <c:v>01-10-2021</c:v>
                </c:pt>
                <c:pt idx="3057">
                  <c:v>01-10-2021</c:v>
                </c:pt>
                <c:pt idx="3058">
                  <c:v>01-10-2021</c:v>
                </c:pt>
                <c:pt idx="3059">
                  <c:v>01-10-2021</c:v>
                </c:pt>
                <c:pt idx="3060">
                  <c:v>01-10-2021</c:v>
                </c:pt>
                <c:pt idx="3061">
                  <c:v>01-10-2021</c:v>
                </c:pt>
                <c:pt idx="3062">
                  <c:v>01-10-2021</c:v>
                </c:pt>
                <c:pt idx="3063">
                  <c:v>01-10-2021</c:v>
                </c:pt>
                <c:pt idx="3064">
                  <c:v>01-10-2021</c:v>
                </c:pt>
                <c:pt idx="3065">
                  <c:v>01-10-2021</c:v>
                </c:pt>
                <c:pt idx="3066">
                  <c:v>01-10-2021</c:v>
                </c:pt>
                <c:pt idx="3067">
                  <c:v>01-10-2021</c:v>
                </c:pt>
                <c:pt idx="3068">
                  <c:v>01-10-2021</c:v>
                </c:pt>
                <c:pt idx="3069">
                  <c:v>01-10-2021</c:v>
                </c:pt>
                <c:pt idx="3070">
                  <c:v>01-10-2021</c:v>
                </c:pt>
                <c:pt idx="3071">
                  <c:v>01-10-2021</c:v>
                </c:pt>
                <c:pt idx="3072">
                  <c:v>01-10-2021</c:v>
                </c:pt>
                <c:pt idx="3073">
                  <c:v>01-10-2021</c:v>
                </c:pt>
                <c:pt idx="3074">
                  <c:v>01-10-2021</c:v>
                </c:pt>
                <c:pt idx="3075">
                  <c:v>01-10-2021</c:v>
                </c:pt>
                <c:pt idx="3076">
                  <c:v>01-10-2021</c:v>
                </c:pt>
                <c:pt idx="3077">
                  <c:v>01-10-2021</c:v>
                </c:pt>
                <c:pt idx="3078">
                  <c:v>01-10-2021</c:v>
                </c:pt>
                <c:pt idx="3079">
                  <c:v>01-10-2021</c:v>
                </c:pt>
                <c:pt idx="3080">
                  <c:v>01-10-2021</c:v>
                </c:pt>
                <c:pt idx="3081">
                  <c:v>01-10-2021</c:v>
                </c:pt>
                <c:pt idx="3082">
                  <c:v>01-10-2021</c:v>
                </c:pt>
                <c:pt idx="3083">
                  <c:v>01-10-2021</c:v>
                </c:pt>
                <c:pt idx="3084">
                  <c:v>01-10-2021</c:v>
                </c:pt>
                <c:pt idx="3085">
                  <c:v>01-10-2021</c:v>
                </c:pt>
                <c:pt idx="3086">
                  <c:v>01-10-2021</c:v>
                </c:pt>
                <c:pt idx="3087">
                  <c:v>01-10-2021</c:v>
                </c:pt>
                <c:pt idx="3088">
                  <c:v>01-10-2021</c:v>
                </c:pt>
                <c:pt idx="3089">
                  <c:v>02-10-2021</c:v>
                </c:pt>
                <c:pt idx="3090">
                  <c:v>02-10-2021</c:v>
                </c:pt>
                <c:pt idx="3091">
                  <c:v>02-10-2021</c:v>
                </c:pt>
                <c:pt idx="3092">
                  <c:v>02-10-2021</c:v>
                </c:pt>
                <c:pt idx="3093">
                  <c:v>02-10-2021</c:v>
                </c:pt>
                <c:pt idx="3094">
                  <c:v>02-10-2021</c:v>
                </c:pt>
                <c:pt idx="3095">
                  <c:v>02-10-2021</c:v>
                </c:pt>
                <c:pt idx="3096">
                  <c:v>02-10-2021</c:v>
                </c:pt>
                <c:pt idx="3097">
                  <c:v>02-10-2021</c:v>
                </c:pt>
                <c:pt idx="3098">
                  <c:v>02-10-2021</c:v>
                </c:pt>
                <c:pt idx="3099">
                  <c:v>02-10-2021</c:v>
                </c:pt>
                <c:pt idx="3100">
                  <c:v>02-10-2021</c:v>
                </c:pt>
                <c:pt idx="3101">
                  <c:v>02-10-2021</c:v>
                </c:pt>
                <c:pt idx="3102">
                  <c:v>02-10-2021</c:v>
                </c:pt>
                <c:pt idx="3103">
                  <c:v>02-10-2021</c:v>
                </c:pt>
                <c:pt idx="3104">
                  <c:v>02-10-2021</c:v>
                </c:pt>
                <c:pt idx="3105">
                  <c:v>02-10-2021</c:v>
                </c:pt>
                <c:pt idx="3106">
                  <c:v>02-10-2021</c:v>
                </c:pt>
                <c:pt idx="3107">
                  <c:v>02-10-2021</c:v>
                </c:pt>
                <c:pt idx="3108">
                  <c:v>02-10-2021</c:v>
                </c:pt>
                <c:pt idx="3109">
                  <c:v>02-10-2021</c:v>
                </c:pt>
                <c:pt idx="3110">
                  <c:v>02-10-2021</c:v>
                </c:pt>
                <c:pt idx="3111">
                  <c:v>02-10-2021</c:v>
                </c:pt>
                <c:pt idx="3112">
                  <c:v>02-10-2021</c:v>
                </c:pt>
                <c:pt idx="3113">
                  <c:v>02-10-2021</c:v>
                </c:pt>
                <c:pt idx="3114">
                  <c:v>02-10-2021</c:v>
                </c:pt>
                <c:pt idx="3115">
                  <c:v>02-10-2021</c:v>
                </c:pt>
                <c:pt idx="3116">
                  <c:v>02-10-2021</c:v>
                </c:pt>
                <c:pt idx="3117">
                  <c:v>02-10-2021</c:v>
                </c:pt>
                <c:pt idx="3118">
                  <c:v>02-10-2021</c:v>
                </c:pt>
                <c:pt idx="3119">
                  <c:v>02-10-2021</c:v>
                </c:pt>
                <c:pt idx="3120">
                  <c:v>02-10-2021</c:v>
                </c:pt>
                <c:pt idx="3121">
                  <c:v>02-10-2021</c:v>
                </c:pt>
                <c:pt idx="3122">
                  <c:v>02-10-2021</c:v>
                </c:pt>
                <c:pt idx="3123">
                  <c:v>02-10-2021</c:v>
                </c:pt>
                <c:pt idx="3124">
                  <c:v>02-10-2021</c:v>
                </c:pt>
                <c:pt idx="3125">
                  <c:v>02-10-2021</c:v>
                </c:pt>
                <c:pt idx="3126">
                  <c:v>02-10-2021</c:v>
                </c:pt>
                <c:pt idx="3127">
                  <c:v>02-10-2021</c:v>
                </c:pt>
                <c:pt idx="3128">
                  <c:v>02-10-2021</c:v>
                </c:pt>
                <c:pt idx="3129">
                  <c:v>02-10-2021</c:v>
                </c:pt>
                <c:pt idx="3130">
                  <c:v>02-10-2021</c:v>
                </c:pt>
                <c:pt idx="3131">
                  <c:v>02-10-2021</c:v>
                </c:pt>
                <c:pt idx="3132">
                  <c:v>02-10-2021</c:v>
                </c:pt>
                <c:pt idx="3133">
                  <c:v>02-10-2021</c:v>
                </c:pt>
                <c:pt idx="3134">
                  <c:v>02-10-2021</c:v>
                </c:pt>
                <c:pt idx="3135">
                  <c:v>02-10-2021</c:v>
                </c:pt>
                <c:pt idx="3136">
                  <c:v>02-10-2021</c:v>
                </c:pt>
                <c:pt idx="3137">
                  <c:v>02-10-2021</c:v>
                </c:pt>
                <c:pt idx="3138">
                  <c:v>02-10-2021</c:v>
                </c:pt>
                <c:pt idx="3139">
                  <c:v>02-10-2021</c:v>
                </c:pt>
                <c:pt idx="3140">
                  <c:v>03-10-2021</c:v>
                </c:pt>
                <c:pt idx="3141">
                  <c:v>03-10-2021</c:v>
                </c:pt>
                <c:pt idx="3142">
                  <c:v>03-10-2021</c:v>
                </c:pt>
                <c:pt idx="3143">
                  <c:v>03-10-2021</c:v>
                </c:pt>
                <c:pt idx="3144">
                  <c:v>03-10-2021</c:v>
                </c:pt>
                <c:pt idx="3145">
                  <c:v>03-10-2021</c:v>
                </c:pt>
                <c:pt idx="3146">
                  <c:v>03-10-2021</c:v>
                </c:pt>
                <c:pt idx="3147">
                  <c:v>03-10-2021</c:v>
                </c:pt>
                <c:pt idx="3148">
                  <c:v>03-10-2021</c:v>
                </c:pt>
                <c:pt idx="3149">
                  <c:v>03-10-2021</c:v>
                </c:pt>
                <c:pt idx="3150">
                  <c:v>03-10-2021</c:v>
                </c:pt>
                <c:pt idx="3151">
                  <c:v>03-10-2021</c:v>
                </c:pt>
                <c:pt idx="3152">
                  <c:v>03-10-2021</c:v>
                </c:pt>
                <c:pt idx="3153">
                  <c:v>03-10-2021</c:v>
                </c:pt>
                <c:pt idx="3154">
                  <c:v>03-10-2021</c:v>
                </c:pt>
                <c:pt idx="3155">
                  <c:v>03-10-2021</c:v>
                </c:pt>
                <c:pt idx="3156">
                  <c:v>03-10-2021</c:v>
                </c:pt>
                <c:pt idx="3157">
                  <c:v>03-10-2021</c:v>
                </c:pt>
                <c:pt idx="3158">
                  <c:v>03-10-2021</c:v>
                </c:pt>
                <c:pt idx="3159">
                  <c:v>03-10-2021</c:v>
                </c:pt>
                <c:pt idx="3160">
                  <c:v>03-10-2021</c:v>
                </c:pt>
                <c:pt idx="3161">
                  <c:v>03-10-2021</c:v>
                </c:pt>
                <c:pt idx="3162">
                  <c:v>03-10-2021</c:v>
                </c:pt>
                <c:pt idx="3163">
                  <c:v>03-10-2021</c:v>
                </c:pt>
                <c:pt idx="3164">
                  <c:v>03-10-2021</c:v>
                </c:pt>
                <c:pt idx="3165">
                  <c:v>03-10-2021</c:v>
                </c:pt>
                <c:pt idx="3166">
                  <c:v>03-10-2021</c:v>
                </c:pt>
                <c:pt idx="3167">
                  <c:v>03-10-2021</c:v>
                </c:pt>
                <c:pt idx="3168">
                  <c:v>03-10-2021</c:v>
                </c:pt>
                <c:pt idx="3169">
                  <c:v>03-10-2021</c:v>
                </c:pt>
                <c:pt idx="3170">
                  <c:v>03-10-2021</c:v>
                </c:pt>
                <c:pt idx="3171">
                  <c:v>03-10-2021</c:v>
                </c:pt>
                <c:pt idx="3172">
                  <c:v>03-10-2021</c:v>
                </c:pt>
                <c:pt idx="3173">
                  <c:v>03-10-2021</c:v>
                </c:pt>
                <c:pt idx="3174">
                  <c:v>03-10-2021</c:v>
                </c:pt>
                <c:pt idx="3175">
                  <c:v>03-10-2021</c:v>
                </c:pt>
                <c:pt idx="3176">
                  <c:v>03-10-2021</c:v>
                </c:pt>
                <c:pt idx="3177">
                  <c:v>03-10-2021</c:v>
                </c:pt>
                <c:pt idx="3178">
                  <c:v>03-10-2021</c:v>
                </c:pt>
                <c:pt idx="3179">
                  <c:v>03-10-2021</c:v>
                </c:pt>
                <c:pt idx="3180">
                  <c:v>03-10-2021</c:v>
                </c:pt>
                <c:pt idx="3181">
                  <c:v>03-10-2021</c:v>
                </c:pt>
                <c:pt idx="3182">
                  <c:v>03-10-2021</c:v>
                </c:pt>
                <c:pt idx="3183">
                  <c:v>03-10-2021</c:v>
                </c:pt>
                <c:pt idx="3184">
                  <c:v>03-10-2021</c:v>
                </c:pt>
                <c:pt idx="3185">
                  <c:v>03-10-2021</c:v>
                </c:pt>
                <c:pt idx="3186">
                  <c:v>03-10-2021</c:v>
                </c:pt>
                <c:pt idx="3187">
                  <c:v>03-10-2021</c:v>
                </c:pt>
                <c:pt idx="3188">
                  <c:v>03-10-2021</c:v>
                </c:pt>
                <c:pt idx="3189">
                  <c:v>03-10-2021</c:v>
                </c:pt>
                <c:pt idx="3190">
                  <c:v>03-10-2021</c:v>
                </c:pt>
                <c:pt idx="3191">
                  <c:v>04-10-2021</c:v>
                </c:pt>
                <c:pt idx="3192">
                  <c:v>04-10-2021</c:v>
                </c:pt>
                <c:pt idx="3193">
                  <c:v>04-10-2021</c:v>
                </c:pt>
                <c:pt idx="3194">
                  <c:v>04-10-2021</c:v>
                </c:pt>
                <c:pt idx="3195">
                  <c:v>04-10-2021</c:v>
                </c:pt>
                <c:pt idx="3196">
                  <c:v>04-10-2021</c:v>
                </c:pt>
                <c:pt idx="3197">
                  <c:v>04-10-2021</c:v>
                </c:pt>
                <c:pt idx="3198">
                  <c:v>04-10-2021</c:v>
                </c:pt>
                <c:pt idx="3199">
                  <c:v>04-10-2021</c:v>
                </c:pt>
                <c:pt idx="3200">
                  <c:v>04-10-2021</c:v>
                </c:pt>
                <c:pt idx="3201">
                  <c:v>04-10-2021</c:v>
                </c:pt>
                <c:pt idx="3202">
                  <c:v>04-10-2021</c:v>
                </c:pt>
                <c:pt idx="3203">
                  <c:v>04-10-2021</c:v>
                </c:pt>
                <c:pt idx="3204">
                  <c:v>04-10-2021</c:v>
                </c:pt>
                <c:pt idx="3205">
                  <c:v>04-10-2021</c:v>
                </c:pt>
                <c:pt idx="3206">
                  <c:v>04-10-2021</c:v>
                </c:pt>
                <c:pt idx="3207">
                  <c:v>04-10-2021</c:v>
                </c:pt>
                <c:pt idx="3208">
                  <c:v>04-10-2021</c:v>
                </c:pt>
                <c:pt idx="3209">
                  <c:v>04-10-2021</c:v>
                </c:pt>
                <c:pt idx="3210">
                  <c:v>04-10-2021</c:v>
                </c:pt>
                <c:pt idx="3211">
                  <c:v>04-10-2021</c:v>
                </c:pt>
                <c:pt idx="3212">
                  <c:v>04-10-2021</c:v>
                </c:pt>
                <c:pt idx="3213">
                  <c:v>04-10-2021</c:v>
                </c:pt>
                <c:pt idx="3214">
                  <c:v>04-10-2021</c:v>
                </c:pt>
                <c:pt idx="3215">
                  <c:v>04-10-2021</c:v>
                </c:pt>
                <c:pt idx="3216">
                  <c:v>04-10-2021</c:v>
                </c:pt>
                <c:pt idx="3217">
                  <c:v>04-10-2021</c:v>
                </c:pt>
                <c:pt idx="3218">
                  <c:v>04-10-2021</c:v>
                </c:pt>
                <c:pt idx="3219">
                  <c:v>04-10-2021</c:v>
                </c:pt>
                <c:pt idx="3220">
                  <c:v>04-10-2021</c:v>
                </c:pt>
                <c:pt idx="3221">
                  <c:v>04-10-2021</c:v>
                </c:pt>
                <c:pt idx="3222">
                  <c:v>04-10-2021</c:v>
                </c:pt>
                <c:pt idx="3223">
                  <c:v>04-10-2021</c:v>
                </c:pt>
                <c:pt idx="3224">
                  <c:v>04-10-2021</c:v>
                </c:pt>
                <c:pt idx="3225">
                  <c:v>04-10-2021</c:v>
                </c:pt>
                <c:pt idx="3226">
                  <c:v>04-10-2021</c:v>
                </c:pt>
                <c:pt idx="3227">
                  <c:v>04-10-2021</c:v>
                </c:pt>
                <c:pt idx="3228">
                  <c:v>04-10-2021</c:v>
                </c:pt>
                <c:pt idx="3229">
                  <c:v>04-10-2021</c:v>
                </c:pt>
                <c:pt idx="3230">
                  <c:v>04-10-2021</c:v>
                </c:pt>
                <c:pt idx="3231">
                  <c:v>04-10-2021</c:v>
                </c:pt>
                <c:pt idx="3232">
                  <c:v>04-10-2021</c:v>
                </c:pt>
                <c:pt idx="3233">
                  <c:v>04-10-2021</c:v>
                </c:pt>
                <c:pt idx="3234">
                  <c:v>04-10-2021</c:v>
                </c:pt>
                <c:pt idx="3235">
                  <c:v>04-10-2021</c:v>
                </c:pt>
                <c:pt idx="3236">
                  <c:v>04-10-2021</c:v>
                </c:pt>
                <c:pt idx="3237">
                  <c:v>04-10-2021</c:v>
                </c:pt>
                <c:pt idx="3238">
                  <c:v>04-10-2021</c:v>
                </c:pt>
                <c:pt idx="3239">
                  <c:v>04-10-2021</c:v>
                </c:pt>
                <c:pt idx="3240">
                  <c:v>04-10-2021</c:v>
                </c:pt>
                <c:pt idx="3241">
                  <c:v>04-10-2021</c:v>
                </c:pt>
                <c:pt idx="3242">
                  <c:v>05-10-2021</c:v>
                </c:pt>
                <c:pt idx="3243">
                  <c:v>05-10-2021</c:v>
                </c:pt>
                <c:pt idx="3244">
                  <c:v>05-10-2021</c:v>
                </c:pt>
                <c:pt idx="3245">
                  <c:v>05-10-2021</c:v>
                </c:pt>
                <c:pt idx="3246">
                  <c:v>05-10-2021</c:v>
                </c:pt>
                <c:pt idx="3247">
                  <c:v>05-10-2021</c:v>
                </c:pt>
                <c:pt idx="3248">
                  <c:v>05-10-2021</c:v>
                </c:pt>
                <c:pt idx="3249">
                  <c:v>05-10-2021</c:v>
                </c:pt>
                <c:pt idx="3250">
                  <c:v>05-10-2021</c:v>
                </c:pt>
                <c:pt idx="3251">
                  <c:v>05-10-2021</c:v>
                </c:pt>
                <c:pt idx="3252">
                  <c:v>05-10-2021</c:v>
                </c:pt>
                <c:pt idx="3253">
                  <c:v>05-10-2021</c:v>
                </c:pt>
                <c:pt idx="3254">
                  <c:v>05-10-2021</c:v>
                </c:pt>
                <c:pt idx="3255">
                  <c:v>05-10-2021</c:v>
                </c:pt>
                <c:pt idx="3256">
                  <c:v>05-10-2021</c:v>
                </c:pt>
                <c:pt idx="3257">
                  <c:v>05-10-2021</c:v>
                </c:pt>
                <c:pt idx="3258">
                  <c:v>05-10-2021</c:v>
                </c:pt>
                <c:pt idx="3259">
                  <c:v>05-10-2021</c:v>
                </c:pt>
                <c:pt idx="3260">
                  <c:v>05-10-2021</c:v>
                </c:pt>
                <c:pt idx="3261">
                  <c:v>05-10-2021</c:v>
                </c:pt>
                <c:pt idx="3262">
                  <c:v>05-10-2021</c:v>
                </c:pt>
                <c:pt idx="3263">
                  <c:v>05-10-2021</c:v>
                </c:pt>
                <c:pt idx="3264">
                  <c:v>05-10-2021</c:v>
                </c:pt>
                <c:pt idx="3265">
                  <c:v>05-10-2021</c:v>
                </c:pt>
                <c:pt idx="3266">
                  <c:v>05-10-2021</c:v>
                </c:pt>
                <c:pt idx="3267">
                  <c:v>05-10-2021</c:v>
                </c:pt>
                <c:pt idx="3268">
                  <c:v>05-10-2021</c:v>
                </c:pt>
                <c:pt idx="3269">
                  <c:v>05-10-2021</c:v>
                </c:pt>
                <c:pt idx="3270">
                  <c:v>05-10-2021</c:v>
                </c:pt>
                <c:pt idx="3271">
                  <c:v>05-10-2021</c:v>
                </c:pt>
                <c:pt idx="3272">
                  <c:v>05-10-2021</c:v>
                </c:pt>
                <c:pt idx="3273">
                  <c:v>05-10-2021</c:v>
                </c:pt>
                <c:pt idx="3274">
                  <c:v>05-10-2021</c:v>
                </c:pt>
                <c:pt idx="3275">
                  <c:v>05-10-2021</c:v>
                </c:pt>
                <c:pt idx="3276">
                  <c:v>05-10-2021</c:v>
                </c:pt>
                <c:pt idx="3277">
                  <c:v>05-10-2021</c:v>
                </c:pt>
                <c:pt idx="3278">
                  <c:v>05-10-2021</c:v>
                </c:pt>
                <c:pt idx="3279">
                  <c:v>05-10-2021</c:v>
                </c:pt>
                <c:pt idx="3280">
                  <c:v>05-10-2021</c:v>
                </c:pt>
                <c:pt idx="3281">
                  <c:v>05-10-2021</c:v>
                </c:pt>
                <c:pt idx="3282">
                  <c:v>05-10-2021</c:v>
                </c:pt>
                <c:pt idx="3283">
                  <c:v>05-10-2021</c:v>
                </c:pt>
                <c:pt idx="3284">
                  <c:v>05-10-2021</c:v>
                </c:pt>
                <c:pt idx="3285">
                  <c:v>05-10-2021</c:v>
                </c:pt>
                <c:pt idx="3286">
                  <c:v>05-10-2021</c:v>
                </c:pt>
                <c:pt idx="3287">
                  <c:v>05-10-2021</c:v>
                </c:pt>
                <c:pt idx="3288">
                  <c:v>05-10-2021</c:v>
                </c:pt>
                <c:pt idx="3289">
                  <c:v>05-10-2021</c:v>
                </c:pt>
                <c:pt idx="3290">
                  <c:v>05-10-2021</c:v>
                </c:pt>
                <c:pt idx="3291">
                  <c:v>05-10-2021</c:v>
                </c:pt>
                <c:pt idx="3292">
                  <c:v>06-10-2021</c:v>
                </c:pt>
                <c:pt idx="3293">
                  <c:v>06-10-2021</c:v>
                </c:pt>
                <c:pt idx="3294">
                  <c:v>06-10-2021</c:v>
                </c:pt>
                <c:pt idx="3295">
                  <c:v>06-10-2021</c:v>
                </c:pt>
                <c:pt idx="3296">
                  <c:v>06-10-2021</c:v>
                </c:pt>
                <c:pt idx="3297">
                  <c:v>06-10-2021</c:v>
                </c:pt>
                <c:pt idx="3298">
                  <c:v>06-10-2021</c:v>
                </c:pt>
                <c:pt idx="3299">
                  <c:v>06-10-2021</c:v>
                </c:pt>
                <c:pt idx="3300">
                  <c:v>06-10-2021</c:v>
                </c:pt>
                <c:pt idx="3301">
                  <c:v>06-10-2021</c:v>
                </c:pt>
                <c:pt idx="3302">
                  <c:v>06-10-2021</c:v>
                </c:pt>
                <c:pt idx="3303">
                  <c:v>06-10-2021</c:v>
                </c:pt>
                <c:pt idx="3304">
                  <c:v>06-10-2021</c:v>
                </c:pt>
                <c:pt idx="3305">
                  <c:v>06-10-2021</c:v>
                </c:pt>
                <c:pt idx="3306">
                  <c:v>06-10-2021</c:v>
                </c:pt>
                <c:pt idx="3307">
                  <c:v>06-10-2021</c:v>
                </c:pt>
                <c:pt idx="3308">
                  <c:v>06-10-2021</c:v>
                </c:pt>
                <c:pt idx="3309">
                  <c:v>06-10-2021</c:v>
                </c:pt>
                <c:pt idx="3310">
                  <c:v>06-10-2021</c:v>
                </c:pt>
                <c:pt idx="3311">
                  <c:v>06-10-2021</c:v>
                </c:pt>
                <c:pt idx="3312">
                  <c:v>06-10-2021</c:v>
                </c:pt>
                <c:pt idx="3313">
                  <c:v>06-10-2021</c:v>
                </c:pt>
                <c:pt idx="3314">
                  <c:v>06-10-2021</c:v>
                </c:pt>
                <c:pt idx="3315">
                  <c:v>06-10-2021</c:v>
                </c:pt>
                <c:pt idx="3316">
                  <c:v>06-10-2021</c:v>
                </c:pt>
                <c:pt idx="3317">
                  <c:v>06-10-2021</c:v>
                </c:pt>
                <c:pt idx="3318">
                  <c:v>06-10-2021</c:v>
                </c:pt>
                <c:pt idx="3319">
                  <c:v>06-10-2021</c:v>
                </c:pt>
                <c:pt idx="3320">
                  <c:v>06-10-2021</c:v>
                </c:pt>
                <c:pt idx="3321">
                  <c:v>06-10-2021</c:v>
                </c:pt>
                <c:pt idx="3322">
                  <c:v>06-10-2021</c:v>
                </c:pt>
                <c:pt idx="3323">
                  <c:v>06-10-2021</c:v>
                </c:pt>
                <c:pt idx="3324">
                  <c:v>06-10-2021</c:v>
                </c:pt>
                <c:pt idx="3325">
                  <c:v>06-10-2021</c:v>
                </c:pt>
                <c:pt idx="3326">
                  <c:v>06-10-2021</c:v>
                </c:pt>
                <c:pt idx="3327">
                  <c:v>06-10-2021</c:v>
                </c:pt>
                <c:pt idx="3328">
                  <c:v>06-10-2021</c:v>
                </c:pt>
                <c:pt idx="3329">
                  <c:v>06-10-2021</c:v>
                </c:pt>
                <c:pt idx="3330">
                  <c:v>06-10-2021</c:v>
                </c:pt>
                <c:pt idx="3331">
                  <c:v>06-10-2021</c:v>
                </c:pt>
                <c:pt idx="3332">
                  <c:v>06-10-2021</c:v>
                </c:pt>
                <c:pt idx="3333">
                  <c:v>06-10-2021</c:v>
                </c:pt>
                <c:pt idx="3334">
                  <c:v>06-10-2021</c:v>
                </c:pt>
                <c:pt idx="3335">
                  <c:v>06-10-2021</c:v>
                </c:pt>
                <c:pt idx="3336">
                  <c:v>06-10-2021</c:v>
                </c:pt>
                <c:pt idx="3337">
                  <c:v>06-10-2021</c:v>
                </c:pt>
                <c:pt idx="3338">
                  <c:v>06-10-2021</c:v>
                </c:pt>
                <c:pt idx="3339">
                  <c:v>06-10-2021</c:v>
                </c:pt>
                <c:pt idx="3340">
                  <c:v>06-10-2021</c:v>
                </c:pt>
                <c:pt idx="3341">
                  <c:v>06-10-2021</c:v>
                </c:pt>
                <c:pt idx="3342">
                  <c:v>06-10-2021</c:v>
                </c:pt>
                <c:pt idx="3343">
                  <c:v>06-10-2021</c:v>
                </c:pt>
                <c:pt idx="3344">
                  <c:v>07-10-2021</c:v>
                </c:pt>
                <c:pt idx="3345">
                  <c:v>07-10-2021</c:v>
                </c:pt>
                <c:pt idx="3346">
                  <c:v>07-10-2021</c:v>
                </c:pt>
                <c:pt idx="3347">
                  <c:v>07-10-2021</c:v>
                </c:pt>
                <c:pt idx="3348">
                  <c:v>07-10-2021</c:v>
                </c:pt>
                <c:pt idx="3349">
                  <c:v>07-10-2021</c:v>
                </c:pt>
                <c:pt idx="3350">
                  <c:v>07-10-2021</c:v>
                </c:pt>
                <c:pt idx="3351">
                  <c:v>07-10-2021</c:v>
                </c:pt>
                <c:pt idx="3352">
                  <c:v>07-10-2021</c:v>
                </c:pt>
                <c:pt idx="3353">
                  <c:v>07-10-2021</c:v>
                </c:pt>
                <c:pt idx="3354">
                  <c:v>07-10-2021</c:v>
                </c:pt>
                <c:pt idx="3355">
                  <c:v>07-10-2021</c:v>
                </c:pt>
                <c:pt idx="3356">
                  <c:v>07-10-2021</c:v>
                </c:pt>
                <c:pt idx="3357">
                  <c:v>07-10-2021</c:v>
                </c:pt>
                <c:pt idx="3358">
                  <c:v>07-10-2021</c:v>
                </c:pt>
                <c:pt idx="3359">
                  <c:v>07-10-2021</c:v>
                </c:pt>
                <c:pt idx="3360">
                  <c:v>07-10-2021</c:v>
                </c:pt>
                <c:pt idx="3361">
                  <c:v>07-10-2021</c:v>
                </c:pt>
                <c:pt idx="3362">
                  <c:v>07-10-2021</c:v>
                </c:pt>
                <c:pt idx="3363">
                  <c:v>07-10-2021</c:v>
                </c:pt>
                <c:pt idx="3364">
                  <c:v>07-10-2021</c:v>
                </c:pt>
                <c:pt idx="3365">
                  <c:v>07-10-2021</c:v>
                </c:pt>
                <c:pt idx="3366">
                  <c:v>07-10-2021</c:v>
                </c:pt>
                <c:pt idx="3367">
                  <c:v>07-10-2021</c:v>
                </c:pt>
                <c:pt idx="3368">
                  <c:v>07-10-2021</c:v>
                </c:pt>
                <c:pt idx="3369">
                  <c:v>07-10-2021</c:v>
                </c:pt>
                <c:pt idx="3370">
                  <c:v>07-10-2021</c:v>
                </c:pt>
                <c:pt idx="3371">
                  <c:v>07-10-2021</c:v>
                </c:pt>
                <c:pt idx="3372">
                  <c:v>07-10-2021</c:v>
                </c:pt>
                <c:pt idx="3373">
                  <c:v>07-10-2021</c:v>
                </c:pt>
                <c:pt idx="3374">
                  <c:v>07-10-2021</c:v>
                </c:pt>
                <c:pt idx="3375">
                  <c:v>07-10-2021</c:v>
                </c:pt>
                <c:pt idx="3376">
                  <c:v>07-10-2021</c:v>
                </c:pt>
                <c:pt idx="3377">
                  <c:v>07-10-2021</c:v>
                </c:pt>
                <c:pt idx="3378">
                  <c:v>07-10-2021</c:v>
                </c:pt>
                <c:pt idx="3379">
                  <c:v>07-10-2021</c:v>
                </c:pt>
                <c:pt idx="3380">
                  <c:v>07-10-2021</c:v>
                </c:pt>
                <c:pt idx="3381">
                  <c:v>07-10-2021</c:v>
                </c:pt>
                <c:pt idx="3382">
                  <c:v>07-10-2021</c:v>
                </c:pt>
                <c:pt idx="3383">
                  <c:v>07-10-2021</c:v>
                </c:pt>
                <c:pt idx="3384">
                  <c:v>07-10-2021</c:v>
                </c:pt>
                <c:pt idx="3385">
                  <c:v>07-10-2021</c:v>
                </c:pt>
                <c:pt idx="3386">
                  <c:v>07-10-2021</c:v>
                </c:pt>
                <c:pt idx="3387">
                  <c:v>07-10-2021</c:v>
                </c:pt>
                <c:pt idx="3388">
                  <c:v>07-10-2021</c:v>
                </c:pt>
                <c:pt idx="3389">
                  <c:v>07-10-2021</c:v>
                </c:pt>
                <c:pt idx="3390">
                  <c:v>07-10-2021</c:v>
                </c:pt>
                <c:pt idx="3391">
                  <c:v>07-10-2021</c:v>
                </c:pt>
                <c:pt idx="3392">
                  <c:v>07-10-2021</c:v>
                </c:pt>
                <c:pt idx="3393">
                  <c:v>07-10-2021</c:v>
                </c:pt>
                <c:pt idx="3394">
                  <c:v>07-10-2021</c:v>
                </c:pt>
                <c:pt idx="3395">
                  <c:v>08-10-2021</c:v>
                </c:pt>
                <c:pt idx="3396">
                  <c:v>08-10-2021</c:v>
                </c:pt>
                <c:pt idx="3397">
                  <c:v>08-10-2021</c:v>
                </c:pt>
                <c:pt idx="3398">
                  <c:v>08-10-2021</c:v>
                </c:pt>
                <c:pt idx="3399">
                  <c:v>08-10-2021</c:v>
                </c:pt>
                <c:pt idx="3400">
                  <c:v>08-10-2021</c:v>
                </c:pt>
                <c:pt idx="3401">
                  <c:v>08-10-2021</c:v>
                </c:pt>
                <c:pt idx="3402">
                  <c:v>08-10-2021</c:v>
                </c:pt>
                <c:pt idx="3403">
                  <c:v>08-10-2021</c:v>
                </c:pt>
                <c:pt idx="3404">
                  <c:v>08-10-2021</c:v>
                </c:pt>
                <c:pt idx="3405">
                  <c:v>08-10-2021</c:v>
                </c:pt>
                <c:pt idx="3406">
                  <c:v>08-10-2021</c:v>
                </c:pt>
                <c:pt idx="3407">
                  <c:v>08-10-2021</c:v>
                </c:pt>
                <c:pt idx="3408">
                  <c:v>08-10-2021</c:v>
                </c:pt>
                <c:pt idx="3409">
                  <c:v>08-10-2021</c:v>
                </c:pt>
                <c:pt idx="3410">
                  <c:v>08-10-2021</c:v>
                </c:pt>
                <c:pt idx="3411">
                  <c:v>08-10-2021</c:v>
                </c:pt>
                <c:pt idx="3412">
                  <c:v>08-10-2021</c:v>
                </c:pt>
                <c:pt idx="3413">
                  <c:v>08-10-2021</c:v>
                </c:pt>
                <c:pt idx="3414">
                  <c:v>08-10-2021</c:v>
                </c:pt>
                <c:pt idx="3415">
                  <c:v>08-10-2021</c:v>
                </c:pt>
                <c:pt idx="3416">
                  <c:v>08-10-2021</c:v>
                </c:pt>
                <c:pt idx="3417">
                  <c:v>08-10-2021</c:v>
                </c:pt>
                <c:pt idx="3418">
                  <c:v>08-10-2021</c:v>
                </c:pt>
                <c:pt idx="3419">
                  <c:v>08-10-2021</c:v>
                </c:pt>
                <c:pt idx="3420">
                  <c:v>08-10-2021</c:v>
                </c:pt>
                <c:pt idx="3421">
                  <c:v>08-10-2021</c:v>
                </c:pt>
                <c:pt idx="3422">
                  <c:v>08-10-2021</c:v>
                </c:pt>
                <c:pt idx="3423">
                  <c:v>08-10-2021</c:v>
                </c:pt>
                <c:pt idx="3424">
                  <c:v>08-10-2021</c:v>
                </c:pt>
                <c:pt idx="3425">
                  <c:v>08-10-2021</c:v>
                </c:pt>
                <c:pt idx="3426">
                  <c:v>08-10-2021</c:v>
                </c:pt>
                <c:pt idx="3427">
                  <c:v>08-10-2021</c:v>
                </c:pt>
                <c:pt idx="3428">
                  <c:v>08-10-2021</c:v>
                </c:pt>
                <c:pt idx="3429">
                  <c:v>08-10-2021</c:v>
                </c:pt>
                <c:pt idx="3430">
                  <c:v>08-10-2021</c:v>
                </c:pt>
                <c:pt idx="3431">
                  <c:v>08-10-2021</c:v>
                </c:pt>
                <c:pt idx="3432">
                  <c:v>08-10-2021</c:v>
                </c:pt>
                <c:pt idx="3433">
                  <c:v>08-10-2021</c:v>
                </c:pt>
                <c:pt idx="3434">
                  <c:v>08-10-2021</c:v>
                </c:pt>
                <c:pt idx="3435">
                  <c:v>08-10-2021</c:v>
                </c:pt>
                <c:pt idx="3436">
                  <c:v>08-10-2021</c:v>
                </c:pt>
                <c:pt idx="3437">
                  <c:v>08-10-2021</c:v>
                </c:pt>
                <c:pt idx="3438">
                  <c:v>08-10-2021</c:v>
                </c:pt>
                <c:pt idx="3439">
                  <c:v>08-10-2021</c:v>
                </c:pt>
                <c:pt idx="3440">
                  <c:v>08-10-2021</c:v>
                </c:pt>
                <c:pt idx="3441">
                  <c:v>08-10-2021</c:v>
                </c:pt>
                <c:pt idx="3442">
                  <c:v>08-10-2021</c:v>
                </c:pt>
                <c:pt idx="3443">
                  <c:v>08-10-2021</c:v>
                </c:pt>
                <c:pt idx="3444">
                  <c:v>08-10-2021</c:v>
                </c:pt>
                <c:pt idx="3445">
                  <c:v>08-10-2021</c:v>
                </c:pt>
                <c:pt idx="3446">
                  <c:v>08-10-2021</c:v>
                </c:pt>
                <c:pt idx="3447">
                  <c:v>09-10-2021</c:v>
                </c:pt>
                <c:pt idx="3448">
                  <c:v>09-10-2021</c:v>
                </c:pt>
                <c:pt idx="3449">
                  <c:v>09-10-2021</c:v>
                </c:pt>
                <c:pt idx="3450">
                  <c:v>09-10-2021</c:v>
                </c:pt>
                <c:pt idx="3451">
                  <c:v>09-10-2021</c:v>
                </c:pt>
                <c:pt idx="3452">
                  <c:v>09-10-2021</c:v>
                </c:pt>
                <c:pt idx="3453">
                  <c:v>09-10-2021</c:v>
                </c:pt>
                <c:pt idx="3454">
                  <c:v>09-10-2021</c:v>
                </c:pt>
                <c:pt idx="3455">
                  <c:v>09-10-2021</c:v>
                </c:pt>
                <c:pt idx="3456">
                  <c:v>09-10-2021</c:v>
                </c:pt>
                <c:pt idx="3457">
                  <c:v>09-10-2021</c:v>
                </c:pt>
                <c:pt idx="3458">
                  <c:v>09-10-2021</c:v>
                </c:pt>
                <c:pt idx="3459">
                  <c:v>09-10-2021</c:v>
                </c:pt>
                <c:pt idx="3460">
                  <c:v>09-10-2021</c:v>
                </c:pt>
                <c:pt idx="3461">
                  <c:v>09-10-2021</c:v>
                </c:pt>
                <c:pt idx="3462">
                  <c:v>09-10-2021</c:v>
                </c:pt>
                <c:pt idx="3463">
                  <c:v>09-10-2021</c:v>
                </c:pt>
                <c:pt idx="3464">
                  <c:v>09-10-2021</c:v>
                </c:pt>
                <c:pt idx="3465">
                  <c:v>09-10-2021</c:v>
                </c:pt>
                <c:pt idx="3466">
                  <c:v>09-10-2021</c:v>
                </c:pt>
                <c:pt idx="3467">
                  <c:v>09-10-2021</c:v>
                </c:pt>
                <c:pt idx="3468">
                  <c:v>09-10-2021</c:v>
                </c:pt>
                <c:pt idx="3469">
                  <c:v>09-10-2021</c:v>
                </c:pt>
                <c:pt idx="3470">
                  <c:v>09-10-2021</c:v>
                </c:pt>
                <c:pt idx="3471">
                  <c:v>09-10-2021</c:v>
                </c:pt>
                <c:pt idx="3472">
                  <c:v>09-10-2021</c:v>
                </c:pt>
                <c:pt idx="3473">
                  <c:v>09-10-2021</c:v>
                </c:pt>
                <c:pt idx="3474">
                  <c:v>09-10-2021</c:v>
                </c:pt>
                <c:pt idx="3475">
                  <c:v>09-10-2021</c:v>
                </c:pt>
                <c:pt idx="3476">
                  <c:v>09-10-2021</c:v>
                </c:pt>
                <c:pt idx="3477">
                  <c:v>09-10-2021</c:v>
                </c:pt>
                <c:pt idx="3478">
                  <c:v>09-10-2021</c:v>
                </c:pt>
                <c:pt idx="3479">
                  <c:v>09-10-2021</c:v>
                </c:pt>
                <c:pt idx="3480">
                  <c:v>09-10-2021</c:v>
                </c:pt>
                <c:pt idx="3481">
                  <c:v>09-10-2021</c:v>
                </c:pt>
                <c:pt idx="3482">
                  <c:v>09-10-2021</c:v>
                </c:pt>
                <c:pt idx="3483">
                  <c:v>09-10-2021</c:v>
                </c:pt>
                <c:pt idx="3484">
                  <c:v>09-10-2021</c:v>
                </c:pt>
                <c:pt idx="3485">
                  <c:v>09-10-2021</c:v>
                </c:pt>
                <c:pt idx="3486">
                  <c:v>09-10-2021</c:v>
                </c:pt>
                <c:pt idx="3487">
                  <c:v>09-10-2021</c:v>
                </c:pt>
                <c:pt idx="3488">
                  <c:v>09-10-2021</c:v>
                </c:pt>
                <c:pt idx="3489">
                  <c:v>09-10-2021</c:v>
                </c:pt>
                <c:pt idx="3490">
                  <c:v>09-10-2021</c:v>
                </c:pt>
                <c:pt idx="3491">
                  <c:v>09-10-2021</c:v>
                </c:pt>
                <c:pt idx="3492">
                  <c:v>09-10-2021</c:v>
                </c:pt>
                <c:pt idx="3493">
                  <c:v>09-10-2021</c:v>
                </c:pt>
                <c:pt idx="3494">
                  <c:v>09-10-2021</c:v>
                </c:pt>
                <c:pt idx="3495">
                  <c:v>09-10-2021</c:v>
                </c:pt>
                <c:pt idx="3496">
                  <c:v>09-10-2021</c:v>
                </c:pt>
                <c:pt idx="3497">
                  <c:v>10-10-2021</c:v>
                </c:pt>
                <c:pt idx="3498">
                  <c:v>10-10-2021</c:v>
                </c:pt>
                <c:pt idx="3499">
                  <c:v>10-10-2021</c:v>
                </c:pt>
                <c:pt idx="3500">
                  <c:v>10-10-2021</c:v>
                </c:pt>
                <c:pt idx="3501">
                  <c:v>10-10-2021</c:v>
                </c:pt>
                <c:pt idx="3502">
                  <c:v>10-10-2021</c:v>
                </c:pt>
                <c:pt idx="3503">
                  <c:v>10-10-2021</c:v>
                </c:pt>
                <c:pt idx="3504">
                  <c:v>10-10-2021</c:v>
                </c:pt>
                <c:pt idx="3505">
                  <c:v>10-10-2021</c:v>
                </c:pt>
                <c:pt idx="3506">
                  <c:v>10-10-2021</c:v>
                </c:pt>
                <c:pt idx="3507">
                  <c:v>10-10-2021</c:v>
                </c:pt>
                <c:pt idx="3508">
                  <c:v>10-10-2021</c:v>
                </c:pt>
                <c:pt idx="3509">
                  <c:v>10-10-2021</c:v>
                </c:pt>
                <c:pt idx="3510">
                  <c:v>10-10-2021</c:v>
                </c:pt>
                <c:pt idx="3511">
                  <c:v>10-10-2021</c:v>
                </c:pt>
                <c:pt idx="3512">
                  <c:v>10-10-2021</c:v>
                </c:pt>
                <c:pt idx="3513">
                  <c:v>10-10-2021</c:v>
                </c:pt>
                <c:pt idx="3514">
                  <c:v>10-10-2021</c:v>
                </c:pt>
                <c:pt idx="3515">
                  <c:v>10-10-2021</c:v>
                </c:pt>
                <c:pt idx="3516">
                  <c:v>10-10-2021</c:v>
                </c:pt>
                <c:pt idx="3517">
                  <c:v>10-10-2021</c:v>
                </c:pt>
                <c:pt idx="3518">
                  <c:v>10-10-2021</c:v>
                </c:pt>
                <c:pt idx="3519">
                  <c:v>10-10-2021</c:v>
                </c:pt>
                <c:pt idx="3520">
                  <c:v>10-10-2021</c:v>
                </c:pt>
                <c:pt idx="3521">
                  <c:v>10-10-2021</c:v>
                </c:pt>
                <c:pt idx="3522">
                  <c:v>10-10-2021</c:v>
                </c:pt>
                <c:pt idx="3523">
                  <c:v>10-10-2021</c:v>
                </c:pt>
                <c:pt idx="3524">
                  <c:v>10-10-2021</c:v>
                </c:pt>
                <c:pt idx="3525">
                  <c:v>10-10-2021</c:v>
                </c:pt>
                <c:pt idx="3526">
                  <c:v>10-10-2021</c:v>
                </c:pt>
                <c:pt idx="3527">
                  <c:v>10-10-2021</c:v>
                </c:pt>
                <c:pt idx="3528">
                  <c:v>10-10-2021</c:v>
                </c:pt>
                <c:pt idx="3529">
                  <c:v>10-10-2021</c:v>
                </c:pt>
                <c:pt idx="3530">
                  <c:v>10-10-2021</c:v>
                </c:pt>
                <c:pt idx="3531">
                  <c:v>10-10-2021</c:v>
                </c:pt>
                <c:pt idx="3532">
                  <c:v>10-10-2021</c:v>
                </c:pt>
                <c:pt idx="3533">
                  <c:v>10-10-2021</c:v>
                </c:pt>
                <c:pt idx="3534">
                  <c:v>10-10-2021</c:v>
                </c:pt>
                <c:pt idx="3535">
                  <c:v>10-10-2021</c:v>
                </c:pt>
                <c:pt idx="3536">
                  <c:v>10-10-2021</c:v>
                </c:pt>
                <c:pt idx="3537">
                  <c:v>10-10-2021</c:v>
                </c:pt>
                <c:pt idx="3538">
                  <c:v>10-10-2021</c:v>
                </c:pt>
                <c:pt idx="3539">
                  <c:v>10-10-2021</c:v>
                </c:pt>
                <c:pt idx="3540">
                  <c:v>10-10-2021</c:v>
                </c:pt>
                <c:pt idx="3541">
                  <c:v>10-10-2021</c:v>
                </c:pt>
                <c:pt idx="3542">
                  <c:v>10-10-2021</c:v>
                </c:pt>
                <c:pt idx="3543">
                  <c:v>10-10-2021</c:v>
                </c:pt>
                <c:pt idx="3544">
                  <c:v>10-10-2021</c:v>
                </c:pt>
                <c:pt idx="3545">
                  <c:v>10-10-2021</c:v>
                </c:pt>
                <c:pt idx="3546">
                  <c:v>10-10-2021</c:v>
                </c:pt>
                <c:pt idx="3547">
                  <c:v>10-10-2021</c:v>
                </c:pt>
                <c:pt idx="3548">
                  <c:v>10-10-2021</c:v>
                </c:pt>
                <c:pt idx="3549">
                  <c:v>11-10-2021</c:v>
                </c:pt>
                <c:pt idx="3550">
                  <c:v>11-10-2021</c:v>
                </c:pt>
                <c:pt idx="3551">
                  <c:v>11-10-2021</c:v>
                </c:pt>
                <c:pt idx="3552">
                  <c:v>11-10-2021</c:v>
                </c:pt>
                <c:pt idx="3553">
                  <c:v>11-10-2021</c:v>
                </c:pt>
                <c:pt idx="3554">
                  <c:v>11-10-2021</c:v>
                </c:pt>
                <c:pt idx="3555">
                  <c:v>11-10-2021</c:v>
                </c:pt>
                <c:pt idx="3556">
                  <c:v>11-10-2021</c:v>
                </c:pt>
                <c:pt idx="3557">
                  <c:v>11-10-2021</c:v>
                </c:pt>
                <c:pt idx="3558">
                  <c:v>11-10-2021</c:v>
                </c:pt>
                <c:pt idx="3559">
                  <c:v>11-10-2021</c:v>
                </c:pt>
                <c:pt idx="3560">
                  <c:v>11-10-2021</c:v>
                </c:pt>
                <c:pt idx="3561">
                  <c:v>11-10-2021</c:v>
                </c:pt>
                <c:pt idx="3562">
                  <c:v>11-10-2021</c:v>
                </c:pt>
                <c:pt idx="3563">
                  <c:v>11-10-2021</c:v>
                </c:pt>
                <c:pt idx="3564">
                  <c:v>11-10-2021</c:v>
                </c:pt>
                <c:pt idx="3565">
                  <c:v>11-10-2021</c:v>
                </c:pt>
                <c:pt idx="3566">
                  <c:v>11-10-2021</c:v>
                </c:pt>
                <c:pt idx="3567">
                  <c:v>11-10-2021</c:v>
                </c:pt>
                <c:pt idx="3568">
                  <c:v>11-10-2021</c:v>
                </c:pt>
                <c:pt idx="3569">
                  <c:v>11-10-2021</c:v>
                </c:pt>
                <c:pt idx="3570">
                  <c:v>11-10-2021</c:v>
                </c:pt>
                <c:pt idx="3571">
                  <c:v>11-10-2021</c:v>
                </c:pt>
                <c:pt idx="3572">
                  <c:v>11-10-2021</c:v>
                </c:pt>
                <c:pt idx="3573">
                  <c:v>11-10-2021</c:v>
                </c:pt>
                <c:pt idx="3574">
                  <c:v>11-10-2021</c:v>
                </c:pt>
                <c:pt idx="3575">
                  <c:v>11-10-2021</c:v>
                </c:pt>
                <c:pt idx="3576">
                  <c:v>11-10-2021</c:v>
                </c:pt>
                <c:pt idx="3577">
                  <c:v>11-10-2021</c:v>
                </c:pt>
                <c:pt idx="3578">
                  <c:v>11-10-2021</c:v>
                </c:pt>
                <c:pt idx="3579">
                  <c:v>11-10-2021</c:v>
                </c:pt>
                <c:pt idx="3580">
                  <c:v>11-10-2021</c:v>
                </c:pt>
                <c:pt idx="3581">
                  <c:v>11-10-2021</c:v>
                </c:pt>
                <c:pt idx="3582">
                  <c:v>11-10-2021</c:v>
                </c:pt>
                <c:pt idx="3583">
                  <c:v>11-10-2021</c:v>
                </c:pt>
                <c:pt idx="3584">
                  <c:v>11-10-2021</c:v>
                </c:pt>
                <c:pt idx="3585">
                  <c:v>11-10-2021</c:v>
                </c:pt>
                <c:pt idx="3586">
                  <c:v>11-10-2021</c:v>
                </c:pt>
                <c:pt idx="3587">
                  <c:v>11-10-2021</c:v>
                </c:pt>
                <c:pt idx="3588">
                  <c:v>11-10-2021</c:v>
                </c:pt>
                <c:pt idx="3589">
                  <c:v>11-10-2021</c:v>
                </c:pt>
                <c:pt idx="3590">
                  <c:v>11-10-2021</c:v>
                </c:pt>
                <c:pt idx="3591">
                  <c:v>11-10-2021</c:v>
                </c:pt>
                <c:pt idx="3592">
                  <c:v>11-10-2021</c:v>
                </c:pt>
                <c:pt idx="3593">
                  <c:v>11-10-2021</c:v>
                </c:pt>
                <c:pt idx="3594">
                  <c:v>11-10-2021</c:v>
                </c:pt>
                <c:pt idx="3595">
                  <c:v>11-10-2021</c:v>
                </c:pt>
                <c:pt idx="3596">
                  <c:v>11-10-2021</c:v>
                </c:pt>
                <c:pt idx="3597">
                  <c:v>11-10-2021</c:v>
                </c:pt>
                <c:pt idx="3598">
                  <c:v>11-10-2021</c:v>
                </c:pt>
                <c:pt idx="3599">
                  <c:v>11-10-2021</c:v>
                </c:pt>
                <c:pt idx="3600">
                  <c:v>12-10-2021</c:v>
                </c:pt>
                <c:pt idx="3601">
                  <c:v>12-10-2021</c:v>
                </c:pt>
                <c:pt idx="3602">
                  <c:v>12-10-2021</c:v>
                </c:pt>
                <c:pt idx="3603">
                  <c:v>12-10-2021</c:v>
                </c:pt>
                <c:pt idx="3604">
                  <c:v>12-10-2021</c:v>
                </c:pt>
                <c:pt idx="3605">
                  <c:v>12-10-2021</c:v>
                </c:pt>
                <c:pt idx="3606">
                  <c:v>12-10-2021</c:v>
                </c:pt>
                <c:pt idx="3607">
                  <c:v>12-10-2021</c:v>
                </c:pt>
                <c:pt idx="3608">
                  <c:v>12-10-2021</c:v>
                </c:pt>
                <c:pt idx="3609">
                  <c:v>12-10-2021</c:v>
                </c:pt>
                <c:pt idx="3610">
                  <c:v>12-10-2021</c:v>
                </c:pt>
                <c:pt idx="3611">
                  <c:v>12-10-2021</c:v>
                </c:pt>
                <c:pt idx="3612">
                  <c:v>12-10-2021</c:v>
                </c:pt>
                <c:pt idx="3613">
                  <c:v>12-10-2021</c:v>
                </c:pt>
                <c:pt idx="3614">
                  <c:v>12-10-2021</c:v>
                </c:pt>
                <c:pt idx="3615">
                  <c:v>12-10-2021</c:v>
                </c:pt>
                <c:pt idx="3616">
                  <c:v>12-10-2021</c:v>
                </c:pt>
                <c:pt idx="3617">
                  <c:v>12-10-2021</c:v>
                </c:pt>
                <c:pt idx="3618">
                  <c:v>12-10-2021</c:v>
                </c:pt>
                <c:pt idx="3619">
                  <c:v>12-10-2021</c:v>
                </c:pt>
                <c:pt idx="3620">
                  <c:v>12-10-2021</c:v>
                </c:pt>
                <c:pt idx="3621">
                  <c:v>12-10-2021</c:v>
                </c:pt>
                <c:pt idx="3622">
                  <c:v>12-10-2021</c:v>
                </c:pt>
                <c:pt idx="3623">
                  <c:v>12-10-2021</c:v>
                </c:pt>
                <c:pt idx="3624">
                  <c:v>12-10-2021</c:v>
                </c:pt>
                <c:pt idx="3625">
                  <c:v>12-10-2021</c:v>
                </c:pt>
                <c:pt idx="3626">
                  <c:v>12-10-2021</c:v>
                </c:pt>
                <c:pt idx="3627">
                  <c:v>12-10-2021</c:v>
                </c:pt>
                <c:pt idx="3628">
                  <c:v>12-10-2021</c:v>
                </c:pt>
                <c:pt idx="3629">
                  <c:v>12-10-2021</c:v>
                </c:pt>
                <c:pt idx="3630">
                  <c:v>12-10-2021</c:v>
                </c:pt>
                <c:pt idx="3631">
                  <c:v>12-10-2021</c:v>
                </c:pt>
                <c:pt idx="3632">
                  <c:v>12-10-2021</c:v>
                </c:pt>
                <c:pt idx="3633">
                  <c:v>12-10-2021</c:v>
                </c:pt>
                <c:pt idx="3634">
                  <c:v>12-10-2021</c:v>
                </c:pt>
                <c:pt idx="3635">
                  <c:v>12-10-2021</c:v>
                </c:pt>
                <c:pt idx="3636">
                  <c:v>12-10-2021</c:v>
                </c:pt>
                <c:pt idx="3637">
                  <c:v>12-10-2021</c:v>
                </c:pt>
                <c:pt idx="3638">
                  <c:v>12-10-2021</c:v>
                </c:pt>
                <c:pt idx="3639">
                  <c:v>12-10-2021</c:v>
                </c:pt>
                <c:pt idx="3640">
                  <c:v>12-10-2021</c:v>
                </c:pt>
                <c:pt idx="3641">
                  <c:v>12-10-2021</c:v>
                </c:pt>
                <c:pt idx="3642">
                  <c:v>12-10-2021</c:v>
                </c:pt>
                <c:pt idx="3643">
                  <c:v>12-10-2021</c:v>
                </c:pt>
                <c:pt idx="3644">
                  <c:v>12-10-2021</c:v>
                </c:pt>
                <c:pt idx="3645">
                  <c:v>12-10-2021</c:v>
                </c:pt>
                <c:pt idx="3646">
                  <c:v>12-10-2021</c:v>
                </c:pt>
                <c:pt idx="3647">
                  <c:v>12-10-2021</c:v>
                </c:pt>
                <c:pt idx="3648">
                  <c:v>12-10-2021</c:v>
                </c:pt>
                <c:pt idx="3649">
                  <c:v>12-10-2021</c:v>
                </c:pt>
                <c:pt idx="3650">
                  <c:v>13-10-2021</c:v>
                </c:pt>
                <c:pt idx="3651">
                  <c:v>13-10-2021</c:v>
                </c:pt>
                <c:pt idx="3652">
                  <c:v>13-10-2021</c:v>
                </c:pt>
                <c:pt idx="3653">
                  <c:v>13-10-2021</c:v>
                </c:pt>
                <c:pt idx="3654">
                  <c:v>13-10-2021</c:v>
                </c:pt>
                <c:pt idx="3655">
                  <c:v>13-10-2021</c:v>
                </c:pt>
                <c:pt idx="3656">
                  <c:v>13-10-2021</c:v>
                </c:pt>
                <c:pt idx="3657">
                  <c:v>13-10-2021</c:v>
                </c:pt>
                <c:pt idx="3658">
                  <c:v>13-10-2021</c:v>
                </c:pt>
                <c:pt idx="3659">
                  <c:v>13-10-2021</c:v>
                </c:pt>
                <c:pt idx="3660">
                  <c:v>13-10-2021</c:v>
                </c:pt>
                <c:pt idx="3661">
                  <c:v>13-10-2021</c:v>
                </c:pt>
                <c:pt idx="3662">
                  <c:v>13-10-2021</c:v>
                </c:pt>
                <c:pt idx="3663">
                  <c:v>13-10-2021</c:v>
                </c:pt>
                <c:pt idx="3664">
                  <c:v>13-10-2021</c:v>
                </c:pt>
                <c:pt idx="3665">
                  <c:v>13-10-2021</c:v>
                </c:pt>
                <c:pt idx="3666">
                  <c:v>13-10-2021</c:v>
                </c:pt>
                <c:pt idx="3667">
                  <c:v>13-10-2021</c:v>
                </c:pt>
                <c:pt idx="3668">
                  <c:v>13-10-2021</c:v>
                </c:pt>
                <c:pt idx="3669">
                  <c:v>13-10-2021</c:v>
                </c:pt>
                <c:pt idx="3670">
                  <c:v>13-10-2021</c:v>
                </c:pt>
                <c:pt idx="3671">
                  <c:v>13-10-2021</c:v>
                </c:pt>
                <c:pt idx="3672">
                  <c:v>13-10-2021</c:v>
                </c:pt>
                <c:pt idx="3673">
                  <c:v>13-10-2021</c:v>
                </c:pt>
                <c:pt idx="3674">
                  <c:v>13-10-2021</c:v>
                </c:pt>
                <c:pt idx="3675">
                  <c:v>13-10-2021</c:v>
                </c:pt>
                <c:pt idx="3676">
                  <c:v>13-10-2021</c:v>
                </c:pt>
                <c:pt idx="3677">
                  <c:v>13-10-2021</c:v>
                </c:pt>
                <c:pt idx="3678">
                  <c:v>13-10-2021</c:v>
                </c:pt>
                <c:pt idx="3679">
                  <c:v>13-10-2021</c:v>
                </c:pt>
                <c:pt idx="3680">
                  <c:v>13-10-2021</c:v>
                </c:pt>
                <c:pt idx="3681">
                  <c:v>13-10-2021</c:v>
                </c:pt>
                <c:pt idx="3682">
                  <c:v>13-10-2021</c:v>
                </c:pt>
                <c:pt idx="3683">
                  <c:v>13-10-2021</c:v>
                </c:pt>
                <c:pt idx="3684">
                  <c:v>13-10-2021</c:v>
                </c:pt>
                <c:pt idx="3685">
                  <c:v>13-10-2021</c:v>
                </c:pt>
                <c:pt idx="3686">
                  <c:v>13-10-2021</c:v>
                </c:pt>
                <c:pt idx="3687">
                  <c:v>13-10-2021</c:v>
                </c:pt>
                <c:pt idx="3688">
                  <c:v>13-10-2021</c:v>
                </c:pt>
                <c:pt idx="3689">
                  <c:v>13-10-2021</c:v>
                </c:pt>
                <c:pt idx="3690">
                  <c:v>13-10-2021</c:v>
                </c:pt>
                <c:pt idx="3691">
                  <c:v>13-10-2021</c:v>
                </c:pt>
                <c:pt idx="3692">
                  <c:v>13-10-2021</c:v>
                </c:pt>
                <c:pt idx="3693">
                  <c:v>13-10-2021</c:v>
                </c:pt>
                <c:pt idx="3694">
                  <c:v>13-10-2021</c:v>
                </c:pt>
                <c:pt idx="3695">
                  <c:v>13-10-2021</c:v>
                </c:pt>
                <c:pt idx="3696">
                  <c:v>13-10-2021</c:v>
                </c:pt>
                <c:pt idx="3697">
                  <c:v>13-10-2021</c:v>
                </c:pt>
                <c:pt idx="3698">
                  <c:v>13-10-2021</c:v>
                </c:pt>
                <c:pt idx="3699">
                  <c:v>14-10-2021</c:v>
                </c:pt>
                <c:pt idx="3700">
                  <c:v>14-10-2021</c:v>
                </c:pt>
                <c:pt idx="3701">
                  <c:v>14-10-2021</c:v>
                </c:pt>
                <c:pt idx="3702">
                  <c:v>14-10-2021</c:v>
                </c:pt>
                <c:pt idx="3703">
                  <c:v>14-10-2021</c:v>
                </c:pt>
                <c:pt idx="3704">
                  <c:v>14-10-2021</c:v>
                </c:pt>
                <c:pt idx="3705">
                  <c:v>14-10-2021</c:v>
                </c:pt>
                <c:pt idx="3706">
                  <c:v>14-10-2021</c:v>
                </c:pt>
                <c:pt idx="3707">
                  <c:v>14-10-2021</c:v>
                </c:pt>
                <c:pt idx="3708">
                  <c:v>14-10-2021</c:v>
                </c:pt>
                <c:pt idx="3709">
                  <c:v>14-10-2021</c:v>
                </c:pt>
                <c:pt idx="3710">
                  <c:v>14-10-2021</c:v>
                </c:pt>
                <c:pt idx="3711">
                  <c:v>14-10-2021</c:v>
                </c:pt>
                <c:pt idx="3712">
                  <c:v>14-10-2021</c:v>
                </c:pt>
                <c:pt idx="3713">
                  <c:v>14-10-2021</c:v>
                </c:pt>
                <c:pt idx="3714">
                  <c:v>14-10-2021</c:v>
                </c:pt>
                <c:pt idx="3715">
                  <c:v>14-10-2021</c:v>
                </c:pt>
                <c:pt idx="3716">
                  <c:v>14-10-2021</c:v>
                </c:pt>
                <c:pt idx="3717">
                  <c:v>14-10-2021</c:v>
                </c:pt>
                <c:pt idx="3718">
                  <c:v>14-10-2021</c:v>
                </c:pt>
                <c:pt idx="3719">
                  <c:v>14-10-2021</c:v>
                </c:pt>
                <c:pt idx="3720">
                  <c:v>14-10-2021</c:v>
                </c:pt>
                <c:pt idx="3721">
                  <c:v>14-10-2021</c:v>
                </c:pt>
                <c:pt idx="3722">
                  <c:v>14-10-2021</c:v>
                </c:pt>
                <c:pt idx="3723">
                  <c:v>14-10-2021</c:v>
                </c:pt>
                <c:pt idx="3724">
                  <c:v>14-10-2021</c:v>
                </c:pt>
                <c:pt idx="3725">
                  <c:v>14-10-2021</c:v>
                </c:pt>
                <c:pt idx="3726">
                  <c:v>14-10-2021</c:v>
                </c:pt>
                <c:pt idx="3727">
                  <c:v>14-10-2021</c:v>
                </c:pt>
                <c:pt idx="3728">
                  <c:v>14-10-2021</c:v>
                </c:pt>
                <c:pt idx="3729">
                  <c:v>14-10-2021</c:v>
                </c:pt>
                <c:pt idx="3730">
                  <c:v>14-10-2021</c:v>
                </c:pt>
                <c:pt idx="3731">
                  <c:v>14-10-2021</c:v>
                </c:pt>
                <c:pt idx="3732">
                  <c:v>14-10-2021</c:v>
                </c:pt>
                <c:pt idx="3733">
                  <c:v>14-10-2021</c:v>
                </c:pt>
                <c:pt idx="3734">
                  <c:v>14-10-2021</c:v>
                </c:pt>
                <c:pt idx="3735">
                  <c:v>14-10-2021</c:v>
                </c:pt>
                <c:pt idx="3736">
                  <c:v>14-10-2021</c:v>
                </c:pt>
                <c:pt idx="3737">
                  <c:v>14-10-2021</c:v>
                </c:pt>
                <c:pt idx="3738">
                  <c:v>14-10-2021</c:v>
                </c:pt>
                <c:pt idx="3739">
                  <c:v>14-10-2021</c:v>
                </c:pt>
                <c:pt idx="3740">
                  <c:v>14-10-2021</c:v>
                </c:pt>
                <c:pt idx="3741">
                  <c:v>14-10-2021</c:v>
                </c:pt>
                <c:pt idx="3742">
                  <c:v>14-10-2021</c:v>
                </c:pt>
                <c:pt idx="3743">
                  <c:v>14-10-2021</c:v>
                </c:pt>
                <c:pt idx="3744">
                  <c:v>14-10-2021</c:v>
                </c:pt>
                <c:pt idx="3745">
                  <c:v>14-10-2021</c:v>
                </c:pt>
                <c:pt idx="3746">
                  <c:v>14-10-2021</c:v>
                </c:pt>
                <c:pt idx="3747">
                  <c:v>14-10-2021</c:v>
                </c:pt>
                <c:pt idx="3748">
                  <c:v>14-10-2021</c:v>
                </c:pt>
                <c:pt idx="3749">
                  <c:v>14-10-2021</c:v>
                </c:pt>
                <c:pt idx="3750">
                  <c:v>14-10-2021</c:v>
                </c:pt>
                <c:pt idx="3751">
                  <c:v>14-10-2021</c:v>
                </c:pt>
                <c:pt idx="3752">
                  <c:v>14-10-2021</c:v>
                </c:pt>
                <c:pt idx="3753">
                  <c:v>14-10-2021</c:v>
                </c:pt>
                <c:pt idx="3754">
                  <c:v>14-10-2021</c:v>
                </c:pt>
                <c:pt idx="3755">
                  <c:v>15-10-2021</c:v>
                </c:pt>
                <c:pt idx="3756">
                  <c:v>15-10-2021</c:v>
                </c:pt>
                <c:pt idx="3757">
                  <c:v>15-10-2021</c:v>
                </c:pt>
                <c:pt idx="3758">
                  <c:v>15-10-2021</c:v>
                </c:pt>
                <c:pt idx="3759">
                  <c:v>15-10-2021</c:v>
                </c:pt>
                <c:pt idx="3760">
                  <c:v>15-10-2021</c:v>
                </c:pt>
                <c:pt idx="3761">
                  <c:v>15-10-2021</c:v>
                </c:pt>
                <c:pt idx="3762">
                  <c:v>15-10-2021</c:v>
                </c:pt>
                <c:pt idx="3763">
                  <c:v>15-10-2021</c:v>
                </c:pt>
                <c:pt idx="3764">
                  <c:v>15-10-2021</c:v>
                </c:pt>
                <c:pt idx="3765">
                  <c:v>15-10-2021</c:v>
                </c:pt>
                <c:pt idx="3766">
                  <c:v>15-10-2021</c:v>
                </c:pt>
                <c:pt idx="3767">
                  <c:v>15-10-2021</c:v>
                </c:pt>
                <c:pt idx="3768">
                  <c:v>15-10-2021</c:v>
                </c:pt>
                <c:pt idx="3769">
                  <c:v>15-10-2021</c:v>
                </c:pt>
                <c:pt idx="3770">
                  <c:v>15-10-2021</c:v>
                </c:pt>
                <c:pt idx="3771">
                  <c:v>15-10-2021</c:v>
                </c:pt>
                <c:pt idx="3772">
                  <c:v>15-10-2021</c:v>
                </c:pt>
                <c:pt idx="3773">
                  <c:v>15-10-2021</c:v>
                </c:pt>
                <c:pt idx="3774">
                  <c:v>15-10-2021</c:v>
                </c:pt>
                <c:pt idx="3775">
                  <c:v>15-10-2021</c:v>
                </c:pt>
                <c:pt idx="3776">
                  <c:v>15-10-2021</c:v>
                </c:pt>
                <c:pt idx="3777">
                  <c:v>15-10-2021</c:v>
                </c:pt>
                <c:pt idx="3778">
                  <c:v>15-10-2021</c:v>
                </c:pt>
                <c:pt idx="3779">
                  <c:v>15-10-2021</c:v>
                </c:pt>
                <c:pt idx="3780">
                  <c:v>15-10-2021</c:v>
                </c:pt>
                <c:pt idx="3781">
                  <c:v>15-10-2021</c:v>
                </c:pt>
                <c:pt idx="3782">
                  <c:v>15-10-2021</c:v>
                </c:pt>
                <c:pt idx="3783">
                  <c:v>15-10-2021</c:v>
                </c:pt>
                <c:pt idx="3784">
                  <c:v>15-10-2021</c:v>
                </c:pt>
                <c:pt idx="3785">
                  <c:v>15-10-2021</c:v>
                </c:pt>
                <c:pt idx="3786">
                  <c:v>15-10-2021</c:v>
                </c:pt>
                <c:pt idx="3787">
                  <c:v>15-10-2021</c:v>
                </c:pt>
                <c:pt idx="3788">
                  <c:v>15-10-2021</c:v>
                </c:pt>
                <c:pt idx="3789">
                  <c:v>15-10-2021</c:v>
                </c:pt>
                <c:pt idx="3790">
                  <c:v>15-10-2021</c:v>
                </c:pt>
                <c:pt idx="3791">
                  <c:v>15-10-2021</c:v>
                </c:pt>
                <c:pt idx="3792">
                  <c:v>15-10-2021</c:v>
                </c:pt>
                <c:pt idx="3793">
                  <c:v>15-10-2021</c:v>
                </c:pt>
                <c:pt idx="3794">
                  <c:v>15-10-2021</c:v>
                </c:pt>
                <c:pt idx="3795">
                  <c:v>15-10-2021</c:v>
                </c:pt>
                <c:pt idx="3796">
                  <c:v>15-10-2021</c:v>
                </c:pt>
                <c:pt idx="3797">
                  <c:v>15-10-2021</c:v>
                </c:pt>
                <c:pt idx="3798">
                  <c:v>15-10-2021</c:v>
                </c:pt>
                <c:pt idx="3799">
                  <c:v>15-10-2021</c:v>
                </c:pt>
                <c:pt idx="3800">
                  <c:v>15-10-2021</c:v>
                </c:pt>
                <c:pt idx="3801">
                  <c:v>15-10-2021</c:v>
                </c:pt>
                <c:pt idx="3802">
                  <c:v>15-10-2021</c:v>
                </c:pt>
                <c:pt idx="3803">
                  <c:v>15-10-2021</c:v>
                </c:pt>
                <c:pt idx="3804">
                  <c:v>15-10-2021</c:v>
                </c:pt>
                <c:pt idx="3805">
                  <c:v>15-10-2021</c:v>
                </c:pt>
                <c:pt idx="3806">
                  <c:v>15-10-2021</c:v>
                </c:pt>
                <c:pt idx="3807">
                  <c:v>15-10-2021</c:v>
                </c:pt>
                <c:pt idx="3808">
                  <c:v>15-10-2021</c:v>
                </c:pt>
                <c:pt idx="3809">
                  <c:v>15-10-2021</c:v>
                </c:pt>
                <c:pt idx="3810">
                  <c:v>15-10-2021</c:v>
                </c:pt>
                <c:pt idx="3811">
                  <c:v>16-10-2021</c:v>
                </c:pt>
                <c:pt idx="3812">
                  <c:v>16-10-2021</c:v>
                </c:pt>
                <c:pt idx="3813">
                  <c:v>16-10-2021</c:v>
                </c:pt>
                <c:pt idx="3814">
                  <c:v>16-10-2021</c:v>
                </c:pt>
                <c:pt idx="3815">
                  <c:v>16-10-2021</c:v>
                </c:pt>
                <c:pt idx="3816">
                  <c:v>16-10-2021</c:v>
                </c:pt>
                <c:pt idx="3817">
                  <c:v>16-10-2021</c:v>
                </c:pt>
                <c:pt idx="3818">
                  <c:v>16-10-2021</c:v>
                </c:pt>
                <c:pt idx="3819">
                  <c:v>16-10-2021</c:v>
                </c:pt>
                <c:pt idx="3820">
                  <c:v>16-10-2021</c:v>
                </c:pt>
                <c:pt idx="3821">
                  <c:v>16-10-2021</c:v>
                </c:pt>
                <c:pt idx="3822">
                  <c:v>16-10-2021</c:v>
                </c:pt>
                <c:pt idx="3823">
                  <c:v>16-10-2021</c:v>
                </c:pt>
                <c:pt idx="3824">
                  <c:v>16-10-2021</c:v>
                </c:pt>
                <c:pt idx="3825">
                  <c:v>16-10-2021</c:v>
                </c:pt>
                <c:pt idx="3826">
                  <c:v>16-10-2021</c:v>
                </c:pt>
                <c:pt idx="3827">
                  <c:v>16-10-2021</c:v>
                </c:pt>
                <c:pt idx="3828">
                  <c:v>16-10-2021</c:v>
                </c:pt>
                <c:pt idx="3829">
                  <c:v>16-10-2021</c:v>
                </c:pt>
                <c:pt idx="3830">
                  <c:v>16-10-2021</c:v>
                </c:pt>
                <c:pt idx="3831">
                  <c:v>16-10-2021</c:v>
                </c:pt>
                <c:pt idx="3832">
                  <c:v>16-10-2021</c:v>
                </c:pt>
                <c:pt idx="3833">
                  <c:v>16-10-2021</c:v>
                </c:pt>
                <c:pt idx="3834">
                  <c:v>16-10-2021</c:v>
                </c:pt>
                <c:pt idx="3835">
                  <c:v>16-10-2021</c:v>
                </c:pt>
                <c:pt idx="3836">
                  <c:v>16-10-2021</c:v>
                </c:pt>
                <c:pt idx="3837">
                  <c:v>16-10-2021</c:v>
                </c:pt>
                <c:pt idx="3838">
                  <c:v>16-10-2021</c:v>
                </c:pt>
                <c:pt idx="3839">
                  <c:v>16-10-2021</c:v>
                </c:pt>
                <c:pt idx="3840">
                  <c:v>16-10-2021</c:v>
                </c:pt>
                <c:pt idx="3841">
                  <c:v>16-10-2021</c:v>
                </c:pt>
                <c:pt idx="3842">
                  <c:v>16-10-2021</c:v>
                </c:pt>
                <c:pt idx="3843">
                  <c:v>16-10-2021</c:v>
                </c:pt>
                <c:pt idx="3844">
                  <c:v>16-10-2021</c:v>
                </c:pt>
                <c:pt idx="3845">
                  <c:v>16-10-2021</c:v>
                </c:pt>
                <c:pt idx="3846">
                  <c:v>16-10-2021</c:v>
                </c:pt>
                <c:pt idx="3847">
                  <c:v>16-10-2021</c:v>
                </c:pt>
                <c:pt idx="3848">
                  <c:v>16-10-2021</c:v>
                </c:pt>
                <c:pt idx="3849">
                  <c:v>16-10-2021</c:v>
                </c:pt>
                <c:pt idx="3850">
                  <c:v>16-10-2021</c:v>
                </c:pt>
                <c:pt idx="3851">
                  <c:v>16-10-2021</c:v>
                </c:pt>
                <c:pt idx="3852">
                  <c:v>16-10-2021</c:v>
                </c:pt>
                <c:pt idx="3853">
                  <c:v>16-10-2021</c:v>
                </c:pt>
                <c:pt idx="3854">
                  <c:v>16-10-2021</c:v>
                </c:pt>
                <c:pt idx="3855">
                  <c:v>16-10-2021</c:v>
                </c:pt>
                <c:pt idx="3856">
                  <c:v>16-10-2021</c:v>
                </c:pt>
                <c:pt idx="3857">
                  <c:v>16-10-2021</c:v>
                </c:pt>
                <c:pt idx="3858">
                  <c:v>16-10-2021</c:v>
                </c:pt>
                <c:pt idx="3859">
                  <c:v>16-10-2021</c:v>
                </c:pt>
                <c:pt idx="3860">
                  <c:v>16-10-2021</c:v>
                </c:pt>
                <c:pt idx="3861">
                  <c:v>16-10-2021</c:v>
                </c:pt>
                <c:pt idx="3862">
                  <c:v>16-10-2021</c:v>
                </c:pt>
                <c:pt idx="3863">
                  <c:v>16-10-2021</c:v>
                </c:pt>
                <c:pt idx="3864">
                  <c:v>16-10-2021</c:v>
                </c:pt>
                <c:pt idx="3865">
                  <c:v>16-10-2021</c:v>
                </c:pt>
                <c:pt idx="3866">
                  <c:v>16-10-2021</c:v>
                </c:pt>
                <c:pt idx="3867">
                  <c:v>17-10-2021</c:v>
                </c:pt>
                <c:pt idx="3868">
                  <c:v>17-10-2021</c:v>
                </c:pt>
                <c:pt idx="3869">
                  <c:v>17-10-2021</c:v>
                </c:pt>
                <c:pt idx="3870">
                  <c:v>17-10-2021</c:v>
                </c:pt>
                <c:pt idx="3871">
                  <c:v>17-10-2021</c:v>
                </c:pt>
                <c:pt idx="3872">
                  <c:v>17-10-2021</c:v>
                </c:pt>
                <c:pt idx="3873">
                  <c:v>17-10-2021</c:v>
                </c:pt>
                <c:pt idx="3874">
                  <c:v>17-10-2021</c:v>
                </c:pt>
                <c:pt idx="3875">
                  <c:v>17-10-2021</c:v>
                </c:pt>
                <c:pt idx="3876">
                  <c:v>17-10-2021</c:v>
                </c:pt>
                <c:pt idx="3877">
                  <c:v>17-10-2021</c:v>
                </c:pt>
                <c:pt idx="3878">
                  <c:v>17-10-2021</c:v>
                </c:pt>
                <c:pt idx="3879">
                  <c:v>17-10-2021</c:v>
                </c:pt>
                <c:pt idx="3880">
                  <c:v>17-10-2021</c:v>
                </c:pt>
                <c:pt idx="3881">
                  <c:v>17-10-2021</c:v>
                </c:pt>
                <c:pt idx="3882">
                  <c:v>17-10-2021</c:v>
                </c:pt>
                <c:pt idx="3883">
                  <c:v>17-10-2021</c:v>
                </c:pt>
                <c:pt idx="3884">
                  <c:v>17-10-2021</c:v>
                </c:pt>
                <c:pt idx="3885">
                  <c:v>17-10-2021</c:v>
                </c:pt>
                <c:pt idx="3886">
                  <c:v>17-10-2021</c:v>
                </c:pt>
                <c:pt idx="3887">
                  <c:v>17-10-2021</c:v>
                </c:pt>
                <c:pt idx="3888">
                  <c:v>17-10-2021</c:v>
                </c:pt>
                <c:pt idx="3889">
                  <c:v>17-10-2021</c:v>
                </c:pt>
                <c:pt idx="3890">
                  <c:v>17-10-2021</c:v>
                </c:pt>
                <c:pt idx="3891">
                  <c:v>17-10-2021</c:v>
                </c:pt>
                <c:pt idx="3892">
                  <c:v>17-10-2021</c:v>
                </c:pt>
                <c:pt idx="3893">
                  <c:v>17-10-2021</c:v>
                </c:pt>
                <c:pt idx="3894">
                  <c:v>17-10-2021</c:v>
                </c:pt>
                <c:pt idx="3895">
                  <c:v>17-10-2021</c:v>
                </c:pt>
                <c:pt idx="3896">
                  <c:v>17-10-2021</c:v>
                </c:pt>
                <c:pt idx="3897">
                  <c:v>17-10-2021</c:v>
                </c:pt>
                <c:pt idx="3898">
                  <c:v>17-10-2021</c:v>
                </c:pt>
                <c:pt idx="3899">
                  <c:v>17-10-2021</c:v>
                </c:pt>
                <c:pt idx="3900">
                  <c:v>17-10-2021</c:v>
                </c:pt>
                <c:pt idx="3901">
                  <c:v>17-10-2021</c:v>
                </c:pt>
                <c:pt idx="3902">
                  <c:v>17-10-2021</c:v>
                </c:pt>
                <c:pt idx="3903">
                  <c:v>17-10-2021</c:v>
                </c:pt>
                <c:pt idx="3904">
                  <c:v>17-10-2021</c:v>
                </c:pt>
                <c:pt idx="3905">
                  <c:v>17-10-2021</c:v>
                </c:pt>
                <c:pt idx="3906">
                  <c:v>17-10-2021</c:v>
                </c:pt>
                <c:pt idx="3907">
                  <c:v>17-10-2021</c:v>
                </c:pt>
                <c:pt idx="3908">
                  <c:v>17-10-2021</c:v>
                </c:pt>
                <c:pt idx="3909">
                  <c:v>17-10-2021</c:v>
                </c:pt>
                <c:pt idx="3910">
                  <c:v>17-10-2021</c:v>
                </c:pt>
                <c:pt idx="3911">
                  <c:v>17-10-2021</c:v>
                </c:pt>
                <c:pt idx="3912">
                  <c:v>17-10-2021</c:v>
                </c:pt>
                <c:pt idx="3913">
                  <c:v>17-10-2021</c:v>
                </c:pt>
                <c:pt idx="3914">
                  <c:v>17-10-2021</c:v>
                </c:pt>
                <c:pt idx="3915">
                  <c:v>17-10-2021</c:v>
                </c:pt>
                <c:pt idx="3916">
                  <c:v>17-10-2021</c:v>
                </c:pt>
                <c:pt idx="3917">
                  <c:v>17-10-2021</c:v>
                </c:pt>
                <c:pt idx="3918">
                  <c:v>17-10-2021</c:v>
                </c:pt>
                <c:pt idx="3919">
                  <c:v>17-10-2021</c:v>
                </c:pt>
                <c:pt idx="3920">
                  <c:v>17-10-2021</c:v>
                </c:pt>
                <c:pt idx="3921">
                  <c:v>17-10-2021</c:v>
                </c:pt>
                <c:pt idx="3922">
                  <c:v>18-10-2021</c:v>
                </c:pt>
                <c:pt idx="3923">
                  <c:v>18-10-2021</c:v>
                </c:pt>
                <c:pt idx="3924">
                  <c:v>18-10-2021</c:v>
                </c:pt>
                <c:pt idx="3925">
                  <c:v>18-10-2021</c:v>
                </c:pt>
                <c:pt idx="3926">
                  <c:v>18-10-2021</c:v>
                </c:pt>
                <c:pt idx="3927">
                  <c:v>18-10-2021</c:v>
                </c:pt>
                <c:pt idx="3928">
                  <c:v>18-10-2021</c:v>
                </c:pt>
                <c:pt idx="3929">
                  <c:v>18-10-2021</c:v>
                </c:pt>
                <c:pt idx="3930">
                  <c:v>18-10-2021</c:v>
                </c:pt>
                <c:pt idx="3931">
                  <c:v>18-10-2021</c:v>
                </c:pt>
                <c:pt idx="3932">
                  <c:v>18-10-2021</c:v>
                </c:pt>
                <c:pt idx="3933">
                  <c:v>18-10-2021</c:v>
                </c:pt>
                <c:pt idx="3934">
                  <c:v>18-10-2021</c:v>
                </c:pt>
                <c:pt idx="3935">
                  <c:v>18-10-2021</c:v>
                </c:pt>
                <c:pt idx="3936">
                  <c:v>18-10-2021</c:v>
                </c:pt>
                <c:pt idx="3937">
                  <c:v>18-10-2021</c:v>
                </c:pt>
                <c:pt idx="3938">
                  <c:v>18-10-2021</c:v>
                </c:pt>
                <c:pt idx="3939">
                  <c:v>18-10-2021</c:v>
                </c:pt>
                <c:pt idx="3940">
                  <c:v>18-10-2021</c:v>
                </c:pt>
                <c:pt idx="3941">
                  <c:v>18-10-2021</c:v>
                </c:pt>
                <c:pt idx="3942">
                  <c:v>18-10-2021</c:v>
                </c:pt>
                <c:pt idx="3943">
                  <c:v>18-10-2021</c:v>
                </c:pt>
                <c:pt idx="3944">
                  <c:v>18-10-2021</c:v>
                </c:pt>
                <c:pt idx="3945">
                  <c:v>18-10-2021</c:v>
                </c:pt>
                <c:pt idx="3946">
                  <c:v>18-10-2021</c:v>
                </c:pt>
                <c:pt idx="3947">
                  <c:v>18-10-2021</c:v>
                </c:pt>
                <c:pt idx="3948">
                  <c:v>18-10-2021</c:v>
                </c:pt>
                <c:pt idx="3949">
                  <c:v>18-10-2021</c:v>
                </c:pt>
                <c:pt idx="3950">
                  <c:v>18-10-2021</c:v>
                </c:pt>
                <c:pt idx="3951">
                  <c:v>18-10-2021</c:v>
                </c:pt>
                <c:pt idx="3952">
                  <c:v>18-10-2021</c:v>
                </c:pt>
                <c:pt idx="3953">
                  <c:v>18-10-2021</c:v>
                </c:pt>
                <c:pt idx="3954">
                  <c:v>18-10-2021</c:v>
                </c:pt>
                <c:pt idx="3955">
                  <c:v>18-10-2021</c:v>
                </c:pt>
                <c:pt idx="3956">
                  <c:v>18-10-2021</c:v>
                </c:pt>
                <c:pt idx="3957">
                  <c:v>18-10-2021</c:v>
                </c:pt>
                <c:pt idx="3958">
                  <c:v>18-10-2021</c:v>
                </c:pt>
                <c:pt idx="3959">
                  <c:v>18-10-2021</c:v>
                </c:pt>
                <c:pt idx="3960">
                  <c:v>18-10-2021</c:v>
                </c:pt>
                <c:pt idx="3961">
                  <c:v>18-10-2021</c:v>
                </c:pt>
                <c:pt idx="3962">
                  <c:v>18-10-2021</c:v>
                </c:pt>
                <c:pt idx="3963">
                  <c:v>18-10-2021</c:v>
                </c:pt>
                <c:pt idx="3964">
                  <c:v>18-10-2021</c:v>
                </c:pt>
                <c:pt idx="3965">
                  <c:v>18-10-2021</c:v>
                </c:pt>
                <c:pt idx="3966">
                  <c:v>18-10-2021</c:v>
                </c:pt>
                <c:pt idx="3967">
                  <c:v>18-10-2021</c:v>
                </c:pt>
                <c:pt idx="3968">
                  <c:v>18-10-2021</c:v>
                </c:pt>
                <c:pt idx="3969">
                  <c:v>18-10-2021</c:v>
                </c:pt>
                <c:pt idx="3970">
                  <c:v>18-10-2021</c:v>
                </c:pt>
                <c:pt idx="3971">
                  <c:v>18-10-2021</c:v>
                </c:pt>
                <c:pt idx="3972">
                  <c:v>18-10-2021</c:v>
                </c:pt>
                <c:pt idx="3973">
                  <c:v>18-10-2021</c:v>
                </c:pt>
                <c:pt idx="3974">
                  <c:v>18-10-2021</c:v>
                </c:pt>
                <c:pt idx="3975">
                  <c:v>18-10-2021</c:v>
                </c:pt>
                <c:pt idx="3976">
                  <c:v>19-10-2021</c:v>
                </c:pt>
                <c:pt idx="3977">
                  <c:v>19-10-2021</c:v>
                </c:pt>
                <c:pt idx="3978">
                  <c:v>19-10-2021</c:v>
                </c:pt>
                <c:pt idx="3979">
                  <c:v>19-10-2021</c:v>
                </c:pt>
                <c:pt idx="3980">
                  <c:v>19-10-2021</c:v>
                </c:pt>
                <c:pt idx="3981">
                  <c:v>19-10-2021</c:v>
                </c:pt>
                <c:pt idx="3982">
                  <c:v>19-10-2021</c:v>
                </c:pt>
                <c:pt idx="3983">
                  <c:v>19-10-2021</c:v>
                </c:pt>
                <c:pt idx="3984">
                  <c:v>19-10-2021</c:v>
                </c:pt>
                <c:pt idx="3985">
                  <c:v>19-10-2021</c:v>
                </c:pt>
                <c:pt idx="3986">
                  <c:v>19-10-2021</c:v>
                </c:pt>
                <c:pt idx="3987">
                  <c:v>19-10-2021</c:v>
                </c:pt>
                <c:pt idx="3988">
                  <c:v>19-10-2021</c:v>
                </c:pt>
                <c:pt idx="3989">
                  <c:v>19-10-2021</c:v>
                </c:pt>
                <c:pt idx="3990">
                  <c:v>19-10-2021</c:v>
                </c:pt>
                <c:pt idx="3991">
                  <c:v>19-10-2021</c:v>
                </c:pt>
                <c:pt idx="3992">
                  <c:v>19-10-2021</c:v>
                </c:pt>
                <c:pt idx="3993">
                  <c:v>19-10-2021</c:v>
                </c:pt>
                <c:pt idx="3994">
                  <c:v>19-10-2021</c:v>
                </c:pt>
                <c:pt idx="3995">
                  <c:v>19-10-2021</c:v>
                </c:pt>
                <c:pt idx="3996">
                  <c:v>19-10-2021</c:v>
                </c:pt>
                <c:pt idx="3997">
                  <c:v>19-10-2021</c:v>
                </c:pt>
                <c:pt idx="3998">
                  <c:v>19-10-2021</c:v>
                </c:pt>
                <c:pt idx="3999">
                  <c:v>19-10-2021</c:v>
                </c:pt>
                <c:pt idx="4000">
                  <c:v>19-10-2021</c:v>
                </c:pt>
                <c:pt idx="4001">
                  <c:v>19-10-2021</c:v>
                </c:pt>
                <c:pt idx="4002">
                  <c:v>19-10-2021</c:v>
                </c:pt>
                <c:pt idx="4003">
                  <c:v>19-10-2021</c:v>
                </c:pt>
                <c:pt idx="4004">
                  <c:v>19-10-2021</c:v>
                </c:pt>
                <c:pt idx="4005">
                  <c:v>19-10-2021</c:v>
                </c:pt>
                <c:pt idx="4006">
                  <c:v>19-10-2021</c:v>
                </c:pt>
                <c:pt idx="4007">
                  <c:v>19-10-2021</c:v>
                </c:pt>
                <c:pt idx="4008">
                  <c:v>19-10-2021</c:v>
                </c:pt>
                <c:pt idx="4009">
                  <c:v>19-10-2021</c:v>
                </c:pt>
                <c:pt idx="4010">
                  <c:v>19-10-2021</c:v>
                </c:pt>
                <c:pt idx="4011">
                  <c:v>19-10-2021</c:v>
                </c:pt>
                <c:pt idx="4012">
                  <c:v>19-10-2021</c:v>
                </c:pt>
                <c:pt idx="4013">
                  <c:v>19-10-2021</c:v>
                </c:pt>
                <c:pt idx="4014">
                  <c:v>19-10-2021</c:v>
                </c:pt>
                <c:pt idx="4015">
                  <c:v>19-10-2021</c:v>
                </c:pt>
                <c:pt idx="4016">
                  <c:v>19-10-2021</c:v>
                </c:pt>
                <c:pt idx="4017">
                  <c:v>19-10-2021</c:v>
                </c:pt>
                <c:pt idx="4018">
                  <c:v>19-10-2021</c:v>
                </c:pt>
                <c:pt idx="4019">
                  <c:v>19-10-2021</c:v>
                </c:pt>
                <c:pt idx="4020">
                  <c:v>19-10-2021</c:v>
                </c:pt>
                <c:pt idx="4021">
                  <c:v>19-10-2021</c:v>
                </c:pt>
                <c:pt idx="4022">
                  <c:v>19-10-2021</c:v>
                </c:pt>
                <c:pt idx="4023">
                  <c:v>19-10-2021</c:v>
                </c:pt>
                <c:pt idx="4024">
                  <c:v>19-10-2021</c:v>
                </c:pt>
                <c:pt idx="4025">
                  <c:v>19-10-2021</c:v>
                </c:pt>
                <c:pt idx="4026">
                  <c:v>20-10-2021</c:v>
                </c:pt>
                <c:pt idx="4027">
                  <c:v>20-10-2021</c:v>
                </c:pt>
                <c:pt idx="4028">
                  <c:v>20-10-2021</c:v>
                </c:pt>
                <c:pt idx="4029">
                  <c:v>20-10-2021</c:v>
                </c:pt>
                <c:pt idx="4030">
                  <c:v>20-10-2021</c:v>
                </c:pt>
                <c:pt idx="4031">
                  <c:v>20-10-2021</c:v>
                </c:pt>
                <c:pt idx="4032">
                  <c:v>20-10-2021</c:v>
                </c:pt>
                <c:pt idx="4033">
                  <c:v>20-10-2021</c:v>
                </c:pt>
                <c:pt idx="4034">
                  <c:v>20-10-2021</c:v>
                </c:pt>
                <c:pt idx="4035">
                  <c:v>20-10-2021</c:v>
                </c:pt>
                <c:pt idx="4036">
                  <c:v>20-10-2021</c:v>
                </c:pt>
                <c:pt idx="4037">
                  <c:v>20-10-2021</c:v>
                </c:pt>
                <c:pt idx="4038">
                  <c:v>20-10-2021</c:v>
                </c:pt>
                <c:pt idx="4039">
                  <c:v>20-10-2021</c:v>
                </c:pt>
                <c:pt idx="4040">
                  <c:v>20-10-2021</c:v>
                </c:pt>
                <c:pt idx="4041">
                  <c:v>20-10-2021</c:v>
                </c:pt>
                <c:pt idx="4042">
                  <c:v>20-10-2021</c:v>
                </c:pt>
                <c:pt idx="4043">
                  <c:v>20-10-2021</c:v>
                </c:pt>
                <c:pt idx="4044">
                  <c:v>20-10-2021</c:v>
                </c:pt>
                <c:pt idx="4045">
                  <c:v>20-10-2021</c:v>
                </c:pt>
                <c:pt idx="4046">
                  <c:v>20-10-2021</c:v>
                </c:pt>
                <c:pt idx="4047">
                  <c:v>20-10-2021</c:v>
                </c:pt>
                <c:pt idx="4048">
                  <c:v>20-10-2021</c:v>
                </c:pt>
                <c:pt idx="4049">
                  <c:v>20-10-2021</c:v>
                </c:pt>
                <c:pt idx="4050">
                  <c:v>20-10-2021</c:v>
                </c:pt>
                <c:pt idx="4051">
                  <c:v>20-10-2021</c:v>
                </c:pt>
                <c:pt idx="4052">
                  <c:v>20-10-2021</c:v>
                </c:pt>
                <c:pt idx="4053">
                  <c:v>20-10-2021</c:v>
                </c:pt>
                <c:pt idx="4054">
                  <c:v>20-10-2021</c:v>
                </c:pt>
                <c:pt idx="4055">
                  <c:v>20-10-2021</c:v>
                </c:pt>
                <c:pt idx="4056">
                  <c:v>20-10-2021</c:v>
                </c:pt>
                <c:pt idx="4057">
                  <c:v>20-10-2021</c:v>
                </c:pt>
                <c:pt idx="4058">
                  <c:v>20-10-2021</c:v>
                </c:pt>
                <c:pt idx="4059">
                  <c:v>20-10-2021</c:v>
                </c:pt>
                <c:pt idx="4060">
                  <c:v>20-10-2021</c:v>
                </c:pt>
                <c:pt idx="4061">
                  <c:v>20-10-2021</c:v>
                </c:pt>
                <c:pt idx="4062">
                  <c:v>20-10-2021</c:v>
                </c:pt>
                <c:pt idx="4063">
                  <c:v>20-10-2021</c:v>
                </c:pt>
                <c:pt idx="4064">
                  <c:v>20-10-2021</c:v>
                </c:pt>
                <c:pt idx="4065">
                  <c:v>20-10-2021</c:v>
                </c:pt>
                <c:pt idx="4066">
                  <c:v>20-10-2021</c:v>
                </c:pt>
                <c:pt idx="4067">
                  <c:v>20-10-2021</c:v>
                </c:pt>
                <c:pt idx="4068">
                  <c:v>20-10-2021</c:v>
                </c:pt>
                <c:pt idx="4069">
                  <c:v>20-10-2021</c:v>
                </c:pt>
                <c:pt idx="4070">
                  <c:v>20-10-2021</c:v>
                </c:pt>
                <c:pt idx="4071">
                  <c:v>20-10-2021</c:v>
                </c:pt>
                <c:pt idx="4072">
                  <c:v>20-10-2021</c:v>
                </c:pt>
                <c:pt idx="4073">
                  <c:v>20-10-2021</c:v>
                </c:pt>
                <c:pt idx="4074">
                  <c:v>20-10-2021</c:v>
                </c:pt>
                <c:pt idx="4075">
                  <c:v>20-10-2021</c:v>
                </c:pt>
                <c:pt idx="4076">
                  <c:v>21-10-2021</c:v>
                </c:pt>
                <c:pt idx="4077">
                  <c:v>21-10-2021</c:v>
                </c:pt>
                <c:pt idx="4078">
                  <c:v>21-10-2021</c:v>
                </c:pt>
                <c:pt idx="4079">
                  <c:v>21-10-2021</c:v>
                </c:pt>
                <c:pt idx="4080">
                  <c:v>21-10-2021</c:v>
                </c:pt>
                <c:pt idx="4081">
                  <c:v>21-10-2021</c:v>
                </c:pt>
                <c:pt idx="4082">
                  <c:v>21-10-2021</c:v>
                </c:pt>
                <c:pt idx="4083">
                  <c:v>21-10-2021</c:v>
                </c:pt>
                <c:pt idx="4084">
                  <c:v>21-10-2021</c:v>
                </c:pt>
                <c:pt idx="4085">
                  <c:v>21-10-2021</c:v>
                </c:pt>
                <c:pt idx="4086">
                  <c:v>21-10-2021</c:v>
                </c:pt>
                <c:pt idx="4087">
                  <c:v>21-10-2021</c:v>
                </c:pt>
                <c:pt idx="4088">
                  <c:v>21-10-2021</c:v>
                </c:pt>
                <c:pt idx="4089">
                  <c:v>21-10-2021</c:v>
                </c:pt>
                <c:pt idx="4090">
                  <c:v>21-10-2021</c:v>
                </c:pt>
                <c:pt idx="4091">
                  <c:v>21-10-2021</c:v>
                </c:pt>
                <c:pt idx="4092">
                  <c:v>21-10-2021</c:v>
                </c:pt>
                <c:pt idx="4093">
                  <c:v>21-10-2021</c:v>
                </c:pt>
                <c:pt idx="4094">
                  <c:v>21-10-2021</c:v>
                </c:pt>
                <c:pt idx="4095">
                  <c:v>21-10-2021</c:v>
                </c:pt>
                <c:pt idx="4096">
                  <c:v>21-10-2021</c:v>
                </c:pt>
                <c:pt idx="4097">
                  <c:v>21-10-2021</c:v>
                </c:pt>
                <c:pt idx="4098">
                  <c:v>21-10-2021</c:v>
                </c:pt>
                <c:pt idx="4099">
                  <c:v>21-10-2021</c:v>
                </c:pt>
                <c:pt idx="4100">
                  <c:v>21-10-2021</c:v>
                </c:pt>
                <c:pt idx="4101">
                  <c:v>21-10-2021</c:v>
                </c:pt>
                <c:pt idx="4102">
                  <c:v>21-10-2021</c:v>
                </c:pt>
                <c:pt idx="4103">
                  <c:v>21-10-2021</c:v>
                </c:pt>
                <c:pt idx="4104">
                  <c:v>21-10-2021</c:v>
                </c:pt>
                <c:pt idx="4105">
                  <c:v>21-10-2021</c:v>
                </c:pt>
                <c:pt idx="4106">
                  <c:v>21-10-2021</c:v>
                </c:pt>
                <c:pt idx="4107">
                  <c:v>21-10-2021</c:v>
                </c:pt>
                <c:pt idx="4108">
                  <c:v>21-10-2021</c:v>
                </c:pt>
                <c:pt idx="4109">
                  <c:v>21-10-2021</c:v>
                </c:pt>
                <c:pt idx="4110">
                  <c:v>21-10-2021</c:v>
                </c:pt>
                <c:pt idx="4111">
                  <c:v>21-10-2021</c:v>
                </c:pt>
                <c:pt idx="4112">
                  <c:v>21-10-2021</c:v>
                </c:pt>
                <c:pt idx="4113">
                  <c:v>21-10-2021</c:v>
                </c:pt>
                <c:pt idx="4114">
                  <c:v>21-10-2021</c:v>
                </c:pt>
                <c:pt idx="4115">
                  <c:v>21-10-2021</c:v>
                </c:pt>
                <c:pt idx="4116">
                  <c:v>21-10-2021</c:v>
                </c:pt>
                <c:pt idx="4117">
                  <c:v>21-10-2021</c:v>
                </c:pt>
                <c:pt idx="4118">
                  <c:v>21-10-2021</c:v>
                </c:pt>
                <c:pt idx="4119">
                  <c:v>21-10-2021</c:v>
                </c:pt>
                <c:pt idx="4120">
                  <c:v>21-10-2021</c:v>
                </c:pt>
                <c:pt idx="4121">
                  <c:v>21-10-2021</c:v>
                </c:pt>
                <c:pt idx="4122">
                  <c:v>21-10-2021</c:v>
                </c:pt>
                <c:pt idx="4123">
                  <c:v>21-10-2021</c:v>
                </c:pt>
                <c:pt idx="4124">
                  <c:v>21-10-2021</c:v>
                </c:pt>
                <c:pt idx="4125">
                  <c:v>21-10-2021</c:v>
                </c:pt>
                <c:pt idx="4126">
                  <c:v>22-10-2021</c:v>
                </c:pt>
                <c:pt idx="4127">
                  <c:v>22-10-2021</c:v>
                </c:pt>
                <c:pt idx="4128">
                  <c:v>22-10-2021</c:v>
                </c:pt>
                <c:pt idx="4129">
                  <c:v>22-10-2021</c:v>
                </c:pt>
                <c:pt idx="4130">
                  <c:v>22-10-2021</c:v>
                </c:pt>
                <c:pt idx="4131">
                  <c:v>22-10-2021</c:v>
                </c:pt>
                <c:pt idx="4132">
                  <c:v>22-10-2021</c:v>
                </c:pt>
                <c:pt idx="4133">
                  <c:v>22-10-2021</c:v>
                </c:pt>
                <c:pt idx="4134">
                  <c:v>22-10-2021</c:v>
                </c:pt>
                <c:pt idx="4135">
                  <c:v>22-10-2021</c:v>
                </c:pt>
                <c:pt idx="4136">
                  <c:v>22-10-2021</c:v>
                </c:pt>
                <c:pt idx="4137">
                  <c:v>22-10-2021</c:v>
                </c:pt>
                <c:pt idx="4138">
                  <c:v>22-10-2021</c:v>
                </c:pt>
                <c:pt idx="4139">
                  <c:v>22-10-2021</c:v>
                </c:pt>
                <c:pt idx="4140">
                  <c:v>22-10-2021</c:v>
                </c:pt>
                <c:pt idx="4141">
                  <c:v>22-10-2021</c:v>
                </c:pt>
                <c:pt idx="4142">
                  <c:v>22-10-2021</c:v>
                </c:pt>
                <c:pt idx="4143">
                  <c:v>22-10-2021</c:v>
                </c:pt>
                <c:pt idx="4144">
                  <c:v>22-10-2021</c:v>
                </c:pt>
                <c:pt idx="4145">
                  <c:v>22-10-2021</c:v>
                </c:pt>
                <c:pt idx="4146">
                  <c:v>22-10-2021</c:v>
                </c:pt>
                <c:pt idx="4147">
                  <c:v>22-10-2021</c:v>
                </c:pt>
                <c:pt idx="4148">
                  <c:v>22-10-2021</c:v>
                </c:pt>
                <c:pt idx="4149">
                  <c:v>22-10-2021</c:v>
                </c:pt>
                <c:pt idx="4150">
                  <c:v>22-10-2021</c:v>
                </c:pt>
                <c:pt idx="4151">
                  <c:v>22-10-2021</c:v>
                </c:pt>
                <c:pt idx="4152">
                  <c:v>22-10-2021</c:v>
                </c:pt>
                <c:pt idx="4153">
                  <c:v>22-10-2021</c:v>
                </c:pt>
                <c:pt idx="4154">
                  <c:v>22-10-2021</c:v>
                </c:pt>
                <c:pt idx="4155">
                  <c:v>22-10-2021</c:v>
                </c:pt>
                <c:pt idx="4156">
                  <c:v>22-10-2021</c:v>
                </c:pt>
                <c:pt idx="4157">
                  <c:v>22-10-2021</c:v>
                </c:pt>
                <c:pt idx="4158">
                  <c:v>22-10-2021</c:v>
                </c:pt>
                <c:pt idx="4159">
                  <c:v>22-10-2021</c:v>
                </c:pt>
                <c:pt idx="4160">
                  <c:v>22-10-2021</c:v>
                </c:pt>
                <c:pt idx="4161">
                  <c:v>22-10-2021</c:v>
                </c:pt>
                <c:pt idx="4162">
                  <c:v>22-10-2021</c:v>
                </c:pt>
                <c:pt idx="4163">
                  <c:v>22-10-2021</c:v>
                </c:pt>
                <c:pt idx="4164">
                  <c:v>22-10-2021</c:v>
                </c:pt>
                <c:pt idx="4165">
                  <c:v>22-10-2021</c:v>
                </c:pt>
                <c:pt idx="4166">
                  <c:v>22-10-2021</c:v>
                </c:pt>
                <c:pt idx="4167">
                  <c:v>22-10-2021</c:v>
                </c:pt>
                <c:pt idx="4168">
                  <c:v>22-10-2021</c:v>
                </c:pt>
                <c:pt idx="4169">
                  <c:v>22-10-2021</c:v>
                </c:pt>
                <c:pt idx="4170">
                  <c:v>22-10-2021</c:v>
                </c:pt>
                <c:pt idx="4171">
                  <c:v>22-10-2021</c:v>
                </c:pt>
                <c:pt idx="4172">
                  <c:v>22-10-2021</c:v>
                </c:pt>
                <c:pt idx="4173">
                  <c:v>22-10-2021</c:v>
                </c:pt>
                <c:pt idx="4174">
                  <c:v>22-10-2021</c:v>
                </c:pt>
                <c:pt idx="4175">
                  <c:v>22-10-2021</c:v>
                </c:pt>
                <c:pt idx="4176">
                  <c:v>22-10-2021</c:v>
                </c:pt>
                <c:pt idx="4177">
                  <c:v>23-10-2021</c:v>
                </c:pt>
                <c:pt idx="4178">
                  <c:v>23-10-2021</c:v>
                </c:pt>
                <c:pt idx="4179">
                  <c:v>23-10-2021</c:v>
                </c:pt>
                <c:pt idx="4180">
                  <c:v>23-10-2021</c:v>
                </c:pt>
                <c:pt idx="4181">
                  <c:v>23-10-2021</c:v>
                </c:pt>
                <c:pt idx="4182">
                  <c:v>23-10-2021</c:v>
                </c:pt>
                <c:pt idx="4183">
                  <c:v>23-10-2021</c:v>
                </c:pt>
                <c:pt idx="4184">
                  <c:v>23-10-2021</c:v>
                </c:pt>
                <c:pt idx="4185">
                  <c:v>23-10-2021</c:v>
                </c:pt>
                <c:pt idx="4186">
                  <c:v>23-10-2021</c:v>
                </c:pt>
                <c:pt idx="4187">
                  <c:v>23-10-2021</c:v>
                </c:pt>
                <c:pt idx="4188">
                  <c:v>23-10-2021</c:v>
                </c:pt>
                <c:pt idx="4189">
                  <c:v>23-10-2021</c:v>
                </c:pt>
                <c:pt idx="4190">
                  <c:v>23-10-2021</c:v>
                </c:pt>
                <c:pt idx="4191">
                  <c:v>23-10-2021</c:v>
                </c:pt>
                <c:pt idx="4192">
                  <c:v>23-10-2021</c:v>
                </c:pt>
                <c:pt idx="4193">
                  <c:v>23-10-2021</c:v>
                </c:pt>
                <c:pt idx="4194">
                  <c:v>23-10-2021</c:v>
                </c:pt>
                <c:pt idx="4195">
                  <c:v>23-10-2021</c:v>
                </c:pt>
                <c:pt idx="4196">
                  <c:v>23-10-2021</c:v>
                </c:pt>
                <c:pt idx="4197">
                  <c:v>23-10-2021</c:v>
                </c:pt>
                <c:pt idx="4198">
                  <c:v>23-10-2021</c:v>
                </c:pt>
                <c:pt idx="4199">
                  <c:v>23-10-2021</c:v>
                </c:pt>
                <c:pt idx="4200">
                  <c:v>23-10-2021</c:v>
                </c:pt>
                <c:pt idx="4201">
                  <c:v>23-10-2021</c:v>
                </c:pt>
                <c:pt idx="4202">
                  <c:v>23-10-2021</c:v>
                </c:pt>
                <c:pt idx="4203">
                  <c:v>23-10-2021</c:v>
                </c:pt>
                <c:pt idx="4204">
                  <c:v>23-10-2021</c:v>
                </c:pt>
                <c:pt idx="4205">
                  <c:v>23-10-2021</c:v>
                </c:pt>
                <c:pt idx="4206">
                  <c:v>23-10-2021</c:v>
                </c:pt>
                <c:pt idx="4207">
                  <c:v>23-10-2021</c:v>
                </c:pt>
                <c:pt idx="4208">
                  <c:v>23-10-2021</c:v>
                </c:pt>
                <c:pt idx="4209">
                  <c:v>23-10-2021</c:v>
                </c:pt>
                <c:pt idx="4210">
                  <c:v>23-10-2021</c:v>
                </c:pt>
                <c:pt idx="4211">
                  <c:v>23-10-2021</c:v>
                </c:pt>
                <c:pt idx="4212">
                  <c:v>23-10-2021</c:v>
                </c:pt>
                <c:pt idx="4213">
                  <c:v>23-10-2021</c:v>
                </c:pt>
                <c:pt idx="4214">
                  <c:v>23-10-2021</c:v>
                </c:pt>
                <c:pt idx="4215">
                  <c:v>23-10-2021</c:v>
                </c:pt>
                <c:pt idx="4216">
                  <c:v>23-10-2021</c:v>
                </c:pt>
                <c:pt idx="4217">
                  <c:v>23-10-2021</c:v>
                </c:pt>
                <c:pt idx="4218">
                  <c:v>23-10-2021</c:v>
                </c:pt>
                <c:pt idx="4219">
                  <c:v>23-10-2021</c:v>
                </c:pt>
                <c:pt idx="4220">
                  <c:v>23-10-2021</c:v>
                </c:pt>
                <c:pt idx="4221">
                  <c:v>23-10-2021</c:v>
                </c:pt>
                <c:pt idx="4222">
                  <c:v>23-10-2021</c:v>
                </c:pt>
                <c:pt idx="4223">
                  <c:v>23-10-2021</c:v>
                </c:pt>
                <c:pt idx="4224">
                  <c:v>23-10-2021</c:v>
                </c:pt>
                <c:pt idx="4225">
                  <c:v>23-10-2021</c:v>
                </c:pt>
                <c:pt idx="4226">
                  <c:v>23-10-2021</c:v>
                </c:pt>
                <c:pt idx="4227">
                  <c:v>23-10-2021</c:v>
                </c:pt>
                <c:pt idx="4228">
                  <c:v>24-10-2021</c:v>
                </c:pt>
                <c:pt idx="4229">
                  <c:v>24-10-2021</c:v>
                </c:pt>
                <c:pt idx="4230">
                  <c:v>24-10-2021</c:v>
                </c:pt>
                <c:pt idx="4231">
                  <c:v>24-10-2021</c:v>
                </c:pt>
                <c:pt idx="4232">
                  <c:v>24-10-2021</c:v>
                </c:pt>
                <c:pt idx="4233">
                  <c:v>24-10-2021</c:v>
                </c:pt>
                <c:pt idx="4234">
                  <c:v>24-10-2021</c:v>
                </c:pt>
                <c:pt idx="4235">
                  <c:v>24-10-2021</c:v>
                </c:pt>
                <c:pt idx="4236">
                  <c:v>24-10-2021</c:v>
                </c:pt>
                <c:pt idx="4237">
                  <c:v>24-10-2021</c:v>
                </c:pt>
                <c:pt idx="4238">
                  <c:v>24-10-2021</c:v>
                </c:pt>
                <c:pt idx="4239">
                  <c:v>24-10-2021</c:v>
                </c:pt>
                <c:pt idx="4240">
                  <c:v>24-10-2021</c:v>
                </c:pt>
                <c:pt idx="4241">
                  <c:v>24-10-2021</c:v>
                </c:pt>
                <c:pt idx="4242">
                  <c:v>24-10-2021</c:v>
                </c:pt>
                <c:pt idx="4243">
                  <c:v>24-10-2021</c:v>
                </c:pt>
                <c:pt idx="4244">
                  <c:v>24-10-2021</c:v>
                </c:pt>
                <c:pt idx="4245">
                  <c:v>24-10-2021</c:v>
                </c:pt>
                <c:pt idx="4246">
                  <c:v>24-10-2021</c:v>
                </c:pt>
                <c:pt idx="4247">
                  <c:v>24-10-2021</c:v>
                </c:pt>
                <c:pt idx="4248">
                  <c:v>24-10-2021</c:v>
                </c:pt>
                <c:pt idx="4249">
                  <c:v>24-10-2021</c:v>
                </c:pt>
                <c:pt idx="4250">
                  <c:v>24-10-2021</c:v>
                </c:pt>
                <c:pt idx="4251">
                  <c:v>24-10-2021</c:v>
                </c:pt>
                <c:pt idx="4252">
                  <c:v>24-10-2021</c:v>
                </c:pt>
                <c:pt idx="4253">
                  <c:v>24-10-2021</c:v>
                </c:pt>
                <c:pt idx="4254">
                  <c:v>24-10-2021</c:v>
                </c:pt>
                <c:pt idx="4255">
                  <c:v>24-10-2021</c:v>
                </c:pt>
                <c:pt idx="4256">
                  <c:v>24-10-2021</c:v>
                </c:pt>
                <c:pt idx="4257">
                  <c:v>24-10-2021</c:v>
                </c:pt>
                <c:pt idx="4258">
                  <c:v>24-10-2021</c:v>
                </c:pt>
                <c:pt idx="4259">
                  <c:v>24-10-2021</c:v>
                </c:pt>
                <c:pt idx="4260">
                  <c:v>24-10-2021</c:v>
                </c:pt>
                <c:pt idx="4261">
                  <c:v>24-10-2021</c:v>
                </c:pt>
                <c:pt idx="4262">
                  <c:v>24-10-2021</c:v>
                </c:pt>
                <c:pt idx="4263">
                  <c:v>24-10-2021</c:v>
                </c:pt>
                <c:pt idx="4264">
                  <c:v>24-10-2021</c:v>
                </c:pt>
                <c:pt idx="4265">
                  <c:v>24-10-2021</c:v>
                </c:pt>
                <c:pt idx="4266">
                  <c:v>24-10-2021</c:v>
                </c:pt>
                <c:pt idx="4267">
                  <c:v>24-10-2021</c:v>
                </c:pt>
                <c:pt idx="4268">
                  <c:v>24-10-2021</c:v>
                </c:pt>
                <c:pt idx="4269">
                  <c:v>24-10-2021</c:v>
                </c:pt>
                <c:pt idx="4270">
                  <c:v>24-10-2021</c:v>
                </c:pt>
                <c:pt idx="4271">
                  <c:v>24-10-2021</c:v>
                </c:pt>
                <c:pt idx="4272">
                  <c:v>24-10-2021</c:v>
                </c:pt>
                <c:pt idx="4273">
                  <c:v>24-10-2021</c:v>
                </c:pt>
                <c:pt idx="4274">
                  <c:v>24-10-2021</c:v>
                </c:pt>
                <c:pt idx="4275">
                  <c:v>24-10-2021</c:v>
                </c:pt>
                <c:pt idx="4276">
                  <c:v>24-10-2021</c:v>
                </c:pt>
                <c:pt idx="4277">
                  <c:v>24-10-2021</c:v>
                </c:pt>
                <c:pt idx="4278">
                  <c:v>24-10-2021</c:v>
                </c:pt>
                <c:pt idx="4279">
                  <c:v>25-10-2021</c:v>
                </c:pt>
                <c:pt idx="4280">
                  <c:v>25-10-2021</c:v>
                </c:pt>
                <c:pt idx="4281">
                  <c:v>25-10-2021</c:v>
                </c:pt>
                <c:pt idx="4282">
                  <c:v>25-10-2021</c:v>
                </c:pt>
                <c:pt idx="4283">
                  <c:v>25-10-2021</c:v>
                </c:pt>
                <c:pt idx="4284">
                  <c:v>25-10-2021</c:v>
                </c:pt>
                <c:pt idx="4285">
                  <c:v>25-10-2021</c:v>
                </c:pt>
                <c:pt idx="4286">
                  <c:v>25-10-2021</c:v>
                </c:pt>
                <c:pt idx="4287">
                  <c:v>25-10-2021</c:v>
                </c:pt>
                <c:pt idx="4288">
                  <c:v>25-10-2021</c:v>
                </c:pt>
                <c:pt idx="4289">
                  <c:v>25-10-2021</c:v>
                </c:pt>
                <c:pt idx="4290">
                  <c:v>25-10-2021</c:v>
                </c:pt>
                <c:pt idx="4291">
                  <c:v>25-10-2021</c:v>
                </c:pt>
                <c:pt idx="4292">
                  <c:v>25-10-2021</c:v>
                </c:pt>
                <c:pt idx="4293">
                  <c:v>25-10-2021</c:v>
                </c:pt>
                <c:pt idx="4294">
                  <c:v>25-10-2021</c:v>
                </c:pt>
                <c:pt idx="4295">
                  <c:v>25-10-2021</c:v>
                </c:pt>
                <c:pt idx="4296">
                  <c:v>25-10-2021</c:v>
                </c:pt>
                <c:pt idx="4297">
                  <c:v>25-10-2021</c:v>
                </c:pt>
                <c:pt idx="4298">
                  <c:v>25-10-2021</c:v>
                </c:pt>
                <c:pt idx="4299">
                  <c:v>25-10-2021</c:v>
                </c:pt>
                <c:pt idx="4300">
                  <c:v>25-10-2021</c:v>
                </c:pt>
                <c:pt idx="4301">
                  <c:v>25-10-2021</c:v>
                </c:pt>
                <c:pt idx="4302">
                  <c:v>25-10-2021</c:v>
                </c:pt>
                <c:pt idx="4303">
                  <c:v>25-10-2021</c:v>
                </c:pt>
                <c:pt idx="4304">
                  <c:v>25-10-2021</c:v>
                </c:pt>
                <c:pt idx="4305">
                  <c:v>25-10-2021</c:v>
                </c:pt>
                <c:pt idx="4306">
                  <c:v>25-10-2021</c:v>
                </c:pt>
                <c:pt idx="4307">
                  <c:v>25-10-2021</c:v>
                </c:pt>
                <c:pt idx="4308">
                  <c:v>25-10-2021</c:v>
                </c:pt>
                <c:pt idx="4309">
                  <c:v>25-10-2021</c:v>
                </c:pt>
                <c:pt idx="4310">
                  <c:v>25-10-2021</c:v>
                </c:pt>
                <c:pt idx="4311">
                  <c:v>25-10-2021</c:v>
                </c:pt>
                <c:pt idx="4312">
                  <c:v>25-10-2021</c:v>
                </c:pt>
                <c:pt idx="4313">
                  <c:v>25-10-2021</c:v>
                </c:pt>
                <c:pt idx="4314">
                  <c:v>25-10-2021</c:v>
                </c:pt>
                <c:pt idx="4315">
                  <c:v>25-10-2021</c:v>
                </c:pt>
                <c:pt idx="4316">
                  <c:v>25-10-2021</c:v>
                </c:pt>
                <c:pt idx="4317">
                  <c:v>25-10-2021</c:v>
                </c:pt>
                <c:pt idx="4318">
                  <c:v>25-10-2021</c:v>
                </c:pt>
                <c:pt idx="4319">
                  <c:v>25-10-2021</c:v>
                </c:pt>
                <c:pt idx="4320">
                  <c:v>25-10-2021</c:v>
                </c:pt>
                <c:pt idx="4321">
                  <c:v>25-10-2021</c:v>
                </c:pt>
                <c:pt idx="4322">
                  <c:v>25-10-2021</c:v>
                </c:pt>
                <c:pt idx="4323">
                  <c:v>25-10-2021</c:v>
                </c:pt>
                <c:pt idx="4324">
                  <c:v>25-10-2021</c:v>
                </c:pt>
                <c:pt idx="4325">
                  <c:v>25-10-2021</c:v>
                </c:pt>
                <c:pt idx="4326">
                  <c:v>25-10-2021</c:v>
                </c:pt>
                <c:pt idx="4327">
                  <c:v>25-10-2021</c:v>
                </c:pt>
                <c:pt idx="4328">
                  <c:v>25-10-2021</c:v>
                </c:pt>
                <c:pt idx="4329">
                  <c:v>25-10-2021</c:v>
                </c:pt>
                <c:pt idx="4330">
                  <c:v>25-10-2021</c:v>
                </c:pt>
                <c:pt idx="4331">
                  <c:v>26-10-2021</c:v>
                </c:pt>
                <c:pt idx="4332">
                  <c:v>26-10-2021</c:v>
                </c:pt>
                <c:pt idx="4333">
                  <c:v>26-10-2021</c:v>
                </c:pt>
                <c:pt idx="4334">
                  <c:v>26-10-2021</c:v>
                </c:pt>
                <c:pt idx="4335">
                  <c:v>26-10-2021</c:v>
                </c:pt>
                <c:pt idx="4336">
                  <c:v>26-10-2021</c:v>
                </c:pt>
                <c:pt idx="4337">
                  <c:v>26-10-2021</c:v>
                </c:pt>
                <c:pt idx="4338">
                  <c:v>26-10-2021</c:v>
                </c:pt>
                <c:pt idx="4339">
                  <c:v>26-10-2021</c:v>
                </c:pt>
                <c:pt idx="4340">
                  <c:v>26-10-2021</c:v>
                </c:pt>
                <c:pt idx="4341">
                  <c:v>26-10-2021</c:v>
                </c:pt>
                <c:pt idx="4342">
                  <c:v>26-10-2021</c:v>
                </c:pt>
                <c:pt idx="4343">
                  <c:v>26-10-2021</c:v>
                </c:pt>
                <c:pt idx="4344">
                  <c:v>26-10-2021</c:v>
                </c:pt>
                <c:pt idx="4345">
                  <c:v>26-10-2021</c:v>
                </c:pt>
                <c:pt idx="4346">
                  <c:v>26-10-2021</c:v>
                </c:pt>
                <c:pt idx="4347">
                  <c:v>26-10-2021</c:v>
                </c:pt>
                <c:pt idx="4348">
                  <c:v>26-10-2021</c:v>
                </c:pt>
                <c:pt idx="4349">
                  <c:v>26-10-2021</c:v>
                </c:pt>
                <c:pt idx="4350">
                  <c:v>26-10-2021</c:v>
                </c:pt>
                <c:pt idx="4351">
                  <c:v>26-10-2021</c:v>
                </c:pt>
                <c:pt idx="4352">
                  <c:v>26-10-2021</c:v>
                </c:pt>
                <c:pt idx="4353">
                  <c:v>26-10-2021</c:v>
                </c:pt>
                <c:pt idx="4354">
                  <c:v>26-10-2021</c:v>
                </c:pt>
                <c:pt idx="4355">
                  <c:v>26-10-2021</c:v>
                </c:pt>
                <c:pt idx="4356">
                  <c:v>26-10-2021</c:v>
                </c:pt>
                <c:pt idx="4357">
                  <c:v>26-10-2021</c:v>
                </c:pt>
                <c:pt idx="4358">
                  <c:v>26-10-2021</c:v>
                </c:pt>
                <c:pt idx="4359">
                  <c:v>26-10-2021</c:v>
                </c:pt>
                <c:pt idx="4360">
                  <c:v>26-10-2021</c:v>
                </c:pt>
                <c:pt idx="4361">
                  <c:v>26-10-2021</c:v>
                </c:pt>
                <c:pt idx="4362">
                  <c:v>26-10-2021</c:v>
                </c:pt>
                <c:pt idx="4363">
                  <c:v>26-10-2021</c:v>
                </c:pt>
                <c:pt idx="4364">
                  <c:v>26-10-2021</c:v>
                </c:pt>
                <c:pt idx="4365">
                  <c:v>26-10-2021</c:v>
                </c:pt>
                <c:pt idx="4366">
                  <c:v>26-10-2021</c:v>
                </c:pt>
                <c:pt idx="4367">
                  <c:v>26-10-2021</c:v>
                </c:pt>
                <c:pt idx="4368">
                  <c:v>26-10-2021</c:v>
                </c:pt>
                <c:pt idx="4369">
                  <c:v>26-10-2021</c:v>
                </c:pt>
                <c:pt idx="4370">
                  <c:v>26-10-2021</c:v>
                </c:pt>
                <c:pt idx="4371">
                  <c:v>26-10-2021</c:v>
                </c:pt>
                <c:pt idx="4372">
                  <c:v>26-10-2021</c:v>
                </c:pt>
                <c:pt idx="4373">
                  <c:v>26-10-2021</c:v>
                </c:pt>
                <c:pt idx="4374">
                  <c:v>26-10-2021</c:v>
                </c:pt>
                <c:pt idx="4375">
                  <c:v>26-10-2021</c:v>
                </c:pt>
                <c:pt idx="4376">
                  <c:v>26-10-2021</c:v>
                </c:pt>
                <c:pt idx="4377">
                  <c:v>26-10-2021</c:v>
                </c:pt>
                <c:pt idx="4378">
                  <c:v>26-10-2021</c:v>
                </c:pt>
                <c:pt idx="4379">
                  <c:v>26-10-2021</c:v>
                </c:pt>
                <c:pt idx="4380">
                  <c:v>26-10-2021</c:v>
                </c:pt>
                <c:pt idx="4381">
                  <c:v>26-10-2021</c:v>
                </c:pt>
                <c:pt idx="4382">
                  <c:v>26-10-2021</c:v>
                </c:pt>
                <c:pt idx="4383">
                  <c:v>26-10-2021</c:v>
                </c:pt>
                <c:pt idx="4384">
                  <c:v>26-10-2021</c:v>
                </c:pt>
                <c:pt idx="4385">
                  <c:v>27-10-2021</c:v>
                </c:pt>
                <c:pt idx="4386">
                  <c:v>27-10-2021</c:v>
                </c:pt>
                <c:pt idx="4387">
                  <c:v>27-10-2021</c:v>
                </c:pt>
                <c:pt idx="4388">
                  <c:v>27-10-2021</c:v>
                </c:pt>
                <c:pt idx="4389">
                  <c:v>27-10-2021</c:v>
                </c:pt>
                <c:pt idx="4390">
                  <c:v>27-10-2021</c:v>
                </c:pt>
                <c:pt idx="4391">
                  <c:v>27-10-2021</c:v>
                </c:pt>
                <c:pt idx="4392">
                  <c:v>27-10-2021</c:v>
                </c:pt>
                <c:pt idx="4393">
                  <c:v>27-10-2021</c:v>
                </c:pt>
                <c:pt idx="4394">
                  <c:v>27-10-2021</c:v>
                </c:pt>
                <c:pt idx="4395">
                  <c:v>27-10-2021</c:v>
                </c:pt>
                <c:pt idx="4396">
                  <c:v>27-10-2021</c:v>
                </c:pt>
                <c:pt idx="4397">
                  <c:v>27-10-2021</c:v>
                </c:pt>
                <c:pt idx="4398">
                  <c:v>27-10-2021</c:v>
                </c:pt>
                <c:pt idx="4399">
                  <c:v>27-10-2021</c:v>
                </c:pt>
                <c:pt idx="4400">
                  <c:v>27-10-2021</c:v>
                </c:pt>
                <c:pt idx="4401">
                  <c:v>27-10-2021</c:v>
                </c:pt>
                <c:pt idx="4402">
                  <c:v>27-10-2021</c:v>
                </c:pt>
                <c:pt idx="4403">
                  <c:v>27-10-2021</c:v>
                </c:pt>
                <c:pt idx="4404">
                  <c:v>27-10-2021</c:v>
                </c:pt>
                <c:pt idx="4405">
                  <c:v>27-10-2021</c:v>
                </c:pt>
                <c:pt idx="4406">
                  <c:v>27-10-2021</c:v>
                </c:pt>
                <c:pt idx="4407">
                  <c:v>27-10-2021</c:v>
                </c:pt>
                <c:pt idx="4408">
                  <c:v>27-10-2021</c:v>
                </c:pt>
                <c:pt idx="4409">
                  <c:v>27-10-2021</c:v>
                </c:pt>
                <c:pt idx="4410">
                  <c:v>27-10-2021</c:v>
                </c:pt>
                <c:pt idx="4411">
                  <c:v>27-10-2021</c:v>
                </c:pt>
                <c:pt idx="4412">
                  <c:v>27-10-2021</c:v>
                </c:pt>
                <c:pt idx="4413">
                  <c:v>27-10-2021</c:v>
                </c:pt>
                <c:pt idx="4414">
                  <c:v>27-10-2021</c:v>
                </c:pt>
                <c:pt idx="4415">
                  <c:v>27-10-2021</c:v>
                </c:pt>
                <c:pt idx="4416">
                  <c:v>27-10-2021</c:v>
                </c:pt>
                <c:pt idx="4417">
                  <c:v>27-10-2021</c:v>
                </c:pt>
                <c:pt idx="4418">
                  <c:v>27-10-2021</c:v>
                </c:pt>
                <c:pt idx="4419">
                  <c:v>27-10-2021</c:v>
                </c:pt>
                <c:pt idx="4420">
                  <c:v>27-10-2021</c:v>
                </c:pt>
                <c:pt idx="4421">
                  <c:v>27-10-2021</c:v>
                </c:pt>
                <c:pt idx="4422">
                  <c:v>27-10-2021</c:v>
                </c:pt>
                <c:pt idx="4423">
                  <c:v>27-10-2021</c:v>
                </c:pt>
                <c:pt idx="4424">
                  <c:v>27-10-2021</c:v>
                </c:pt>
                <c:pt idx="4425">
                  <c:v>27-10-2021</c:v>
                </c:pt>
                <c:pt idx="4426">
                  <c:v>27-10-2021</c:v>
                </c:pt>
                <c:pt idx="4427">
                  <c:v>27-10-2021</c:v>
                </c:pt>
                <c:pt idx="4428">
                  <c:v>27-10-2021</c:v>
                </c:pt>
                <c:pt idx="4429">
                  <c:v>27-10-2021</c:v>
                </c:pt>
                <c:pt idx="4430">
                  <c:v>27-10-2021</c:v>
                </c:pt>
                <c:pt idx="4431">
                  <c:v>27-10-2021</c:v>
                </c:pt>
                <c:pt idx="4432">
                  <c:v>27-10-2021</c:v>
                </c:pt>
                <c:pt idx="4433">
                  <c:v>27-10-2021</c:v>
                </c:pt>
                <c:pt idx="4434">
                  <c:v>27-10-2021</c:v>
                </c:pt>
                <c:pt idx="4435">
                  <c:v>27-10-2021</c:v>
                </c:pt>
                <c:pt idx="4436">
                  <c:v>27-10-2021</c:v>
                </c:pt>
                <c:pt idx="4437">
                  <c:v>28-10-2021</c:v>
                </c:pt>
                <c:pt idx="4438">
                  <c:v>28-10-2021</c:v>
                </c:pt>
                <c:pt idx="4439">
                  <c:v>28-10-2021</c:v>
                </c:pt>
                <c:pt idx="4440">
                  <c:v>28-10-2021</c:v>
                </c:pt>
                <c:pt idx="4441">
                  <c:v>28-10-2021</c:v>
                </c:pt>
                <c:pt idx="4442">
                  <c:v>28-10-2021</c:v>
                </c:pt>
                <c:pt idx="4443">
                  <c:v>28-10-2021</c:v>
                </c:pt>
                <c:pt idx="4444">
                  <c:v>28-10-2021</c:v>
                </c:pt>
                <c:pt idx="4445">
                  <c:v>28-10-2021</c:v>
                </c:pt>
                <c:pt idx="4446">
                  <c:v>28-10-2021</c:v>
                </c:pt>
                <c:pt idx="4447">
                  <c:v>28-10-2021</c:v>
                </c:pt>
                <c:pt idx="4448">
                  <c:v>28-10-2021</c:v>
                </c:pt>
                <c:pt idx="4449">
                  <c:v>28-10-2021</c:v>
                </c:pt>
                <c:pt idx="4450">
                  <c:v>28-10-2021</c:v>
                </c:pt>
                <c:pt idx="4451">
                  <c:v>28-10-2021</c:v>
                </c:pt>
                <c:pt idx="4452">
                  <c:v>28-10-2021</c:v>
                </c:pt>
                <c:pt idx="4453">
                  <c:v>28-10-2021</c:v>
                </c:pt>
                <c:pt idx="4454">
                  <c:v>28-10-2021</c:v>
                </c:pt>
                <c:pt idx="4455">
                  <c:v>28-10-2021</c:v>
                </c:pt>
                <c:pt idx="4456">
                  <c:v>28-10-2021</c:v>
                </c:pt>
                <c:pt idx="4457">
                  <c:v>28-10-2021</c:v>
                </c:pt>
                <c:pt idx="4458">
                  <c:v>28-10-2021</c:v>
                </c:pt>
                <c:pt idx="4459">
                  <c:v>28-10-2021</c:v>
                </c:pt>
                <c:pt idx="4460">
                  <c:v>28-10-2021</c:v>
                </c:pt>
                <c:pt idx="4461">
                  <c:v>28-10-2021</c:v>
                </c:pt>
                <c:pt idx="4462">
                  <c:v>28-10-2021</c:v>
                </c:pt>
                <c:pt idx="4463">
                  <c:v>28-10-2021</c:v>
                </c:pt>
                <c:pt idx="4464">
                  <c:v>28-10-2021</c:v>
                </c:pt>
                <c:pt idx="4465">
                  <c:v>28-10-2021</c:v>
                </c:pt>
                <c:pt idx="4466">
                  <c:v>28-10-2021</c:v>
                </c:pt>
                <c:pt idx="4467">
                  <c:v>28-10-2021</c:v>
                </c:pt>
                <c:pt idx="4468">
                  <c:v>28-10-2021</c:v>
                </c:pt>
                <c:pt idx="4469">
                  <c:v>28-10-2021</c:v>
                </c:pt>
                <c:pt idx="4470">
                  <c:v>28-10-2021</c:v>
                </c:pt>
                <c:pt idx="4471">
                  <c:v>28-10-2021</c:v>
                </c:pt>
                <c:pt idx="4472">
                  <c:v>28-10-2021</c:v>
                </c:pt>
                <c:pt idx="4473">
                  <c:v>28-10-2021</c:v>
                </c:pt>
                <c:pt idx="4474">
                  <c:v>28-10-2021</c:v>
                </c:pt>
                <c:pt idx="4475">
                  <c:v>28-10-2021</c:v>
                </c:pt>
                <c:pt idx="4476">
                  <c:v>28-10-2021</c:v>
                </c:pt>
                <c:pt idx="4477">
                  <c:v>28-10-2021</c:v>
                </c:pt>
                <c:pt idx="4478">
                  <c:v>28-10-2021</c:v>
                </c:pt>
                <c:pt idx="4479">
                  <c:v>28-10-2021</c:v>
                </c:pt>
                <c:pt idx="4480">
                  <c:v>28-10-2021</c:v>
                </c:pt>
                <c:pt idx="4481">
                  <c:v>28-10-2021</c:v>
                </c:pt>
                <c:pt idx="4482">
                  <c:v>28-10-2021</c:v>
                </c:pt>
                <c:pt idx="4483">
                  <c:v>28-10-2021</c:v>
                </c:pt>
                <c:pt idx="4484">
                  <c:v>28-10-2021</c:v>
                </c:pt>
                <c:pt idx="4485">
                  <c:v>28-10-2021</c:v>
                </c:pt>
                <c:pt idx="4486">
                  <c:v>28-10-2021</c:v>
                </c:pt>
                <c:pt idx="4487">
                  <c:v>28-10-2021</c:v>
                </c:pt>
                <c:pt idx="4488">
                  <c:v>29-10-2021</c:v>
                </c:pt>
                <c:pt idx="4489">
                  <c:v>29-10-2021</c:v>
                </c:pt>
                <c:pt idx="4490">
                  <c:v>29-10-2021</c:v>
                </c:pt>
                <c:pt idx="4491">
                  <c:v>29-10-2021</c:v>
                </c:pt>
                <c:pt idx="4492">
                  <c:v>29-10-2021</c:v>
                </c:pt>
                <c:pt idx="4493">
                  <c:v>29-10-2021</c:v>
                </c:pt>
                <c:pt idx="4494">
                  <c:v>29-10-2021</c:v>
                </c:pt>
                <c:pt idx="4495">
                  <c:v>29-10-2021</c:v>
                </c:pt>
                <c:pt idx="4496">
                  <c:v>29-10-2021</c:v>
                </c:pt>
                <c:pt idx="4497">
                  <c:v>29-10-2021</c:v>
                </c:pt>
                <c:pt idx="4498">
                  <c:v>29-10-2021</c:v>
                </c:pt>
                <c:pt idx="4499">
                  <c:v>29-10-2021</c:v>
                </c:pt>
                <c:pt idx="4500">
                  <c:v>29-10-2021</c:v>
                </c:pt>
                <c:pt idx="4501">
                  <c:v>29-10-2021</c:v>
                </c:pt>
                <c:pt idx="4502">
                  <c:v>29-10-2021</c:v>
                </c:pt>
                <c:pt idx="4503">
                  <c:v>29-10-2021</c:v>
                </c:pt>
                <c:pt idx="4504">
                  <c:v>29-10-2021</c:v>
                </c:pt>
                <c:pt idx="4505">
                  <c:v>29-10-2021</c:v>
                </c:pt>
                <c:pt idx="4506">
                  <c:v>29-10-2021</c:v>
                </c:pt>
                <c:pt idx="4507">
                  <c:v>29-10-2021</c:v>
                </c:pt>
                <c:pt idx="4508">
                  <c:v>29-10-2021</c:v>
                </c:pt>
                <c:pt idx="4509">
                  <c:v>29-10-2021</c:v>
                </c:pt>
                <c:pt idx="4510">
                  <c:v>29-10-2021</c:v>
                </c:pt>
                <c:pt idx="4511">
                  <c:v>29-10-2021</c:v>
                </c:pt>
                <c:pt idx="4512">
                  <c:v>29-10-2021</c:v>
                </c:pt>
                <c:pt idx="4513">
                  <c:v>29-10-2021</c:v>
                </c:pt>
                <c:pt idx="4514">
                  <c:v>29-10-2021</c:v>
                </c:pt>
                <c:pt idx="4515">
                  <c:v>29-10-2021</c:v>
                </c:pt>
                <c:pt idx="4516">
                  <c:v>29-10-2021</c:v>
                </c:pt>
                <c:pt idx="4517">
                  <c:v>29-10-2021</c:v>
                </c:pt>
                <c:pt idx="4518">
                  <c:v>29-10-2021</c:v>
                </c:pt>
                <c:pt idx="4519">
                  <c:v>29-10-2021</c:v>
                </c:pt>
                <c:pt idx="4520">
                  <c:v>29-10-2021</c:v>
                </c:pt>
                <c:pt idx="4521">
                  <c:v>29-10-2021</c:v>
                </c:pt>
                <c:pt idx="4522">
                  <c:v>29-10-2021</c:v>
                </c:pt>
                <c:pt idx="4523">
                  <c:v>29-10-2021</c:v>
                </c:pt>
                <c:pt idx="4524">
                  <c:v>29-10-2021</c:v>
                </c:pt>
                <c:pt idx="4525">
                  <c:v>29-10-2021</c:v>
                </c:pt>
                <c:pt idx="4526">
                  <c:v>29-10-2021</c:v>
                </c:pt>
                <c:pt idx="4527">
                  <c:v>29-10-2021</c:v>
                </c:pt>
                <c:pt idx="4528">
                  <c:v>29-10-2021</c:v>
                </c:pt>
                <c:pt idx="4529">
                  <c:v>29-10-2021</c:v>
                </c:pt>
                <c:pt idx="4530">
                  <c:v>29-10-2021</c:v>
                </c:pt>
                <c:pt idx="4531">
                  <c:v>29-10-2021</c:v>
                </c:pt>
                <c:pt idx="4532">
                  <c:v>29-10-2021</c:v>
                </c:pt>
                <c:pt idx="4533">
                  <c:v>29-10-2021</c:v>
                </c:pt>
                <c:pt idx="4534">
                  <c:v>29-10-2021</c:v>
                </c:pt>
                <c:pt idx="4535">
                  <c:v>29-10-2021</c:v>
                </c:pt>
                <c:pt idx="4536">
                  <c:v>29-10-2021</c:v>
                </c:pt>
                <c:pt idx="4537">
                  <c:v>29-10-2021</c:v>
                </c:pt>
                <c:pt idx="4538">
                  <c:v>29-10-2021</c:v>
                </c:pt>
                <c:pt idx="4539">
                  <c:v>30-10-2021</c:v>
                </c:pt>
                <c:pt idx="4540">
                  <c:v>30-10-2021</c:v>
                </c:pt>
                <c:pt idx="4541">
                  <c:v>30-10-2021</c:v>
                </c:pt>
                <c:pt idx="4542">
                  <c:v>30-10-2021</c:v>
                </c:pt>
                <c:pt idx="4543">
                  <c:v>30-10-2021</c:v>
                </c:pt>
                <c:pt idx="4544">
                  <c:v>30-10-2021</c:v>
                </c:pt>
                <c:pt idx="4545">
                  <c:v>30-10-2021</c:v>
                </c:pt>
                <c:pt idx="4546">
                  <c:v>30-10-2021</c:v>
                </c:pt>
                <c:pt idx="4547">
                  <c:v>30-10-2021</c:v>
                </c:pt>
                <c:pt idx="4548">
                  <c:v>30-10-2021</c:v>
                </c:pt>
                <c:pt idx="4549">
                  <c:v>30-10-2021</c:v>
                </c:pt>
                <c:pt idx="4550">
                  <c:v>30-10-2021</c:v>
                </c:pt>
                <c:pt idx="4551">
                  <c:v>30-10-2021</c:v>
                </c:pt>
                <c:pt idx="4552">
                  <c:v>30-10-2021</c:v>
                </c:pt>
                <c:pt idx="4553">
                  <c:v>30-10-2021</c:v>
                </c:pt>
                <c:pt idx="4554">
                  <c:v>30-10-2021</c:v>
                </c:pt>
                <c:pt idx="4555">
                  <c:v>30-10-2021</c:v>
                </c:pt>
                <c:pt idx="4556">
                  <c:v>30-10-2021</c:v>
                </c:pt>
                <c:pt idx="4557">
                  <c:v>30-10-2021</c:v>
                </c:pt>
                <c:pt idx="4558">
                  <c:v>30-10-2021</c:v>
                </c:pt>
                <c:pt idx="4559">
                  <c:v>30-10-2021</c:v>
                </c:pt>
                <c:pt idx="4560">
                  <c:v>30-10-2021</c:v>
                </c:pt>
                <c:pt idx="4561">
                  <c:v>30-10-2021</c:v>
                </c:pt>
                <c:pt idx="4562">
                  <c:v>30-10-2021</c:v>
                </c:pt>
                <c:pt idx="4563">
                  <c:v>30-10-2021</c:v>
                </c:pt>
                <c:pt idx="4564">
                  <c:v>30-10-2021</c:v>
                </c:pt>
                <c:pt idx="4565">
                  <c:v>30-10-2021</c:v>
                </c:pt>
                <c:pt idx="4566">
                  <c:v>30-10-2021</c:v>
                </c:pt>
                <c:pt idx="4567">
                  <c:v>30-10-2021</c:v>
                </c:pt>
                <c:pt idx="4568">
                  <c:v>30-10-2021</c:v>
                </c:pt>
                <c:pt idx="4569">
                  <c:v>30-10-2021</c:v>
                </c:pt>
                <c:pt idx="4570">
                  <c:v>30-10-2021</c:v>
                </c:pt>
                <c:pt idx="4571">
                  <c:v>30-10-2021</c:v>
                </c:pt>
                <c:pt idx="4572">
                  <c:v>30-10-2021</c:v>
                </c:pt>
                <c:pt idx="4573">
                  <c:v>30-10-2021</c:v>
                </c:pt>
                <c:pt idx="4574">
                  <c:v>30-10-2021</c:v>
                </c:pt>
                <c:pt idx="4575">
                  <c:v>30-10-2021</c:v>
                </c:pt>
                <c:pt idx="4576">
                  <c:v>30-10-2021</c:v>
                </c:pt>
                <c:pt idx="4577">
                  <c:v>30-10-2021</c:v>
                </c:pt>
                <c:pt idx="4578">
                  <c:v>30-10-2021</c:v>
                </c:pt>
                <c:pt idx="4579">
                  <c:v>30-10-2021</c:v>
                </c:pt>
                <c:pt idx="4580">
                  <c:v>30-10-2021</c:v>
                </c:pt>
                <c:pt idx="4581">
                  <c:v>30-10-2021</c:v>
                </c:pt>
                <c:pt idx="4582">
                  <c:v>30-10-2021</c:v>
                </c:pt>
                <c:pt idx="4583">
                  <c:v>30-10-2021</c:v>
                </c:pt>
                <c:pt idx="4584">
                  <c:v>30-10-2021</c:v>
                </c:pt>
                <c:pt idx="4585">
                  <c:v>30-10-2021</c:v>
                </c:pt>
                <c:pt idx="4586">
                  <c:v>30-10-2021</c:v>
                </c:pt>
                <c:pt idx="4587">
                  <c:v>30-10-2021</c:v>
                </c:pt>
                <c:pt idx="4588">
                  <c:v>30-10-2021</c:v>
                </c:pt>
                <c:pt idx="4589">
                  <c:v>30-10-2021</c:v>
                </c:pt>
                <c:pt idx="4590">
                  <c:v>30-10-2021</c:v>
                </c:pt>
                <c:pt idx="4591">
                  <c:v>30-10-2021</c:v>
                </c:pt>
                <c:pt idx="4592">
                  <c:v>30-10-2021</c:v>
                </c:pt>
                <c:pt idx="4593">
                  <c:v>30-10-2021</c:v>
                </c:pt>
                <c:pt idx="4594">
                  <c:v>30-10-2021</c:v>
                </c:pt>
                <c:pt idx="4595">
                  <c:v>30-10-2021</c:v>
                </c:pt>
                <c:pt idx="4596">
                  <c:v>30-10-2021</c:v>
                </c:pt>
                <c:pt idx="4597">
                  <c:v>30-10-2021</c:v>
                </c:pt>
                <c:pt idx="4598">
                  <c:v>30-10-2021</c:v>
                </c:pt>
                <c:pt idx="4599">
                  <c:v>30-10-2021</c:v>
                </c:pt>
                <c:pt idx="4600">
                  <c:v>30-10-2021</c:v>
                </c:pt>
                <c:pt idx="4601">
                  <c:v>30-10-2021</c:v>
                </c:pt>
                <c:pt idx="4602">
                  <c:v>30-10-2021</c:v>
                </c:pt>
                <c:pt idx="4603">
                  <c:v>30-10-2021</c:v>
                </c:pt>
                <c:pt idx="4604">
                  <c:v>30-10-2021</c:v>
                </c:pt>
                <c:pt idx="4605">
                  <c:v>30-10-2021</c:v>
                </c:pt>
                <c:pt idx="4606">
                  <c:v>30-10-2021</c:v>
                </c:pt>
                <c:pt idx="4607">
                  <c:v>30-10-2021</c:v>
                </c:pt>
                <c:pt idx="4608">
                  <c:v>30-10-2021</c:v>
                </c:pt>
                <c:pt idx="4609">
                  <c:v>30-10-2021</c:v>
                </c:pt>
                <c:pt idx="4610">
                  <c:v>30-10-2021</c:v>
                </c:pt>
                <c:pt idx="4611">
                  <c:v>01-12-2021</c:v>
                </c:pt>
                <c:pt idx="4612">
                  <c:v>01-12-2021</c:v>
                </c:pt>
                <c:pt idx="4613">
                  <c:v>01-12-2021</c:v>
                </c:pt>
                <c:pt idx="4614">
                  <c:v>01-12-2021</c:v>
                </c:pt>
                <c:pt idx="4615">
                  <c:v>01-12-2021</c:v>
                </c:pt>
                <c:pt idx="4616">
                  <c:v>01-12-2021</c:v>
                </c:pt>
                <c:pt idx="4617">
                  <c:v>01-12-2021</c:v>
                </c:pt>
                <c:pt idx="4618">
                  <c:v>01-12-2021</c:v>
                </c:pt>
                <c:pt idx="4619">
                  <c:v>01-12-2021</c:v>
                </c:pt>
                <c:pt idx="4620">
                  <c:v>01-12-2021</c:v>
                </c:pt>
                <c:pt idx="4621">
                  <c:v>01-12-2021</c:v>
                </c:pt>
                <c:pt idx="4622">
                  <c:v>01-12-2021</c:v>
                </c:pt>
                <c:pt idx="4623">
                  <c:v>01-12-2021</c:v>
                </c:pt>
                <c:pt idx="4624">
                  <c:v>01-12-2021</c:v>
                </c:pt>
                <c:pt idx="4625">
                  <c:v>01-12-2021</c:v>
                </c:pt>
                <c:pt idx="4626">
                  <c:v>01-12-2021</c:v>
                </c:pt>
                <c:pt idx="4627">
                  <c:v>01-12-2021</c:v>
                </c:pt>
                <c:pt idx="4628">
                  <c:v>01-12-2021</c:v>
                </c:pt>
                <c:pt idx="4629">
                  <c:v>01-12-2021</c:v>
                </c:pt>
                <c:pt idx="4630">
                  <c:v>01-12-2021</c:v>
                </c:pt>
                <c:pt idx="4631">
                  <c:v>01-12-2021</c:v>
                </c:pt>
                <c:pt idx="4632">
                  <c:v>01-12-2021</c:v>
                </c:pt>
                <c:pt idx="4633">
                  <c:v>01-12-2021</c:v>
                </c:pt>
                <c:pt idx="4634">
                  <c:v>01-12-2021</c:v>
                </c:pt>
                <c:pt idx="4635">
                  <c:v>01-12-2021</c:v>
                </c:pt>
                <c:pt idx="4636">
                  <c:v>01-12-2021</c:v>
                </c:pt>
                <c:pt idx="4637">
                  <c:v>01-12-2021</c:v>
                </c:pt>
                <c:pt idx="4638">
                  <c:v>01-12-2021</c:v>
                </c:pt>
                <c:pt idx="4639">
                  <c:v>01-12-2021</c:v>
                </c:pt>
                <c:pt idx="4640">
                  <c:v>01-12-2021</c:v>
                </c:pt>
                <c:pt idx="4641">
                  <c:v>01-12-2021</c:v>
                </c:pt>
                <c:pt idx="4642">
                  <c:v>01-12-2021</c:v>
                </c:pt>
                <c:pt idx="4643">
                  <c:v>01-12-2021</c:v>
                </c:pt>
                <c:pt idx="4644">
                  <c:v>01-12-2021</c:v>
                </c:pt>
                <c:pt idx="4645">
                  <c:v>01-12-2021</c:v>
                </c:pt>
                <c:pt idx="4646">
                  <c:v>01-12-2021</c:v>
                </c:pt>
                <c:pt idx="4647">
                  <c:v>01-12-2021</c:v>
                </c:pt>
                <c:pt idx="4648">
                  <c:v>01-12-2021</c:v>
                </c:pt>
                <c:pt idx="4649">
                  <c:v>01-12-2021</c:v>
                </c:pt>
                <c:pt idx="4650">
                  <c:v>01-12-2021</c:v>
                </c:pt>
                <c:pt idx="4651">
                  <c:v>01-12-2021</c:v>
                </c:pt>
                <c:pt idx="4652">
                  <c:v>01-12-2021</c:v>
                </c:pt>
                <c:pt idx="4653">
                  <c:v>01-12-2021</c:v>
                </c:pt>
                <c:pt idx="4654">
                  <c:v>01-12-2021</c:v>
                </c:pt>
                <c:pt idx="4655">
                  <c:v>01-12-2021</c:v>
                </c:pt>
                <c:pt idx="4656">
                  <c:v>01-12-2021</c:v>
                </c:pt>
                <c:pt idx="4657">
                  <c:v>01-12-2021</c:v>
                </c:pt>
                <c:pt idx="4658">
                  <c:v>01-12-2021</c:v>
                </c:pt>
                <c:pt idx="4659">
                  <c:v>01-12-2021</c:v>
                </c:pt>
                <c:pt idx="4660">
                  <c:v>01-12-2021</c:v>
                </c:pt>
                <c:pt idx="4661">
                  <c:v>02-12-2021</c:v>
                </c:pt>
                <c:pt idx="4662">
                  <c:v>02-12-2021</c:v>
                </c:pt>
                <c:pt idx="4663">
                  <c:v>02-12-2021</c:v>
                </c:pt>
                <c:pt idx="4664">
                  <c:v>02-12-2021</c:v>
                </c:pt>
                <c:pt idx="4665">
                  <c:v>02-12-2021</c:v>
                </c:pt>
                <c:pt idx="4666">
                  <c:v>02-12-2021</c:v>
                </c:pt>
                <c:pt idx="4667">
                  <c:v>02-12-2021</c:v>
                </c:pt>
                <c:pt idx="4668">
                  <c:v>02-12-2021</c:v>
                </c:pt>
                <c:pt idx="4669">
                  <c:v>02-12-2021</c:v>
                </c:pt>
                <c:pt idx="4670">
                  <c:v>02-12-2021</c:v>
                </c:pt>
                <c:pt idx="4671">
                  <c:v>02-12-2021</c:v>
                </c:pt>
                <c:pt idx="4672">
                  <c:v>02-12-2021</c:v>
                </c:pt>
                <c:pt idx="4673">
                  <c:v>02-12-2021</c:v>
                </c:pt>
                <c:pt idx="4674">
                  <c:v>02-12-2021</c:v>
                </c:pt>
                <c:pt idx="4675">
                  <c:v>02-12-2021</c:v>
                </c:pt>
                <c:pt idx="4676">
                  <c:v>02-12-2021</c:v>
                </c:pt>
                <c:pt idx="4677">
                  <c:v>02-12-2021</c:v>
                </c:pt>
                <c:pt idx="4678">
                  <c:v>02-12-2021</c:v>
                </c:pt>
                <c:pt idx="4679">
                  <c:v>02-12-2021</c:v>
                </c:pt>
                <c:pt idx="4680">
                  <c:v>02-12-2021</c:v>
                </c:pt>
                <c:pt idx="4681">
                  <c:v>02-12-2021</c:v>
                </c:pt>
                <c:pt idx="4682">
                  <c:v>02-12-2021</c:v>
                </c:pt>
                <c:pt idx="4683">
                  <c:v>02-12-2021</c:v>
                </c:pt>
                <c:pt idx="4684">
                  <c:v>02-12-2021</c:v>
                </c:pt>
                <c:pt idx="4685">
                  <c:v>02-12-2021</c:v>
                </c:pt>
                <c:pt idx="4686">
                  <c:v>02-12-2021</c:v>
                </c:pt>
                <c:pt idx="4687">
                  <c:v>02-12-2021</c:v>
                </c:pt>
                <c:pt idx="4688">
                  <c:v>02-12-2021</c:v>
                </c:pt>
                <c:pt idx="4689">
                  <c:v>02-12-2021</c:v>
                </c:pt>
                <c:pt idx="4690">
                  <c:v>02-12-2021</c:v>
                </c:pt>
                <c:pt idx="4691">
                  <c:v>02-12-2021</c:v>
                </c:pt>
                <c:pt idx="4692">
                  <c:v>02-12-2021</c:v>
                </c:pt>
                <c:pt idx="4693">
                  <c:v>02-12-2021</c:v>
                </c:pt>
                <c:pt idx="4694">
                  <c:v>02-12-2021</c:v>
                </c:pt>
                <c:pt idx="4695">
                  <c:v>02-12-2021</c:v>
                </c:pt>
                <c:pt idx="4696">
                  <c:v>02-12-2021</c:v>
                </c:pt>
                <c:pt idx="4697">
                  <c:v>02-12-2021</c:v>
                </c:pt>
                <c:pt idx="4698">
                  <c:v>02-12-2021</c:v>
                </c:pt>
                <c:pt idx="4699">
                  <c:v>02-12-2021</c:v>
                </c:pt>
                <c:pt idx="4700">
                  <c:v>02-12-2021</c:v>
                </c:pt>
                <c:pt idx="4701">
                  <c:v>02-12-2021</c:v>
                </c:pt>
                <c:pt idx="4702">
                  <c:v>02-12-2021</c:v>
                </c:pt>
                <c:pt idx="4703">
                  <c:v>02-12-2021</c:v>
                </c:pt>
                <c:pt idx="4704">
                  <c:v>02-12-2021</c:v>
                </c:pt>
                <c:pt idx="4705">
                  <c:v>02-12-2021</c:v>
                </c:pt>
                <c:pt idx="4706">
                  <c:v>02-12-2021</c:v>
                </c:pt>
                <c:pt idx="4707">
                  <c:v>02-12-2021</c:v>
                </c:pt>
                <c:pt idx="4708">
                  <c:v>02-12-2021</c:v>
                </c:pt>
                <c:pt idx="4709">
                  <c:v>02-12-2021</c:v>
                </c:pt>
                <c:pt idx="4710">
                  <c:v>02-12-2021</c:v>
                </c:pt>
                <c:pt idx="4711">
                  <c:v>03-12-2021</c:v>
                </c:pt>
                <c:pt idx="4712">
                  <c:v>03-12-2021</c:v>
                </c:pt>
                <c:pt idx="4713">
                  <c:v>03-12-2021</c:v>
                </c:pt>
                <c:pt idx="4714">
                  <c:v>03-12-2021</c:v>
                </c:pt>
                <c:pt idx="4715">
                  <c:v>03-12-2021</c:v>
                </c:pt>
                <c:pt idx="4716">
                  <c:v>03-12-2021</c:v>
                </c:pt>
                <c:pt idx="4717">
                  <c:v>03-12-2021</c:v>
                </c:pt>
                <c:pt idx="4718">
                  <c:v>03-12-2021</c:v>
                </c:pt>
                <c:pt idx="4719">
                  <c:v>03-12-2021</c:v>
                </c:pt>
                <c:pt idx="4720">
                  <c:v>03-12-2021</c:v>
                </c:pt>
                <c:pt idx="4721">
                  <c:v>03-12-2021</c:v>
                </c:pt>
                <c:pt idx="4722">
                  <c:v>03-12-2021</c:v>
                </c:pt>
                <c:pt idx="4723">
                  <c:v>03-12-2021</c:v>
                </c:pt>
                <c:pt idx="4724">
                  <c:v>03-12-2021</c:v>
                </c:pt>
                <c:pt idx="4725">
                  <c:v>03-12-2021</c:v>
                </c:pt>
                <c:pt idx="4726">
                  <c:v>03-12-2021</c:v>
                </c:pt>
                <c:pt idx="4727">
                  <c:v>03-12-2021</c:v>
                </c:pt>
                <c:pt idx="4728">
                  <c:v>03-12-2021</c:v>
                </c:pt>
                <c:pt idx="4729">
                  <c:v>03-12-2021</c:v>
                </c:pt>
                <c:pt idx="4730">
                  <c:v>03-12-2021</c:v>
                </c:pt>
                <c:pt idx="4731">
                  <c:v>03-12-2021</c:v>
                </c:pt>
                <c:pt idx="4732">
                  <c:v>03-12-2021</c:v>
                </c:pt>
                <c:pt idx="4733">
                  <c:v>03-12-2021</c:v>
                </c:pt>
                <c:pt idx="4734">
                  <c:v>03-12-2021</c:v>
                </c:pt>
                <c:pt idx="4735">
                  <c:v>03-12-2021</c:v>
                </c:pt>
                <c:pt idx="4736">
                  <c:v>03-12-2021</c:v>
                </c:pt>
                <c:pt idx="4737">
                  <c:v>03-12-2021</c:v>
                </c:pt>
                <c:pt idx="4738">
                  <c:v>03-12-2021</c:v>
                </c:pt>
                <c:pt idx="4739">
                  <c:v>03-12-2021</c:v>
                </c:pt>
                <c:pt idx="4740">
                  <c:v>03-12-2021</c:v>
                </c:pt>
                <c:pt idx="4741">
                  <c:v>03-12-2021</c:v>
                </c:pt>
                <c:pt idx="4742">
                  <c:v>03-12-2021</c:v>
                </c:pt>
                <c:pt idx="4743">
                  <c:v>03-12-2021</c:v>
                </c:pt>
                <c:pt idx="4744">
                  <c:v>03-12-2021</c:v>
                </c:pt>
                <c:pt idx="4745">
                  <c:v>03-12-2021</c:v>
                </c:pt>
                <c:pt idx="4746">
                  <c:v>03-12-2021</c:v>
                </c:pt>
                <c:pt idx="4747">
                  <c:v>03-12-2021</c:v>
                </c:pt>
                <c:pt idx="4748">
                  <c:v>03-12-2021</c:v>
                </c:pt>
                <c:pt idx="4749">
                  <c:v>03-12-2021</c:v>
                </c:pt>
                <c:pt idx="4750">
                  <c:v>03-12-2021</c:v>
                </c:pt>
                <c:pt idx="4751">
                  <c:v>03-12-2021</c:v>
                </c:pt>
                <c:pt idx="4752">
                  <c:v>03-12-2021</c:v>
                </c:pt>
                <c:pt idx="4753">
                  <c:v>03-12-2021</c:v>
                </c:pt>
                <c:pt idx="4754">
                  <c:v>03-12-2021</c:v>
                </c:pt>
                <c:pt idx="4755">
                  <c:v>03-12-2021</c:v>
                </c:pt>
                <c:pt idx="4756">
                  <c:v>03-12-2021</c:v>
                </c:pt>
                <c:pt idx="4757">
                  <c:v>03-12-2021</c:v>
                </c:pt>
                <c:pt idx="4758">
                  <c:v>03-12-2021</c:v>
                </c:pt>
                <c:pt idx="4759">
                  <c:v>03-12-2021</c:v>
                </c:pt>
                <c:pt idx="4760">
                  <c:v>03-12-2021</c:v>
                </c:pt>
                <c:pt idx="4761">
                  <c:v>04-12-2021</c:v>
                </c:pt>
                <c:pt idx="4762">
                  <c:v>04-12-2021</c:v>
                </c:pt>
                <c:pt idx="4763">
                  <c:v>04-12-2021</c:v>
                </c:pt>
                <c:pt idx="4764">
                  <c:v>04-12-2021</c:v>
                </c:pt>
                <c:pt idx="4765">
                  <c:v>04-12-2021</c:v>
                </c:pt>
                <c:pt idx="4766">
                  <c:v>04-12-2021</c:v>
                </c:pt>
                <c:pt idx="4767">
                  <c:v>04-12-2021</c:v>
                </c:pt>
                <c:pt idx="4768">
                  <c:v>04-12-2021</c:v>
                </c:pt>
                <c:pt idx="4769">
                  <c:v>04-12-2021</c:v>
                </c:pt>
                <c:pt idx="4770">
                  <c:v>04-12-2021</c:v>
                </c:pt>
                <c:pt idx="4771">
                  <c:v>04-12-2021</c:v>
                </c:pt>
                <c:pt idx="4772">
                  <c:v>04-12-2021</c:v>
                </c:pt>
                <c:pt idx="4773">
                  <c:v>04-12-2021</c:v>
                </c:pt>
                <c:pt idx="4774">
                  <c:v>04-12-2021</c:v>
                </c:pt>
                <c:pt idx="4775">
                  <c:v>04-12-2021</c:v>
                </c:pt>
                <c:pt idx="4776">
                  <c:v>04-12-2021</c:v>
                </c:pt>
                <c:pt idx="4777">
                  <c:v>04-12-2021</c:v>
                </c:pt>
                <c:pt idx="4778">
                  <c:v>04-12-2021</c:v>
                </c:pt>
                <c:pt idx="4779">
                  <c:v>04-12-2021</c:v>
                </c:pt>
                <c:pt idx="4780">
                  <c:v>04-12-2021</c:v>
                </c:pt>
                <c:pt idx="4781">
                  <c:v>04-12-2021</c:v>
                </c:pt>
                <c:pt idx="4782">
                  <c:v>04-12-2021</c:v>
                </c:pt>
                <c:pt idx="4783">
                  <c:v>04-12-2021</c:v>
                </c:pt>
                <c:pt idx="4784">
                  <c:v>04-12-2021</c:v>
                </c:pt>
                <c:pt idx="4785">
                  <c:v>04-12-2021</c:v>
                </c:pt>
                <c:pt idx="4786">
                  <c:v>04-12-2021</c:v>
                </c:pt>
                <c:pt idx="4787">
                  <c:v>04-12-2021</c:v>
                </c:pt>
                <c:pt idx="4788">
                  <c:v>04-12-2021</c:v>
                </c:pt>
                <c:pt idx="4789">
                  <c:v>04-12-2021</c:v>
                </c:pt>
                <c:pt idx="4790">
                  <c:v>04-12-2021</c:v>
                </c:pt>
                <c:pt idx="4791">
                  <c:v>04-12-2021</c:v>
                </c:pt>
                <c:pt idx="4792">
                  <c:v>04-12-2021</c:v>
                </c:pt>
                <c:pt idx="4793">
                  <c:v>04-12-2021</c:v>
                </c:pt>
                <c:pt idx="4794">
                  <c:v>04-12-2021</c:v>
                </c:pt>
                <c:pt idx="4795">
                  <c:v>04-12-2021</c:v>
                </c:pt>
                <c:pt idx="4796">
                  <c:v>04-12-2021</c:v>
                </c:pt>
                <c:pt idx="4797">
                  <c:v>04-12-2021</c:v>
                </c:pt>
                <c:pt idx="4798">
                  <c:v>04-12-2021</c:v>
                </c:pt>
                <c:pt idx="4799">
                  <c:v>04-12-2021</c:v>
                </c:pt>
                <c:pt idx="4800">
                  <c:v>04-12-2021</c:v>
                </c:pt>
                <c:pt idx="4801">
                  <c:v>04-12-2021</c:v>
                </c:pt>
                <c:pt idx="4802">
                  <c:v>04-12-2021</c:v>
                </c:pt>
                <c:pt idx="4803">
                  <c:v>04-12-2021</c:v>
                </c:pt>
                <c:pt idx="4804">
                  <c:v>04-12-2021</c:v>
                </c:pt>
                <c:pt idx="4805">
                  <c:v>04-12-2021</c:v>
                </c:pt>
                <c:pt idx="4806">
                  <c:v>04-12-2021</c:v>
                </c:pt>
                <c:pt idx="4807">
                  <c:v>04-12-2021</c:v>
                </c:pt>
                <c:pt idx="4808">
                  <c:v>04-12-2021</c:v>
                </c:pt>
                <c:pt idx="4809">
                  <c:v>04-12-2021</c:v>
                </c:pt>
                <c:pt idx="4810">
                  <c:v>04-12-2021</c:v>
                </c:pt>
                <c:pt idx="4811">
                  <c:v>05-12-2021</c:v>
                </c:pt>
                <c:pt idx="4812">
                  <c:v>05-12-2021</c:v>
                </c:pt>
                <c:pt idx="4813">
                  <c:v>05-12-2021</c:v>
                </c:pt>
                <c:pt idx="4814">
                  <c:v>05-12-2021</c:v>
                </c:pt>
                <c:pt idx="4815">
                  <c:v>05-12-2021</c:v>
                </c:pt>
                <c:pt idx="4816">
                  <c:v>05-12-2021</c:v>
                </c:pt>
                <c:pt idx="4817">
                  <c:v>05-12-2021</c:v>
                </c:pt>
                <c:pt idx="4818">
                  <c:v>05-12-2021</c:v>
                </c:pt>
                <c:pt idx="4819">
                  <c:v>05-12-2021</c:v>
                </c:pt>
                <c:pt idx="4820">
                  <c:v>05-12-2021</c:v>
                </c:pt>
                <c:pt idx="4821">
                  <c:v>05-12-2021</c:v>
                </c:pt>
                <c:pt idx="4822">
                  <c:v>05-12-2021</c:v>
                </c:pt>
                <c:pt idx="4823">
                  <c:v>05-12-2021</c:v>
                </c:pt>
                <c:pt idx="4824">
                  <c:v>05-12-2021</c:v>
                </c:pt>
                <c:pt idx="4825">
                  <c:v>05-12-2021</c:v>
                </c:pt>
                <c:pt idx="4826">
                  <c:v>05-12-2021</c:v>
                </c:pt>
                <c:pt idx="4827">
                  <c:v>05-12-2021</c:v>
                </c:pt>
                <c:pt idx="4828">
                  <c:v>05-12-2021</c:v>
                </c:pt>
                <c:pt idx="4829">
                  <c:v>05-12-2021</c:v>
                </c:pt>
                <c:pt idx="4830">
                  <c:v>05-12-2021</c:v>
                </c:pt>
                <c:pt idx="4831">
                  <c:v>05-12-2021</c:v>
                </c:pt>
                <c:pt idx="4832">
                  <c:v>05-12-2021</c:v>
                </c:pt>
                <c:pt idx="4833">
                  <c:v>05-12-2021</c:v>
                </c:pt>
                <c:pt idx="4834">
                  <c:v>05-12-2021</c:v>
                </c:pt>
                <c:pt idx="4835">
                  <c:v>05-12-2021</c:v>
                </c:pt>
                <c:pt idx="4836">
                  <c:v>05-12-2021</c:v>
                </c:pt>
                <c:pt idx="4837">
                  <c:v>05-12-2021</c:v>
                </c:pt>
                <c:pt idx="4838">
                  <c:v>05-12-2021</c:v>
                </c:pt>
                <c:pt idx="4839">
                  <c:v>05-12-2021</c:v>
                </c:pt>
                <c:pt idx="4840">
                  <c:v>05-12-2021</c:v>
                </c:pt>
                <c:pt idx="4841">
                  <c:v>05-12-2021</c:v>
                </c:pt>
                <c:pt idx="4842">
                  <c:v>05-12-2021</c:v>
                </c:pt>
                <c:pt idx="4843">
                  <c:v>05-12-2021</c:v>
                </c:pt>
                <c:pt idx="4844">
                  <c:v>05-12-2021</c:v>
                </c:pt>
                <c:pt idx="4845">
                  <c:v>05-12-2021</c:v>
                </c:pt>
                <c:pt idx="4846">
                  <c:v>05-12-2021</c:v>
                </c:pt>
                <c:pt idx="4847">
                  <c:v>05-12-2021</c:v>
                </c:pt>
                <c:pt idx="4848">
                  <c:v>05-12-2021</c:v>
                </c:pt>
                <c:pt idx="4849">
                  <c:v>05-12-2021</c:v>
                </c:pt>
                <c:pt idx="4850">
                  <c:v>05-12-2021</c:v>
                </c:pt>
                <c:pt idx="4851">
                  <c:v>05-12-2021</c:v>
                </c:pt>
                <c:pt idx="4852">
                  <c:v>05-12-2021</c:v>
                </c:pt>
                <c:pt idx="4853">
                  <c:v>05-12-2021</c:v>
                </c:pt>
                <c:pt idx="4854">
                  <c:v>05-12-2021</c:v>
                </c:pt>
                <c:pt idx="4855">
                  <c:v>05-12-2021</c:v>
                </c:pt>
                <c:pt idx="4856">
                  <c:v>05-12-2021</c:v>
                </c:pt>
                <c:pt idx="4857">
                  <c:v>05-12-2021</c:v>
                </c:pt>
                <c:pt idx="4858">
                  <c:v>05-12-2021</c:v>
                </c:pt>
                <c:pt idx="4859">
                  <c:v>05-12-2021</c:v>
                </c:pt>
                <c:pt idx="4860">
                  <c:v>05-12-2021</c:v>
                </c:pt>
                <c:pt idx="4861">
                  <c:v>06-12-2021</c:v>
                </c:pt>
                <c:pt idx="4862">
                  <c:v>06-12-2021</c:v>
                </c:pt>
                <c:pt idx="4863">
                  <c:v>06-12-2021</c:v>
                </c:pt>
                <c:pt idx="4864">
                  <c:v>06-12-2021</c:v>
                </c:pt>
                <c:pt idx="4865">
                  <c:v>06-12-2021</c:v>
                </c:pt>
                <c:pt idx="4866">
                  <c:v>06-12-2021</c:v>
                </c:pt>
                <c:pt idx="4867">
                  <c:v>06-12-2021</c:v>
                </c:pt>
                <c:pt idx="4868">
                  <c:v>06-12-2021</c:v>
                </c:pt>
                <c:pt idx="4869">
                  <c:v>06-12-2021</c:v>
                </c:pt>
                <c:pt idx="4870">
                  <c:v>06-12-2021</c:v>
                </c:pt>
                <c:pt idx="4871">
                  <c:v>06-12-2021</c:v>
                </c:pt>
                <c:pt idx="4872">
                  <c:v>06-12-2021</c:v>
                </c:pt>
                <c:pt idx="4873">
                  <c:v>06-12-2021</c:v>
                </c:pt>
                <c:pt idx="4874">
                  <c:v>06-12-2021</c:v>
                </c:pt>
                <c:pt idx="4875">
                  <c:v>06-12-2021</c:v>
                </c:pt>
                <c:pt idx="4876">
                  <c:v>06-12-2021</c:v>
                </c:pt>
                <c:pt idx="4877">
                  <c:v>06-12-2021</c:v>
                </c:pt>
                <c:pt idx="4878">
                  <c:v>06-12-2021</c:v>
                </c:pt>
                <c:pt idx="4879">
                  <c:v>06-12-2021</c:v>
                </c:pt>
                <c:pt idx="4880">
                  <c:v>06-12-2021</c:v>
                </c:pt>
                <c:pt idx="4881">
                  <c:v>06-12-2021</c:v>
                </c:pt>
                <c:pt idx="4882">
                  <c:v>06-12-2021</c:v>
                </c:pt>
                <c:pt idx="4883">
                  <c:v>06-12-2021</c:v>
                </c:pt>
                <c:pt idx="4884">
                  <c:v>06-12-2021</c:v>
                </c:pt>
                <c:pt idx="4885">
                  <c:v>06-12-2021</c:v>
                </c:pt>
                <c:pt idx="4886">
                  <c:v>06-12-2021</c:v>
                </c:pt>
                <c:pt idx="4887">
                  <c:v>06-12-2021</c:v>
                </c:pt>
                <c:pt idx="4888">
                  <c:v>06-12-2021</c:v>
                </c:pt>
                <c:pt idx="4889">
                  <c:v>06-12-2021</c:v>
                </c:pt>
                <c:pt idx="4890">
                  <c:v>06-12-2021</c:v>
                </c:pt>
                <c:pt idx="4891">
                  <c:v>06-12-2021</c:v>
                </c:pt>
                <c:pt idx="4892">
                  <c:v>06-12-2021</c:v>
                </c:pt>
                <c:pt idx="4893">
                  <c:v>06-12-2021</c:v>
                </c:pt>
                <c:pt idx="4894">
                  <c:v>06-12-2021</c:v>
                </c:pt>
                <c:pt idx="4895">
                  <c:v>06-12-2021</c:v>
                </c:pt>
                <c:pt idx="4896">
                  <c:v>06-12-2021</c:v>
                </c:pt>
                <c:pt idx="4897">
                  <c:v>06-12-2021</c:v>
                </c:pt>
                <c:pt idx="4898">
                  <c:v>06-12-2021</c:v>
                </c:pt>
                <c:pt idx="4899">
                  <c:v>06-12-2021</c:v>
                </c:pt>
                <c:pt idx="4900">
                  <c:v>06-12-2021</c:v>
                </c:pt>
                <c:pt idx="4901">
                  <c:v>06-12-2021</c:v>
                </c:pt>
                <c:pt idx="4902">
                  <c:v>06-12-2021</c:v>
                </c:pt>
                <c:pt idx="4903">
                  <c:v>06-12-2021</c:v>
                </c:pt>
                <c:pt idx="4904">
                  <c:v>06-12-2021</c:v>
                </c:pt>
                <c:pt idx="4905">
                  <c:v>06-12-2021</c:v>
                </c:pt>
                <c:pt idx="4906">
                  <c:v>06-12-2021</c:v>
                </c:pt>
                <c:pt idx="4907">
                  <c:v>06-12-2021</c:v>
                </c:pt>
                <c:pt idx="4908">
                  <c:v>06-12-2021</c:v>
                </c:pt>
                <c:pt idx="4909">
                  <c:v>06-12-2021</c:v>
                </c:pt>
                <c:pt idx="4910">
                  <c:v>06-12-2021</c:v>
                </c:pt>
                <c:pt idx="4911">
                  <c:v>07-12-2021</c:v>
                </c:pt>
                <c:pt idx="4912">
                  <c:v>07-12-2021</c:v>
                </c:pt>
                <c:pt idx="4913">
                  <c:v>07-12-2021</c:v>
                </c:pt>
                <c:pt idx="4914">
                  <c:v>07-12-2021</c:v>
                </c:pt>
                <c:pt idx="4915">
                  <c:v>07-12-2021</c:v>
                </c:pt>
                <c:pt idx="4916">
                  <c:v>07-12-2021</c:v>
                </c:pt>
                <c:pt idx="4917">
                  <c:v>07-12-2021</c:v>
                </c:pt>
                <c:pt idx="4918">
                  <c:v>07-12-2021</c:v>
                </c:pt>
                <c:pt idx="4919">
                  <c:v>07-12-2021</c:v>
                </c:pt>
                <c:pt idx="4920">
                  <c:v>07-12-2021</c:v>
                </c:pt>
                <c:pt idx="4921">
                  <c:v>07-12-2021</c:v>
                </c:pt>
                <c:pt idx="4922">
                  <c:v>07-12-2021</c:v>
                </c:pt>
                <c:pt idx="4923">
                  <c:v>07-12-2021</c:v>
                </c:pt>
                <c:pt idx="4924">
                  <c:v>07-12-2021</c:v>
                </c:pt>
                <c:pt idx="4925">
                  <c:v>07-12-2021</c:v>
                </c:pt>
                <c:pt idx="4926">
                  <c:v>07-12-2021</c:v>
                </c:pt>
                <c:pt idx="4927">
                  <c:v>07-12-2021</c:v>
                </c:pt>
                <c:pt idx="4928">
                  <c:v>07-12-2021</c:v>
                </c:pt>
                <c:pt idx="4929">
                  <c:v>07-12-2021</c:v>
                </c:pt>
                <c:pt idx="4930">
                  <c:v>07-12-2021</c:v>
                </c:pt>
                <c:pt idx="4931">
                  <c:v>07-12-2021</c:v>
                </c:pt>
                <c:pt idx="4932">
                  <c:v>07-12-2021</c:v>
                </c:pt>
                <c:pt idx="4933">
                  <c:v>07-12-2021</c:v>
                </c:pt>
                <c:pt idx="4934">
                  <c:v>07-12-2021</c:v>
                </c:pt>
                <c:pt idx="4935">
                  <c:v>07-12-2021</c:v>
                </c:pt>
                <c:pt idx="4936">
                  <c:v>07-12-2021</c:v>
                </c:pt>
                <c:pt idx="4937">
                  <c:v>07-12-2021</c:v>
                </c:pt>
                <c:pt idx="4938">
                  <c:v>07-12-2021</c:v>
                </c:pt>
                <c:pt idx="4939">
                  <c:v>07-12-2021</c:v>
                </c:pt>
                <c:pt idx="4940">
                  <c:v>07-12-2021</c:v>
                </c:pt>
                <c:pt idx="4941">
                  <c:v>07-12-2021</c:v>
                </c:pt>
                <c:pt idx="4942">
                  <c:v>07-12-2021</c:v>
                </c:pt>
                <c:pt idx="4943">
                  <c:v>07-12-2021</c:v>
                </c:pt>
                <c:pt idx="4944">
                  <c:v>07-12-2021</c:v>
                </c:pt>
                <c:pt idx="4945">
                  <c:v>07-12-2021</c:v>
                </c:pt>
                <c:pt idx="4946">
                  <c:v>07-12-2021</c:v>
                </c:pt>
                <c:pt idx="4947">
                  <c:v>07-12-2021</c:v>
                </c:pt>
                <c:pt idx="4948">
                  <c:v>07-12-2021</c:v>
                </c:pt>
                <c:pt idx="4949">
                  <c:v>07-12-2021</c:v>
                </c:pt>
                <c:pt idx="4950">
                  <c:v>07-12-2021</c:v>
                </c:pt>
                <c:pt idx="4951">
                  <c:v>07-12-2021</c:v>
                </c:pt>
                <c:pt idx="4952">
                  <c:v>07-12-2021</c:v>
                </c:pt>
                <c:pt idx="4953">
                  <c:v>07-12-2021</c:v>
                </c:pt>
                <c:pt idx="4954">
                  <c:v>07-12-2021</c:v>
                </c:pt>
                <c:pt idx="4955">
                  <c:v>07-12-2021</c:v>
                </c:pt>
                <c:pt idx="4956">
                  <c:v>07-12-2021</c:v>
                </c:pt>
                <c:pt idx="4957">
                  <c:v>07-12-2021</c:v>
                </c:pt>
                <c:pt idx="4958">
                  <c:v>07-12-2021</c:v>
                </c:pt>
                <c:pt idx="4959">
                  <c:v>07-12-2021</c:v>
                </c:pt>
                <c:pt idx="4960">
                  <c:v>07-12-2021</c:v>
                </c:pt>
                <c:pt idx="4961">
                  <c:v>08-12-2021</c:v>
                </c:pt>
                <c:pt idx="4962">
                  <c:v>08-12-2021</c:v>
                </c:pt>
                <c:pt idx="4963">
                  <c:v>08-12-2021</c:v>
                </c:pt>
                <c:pt idx="4964">
                  <c:v>08-12-2021</c:v>
                </c:pt>
                <c:pt idx="4965">
                  <c:v>08-12-2021</c:v>
                </c:pt>
                <c:pt idx="4966">
                  <c:v>08-12-2021</c:v>
                </c:pt>
                <c:pt idx="4967">
                  <c:v>08-12-2021</c:v>
                </c:pt>
                <c:pt idx="4968">
                  <c:v>08-12-2021</c:v>
                </c:pt>
                <c:pt idx="4969">
                  <c:v>08-12-2021</c:v>
                </c:pt>
                <c:pt idx="4970">
                  <c:v>08-12-2021</c:v>
                </c:pt>
                <c:pt idx="4971">
                  <c:v>08-12-2021</c:v>
                </c:pt>
                <c:pt idx="4972">
                  <c:v>08-12-2021</c:v>
                </c:pt>
                <c:pt idx="4973">
                  <c:v>08-12-2021</c:v>
                </c:pt>
                <c:pt idx="4974">
                  <c:v>08-12-2021</c:v>
                </c:pt>
                <c:pt idx="4975">
                  <c:v>08-12-2021</c:v>
                </c:pt>
                <c:pt idx="4976">
                  <c:v>08-12-2021</c:v>
                </c:pt>
                <c:pt idx="4977">
                  <c:v>08-12-2021</c:v>
                </c:pt>
                <c:pt idx="4978">
                  <c:v>08-12-2021</c:v>
                </c:pt>
                <c:pt idx="4979">
                  <c:v>08-12-2021</c:v>
                </c:pt>
                <c:pt idx="4980">
                  <c:v>08-12-2021</c:v>
                </c:pt>
                <c:pt idx="4981">
                  <c:v>08-12-2021</c:v>
                </c:pt>
                <c:pt idx="4982">
                  <c:v>08-12-2021</c:v>
                </c:pt>
                <c:pt idx="4983">
                  <c:v>08-12-2021</c:v>
                </c:pt>
                <c:pt idx="4984">
                  <c:v>08-12-2021</c:v>
                </c:pt>
                <c:pt idx="4985">
                  <c:v>08-12-2021</c:v>
                </c:pt>
                <c:pt idx="4986">
                  <c:v>08-12-2021</c:v>
                </c:pt>
                <c:pt idx="4987">
                  <c:v>08-12-2021</c:v>
                </c:pt>
                <c:pt idx="4988">
                  <c:v>08-12-2021</c:v>
                </c:pt>
                <c:pt idx="4989">
                  <c:v>08-12-2021</c:v>
                </c:pt>
                <c:pt idx="4990">
                  <c:v>08-12-2021</c:v>
                </c:pt>
                <c:pt idx="4991">
                  <c:v>08-12-2021</c:v>
                </c:pt>
                <c:pt idx="4992">
                  <c:v>08-12-2021</c:v>
                </c:pt>
                <c:pt idx="4993">
                  <c:v>08-12-2021</c:v>
                </c:pt>
                <c:pt idx="4994">
                  <c:v>08-12-2021</c:v>
                </c:pt>
                <c:pt idx="4995">
                  <c:v>08-12-2021</c:v>
                </c:pt>
                <c:pt idx="4996">
                  <c:v>08-12-2021</c:v>
                </c:pt>
                <c:pt idx="4997">
                  <c:v>08-12-2021</c:v>
                </c:pt>
                <c:pt idx="4998">
                  <c:v>08-12-2021</c:v>
                </c:pt>
                <c:pt idx="4999">
                  <c:v>08-12-2021</c:v>
                </c:pt>
                <c:pt idx="5000">
                  <c:v>08-12-2021</c:v>
                </c:pt>
                <c:pt idx="5001">
                  <c:v>08-12-2021</c:v>
                </c:pt>
                <c:pt idx="5002">
                  <c:v>08-12-2021</c:v>
                </c:pt>
                <c:pt idx="5003">
                  <c:v>08-12-2021</c:v>
                </c:pt>
                <c:pt idx="5004">
                  <c:v>08-12-2021</c:v>
                </c:pt>
                <c:pt idx="5005">
                  <c:v>08-12-2021</c:v>
                </c:pt>
                <c:pt idx="5006">
                  <c:v>08-12-2021</c:v>
                </c:pt>
                <c:pt idx="5007">
                  <c:v>08-12-2021</c:v>
                </c:pt>
                <c:pt idx="5008">
                  <c:v>08-12-2021</c:v>
                </c:pt>
                <c:pt idx="5009">
                  <c:v>08-12-2021</c:v>
                </c:pt>
                <c:pt idx="5010">
                  <c:v>08-12-2021</c:v>
                </c:pt>
                <c:pt idx="5011">
                  <c:v>09-12-2021</c:v>
                </c:pt>
                <c:pt idx="5012">
                  <c:v>09-12-2021</c:v>
                </c:pt>
                <c:pt idx="5013">
                  <c:v>09-12-2021</c:v>
                </c:pt>
                <c:pt idx="5014">
                  <c:v>09-12-2021</c:v>
                </c:pt>
                <c:pt idx="5015">
                  <c:v>09-12-2021</c:v>
                </c:pt>
                <c:pt idx="5016">
                  <c:v>09-12-2021</c:v>
                </c:pt>
                <c:pt idx="5017">
                  <c:v>09-12-2021</c:v>
                </c:pt>
                <c:pt idx="5018">
                  <c:v>09-12-2021</c:v>
                </c:pt>
                <c:pt idx="5019">
                  <c:v>09-12-2021</c:v>
                </c:pt>
                <c:pt idx="5020">
                  <c:v>09-12-2021</c:v>
                </c:pt>
                <c:pt idx="5021">
                  <c:v>09-12-2021</c:v>
                </c:pt>
                <c:pt idx="5022">
                  <c:v>09-12-2021</c:v>
                </c:pt>
                <c:pt idx="5023">
                  <c:v>09-12-2021</c:v>
                </c:pt>
                <c:pt idx="5024">
                  <c:v>09-12-2021</c:v>
                </c:pt>
                <c:pt idx="5025">
                  <c:v>09-12-2021</c:v>
                </c:pt>
                <c:pt idx="5026">
                  <c:v>09-12-2021</c:v>
                </c:pt>
                <c:pt idx="5027">
                  <c:v>09-12-2021</c:v>
                </c:pt>
                <c:pt idx="5028">
                  <c:v>09-12-2021</c:v>
                </c:pt>
                <c:pt idx="5029">
                  <c:v>09-12-2021</c:v>
                </c:pt>
                <c:pt idx="5030">
                  <c:v>09-12-2021</c:v>
                </c:pt>
                <c:pt idx="5031">
                  <c:v>09-12-2021</c:v>
                </c:pt>
                <c:pt idx="5032">
                  <c:v>09-12-2021</c:v>
                </c:pt>
                <c:pt idx="5033">
                  <c:v>09-12-2021</c:v>
                </c:pt>
                <c:pt idx="5034">
                  <c:v>09-12-2021</c:v>
                </c:pt>
                <c:pt idx="5035">
                  <c:v>09-12-2021</c:v>
                </c:pt>
                <c:pt idx="5036">
                  <c:v>09-12-2021</c:v>
                </c:pt>
                <c:pt idx="5037">
                  <c:v>09-12-2021</c:v>
                </c:pt>
                <c:pt idx="5038">
                  <c:v>09-12-2021</c:v>
                </c:pt>
                <c:pt idx="5039">
                  <c:v>09-12-2021</c:v>
                </c:pt>
                <c:pt idx="5040">
                  <c:v>09-12-2021</c:v>
                </c:pt>
                <c:pt idx="5041">
                  <c:v>09-12-2021</c:v>
                </c:pt>
                <c:pt idx="5042">
                  <c:v>09-12-2021</c:v>
                </c:pt>
                <c:pt idx="5043">
                  <c:v>09-12-2021</c:v>
                </c:pt>
                <c:pt idx="5044">
                  <c:v>09-12-2021</c:v>
                </c:pt>
                <c:pt idx="5045">
                  <c:v>09-12-2021</c:v>
                </c:pt>
                <c:pt idx="5046">
                  <c:v>09-12-2021</c:v>
                </c:pt>
                <c:pt idx="5047">
                  <c:v>09-12-2021</c:v>
                </c:pt>
                <c:pt idx="5048">
                  <c:v>09-12-2021</c:v>
                </c:pt>
                <c:pt idx="5049">
                  <c:v>09-12-2021</c:v>
                </c:pt>
                <c:pt idx="5050">
                  <c:v>09-12-2021</c:v>
                </c:pt>
                <c:pt idx="5051">
                  <c:v>09-12-2021</c:v>
                </c:pt>
                <c:pt idx="5052">
                  <c:v>09-12-2021</c:v>
                </c:pt>
                <c:pt idx="5053">
                  <c:v>09-12-2021</c:v>
                </c:pt>
                <c:pt idx="5054">
                  <c:v>09-12-2021</c:v>
                </c:pt>
                <c:pt idx="5055">
                  <c:v>09-12-2021</c:v>
                </c:pt>
                <c:pt idx="5056">
                  <c:v>09-12-2021</c:v>
                </c:pt>
                <c:pt idx="5057">
                  <c:v>09-12-2021</c:v>
                </c:pt>
                <c:pt idx="5058">
                  <c:v>09-12-2021</c:v>
                </c:pt>
                <c:pt idx="5059">
                  <c:v>09-12-2021</c:v>
                </c:pt>
                <c:pt idx="5060">
                  <c:v>09-12-2021</c:v>
                </c:pt>
                <c:pt idx="5061">
                  <c:v>09-12-2021</c:v>
                </c:pt>
                <c:pt idx="5062">
                  <c:v>10-12-2021</c:v>
                </c:pt>
                <c:pt idx="5063">
                  <c:v>10-12-2021</c:v>
                </c:pt>
                <c:pt idx="5064">
                  <c:v>10-12-2021</c:v>
                </c:pt>
                <c:pt idx="5065">
                  <c:v>10-12-2021</c:v>
                </c:pt>
                <c:pt idx="5066">
                  <c:v>10-12-2021</c:v>
                </c:pt>
                <c:pt idx="5067">
                  <c:v>10-12-2021</c:v>
                </c:pt>
                <c:pt idx="5068">
                  <c:v>10-12-2021</c:v>
                </c:pt>
                <c:pt idx="5069">
                  <c:v>10-12-2021</c:v>
                </c:pt>
                <c:pt idx="5070">
                  <c:v>10-12-2021</c:v>
                </c:pt>
                <c:pt idx="5071">
                  <c:v>10-12-2021</c:v>
                </c:pt>
                <c:pt idx="5072">
                  <c:v>10-12-2021</c:v>
                </c:pt>
                <c:pt idx="5073">
                  <c:v>10-12-2021</c:v>
                </c:pt>
                <c:pt idx="5074">
                  <c:v>10-12-2021</c:v>
                </c:pt>
                <c:pt idx="5075">
                  <c:v>10-12-2021</c:v>
                </c:pt>
                <c:pt idx="5076">
                  <c:v>10-12-2021</c:v>
                </c:pt>
                <c:pt idx="5077">
                  <c:v>10-12-2021</c:v>
                </c:pt>
                <c:pt idx="5078">
                  <c:v>10-12-2021</c:v>
                </c:pt>
                <c:pt idx="5079">
                  <c:v>10-12-2021</c:v>
                </c:pt>
                <c:pt idx="5080">
                  <c:v>10-12-2021</c:v>
                </c:pt>
                <c:pt idx="5081">
                  <c:v>10-12-2021</c:v>
                </c:pt>
                <c:pt idx="5082">
                  <c:v>10-12-2021</c:v>
                </c:pt>
                <c:pt idx="5083">
                  <c:v>10-12-2021</c:v>
                </c:pt>
                <c:pt idx="5084">
                  <c:v>10-12-2021</c:v>
                </c:pt>
                <c:pt idx="5085">
                  <c:v>10-12-2021</c:v>
                </c:pt>
                <c:pt idx="5086">
                  <c:v>10-12-2021</c:v>
                </c:pt>
                <c:pt idx="5087">
                  <c:v>10-12-2021</c:v>
                </c:pt>
                <c:pt idx="5088">
                  <c:v>10-12-2021</c:v>
                </c:pt>
                <c:pt idx="5089">
                  <c:v>10-12-2021</c:v>
                </c:pt>
                <c:pt idx="5090">
                  <c:v>10-12-2021</c:v>
                </c:pt>
                <c:pt idx="5091">
                  <c:v>10-12-2021</c:v>
                </c:pt>
                <c:pt idx="5092">
                  <c:v>10-12-2021</c:v>
                </c:pt>
                <c:pt idx="5093">
                  <c:v>10-12-2021</c:v>
                </c:pt>
                <c:pt idx="5094">
                  <c:v>10-12-2021</c:v>
                </c:pt>
                <c:pt idx="5095">
                  <c:v>10-12-2021</c:v>
                </c:pt>
                <c:pt idx="5096">
                  <c:v>10-12-2021</c:v>
                </c:pt>
                <c:pt idx="5097">
                  <c:v>10-12-2021</c:v>
                </c:pt>
                <c:pt idx="5098">
                  <c:v>10-12-2021</c:v>
                </c:pt>
                <c:pt idx="5099">
                  <c:v>10-12-2021</c:v>
                </c:pt>
                <c:pt idx="5100">
                  <c:v>10-12-2021</c:v>
                </c:pt>
                <c:pt idx="5101">
                  <c:v>10-12-2021</c:v>
                </c:pt>
                <c:pt idx="5102">
                  <c:v>10-12-2021</c:v>
                </c:pt>
                <c:pt idx="5103">
                  <c:v>10-12-2021</c:v>
                </c:pt>
                <c:pt idx="5104">
                  <c:v>10-12-2021</c:v>
                </c:pt>
                <c:pt idx="5105">
                  <c:v>10-12-2021</c:v>
                </c:pt>
                <c:pt idx="5106">
                  <c:v>10-12-2021</c:v>
                </c:pt>
                <c:pt idx="5107">
                  <c:v>10-12-2021</c:v>
                </c:pt>
                <c:pt idx="5108">
                  <c:v>10-12-2021</c:v>
                </c:pt>
                <c:pt idx="5109">
                  <c:v>10-12-2021</c:v>
                </c:pt>
                <c:pt idx="5110">
                  <c:v>10-12-2021</c:v>
                </c:pt>
                <c:pt idx="5111">
                  <c:v>10-12-2021</c:v>
                </c:pt>
                <c:pt idx="5112">
                  <c:v>11-12-2021</c:v>
                </c:pt>
                <c:pt idx="5113">
                  <c:v>11-12-2021</c:v>
                </c:pt>
                <c:pt idx="5114">
                  <c:v>11-12-2021</c:v>
                </c:pt>
                <c:pt idx="5115">
                  <c:v>11-12-2021</c:v>
                </c:pt>
                <c:pt idx="5116">
                  <c:v>11-12-2021</c:v>
                </c:pt>
                <c:pt idx="5117">
                  <c:v>11-12-2021</c:v>
                </c:pt>
                <c:pt idx="5118">
                  <c:v>11-12-2021</c:v>
                </c:pt>
                <c:pt idx="5119">
                  <c:v>11-12-2021</c:v>
                </c:pt>
                <c:pt idx="5120">
                  <c:v>11-12-2021</c:v>
                </c:pt>
                <c:pt idx="5121">
                  <c:v>11-12-2021</c:v>
                </c:pt>
                <c:pt idx="5122">
                  <c:v>11-12-2021</c:v>
                </c:pt>
                <c:pt idx="5123">
                  <c:v>11-12-2021</c:v>
                </c:pt>
                <c:pt idx="5124">
                  <c:v>11-12-2021</c:v>
                </c:pt>
                <c:pt idx="5125">
                  <c:v>11-12-2021</c:v>
                </c:pt>
                <c:pt idx="5126">
                  <c:v>11-12-2021</c:v>
                </c:pt>
                <c:pt idx="5127">
                  <c:v>11-12-2021</c:v>
                </c:pt>
                <c:pt idx="5128">
                  <c:v>11-12-2021</c:v>
                </c:pt>
                <c:pt idx="5129">
                  <c:v>11-12-2021</c:v>
                </c:pt>
                <c:pt idx="5130">
                  <c:v>11-12-2021</c:v>
                </c:pt>
                <c:pt idx="5131">
                  <c:v>11-12-2021</c:v>
                </c:pt>
                <c:pt idx="5132">
                  <c:v>11-12-2021</c:v>
                </c:pt>
                <c:pt idx="5133">
                  <c:v>11-12-2021</c:v>
                </c:pt>
                <c:pt idx="5134">
                  <c:v>11-12-2021</c:v>
                </c:pt>
                <c:pt idx="5135">
                  <c:v>11-12-2021</c:v>
                </c:pt>
                <c:pt idx="5136">
                  <c:v>11-12-2021</c:v>
                </c:pt>
                <c:pt idx="5137">
                  <c:v>11-12-2021</c:v>
                </c:pt>
                <c:pt idx="5138">
                  <c:v>11-12-2021</c:v>
                </c:pt>
                <c:pt idx="5139">
                  <c:v>11-12-2021</c:v>
                </c:pt>
                <c:pt idx="5140">
                  <c:v>11-12-2021</c:v>
                </c:pt>
                <c:pt idx="5141">
                  <c:v>11-12-2021</c:v>
                </c:pt>
                <c:pt idx="5142">
                  <c:v>11-12-2021</c:v>
                </c:pt>
                <c:pt idx="5143">
                  <c:v>11-12-2021</c:v>
                </c:pt>
                <c:pt idx="5144">
                  <c:v>11-12-2021</c:v>
                </c:pt>
                <c:pt idx="5145">
                  <c:v>11-12-2021</c:v>
                </c:pt>
                <c:pt idx="5146">
                  <c:v>11-12-2021</c:v>
                </c:pt>
                <c:pt idx="5147">
                  <c:v>11-12-2021</c:v>
                </c:pt>
                <c:pt idx="5148">
                  <c:v>11-12-2021</c:v>
                </c:pt>
                <c:pt idx="5149">
                  <c:v>11-12-2021</c:v>
                </c:pt>
                <c:pt idx="5150">
                  <c:v>11-12-2021</c:v>
                </c:pt>
                <c:pt idx="5151">
                  <c:v>11-12-2021</c:v>
                </c:pt>
                <c:pt idx="5152">
                  <c:v>11-12-2021</c:v>
                </c:pt>
                <c:pt idx="5153">
                  <c:v>11-12-2021</c:v>
                </c:pt>
                <c:pt idx="5154">
                  <c:v>11-12-2021</c:v>
                </c:pt>
                <c:pt idx="5155">
                  <c:v>11-12-2021</c:v>
                </c:pt>
                <c:pt idx="5156">
                  <c:v>11-12-2021</c:v>
                </c:pt>
                <c:pt idx="5157">
                  <c:v>11-12-2021</c:v>
                </c:pt>
                <c:pt idx="5158">
                  <c:v>11-12-2021</c:v>
                </c:pt>
                <c:pt idx="5159">
                  <c:v>11-12-2021</c:v>
                </c:pt>
                <c:pt idx="5160">
                  <c:v>11-12-2021</c:v>
                </c:pt>
                <c:pt idx="5161">
                  <c:v>11-12-2021</c:v>
                </c:pt>
                <c:pt idx="5162">
                  <c:v>12-12-2021</c:v>
                </c:pt>
                <c:pt idx="5163">
                  <c:v>12-12-2021</c:v>
                </c:pt>
                <c:pt idx="5164">
                  <c:v>12-12-2021</c:v>
                </c:pt>
                <c:pt idx="5165">
                  <c:v>12-12-2021</c:v>
                </c:pt>
                <c:pt idx="5166">
                  <c:v>12-12-2021</c:v>
                </c:pt>
                <c:pt idx="5167">
                  <c:v>12-12-2021</c:v>
                </c:pt>
                <c:pt idx="5168">
                  <c:v>12-12-2021</c:v>
                </c:pt>
                <c:pt idx="5169">
                  <c:v>12-12-2021</c:v>
                </c:pt>
                <c:pt idx="5170">
                  <c:v>12-12-2021</c:v>
                </c:pt>
                <c:pt idx="5171">
                  <c:v>12-12-2021</c:v>
                </c:pt>
                <c:pt idx="5172">
                  <c:v>12-12-2021</c:v>
                </c:pt>
                <c:pt idx="5173">
                  <c:v>12-12-2021</c:v>
                </c:pt>
                <c:pt idx="5174">
                  <c:v>12-12-2021</c:v>
                </c:pt>
                <c:pt idx="5175">
                  <c:v>12-12-2021</c:v>
                </c:pt>
                <c:pt idx="5176">
                  <c:v>12-12-2021</c:v>
                </c:pt>
                <c:pt idx="5177">
                  <c:v>12-12-2021</c:v>
                </c:pt>
                <c:pt idx="5178">
                  <c:v>12-12-2021</c:v>
                </c:pt>
                <c:pt idx="5179">
                  <c:v>12-12-2021</c:v>
                </c:pt>
                <c:pt idx="5180">
                  <c:v>12-12-2021</c:v>
                </c:pt>
                <c:pt idx="5181">
                  <c:v>12-12-2021</c:v>
                </c:pt>
                <c:pt idx="5182">
                  <c:v>12-12-2021</c:v>
                </c:pt>
                <c:pt idx="5183">
                  <c:v>12-12-2021</c:v>
                </c:pt>
                <c:pt idx="5184">
                  <c:v>12-12-2021</c:v>
                </c:pt>
                <c:pt idx="5185">
                  <c:v>12-12-2021</c:v>
                </c:pt>
                <c:pt idx="5186">
                  <c:v>12-12-2021</c:v>
                </c:pt>
                <c:pt idx="5187">
                  <c:v>12-12-2021</c:v>
                </c:pt>
                <c:pt idx="5188">
                  <c:v>12-12-2021</c:v>
                </c:pt>
                <c:pt idx="5189">
                  <c:v>12-12-2021</c:v>
                </c:pt>
                <c:pt idx="5190">
                  <c:v>12-12-2021</c:v>
                </c:pt>
                <c:pt idx="5191">
                  <c:v>12-12-2021</c:v>
                </c:pt>
                <c:pt idx="5192">
                  <c:v>12-12-2021</c:v>
                </c:pt>
                <c:pt idx="5193">
                  <c:v>12-12-2021</c:v>
                </c:pt>
                <c:pt idx="5194">
                  <c:v>12-12-2021</c:v>
                </c:pt>
                <c:pt idx="5195">
                  <c:v>12-12-2021</c:v>
                </c:pt>
                <c:pt idx="5196">
                  <c:v>12-12-2021</c:v>
                </c:pt>
                <c:pt idx="5197">
                  <c:v>12-12-2021</c:v>
                </c:pt>
                <c:pt idx="5198">
                  <c:v>12-12-2021</c:v>
                </c:pt>
                <c:pt idx="5199">
                  <c:v>12-12-2021</c:v>
                </c:pt>
                <c:pt idx="5200">
                  <c:v>12-12-2021</c:v>
                </c:pt>
                <c:pt idx="5201">
                  <c:v>12-12-2021</c:v>
                </c:pt>
                <c:pt idx="5202">
                  <c:v>12-12-2021</c:v>
                </c:pt>
                <c:pt idx="5203">
                  <c:v>12-12-2021</c:v>
                </c:pt>
                <c:pt idx="5204">
                  <c:v>12-12-2021</c:v>
                </c:pt>
                <c:pt idx="5205">
                  <c:v>12-12-2021</c:v>
                </c:pt>
                <c:pt idx="5206">
                  <c:v>12-12-2021</c:v>
                </c:pt>
                <c:pt idx="5207">
                  <c:v>12-12-2021</c:v>
                </c:pt>
                <c:pt idx="5208">
                  <c:v>12-12-2021</c:v>
                </c:pt>
                <c:pt idx="5209">
                  <c:v>12-12-2021</c:v>
                </c:pt>
                <c:pt idx="5210">
                  <c:v>12-12-2021</c:v>
                </c:pt>
                <c:pt idx="5211">
                  <c:v>12-12-2021</c:v>
                </c:pt>
                <c:pt idx="5212">
                  <c:v>13-12-2021</c:v>
                </c:pt>
                <c:pt idx="5213">
                  <c:v>13-12-2021</c:v>
                </c:pt>
                <c:pt idx="5214">
                  <c:v>13-12-2021</c:v>
                </c:pt>
                <c:pt idx="5215">
                  <c:v>13-12-2021</c:v>
                </c:pt>
                <c:pt idx="5216">
                  <c:v>13-12-2021</c:v>
                </c:pt>
                <c:pt idx="5217">
                  <c:v>13-12-2021</c:v>
                </c:pt>
                <c:pt idx="5218">
                  <c:v>13-12-2021</c:v>
                </c:pt>
                <c:pt idx="5219">
                  <c:v>13-12-2021</c:v>
                </c:pt>
                <c:pt idx="5220">
                  <c:v>13-12-2021</c:v>
                </c:pt>
                <c:pt idx="5221">
                  <c:v>13-12-2021</c:v>
                </c:pt>
                <c:pt idx="5222">
                  <c:v>13-12-2021</c:v>
                </c:pt>
                <c:pt idx="5223">
                  <c:v>13-12-2021</c:v>
                </c:pt>
                <c:pt idx="5224">
                  <c:v>13-12-2021</c:v>
                </c:pt>
                <c:pt idx="5225">
                  <c:v>13-12-2021</c:v>
                </c:pt>
                <c:pt idx="5226">
                  <c:v>13-12-2021</c:v>
                </c:pt>
                <c:pt idx="5227">
                  <c:v>13-12-2021</c:v>
                </c:pt>
                <c:pt idx="5228">
                  <c:v>13-12-2021</c:v>
                </c:pt>
                <c:pt idx="5229">
                  <c:v>13-12-2021</c:v>
                </c:pt>
                <c:pt idx="5230">
                  <c:v>13-12-2021</c:v>
                </c:pt>
                <c:pt idx="5231">
                  <c:v>13-12-2021</c:v>
                </c:pt>
                <c:pt idx="5232">
                  <c:v>13-12-2021</c:v>
                </c:pt>
                <c:pt idx="5233">
                  <c:v>13-12-2021</c:v>
                </c:pt>
                <c:pt idx="5234">
                  <c:v>13-12-2021</c:v>
                </c:pt>
                <c:pt idx="5235">
                  <c:v>13-12-2021</c:v>
                </c:pt>
                <c:pt idx="5236">
                  <c:v>13-12-2021</c:v>
                </c:pt>
                <c:pt idx="5237">
                  <c:v>13-12-2021</c:v>
                </c:pt>
                <c:pt idx="5238">
                  <c:v>13-12-2021</c:v>
                </c:pt>
                <c:pt idx="5239">
                  <c:v>13-12-2021</c:v>
                </c:pt>
                <c:pt idx="5240">
                  <c:v>13-12-2021</c:v>
                </c:pt>
                <c:pt idx="5241">
                  <c:v>13-12-2021</c:v>
                </c:pt>
                <c:pt idx="5242">
                  <c:v>13-12-2021</c:v>
                </c:pt>
                <c:pt idx="5243">
                  <c:v>13-12-2021</c:v>
                </c:pt>
                <c:pt idx="5244">
                  <c:v>13-12-2021</c:v>
                </c:pt>
                <c:pt idx="5245">
                  <c:v>13-12-2021</c:v>
                </c:pt>
                <c:pt idx="5246">
                  <c:v>13-12-2021</c:v>
                </c:pt>
                <c:pt idx="5247">
                  <c:v>13-12-2021</c:v>
                </c:pt>
                <c:pt idx="5248">
                  <c:v>13-12-2021</c:v>
                </c:pt>
                <c:pt idx="5249">
                  <c:v>13-12-2021</c:v>
                </c:pt>
                <c:pt idx="5250">
                  <c:v>13-12-2021</c:v>
                </c:pt>
                <c:pt idx="5251">
                  <c:v>13-12-2021</c:v>
                </c:pt>
                <c:pt idx="5252">
                  <c:v>13-12-2021</c:v>
                </c:pt>
                <c:pt idx="5253">
                  <c:v>13-12-2021</c:v>
                </c:pt>
                <c:pt idx="5254">
                  <c:v>13-12-2021</c:v>
                </c:pt>
                <c:pt idx="5255">
                  <c:v>13-12-2021</c:v>
                </c:pt>
                <c:pt idx="5256">
                  <c:v>13-12-2021</c:v>
                </c:pt>
                <c:pt idx="5257">
                  <c:v>13-12-2021</c:v>
                </c:pt>
                <c:pt idx="5258">
                  <c:v>13-12-2021</c:v>
                </c:pt>
                <c:pt idx="5259">
                  <c:v>13-12-2021</c:v>
                </c:pt>
                <c:pt idx="5260">
                  <c:v>13-12-2021</c:v>
                </c:pt>
                <c:pt idx="5261">
                  <c:v>13-12-2021</c:v>
                </c:pt>
                <c:pt idx="5262">
                  <c:v>14-12-2021</c:v>
                </c:pt>
                <c:pt idx="5263">
                  <c:v>14-12-2021</c:v>
                </c:pt>
                <c:pt idx="5264">
                  <c:v>14-12-2021</c:v>
                </c:pt>
                <c:pt idx="5265">
                  <c:v>14-12-2021</c:v>
                </c:pt>
                <c:pt idx="5266">
                  <c:v>14-12-2021</c:v>
                </c:pt>
                <c:pt idx="5267">
                  <c:v>14-12-2021</c:v>
                </c:pt>
                <c:pt idx="5268">
                  <c:v>14-12-2021</c:v>
                </c:pt>
                <c:pt idx="5269">
                  <c:v>14-12-2021</c:v>
                </c:pt>
                <c:pt idx="5270">
                  <c:v>14-12-2021</c:v>
                </c:pt>
                <c:pt idx="5271">
                  <c:v>14-12-2021</c:v>
                </c:pt>
                <c:pt idx="5272">
                  <c:v>14-12-2021</c:v>
                </c:pt>
                <c:pt idx="5273">
                  <c:v>14-12-2021</c:v>
                </c:pt>
                <c:pt idx="5274">
                  <c:v>14-12-2021</c:v>
                </c:pt>
                <c:pt idx="5275">
                  <c:v>14-12-2021</c:v>
                </c:pt>
                <c:pt idx="5276">
                  <c:v>14-12-2021</c:v>
                </c:pt>
                <c:pt idx="5277">
                  <c:v>14-12-2021</c:v>
                </c:pt>
                <c:pt idx="5278">
                  <c:v>14-12-2021</c:v>
                </c:pt>
                <c:pt idx="5279">
                  <c:v>14-12-2021</c:v>
                </c:pt>
                <c:pt idx="5280">
                  <c:v>14-12-2021</c:v>
                </c:pt>
                <c:pt idx="5281">
                  <c:v>14-12-2021</c:v>
                </c:pt>
                <c:pt idx="5282">
                  <c:v>14-12-2021</c:v>
                </c:pt>
                <c:pt idx="5283">
                  <c:v>14-12-2021</c:v>
                </c:pt>
                <c:pt idx="5284">
                  <c:v>14-12-2021</c:v>
                </c:pt>
                <c:pt idx="5285">
                  <c:v>14-12-2021</c:v>
                </c:pt>
                <c:pt idx="5286">
                  <c:v>14-12-2021</c:v>
                </c:pt>
                <c:pt idx="5287">
                  <c:v>14-12-2021</c:v>
                </c:pt>
                <c:pt idx="5288">
                  <c:v>14-12-2021</c:v>
                </c:pt>
                <c:pt idx="5289">
                  <c:v>14-12-2021</c:v>
                </c:pt>
                <c:pt idx="5290">
                  <c:v>14-12-2021</c:v>
                </c:pt>
                <c:pt idx="5291">
                  <c:v>14-12-2021</c:v>
                </c:pt>
                <c:pt idx="5292">
                  <c:v>14-12-2021</c:v>
                </c:pt>
                <c:pt idx="5293">
                  <c:v>14-12-2021</c:v>
                </c:pt>
                <c:pt idx="5294">
                  <c:v>14-12-2021</c:v>
                </c:pt>
                <c:pt idx="5295">
                  <c:v>14-12-2021</c:v>
                </c:pt>
                <c:pt idx="5296">
                  <c:v>14-12-2021</c:v>
                </c:pt>
                <c:pt idx="5297">
                  <c:v>14-12-2021</c:v>
                </c:pt>
                <c:pt idx="5298">
                  <c:v>14-12-2021</c:v>
                </c:pt>
                <c:pt idx="5299">
                  <c:v>14-12-2021</c:v>
                </c:pt>
                <c:pt idx="5300">
                  <c:v>14-12-2021</c:v>
                </c:pt>
                <c:pt idx="5301">
                  <c:v>14-12-2021</c:v>
                </c:pt>
                <c:pt idx="5302">
                  <c:v>14-12-2021</c:v>
                </c:pt>
                <c:pt idx="5303">
                  <c:v>14-12-2021</c:v>
                </c:pt>
                <c:pt idx="5304">
                  <c:v>14-12-2021</c:v>
                </c:pt>
                <c:pt idx="5305">
                  <c:v>14-12-2021</c:v>
                </c:pt>
                <c:pt idx="5306">
                  <c:v>14-12-2021</c:v>
                </c:pt>
                <c:pt idx="5307">
                  <c:v>14-12-2021</c:v>
                </c:pt>
                <c:pt idx="5308">
                  <c:v>14-12-2021</c:v>
                </c:pt>
                <c:pt idx="5309">
                  <c:v>14-12-2021</c:v>
                </c:pt>
                <c:pt idx="5310">
                  <c:v>14-12-2021</c:v>
                </c:pt>
                <c:pt idx="5311">
                  <c:v>14-12-2021</c:v>
                </c:pt>
                <c:pt idx="5312">
                  <c:v>15-12-2021</c:v>
                </c:pt>
                <c:pt idx="5313">
                  <c:v>15-12-2021</c:v>
                </c:pt>
                <c:pt idx="5314">
                  <c:v>15-12-2021</c:v>
                </c:pt>
                <c:pt idx="5315">
                  <c:v>15-12-2021</c:v>
                </c:pt>
                <c:pt idx="5316">
                  <c:v>15-12-2021</c:v>
                </c:pt>
                <c:pt idx="5317">
                  <c:v>15-12-2021</c:v>
                </c:pt>
                <c:pt idx="5318">
                  <c:v>15-12-2021</c:v>
                </c:pt>
                <c:pt idx="5319">
                  <c:v>15-12-2021</c:v>
                </c:pt>
                <c:pt idx="5320">
                  <c:v>15-12-2021</c:v>
                </c:pt>
                <c:pt idx="5321">
                  <c:v>15-12-2021</c:v>
                </c:pt>
                <c:pt idx="5322">
                  <c:v>15-12-2021</c:v>
                </c:pt>
                <c:pt idx="5323">
                  <c:v>15-12-2021</c:v>
                </c:pt>
                <c:pt idx="5324">
                  <c:v>15-12-2021</c:v>
                </c:pt>
                <c:pt idx="5325">
                  <c:v>15-12-2021</c:v>
                </c:pt>
                <c:pt idx="5326">
                  <c:v>15-12-2021</c:v>
                </c:pt>
                <c:pt idx="5327">
                  <c:v>15-12-2021</c:v>
                </c:pt>
                <c:pt idx="5328">
                  <c:v>15-12-2021</c:v>
                </c:pt>
                <c:pt idx="5329">
                  <c:v>15-12-2021</c:v>
                </c:pt>
                <c:pt idx="5330">
                  <c:v>15-12-2021</c:v>
                </c:pt>
                <c:pt idx="5331">
                  <c:v>15-12-2021</c:v>
                </c:pt>
                <c:pt idx="5332">
                  <c:v>15-12-2021</c:v>
                </c:pt>
                <c:pt idx="5333">
                  <c:v>15-12-2021</c:v>
                </c:pt>
                <c:pt idx="5334">
                  <c:v>15-12-2021</c:v>
                </c:pt>
                <c:pt idx="5335">
                  <c:v>15-12-2021</c:v>
                </c:pt>
                <c:pt idx="5336">
                  <c:v>15-12-2021</c:v>
                </c:pt>
                <c:pt idx="5337">
                  <c:v>15-12-2021</c:v>
                </c:pt>
                <c:pt idx="5338">
                  <c:v>15-12-2021</c:v>
                </c:pt>
                <c:pt idx="5339">
                  <c:v>15-12-2021</c:v>
                </c:pt>
                <c:pt idx="5340">
                  <c:v>15-12-2021</c:v>
                </c:pt>
                <c:pt idx="5341">
                  <c:v>15-12-2021</c:v>
                </c:pt>
                <c:pt idx="5342">
                  <c:v>15-12-2021</c:v>
                </c:pt>
                <c:pt idx="5343">
                  <c:v>15-12-2021</c:v>
                </c:pt>
                <c:pt idx="5344">
                  <c:v>15-12-2021</c:v>
                </c:pt>
                <c:pt idx="5345">
                  <c:v>15-12-2021</c:v>
                </c:pt>
                <c:pt idx="5346">
                  <c:v>15-12-2021</c:v>
                </c:pt>
                <c:pt idx="5347">
                  <c:v>15-12-2021</c:v>
                </c:pt>
                <c:pt idx="5348">
                  <c:v>15-12-2021</c:v>
                </c:pt>
                <c:pt idx="5349">
                  <c:v>15-12-2021</c:v>
                </c:pt>
                <c:pt idx="5350">
                  <c:v>15-12-2021</c:v>
                </c:pt>
                <c:pt idx="5351">
                  <c:v>15-12-2021</c:v>
                </c:pt>
                <c:pt idx="5352">
                  <c:v>15-12-2021</c:v>
                </c:pt>
                <c:pt idx="5353">
                  <c:v>15-12-2021</c:v>
                </c:pt>
                <c:pt idx="5354">
                  <c:v>15-12-2021</c:v>
                </c:pt>
                <c:pt idx="5355">
                  <c:v>15-12-2021</c:v>
                </c:pt>
                <c:pt idx="5356">
                  <c:v>15-12-2021</c:v>
                </c:pt>
                <c:pt idx="5357">
                  <c:v>15-12-2021</c:v>
                </c:pt>
                <c:pt idx="5358">
                  <c:v>15-12-2021</c:v>
                </c:pt>
                <c:pt idx="5359">
                  <c:v>15-12-2021</c:v>
                </c:pt>
                <c:pt idx="5360">
                  <c:v>15-12-2021</c:v>
                </c:pt>
                <c:pt idx="5361">
                  <c:v>15-12-2021</c:v>
                </c:pt>
                <c:pt idx="5362">
                  <c:v>16-12-2021</c:v>
                </c:pt>
                <c:pt idx="5363">
                  <c:v>16-12-2021</c:v>
                </c:pt>
                <c:pt idx="5364">
                  <c:v>16-12-2021</c:v>
                </c:pt>
                <c:pt idx="5365">
                  <c:v>16-12-2021</c:v>
                </c:pt>
                <c:pt idx="5366">
                  <c:v>16-12-2021</c:v>
                </c:pt>
                <c:pt idx="5367">
                  <c:v>16-12-2021</c:v>
                </c:pt>
                <c:pt idx="5368">
                  <c:v>16-12-2021</c:v>
                </c:pt>
                <c:pt idx="5369">
                  <c:v>16-12-2021</c:v>
                </c:pt>
                <c:pt idx="5370">
                  <c:v>16-12-2021</c:v>
                </c:pt>
                <c:pt idx="5371">
                  <c:v>16-12-2021</c:v>
                </c:pt>
                <c:pt idx="5372">
                  <c:v>16-12-2021</c:v>
                </c:pt>
                <c:pt idx="5373">
                  <c:v>16-12-2021</c:v>
                </c:pt>
                <c:pt idx="5374">
                  <c:v>16-12-2021</c:v>
                </c:pt>
                <c:pt idx="5375">
                  <c:v>16-12-2021</c:v>
                </c:pt>
                <c:pt idx="5376">
                  <c:v>16-12-2021</c:v>
                </c:pt>
                <c:pt idx="5377">
                  <c:v>16-12-2021</c:v>
                </c:pt>
                <c:pt idx="5378">
                  <c:v>16-12-2021</c:v>
                </c:pt>
                <c:pt idx="5379">
                  <c:v>16-12-2021</c:v>
                </c:pt>
                <c:pt idx="5380">
                  <c:v>16-12-2021</c:v>
                </c:pt>
                <c:pt idx="5381">
                  <c:v>16-12-2021</c:v>
                </c:pt>
                <c:pt idx="5382">
                  <c:v>16-12-2021</c:v>
                </c:pt>
                <c:pt idx="5383">
                  <c:v>16-12-2021</c:v>
                </c:pt>
                <c:pt idx="5384">
                  <c:v>16-12-2021</c:v>
                </c:pt>
                <c:pt idx="5385">
                  <c:v>16-12-2021</c:v>
                </c:pt>
                <c:pt idx="5386">
                  <c:v>16-12-2021</c:v>
                </c:pt>
                <c:pt idx="5387">
                  <c:v>16-12-2021</c:v>
                </c:pt>
                <c:pt idx="5388">
                  <c:v>16-12-2021</c:v>
                </c:pt>
                <c:pt idx="5389">
                  <c:v>16-12-2021</c:v>
                </c:pt>
                <c:pt idx="5390">
                  <c:v>16-12-2021</c:v>
                </c:pt>
                <c:pt idx="5391">
                  <c:v>16-12-2021</c:v>
                </c:pt>
                <c:pt idx="5392">
                  <c:v>16-12-2021</c:v>
                </c:pt>
                <c:pt idx="5393">
                  <c:v>16-12-2021</c:v>
                </c:pt>
                <c:pt idx="5394">
                  <c:v>16-12-2021</c:v>
                </c:pt>
                <c:pt idx="5395">
                  <c:v>16-12-2021</c:v>
                </c:pt>
                <c:pt idx="5396">
                  <c:v>16-12-2021</c:v>
                </c:pt>
                <c:pt idx="5397">
                  <c:v>16-12-2021</c:v>
                </c:pt>
                <c:pt idx="5398">
                  <c:v>16-12-2021</c:v>
                </c:pt>
                <c:pt idx="5399">
                  <c:v>16-12-2021</c:v>
                </c:pt>
                <c:pt idx="5400">
                  <c:v>16-12-2021</c:v>
                </c:pt>
                <c:pt idx="5401">
                  <c:v>16-12-2021</c:v>
                </c:pt>
                <c:pt idx="5402">
                  <c:v>16-12-2021</c:v>
                </c:pt>
                <c:pt idx="5403">
                  <c:v>16-12-2021</c:v>
                </c:pt>
                <c:pt idx="5404">
                  <c:v>16-12-2021</c:v>
                </c:pt>
                <c:pt idx="5405">
                  <c:v>16-12-2021</c:v>
                </c:pt>
                <c:pt idx="5406">
                  <c:v>16-12-2021</c:v>
                </c:pt>
                <c:pt idx="5407">
                  <c:v>16-12-2021</c:v>
                </c:pt>
                <c:pt idx="5408">
                  <c:v>16-12-2021</c:v>
                </c:pt>
                <c:pt idx="5409">
                  <c:v>16-12-2021</c:v>
                </c:pt>
                <c:pt idx="5410">
                  <c:v>16-12-2021</c:v>
                </c:pt>
                <c:pt idx="5411">
                  <c:v>16-12-2021</c:v>
                </c:pt>
                <c:pt idx="5412">
                  <c:v>17-12-2021</c:v>
                </c:pt>
                <c:pt idx="5413">
                  <c:v>17-12-2021</c:v>
                </c:pt>
                <c:pt idx="5414">
                  <c:v>17-12-2021</c:v>
                </c:pt>
                <c:pt idx="5415">
                  <c:v>17-12-2021</c:v>
                </c:pt>
                <c:pt idx="5416">
                  <c:v>17-12-2021</c:v>
                </c:pt>
                <c:pt idx="5417">
                  <c:v>17-12-2021</c:v>
                </c:pt>
                <c:pt idx="5418">
                  <c:v>17-12-2021</c:v>
                </c:pt>
                <c:pt idx="5419">
                  <c:v>17-12-2021</c:v>
                </c:pt>
                <c:pt idx="5420">
                  <c:v>17-12-2021</c:v>
                </c:pt>
                <c:pt idx="5421">
                  <c:v>17-12-2021</c:v>
                </c:pt>
                <c:pt idx="5422">
                  <c:v>17-12-2021</c:v>
                </c:pt>
                <c:pt idx="5423">
                  <c:v>17-12-2021</c:v>
                </c:pt>
                <c:pt idx="5424">
                  <c:v>17-12-2021</c:v>
                </c:pt>
                <c:pt idx="5425">
                  <c:v>17-12-2021</c:v>
                </c:pt>
                <c:pt idx="5426">
                  <c:v>17-12-2021</c:v>
                </c:pt>
                <c:pt idx="5427">
                  <c:v>17-12-2021</c:v>
                </c:pt>
                <c:pt idx="5428">
                  <c:v>17-12-2021</c:v>
                </c:pt>
                <c:pt idx="5429">
                  <c:v>17-12-2021</c:v>
                </c:pt>
                <c:pt idx="5430">
                  <c:v>17-12-2021</c:v>
                </c:pt>
                <c:pt idx="5431">
                  <c:v>17-12-2021</c:v>
                </c:pt>
                <c:pt idx="5432">
                  <c:v>17-12-2021</c:v>
                </c:pt>
                <c:pt idx="5433">
                  <c:v>17-12-2021</c:v>
                </c:pt>
                <c:pt idx="5434">
                  <c:v>17-12-2021</c:v>
                </c:pt>
                <c:pt idx="5435">
                  <c:v>17-12-2021</c:v>
                </c:pt>
                <c:pt idx="5436">
                  <c:v>17-12-2021</c:v>
                </c:pt>
                <c:pt idx="5437">
                  <c:v>17-12-2021</c:v>
                </c:pt>
                <c:pt idx="5438">
                  <c:v>17-12-2021</c:v>
                </c:pt>
                <c:pt idx="5439">
                  <c:v>17-12-2021</c:v>
                </c:pt>
                <c:pt idx="5440">
                  <c:v>17-12-2021</c:v>
                </c:pt>
                <c:pt idx="5441">
                  <c:v>17-12-2021</c:v>
                </c:pt>
                <c:pt idx="5442">
                  <c:v>17-12-2021</c:v>
                </c:pt>
                <c:pt idx="5443">
                  <c:v>17-12-2021</c:v>
                </c:pt>
                <c:pt idx="5444">
                  <c:v>17-12-2021</c:v>
                </c:pt>
                <c:pt idx="5445">
                  <c:v>17-12-2021</c:v>
                </c:pt>
                <c:pt idx="5446">
                  <c:v>17-12-2021</c:v>
                </c:pt>
                <c:pt idx="5447">
                  <c:v>17-12-2021</c:v>
                </c:pt>
                <c:pt idx="5448">
                  <c:v>17-12-2021</c:v>
                </c:pt>
                <c:pt idx="5449">
                  <c:v>17-12-2021</c:v>
                </c:pt>
                <c:pt idx="5450">
                  <c:v>17-12-2021</c:v>
                </c:pt>
                <c:pt idx="5451">
                  <c:v>17-12-2021</c:v>
                </c:pt>
                <c:pt idx="5452">
                  <c:v>17-12-2021</c:v>
                </c:pt>
                <c:pt idx="5453">
                  <c:v>17-12-2021</c:v>
                </c:pt>
                <c:pt idx="5454">
                  <c:v>17-12-2021</c:v>
                </c:pt>
                <c:pt idx="5455">
                  <c:v>17-12-2021</c:v>
                </c:pt>
                <c:pt idx="5456">
                  <c:v>17-12-2021</c:v>
                </c:pt>
                <c:pt idx="5457">
                  <c:v>17-12-2021</c:v>
                </c:pt>
                <c:pt idx="5458">
                  <c:v>17-12-2021</c:v>
                </c:pt>
                <c:pt idx="5459">
                  <c:v>17-12-2021</c:v>
                </c:pt>
                <c:pt idx="5460">
                  <c:v>17-12-2021</c:v>
                </c:pt>
                <c:pt idx="5461">
                  <c:v>17-12-2021</c:v>
                </c:pt>
                <c:pt idx="5462">
                  <c:v>18-12-2021</c:v>
                </c:pt>
                <c:pt idx="5463">
                  <c:v>18-12-2021</c:v>
                </c:pt>
                <c:pt idx="5464">
                  <c:v>18-12-2021</c:v>
                </c:pt>
                <c:pt idx="5465">
                  <c:v>18-12-2021</c:v>
                </c:pt>
                <c:pt idx="5466">
                  <c:v>18-12-2021</c:v>
                </c:pt>
                <c:pt idx="5467">
                  <c:v>18-12-2021</c:v>
                </c:pt>
                <c:pt idx="5468">
                  <c:v>18-12-2021</c:v>
                </c:pt>
                <c:pt idx="5469">
                  <c:v>18-12-2021</c:v>
                </c:pt>
                <c:pt idx="5470">
                  <c:v>18-12-2021</c:v>
                </c:pt>
                <c:pt idx="5471">
                  <c:v>18-12-2021</c:v>
                </c:pt>
                <c:pt idx="5472">
                  <c:v>18-12-2021</c:v>
                </c:pt>
                <c:pt idx="5473">
                  <c:v>18-12-2021</c:v>
                </c:pt>
                <c:pt idx="5474">
                  <c:v>18-12-2021</c:v>
                </c:pt>
                <c:pt idx="5475">
                  <c:v>18-12-2021</c:v>
                </c:pt>
                <c:pt idx="5476">
                  <c:v>18-12-2021</c:v>
                </c:pt>
                <c:pt idx="5477">
                  <c:v>18-12-2021</c:v>
                </c:pt>
                <c:pt idx="5478">
                  <c:v>18-12-2021</c:v>
                </c:pt>
                <c:pt idx="5479">
                  <c:v>18-12-2021</c:v>
                </c:pt>
                <c:pt idx="5480">
                  <c:v>18-12-2021</c:v>
                </c:pt>
                <c:pt idx="5481">
                  <c:v>18-12-2021</c:v>
                </c:pt>
                <c:pt idx="5482">
                  <c:v>18-12-2021</c:v>
                </c:pt>
                <c:pt idx="5483">
                  <c:v>18-12-2021</c:v>
                </c:pt>
                <c:pt idx="5484">
                  <c:v>18-12-2021</c:v>
                </c:pt>
                <c:pt idx="5485">
                  <c:v>18-12-2021</c:v>
                </c:pt>
                <c:pt idx="5486">
                  <c:v>18-12-2021</c:v>
                </c:pt>
                <c:pt idx="5487">
                  <c:v>18-12-2021</c:v>
                </c:pt>
                <c:pt idx="5488">
                  <c:v>18-12-2021</c:v>
                </c:pt>
                <c:pt idx="5489">
                  <c:v>18-12-2021</c:v>
                </c:pt>
                <c:pt idx="5490">
                  <c:v>18-12-2021</c:v>
                </c:pt>
                <c:pt idx="5491">
                  <c:v>18-12-2021</c:v>
                </c:pt>
                <c:pt idx="5492">
                  <c:v>18-12-2021</c:v>
                </c:pt>
                <c:pt idx="5493">
                  <c:v>18-12-2021</c:v>
                </c:pt>
                <c:pt idx="5494">
                  <c:v>18-12-2021</c:v>
                </c:pt>
                <c:pt idx="5495">
                  <c:v>18-12-2021</c:v>
                </c:pt>
                <c:pt idx="5496">
                  <c:v>18-12-2021</c:v>
                </c:pt>
                <c:pt idx="5497">
                  <c:v>18-12-2021</c:v>
                </c:pt>
                <c:pt idx="5498">
                  <c:v>18-12-2021</c:v>
                </c:pt>
                <c:pt idx="5499">
                  <c:v>18-12-2021</c:v>
                </c:pt>
                <c:pt idx="5500">
                  <c:v>18-12-2021</c:v>
                </c:pt>
                <c:pt idx="5501">
                  <c:v>18-12-2021</c:v>
                </c:pt>
                <c:pt idx="5502">
                  <c:v>18-12-2021</c:v>
                </c:pt>
                <c:pt idx="5503">
                  <c:v>18-12-2021</c:v>
                </c:pt>
                <c:pt idx="5504">
                  <c:v>18-12-2021</c:v>
                </c:pt>
                <c:pt idx="5505">
                  <c:v>18-12-2021</c:v>
                </c:pt>
                <c:pt idx="5506">
                  <c:v>18-12-2021</c:v>
                </c:pt>
                <c:pt idx="5507">
                  <c:v>18-12-2021</c:v>
                </c:pt>
                <c:pt idx="5508">
                  <c:v>18-12-2021</c:v>
                </c:pt>
                <c:pt idx="5509">
                  <c:v>18-12-2021</c:v>
                </c:pt>
                <c:pt idx="5510">
                  <c:v>18-12-2021</c:v>
                </c:pt>
                <c:pt idx="5511">
                  <c:v>18-12-2021</c:v>
                </c:pt>
                <c:pt idx="5512">
                  <c:v>19-12-2021</c:v>
                </c:pt>
                <c:pt idx="5513">
                  <c:v>19-12-2021</c:v>
                </c:pt>
                <c:pt idx="5514">
                  <c:v>19-12-2021</c:v>
                </c:pt>
                <c:pt idx="5515">
                  <c:v>19-12-2021</c:v>
                </c:pt>
                <c:pt idx="5516">
                  <c:v>19-12-2021</c:v>
                </c:pt>
                <c:pt idx="5517">
                  <c:v>19-12-2021</c:v>
                </c:pt>
                <c:pt idx="5518">
                  <c:v>19-12-2021</c:v>
                </c:pt>
                <c:pt idx="5519">
                  <c:v>19-12-2021</c:v>
                </c:pt>
                <c:pt idx="5520">
                  <c:v>19-12-2021</c:v>
                </c:pt>
                <c:pt idx="5521">
                  <c:v>19-12-2021</c:v>
                </c:pt>
                <c:pt idx="5522">
                  <c:v>19-12-2021</c:v>
                </c:pt>
                <c:pt idx="5523">
                  <c:v>19-12-2021</c:v>
                </c:pt>
                <c:pt idx="5524">
                  <c:v>19-12-2021</c:v>
                </c:pt>
                <c:pt idx="5525">
                  <c:v>19-12-2021</c:v>
                </c:pt>
                <c:pt idx="5526">
                  <c:v>19-12-2021</c:v>
                </c:pt>
                <c:pt idx="5527">
                  <c:v>19-12-2021</c:v>
                </c:pt>
                <c:pt idx="5528">
                  <c:v>19-12-2021</c:v>
                </c:pt>
                <c:pt idx="5529">
                  <c:v>19-12-2021</c:v>
                </c:pt>
                <c:pt idx="5530">
                  <c:v>19-12-2021</c:v>
                </c:pt>
                <c:pt idx="5531">
                  <c:v>19-12-2021</c:v>
                </c:pt>
                <c:pt idx="5532">
                  <c:v>19-12-2021</c:v>
                </c:pt>
                <c:pt idx="5533">
                  <c:v>19-12-2021</c:v>
                </c:pt>
                <c:pt idx="5534">
                  <c:v>19-12-2021</c:v>
                </c:pt>
                <c:pt idx="5535">
                  <c:v>19-12-2021</c:v>
                </c:pt>
                <c:pt idx="5536">
                  <c:v>19-12-2021</c:v>
                </c:pt>
                <c:pt idx="5537">
                  <c:v>19-12-2021</c:v>
                </c:pt>
                <c:pt idx="5538">
                  <c:v>19-12-2021</c:v>
                </c:pt>
                <c:pt idx="5539">
                  <c:v>19-12-2021</c:v>
                </c:pt>
                <c:pt idx="5540">
                  <c:v>19-12-2021</c:v>
                </c:pt>
                <c:pt idx="5541">
                  <c:v>19-12-2021</c:v>
                </c:pt>
                <c:pt idx="5542">
                  <c:v>19-12-2021</c:v>
                </c:pt>
                <c:pt idx="5543">
                  <c:v>19-12-2021</c:v>
                </c:pt>
                <c:pt idx="5544">
                  <c:v>19-12-2021</c:v>
                </c:pt>
                <c:pt idx="5545">
                  <c:v>19-12-2021</c:v>
                </c:pt>
                <c:pt idx="5546">
                  <c:v>19-12-2021</c:v>
                </c:pt>
                <c:pt idx="5547">
                  <c:v>19-12-2021</c:v>
                </c:pt>
                <c:pt idx="5548">
                  <c:v>19-12-2021</c:v>
                </c:pt>
                <c:pt idx="5549">
                  <c:v>19-12-2021</c:v>
                </c:pt>
                <c:pt idx="5550">
                  <c:v>19-12-2021</c:v>
                </c:pt>
                <c:pt idx="5551">
                  <c:v>19-12-2021</c:v>
                </c:pt>
                <c:pt idx="5552">
                  <c:v>19-12-2021</c:v>
                </c:pt>
                <c:pt idx="5553">
                  <c:v>19-12-2021</c:v>
                </c:pt>
                <c:pt idx="5554">
                  <c:v>19-12-2021</c:v>
                </c:pt>
                <c:pt idx="5555">
                  <c:v>19-12-2021</c:v>
                </c:pt>
                <c:pt idx="5556">
                  <c:v>19-12-2021</c:v>
                </c:pt>
                <c:pt idx="5557">
                  <c:v>19-12-2021</c:v>
                </c:pt>
                <c:pt idx="5558">
                  <c:v>19-12-2021</c:v>
                </c:pt>
                <c:pt idx="5559">
                  <c:v>19-12-2021</c:v>
                </c:pt>
                <c:pt idx="5560">
                  <c:v>19-12-2021</c:v>
                </c:pt>
                <c:pt idx="5561">
                  <c:v>19-12-2021</c:v>
                </c:pt>
                <c:pt idx="5562">
                  <c:v>20-12-2021</c:v>
                </c:pt>
                <c:pt idx="5563">
                  <c:v>20-12-2021</c:v>
                </c:pt>
                <c:pt idx="5564">
                  <c:v>20-12-2021</c:v>
                </c:pt>
                <c:pt idx="5565">
                  <c:v>20-12-2021</c:v>
                </c:pt>
                <c:pt idx="5566">
                  <c:v>20-12-2021</c:v>
                </c:pt>
                <c:pt idx="5567">
                  <c:v>20-12-2021</c:v>
                </c:pt>
                <c:pt idx="5568">
                  <c:v>20-12-2021</c:v>
                </c:pt>
                <c:pt idx="5569">
                  <c:v>20-12-2021</c:v>
                </c:pt>
                <c:pt idx="5570">
                  <c:v>20-12-2021</c:v>
                </c:pt>
                <c:pt idx="5571">
                  <c:v>20-12-2021</c:v>
                </c:pt>
                <c:pt idx="5572">
                  <c:v>20-12-2021</c:v>
                </c:pt>
                <c:pt idx="5573">
                  <c:v>20-12-2021</c:v>
                </c:pt>
                <c:pt idx="5574">
                  <c:v>20-12-2021</c:v>
                </c:pt>
                <c:pt idx="5575">
                  <c:v>20-12-2021</c:v>
                </c:pt>
                <c:pt idx="5576">
                  <c:v>20-12-2021</c:v>
                </c:pt>
                <c:pt idx="5577">
                  <c:v>20-12-2021</c:v>
                </c:pt>
                <c:pt idx="5578">
                  <c:v>20-12-2021</c:v>
                </c:pt>
                <c:pt idx="5579">
                  <c:v>20-12-2021</c:v>
                </c:pt>
                <c:pt idx="5580">
                  <c:v>20-12-2021</c:v>
                </c:pt>
                <c:pt idx="5581">
                  <c:v>20-12-2021</c:v>
                </c:pt>
                <c:pt idx="5582">
                  <c:v>20-12-2021</c:v>
                </c:pt>
                <c:pt idx="5583">
                  <c:v>20-12-2021</c:v>
                </c:pt>
                <c:pt idx="5584">
                  <c:v>20-12-2021</c:v>
                </c:pt>
                <c:pt idx="5585">
                  <c:v>20-12-2021</c:v>
                </c:pt>
                <c:pt idx="5586">
                  <c:v>20-12-2021</c:v>
                </c:pt>
                <c:pt idx="5587">
                  <c:v>20-12-2021</c:v>
                </c:pt>
                <c:pt idx="5588">
                  <c:v>20-12-2021</c:v>
                </c:pt>
                <c:pt idx="5589">
                  <c:v>20-12-2021</c:v>
                </c:pt>
                <c:pt idx="5590">
                  <c:v>20-12-2021</c:v>
                </c:pt>
                <c:pt idx="5591">
                  <c:v>20-12-2021</c:v>
                </c:pt>
                <c:pt idx="5592">
                  <c:v>20-12-2021</c:v>
                </c:pt>
                <c:pt idx="5593">
                  <c:v>20-12-2021</c:v>
                </c:pt>
                <c:pt idx="5594">
                  <c:v>20-12-2021</c:v>
                </c:pt>
                <c:pt idx="5595">
                  <c:v>20-12-2021</c:v>
                </c:pt>
                <c:pt idx="5596">
                  <c:v>20-12-2021</c:v>
                </c:pt>
                <c:pt idx="5597">
                  <c:v>20-12-2021</c:v>
                </c:pt>
                <c:pt idx="5598">
                  <c:v>20-12-2021</c:v>
                </c:pt>
                <c:pt idx="5599">
                  <c:v>20-12-2021</c:v>
                </c:pt>
                <c:pt idx="5600">
                  <c:v>20-12-2021</c:v>
                </c:pt>
                <c:pt idx="5601">
                  <c:v>20-12-2021</c:v>
                </c:pt>
                <c:pt idx="5602">
                  <c:v>20-12-2021</c:v>
                </c:pt>
                <c:pt idx="5603">
                  <c:v>20-12-2021</c:v>
                </c:pt>
                <c:pt idx="5604">
                  <c:v>20-12-2021</c:v>
                </c:pt>
                <c:pt idx="5605">
                  <c:v>20-12-2021</c:v>
                </c:pt>
                <c:pt idx="5606">
                  <c:v>20-12-2021</c:v>
                </c:pt>
                <c:pt idx="5607">
                  <c:v>20-12-2021</c:v>
                </c:pt>
                <c:pt idx="5608">
                  <c:v>20-12-2021</c:v>
                </c:pt>
                <c:pt idx="5609">
                  <c:v>20-12-2021</c:v>
                </c:pt>
                <c:pt idx="5610">
                  <c:v>20-12-2021</c:v>
                </c:pt>
                <c:pt idx="5611">
                  <c:v>20-12-2021</c:v>
                </c:pt>
                <c:pt idx="5612">
                  <c:v>21-12-2021</c:v>
                </c:pt>
                <c:pt idx="5613">
                  <c:v>21-12-2021</c:v>
                </c:pt>
                <c:pt idx="5614">
                  <c:v>21-12-2021</c:v>
                </c:pt>
                <c:pt idx="5615">
                  <c:v>21-12-2021</c:v>
                </c:pt>
                <c:pt idx="5616">
                  <c:v>21-12-2021</c:v>
                </c:pt>
                <c:pt idx="5617">
                  <c:v>21-12-2021</c:v>
                </c:pt>
                <c:pt idx="5618">
                  <c:v>21-12-2021</c:v>
                </c:pt>
                <c:pt idx="5619">
                  <c:v>21-12-2021</c:v>
                </c:pt>
                <c:pt idx="5620">
                  <c:v>21-12-2021</c:v>
                </c:pt>
                <c:pt idx="5621">
                  <c:v>21-12-2021</c:v>
                </c:pt>
                <c:pt idx="5622">
                  <c:v>21-12-2021</c:v>
                </c:pt>
                <c:pt idx="5623">
                  <c:v>21-12-2021</c:v>
                </c:pt>
                <c:pt idx="5624">
                  <c:v>21-12-2021</c:v>
                </c:pt>
                <c:pt idx="5625">
                  <c:v>21-12-2021</c:v>
                </c:pt>
                <c:pt idx="5626">
                  <c:v>21-12-2021</c:v>
                </c:pt>
                <c:pt idx="5627">
                  <c:v>21-12-2021</c:v>
                </c:pt>
                <c:pt idx="5628">
                  <c:v>21-12-2021</c:v>
                </c:pt>
                <c:pt idx="5629">
                  <c:v>21-12-2021</c:v>
                </c:pt>
                <c:pt idx="5630">
                  <c:v>21-12-2021</c:v>
                </c:pt>
                <c:pt idx="5631">
                  <c:v>21-12-2021</c:v>
                </c:pt>
                <c:pt idx="5632">
                  <c:v>21-12-2021</c:v>
                </c:pt>
                <c:pt idx="5633">
                  <c:v>21-12-2021</c:v>
                </c:pt>
                <c:pt idx="5634">
                  <c:v>21-12-2021</c:v>
                </c:pt>
                <c:pt idx="5635">
                  <c:v>21-12-2021</c:v>
                </c:pt>
                <c:pt idx="5636">
                  <c:v>21-12-2021</c:v>
                </c:pt>
                <c:pt idx="5637">
                  <c:v>21-12-2021</c:v>
                </c:pt>
                <c:pt idx="5638">
                  <c:v>21-12-2021</c:v>
                </c:pt>
                <c:pt idx="5639">
                  <c:v>21-12-2021</c:v>
                </c:pt>
                <c:pt idx="5640">
                  <c:v>21-12-2021</c:v>
                </c:pt>
                <c:pt idx="5641">
                  <c:v>21-12-2021</c:v>
                </c:pt>
                <c:pt idx="5642">
                  <c:v>21-12-2021</c:v>
                </c:pt>
                <c:pt idx="5643">
                  <c:v>21-12-2021</c:v>
                </c:pt>
                <c:pt idx="5644">
                  <c:v>21-12-2021</c:v>
                </c:pt>
                <c:pt idx="5645">
                  <c:v>21-12-2021</c:v>
                </c:pt>
                <c:pt idx="5646">
                  <c:v>21-12-2021</c:v>
                </c:pt>
                <c:pt idx="5647">
                  <c:v>21-12-2021</c:v>
                </c:pt>
                <c:pt idx="5648">
                  <c:v>21-12-2021</c:v>
                </c:pt>
                <c:pt idx="5649">
                  <c:v>21-12-2021</c:v>
                </c:pt>
                <c:pt idx="5650">
                  <c:v>21-12-2021</c:v>
                </c:pt>
                <c:pt idx="5651">
                  <c:v>21-12-2021</c:v>
                </c:pt>
                <c:pt idx="5652">
                  <c:v>21-12-2021</c:v>
                </c:pt>
                <c:pt idx="5653">
                  <c:v>21-12-2021</c:v>
                </c:pt>
                <c:pt idx="5654">
                  <c:v>21-12-2021</c:v>
                </c:pt>
                <c:pt idx="5655">
                  <c:v>21-12-2021</c:v>
                </c:pt>
                <c:pt idx="5656">
                  <c:v>21-12-2021</c:v>
                </c:pt>
                <c:pt idx="5657">
                  <c:v>21-12-2021</c:v>
                </c:pt>
                <c:pt idx="5658">
                  <c:v>21-12-2021</c:v>
                </c:pt>
                <c:pt idx="5659">
                  <c:v>21-12-2021</c:v>
                </c:pt>
                <c:pt idx="5660">
                  <c:v>21-12-2021</c:v>
                </c:pt>
                <c:pt idx="5661">
                  <c:v>21-12-2021</c:v>
                </c:pt>
                <c:pt idx="5662">
                  <c:v>22-12-2021</c:v>
                </c:pt>
                <c:pt idx="5663">
                  <c:v>22-12-2021</c:v>
                </c:pt>
                <c:pt idx="5664">
                  <c:v>22-12-2021</c:v>
                </c:pt>
                <c:pt idx="5665">
                  <c:v>22-12-2021</c:v>
                </c:pt>
                <c:pt idx="5666">
                  <c:v>22-12-2021</c:v>
                </c:pt>
                <c:pt idx="5667">
                  <c:v>22-12-2021</c:v>
                </c:pt>
                <c:pt idx="5668">
                  <c:v>22-12-2021</c:v>
                </c:pt>
                <c:pt idx="5669">
                  <c:v>22-12-2021</c:v>
                </c:pt>
                <c:pt idx="5670">
                  <c:v>22-12-2021</c:v>
                </c:pt>
                <c:pt idx="5671">
                  <c:v>22-12-2021</c:v>
                </c:pt>
                <c:pt idx="5672">
                  <c:v>22-12-2021</c:v>
                </c:pt>
                <c:pt idx="5673">
                  <c:v>22-12-2021</c:v>
                </c:pt>
                <c:pt idx="5674">
                  <c:v>22-12-2021</c:v>
                </c:pt>
                <c:pt idx="5675">
                  <c:v>22-12-2021</c:v>
                </c:pt>
                <c:pt idx="5676">
                  <c:v>22-12-2021</c:v>
                </c:pt>
                <c:pt idx="5677">
                  <c:v>22-12-2021</c:v>
                </c:pt>
                <c:pt idx="5678">
                  <c:v>22-12-2021</c:v>
                </c:pt>
                <c:pt idx="5679">
                  <c:v>22-12-2021</c:v>
                </c:pt>
                <c:pt idx="5680">
                  <c:v>22-12-2021</c:v>
                </c:pt>
                <c:pt idx="5681">
                  <c:v>22-12-2021</c:v>
                </c:pt>
                <c:pt idx="5682">
                  <c:v>22-12-2021</c:v>
                </c:pt>
                <c:pt idx="5683">
                  <c:v>22-12-2021</c:v>
                </c:pt>
                <c:pt idx="5684">
                  <c:v>22-12-2021</c:v>
                </c:pt>
                <c:pt idx="5685">
                  <c:v>22-12-2021</c:v>
                </c:pt>
                <c:pt idx="5686">
                  <c:v>22-12-2021</c:v>
                </c:pt>
                <c:pt idx="5687">
                  <c:v>22-12-2021</c:v>
                </c:pt>
                <c:pt idx="5688">
                  <c:v>22-12-2021</c:v>
                </c:pt>
                <c:pt idx="5689">
                  <c:v>22-12-2021</c:v>
                </c:pt>
                <c:pt idx="5690">
                  <c:v>22-12-2021</c:v>
                </c:pt>
                <c:pt idx="5691">
                  <c:v>22-12-2021</c:v>
                </c:pt>
                <c:pt idx="5692">
                  <c:v>22-12-2021</c:v>
                </c:pt>
                <c:pt idx="5693">
                  <c:v>22-12-2021</c:v>
                </c:pt>
                <c:pt idx="5694">
                  <c:v>22-12-2021</c:v>
                </c:pt>
                <c:pt idx="5695">
                  <c:v>22-12-2021</c:v>
                </c:pt>
                <c:pt idx="5696">
                  <c:v>22-12-2021</c:v>
                </c:pt>
                <c:pt idx="5697">
                  <c:v>22-12-2021</c:v>
                </c:pt>
                <c:pt idx="5698">
                  <c:v>22-12-2021</c:v>
                </c:pt>
                <c:pt idx="5699">
                  <c:v>22-12-2021</c:v>
                </c:pt>
                <c:pt idx="5700">
                  <c:v>22-12-2021</c:v>
                </c:pt>
                <c:pt idx="5701">
                  <c:v>22-12-2021</c:v>
                </c:pt>
                <c:pt idx="5702">
                  <c:v>22-12-2021</c:v>
                </c:pt>
                <c:pt idx="5703">
                  <c:v>22-12-2021</c:v>
                </c:pt>
                <c:pt idx="5704">
                  <c:v>22-12-2021</c:v>
                </c:pt>
                <c:pt idx="5705">
                  <c:v>22-12-2021</c:v>
                </c:pt>
                <c:pt idx="5706">
                  <c:v>22-12-2021</c:v>
                </c:pt>
                <c:pt idx="5707">
                  <c:v>22-12-2021</c:v>
                </c:pt>
                <c:pt idx="5708">
                  <c:v>22-12-2021</c:v>
                </c:pt>
                <c:pt idx="5709">
                  <c:v>22-12-2021</c:v>
                </c:pt>
                <c:pt idx="5710">
                  <c:v>22-12-2021</c:v>
                </c:pt>
                <c:pt idx="5711">
                  <c:v>22-12-2021</c:v>
                </c:pt>
                <c:pt idx="5712">
                  <c:v>23-12-2021</c:v>
                </c:pt>
                <c:pt idx="5713">
                  <c:v>23-12-2021</c:v>
                </c:pt>
                <c:pt idx="5714">
                  <c:v>23-12-2021</c:v>
                </c:pt>
                <c:pt idx="5715">
                  <c:v>23-12-2021</c:v>
                </c:pt>
                <c:pt idx="5716">
                  <c:v>23-12-2021</c:v>
                </c:pt>
                <c:pt idx="5717">
                  <c:v>23-12-2021</c:v>
                </c:pt>
                <c:pt idx="5718">
                  <c:v>23-12-2021</c:v>
                </c:pt>
                <c:pt idx="5719">
                  <c:v>23-12-2021</c:v>
                </c:pt>
                <c:pt idx="5720">
                  <c:v>23-12-2021</c:v>
                </c:pt>
                <c:pt idx="5721">
                  <c:v>23-12-2021</c:v>
                </c:pt>
                <c:pt idx="5722">
                  <c:v>23-12-2021</c:v>
                </c:pt>
                <c:pt idx="5723">
                  <c:v>23-12-2021</c:v>
                </c:pt>
                <c:pt idx="5724">
                  <c:v>23-12-2021</c:v>
                </c:pt>
                <c:pt idx="5725">
                  <c:v>23-12-2021</c:v>
                </c:pt>
                <c:pt idx="5726">
                  <c:v>23-12-2021</c:v>
                </c:pt>
                <c:pt idx="5727">
                  <c:v>23-12-2021</c:v>
                </c:pt>
                <c:pt idx="5728">
                  <c:v>23-12-2021</c:v>
                </c:pt>
                <c:pt idx="5729">
                  <c:v>23-12-2021</c:v>
                </c:pt>
                <c:pt idx="5730">
                  <c:v>23-12-2021</c:v>
                </c:pt>
                <c:pt idx="5731">
                  <c:v>23-12-2021</c:v>
                </c:pt>
                <c:pt idx="5732">
                  <c:v>23-12-2021</c:v>
                </c:pt>
                <c:pt idx="5733">
                  <c:v>23-12-2021</c:v>
                </c:pt>
                <c:pt idx="5734">
                  <c:v>23-12-2021</c:v>
                </c:pt>
                <c:pt idx="5735">
                  <c:v>23-12-2021</c:v>
                </c:pt>
                <c:pt idx="5736">
                  <c:v>23-12-2021</c:v>
                </c:pt>
                <c:pt idx="5737">
                  <c:v>23-12-2021</c:v>
                </c:pt>
                <c:pt idx="5738">
                  <c:v>23-12-2021</c:v>
                </c:pt>
                <c:pt idx="5739">
                  <c:v>23-12-2021</c:v>
                </c:pt>
                <c:pt idx="5740">
                  <c:v>23-12-2021</c:v>
                </c:pt>
                <c:pt idx="5741">
                  <c:v>23-12-2021</c:v>
                </c:pt>
                <c:pt idx="5742">
                  <c:v>23-12-2021</c:v>
                </c:pt>
                <c:pt idx="5743">
                  <c:v>23-12-2021</c:v>
                </c:pt>
                <c:pt idx="5744">
                  <c:v>23-12-2021</c:v>
                </c:pt>
                <c:pt idx="5745">
                  <c:v>23-12-2021</c:v>
                </c:pt>
                <c:pt idx="5746">
                  <c:v>23-12-2021</c:v>
                </c:pt>
                <c:pt idx="5747">
                  <c:v>23-12-2021</c:v>
                </c:pt>
                <c:pt idx="5748">
                  <c:v>23-12-2021</c:v>
                </c:pt>
                <c:pt idx="5749">
                  <c:v>23-12-2021</c:v>
                </c:pt>
                <c:pt idx="5750">
                  <c:v>23-12-2021</c:v>
                </c:pt>
                <c:pt idx="5751">
                  <c:v>23-12-2021</c:v>
                </c:pt>
                <c:pt idx="5752">
                  <c:v>23-12-2021</c:v>
                </c:pt>
                <c:pt idx="5753">
                  <c:v>23-12-2021</c:v>
                </c:pt>
                <c:pt idx="5754">
                  <c:v>23-12-2021</c:v>
                </c:pt>
                <c:pt idx="5755">
                  <c:v>23-12-2021</c:v>
                </c:pt>
                <c:pt idx="5756">
                  <c:v>23-12-2021</c:v>
                </c:pt>
                <c:pt idx="5757">
                  <c:v>23-12-2021</c:v>
                </c:pt>
                <c:pt idx="5758">
                  <c:v>23-12-2021</c:v>
                </c:pt>
                <c:pt idx="5759">
                  <c:v>23-12-2021</c:v>
                </c:pt>
                <c:pt idx="5760">
                  <c:v>23-12-2021</c:v>
                </c:pt>
                <c:pt idx="5761">
                  <c:v>23-12-2021</c:v>
                </c:pt>
                <c:pt idx="5762">
                  <c:v>24-12-2021</c:v>
                </c:pt>
                <c:pt idx="5763">
                  <c:v>24-12-2021</c:v>
                </c:pt>
                <c:pt idx="5764">
                  <c:v>24-12-2021</c:v>
                </c:pt>
                <c:pt idx="5765">
                  <c:v>24-12-2021</c:v>
                </c:pt>
                <c:pt idx="5766">
                  <c:v>24-12-2021</c:v>
                </c:pt>
                <c:pt idx="5767">
                  <c:v>24-12-2021</c:v>
                </c:pt>
                <c:pt idx="5768">
                  <c:v>24-12-2021</c:v>
                </c:pt>
                <c:pt idx="5769">
                  <c:v>24-12-2021</c:v>
                </c:pt>
                <c:pt idx="5770">
                  <c:v>24-12-2021</c:v>
                </c:pt>
                <c:pt idx="5771">
                  <c:v>24-12-2021</c:v>
                </c:pt>
                <c:pt idx="5772">
                  <c:v>24-12-2021</c:v>
                </c:pt>
                <c:pt idx="5773">
                  <c:v>24-12-2021</c:v>
                </c:pt>
                <c:pt idx="5774">
                  <c:v>24-12-2021</c:v>
                </c:pt>
                <c:pt idx="5775">
                  <c:v>24-12-2021</c:v>
                </c:pt>
                <c:pt idx="5776">
                  <c:v>24-12-2021</c:v>
                </c:pt>
                <c:pt idx="5777">
                  <c:v>24-12-2021</c:v>
                </c:pt>
                <c:pt idx="5778">
                  <c:v>24-12-2021</c:v>
                </c:pt>
                <c:pt idx="5779">
                  <c:v>24-12-2021</c:v>
                </c:pt>
                <c:pt idx="5780">
                  <c:v>24-12-2021</c:v>
                </c:pt>
                <c:pt idx="5781">
                  <c:v>24-12-2021</c:v>
                </c:pt>
                <c:pt idx="5782">
                  <c:v>24-12-2021</c:v>
                </c:pt>
                <c:pt idx="5783">
                  <c:v>24-12-2021</c:v>
                </c:pt>
                <c:pt idx="5784">
                  <c:v>24-12-2021</c:v>
                </c:pt>
                <c:pt idx="5785">
                  <c:v>24-12-2021</c:v>
                </c:pt>
                <c:pt idx="5786">
                  <c:v>24-12-2021</c:v>
                </c:pt>
                <c:pt idx="5787">
                  <c:v>24-12-2021</c:v>
                </c:pt>
                <c:pt idx="5788">
                  <c:v>24-12-2021</c:v>
                </c:pt>
                <c:pt idx="5789">
                  <c:v>24-12-2021</c:v>
                </c:pt>
                <c:pt idx="5790">
                  <c:v>24-12-2021</c:v>
                </c:pt>
                <c:pt idx="5791">
                  <c:v>24-12-2021</c:v>
                </c:pt>
                <c:pt idx="5792">
                  <c:v>24-12-2021</c:v>
                </c:pt>
                <c:pt idx="5793">
                  <c:v>24-12-2021</c:v>
                </c:pt>
                <c:pt idx="5794">
                  <c:v>24-12-2021</c:v>
                </c:pt>
                <c:pt idx="5795">
                  <c:v>24-12-2021</c:v>
                </c:pt>
                <c:pt idx="5796">
                  <c:v>24-12-2021</c:v>
                </c:pt>
                <c:pt idx="5797">
                  <c:v>24-12-2021</c:v>
                </c:pt>
                <c:pt idx="5798">
                  <c:v>24-12-2021</c:v>
                </c:pt>
                <c:pt idx="5799">
                  <c:v>24-12-2021</c:v>
                </c:pt>
                <c:pt idx="5800">
                  <c:v>24-12-2021</c:v>
                </c:pt>
                <c:pt idx="5801">
                  <c:v>24-12-2021</c:v>
                </c:pt>
                <c:pt idx="5802">
                  <c:v>24-12-2021</c:v>
                </c:pt>
                <c:pt idx="5803">
                  <c:v>24-12-2021</c:v>
                </c:pt>
                <c:pt idx="5804">
                  <c:v>24-12-2021</c:v>
                </c:pt>
                <c:pt idx="5805">
                  <c:v>24-12-2021</c:v>
                </c:pt>
                <c:pt idx="5806">
                  <c:v>24-12-2021</c:v>
                </c:pt>
                <c:pt idx="5807">
                  <c:v>24-12-2021</c:v>
                </c:pt>
                <c:pt idx="5808">
                  <c:v>24-12-2021</c:v>
                </c:pt>
                <c:pt idx="5809">
                  <c:v>24-12-2021</c:v>
                </c:pt>
                <c:pt idx="5810">
                  <c:v>24-12-2021</c:v>
                </c:pt>
                <c:pt idx="5811">
                  <c:v>24-12-2021</c:v>
                </c:pt>
                <c:pt idx="5812">
                  <c:v>25-12-2021</c:v>
                </c:pt>
                <c:pt idx="5813">
                  <c:v>25-12-2021</c:v>
                </c:pt>
                <c:pt idx="5814">
                  <c:v>25-12-2021</c:v>
                </c:pt>
                <c:pt idx="5815">
                  <c:v>25-12-2021</c:v>
                </c:pt>
                <c:pt idx="5816">
                  <c:v>25-12-2021</c:v>
                </c:pt>
                <c:pt idx="5817">
                  <c:v>25-12-2021</c:v>
                </c:pt>
                <c:pt idx="5818">
                  <c:v>25-12-2021</c:v>
                </c:pt>
                <c:pt idx="5819">
                  <c:v>25-12-2021</c:v>
                </c:pt>
                <c:pt idx="5820">
                  <c:v>25-12-2021</c:v>
                </c:pt>
                <c:pt idx="5821">
                  <c:v>25-12-2021</c:v>
                </c:pt>
                <c:pt idx="5822">
                  <c:v>25-12-2021</c:v>
                </c:pt>
                <c:pt idx="5823">
                  <c:v>25-12-2021</c:v>
                </c:pt>
                <c:pt idx="5824">
                  <c:v>25-12-2021</c:v>
                </c:pt>
                <c:pt idx="5825">
                  <c:v>25-12-2021</c:v>
                </c:pt>
                <c:pt idx="5826">
                  <c:v>25-12-2021</c:v>
                </c:pt>
                <c:pt idx="5827">
                  <c:v>25-12-2021</c:v>
                </c:pt>
                <c:pt idx="5828">
                  <c:v>25-12-2021</c:v>
                </c:pt>
                <c:pt idx="5829">
                  <c:v>25-12-2021</c:v>
                </c:pt>
                <c:pt idx="5830">
                  <c:v>25-12-2021</c:v>
                </c:pt>
                <c:pt idx="5831">
                  <c:v>25-12-2021</c:v>
                </c:pt>
                <c:pt idx="5832">
                  <c:v>25-12-2021</c:v>
                </c:pt>
                <c:pt idx="5833">
                  <c:v>25-12-2021</c:v>
                </c:pt>
                <c:pt idx="5834">
                  <c:v>25-12-2021</c:v>
                </c:pt>
                <c:pt idx="5835">
                  <c:v>25-12-2021</c:v>
                </c:pt>
                <c:pt idx="5836">
                  <c:v>25-12-2021</c:v>
                </c:pt>
                <c:pt idx="5837">
                  <c:v>25-12-2021</c:v>
                </c:pt>
                <c:pt idx="5838">
                  <c:v>25-12-2021</c:v>
                </c:pt>
                <c:pt idx="5839">
                  <c:v>25-12-2021</c:v>
                </c:pt>
                <c:pt idx="5840">
                  <c:v>25-12-2021</c:v>
                </c:pt>
                <c:pt idx="5841">
                  <c:v>25-12-2021</c:v>
                </c:pt>
                <c:pt idx="5842">
                  <c:v>25-12-2021</c:v>
                </c:pt>
                <c:pt idx="5843">
                  <c:v>25-12-2021</c:v>
                </c:pt>
                <c:pt idx="5844">
                  <c:v>25-12-2021</c:v>
                </c:pt>
                <c:pt idx="5845">
                  <c:v>25-12-2021</c:v>
                </c:pt>
                <c:pt idx="5846">
                  <c:v>25-12-2021</c:v>
                </c:pt>
                <c:pt idx="5847">
                  <c:v>25-12-2021</c:v>
                </c:pt>
                <c:pt idx="5848">
                  <c:v>25-12-2021</c:v>
                </c:pt>
                <c:pt idx="5849">
                  <c:v>25-12-2021</c:v>
                </c:pt>
                <c:pt idx="5850">
                  <c:v>25-12-2021</c:v>
                </c:pt>
                <c:pt idx="5851">
                  <c:v>25-12-2021</c:v>
                </c:pt>
                <c:pt idx="5852">
                  <c:v>25-12-2021</c:v>
                </c:pt>
                <c:pt idx="5853">
                  <c:v>25-12-2021</c:v>
                </c:pt>
                <c:pt idx="5854">
                  <c:v>25-12-2021</c:v>
                </c:pt>
                <c:pt idx="5855">
                  <c:v>25-12-2021</c:v>
                </c:pt>
                <c:pt idx="5856">
                  <c:v>25-12-2021</c:v>
                </c:pt>
                <c:pt idx="5857">
                  <c:v>25-12-2021</c:v>
                </c:pt>
                <c:pt idx="5858">
                  <c:v>25-12-2021</c:v>
                </c:pt>
                <c:pt idx="5859">
                  <c:v>25-12-2021</c:v>
                </c:pt>
                <c:pt idx="5860">
                  <c:v>25-12-2021</c:v>
                </c:pt>
                <c:pt idx="5861">
                  <c:v>25-12-2021</c:v>
                </c:pt>
                <c:pt idx="5862">
                  <c:v>26-12-2021</c:v>
                </c:pt>
                <c:pt idx="5863">
                  <c:v>26-12-2021</c:v>
                </c:pt>
                <c:pt idx="5864">
                  <c:v>26-12-2021</c:v>
                </c:pt>
                <c:pt idx="5865">
                  <c:v>26-12-2021</c:v>
                </c:pt>
                <c:pt idx="5866">
                  <c:v>26-12-2021</c:v>
                </c:pt>
                <c:pt idx="5867">
                  <c:v>26-12-2021</c:v>
                </c:pt>
                <c:pt idx="5868">
                  <c:v>26-12-2021</c:v>
                </c:pt>
                <c:pt idx="5869">
                  <c:v>26-12-2021</c:v>
                </c:pt>
                <c:pt idx="5870">
                  <c:v>26-12-2021</c:v>
                </c:pt>
                <c:pt idx="5871">
                  <c:v>26-12-2021</c:v>
                </c:pt>
                <c:pt idx="5872">
                  <c:v>26-12-2021</c:v>
                </c:pt>
                <c:pt idx="5873">
                  <c:v>26-12-2021</c:v>
                </c:pt>
                <c:pt idx="5874">
                  <c:v>26-12-2021</c:v>
                </c:pt>
                <c:pt idx="5875">
                  <c:v>26-12-2021</c:v>
                </c:pt>
                <c:pt idx="5876">
                  <c:v>26-12-2021</c:v>
                </c:pt>
                <c:pt idx="5877">
                  <c:v>26-12-2021</c:v>
                </c:pt>
                <c:pt idx="5878">
                  <c:v>26-12-2021</c:v>
                </c:pt>
                <c:pt idx="5879">
                  <c:v>26-12-2021</c:v>
                </c:pt>
                <c:pt idx="5880">
                  <c:v>26-12-2021</c:v>
                </c:pt>
                <c:pt idx="5881">
                  <c:v>26-12-2021</c:v>
                </c:pt>
                <c:pt idx="5882">
                  <c:v>26-12-2021</c:v>
                </c:pt>
                <c:pt idx="5883">
                  <c:v>26-12-2021</c:v>
                </c:pt>
                <c:pt idx="5884">
                  <c:v>26-12-2021</c:v>
                </c:pt>
                <c:pt idx="5885">
                  <c:v>26-12-2021</c:v>
                </c:pt>
                <c:pt idx="5886">
                  <c:v>26-12-2021</c:v>
                </c:pt>
                <c:pt idx="5887">
                  <c:v>26-12-2021</c:v>
                </c:pt>
                <c:pt idx="5888">
                  <c:v>26-12-2021</c:v>
                </c:pt>
                <c:pt idx="5889">
                  <c:v>26-12-2021</c:v>
                </c:pt>
                <c:pt idx="5890">
                  <c:v>26-12-2021</c:v>
                </c:pt>
                <c:pt idx="5891">
                  <c:v>26-12-2021</c:v>
                </c:pt>
                <c:pt idx="5892">
                  <c:v>26-12-2021</c:v>
                </c:pt>
                <c:pt idx="5893">
                  <c:v>26-12-2021</c:v>
                </c:pt>
                <c:pt idx="5894">
                  <c:v>26-12-2021</c:v>
                </c:pt>
                <c:pt idx="5895">
                  <c:v>26-12-2021</c:v>
                </c:pt>
                <c:pt idx="5896">
                  <c:v>26-12-2021</c:v>
                </c:pt>
                <c:pt idx="5897">
                  <c:v>26-12-2021</c:v>
                </c:pt>
                <c:pt idx="5898">
                  <c:v>26-12-2021</c:v>
                </c:pt>
                <c:pt idx="5899">
                  <c:v>26-12-2021</c:v>
                </c:pt>
                <c:pt idx="5900">
                  <c:v>26-12-2021</c:v>
                </c:pt>
                <c:pt idx="5901">
                  <c:v>26-12-2021</c:v>
                </c:pt>
                <c:pt idx="5902">
                  <c:v>26-12-2021</c:v>
                </c:pt>
                <c:pt idx="5903">
                  <c:v>26-12-2021</c:v>
                </c:pt>
                <c:pt idx="5904">
                  <c:v>26-12-2021</c:v>
                </c:pt>
                <c:pt idx="5905">
                  <c:v>26-12-2021</c:v>
                </c:pt>
                <c:pt idx="5906">
                  <c:v>26-12-2021</c:v>
                </c:pt>
                <c:pt idx="5907">
                  <c:v>26-12-2021</c:v>
                </c:pt>
                <c:pt idx="5908">
                  <c:v>26-12-2021</c:v>
                </c:pt>
                <c:pt idx="5909">
                  <c:v>26-12-2021</c:v>
                </c:pt>
                <c:pt idx="5910">
                  <c:v>26-12-2021</c:v>
                </c:pt>
                <c:pt idx="5911">
                  <c:v>26-12-2021</c:v>
                </c:pt>
                <c:pt idx="5912">
                  <c:v>27-12-2021</c:v>
                </c:pt>
                <c:pt idx="5913">
                  <c:v>27-12-2021</c:v>
                </c:pt>
                <c:pt idx="5914">
                  <c:v>27-12-2021</c:v>
                </c:pt>
                <c:pt idx="5915">
                  <c:v>27-12-2021</c:v>
                </c:pt>
                <c:pt idx="5916">
                  <c:v>27-12-2021</c:v>
                </c:pt>
                <c:pt idx="5917">
                  <c:v>27-12-2021</c:v>
                </c:pt>
                <c:pt idx="5918">
                  <c:v>27-12-2021</c:v>
                </c:pt>
                <c:pt idx="5919">
                  <c:v>27-12-2021</c:v>
                </c:pt>
                <c:pt idx="5920">
                  <c:v>27-12-2021</c:v>
                </c:pt>
                <c:pt idx="5921">
                  <c:v>27-12-2021</c:v>
                </c:pt>
                <c:pt idx="5922">
                  <c:v>27-12-2021</c:v>
                </c:pt>
                <c:pt idx="5923">
                  <c:v>27-12-2021</c:v>
                </c:pt>
                <c:pt idx="5924">
                  <c:v>27-12-2021</c:v>
                </c:pt>
                <c:pt idx="5925">
                  <c:v>27-12-2021</c:v>
                </c:pt>
                <c:pt idx="5926">
                  <c:v>27-12-2021</c:v>
                </c:pt>
                <c:pt idx="5927">
                  <c:v>27-12-2021</c:v>
                </c:pt>
                <c:pt idx="5928">
                  <c:v>27-12-2021</c:v>
                </c:pt>
                <c:pt idx="5929">
                  <c:v>27-12-2021</c:v>
                </c:pt>
                <c:pt idx="5930">
                  <c:v>27-12-2021</c:v>
                </c:pt>
                <c:pt idx="5931">
                  <c:v>27-12-2021</c:v>
                </c:pt>
                <c:pt idx="5932">
                  <c:v>27-12-2021</c:v>
                </c:pt>
                <c:pt idx="5933">
                  <c:v>27-12-2021</c:v>
                </c:pt>
                <c:pt idx="5934">
                  <c:v>27-12-2021</c:v>
                </c:pt>
                <c:pt idx="5935">
                  <c:v>27-12-2021</c:v>
                </c:pt>
                <c:pt idx="5936">
                  <c:v>27-12-2021</c:v>
                </c:pt>
                <c:pt idx="5937">
                  <c:v>27-12-2021</c:v>
                </c:pt>
                <c:pt idx="5938">
                  <c:v>27-12-2021</c:v>
                </c:pt>
                <c:pt idx="5939">
                  <c:v>27-12-2021</c:v>
                </c:pt>
                <c:pt idx="5940">
                  <c:v>27-12-2021</c:v>
                </c:pt>
                <c:pt idx="5941">
                  <c:v>27-12-2021</c:v>
                </c:pt>
                <c:pt idx="5942">
                  <c:v>27-12-2021</c:v>
                </c:pt>
                <c:pt idx="5943">
                  <c:v>27-12-2021</c:v>
                </c:pt>
                <c:pt idx="5944">
                  <c:v>27-12-2021</c:v>
                </c:pt>
                <c:pt idx="5945">
                  <c:v>27-12-2021</c:v>
                </c:pt>
                <c:pt idx="5946">
                  <c:v>27-12-2021</c:v>
                </c:pt>
                <c:pt idx="5947">
                  <c:v>27-12-2021</c:v>
                </c:pt>
                <c:pt idx="5948">
                  <c:v>27-12-2021</c:v>
                </c:pt>
                <c:pt idx="5949">
                  <c:v>27-12-2021</c:v>
                </c:pt>
                <c:pt idx="5950">
                  <c:v>27-12-2021</c:v>
                </c:pt>
                <c:pt idx="5951">
                  <c:v>27-12-2021</c:v>
                </c:pt>
                <c:pt idx="5952">
                  <c:v>27-12-2021</c:v>
                </c:pt>
                <c:pt idx="5953">
                  <c:v>27-12-2021</c:v>
                </c:pt>
                <c:pt idx="5954">
                  <c:v>27-12-2021</c:v>
                </c:pt>
                <c:pt idx="5955">
                  <c:v>27-12-2021</c:v>
                </c:pt>
                <c:pt idx="5956">
                  <c:v>27-12-2021</c:v>
                </c:pt>
                <c:pt idx="5957">
                  <c:v>27-12-2021</c:v>
                </c:pt>
                <c:pt idx="5958">
                  <c:v>27-12-2021</c:v>
                </c:pt>
                <c:pt idx="5959">
                  <c:v>27-12-2021</c:v>
                </c:pt>
                <c:pt idx="5960">
                  <c:v>27-12-2021</c:v>
                </c:pt>
                <c:pt idx="5961">
                  <c:v>27-12-2021</c:v>
                </c:pt>
                <c:pt idx="5962">
                  <c:v>28-12-2021</c:v>
                </c:pt>
                <c:pt idx="5963">
                  <c:v>28-12-2021</c:v>
                </c:pt>
                <c:pt idx="5964">
                  <c:v>28-12-2021</c:v>
                </c:pt>
                <c:pt idx="5965">
                  <c:v>28-12-2021</c:v>
                </c:pt>
                <c:pt idx="5966">
                  <c:v>28-12-2021</c:v>
                </c:pt>
                <c:pt idx="5967">
                  <c:v>28-12-2021</c:v>
                </c:pt>
                <c:pt idx="5968">
                  <c:v>28-12-2021</c:v>
                </c:pt>
                <c:pt idx="5969">
                  <c:v>28-12-2021</c:v>
                </c:pt>
                <c:pt idx="5970">
                  <c:v>28-12-2021</c:v>
                </c:pt>
                <c:pt idx="5971">
                  <c:v>28-12-2021</c:v>
                </c:pt>
                <c:pt idx="5972">
                  <c:v>28-12-2021</c:v>
                </c:pt>
                <c:pt idx="5973">
                  <c:v>28-12-2021</c:v>
                </c:pt>
                <c:pt idx="5974">
                  <c:v>28-12-2021</c:v>
                </c:pt>
                <c:pt idx="5975">
                  <c:v>28-12-2021</c:v>
                </c:pt>
                <c:pt idx="5976">
                  <c:v>28-12-2021</c:v>
                </c:pt>
                <c:pt idx="5977">
                  <c:v>28-12-2021</c:v>
                </c:pt>
                <c:pt idx="5978">
                  <c:v>28-12-2021</c:v>
                </c:pt>
                <c:pt idx="5979">
                  <c:v>28-12-2021</c:v>
                </c:pt>
                <c:pt idx="5980">
                  <c:v>28-12-2021</c:v>
                </c:pt>
                <c:pt idx="5981">
                  <c:v>28-12-2021</c:v>
                </c:pt>
                <c:pt idx="5982">
                  <c:v>28-12-2021</c:v>
                </c:pt>
                <c:pt idx="5983">
                  <c:v>28-12-2021</c:v>
                </c:pt>
                <c:pt idx="5984">
                  <c:v>28-12-2021</c:v>
                </c:pt>
                <c:pt idx="5985">
                  <c:v>28-12-2021</c:v>
                </c:pt>
                <c:pt idx="5986">
                  <c:v>28-12-2021</c:v>
                </c:pt>
                <c:pt idx="5987">
                  <c:v>28-12-2021</c:v>
                </c:pt>
                <c:pt idx="5988">
                  <c:v>28-12-2021</c:v>
                </c:pt>
                <c:pt idx="5989">
                  <c:v>28-12-2021</c:v>
                </c:pt>
                <c:pt idx="5990">
                  <c:v>28-12-2021</c:v>
                </c:pt>
                <c:pt idx="5991">
                  <c:v>28-12-2021</c:v>
                </c:pt>
                <c:pt idx="5992">
                  <c:v>28-12-2021</c:v>
                </c:pt>
                <c:pt idx="5993">
                  <c:v>28-12-2021</c:v>
                </c:pt>
                <c:pt idx="5994">
                  <c:v>28-12-2021</c:v>
                </c:pt>
                <c:pt idx="5995">
                  <c:v>28-12-2021</c:v>
                </c:pt>
                <c:pt idx="5996">
                  <c:v>28-12-2021</c:v>
                </c:pt>
                <c:pt idx="5997">
                  <c:v>28-12-2021</c:v>
                </c:pt>
                <c:pt idx="5998">
                  <c:v>28-12-2021</c:v>
                </c:pt>
                <c:pt idx="5999">
                  <c:v>28-12-2021</c:v>
                </c:pt>
                <c:pt idx="6000">
                  <c:v>28-12-2021</c:v>
                </c:pt>
                <c:pt idx="6001">
                  <c:v>28-12-2021</c:v>
                </c:pt>
                <c:pt idx="6002">
                  <c:v>28-12-2021</c:v>
                </c:pt>
                <c:pt idx="6003">
                  <c:v>28-12-2021</c:v>
                </c:pt>
                <c:pt idx="6004">
                  <c:v>28-12-2021</c:v>
                </c:pt>
                <c:pt idx="6005">
                  <c:v>28-12-2021</c:v>
                </c:pt>
                <c:pt idx="6006">
                  <c:v>28-12-2021</c:v>
                </c:pt>
                <c:pt idx="6007">
                  <c:v>28-12-2021</c:v>
                </c:pt>
                <c:pt idx="6008">
                  <c:v>28-12-2021</c:v>
                </c:pt>
                <c:pt idx="6009">
                  <c:v>28-12-2021</c:v>
                </c:pt>
                <c:pt idx="6010">
                  <c:v>28-12-2021</c:v>
                </c:pt>
                <c:pt idx="6011">
                  <c:v>28-12-2021</c:v>
                </c:pt>
                <c:pt idx="6012">
                  <c:v>29-12-2021</c:v>
                </c:pt>
                <c:pt idx="6013">
                  <c:v>29-12-2021</c:v>
                </c:pt>
                <c:pt idx="6014">
                  <c:v>29-12-2021</c:v>
                </c:pt>
                <c:pt idx="6015">
                  <c:v>29-12-2021</c:v>
                </c:pt>
                <c:pt idx="6016">
                  <c:v>29-12-2021</c:v>
                </c:pt>
                <c:pt idx="6017">
                  <c:v>29-12-2021</c:v>
                </c:pt>
                <c:pt idx="6018">
                  <c:v>29-12-2021</c:v>
                </c:pt>
                <c:pt idx="6019">
                  <c:v>29-12-2021</c:v>
                </c:pt>
                <c:pt idx="6020">
                  <c:v>29-12-2021</c:v>
                </c:pt>
                <c:pt idx="6021">
                  <c:v>29-12-2021</c:v>
                </c:pt>
                <c:pt idx="6022">
                  <c:v>29-12-2021</c:v>
                </c:pt>
                <c:pt idx="6023">
                  <c:v>29-12-2021</c:v>
                </c:pt>
                <c:pt idx="6024">
                  <c:v>29-12-2021</c:v>
                </c:pt>
                <c:pt idx="6025">
                  <c:v>29-12-2021</c:v>
                </c:pt>
                <c:pt idx="6026">
                  <c:v>29-12-2021</c:v>
                </c:pt>
                <c:pt idx="6027">
                  <c:v>29-12-2021</c:v>
                </c:pt>
                <c:pt idx="6028">
                  <c:v>29-12-2021</c:v>
                </c:pt>
                <c:pt idx="6029">
                  <c:v>29-12-2021</c:v>
                </c:pt>
                <c:pt idx="6030">
                  <c:v>29-12-2021</c:v>
                </c:pt>
                <c:pt idx="6031">
                  <c:v>29-12-2021</c:v>
                </c:pt>
                <c:pt idx="6032">
                  <c:v>29-12-2021</c:v>
                </c:pt>
                <c:pt idx="6033">
                  <c:v>29-12-2021</c:v>
                </c:pt>
                <c:pt idx="6034">
                  <c:v>29-12-2021</c:v>
                </c:pt>
                <c:pt idx="6035">
                  <c:v>29-12-2021</c:v>
                </c:pt>
                <c:pt idx="6036">
                  <c:v>29-12-2021</c:v>
                </c:pt>
                <c:pt idx="6037">
                  <c:v>29-12-2021</c:v>
                </c:pt>
                <c:pt idx="6038">
                  <c:v>29-12-2021</c:v>
                </c:pt>
                <c:pt idx="6039">
                  <c:v>29-12-2021</c:v>
                </c:pt>
                <c:pt idx="6040">
                  <c:v>29-12-2021</c:v>
                </c:pt>
                <c:pt idx="6041">
                  <c:v>29-12-2021</c:v>
                </c:pt>
                <c:pt idx="6042">
                  <c:v>29-12-2021</c:v>
                </c:pt>
                <c:pt idx="6043">
                  <c:v>29-12-2021</c:v>
                </c:pt>
                <c:pt idx="6044">
                  <c:v>29-12-2021</c:v>
                </c:pt>
                <c:pt idx="6045">
                  <c:v>29-12-2021</c:v>
                </c:pt>
                <c:pt idx="6046">
                  <c:v>29-12-2021</c:v>
                </c:pt>
                <c:pt idx="6047">
                  <c:v>29-12-2021</c:v>
                </c:pt>
                <c:pt idx="6048">
                  <c:v>29-12-2021</c:v>
                </c:pt>
                <c:pt idx="6049">
                  <c:v>29-12-2021</c:v>
                </c:pt>
                <c:pt idx="6050">
                  <c:v>29-12-2021</c:v>
                </c:pt>
                <c:pt idx="6051">
                  <c:v>29-12-2021</c:v>
                </c:pt>
                <c:pt idx="6052">
                  <c:v>29-12-2021</c:v>
                </c:pt>
                <c:pt idx="6053">
                  <c:v>29-12-2021</c:v>
                </c:pt>
                <c:pt idx="6054">
                  <c:v>29-12-2021</c:v>
                </c:pt>
                <c:pt idx="6055">
                  <c:v>29-12-2021</c:v>
                </c:pt>
                <c:pt idx="6056">
                  <c:v>29-12-2021</c:v>
                </c:pt>
                <c:pt idx="6057">
                  <c:v>29-12-2021</c:v>
                </c:pt>
                <c:pt idx="6058">
                  <c:v>30-12-2021</c:v>
                </c:pt>
                <c:pt idx="6059">
                  <c:v>30-12-2021</c:v>
                </c:pt>
                <c:pt idx="6060">
                  <c:v>30-12-2021</c:v>
                </c:pt>
                <c:pt idx="6061">
                  <c:v>30-12-2021</c:v>
                </c:pt>
                <c:pt idx="6062">
                  <c:v>30-12-2021</c:v>
                </c:pt>
                <c:pt idx="6063">
                  <c:v>30-12-2021</c:v>
                </c:pt>
                <c:pt idx="6064">
                  <c:v>30-12-2021</c:v>
                </c:pt>
                <c:pt idx="6065">
                  <c:v>30-12-2021</c:v>
                </c:pt>
                <c:pt idx="6066">
                  <c:v>30-12-2021</c:v>
                </c:pt>
                <c:pt idx="6067">
                  <c:v>30-12-2021</c:v>
                </c:pt>
                <c:pt idx="6068">
                  <c:v>30-12-2021</c:v>
                </c:pt>
                <c:pt idx="6069">
                  <c:v>30-12-2021</c:v>
                </c:pt>
                <c:pt idx="6070">
                  <c:v>30-12-2021</c:v>
                </c:pt>
                <c:pt idx="6071">
                  <c:v>30-12-2021</c:v>
                </c:pt>
                <c:pt idx="6072">
                  <c:v>30-12-2021</c:v>
                </c:pt>
                <c:pt idx="6073">
                  <c:v>30-12-2021</c:v>
                </c:pt>
                <c:pt idx="6074">
                  <c:v>30-12-2021</c:v>
                </c:pt>
                <c:pt idx="6075">
                  <c:v>30-12-2021</c:v>
                </c:pt>
                <c:pt idx="6076">
                  <c:v>30-12-2021</c:v>
                </c:pt>
                <c:pt idx="6077">
                  <c:v>30-12-2021</c:v>
                </c:pt>
                <c:pt idx="6078">
                  <c:v>30-12-2021</c:v>
                </c:pt>
                <c:pt idx="6079">
                  <c:v>30-12-2021</c:v>
                </c:pt>
                <c:pt idx="6080">
                  <c:v>30-12-2021</c:v>
                </c:pt>
                <c:pt idx="6081">
                  <c:v>30-12-2021</c:v>
                </c:pt>
                <c:pt idx="6082">
                  <c:v>30-12-2021</c:v>
                </c:pt>
                <c:pt idx="6083">
                  <c:v>30-12-2021</c:v>
                </c:pt>
                <c:pt idx="6084">
                  <c:v>30-12-2021</c:v>
                </c:pt>
                <c:pt idx="6085">
                  <c:v>30-12-2021</c:v>
                </c:pt>
                <c:pt idx="6086">
                  <c:v>30-12-2021</c:v>
                </c:pt>
                <c:pt idx="6087">
                  <c:v>30-12-2021</c:v>
                </c:pt>
                <c:pt idx="6088">
                  <c:v>30-12-2021</c:v>
                </c:pt>
                <c:pt idx="6089">
                  <c:v>30-12-2021</c:v>
                </c:pt>
                <c:pt idx="6090">
                  <c:v>30-12-2021</c:v>
                </c:pt>
                <c:pt idx="6091">
                  <c:v>30-12-2021</c:v>
                </c:pt>
                <c:pt idx="6092">
                  <c:v>30-12-2021</c:v>
                </c:pt>
                <c:pt idx="6093">
                  <c:v>30-12-2021</c:v>
                </c:pt>
                <c:pt idx="6094">
                  <c:v>30-12-2021</c:v>
                </c:pt>
                <c:pt idx="6095">
                  <c:v>30-12-2021</c:v>
                </c:pt>
                <c:pt idx="6096">
                  <c:v>30-12-2021</c:v>
                </c:pt>
                <c:pt idx="6097">
                  <c:v>30-12-2021</c:v>
                </c:pt>
                <c:pt idx="6098">
                  <c:v>30-12-2021</c:v>
                </c:pt>
                <c:pt idx="6099">
                  <c:v>30-12-2021</c:v>
                </c:pt>
                <c:pt idx="6100">
                  <c:v>30-12-2021</c:v>
                </c:pt>
                <c:pt idx="6101">
                  <c:v>30-12-2021</c:v>
                </c:pt>
                <c:pt idx="6102">
                  <c:v>31-12-2021</c:v>
                </c:pt>
                <c:pt idx="6103">
                  <c:v>31-12-2021</c:v>
                </c:pt>
                <c:pt idx="6104">
                  <c:v>31-12-2021</c:v>
                </c:pt>
                <c:pt idx="6105">
                  <c:v>31-12-2021</c:v>
                </c:pt>
                <c:pt idx="6106">
                  <c:v>31-12-2021</c:v>
                </c:pt>
                <c:pt idx="6107">
                  <c:v>31-12-2021</c:v>
                </c:pt>
                <c:pt idx="6108">
                  <c:v>31-12-2021</c:v>
                </c:pt>
                <c:pt idx="6109">
                  <c:v>31-12-2021</c:v>
                </c:pt>
                <c:pt idx="6110">
                  <c:v>31-12-2021</c:v>
                </c:pt>
                <c:pt idx="6111">
                  <c:v>31-12-2021</c:v>
                </c:pt>
                <c:pt idx="6112">
                  <c:v>31-12-2021</c:v>
                </c:pt>
                <c:pt idx="6113">
                  <c:v>31-12-2021</c:v>
                </c:pt>
                <c:pt idx="6114">
                  <c:v>31-12-2021</c:v>
                </c:pt>
                <c:pt idx="6115">
                  <c:v>31-12-2021</c:v>
                </c:pt>
                <c:pt idx="6116">
                  <c:v>31-12-2021</c:v>
                </c:pt>
                <c:pt idx="6117">
                  <c:v>31-12-2021</c:v>
                </c:pt>
                <c:pt idx="6118">
                  <c:v>31-12-2021</c:v>
                </c:pt>
                <c:pt idx="6119">
                  <c:v>31-12-2021</c:v>
                </c:pt>
                <c:pt idx="6120">
                  <c:v>31-12-2021</c:v>
                </c:pt>
                <c:pt idx="6121">
                  <c:v>31-12-2021</c:v>
                </c:pt>
                <c:pt idx="6122">
                  <c:v>31-12-2021</c:v>
                </c:pt>
                <c:pt idx="6123">
                  <c:v>31-12-2021</c:v>
                </c:pt>
                <c:pt idx="6124">
                  <c:v>31-12-2021</c:v>
                </c:pt>
                <c:pt idx="6125">
                  <c:v>31-12-2021</c:v>
                </c:pt>
                <c:pt idx="6126">
                  <c:v>31-12-2021</c:v>
                </c:pt>
                <c:pt idx="6127">
                  <c:v>31-12-2021</c:v>
                </c:pt>
                <c:pt idx="6128">
                  <c:v>31-12-2021</c:v>
                </c:pt>
                <c:pt idx="6129">
                  <c:v>31-12-2021</c:v>
                </c:pt>
                <c:pt idx="6130">
                  <c:v>31-12-2021</c:v>
                </c:pt>
                <c:pt idx="6131">
                  <c:v>31-12-2021</c:v>
                </c:pt>
                <c:pt idx="6132">
                  <c:v>31-12-2021</c:v>
                </c:pt>
                <c:pt idx="6133">
                  <c:v>31-12-2021</c:v>
                </c:pt>
                <c:pt idx="6134">
                  <c:v>31-12-2021</c:v>
                </c:pt>
                <c:pt idx="6135">
                  <c:v>31-12-2021</c:v>
                </c:pt>
                <c:pt idx="6136">
                  <c:v>31-12-2021</c:v>
                </c:pt>
                <c:pt idx="6137">
                  <c:v>31-12-2021</c:v>
                </c:pt>
                <c:pt idx="6138">
                  <c:v>31-12-2021</c:v>
                </c:pt>
                <c:pt idx="6139">
                  <c:v>31-12-2021</c:v>
                </c:pt>
                <c:pt idx="6140">
                  <c:v>31-12-2021</c:v>
                </c:pt>
                <c:pt idx="6141">
                  <c:v>31-12-2021</c:v>
                </c:pt>
                <c:pt idx="6142">
                  <c:v>31-12-2021</c:v>
                </c:pt>
                <c:pt idx="6143">
                  <c:v>31-12-2021</c:v>
                </c:pt>
                <c:pt idx="6144">
                  <c:v>31-12-2021</c:v>
                </c:pt>
                <c:pt idx="6145">
                  <c:v>31-12-2021</c:v>
                </c:pt>
                <c:pt idx="6146">
                  <c:v>01-01-2022</c:v>
                </c:pt>
                <c:pt idx="6147">
                  <c:v>01-01-2022</c:v>
                </c:pt>
                <c:pt idx="6148">
                  <c:v>01-01-2022</c:v>
                </c:pt>
                <c:pt idx="6149">
                  <c:v>01-01-2022</c:v>
                </c:pt>
                <c:pt idx="6150">
                  <c:v>01-01-2022</c:v>
                </c:pt>
                <c:pt idx="6151">
                  <c:v>01-01-2022</c:v>
                </c:pt>
                <c:pt idx="6152">
                  <c:v>01-01-2022</c:v>
                </c:pt>
                <c:pt idx="6153">
                  <c:v>01-01-2022</c:v>
                </c:pt>
                <c:pt idx="6154">
                  <c:v>01-01-2022</c:v>
                </c:pt>
                <c:pt idx="6155">
                  <c:v>01-01-2022</c:v>
                </c:pt>
                <c:pt idx="6156">
                  <c:v>01-01-2022</c:v>
                </c:pt>
                <c:pt idx="6157">
                  <c:v>01-01-2022</c:v>
                </c:pt>
                <c:pt idx="6158">
                  <c:v>01-01-2022</c:v>
                </c:pt>
                <c:pt idx="6159">
                  <c:v>01-01-2022</c:v>
                </c:pt>
                <c:pt idx="6160">
                  <c:v>01-01-2022</c:v>
                </c:pt>
                <c:pt idx="6161">
                  <c:v>01-01-2022</c:v>
                </c:pt>
                <c:pt idx="6162">
                  <c:v>01-01-2022</c:v>
                </c:pt>
                <c:pt idx="6163">
                  <c:v>01-01-2022</c:v>
                </c:pt>
                <c:pt idx="6164">
                  <c:v>01-01-2022</c:v>
                </c:pt>
                <c:pt idx="6165">
                  <c:v>01-01-2022</c:v>
                </c:pt>
                <c:pt idx="6166">
                  <c:v>01-01-2022</c:v>
                </c:pt>
                <c:pt idx="6167">
                  <c:v>01-01-2022</c:v>
                </c:pt>
                <c:pt idx="6168">
                  <c:v>01-01-2022</c:v>
                </c:pt>
                <c:pt idx="6169">
                  <c:v>01-01-2022</c:v>
                </c:pt>
                <c:pt idx="6170">
                  <c:v>01-01-2022</c:v>
                </c:pt>
                <c:pt idx="6171">
                  <c:v>01-01-2022</c:v>
                </c:pt>
                <c:pt idx="6172">
                  <c:v>01-01-2022</c:v>
                </c:pt>
                <c:pt idx="6173">
                  <c:v>01-01-2022</c:v>
                </c:pt>
                <c:pt idx="6174">
                  <c:v>01-01-2022</c:v>
                </c:pt>
                <c:pt idx="6175">
                  <c:v>01-01-2022</c:v>
                </c:pt>
                <c:pt idx="6176">
                  <c:v>01-01-2022</c:v>
                </c:pt>
                <c:pt idx="6177">
                  <c:v>01-01-2022</c:v>
                </c:pt>
                <c:pt idx="6178">
                  <c:v>01-01-2022</c:v>
                </c:pt>
                <c:pt idx="6179">
                  <c:v>01-01-2022</c:v>
                </c:pt>
                <c:pt idx="6180">
                  <c:v>01-01-2022</c:v>
                </c:pt>
                <c:pt idx="6181">
                  <c:v>01-01-2022</c:v>
                </c:pt>
                <c:pt idx="6182">
                  <c:v>01-01-2022</c:v>
                </c:pt>
                <c:pt idx="6183">
                  <c:v>01-01-2022</c:v>
                </c:pt>
                <c:pt idx="6184">
                  <c:v>01-01-2022</c:v>
                </c:pt>
                <c:pt idx="6185">
                  <c:v>01-01-2022</c:v>
                </c:pt>
                <c:pt idx="6186">
                  <c:v>01-01-2022</c:v>
                </c:pt>
                <c:pt idx="6187">
                  <c:v>01-01-2022</c:v>
                </c:pt>
                <c:pt idx="6188">
                  <c:v>01-01-2022</c:v>
                </c:pt>
                <c:pt idx="6189">
                  <c:v>01-01-2022</c:v>
                </c:pt>
                <c:pt idx="6190">
                  <c:v>01-01-2022</c:v>
                </c:pt>
                <c:pt idx="6191">
                  <c:v>01-01-2022</c:v>
                </c:pt>
                <c:pt idx="6192">
                  <c:v>02-01-2022</c:v>
                </c:pt>
                <c:pt idx="6193">
                  <c:v>02-01-2022</c:v>
                </c:pt>
                <c:pt idx="6194">
                  <c:v>02-01-2022</c:v>
                </c:pt>
                <c:pt idx="6195">
                  <c:v>02-01-2022</c:v>
                </c:pt>
                <c:pt idx="6196">
                  <c:v>02-01-2022</c:v>
                </c:pt>
                <c:pt idx="6197">
                  <c:v>02-01-2022</c:v>
                </c:pt>
                <c:pt idx="6198">
                  <c:v>02-01-2022</c:v>
                </c:pt>
                <c:pt idx="6199">
                  <c:v>02-01-2022</c:v>
                </c:pt>
                <c:pt idx="6200">
                  <c:v>02-01-2022</c:v>
                </c:pt>
                <c:pt idx="6201">
                  <c:v>02-01-2022</c:v>
                </c:pt>
                <c:pt idx="6202">
                  <c:v>02-01-2022</c:v>
                </c:pt>
                <c:pt idx="6203">
                  <c:v>02-01-2022</c:v>
                </c:pt>
                <c:pt idx="6204">
                  <c:v>02-01-2022</c:v>
                </c:pt>
                <c:pt idx="6205">
                  <c:v>02-01-2022</c:v>
                </c:pt>
                <c:pt idx="6206">
                  <c:v>02-01-2022</c:v>
                </c:pt>
                <c:pt idx="6207">
                  <c:v>02-01-2022</c:v>
                </c:pt>
                <c:pt idx="6208">
                  <c:v>02-01-2022</c:v>
                </c:pt>
                <c:pt idx="6209">
                  <c:v>02-01-2022</c:v>
                </c:pt>
                <c:pt idx="6210">
                  <c:v>02-01-2022</c:v>
                </c:pt>
                <c:pt idx="6211">
                  <c:v>02-01-2022</c:v>
                </c:pt>
                <c:pt idx="6212">
                  <c:v>02-01-2022</c:v>
                </c:pt>
                <c:pt idx="6213">
                  <c:v>02-01-2022</c:v>
                </c:pt>
                <c:pt idx="6214">
                  <c:v>02-01-2022</c:v>
                </c:pt>
                <c:pt idx="6215">
                  <c:v>02-01-2022</c:v>
                </c:pt>
                <c:pt idx="6216">
                  <c:v>02-01-2022</c:v>
                </c:pt>
                <c:pt idx="6217">
                  <c:v>02-01-2022</c:v>
                </c:pt>
                <c:pt idx="6218">
                  <c:v>02-01-2022</c:v>
                </c:pt>
                <c:pt idx="6219">
                  <c:v>02-01-2022</c:v>
                </c:pt>
                <c:pt idx="6220">
                  <c:v>02-01-2022</c:v>
                </c:pt>
                <c:pt idx="6221">
                  <c:v>02-01-2022</c:v>
                </c:pt>
                <c:pt idx="6222">
                  <c:v>02-01-2022</c:v>
                </c:pt>
                <c:pt idx="6223">
                  <c:v>02-01-2022</c:v>
                </c:pt>
                <c:pt idx="6224">
                  <c:v>02-01-2022</c:v>
                </c:pt>
                <c:pt idx="6225">
                  <c:v>02-01-2022</c:v>
                </c:pt>
                <c:pt idx="6226">
                  <c:v>02-01-2022</c:v>
                </c:pt>
                <c:pt idx="6227">
                  <c:v>02-01-2022</c:v>
                </c:pt>
                <c:pt idx="6228">
                  <c:v>02-01-2022</c:v>
                </c:pt>
                <c:pt idx="6229">
                  <c:v>02-01-2022</c:v>
                </c:pt>
                <c:pt idx="6230">
                  <c:v>02-01-2022</c:v>
                </c:pt>
                <c:pt idx="6231">
                  <c:v>02-01-2022</c:v>
                </c:pt>
                <c:pt idx="6232">
                  <c:v>02-01-2022</c:v>
                </c:pt>
                <c:pt idx="6233">
                  <c:v>02-01-2022</c:v>
                </c:pt>
                <c:pt idx="6234">
                  <c:v>02-01-2022</c:v>
                </c:pt>
                <c:pt idx="6235">
                  <c:v>02-01-2022</c:v>
                </c:pt>
                <c:pt idx="6236">
                  <c:v>02-01-2022</c:v>
                </c:pt>
                <c:pt idx="6237">
                  <c:v>02-01-2022</c:v>
                </c:pt>
                <c:pt idx="6238">
                  <c:v>02-01-2022</c:v>
                </c:pt>
                <c:pt idx="6239">
                  <c:v>03-01-2022</c:v>
                </c:pt>
                <c:pt idx="6240">
                  <c:v>03-01-2022</c:v>
                </c:pt>
                <c:pt idx="6241">
                  <c:v>03-01-2022</c:v>
                </c:pt>
                <c:pt idx="6242">
                  <c:v>03-01-2022</c:v>
                </c:pt>
                <c:pt idx="6243">
                  <c:v>03-01-2022</c:v>
                </c:pt>
                <c:pt idx="6244">
                  <c:v>03-01-2022</c:v>
                </c:pt>
                <c:pt idx="6245">
                  <c:v>03-01-2022</c:v>
                </c:pt>
                <c:pt idx="6246">
                  <c:v>03-01-2022</c:v>
                </c:pt>
                <c:pt idx="6247">
                  <c:v>03-01-2022</c:v>
                </c:pt>
                <c:pt idx="6248">
                  <c:v>03-01-2022</c:v>
                </c:pt>
                <c:pt idx="6249">
                  <c:v>03-01-2022</c:v>
                </c:pt>
                <c:pt idx="6250">
                  <c:v>03-01-2022</c:v>
                </c:pt>
                <c:pt idx="6251">
                  <c:v>03-01-2022</c:v>
                </c:pt>
                <c:pt idx="6252">
                  <c:v>03-01-2022</c:v>
                </c:pt>
                <c:pt idx="6253">
                  <c:v>03-01-2022</c:v>
                </c:pt>
                <c:pt idx="6254">
                  <c:v>03-01-2022</c:v>
                </c:pt>
                <c:pt idx="6255">
                  <c:v>03-01-2022</c:v>
                </c:pt>
                <c:pt idx="6256">
                  <c:v>03-01-2022</c:v>
                </c:pt>
                <c:pt idx="6257">
                  <c:v>03-01-2022</c:v>
                </c:pt>
                <c:pt idx="6258">
                  <c:v>03-01-2022</c:v>
                </c:pt>
                <c:pt idx="6259">
                  <c:v>03-01-2022</c:v>
                </c:pt>
                <c:pt idx="6260">
                  <c:v>03-01-2022</c:v>
                </c:pt>
                <c:pt idx="6261">
                  <c:v>03-01-2022</c:v>
                </c:pt>
                <c:pt idx="6262">
                  <c:v>03-01-2022</c:v>
                </c:pt>
                <c:pt idx="6263">
                  <c:v>03-01-2022</c:v>
                </c:pt>
                <c:pt idx="6264">
                  <c:v>03-01-2022</c:v>
                </c:pt>
                <c:pt idx="6265">
                  <c:v>03-01-2022</c:v>
                </c:pt>
                <c:pt idx="6266">
                  <c:v>03-01-2022</c:v>
                </c:pt>
                <c:pt idx="6267">
                  <c:v>03-01-2022</c:v>
                </c:pt>
                <c:pt idx="6268">
                  <c:v>03-01-2022</c:v>
                </c:pt>
                <c:pt idx="6269">
                  <c:v>03-01-2022</c:v>
                </c:pt>
                <c:pt idx="6270">
                  <c:v>03-01-2022</c:v>
                </c:pt>
                <c:pt idx="6271">
                  <c:v>03-01-2022</c:v>
                </c:pt>
                <c:pt idx="6272">
                  <c:v>03-01-2022</c:v>
                </c:pt>
                <c:pt idx="6273">
                  <c:v>03-01-2022</c:v>
                </c:pt>
                <c:pt idx="6274">
                  <c:v>03-01-2022</c:v>
                </c:pt>
                <c:pt idx="6275">
                  <c:v>03-01-2022</c:v>
                </c:pt>
                <c:pt idx="6276">
                  <c:v>03-01-2022</c:v>
                </c:pt>
                <c:pt idx="6277">
                  <c:v>03-01-2022</c:v>
                </c:pt>
                <c:pt idx="6278">
                  <c:v>03-01-2022</c:v>
                </c:pt>
                <c:pt idx="6279">
                  <c:v>03-01-2022</c:v>
                </c:pt>
                <c:pt idx="6280">
                  <c:v>03-01-2022</c:v>
                </c:pt>
                <c:pt idx="6281">
                  <c:v>03-01-2022</c:v>
                </c:pt>
                <c:pt idx="6282">
                  <c:v>03-01-2022</c:v>
                </c:pt>
                <c:pt idx="6283">
                  <c:v>03-01-2022</c:v>
                </c:pt>
                <c:pt idx="6284">
                  <c:v>03-01-2022</c:v>
                </c:pt>
                <c:pt idx="6285">
                  <c:v>04-01-2022</c:v>
                </c:pt>
                <c:pt idx="6286">
                  <c:v>04-01-2022</c:v>
                </c:pt>
                <c:pt idx="6287">
                  <c:v>04-01-2022</c:v>
                </c:pt>
                <c:pt idx="6288">
                  <c:v>04-01-2022</c:v>
                </c:pt>
                <c:pt idx="6289">
                  <c:v>04-01-2022</c:v>
                </c:pt>
                <c:pt idx="6290">
                  <c:v>04-01-2022</c:v>
                </c:pt>
                <c:pt idx="6291">
                  <c:v>04-01-2022</c:v>
                </c:pt>
                <c:pt idx="6292">
                  <c:v>04-01-2022</c:v>
                </c:pt>
                <c:pt idx="6293">
                  <c:v>04-01-2022</c:v>
                </c:pt>
                <c:pt idx="6294">
                  <c:v>04-01-2022</c:v>
                </c:pt>
                <c:pt idx="6295">
                  <c:v>04-01-2022</c:v>
                </c:pt>
                <c:pt idx="6296">
                  <c:v>04-01-2022</c:v>
                </c:pt>
                <c:pt idx="6297">
                  <c:v>04-01-2022</c:v>
                </c:pt>
                <c:pt idx="6298">
                  <c:v>04-01-2022</c:v>
                </c:pt>
                <c:pt idx="6299">
                  <c:v>04-01-2022</c:v>
                </c:pt>
                <c:pt idx="6300">
                  <c:v>04-01-2022</c:v>
                </c:pt>
                <c:pt idx="6301">
                  <c:v>04-01-2022</c:v>
                </c:pt>
                <c:pt idx="6302">
                  <c:v>04-01-2022</c:v>
                </c:pt>
                <c:pt idx="6303">
                  <c:v>04-01-2022</c:v>
                </c:pt>
                <c:pt idx="6304">
                  <c:v>04-01-2022</c:v>
                </c:pt>
                <c:pt idx="6305">
                  <c:v>04-01-2022</c:v>
                </c:pt>
                <c:pt idx="6306">
                  <c:v>04-01-2022</c:v>
                </c:pt>
                <c:pt idx="6307">
                  <c:v>04-01-2022</c:v>
                </c:pt>
                <c:pt idx="6308">
                  <c:v>04-01-2022</c:v>
                </c:pt>
                <c:pt idx="6309">
                  <c:v>04-01-2022</c:v>
                </c:pt>
                <c:pt idx="6310">
                  <c:v>04-01-2022</c:v>
                </c:pt>
                <c:pt idx="6311">
                  <c:v>04-01-2022</c:v>
                </c:pt>
                <c:pt idx="6312">
                  <c:v>04-01-2022</c:v>
                </c:pt>
                <c:pt idx="6313">
                  <c:v>04-01-2022</c:v>
                </c:pt>
                <c:pt idx="6314">
                  <c:v>04-01-2022</c:v>
                </c:pt>
                <c:pt idx="6315">
                  <c:v>04-01-2022</c:v>
                </c:pt>
                <c:pt idx="6316">
                  <c:v>04-01-2022</c:v>
                </c:pt>
                <c:pt idx="6317">
                  <c:v>04-01-2022</c:v>
                </c:pt>
                <c:pt idx="6318">
                  <c:v>04-01-2022</c:v>
                </c:pt>
                <c:pt idx="6319">
                  <c:v>04-01-2022</c:v>
                </c:pt>
                <c:pt idx="6320">
                  <c:v>04-01-2022</c:v>
                </c:pt>
                <c:pt idx="6321">
                  <c:v>04-01-2022</c:v>
                </c:pt>
                <c:pt idx="6322">
                  <c:v>04-01-2022</c:v>
                </c:pt>
                <c:pt idx="6323">
                  <c:v>04-01-2022</c:v>
                </c:pt>
                <c:pt idx="6324">
                  <c:v>04-01-2022</c:v>
                </c:pt>
                <c:pt idx="6325">
                  <c:v>04-01-2022</c:v>
                </c:pt>
                <c:pt idx="6326">
                  <c:v>04-01-2022</c:v>
                </c:pt>
                <c:pt idx="6327">
                  <c:v>04-01-2022</c:v>
                </c:pt>
                <c:pt idx="6328">
                  <c:v>04-01-2022</c:v>
                </c:pt>
                <c:pt idx="6329">
                  <c:v>05-01-2022</c:v>
                </c:pt>
                <c:pt idx="6330">
                  <c:v>05-01-2022</c:v>
                </c:pt>
                <c:pt idx="6331">
                  <c:v>05-01-2022</c:v>
                </c:pt>
                <c:pt idx="6332">
                  <c:v>05-01-2022</c:v>
                </c:pt>
                <c:pt idx="6333">
                  <c:v>05-01-2022</c:v>
                </c:pt>
                <c:pt idx="6334">
                  <c:v>05-01-2022</c:v>
                </c:pt>
                <c:pt idx="6335">
                  <c:v>05-01-2022</c:v>
                </c:pt>
                <c:pt idx="6336">
                  <c:v>05-01-2022</c:v>
                </c:pt>
                <c:pt idx="6337">
                  <c:v>05-01-2022</c:v>
                </c:pt>
                <c:pt idx="6338">
                  <c:v>05-01-2022</c:v>
                </c:pt>
                <c:pt idx="6339">
                  <c:v>05-01-2022</c:v>
                </c:pt>
                <c:pt idx="6340">
                  <c:v>05-01-2022</c:v>
                </c:pt>
                <c:pt idx="6341">
                  <c:v>05-01-2022</c:v>
                </c:pt>
                <c:pt idx="6342">
                  <c:v>05-01-2022</c:v>
                </c:pt>
                <c:pt idx="6343">
                  <c:v>05-01-2022</c:v>
                </c:pt>
                <c:pt idx="6344">
                  <c:v>05-01-2022</c:v>
                </c:pt>
                <c:pt idx="6345">
                  <c:v>05-01-2022</c:v>
                </c:pt>
                <c:pt idx="6346">
                  <c:v>05-01-2022</c:v>
                </c:pt>
                <c:pt idx="6347">
                  <c:v>05-01-2022</c:v>
                </c:pt>
                <c:pt idx="6348">
                  <c:v>05-01-2022</c:v>
                </c:pt>
                <c:pt idx="6349">
                  <c:v>05-01-2022</c:v>
                </c:pt>
                <c:pt idx="6350">
                  <c:v>05-01-2022</c:v>
                </c:pt>
                <c:pt idx="6351">
                  <c:v>05-01-2022</c:v>
                </c:pt>
                <c:pt idx="6352">
                  <c:v>05-01-2022</c:v>
                </c:pt>
                <c:pt idx="6353">
                  <c:v>05-01-2022</c:v>
                </c:pt>
                <c:pt idx="6354">
                  <c:v>05-01-2022</c:v>
                </c:pt>
                <c:pt idx="6355">
                  <c:v>05-01-2022</c:v>
                </c:pt>
                <c:pt idx="6356">
                  <c:v>05-01-2022</c:v>
                </c:pt>
                <c:pt idx="6357">
                  <c:v>06-01-2022</c:v>
                </c:pt>
                <c:pt idx="6358">
                  <c:v>06-01-2022</c:v>
                </c:pt>
                <c:pt idx="6359">
                  <c:v>06-01-2022</c:v>
                </c:pt>
                <c:pt idx="6360">
                  <c:v>06-01-2022</c:v>
                </c:pt>
                <c:pt idx="6361">
                  <c:v>06-01-2022</c:v>
                </c:pt>
                <c:pt idx="6362">
                  <c:v>06-01-2022</c:v>
                </c:pt>
                <c:pt idx="6363">
                  <c:v>06-01-2022</c:v>
                </c:pt>
                <c:pt idx="6364">
                  <c:v>06-01-2022</c:v>
                </c:pt>
                <c:pt idx="6365">
                  <c:v>06-01-2022</c:v>
                </c:pt>
                <c:pt idx="6366">
                  <c:v>06-01-2022</c:v>
                </c:pt>
                <c:pt idx="6367">
                  <c:v>06-01-2022</c:v>
                </c:pt>
                <c:pt idx="6368">
                  <c:v>06-01-2022</c:v>
                </c:pt>
                <c:pt idx="6369">
                  <c:v>06-01-2022</c:v>
                </c:pt>
                <c:pt idx="6370">
                  <c:v>06-01-2022</c:v>
                </c:pt>
                <c:pt idx="6371">
                  <c:v>06-01-2022</c:v>
                </c:pt>
                <c:pt idx="6372">
                  <c:v>06-01-2022</c:v>
                </c:pt>
                <c:pt idx="6373">
                  <c:v>06-01-2022</c:v>
                </c:pt>
                <c:pt idx="6374">
                  <c:v>06-01-2022</c:v>
                </c:pt>
                <c:pt idx="6375">
                  <c:v>06-01-2022</c:v>
                </c:pt>
                <c:pt idx="6376">
                  <c:v>06-01-2022</c:v>
                </c:pt>
                <c:pt idx="6377">
                  <c:v>07-01-2022</c:v>
                </c:pt>
                <c:pt idx="6378">
                  <c:v>07-01-2022</c:v>
                </c:pt>
                <c:pt idx="6379">
                  <c:v>07-01-2022</c:v>
                </c:pt>
                <c:pt idx="6380">
                  <c:v>07-01-2022</c:v>
                </c:pt>
                <c:pt idx="6381">
                  <c:v>07-01-2022</c:v>
                </c:pt>
                <c:pt idx="6382">
                  <c:v>07-01-2022</c:v>
                </c:pt>
                <c:pt idx="6383">
                  <c:v>07-01-2022</c:v>
                </c:pt>
                <c:pt idx="6384">
                  <c:v>07-01-2022</c:v>
                </c:pt>
                <c:pt idx="6385">
                  <c:v>07-01-2022</c:v>
                </c:pt>
                <c:pt idx="6386">
                  <c:v>07-01-2022</c:v>
                </c:pt>
                <c:pt idx="6387">
                  <c:v>07-01-2022</c:v>
                </c:pt>
                <c:pt idx="6388">
                  <c:v>07-01-2022</c:v>
                </c:pt>
                <c:pt idx="6389">
                  <c:v>07-01-2022</c:v>
                </c:pt>
                <c:pt idx="6390">
                  <c:v>07-01-2022</c:v>
                </c:pt>
                <c:pt idx="6391">
                  <c:v>07-01-2022</c:v>
                </c:pt>
                <c:pt idx="6392">
                  <c:v>07-01-2022</c:v>
                </c:pt>
                <c:pt idx="6393">
                  <c:v>07-01-2022</c:v>
                </c:pt>
                <c:pt idx="6394">
                  <c:v>07-01-2022</c:v>
                </c:pt>
                <c:pt idx="6395">
                  <c:v>07-01-2022</c:v>
                </c:pt>
                <c:pt idx="6396">
                  <c:v>07-01-2022</c:v>
                </c:pt>
                <c:pt idx="6397">
                  <c:v>08-01-2022</c:v>
                </c:pt>
                <c:pt idx="6398">
                  <c:v>08-01-2022</c:v>
                </c:pt>
                <c:pt idx="6399">
                  <c:v>08-01-2022</c:v>
                </c:pt>
                <c:pt idx="6400">
                  <c:v>08-01-2022</c:v>
                </c:pt>
                <c:pt idx="6401">
                  <c:v>08-01-2022</c:v>
                </c:pt>
                <c:pt idx="6402">
                  <c:v>08-01-2022</c:v>
                </c:pt>
                <c:pt idx="6403">
                  <c:v>08-01-2022</c:v>
                </c:pt>
                <c:pt idx="6404">
                  <c:v>08-01-2022</c:v>
                </c:pt>
                <c:pt idx="6405">
                  <c:v>08-01-2022</c:v>
                </c:pt>
                <c:pt idx="6406">
                  <c:v>08-01-2022</c:v>
                </c:pt>
                <c:pt idx="6407">
                  <c:v>08-01-2022</c:v>
                </c:pt>
                <c:pt idx="6408">
                  <c:v>08-01-2022</c:v>
                </c:pt>
                <c:pt idx="6409">
                  <c:v>08-01-2022</c:v>
                </c:pt>
                <c:pt idx="6410">
                  <c:v>08-01-2022</c:v>
                </c:pt>
                <c:pt idx="6411">
                  <c:v>08-01-2022</c:v>
                </c:pt>
                <c:pt idx="6412">
                  <c:v>08-01-2022</c:v>
                </c:pt>
                <c:pt idx="6413">
                  <c:v>08-01-2022</c:v>
                </c:pt>
                <c:pt idx="6414">
                  <c:v>08-01-2022</c:v>
                </c:pt>
                <c:pt idx="6415">
                  <c:v>08-01-2022</c:v>
                </c:pt>
                <c:pt idx="6416">
                  <c:v>08-01-2022</c:v>
                </c:pt>
                <c:pt idx="6417">
                  <c:v>08-01-2022</c:v>
                </c:pt>
                <c:pt idx="6418">
                  <c:v>08-01-2022</c:v>
                </c:pt>
                <c:pt idx="6419">
                  <c:v>08-01-2022</c:v>
                </c:pt>
                <c:pt idx="6420">
                  <c:v>08-01-2022</c:v>
                </c:pt>
                <c:pt idx="6421">
                  <c:v>08-01-2022</c:v>
                </c:pt>
                <c:pt idx="6422">
                  <c:v>08-01-2022</c:v>
                </c:pt>
                <c:pt idx="6423">
                  <c:v>08-01-2022</c:v>
                </c:pt>
                <c:pt idx="6424">
                  <c:v>08-01-2022</c:v>
                </c:pt>
                <c:pt idx="6425">
                  <c:v>08-01-2022</c:v>
                </c:pt>
                <c:pt idx="6426">
                  <c:v>08-01-2022</c:v>
                </c:pt>
                <c:pt idx="6427">
                  <c:v>08-01-2022</c:v>
                </c:pt>
                <c:pt idx="6428">
                  <c:v>08-01-2022</c:v>
                </c:pt>
                <c:pt idx="6429">
                  <c:v>08-01-2022</c:v>
                </c:pt>
                <c:pt idx="6430">
                  <c:v>08-01-2022</c:v>
                </c:pt>
                <c:pt idx="6431">
                  <c:v>08-01-2022</c:v>
                </c:pt>
                <c:pt idx="6432">
                  <c:v>08-01-2022</c:v>
                </c:pt>
                <c:pt idx="6433">
                  <c:v>08-01-2022</c:v>
                </c:pt>
                <c:pt idx="6434">
                  <c:v>08-01-2022</c:v>
                </c:pt>
                <c:pt idx="6435">
                  <c:v>08-01-2022</c:v>
                </c:pt>
                <c:pt idx="6436">
                  <c:v>08-01-2022</c:v>
                </c:pt>
                <c:pt idx="6437">
                  <c:v>08-01-2022</c:v>
                </c:pt>
                <c:pt idx="6438">
                  <c:v>08-01-2022</c:v>
                </c:pt>
                <c:pt idx="6439">
                  <c:v>08-01-2022</c:v>
                </c:pt>
                <c:pt idx="6440">
                  <c:v>09-01-2022</c:v>
                </c:pt>
                <c:pt idx="6441">
                  <c:v>09-01-2022</c:v>
                </c:pt>
                <c:pt idx="6442">
                  <c:v>09-01-2022</c:v>
                </c:pt>
                <c:pt idx="6443">
                  <c:v>09-01-2022</c:v>
                </c:pt>
                <c:pt idx="6444">
                  <c:v>09-01-2022</c:v>
                </c:pt>
                <c:pt idx="6445">
                  <c:v>09-01-2022</c:v>
                </c:pt>
                <c:pt idx="6446">
                  <c:v>09-01-2022</c:v>
                </c:pt>
                <c:pt idx="6447">
                  <c:v>09-01-2022</c:v>
                </c:pt>
                <c:pt idx="6448">
                  <c:v>09-01-2022</c:v>
                </c:pt>
                <c:pt idx="6449">
                  <c:v>09-01-2022</c:v>
                </c:pt>
                <c:pt idx="6450">
                  <c:v>09-01-2022</c:v>
                </c:pt>
                <c:pt idx="6451">
                  <c:v>09-01-2022</c:v>
                </c:pt>
                <c:pt idx="6452">
                  <c:v>09-01-2022</c:v>
                </c:pt>
                <c:pt idx="6453">
                  <c:v>09-01-2022</c:v>
                </c:pt>
                <c:pt idx="6454">
                  <c:v>09-01-2022</c:v>
                </c:pt>
                <c:pt idx="6455">
                  <c:v>09-01-2022</c:v>
                </c:pt>
                <c:pt idx="6456">
                  <c:v>09-01-2022</c:v>
                </c:pt>
                <c:pt idx="6457">
                  <c:v>09-01-2022</c:v>
                </c:pt>
                <c:pt idx="6458">
                  <c:v>09-01-2022</c:v>
                </c:pt>
                <c:pt idx="6459">
                  <c:v>09-01-2022</c:v>
                </c:pt>
                <c:pt idx="6460">
                  <c:v>09-01-2022</c:v>
                </c:pt>
                <c:pt idx="6461">
                  <c:v>09-01-2022</c:v>
                </c:pt>
                <c:pt idx="6462">
                  <c:v>09-01-2022</c:v>
                </c:pt>
                <c:pt idx="6463">
                  <c:v>09-01-2022</c:v>
                </c:pt>
                <c:pt idx="6464">
                  <c:v>09-01-2022</c:v>
                </c:pt>
                <c:pt idx="6465">
                  <c:v>09-01-2022</c:v>
                </c:pt>
                <c:pt idx="6466">
                  <c:v>09-01-2022</c:v>
                </c:pt>
                <c:pt idx="6467">
                  <c:v>09-01-2022</c:v>
                </c:pt>
                <c:pt idx="6468">
                  <c:v>09-01-2022</c:v>
                </c:pt>
                <c:pt idx="6469">
                  <c:v>09-01-2022</c:v>
                </c:pt>
                <c:pt idx="6470">
                  <c:v>09-01-2022</c:v>
                </c:pt>
                <c:pt idx="6471">
                  <c:v>09-01-2022</c:v>
                </c:pt>
                <c:pt idx="6472">
                  <c:v>09-01-2022</c:v>
                </c:pt>
                <c:pt idx="6473">
                  <c:v>09-01-2022</c:v>
                </c:pt>
                <c:pt idx="6474">
                  <c:v>09-01-2022</c:v>
                </c:pt>
                <c:pt idx="6475">
                  <c:v>09-01-2022</c:v>
                </c:pt>
                <c:pt idx="6476">
                  <c:v>09-01-2022</c:v>
                </c:pt>
                <c:pt idx="6477">
                  <c:v>09-01-2022</c:v>
                </c:pt>
                <c:pt idx="6478">
                  <c:v>09-01-2022</c:v>
                </c:pt>
                <c:pt idx="6479">
                  <c:v>09-01-2022</c:v>
                </c:pt>
                <c:pt idx="6480">
                  <c:v>09-01-2022</c:v>
                </c:pt>
                <c:pt idx="6481">
                  <c:v>09-01-2022</c:v>
                </c:pt>
                <c:pt idx="6482">
                  <c:v>09-01-2022</c:v>
                </c:pt>
                <c:pt idx="6483">
                  <c:v>09-01-2022</c:v>
                </c:pt>
                <c:pt idx="6484">
                  <c:v>09-01-2022</c:v>
                </c:pt>
                <c:pt idx="6485">
                  <c:v>09-01-2022</c:v>
                </c:pt>
                <c:pt idx="6486">
                  <c:v>10-01-2022</c:v>
                </c:pt>
                <c:pt idx="6487">
                  <c:v>10-01-2022</c:v>
                </c:pt>
                <c:pt idx="6488">
                  <c:v>10-01-2022</c:v>
                </c:pt>
                <c:pt idx="6489">
                  <c:v>10-01-2022</c:v>
                </c:pt>
                <c:pt idx="6490">
                  <c:v>10-01-2022</c:v>
                </c:pt>
                <c:pt idx="6491">
                  <c:v>10-01-2022</c:v>
                </c:pt>
                <c:pt idx="6492">
                  <c:v>10-01-2022</c:v>
                </c:pt>
                <c:pt idx="6493">
                  <c:v>10-01-2022</c:v>
                </c:pt>
                <c:pt idx="6494">
                  <c:v>10-01-2022</c:v>
                </c:pt>
                <c:pt idx="6495">
                  <c:v>10-01-2022</c:v>
                </c:pt>
                <c:pt idx="6496">
                  <c:v>10-01-2022</c:v>
                </c:pt>
                <c:pt idx="6497">
                  <c:v>10-01-2022</c:v>
                </c:pt>
                <c:pt idx="6498">
                  <c:v>10-01-2022</c:v>
                </c:pt>
                <c:pt idx="6499">
                  <c:v>10-01-2022</c:v>
                </c:pt>
                <c:pt idx="6500">
                  <c:v>10-01-2022</c:v>
                </c:pt>
                <c:pt idx="6501">
                  <c:v>10-01-2022</c:v>
                </c:pt>
                <c:pt idx="6502">
                  <c:v>10-01-2022</c:v>
                </c:pt>
                <c:pt idx="6503">
                  <c:v>10-01-2022</c:v>
                </c:pt>
                <c:pt idx="6504">
                  <c:v>10-01-2022</c:v>
                </c:pt>
                <c:pt idx="6505">
                  <c:v>10-01-2022</c:v>
                </c:pt>
                <c:pt idx="6506">
                  <c:v>11-01-2022</c:v>
                </c:pt>
                <c:pt idx="6507">
                  <c:v>11-01-2022</c:v>
                </c:pt>
                <c:pt idx="6508">
                  <c:v>11-01-2022</c:v>
                </c:pt>
                <c:pt idx="6509">
                  <c:v>11-01-2022</c:v>
                </c:pt>
                <c:pt idx="6510">
                  <c:v>11-01-2022</c:v>
                </c:pt>
                <c:pt idx="6511">
                  <c:v>11-01-2022</c:v>
                </c:pt>
                <c:pt idx="6512">
                  <c:v>11-01-2022</c:v>
                </c:pt>
                <c:pt idx="6513">
                  <c:v>11-01-2022</c:v>
                </c:pt>
                <c:pt idx="6514">
                  <c:v>11-01-2022</c:v>
                </c:pt>
                <c:pt idx="6515">
                  <c:v>11-01-2022</c:v>
                </c:pt>
                <c:pt idx="6516">
                  <c:v>11-01-2022</c:v>
                </c:pt>
                <c:pt idx="6517">
                  <c:v>11-01-2022</c:v>
                </c:pt>
                <c:pt idx="6518">
                  <c:v>11-01-2022</c:v>
                </c:pt>
                <c:pt idx="6519">
                  <c:v>11-01-2022</c:v>
                </c:pt>
                <c:pt idx="6520">
                  <c:v>11-01-2022</c:v>
                </c:pt>
                <c:pt idx="6521">
                  <c:v>11-01-2022</c:v>
                </c:pt>
                <c:pt idx="6522">
                  <c:v>11-01-2022</c:v>
                </c:pt>
                <c:pt idx="6523">
                  <c:v>11-01-2022</c:v>
                </c:pt>
                <c:pt idx="6524">
                  <c:v>11-01-2022</c:v>
                </c:pt>
                <c:pt idx="6525">
                  <c:v>11-01-2022</c:v>
                </c:pt>
                <c:pt idx="6526">
                  <c:v>11-01-2022</c:v>
                </c:pt>
                <c:pt idx="6527">
                  <c:v>11-01-2022</c:v>
                </c:pt>
                <c:pt idx="6528">
                  <c:v>11-01-2022</c:v>
                </c:pt>
                <c:pt idx="6529">
                  <c:v>11-01-2022</c:v>
                </c:pt>
                <c:pt idx="6530">
                  <c:v>11-01-2022</c:v>
                </c:pt>
                <c:pt idx="6531">
                  <c:v>11-01-2022</c:v>
                </c:pt>
                <c:pt idx="6532">
                  <c:v>11-01-2022</c:v>
                </c:pt>
                <c:pt idx="6533">
                  <c:v>11-01-2022</c:v>
                </c:pt>
                <c:pt idx="6534">
                  <c:v>12-01-2022</c:v>
                </c:pt>
                <c:pt idx="6535">
                  <c:v>12-01-2022</c:v>
                </c:pt>
                <c:pt idx="6536">
                  <c:v>12-01-2022</c:v>
                </c:pt>
                <c:pt idx="6537">
                  <c:v>12-01-2022</c:v>
                </c:pt>
                <c:pt idx="6538">
                  <c:v>12-01-2022</c:v>
                </c:pt>
                <c:pt idx="6539">
                  <c:v>12-01-2022</c:v>
                </c:pt>
                <c:pt idx="6540">
                  <c:v>12-01-2022</c:v>
                </c:pt>
                <c:pt idx="6541">
                  <c:v>12-01-2022</c:v>
                </c:pt>
                <c:pt idx="6542">
                  <c:v>12-01-2022</c:v>
                </c:pt>
                <c:pt idx="6543">
                  <c:v>12-01-2022</c:v>
                </c:pt>
                <c:pt idx="6544">
                  <c:v>12-01-2022</c:v>
                </c:pt>
                <c:pt idx="6545">
                  <c:v>12-01-2022</c:v>
                </c:pt>
                <c:pt idx="6546">
                  <c:v>12-01-2022</c:v>
                </c:pt>
                <c:pt idx="6547">
                  <c:v>12-01-2022</c:v>
                </c:pt>
                <c:pt idx="6548">
                  <c:v>12-01-2022</c:v>
                </c:pt>
                <c:pt idx="6549">
                  <c:v>12-01-2022</c:v>
                </c:pt>
                <c:pt idx="6550">
                  <c:v>12-01-2022</c:v>
                </c:pt>
                <c:pt idx="6551">
                  <c:v>12-01-2022</c:v>
                </c:pt>
                <c:pt idx="6552">
                  <c:v>12-01-2022</c:v>
                </c:pt>
                <c:pt idx="6553">
                  <c:v>12-01-2022</c:v>
                </c:pt>
                <c:pt idx="6554">
                  <c:v>12-01-2022</c:v>
                </c:pt>
                <c:pt idx="6555">
                  <c:v>12-01-2022</c:v>
                </c:pt>
                <c:pt idx="6556">
                  <c:v>12-01-2022</c:v>
                </c:pt>
                <c:pt idx="6557">
                  <c:v>12-01-2022</c:v>
                </c:pt>
                <c:pt idx="6558">
                  <c:v>12-01-2022</c:v>
                </c:pt>
                <c:pt idx="6559">
                  <c:v>12-01-2022</c:v>
                </c:pt>
                <c:pt idx="6560">
                  <c:v>12-01-2022</c:v>
                </c:pt>
                <c:pt idx="6561">
                  <c:v>12-01-2022</c:v>
                </c:pt>
                <c:pt idx="6562">
                  <c:v>12-01-2022</c:v>
                </c:pt>
                <c:pt idx="6563">
                  <c:v>12-01-2022</c:v>
                </c:pt>
                <c:pt idx="6564">
                  <c:v>12-01-2022</c:v>
                </c:pt>
                <c:pt idx="6565">
                  <c:v>12-01-2022</c:v>
                </c:pt>
                <c:pt idx="6566">
                  <c:v>12-01-2022</c:v>
                </c:pt>
                <c:pt idx="6567">
                  <c:v>12-01-2022</c:v>
                </c:pt>
                <c:pt idx="6568">
                  <c:v>12-01-2022</c:v>
                </c:pt>
                <c:pt idx="6569">
                  <c:v>12-01-2022</c:v>
                </c:pt>
                <c:pt idx="6570">
                  <c:v>12-01-2022</c:v>
                </c:pt>
                <c:pt idx="6571">
                  <c:v>12-01-2022</c:v>
                </c:pt>
                <c:pt idx="6572">
                  <c:v>12-01-2022</c:v>
                </c:pt>
                <c:pt idx="6573">
                  <c:v>12-01-2022</c:v>
                </c:pt>
                <c:pt idx="6574">
                  <c:v>12-01-2022</c:v>
                </c:pt>
                <c:pt idx="6575">
                  <c:v>12-01-2022</c:v>
                </c:pt>
                <c:pt idx="6576">
                  <c:v>12-01-2022</c:v>
                </c:pt>
                <c:pt idx="6577">
                  <c:v>12-01-2022</c:v>
                </c:pt>
                <c:pt idx="6578">
                  <c:v>12-01-2022</c:v>
                </c:pt>
                <c:pt idx="6579">
                  <c:v>12-01-2022</c:v>
                </c:pt>
                <c:pt idx="6580">
                  <c:v>13-01-2022</c:v>
                </c:pt>
                <c:pt idx="6581">
                  <c:v>13-01-2022</c:v>
                </c:pt>
                <c:pt idx="6582">
                  <c:v>13-01-2022</c:v>
                </c:pt>
                <c:pt idx="6583">
                  <c:v>13-01-2022</c:v>
                </c:pt>
                <c:pt idx="6584">
                  <c:v>13-01-2022</c:v>
                </c:pt>
                <c:pt idx="6585">
                  <c:v>13-01-2022</c:v>
                </c:pt>
                <c:pt idx="6586">
                  <c:v>13-01-2022</c:v>
                </c:pt>
                <c:pt idx="6587">
                  <c:v>13-01-2022</c:v>
                </c:pt>
                <c:pt idx="6588">
                  <c:v>13-01-2022</c:v>
                </c:pt>
                <c:pt idx="6589">
                  <c:v>13-01-2022</c:v>
                </c:pt>
                <c:pt idx="6590">
                  <c:v>13-01-2022</c:v>
                </c:pt>
                <c:pt idx="6591">
                  <c:v>13-01-2022</c:v>
                </c:pt>
                <c:pt idx="6592">
                  <c:v>13-01-2022</c:v>
                </c:pt>
                <c:pt idx="6593">
                  <c:v>13-01-2022</c:v>
                </c:pt>
                <c:pt idx="6594">
                  <c:v>13-01-2022</c:v>
                </c:pt>
                <c:pt idx="6595">
                  <c:v>13-01-2022</c:v>
                </c:pt>
                <c:pt idx="6596">
                  <c:v>13-01-2022</c:v>
                </c:pt>
                <c:pt idx="6597">
                  <c:v>13-01-2022</c:v>
                </c:pt>
                <c:pt idx="6598">
                  <c:v>13-01-2022</c:v>
                </c:pt>
                <c:pt idx="6599">
                  <c:v>13-01-2022</c:v>
                </c:pt>
                <c:pt idx="6600">
                  <c:v>13-01-2022</c:v>
                </c:pt>
                <c:pt idx="6601">
                  <c:v>13-01-2022</c:v>
                </c:pt>
                <c:pt idx="6602">
                  <c:v>13-01-2022</c:v>
                </c:pt>
                <c:pt idx="6603">
                  <c:v>13-01-2022</c:v>
                </c:pt>
                <c:pt idx="6604">
                  <c:v>13-01-2022</c:v>
                </c:pt>
                <c:pt idx="6605">
                  <c:v>13-01-2022</c:v>
                </c:pt>
                <c:pt idx="6606">
                  <c:v>13-01-2022</c:v>
                </c:pt>
                <c:pt idx="6607">
                  <c:v>13-01-2022</c:v>
                </c:pt>
                <c:pt idx="6608">
                  <c:v>14-01-2022</c:v>
                </c:pt>
                <c:pt idx="6609">
                  <c:v>14-01-2022</c:v>
                </c:pt>
                <c:pt idx="6610">
                  <c:v>14-01-2022</c:v>
                </c:pt>
                <c:pt idx="6611">
                  <c:v>14-01-2022</c:v>
                </c:pt>
                <c:pt idx="6612">
                  <c:v>14-01-2022</c:v>
                </c:pt>
                <c:pt idx="6613">
                  <c:v>14-01-2022</c:v>
                </c:pt>
                <c:pt idx="6614">
                  <c:v>14-01-2022</c:v>
                </c:pt>
                <c:pt idx="6615">
                  <c:v>14-01-2022</c:v>
                </c:pt>
                <c:pt idx="6616">
                  <c:v>14-01-2022</c:v>
                </c:pt>
                <c:pt idx="6617">
                  <c:v>14-01-2022</c:v>
                </c:pt>
                <c:pt idx="6618">
                  <c:v>14-01-2022</c:v>
                </c:pt>
                <c:pt idx="6619">
                  <c:v>14-01-2022</c:v>
                </c:pt>
                <c:pt idx="6620">
                  <c:v>14-01-2022</c:v>
                </c:pt>
                <c:pt idx="6621">
                  <c:v>14-01-2022</c:v>
                </c:pt>
                <c:pt idx="6622">
                  <c:v>14-01-2022</c:v>
                </c:pt>
                <c:pt idx="6623">
                  <c:v>14-01-2022</c:v>
                </c:pt>
                <c:pt idx="6624">
                  <c:v>14-01-2022</c:v>
                </c:pt>
                <c:pt idx="6625">
                  <c:v>14-01-2022</c:v>
                </c:pt>
                <c:pt idx="6626">
                  <c:v>14-01-2022</c:v>
                </c:pt>
                <c:pt idx="6627">
                  <c:v>14-01-2022</c:v>
                </c:pt>
                <c:pt idx="6628">
                  <c:v>15-01-2022</c:v>
                </c:pt>
                <c:pt idx="6629">
                  <c:v>15-01-2022</c:v>
                </c:pt>
                <c:pt idx="6630">
                  <c:v>15-01-2022</c:v>
                </c:pt>
                <c:pt idx="6631">
                  <c:v>15-01-2022</c:v>
                </c:pt>
                <c:pt idx="6632">
                  <c:v>15-01-2022</c:v>
                </c:pt>
                <c:pt idx="6633">
                  <c:v>15-01-2022</c:v>
                </c:pt>
                <c:pt idx="6634">
                  <c:v>15-01-2022</c:v>
                </c:pt>
                <c:pt idx="6635">
                  <c:v>15-01-2022</c:v>
                </c:pt>
                <c:pt idx="6636">
                  <c:v>15-01-2022</c:v>
                </c:pt>
                <c:pt idx="6637">
                  <c:v>15-01-2022</c:v>
                </c:pt>
                <c:pt idx="6638">
                  <c:v>15-01-2022</c:v>
                </c:pt>
                <c:pt idx="6639">
                  <c:v>15-01-2022</c:v>
                </c:pt>
                <c:pt idx="6640">
                  <c:v>15-01-2022</c:v>
                </c:pt>
                <c:pt idx="6641">
                  <c:v>15-01-2022</c:v>
                </c:pt>
                <c:pt idx="6642">
                  <c:v>15-01-2022</c:v>
                </c:pt>
                <c:pt idx="6643">
                  <c:v>15-01-2022</c:v>
                </c:pt>
                <c:pt idx="6644">
                  <c:v>15-01-2022</c:v>
                </c:pt>
                <c:pt idx="6645">
                  <c:v>15-01-2022</c:v>
                </c:pt>
                <c:pt idx="6646">
                  <c:v>15-01-2022</c:v>
                </c:pt>
                <c:pt idx="6647">
                  <c:v>15-01-2022</c:v>
                </c:pt>
                <c:pt idx="6648">
                  <c:v>15-01-2022</c:v>
                </c:pt>
                <c:pt idx="6649">
                  <c:v>15-01-2022</c:v>
                </c:pt>
                <c:pt idx="6650">
                  <c:v>15-01-2022</c:v>
                </c:pt>
                <c:pt idx="6651">
                  <c:v>15-01-2022</c:v>
                </c:pt>
                <c:pt idx="6652">
                  <c:v>15-01-2022</c:v>
                </c:pt>
                <c:pt idx="6653">
                  <c:v>15-01-2022</c:v>
                </c:pt>
                <c:pt idx="6654">
                  <c:v>15-01-2022</c:v>
                </c:pt>
                <c:pt idx="6655">
                  <c:v>15-01-2022</c:v>
                </c:pt>
                <c:pt idx="6656">
                  <c:v>15-01-2022</c:v>
                </c:pt>
                <c:pt idx="6657">
                  <c:v>15-01-2022</c:v>
                </c:pt>
                <c:pt idx="6658">
                  <c:v>15-01-2022</c:v>
                </c:pt>
                <c:pt idx="6659">
                  <c:v>15-01-2022</c:v>
                </c:pt>
                <c:pt idx="6660">
                  <c:v>15-01-2022</c:v>
                </c:pt>
                <c:pt idx="6661">
                  <c:v>15-01-2022</c:v>
                </c:pt>
                <c:pt idx="6662">
                  <c:v>15-01-2022</c:v>
                </c:pt>
                <c:pt idx="6663">
                  <c:v>15-01-2022</c:v>
                </c:pt>
                <c:pt idx="6664">
                  <c:v>15-01-2022</c:v>
                </c:pt>
                <c:pt idx="6665">
                  <c:v>15-01-2022</c:v>
                </c:pt>
                <c:pt idx="6666">
                  <c:v>15-01-2022</c:v>
                </c:pt>
                <c:pt idx="6667">
                  <c:v>15-01-2022</c:v>
                </c:pt>
                <c:pt idx="6668">
                  <c:v>15-01-2022</c:v>
                </c:pt>
                <c:pt idx="6669">
                  <c:v>15-01-2022</c:v>
                </c:pt>
                <c:pt idx="6670">
                  <c:v>16-01-2022</c:v>
                </c:pt>
                <c:pt idx="6671">
                  <c:v>16-01-2022</c:v>
                </c:pt>
                <c:pt idx="6672">
                  <c:v>16-01-2022</c:v>
                </c:pt>
                <c:pt idx="6673">
                  <c:v>16-01-2022</c:v>
                </c:pt>
                <c:pt idx="6674">
                  <c:v>16-01-2022</c:v>
                </c:pt>
                <c:pt idx="6675">
                  <c:v>16-01-2022</c:v>
                </c:pt>
                <c:pt idx="6676">
                  <c:v>16-01-2022</c:v>
                </c:pt>
                <c:pt idx="6677">
                  <c:v>16-01-2022</c:v>
                </c:pt>
                <c:pt idx="6678">
                  <c:v>16-01-2022</c:v>
                </c:pt>
                <c:pt idx="6679">
                  <c:v>16-01-2022</c:v>
                </c:pt>
                <c:pt idx="6680">
                  <c:v>16-01-2022</c:v>
                </c:pt>
                <c:pt idx="6681">
                  <c:v>16-01-2022</c:v>
                </c:pt>
                <c:pt idx="6682">
                  <c:v>16-01-2022</c:v>
                </c:pt>
                <c:pt idx="6683">
                  <c:v>16-01-2022</c:v>
                </c:pt>
                <c:pt idx="6684">
                  <c:v>16-01-2022</c:v>
                </c:pt>
                <c:pt idx="6685">
                  <c:v>16-01-2022</c:v>
                </c:pt>
                <c:pt idx="6686">
                  <c:v>16-01-2022</c:v>
                </c:pt>
                <c:pt idx="6687">
                  <c:v>16-01-2022</c:v>
                </c:pt>
                <c:pt idx="6688">
                  <c:v>16-01-2022</c:v>
                </c:pt>
                <c:pt idx="6689">
                  <c:v>16-01-2022</c:v>
                </c:pt>
                <c:pt idx="6690">
                  <c:v>16-01-2022</c:v>
                </c:pt>
                <c:pt idx="6691">
                  <c:v>16-01-2022</c:v>
                </c:pt>
                <c:pt idx="6692">
                  <c:v>16-01-2022</c:v>
                </c:pt>
                <c:pt idx="6693">
                  <c:v>16-01-2022</c:v>
                </c:pt>
                <c:pt idx="6694">
                  <c:v>16-01-2022</c:v>
                </c:pt>
                <c:pt idx="6695">
                  <c:v>16-01-2022</c:v>
                </c:pt>
                <c:pt idx="6696">
                  <c:v>16-01-2022</c:v>
                </c:pt>
                <c:pt idx="6697">
                  <c:v>16-01-2022</c:v>
                </c:pt>
                <c:pt idx="6698">
                  <c:v>16-01-2022</c:v>
                </c:pt>
                <c:pt idx="6699">
                  <c:v>16-01-2022</c:v>
                </c:pt>
                <c:pt idx="6700">
                  <c:v>16-01-2022</c:v>
                </c:pt>
                <c:pt idx="6701">
                  <c:v>16-01-2022</c:v>
                </c:pt>
                <c:pt idx="6702">
                  <c:v>16-01-2022</c:v>
                </c:pt>
                <c:pt idx="6703">
                  <c:v>16-01-2022</c:v>
                </c:pt>
                <c:pt idx="6704">
                  <c:v>16-01-2022</c:v>
                </c:pt>
                <c:pt idx="6705">
                  <c:v>16-01-2022</c:v>
                </c:pt>
                <c:pt idx="6706">
                  <c:v>16-01-2022</c:v>
                </c:pt>
                <c:pt idx="6707">
                  <c:v>16-01-2022</c:v>
                </c:pt>
                <c:pt idx="6708">
                  <c:v>16-01-2022</c:v>
                </c:pt>
                <c:pt idx="6709">
                  <c:v>16-01-2022</c:v>
                </c:pt>
                <c:pt idx="6710">
                  <c:v>16-01-2022</c:v>
                </c:pt>
                <c:pt idx="6711">
                  <c:v>16-01-2022</c:v>
                </c:pt>
                <c:pt idx="6712">
                  <c:v>16-01-2022</c:v>
                </c:pt>
                <c:pt idx="6713">
                  <c:v>16-01-2022</c:v>
                </c:pt>
                <c:pt idx="6714">
                  <c:v>16-01-2022</c:v>
                </c:pt>
                <c:pt idx="6715">
                  <c:v>16-01-2022</c:v>
                </c:pt>
                <c:pt idx="6716">
                  <c:v>17-01-2022</c:v>
                </c:pt>
                <c:pt idx="6717">
                  <c:v>17-01-2022</c:v>
                </c:pt>
                <c:pt idx="6718">
                  <c:v>17-01-2022</c:v>
                </c:pt>
                <c:pt idx="6719">
                  <c:v>17-01-2022</c:v>
                </c:pt>
                <c:pt idx="6720">
                  <c:v>17-01-2022</c:v>
                </c:pt>
                <c:pt idx="6721">
                  <c:v>17-01-2022</c:v>
                </c:pt>
                <c:pt idx="6722">
                  <c:v>17-01-2022</c:v>
                </c:pt>
                <c:pt idx="6723">
                  <c:v>17-01-2022</c:v>
                </c:pt>
                <c:pt idx="6724">
                  <c:v>17-01-2022</c:v>
                </c:pt>
                <c:pt idx="6725">
                  <c:v>17-01-2022</c:v>
                </c:pt>
                <c:pt idx="6726">
                  <c:v>17-01-2022</c:v>
                </c:pt>
                <c:pt idx="6727">
                  <c:v>17-01-2022</c:v>
                </c:pt>
                <c:pt idx="6728">
                  <c:v>17-01-2022</c:v>
                </c:pt>
                <c:pt idx="6729">
                  <c:v>17-01-2022</c:v>
                </c:pt>
                <c:pt idx="6730">
                  <c:v>17-01-2022</c:v>
                </c:pt>
                <c:pt idx="6731">
                  <c:v>17-01-2022</c:v>
                </c:pt>
                <c:pt idx="6732">
                  <c:v>17-01-2022</c:v>
                </c:pt>
                <c:pt idx="6733">
                  <c:v>17-01-2022</c:v>
                </c:pt>
                <c:pt idx="6734">
                  <c:v>17-01-2022</c:v>
                </c:pt>
                <c:pt idx="6735">
                  <c:v>17-01-2022</c:v>
                </c:pt>
                <c:pt idx="6736">
                  <c:v>17-01-2022</c:v>
                </c:pt>
                <c:pt idx="6737">
                  <c:v>17-01-2022</c:v>
                </c:pt>
                <c:pt idx="6738">
                  <c:v>17-01-2022</c:v>
                </c:pt>
                <c:pt idx="6739">
                  <c:v>17-01-2022</c:v>
                </c:pt>
                <c:pt idx="6740">
                  <c:v>17-01-2022</c:v>
                </c:pt>
                <c:pt idx="6741">
                  <c:v>17-01-2022</c:v>
                </c:pt>
                <c:pt idx="6742">
                  <c:v>17-01-2022</c:v>
                </c:pt>
                <c:pt idx="6743">
                  <c:v>17-01-2022</c:v>
                </c:pt>
                <c:pt idx="6744">
                  <c:v>17-01-2022</c:v>
                </c:pt>
                <c:pt idx="6745">
                  <c:v>17-01-2022</c:v>
                </c:pt>
                <c:pt idx="6746">
                  <c:v>17-01-2022</c:v>
                </c:pt>
                <c:pt idx="6747">
                  <c:v>17-01-2022</c:v>
                </c:pt>
                <c:pt idx="6748">
                  <c:v>17-01-2022</c:v>
                </c:pt>
                <c:pt idx="6749">
                  <c:v>17-01-2022</c:v>
                </c:pt>
                <c:pt idx="6750">
                  <c:v>17-01-2022</c:v>
                </c:pt>
                <c:pt idx="6751">
                  <c:v>17-01-2022</c:v>
                </c:pt>
                <c:pt idx="6752">
                  <c:v>17-01-2022</c:v>
                </c:pt>
                <c:pt idx="6753">
                  <c:v>17-01-2022</c:v>
                </c:pt>
                <c:pt idx="6754">
                  <c:v>17-01-2022</c:v>
                </c:pt>
                <c:pt idx="6755">
                  <c:v>17-01-2022</c:v>
                </c:pt>
                <c:pt idx="6756">
                  <c:v>17-01-2022</c:v>
                </c:pt>
                <c:pt idx="6757">
                  <c:v>17-01-2022</c:v>
                </c:pt>
                <c:pt idx="6758">
                  <c:v>17-01-2022</c:v>
                </c:pt>
                <c:pt idx="6759">
                  <c:v>17-01-2022</c:v>
                </c:pt>
                <c:pt idx="6760">
                  <c:v>17-01-2022</c:v>
                </c:pt>
                <c:pt idx="6761">
                  <c:v>17-01-2022</c:v>
                </c:pt>
                <c:pt idx="6762">
                  <c:v>17-01-2022</c:v>
                </c:pt>
                <c:pt idx="6763">
                  <c:v>18-01-2022</c:v>
                </c:pt>
                <c:pt idx="6764">
                  <c:v>18-01-2022</c:v>
                </c:pt>
                <c:pt idx="6765">
                  <c:v>18-01-2022</c:v>
                </c:pt>
                <c:pt idx="6766">
                  <c:v>18-01-2022</c:v>
                </c:pt>
                <c:pt idx="6767">
                  <c:v>18-01-2022</c:v>
                </c:pt>
                <c:pt idx="6768">
                  <c:v>18-01-2022</c:v>
                </c:pt>
                <c:pt idx="6769">
                  <c:v>18-01-2022</c:v>
                </c:pt>
                <c:pt idx="6770">
                  <c:v>18-01-2022</c:v>
                </c:pt>
                <c:pt idx="6771">
                  <c:v>18-01-2022</c:v>
                </c:pt>
                <c:pt idx="6772">
                  <c:v>18-01-2022</c:v>
                </c:pt>
                <c:pt idx="6773">
                  <c:v>18-01-2022</c:v>
                </c:pt>
                <c:pt idx="6774">
                  <c:v>18-01-2022</c:v>
                </c:pt>
                <c:pt idx="6775">
                  <c:v>18-01-2022</c:v>
                </c:pt>
                <c:pt idx="6776">
                  <c:v>18-01-2022</c:v>
                </c:pt>
                <c:pt idx="6777">
                  <c:v>18-01-2022</c:v>
                </c:pt>
                <c:pt idx="6778">
                  <c:v>18-01-2022</c:v>
                </c:pt>
                <c:pt idx="6779">
                  <c:v>18-01-2022</c:v>
                </c:pt>
                <c:pt idx="6780">
                  <c:v>18-01-2022</c:v>
                </c:pt>
                <c:pt idx="6781">
                  <c:v>18-01-2022</c:v>
                </c:pt>
                <c:pt idx="6782">
                  <c:v>18-01-2022</c:v>
                </c:pt>
                <c:pt idx="6783">
                  <c:v>18-01-2022</c:v>
                </c:pt>
                <c:pt idx="6784">
                  <c:v>18-01-2022</c:v>
                </c:pt>
                <c:pt idx="6785">
                  <c:v>18-01-2022</c:v>
                </c:pt>
                <c:pt idx="6786">
                  <c:v>18-01-2022</c:v>
                </c:pt>
                <c:pt idx="6787">
                  <c:v>18-01-2022</c:v>
                </c:pt>
                <c:pt idx="6788">
                  <c:v>18-01-2022</c:v>
                </c:pt>
                <c:pt idx="6789">
                  <c:v>18-01-2022</c:v>
                </c:pt>
                <c:pt idx="6790">
                  <c:v>18-01-2022</c:v>
                </c:pt>
                <c:pt idx="6791">
                  <c:v>19-01-2022</c:v>
                </c:pt>
                <c:pt idx="6792">
                  <c:v>19-01-2022</c:v>
                </c:pt>
                <c:pt idx="6793">
                  <c:v>19-01-2022</c:v>
                </c:pt>
                <c:pt idx="6794">
                  <c:v>19-01-2022</c:v>
                </c:pt>
                <c:pt idx="6795">
                  <c:v>19-01-2022</c:v>
                </c:pt>
                <c:pt idx="6796">
                  <c:v>19-01-2022</c:v>
                </c:pt>
                <c:pt idx="6797">
                  <c:v>19-01-2022</c:v>
                </c:pt>
                <c:pt idx="6798">
                  <c:v>19-01-2022</c:v>
                </c:pt>
                <c:pt idx="6799">
                  <c:v>19-01-2022</c:v>
                </c:pt>
                <c:pt idx="6800">
                  <c:v>19-01-2022</c:v>
                </c:pt>
                <c:pt idx="6801">
                  <c:v>19-01-2022</c:v>
                </c:pt>
                <c:pt idx="6802">
                  <c:v>19-01-2022</c:v>
                </c:pt>
                <c:pt idx="6803">
                  <c:v>19-01-2022</c:v>
                </c:pt>
                <c:pt idx="6804">
                  <c:v>19-01-2022</c:v>
                </c:pt>
                <c:pt idx="6805">
                  <c:v>19-01-2022</c:v>
                </c:pt>
                <c:pt idx="6806">
                  <c:v>19-01-2022</c:v>
                </c:pt>
                <c:pt idx="6807">
                  <c:v>19-01-2022</c:v>
                </c:pt>
                <c:pt idx="6808">
                  <c:v>19-01-2022</c:v>
                </c:pt>
                <c:pt idx="6809">
                  <c:v>19-01-2022</c:v>
                </c:pt>
                <c:pt idx="6810">
                  <c:v>19-01-2022</c:v>
                </c:pt>
                <c:pt idx="6811">
                  <c:v>19-01-2022</c:v>
                </c:pt>
                <c:pt idx="6812">
                  <c:v>19-01-2022</c:v>
                </c:pt>
                <c:pt idx="6813">
                  <c:v>19-01-2022</c:v>
                </c:pt>
                <c:pt idx="6814">
                  <c:v>19-01-2022</c:v>
                </c:pt>
                <c:pt idx="6815">
                  <c:v>19-01-2022</c:v>
                </c:pt>
                <c:pt idx="6816">
                  <c:v>19-01-2022</c:v>
                </c:pt>
                <c:pt idx="6817">
                  <c:v>19-01-2022</c:v>
                </c:pt>
                <c:pt idx="6818">
                  <c:v>19-01-2022</c:v>
                </c:pt>
                <c:pt idx="6819">
                  <c:v>20-01-2022</c:v>
                </c:pt>
                <c:pt idx="6820">
                  <c:v>20-01-2022</c:v>
                </c:pt>
                <c:pt idx="6821">
                  <c:v>20-01-2022</c:v>
                </c:pt>
                <c:pt idx="6822">
                  <c:v>20-01-2022</c:v>
                </c:pt>
                <c:pt idx="6823">
                  <c:v>20-01-2022</c:v>
                </c:pt>
                <c:pt idx="6824">
                  <c:v>20-01-2022</c:v>
                </c:pt>
                <c:pt idx="6825">
                  <c:v>20-01-2022</c:v>
                </c:pt>
                <c:pt idx="6826">
                  <c:v>20-01-2022</c:v>
                </c:pt>
                <c:pt idx="6827">
                  <c:v>20-01-2022</c:v>
                </c:pt>
                <c:pt idx="6828">
                  <c:v>20-01-2022</c:v>
                </c:pt>
                <c:pt idx="6829">
                  <c:v>20-01-2022</c:v>
                </c:pt>
                <c:pt idx="6830">
                  <c:v>20-01-2022</c:v>
                </c:pt>
                <c:pt idx="6831">
                  <c:v>20-01-2022</c:v>
                </c:pt>
                <c:pt idx="6832">
                  <c:v>20-01-2022</c:v>
                </c:pt>
                <c:pt idx="6833">
                  <c:v>20-01-2022</c:v>
                </c:pt>
                <c:pt idx="6834">
                  <c:v>20-01-2022</c:v>
                </c:pt>
                <c:pt idx="6835">
                  <c:v>20-01-2022</c:v>
                </c:pt>
                <c:pt idx="6836">
                  <c:v>20-01-2022</c:v>
                </c:pt>
                <c:pt idx="6837">
                  <c:v>20-01-2022</c:v>
                </c:pt>
                <c:pt idx="6838">
                  <c:v>20-01-2022</c:v>
                </c:pt>
                <c:pt idx="6839">
                  <c:v>20-01-2022</c:v>
                </c:pt>
                <c:pt idx="6840">
                  <c:v>20-01-2022</c:v>
                </c:pt>
                <c:pt idx="6841">
                  <c:v>20-01-2022</c:v>
                </c:pt>
                <c:pt idx="6842">
                  <c:v>20-01-2022</c:v>
                </c:pt>
                <c:pt idx="6843">
                  <c:v>20-01-2022</c:v>
                </c:pt>
                <c:pt idx="6844">
                  <c:v>20-01-2022</c:v>
                </c:pt>
                <c:pt idx="6845">
                  <c:v>20-01-2022</c:v>
                </c:pt>
                <c:pt idx="6846">
                  <c:v>20-01-2022</c:v>
                </c:pt>
                <c:pt idx="6847">
                  <c:v>21-01-2022</c:v>
                </c:pt>
                <c:pt idx="6848">
                  <c:v>21-01-2022</c:v>
                </c:pt>
                <c:pt idx="6849">
                  <c:v>21-01-2022</c:v>
                </c:pt>
                <c:pt idx="6850">
                  <c:v>21-01-2022</c:v>
                </c:pt>
                <c:pt idx="6851">
                  <c:v>21-01-2022</c:v>
                </c:pt>
                <c:pt idx="6852">
                  <c:v>21-01-2022</c:v>
                </c:pt>
                <c:pt idx="6853">
                  <c:v>21-01-2022</c:v>
                </c:pt>
                <c:pt idx="6854">
                  <c:v>21-01-2022</c:v>
                </c:pt>
                <c:pt idx="6855">
                  <c:v>21-01-2022</c:v>
                </c:pt>
                <c:pt idx="6856">
                  <c:v>21-01-2022</c:v>
                </c:pt>
                <c:pt idx="6857">
                  <c:v>21-01-2022</c:v>
                </c:pt>
                <c:pt idx="6858">
                  <c:v>21-01-2022</c:v>
                </c:pt>
                <c:pt idx="6859">
                  <c:v>21-01-2022</c:v>
                </c:pt>
                <c:pt idx="6860">
                  <c:v>21-01-2022</c:v>
                </c:pt>
                <c:pt idx="6861">
                  <c:v>21-01-2022</c:v>
                </c:pt>
                <c:pt idx="6862">
                  <c:v>21-01-2022</c:v>
                </c:pt>
                <c:pt idx="6863">
                  <c:v>21-01-2022</c:v>
                </c:pt>
                <c:pt idx="6864">
                  <c:v>21-01-2022</c:v>
                </c:pt>
                <c:pt idx="6865">
                  <c:v>21-01-2022</c:v>
                </c:pt>
                <c:pt idx="6866">
                  <c:v>21-01-2022</c:v>
                </c:pt>
                <c:pt idx="6867">
                  <c:v>21-01-2022</c:v>
                </c:pt>
                <c:pt idx="6868">
                  <c:v>21-01-2022</c:v>
                </c:pt>
                <c:pt idx="6869">
                  <c:v>21-01-2022</c:v>
                </c:pt>
                <c:pt idx="6870">
                  <c:v>21-01-2022</c:v>
                </c:pt>
                <c:pt idx="6871">
                  <c:v>21-01-2022</c:v>
                </c:pt>
                <c:pt idx="6872">
                  <c:v>21-01-2022</c:v>
                </c:pt>
                <c:pt idx="6873">
                  <c:v>21-01-2022</c:v>
                </c:pt>
                <c:pt idx="6874">
                  <c:v>21-01-2022</c:v>
                </c:pt>
                <c:pt idx="6875">
                  <c:v>21-01-2022</c:v>
                </c:pt>
                <c:pt idx="6876">
                  <c:v>22-01-2022</c:v>
                </c:pt>
                <c:pt idx="6877">
                  <c:v>22-01-2022</c:v>
                </c:pt>
                <c:pt idx="6878">
                  <c:v>22-01-2022</c:v>
                </c:pt>
                <c:pt idx="6879">
                  <c:v>22-01-2022</c:v>
                </c:pt>
                <c:pt idx="6880">
                  <c:v>22-01-2022</c:v>
                </c:pt>
                <c:pt idx="6881">
                  <c:v>22-01-2022</c:v>
                </c:pt>
                <c:pt idx="6882">
                  <c:v>22-01-2022</c:v>
                </c:pt>
                <c:pt idx="6883">
                  <c:v>22-01-2022</c:v>
                </c:pt>
                <c:pt idx="6884">
                  <c:v>22-01-2022</c:v>
                </c:pt>
                <c:pt idx="6885">
                  <c:v>22-01-2022</c:v>
                </c:pt>
                <c:pt idx="6886">
                  <c:v>22-01-2022</c:v>
                </c:pt>
                <c:pt idx="6887">
                  <c:v>22-01-2022</c:v>
                </c:pt>
                <c:pt idx="6888">
                  <c:v>22-01-2022</c:v>
                </c:pt>
                <c:pt idx="6889">
                  <c:v>22-01-2022</c:v>
                </c:pt>
                <c:pt idx="6890">
                  <c:v>22-01-2022</c:v>
                </c:pt>
                <c:pt idx="6891">
                  <c:v>22-01-2022</c:v>
                </c:pt>
                <c:pt idx="6892">
                  <c:v>22-01-2022</c:v>
                </c:pt>
                <c:pt idx="6893">
                  <c:v>22-01-2022</c:v>
                </c:pt>
                <c:pt idx="6894">
                  <c:v>22-01-2022</c:v>
                </c:pt>
                <c:pt idx="6895">
                  <c:v>22-01-2022</c:v>
                </c:pt>
                <c:pt idx="6896">
                  <c:v>22-01-2022</c:v>
                </c:pt>
                <c:pt idx="6897">
                  <c:v>22-01-2022</c:v>
                </c:pt>
                <c:pt idx="6898">
                  <c:v>22-01-2022</c:v>
                </c:pt>
                <c:pt idx="6899">
                  <c:v>22-01-2022</c:v>
                </c:pt>
                <c:pt idx="6900">
                  <c:v>22-01-2022</c:v>
                </c:pt>
                <c:pt idx="6901">
                  <c:v>22-01-2022</c:v>
                </c:pt>
                <c:pt idx="6902">
                  <c:v>22-01-2022</c:v>
                </c:pt>
                <c:pt idx="6903">
                  <c:v>22-01-2022</c:v>
                </c:pt>
                <c:pt idx="6904">
                  <c:v>22-01-2022</c:v>
                </c:pt>
                <c:pt idx="6905">
                  <c:v>22-01-2022</c:v>
                </c:pt>
                <c:pt idx="6906">
                  <c:v>22-01-2022</c:v>
                </c:pt>
                <c:pt idx="6907">
                  <c:v>22-01-2022</c:v>
                </c:pt>
                <c:pt idx="6908">
                  <c:v>22-01-2022</c:v>
                </c:pt>
                <c:pt idx="6909">
                  <c:v>22-01-2022</c:v>
                </c:pt>
                <c:pt idx="6910">
                  <c:v>23-01-2022</c:v>
                </c:pt>
                <c:pt idx="6911">
                  <c:v>23-01-2022</c:v>
                </c:pt>
                <c:pt idx="6912">
                  <c:v>23-01-2022</c:v>
                </c:pt>
                <c:pt idx="6913">
                  <c:v>23-01-2022</c:v>
                </c:pt>
                <c:pt idx="6914">
                  <c:v>23-01-2022</c:v>
                </c:pt>
                <c:pt idx="6915">
                  <c:v>23-01-2022</c:v>
                </c:pt>
                <c:pt idx="6916">
                  <c:v>23-01-2022</c:v>
                </c:pt>
                <c:pt idx="6917">
                  <c:v>23-01-2022</c:v>
                </c:pt>
                <c:pt idx="6918">
                  <c:v>23-01-2022</c:v>
                </c:pt>
                <c:pt idx="6919">
                  <c:v>23-01-2022</c:v>
                </c:pt>
                <c:pt idx="6920">
                  <c:v>23-01-2022</c:v>
                </c:pt>
                <c:pt idx="6921">
                  <c:v>23-01-2022</c:v>
                </c:pt>
                <c:pt idx="6922">
                  <c:v>23-01-2022</c:v>
                </c:pt>
                <c:pt idx="6923">
                  <c:v>23-01-2022</c:v>
                </c:pt>
                <c:pt idx="6924">
                  <c:v>23-01-2022</c:v>
                </c:pt>
                <c:pt idx="6925">
                  <c:v>23-01-2022</c:v>
                </c:pt>
                <c:pt idx="6926">
                  <c:v>23-01-2022</c:v>
                </c:pt>
                <c:pt idx="6927">
                  <c:v>23-01-2022</c:v>
                </c:pt>
                <c:pt idx="6928">
                  <c:v>23-01-2022</c:v>
                </c:pt>
                <c:pt idx="6929">
                  <c:v>23-01-2022</c:v>
                </c:pt>
                <c:pt idx="6930">
                  <c:v>23-01-2022</c:v>
                </c:pt>
                <c:pt idx="6931">
                  <c:v>23-01-2022</c:v>
                </c:pt>
                <c:pt idx="6932">
                  <c:v>23-01-2022</c:v>
                </c:pt>
                <c:pt idx="6933">
                  <c:v>23-01-2022</c:v>
                </c:pt>
                <c:pt idx="6934">
                  <c:v>23-01-2022</c:v>
                </c:pt>
                <c:pt idx="6935">
                  <c:v>23-01-2022</c:v>
                </c:pt>
                <c:pt idx="6936">
                  <c:v>23-01-2022</c:v>
                </c:pt>
                <c:pt idx="6937">
                  <c:v>23-01-2022</c:v>
                </c:pt>
                <c:pt idx="6938">
                  <c:v>24-01-2022</c:v>
                </c:pt>
                <c:pt idx="6939">
                  <c:v>24-01-2022</c:v>
                </c:pt>
                <c:pt idx="6940">
                  <c:v>24-01-2022</c:v>
                </c:pt>
                <c:pt idx="6941">
                  <c:v>24-01-2022</c:v>
                </c:pt>
                <c:pt idx="6942">
                  <c:v>24-01-2022</c:v>
                </c:pt>
                <c:pt idx="6943">
                  <c:v>24-01-2022</c:v>
                </c:pt>
                <c:pt idx="6944">
                  <c:v>24-01-2022</c:v>
                </c:pt>
                <c:pt idx="6945">
                  <c:v>24-01-2022</c:v>
                </c:pt>
                <c:pt idx="6946">
                  <c:v>24-01-2022</c:v>
                </c:pt>
                <c:pt idx="6947">
                  <c:v>24-01-2022</c:v>
                </c:pt>
                <c:pt idx="6948">
                  <c:v>24-01-2022</c:v>
                </c:pt>
                <c:pt idx="6949">
                  <c:v>24-01-2022</c:v>
                </c:pt>
                <c:pt idx="6950">
                  <c:v>24-01-2022</c:v>
                </c:pt>
                <c:pt idx="6951">
                  <c:v>24-01-2022</c:v>
                </c:pt>
                <c:pt idx="6952">
                  <c:v>24-01-2022</c:v>
                </c:pt>
                <c:pt idx="6953">
                  <c:v>24-01-2022</c:v>
                </c:pt>
                <c:pt idx="6954">
                  <c:v>24-01-2022</c:v>
                </c:pt>
                <c:pt idx="6955">
                  <c:v>24-01-2022</c:v>
                </c:pt>
                <c:pt idx="6956">
                  <c:v>24-01-2022</c:v>
                </c:pt>
                <c:pt idx="6957">
                  <c:v>24-01-2022</c:v>
                </c:pt>
                <c:pt idx="6958">
                  <c:v>24-01-2022</c:v>
                </c:pt>
                <c:pt idx="6959">
                  <c:v>24-01-2022</c:v>
                </c:pt>
                <c:pt idx="6960">
                  <c:v>24-01-2022</c:v>
                </c:pt>
                <c:pt idx="6961">
                  <c:v>24-01-2022</c:v>
                </c:pt>
                <c:pt idx="6962">
                  <c:v>24-01-2022</c:v>
                </c:pt>
                <c:pt idx="6963">
                  <c:v>24-01-2022</c:v>
                </c:pt>
                <c:pt idx="6964">
                  <c:v>24-01-2022</c:v>
                </c:pt>
                <c:pt idx="6965">
                  <c:v>24-01-2022</c:v>
                </c:pt>
                <c:pt idx="6966">
                  <c:v>25-01-2022</c:v>
                </c:pt>
                <c:pt idx="6967">
                  <c:v>25-01-2022</c:v>
                </c:pt>
                <c:pt idx="6968">
                  <c:v>25-01-2022</c:v>
                </c:pt>
                <c:pt idx="6969">
                  <c:v>25-01-2022</c:v>
                </c:pt>
                <c:pt idx="6970">
                  <c:v>25-01-2022</c:v>
                </c:pt>
                <c:pt idx="6971">
                  <c:v>25-01-2022</c:v>
                </c:pt>
                <c:pt idx="6972">
                  <c:v>25-01-2022</c:v>
                </c:pt>
                <c:pt idx="6973">
                  <c:v>25-01-2022</c:v>
                </c:pt>
                <c:pt idx="6974">
                  <c:v>25-01-2022</c:v>
                </c:pt>
                <c:pt idx="6975">
                  <c:v>25-01-2022</c:v>
                </c:pt>
                <c:pt idx="6976">
                  <c:v>25-01-2022</c:v>
                </c:pt>
                <c:pt idx="6977">
                  <c:v>25-01-2022</c:v>
                </c:pt>
                <c:pt idx="6978">
                  <c:v>25-01-2022</c:v>
                </c:pt>
                <c:pt idx="6979">
                  <c:v>25-01-2022</c:v>
                </c:pt>
                <c:pt idx="6980">
                  <c:v>25-01-2022</c:v>
                </c:pt>
                <c:pt idx="6981">
                  <c:v>25-01-2022</c:v>
                </c:pt>
                <c:pt idx="6982">
                  <c:v>25-01-2022</c:v>
                </c:pt>
                <c:pt idx="6983">
                  <c:v>25-01-2022</c:v>
                </c:pt>
                <c:pt idx="6984">
                  <c:v>25-01-2022</c:v>
                </c:pt>
                <c:pt idx="6985">
                  <c:v>25-01-2022</c:v>
                </c:pt>
                <c:pt idx="6986">
                  <c:v>26-01-2022</c:v>
                </c:pt>
                <c:pt idx="6987">
                  <c:v>26-01-2022</c:v>
                </c:pt>
                <c:pt idx="6988">
                  <c:v>26-01-2022</c:v>
                </c:pt>
                <c:pt idx="6989">
                  <c:v>26-01-2022</c:v>
                </c:pt>
                <c:pt idx="6990">
                  <c:v>26-01-2022</c:v>
                </c:pt>
                <c:pt idx="6991">
                  <c:v>26-01-2022</c:v>
                </c:pt>
                <c:pt idx="6992">
                  <c:v>26-01-2022</c:v>
                </c:pt>
                <c:pt idx="6993">
                  <c:v>26-01-2022</c:v>
                </c:pt>
                <c:pt idx="6994">
                  <c:v>26-01-2022</c:v>
                </c:pt>
                <c:pt idx="6995">
                  <c:v>26-01-2022</c:v>
                </c:pt>
                <c:pt idx="6996">
                  <c:v>26-01-2022</c:v>
                </c:pt>
                <c:pt idx="6997">
                  <c:v>26-01-2022</c:v>
                </c:pt>
                <c:pt idx="6998">
                  <c:v>26-01-2022</c:v>
                </c:pt>
                <c:pt idx="6999">
                  <c:v>26-01-2022</c:v>
                </c:pt>
                <c:pt idx="7000">
                  <c:v>26-01-2022</c:v>
                </c:pt>
                <c:pt idx="7001">
                  <c:v>26-01-2022</c:v>
                </c:pt>
                <c:pt idx="7002">
                  <c:v>26-01-2022</c:v>
                </c:pt>
                <c:pt idx="7003">
                  <c:v>26-01-2022</c:v>
                </c:pt>
                <c:pt idx="7004">
                  <c:v>26-01-2022</c:v>
                </c:pt>
                <c:pt idx="7005">
                  <c:v>26-01-2022</c:v>
                </c:pt>
                <c:pt idx="7006">
                  <c:v>26-01-2022</c:v>
                </c:pt>
                <c:pt idx="7007">
                  <c:v>26-01-2022</c:v>
                </c:pt>
                <c:pt idx="7008">
                  <c:v>26-01-2022</c:v>
                </c:pt>
                <c:pt idx="7009">
                  <c:v>26-01-2022</c:v>
                </c:pt>
                <c:pt idx="7010">
                  <c:v>26-01-2022</c:v>
                </c:pt>
                <c:pt idx="7011">
                  <c:v>26-01-2022</c:v>
                </c:pt>
                <c:pt idx="7012">
                  <c:v>26-01-2022</c:v>
                </c:pt>
                <c:pt idx="7013">
                  <c:v>26-01-2022</c:v>
                </c:pt>
                <c:pt idx="7014">
                  <c:v>26-01-2022</c:v>
                </c:pt>
                <c:pt idx="7015">
                  <c:v>27-01-2022</c:v>
                </c:pt>
                <c:pt idx="7016">
                  <c:v>27-01-2022</c:v>
                </c:pt>
                <c:pt idx="7017">
                  <c:v>27-01-2022</c:v>
                </c:pt>
                <c:pt idx="7018">
                  <c:v>27-01-2022</c:v>
                </c:pt>
                <c:pt idx="7019">
                  <c:v>27-01-2022</c:v>
                </c:pt>
                <c:pt idx="7020">
                  <c:v>27-01-2022</c:v>
                </c:pt>
                <c:pt idx="7021">
                  <c:v>27-01-2022</c:v>
                </c:pt>
                <c:pt idx="7022">
                  <c:v>27-01-2022</c:v>
                </c:pt>
                <c:pt idx="7023">
                  <c:v>27-01-2022</c:v>
                </c:pt>
                <c:pt idx="7024">
                  <c:v>27-01-2022</c:v>
                </c:pt>
                <c:pt idx="7025">
                  <c:v>27-01-2022</c:v>
                </c:pt>
                <c:pt idx="7026">
                  <c:v>27-01-2022</c:v>
                </c:pt>
                <c:pt idx="7027">
                  <c:v>27-01-2022</c:v>
                </c:pt>
                <c:pt idx="7028">
                  <c:v>27-01-2022</c:v>
                </c:pt>
                <c:pt idx="7029">
                  <c:v>27-01-2022</c:v>
                </c:pt>
                <c:pt idx="7030">
                  <c:v>27-01-2022</c:v>
                </c:pt>
                <c:pt idx="7031">
                  <c:v>27-01-2022</c:v>
                </c:pt>
                <c:pt idx="7032">
                  <c:v>27-01-2022</c:v>
                </c:pt>
                <c:pt idx="7033">
                  <c:v>27-01-2022</c:v>
                </c:pt>
                <c:pt idx="7034">
                  <c:v>27-01-2022</c:v>
                </c:pt>
                <c:pt idx="7035">
                  <c:v>27-01-2022</c:v>
                </c:pt>
                <c:pt idx="7036">
                  <c:v>27-01-2022</c:v>
                </c:pt>
                <c:pt idx="7037">
                  <c:v>27-01-2022</c:v>
                </c:pt>
                <c:pt idx="7038">
                  <c:v>27-01-2022</c:v>
                </c:pt>
                <c:pt idx="7039">
                  <c:v>27-01-2022</c:v>
                </c:pt>
                <c:pt idx="7040">
                  <c:v>27-01-2022</c:v>
                </c:pt>
                <c:pt idx="7041">
                  <c:v>27-01-2022</c:v>
                </c:pt>
                <c:pt idx="7042">
                  <c:v>27-01-2022</c:v>
                </c:pt>
                <c:pt idx="7043">
                  <c:v>27-01-2022</c:v>
                </c:pt>
                <c:pt idx="7044">
                  <c:v>27-01-2022</c:v>
                </c:pt>
                <c:pt idx="7045">
                  <c:v>27-01-2022</c:v>
                </c:pt>
                <c:pt idx="7046">
                  <c:v>27-01-2022</c:v>
                </c:pt>
                <c:pt idx="7047">
                  <c:v>27-01-2022</c:v>
                </c:pt>
                <c:pt idx="7048">
                  <c:v>27-01-2022</c:v>
                </c:pt>
                <c:pt idx="7049">
                  <c:v>27-01-2022</c:v>
                </c:pt>
                <c:pt idx="7050">
                  <c:v>28-01-2022</c:v>
                </c:pt>
                <c:pt idx="7051">
                  <c:v>28-01-2022</c:v>
                </c:pt>
                <c:pt idx="7052">
                  <c:v>28-01-2022</c:v>
                </c:pt>
                <c:pt idx="7053">
                  <c:v>28-01-2022</c:v>
                </c:pt>
                <c:pt idx="7054">
                  <c:v>28-01-2022</c:v>
                </c:pt>
                <c:pt idx="7055">
                  <c:v>28-01-2022</c:v>
                </c:pt>
                <c:pt idx="7056">
                  <c:v>28-01-2022</c:v>
                </c:pt>
                <c:pt idx="7057">
                  <c:v>28-01-2022</c:v>
                </c:pt>
                <c:pt idx="7058">
                  <c:v>28-01-2022</c:v>
                </c:pt>
                <c:pt idx="7059">
                  <c:v>28-01-2022</c:v>
                </c:pt>
                <c:pt idx="7060">
                  <c:v>28-01-2022</c:v>
                </c:pt>
                <c:pt idx="7061">
                  <c:v>28-01-2022</c:v>
                </c:pt>
                <c:pt idx="7062">
                  <c:v>28-01-2022</c:v>
                </c:pt>
                <c:pt idx="7063">
                  <c:v>28-01-2022</c:v>
                </c:pt>
                <c:pt idx="7064">
                  <c:v>28-01-2022</c:v>
                </c:pt>
                <c:pt idx="7065">
                  <c:v>28-01-2022</c:v>
                </c:pt>
                <c:pt idx="7066">
                  <c:v>28-01-2022</c:v>
                </c:pt>
                <c:pt idx="7067">
                  <c:v>28-01-2022</c:v>
                </c:pt>
                <c:pt idx="7068">
                  <c:v>28-01-2022</c:v>
                </c:pt>
                <c:pt idx="7069">
                  <c:v>28-01-2022</c:v>
                </c:pt>
                <c:pt idx="7070">
                  <c:v>28-01-2022</c:v>
                </c:pt>
                <c:pt idx="7071">
                  <c:v>28-01-2022</c:v>
                </c:pt>
                <c:pt idx="7072">
                  <c:v>28-01-2022</c:v>
                </c:pt>
                <c:pt idx="7073">
                  <c:v>28-01-2022</c:v>
                </c:pt>
                <c:pt idx="7074">
                  <c:v>28-01-2022</c:v>
                </c:pt>
                <c:pt idx="7075">
                  <c:v>28-01-2022</c:v>
                </c:pt>
                <c:pt idx="7076">
                  <c:v>28-01-2022</c:v>
                </c:pt>
                <c:pt idx="7077">
                  <c:v>28-01-2022</c:v>
                </c:pt>
                <c:pt idx="7078">
                  <c:v>29-01-2022</c:v>
                </c:pt>
                <c:pt idx="7079">
                  <c:v>29-01-2022</c:v>
                </c:pt>
                <c:pt idx="7080">
                  <c:v>29-01-2022</c:v>
                </c:pt>
                <c:pt idx="7081">
                  <c:v>29-01-2022</c:v>
                </c:pt>
                <c:pt idx="7082">
                  <c:v>29-01-2022</c:v>
                </c:pt>
                <c:pt idx="7083">
                  <c:v>29-01-2022</c:v>
                </c:pt>
                <c:pt idx="7084">
                  <c:v>29-01-2022</c:v>
                </c:pt>
                <c:pt idx="7085">
                  <c:v>29-01-2022</c:v>
                </c:pt>
                <c:pt idx="7086">
                  <c:v>29-01-2022</c:v>
                </c:pt>
                <c:pt idx="7087">
                  <c:v>29-01-2022</c:v>
                </c:pt>
                <c:pt idx="7088">
                  <c:v>29-01-2022</c:v>
                </c:pt>
                <c:pt idx="7089">
                  <c:v>29-01-2022</c:v>
                </c:pt>
                <c:pt idx="7090">
                  <c:v>29-01-2022</c:v>
                </c:pt>
                <c:pt idx="7091">
                  <c:v>29-01-2022</c:v>
                </c:pt>
                <c:pt idx="7092">
                  <c:v>29-01-2022</c:v>
                </c:pt>
                <c:pt idx="7093">
                  <c:v>29-01-2022</c:v>
                </c:pt>
                <c:pt idx="7094">
                  <c:v>29-01-2022</c:v>
                </c:pt>
                <c:pt idx="7095">
                  <c:v>29-01-2022</c:v>
                </c:pt>
                <c:pt idx="7096">
                  <c:v>29-01-2022</c:v>
                </c:pt>
                <c:pt idx="7097">
                  <c:v>29-01-2022</c:v>
                </c:pt>
                <c:pt idx="7098">
                  <c:v>29-01-2022</c:v>
                </c:pt>
                <c:pt idx="7099">
                  <c:v>29-01-2022</c:v>
                </c:pt>
                <c:pt idx="7100">
                  <c:v>29-01-2022</c:v>
                </c:pt>
                <c:pt idx="7101">
                  <c:v>29-01-2022</c:v>
                </c:pt>
                <c:pt idx="7102">
                  <c:v>29-01-2022</c:v>
                </c:pt>
                <c:pt idx="7103">
                  <c:v>29-01-2022</c:v>
                </c:pt>
                <c:pt idx="7104">
                  <c:v>29-01-2022</c:v>
                </c:pt>
                <c:pt idx="7105">
                  <c:v>29-01-2022</c:v>
                </c:pt>
                <c:pt idx="7106">
                  <c:v>29-01-2022</c:v>
                </c:pt>
                <c:pt idx="7107">
                  <c:v>29-01-2022</c:v>
                </c:pt>
                <c:pt idx="7108">
                  <c:v>30-01-2022</c:v>
                </c:pt>
                <c:pt idx="7109">
                  <c:v>30-01-2022</c:v>
                </c:pt>
                <c:pt idx="7110">
                  <c:v>30-01-2022</c:v>
                </c:pt>
                <c:pt idx="7111">
                  <c:v>30-01-2022</c:v>
                </c:pt>
                <c:pt idx="7112">
                  <c:v>30-01-2022</c:v>
                </c:pt>
                <c:pt idx="7113">
                  <c:v>30-01-2022</c:v>
                </c:pt>
                <c:pt idx="7114">
                  <c:v>30-01-2022</c:v>
                </c:pt>
                <c:pt idx="7115">
                  <c:v>30-01-2022</c:v>
                </c:pt>
                <c:pt idx="7116">
                  <c:v>30-01-2022</c:v>
                </c:pt>
                <c:pt idx="7117">
                  <c:v>30-01-2022</c:v>
                </c:pt>
                <c:pt idx="7118">
                  <c:v>30-01-2022</c:v>
                </c:pt>
                <c:pt idx="7119">
                  <c:v>30-01-2022</c:v>
                </c:pt>
                <c:pt idx="7120">
                  <c:v>30-01-2022</c:v>
                </c:pt>
                <c:pt idx="7121">
                  <c:v>30-01-2022</c:v>
                </c:pt>
                <c:pt idx="7122">
                  <c:v>30-01-2022</c:v>
                </c:pt>
                <c:pt idx="7123">
                  <c:v>30-01-2022</c:v>
                </c:pt>
                <c:pt idx="7124">
                  <c:v>30-01-2022</c:v>
                </c:pt>
                <c:pt idx="7125">
                  <c:v>30-01-2022</c:v>
                </c:pt>
                <c:pt idx="7126">
                  <c:v>30-01-2022</c:v>
                </c:pt>
                <c:pt idx="7127">
                  <c:v>30-01-2022</c:v>
                </c:pt>
                <c:pt idx="7128">
                  <c:v>30-01-2022</c:v>
                </c:pt>
                <c:pt idx="7129">
                  <c:v>30-01-2022</c:v>
                </c:pt>
                <c:pt idx="7130">
                  <c:v>30-01-2022</c:v>
                </c:pt>
                <c:pt idx="7131">
                  <c:v>30-01-2022</c:v>
                </c:pt>
                <c:pt idx="7132">
                  <c:v>30-01-2022</c:v>
                </c:pt>
                <c:pt idx="7133">
                  <c:v>30-01-2022</c:v>
                </c:pt>
                <c:pt idx="7134">
                  <c:v>30-01-2022</c:v>
                </c:pt>
                <c:pt idx="7135">
                  <c:v>30-01-2022</c:v>
                </c:pt>
                <c:pt idx="7136">
                  <c:v>30-01-2022</c:v>
                </c:pt>
                <c:pt idx="7137">
                  <c:v>30-01-2022</c:v>
                </c:pt>
                <c:pt idx="7138">
                  <c:v>30-01-2022</c:v>
                </c:pt>
                <c:pt idx="7139">
                  <c:v>31-01-2022</c:v>
                </c:pt>
                <c:pt idx="7140">
                  <c:v>31-01-2022</c:v>
                </c:pt>
                <c:pt idx="7141">
                  <c:v>31-01-2022</c:v>
                </c:pt>
                <c:pt idx="7142">
                  <c:v>31-01-2022</c:v>
                </c:pt>
                <c:pt idx="7143">
                  <c:v>31-01-2022</c:v>
                </c:pt>
                <c:pt idx="7144">
                  <c:v>31-01-2022</c:v>
                </c:pt>
                <c:pt idx="7145">
                  <c:v>31-01-2022</c:v>
                </c:pt>
                <c:pt idx="7146">
                  <c:v>31-01-2022</c:v>
                </c:pt>
                <c:pt idx="7147">
                  <c:v>31-01-2022</c:v>
                </c:pt>
                <c:pt idx="7148">
                  <c:v>31-01-2022</c:v>
                </c:pt>
                <c:pt idx="7149">
                  <c:v>31-01-2022</c:v>
                </c:pt>
                <c:pt idx="7150">
                  <c:v>31-01-2022</c:v>
                </c:pt>
                <c:pt idx="7151">
                  <c:v>31-01-2022</c:v>
                </c:pt>
                <c:pt idx="7152">
                  <c:v>31-01-2022</c:v>
                </c:pt>
                <c:pt idx="7153">
                  <c:v>31-01-2022</c:v>
                </c:pt>
                <c:pt idx="7154">
                  <c:v>31-01-2022</c:v>
                </c:pt>
                <c:pt idx="7155">
                  <c:v>31-01-2022</c:v>
                </c:pt>
                <c:pt idx="7156">
                  <c:v>31-01-2022</c:v>
                </c:pt>
                <c:pt idx="7157">
                  <c:v>31-01-2022</c:v>
                </c:pt>
                <c:pt idx="7158">
                  <c:v>31-01-2022</c:v>
                </c:pt>
                <c:pt idx="7159">
                  <c:v>31-01-2022</c:v>
                </c:pt>
                <c:pt idx="7160">
                  <c:v>31-01-2022</c:v>
                </c:pt>
                <c:pt idx="7161">
                  <c:v>31-01-2022</c:v>
                </c:pt>
                <c:pt idx="7162">
                  <c:v>31-01-2022</c:v>
                </c:pt>
                <c:pt idx="7163">
                  <c:v>31-01-2022</c:v>
                </c:pt>
                <c:pt idx="7164">
                  <c:v>31-01-2022</c:v>
                </c:pt>
                <c:pt idx="7165">
                  <c:v>31-01-2022</c:v>
                </c:pt>
                <c:pt idx="7166">
                  <c:v>31-01-2022</c:v>
                </c:pt>
                <c:pt idx="7167">
                  <c:v>31-01-2022</c:v>
                </c:pt>
                <c:pt idx="7168">
                  <c:v>31-01-2022</c:v>
                </c:pt>
                <c:pt idx="7169">
                  <c:v>01-02-2022</c:v>
                </c:pt>
                <c:pt idx="7170">
                  <c:v>01-02-2022</c:v>
                </c:pt>
                <c:pt idx="7171">
                  <c:v>01-02-2022</c:v>
                </c:pt>
                <c:pt idx="7172">
                  <c:v>01-02-2022</c:v>
                </c:pt>
                <c:pt idx="7173">
                  <c:v>01-02-2022</c:v>
                </c:pt>
                <c:pt idx="7174">
                  <c:v>01-02-2022</c:v>
                </c:pt>
                <c:pt idx="7175">
                  <c:v>01-02-2022</c:v>
                </c:pt>
                <c:pt idx="7176">
                  <c:v>01-02-2022</c:v>
                </c:pt>
                <c:pt idx="7177">
                  <c:v>01-02-2022</c:v>
                </c:pt>
                <c:pt idx="7178">
                  <c:v>01-02-2022</c:v>
                </c:pt>
                <c:pt idx="7179">
                  <c:v>01-02-2022</c:v>
                </c:pt>
                <c:pt idx="7180">
                  <c:v>01-02-2022</c:v>
                </c:pt>
                <c:pt idx="7181">
                  <c:v>01-02-2022</c:v>
                </c:pt>
                <c:pt idx="7182">
                  <c:v>01-02-2022</c:v>
                </c:pt>
                <c:pt idx="7183">
                  <c:v>01-02-2022</c:v>
                </c:pt>
                <c:pt idx="7184">
                  <c:v>01-02-2022</c:v>
                </c:pt>
                <c:pt idx="7185">
                  <c:v>01-02-2022</c:v>
                </c:pt>
                <c:pt idx="7186">
                  <c:v>01-02-2022</c:v>
                </c:pt>
                <c:pt idx="7187">
                  <c:v>01-02-2022</c:v>
                </c:pt>
                <c:pt idx="7188">
                  <c:v>01-02-2022</c:v>
                </c:pt>
                <c:pt idx="7189">
                  <c:v>01-02-2022</c:v>
                </c:pt>
                <c:pt idx="7190">
                  <c:v>01-02-2022</c:v>
                </c:pt>
                <c:pt idx="7191">
                  <c:v>01-02-2022</c:v>
                </c:pt>
                <c:pt idx="7192">
                  <c:v>01-02-2022</c:v>
                </c:pt>
                <c:pt idx="7193">
                  <c:v>01-02-2022</c:v>
                </c:pt>
                <c:pt idx="7194">
                  <c:v>01-02-2022</c:v>
                </c:pt>
                <c:pt idx="7195">
                  <c:v>01-02-2022</c:v>
                </c:pt>
                <c:pt idx="7196">
                  <c:v>01-02-2022</c:v>
                </c:pt>
                <c:pt idx="7197">
                  <c:v>01-02-2022</c:v>
                </c:pt>
                <c:pt idx="7198">
                  <c:v>01-02-2022</c:v>
                </c:pt>
                <c:pt idx="7199">
                  <c:v>01-02-2022</c:v>
                </c:pt>
                <c:pt idx="7200">
                  <c:v>01-02-2022</c:v>
                </c:pt>
                <c:pt idx="7201">
                  <c:v>02-02-2022</c:v>
                </c:pt>
                <c:pt idx="7202">
                  <c:v>02-02-2022</c:v>
                </c:pt>
                <c:pt idx="7203">
                  <c:v>02-02-2022</c:v>
                </c:pt>
                <c:pt idx="7204">
                  <c:v>02-02-2022</c:v>
                </c:pt>
                <c:pt idx="7205">
                  <c:v>02-02-2022</c:v>
                </c:pt>
                <c:pt idx="7206">
                  <c:v>02-02-2022</c:v>
                </c:pt>
                <c:pt idx="7207">
                  <c:v>02-02-2022</c:v>
                </c:pt>
                <c:pt idx="7208">
                  <c:v>02-02-2022</c:v>
                </c:pt>
                <c:pt idx="7209">
                  <c:v>02-02-2022</c:v>
                </c:pt>
                <c:pt idx="7210">
                  <c:v>02-02-2022</c:v>
                </c:pt>
                <c:pt idx="7211">
                  <c:v>02-02-2022</c:v>
                </c:pt>
                <c:pt idx="7212">
                  <c:v>02-02-2022</c:v>
                </c:pt>
                <c:pt idx="7213">
                  <c:v>02-02-2022</c:v>
                </c:pt>
                <c:pt idx="7214">
                  <c:v>02-02-2022</c:v>
                </c:pt>
                <c:pt idx="7215">
                  <c:v>02-02-2022</c:v>
                </c:pt>
                <c:pt idx="7216">
                  <c:v>02-02-2022</c:v>
                </c:pt>
                <c:pt idx="7217">
                  <c:v>02-02-2022</c:v>
                </c:pt>
                <c:pt idx="7218">
                  <c:v>02-02-2022</c:v>
                </c:pt>
                <c:pt idx="7219">
                  <c:v>02-02-2022</c:v>
                </c:pt>
                <c:pt idx="7220">
                  <c:v>02-02-2022</c:v>
                </c:pt>
                <c:pt idx="7221">
                  <c:v>02-02-2022</c:v>
                </c:pt>
                <c:pt idx="7222">
                  <c:v>02-02-2022</c:v>
                </c:pt>
                <c:pt idx="7223">
                  <c:v>02-02-2022</c:v>
                </c:pt>
                <c:pt idx="7224">
                  <c:v>02-02-2022</c:v>
                </c:pt>
                <c:pt idx="7225">
                  <c:v>02-02-2022</c:v>
                </c:pt>
                <c:pt idx="7226">
                  <c:v>02-02-2022</c:v>
                </c:pt>
                <c:pt idx="7227">
                  <c:v>02-02-2022</c:v>
                </c:pt>
                <c:pt idx="7228">
                  <c:v>02-02-2022</c:v>
                </c:pt>
                <c:pt idx="7229">
                  <c:v>02-02-2022</c:v>
                </c:pt>
                <c:pt idx="7230">
                  <c:v>02-02-2022</c:v>
                </c:pt>
                <c:pt idx="7231">
                  <c:v>02-02-2022</c:v>
                </c:pt>
                <c:pt idx="7232">
                  <c:v>02-02-2022</c:v>
                </c:pt>
                <c:pt idx="7233">
                  <c:v>03-02-2022</c:v>
                </c:pt>
                <c:pt idx="7234">
                  <c:v>03-02-2022</c:v>
                </c:pt>
                <c:pt idx="7235">
                  <c:v>03-02-2022</c:v>
                </c:pt>
                <c:pt idx="7236">
                  <c:v>03-02-2022</c:v>
                </c:pt>
                <c:pt idx="7237">
                  <c:v>03-02-2022</c:v>
                </c:pt>
                <c:pt idx="7238">
                  <c:v>03-02-2022</c:v>
                </c:pt>
                <c:pt idx="7239">
                  <c:v>03-02-2022</c:v>
                </c:pt>
                <c:pt idx="7240">
                  <c:v>03-02-2022</c:v>
                </c:pt>
                <c:pt idx="7241">
                  <c:v>03-02-2022</c:v>
                </c:pt>
                <c:pt idx="7242">
                  <c:v>03-02-2022</c:v>
                </c:pt>
                <c:pt idx="7243">
                  <c:v>03-02-2022</c:v>
                </c:pt>
                <c:pt idx="7244">
                  <c:v>03-02-2022</c:v>
                </c:pt>
                <c:pt idx="7245">
                  <c:v>03-02-2022</c:v>
                </c:pt>
                <c:pt idx="7246">
                  <c:v>03-02-2022</c:v>
                </c:pt>
                <c:pt idx="7247">
                  <c:v>03-02-2022</c:v>
                </c:pt>
                <c:pt idx="7248">
                  <c:v>03-02-2022</c:v>
                </c:pt>
                <c:pt idx="7249">
                  <c:v>03-02-2022</c:v>
                </c:pt>
                <c:pt idx="7250">
                  <c:v>03-02-2022</c:v>
                </c:pt>
                <c:pt idx="7251">
                  <c:v>03-02-2022</c:v>
                </c:pt>
                <c:pt idx="7252">
                  <c:v>03-02-2022</c:v>
                </c:pt>
                <c:pt idx="7253">
                  <c:v>04-02-2022</c:v>
                </c:pt>
                <c:pt idx="7254">
                  <c:v>04-02-2022</c:v>
                </c:pt>
                <c:pt idx="7255">
                  <c:v>04-02-2022</c:v>
                </c:pt>
                <c:pt idx="7256">
                  <c:v>04-02-2022</c:v>
                </c:pt>
                <c:pt idx="7257">
                  <c:v>04-02-2022</c:v>
                </c:pt>
                <c:pt idx="7258">
                  <c:v>04-02-2022</c:v>
                </c:pt>
                <c:pt idx="7259">
                  <c:v>04-02-2022</c:v>
                </c:pt>
                <c:pt idx="7260">
                  <c:v>04-02-2022</c:v>
                </c:pt>
                <c:pt idx="7261">
                  <c:v>04-02-2022</c:v>
                </c:pt>
                <c:pt idx="7262">
                  <c:v>04-02-2022</c:v>
                </c:pt>
                <c:pt idx="7263">
                  <c:v>04-02-2022</c:v>
                </c:pt>
                <c:pt idx="7264">
                  <c:v>04-02-2022</c:v>
                </c:pt>
                <c:pt idx="7265">
                  <c:v>04-02-2022</c:v>
                </c:pt>
                <c:pt idx="7266">
                  <c:v>04-02-2022</c:v>
                </c:pt>
                <c:pt idx="7267">
                  <c:v>04-02-2022</c:v>
                </c:pt>
                <c:pt idx="7268">
                  <c:v>04-02-2022</c:v>
                </c:pt>
                <c:pt idx="7269">
                  <c:v>04-02-2022</c:v>
                </c:pt>
                <c:pt idx="7270">
                  <c:v>04-02-2022</c:v>
                </c:pt>
                <c:pt idx="7271">
                  <c:v>04-02-2022</c:v>
                </c:pt>
                <c:pt idx="7272">
                  <c:v>04-02-2022</c:v>
                </c:pt>
                <c:pt idx="7273">
                  <c:v>04-02-2022</c:v>
                </c:pt>
                <c:pt idx="7274">
                  <c:v>04-02-2022</c:v>
                </c:pt>
                <c:pt idx="7275">
                  <c:v>04-02-2022</c:v>
                </c:pt>
                <c:pt idx="7276">
                  <c:v>04-02-2022</c:v>
                </c:pt>
                <c:pt idx="7277">
                  <c:v>04-02-2022</c:v>
                </c:pt>
                <c:pt idx="7278">
                  <c:v>04-02-2022</c:v>
                </c:pt>
                <c:pt idx="7279">
                  <c:v>04-02-2022</c:v>
                </c:pt>
                <c:pt idx="7280">
                  <c:v>04-02-2022</c:v>
                </c:pt>
                <c:pt idx="7281">
                  <c:v>04-02-2022</c:v>
                </c:pt>
                <c:pt idx="7282">
                  <c:v>04-02-2022</c:v>
                </c:pt>
                <c:pt idx="7283">
                  <c:v>04-02-2022</c:v>
                </c:pt>
                <c:pt idx="7284">
                  <c:v>04-02-2022</c:v>
                </c:pt>
                <c:pt idx="7285">
                  <c:v>05-02-2022</c:v>
                </c:pt>
                <c:pt idx="7286">
                  <c:v>05-02-2022</c:v>
                </c:pt>
                <c:pt idx="7287">
                  <c:v>05-02-2022</c:v>
                </c:pt>
                <c:pt idx="7288">
                  <c:v>05-02-2022</c:v>
                </c:pt>
                <c:pt idx="7289">
                  <c:v>05-02-2022</c:v>
                </c:pt>
                <c:pt idx="7290">
                  <c:v>05-02-2022</c:v>
                </c:pt>
                <c:pt idx="7291">
                  <c:v>05-02-2022</c:v>
                </c:pt>
                <c:pt idx="7292">
                  <c:v>05-02-2022</c:v>
                </c:pt>
                <c:pt idx="7293">
                  <c:v>05-02-2022</c:v>
                </c:pt>
                <c:pt idx="7294">
                  <c:v>05-02-2022</c:v>
                </c:pt>
                <c:pt idx="7295">
                  <c:v>05-02-2022</c:v>
                </c:pt>
                <c:pt idx="7296">
                  <c:v>05-02-2022</c:v>
                </c:pt>
                <c:pt idx="7297">
                  <c:v>05-02-2022</c:v>
                </c:pt>
                <c:pt idx="7298">
                  <c:v>05-02-2022</c:v>
                </c:pt>
                <c:pt idx="7299">
                  <c:v>05-02-2022</c:v>
                </c:pt>
                <c:pt idx="7300">
                  <c:v>05-02-2022</c:v>
                </c:pt>
                <c:pt idx="7301">
                  <c:v>05-02-2022</c:v>
                </c:pt>
                <c:pt idx="7302">
                  <c:v>05-02-2022</c:v>
                </c:pt>
                <c:pt idx="7303">
                  <c:v>05-02-2022</c:v>
                </c:pt>
                <c:pt idx="7304">
                  <c:v>05-02-2022</c:v>
                </c:pt>
                <c:pt idx="7305">
                  <c:v>05-02-2022</c:v>
                </c:pt>
                <c:pt idx="7306">
                  <c:v>05-02-2022</c:v>
                </c:pt>
                <c:pt idx="7307">
                  <c:v>05-02-2022</c:v>
                </c:pt>
                <c:pt idx="7308">
                  <c:v>05-02-2022</c:v>
                </c:pt>
                <c:pt idx="7309">
                  <c:v>05-02-2022</c:v>
                </c:pt>
                <c:pt idx="7310">
                  <c:v>05-02-2022</c:v>
                </c:pt>
                <c:pt idx="7311">
                  <c:v>05-02-2022</c:v>
                </c:pt>
                <c:pt idx="7312">
                  <c:v>05-02-2022</c:v>
                </c:pt>
                <c:pt idx="7313">
                  <c:v>05-02-2022</c:v>
                </c:pt>
                <c:pt idx="7314">
                  <c:v>05-02-2022</c:v>
                </c:pt>
                <c:pt idx="7315">
                  <c:v>05-02-2022</c:v>
                </c:pt>
                <c:pt idx="7316">
                  <c:v>05-02-2022</c:v>
                </c:pt>
                <c:pt idx="7317">
                  <c:v>05-02-2022</c:v>
                </c:pt>
                <c:pt idx="7318">
                  <c:v>05-02-2022</c:v>
                </c:pt>
                <c:pt idx="7319">
                  <c:v>05-02-2022</c:v>
                </c:pt>
                <c:pt idx="7320">
                  <c:v>05-02-2022</c:v>
                </c:pt>
                <c:pt idx="7321">
                  <c:v>05-02-2022</c:v>
                </c:pt>
                <c:pt idx="7322">
                  <c:v>05-02-2022</c:v>
                </c:pt>
                <c:pt idx="7323">
                  <c:v>05-02-2022</c:v>
                </c:pt>
                <c:pt idx="7324">
                  <c:v>05-02-2022</c:v>
                </c:pt>
                <c:pt idx="7325">
                  <c:v>05-02-2022</c:v>
                </c:pt>
                <c:pt idx="7326">
                  <c:v>05-02-2022</c:v>
                </c:pt>
                <c:pt idx="7327">
                  <c:v>05-02-2022</c:v>
                </c:pt>
                <c:pt idx="7328">
                  <c:v>05-02-2022</c:v>
                </c:pt>
                <c:pt idx="7329">
                  <c:v>05-02-2022</c:v>
                </c:pt>
                <c:pt idx="7330">
                  <c:v>06-02-2022</c:v>
                </c:pt>
                <c:pt idx="7331">
                  <c:v>06-02-2022</c:v>
                </c:pt>
                <c:pt idx="7332">
                  <c:v>06-02-2022</c:v>
                </c:pt>
                <c:pt idx="7333">
                  <c:v>06-02-2022</c:v>
                </c:pt>
                <c:pt idx="7334">
                  <c:v>06-02-2022</c:v>
                </c:pt>
                <c:pt idx="7335">
                  <c:v>06-02-2022</c:v>
                </c:pt>
                <c:pt idx="7336">
                  <c:v>06-02-2022</c:v>
                </c:pt>
                <c:pt idx="7337">
                  <c:v>06-02-2022</c:v>
                </c:pt>
                <c:pt idx="7338">
                  <c:v>06-02-2022</c:v>
                </c:pt>
                <c:pt idx="7339">
                  <c:v>06-02-2022</c:v>
                </c:pt>
                <c:pt idx="7340">
                  <c:v>06-02-2022</c:v>
                </c:pt>
                <c:pt idx="7341">
                  <c:v>06-02-2022</c:v>
                </c:pt>
                <c:pt idx="7342">
                  <c:v>06-02-2022</c:v>
                </c:pt>
                <c:pt idx="7343">
                  <c:v>06-02-2022</c:v>
                </c:pt>
                <c:pt idx="7344">
                  <c:v>06-02-2022</c:v>
                </c:pt>
                <c:pt idx="7345">
                  <c:v>06-02-2022</c:v>
                </c:pt>
                <c:pt idx="7346">
                  <c:v>06-02-2022</c:v>
                </c:pt>
                <c:pt idx="7347">
                  <c:v>06-02-2022</c:v>
                </c:pt>
                <c:pt idx="7348">
                  <c:v>06-02-2022</c:v>
                </c:pt>
                <c:pt idx="7349">
                  <c:v>06-02-2022</c:v>
                </c:pt>
                <c:pt idx="7350">
                  <c:v>06-02-2022</c:v>
                </c:pt>
                <c:pt idx="7351">
                  <c:v>06-02-2022</c:v>
                </c:pt>
                <c:pt idx="7352">
                  <c:v>06-02-2022</c:v>
                </c:pt>
                <c:pt idx="7353">
                  <c:v>06-02-2022</c:v>
                </c:pt>
                <c:pt idx="7354">
                  <c:v>07-02-2022</c:v>
                </c:pt>
                <c:pt idx="7355">
                  <c:v>07-02-2022</c:v>
                </c:pt>
                <c:pt idx="7356">
                  <c:v>07-02-2022</c:v>
                </c:pt>
                <c:pt idx="7357">
                  <c:v>07-02-2022</c:v>
                </c:pt>
                <c:pt idx="7358">
                  <c:v>07-02-2022</c:v>
                </c:pt>
                <c:pt idx="7359">
                  <c:v>07-02-2022</c:v>
                </c:pt>
                <c:pt idx="7360">
                  <c:v>07-02-2022</c:v>
                </c:pt>
                <c:pt idx="7361">
                  <c:v>07-02-2022</c:v>
                </c:pt>
                <c:pt idx="7362">
                  <c:v>07-02-2022</c:v>
                </c:pt>
                <c:pt idx="7363">
                  <c:v>07-02-2022</c:v>
                </c:pt>
                <c:pt idx="7364">
                  <c:v>07-02-2022</c:v>
                </c:pt>
                <c:pt idx="7365">
                  <c:v>07-02-2022</c:v>
                </c:pt>
                <c:pt idx="7366">
                  <c:v>07-02-2022</c:v>
                </c:pt>
                <c:pt idx="7367">
                  <c:v>07-02-2022</c:v>
                </c:pt>
                <c:pt idx="7368">
                  <c:v>07-02-2022</c:v>
                </c:pt>
                <c:pt idx="7369">
                  <c:v>07-02-2022</c:v>
                </c:pt>
                <c:pt idx="7370">
                  <c:v>07-02-2022</c:v>
                </c:pt>
                <c:pt idx="7371">
                  <c:v>07-02-2022</c:v>
                </c:pt>
                <c:pt idx="7372">
                  <c:v>07-02-2022</c:v>
                </c:pt>
                <c:pt idx="7373">
                  <c:v>07-02-2022</c:v>
                </c:pt>
                <c:pt idx="7374">
                  <c:v>07-02-2022</c:v>
                </c:pt>
                <c:pt idx="7375">
                  <c:v>07-02-2022</c:v>
                </c:pt>
                <c:pt idx="7376">
                  <c:v>07-02-2022</c:v>
                </c:pt>
                <c:pt idx="7377">
                  <c:v>07-02-2022</c:v>
                </c:pt>
                <c:pt idx="7378">
                  <c:v>07-02-2022</c:v>
                </c:pt>
                <c:pt idx="7379">
                  <c:v>07-02-2022</c:v>
                </c:pt>
                <c:pt idx="7380">
                  <c:v>07-02-2022</c:v>
                </c:pt>
                <c:pt idx="7381">
                  <c:v>07-02-2022</c:v>
                </c:pt>
                <c:pt idx="7382">
                  <c:v>07-02-2022</c:v>
                </c:pt>
                <c:pt idx="7383">
                  <c:v>07-02-2022</c:v>
                </c:pt>
                <c:pt idx="7384">
                  <c:v>07-02-2022</c:v>
                </c:pt>
                <c:pt idx="7385">
                  <c:v>07-02-2022</c:v>
                </c:pt>
                <c:pt idx="7386">
                  <c:v>07-02-2022</c:v>
                </c:pt>
                <c:pt idx="7387">
                  <c:v>07-02-2022</c:v>
                </c:pt>
                <c:pt idx="7388">
                  <c:v>07-02-2022</c:v>
                </c:pt>
                <c:pt idx="7389">
                  <c:v>08-02-2022</c:v>
                </c:pt>
                <c:pt idx="7390">
                  <c:v>08-02-2022</c:v>
                </c:pt>
                <c:pt idx="7391">
                  <c:v>08-02-2022</c:v>
                </c:pt>
                <c:pt idx="7392">
                  <c:v>08-02-2022</c:v>
                </c:pt>
                <c:pt idx="7393">
                  <c:v>08-02-2022</c:v>
                </c:pt>
                <c:pt idx="7394">
                  <c:v>08-02-2022</c:v>
                </c:pt>
                <c:pt idx="7395">
                  <c:v>08-02-2022</c:v>
                </c:pt>
                <c:pt idx="7396">
                  <c:v>08-02-2022</c:v>
                </c:pt>
                <c:pt idx="7397">
                  <c:v>08-02-2022</c:v>
                </c:pt>
                <c:pt idx="7398">
                  <c:v>08-02-2022</c:v>
                </c:pt>
                <c:pt idx="7399">
                  <c:v>08-02-2022</c:v>
                </c:pt>
                <c:pt idx="7400">
                  <c:v>08-02-2022</c:v>
                </c:pt>
                <c:pt idx="7401">
                  <c:v>08-02-2022</c:v>
                </c:pt>
                <c:pt idx="7402">
                  <c:v>08-02-2022</c:v>
                </c:pt>
                <c:pt idx="7403">
                  <c:v>08-02-2022</c:v>
                </c:pt>
                <c:pt idx="7404">
                  <c:v>08-02-2022</c:v>
                </c:pt>
                <c:pt idx="7405">
                  <c:v>08-02-2022</c:v>
                </c:pt>
                <c:pt idx="7406">
                  <c:v>08-02-2022</c:v>
                </c:pt>
                <c:pt idx="7407">
                  <c:v>08-02-2022</c:v>
                </c:pt>
                <c:pt idx="7408">
                  <c:v>08-02-2022</c:v>
                </c:pt>
                <c:pt idx="7409">
                  <c:v>08-02-2022</c:v>
                </c:pt>
                <c:pt idx="7410">
                  <c:v>08-02-2022</c:v>
                </c:pt>
                <c:pt idx="7411">
                  <c:v>08-02-2022</c:v>
                </c:pt>
                <c:pt idx="7412">
                  <c:v>08-02-2022</c:v>
                </c:pt>
                <c:pt idx="7413">
                  <c:v>08-02-2022</c:v>
                </c:pt>
                <c:pt idx="7414">
                  <c:v>08-02-2022</c:v>
                </c:pt>
                <c:pt idx="7415">
                  <c:v>08-02-2022</c:v>
                </c:pt>
                <c:pt idx="7416">
                  <c:v>08-02-2022</c:v>
                </c:pt>
                <c:pt idx="7417">
                  <c:v>09-02-2022</c:v>
                </c:pt>
                <c:pt idx="7418">
                  <c:v>09-02-2022</c:v>
                </c:pt>
                <c:pt idx="7419">
                  <c:v>09-02-2022</c:v>
                </c:pt>
                <c:pt idx="7420">
                  <c:v>09-02-2022</c:v>
                </c:pt>
                <c:pt idx="7421">
                  <c:v>09-02-2022</c:v>
                </c:pt>
                <c:pt idx="7422">
                  <c:v>09-02-2022</c:v>
                </c:pt>
                <c:pt idx="7423">
                  <c:v>09-02-2022</c:v>
                </c:pt>
                <c:pt idx="7424">
                  <c:v>09-02-2022</c:v>
                </c:pt>
                <c:pt idx="7425">
                  <c:v>09-02-2022</c:v>
                </c:pt>
                <c:pt idx="7426">
                  <c:v>09-02-2022</c:v>
                </c:pt>
                <c:pt idx="7427">
                  <c:v>09-02-2022</c:v>
                </c:pt>
                <c:pt idx="7428">
                  <c:v>09-02-2022</c:v>
                </c:pt>
                <c:pt idx="7429">
                  <c:v>09-02-2022</c:v>
                </c:pt>
                <c:pt idx="7430">
                  <c:v>09-02-2022</c:v>
                </c:pt>
                <c:pt idx="7431">
                  <c:v>09-02-2022</c:v>
                </c:pt>
                <c:pt idx="7432">
                  <c:v>09-02-2022</c:v>
                </c:pt>
                <c:pt idx="7433">
                  <c:v>09-02-2022</c:v>
                </c:pt>
                <c:pt idx="7434">
                  <c:v>09-02-2022</c:v>
                </c:pt>
                <c:pt idx="7435">
                  <c:v>09-02-2022</c:v>
                </c:pt>
                <c:pt idx="7436">
                  <c:v>09-02-2022</c:v>
                </c:pt>
                <c:pt idx="7437">
                  <c:v>09-02-2022</c:v>
                </c:pt>
                <c:pt idx="7438">
                  <c:v>09-02-2022</c:v>
                </c:pt>
                <c:pt idx="7439">
                  <c:v>09-02-2022</c:v>
                </c:pt>
                <c:pt idx="7440">
                  <c:v>09-02-2022</c:v>
                </c:pt>
                <c:pt idx="7441">
                  <c:v>09-02-2022</c:v>
                </c:pt>
                <c:pt idx="7442">
                  <c:v>09-02-2022</c:v>
                </c:pt>
                <c:pt idx="7443">
                  <c:v>09-02-2022</c:v>
                </c:pt>
                <c:pt idx="7444">
                  <c:v>09-02-2022</c:v>
                </c:pt>
                <c:pt idx="7445">
                  <c:v>09-02-2022</c:v>
                </c:pt>
                <c:pt idx="7446">
                  <c:v>09-02-2022</c:v>
                </c:pt>
                <c:pt idx="7447">
                  <c:v>10-02-2022</c:v>
                </c:pt>
                <c:pt idx="7448">
                  <c:v>10-02-2022</c:v>
                </c:pt>
                <c:pt idx="7449">
                  <c:v>10-02-2022</c:v>
                </c:pt>
                <c:pt idx="7450">
                  <c:v>10-02-2022</c:v>
                </c:pt>
                <c:pt idx="7451">
                  <c:v>10-02-2022</c:v>
                </c:pt>
                <c:pt idx="7452">
                  <c:v>10-02-2022</c:v>
                </c:pt>
                <c:pt idx="7453">
                  <c:v>10-02-2022</c:v>
                </c:pt>
                <c:pt idx="7454">
                  <c:v>10-02-2022</c:v>
                </c:pt>
                <c:pt idx="7455">
                  <c:v>10-02-2022</c:v>
                </c:pt>
                <c:pt idx="7456">
                  <c:v>10-02-2022</c:v>
                </c:pt>
                <c:pt idx="7457">
                  <c:v>10-02-2022</c:v>
                </c:pt>
                <c:pt idx="7458">
                  <c:v>10-02-2022</c:v>
                </c:pt>
                <c:pt idx="7459">
                  <c:v>10-02-2022</c:v>
                </c:pt>
                <c:pt idx="7460">
                  <c:v>10-02-2022</c:v>
                </c:pt>
                <c:pt idx="7461">
                  <c:v>10-02-2022</c:v>
                </c:pt>
                <c:pt idx="7462">
                  <c:v>10-02-2022</c:v>
                </c:pt>
                <c:pt idx="7463">
                  <c:v>10-02-2022</c:v>
                </c:pt>
                <c:pt idx="7464">
                  <c:v>10-02-2022</c:v>
                </c:pt>
                <c:pt idx="7465">
                  <c:v>10-02-2022</c:v>
                </c:pt>
                <c:pt idx="7466">
                  <c:v>10-02-2022</c:v>
                </c:pt>
                <c:pt idx="7467">
                  <c:v>10-02-2022</c:v>
                </c:pt>
                <c:pt idx="7468">
                  <c:v>10-02-2022</c:v>
                </c:pt>
                <c:pt idx="7469">
                  <c:v>10-02-2022</c:v>
                </c:pt>
                <c:pt idx="7470">
                  <c:v>10-02-2022</c:v>
                </c:pt>
                <c:pt idx="7471">
                  <c:v>10-02-2022</c:v>
                </c:pt>
                <c:pt idx="7472">
                  <c:v>10-02-2022</c:v>
                </c:pt>
                <c:pt idx="7473">
                  <c:v>10-02-2022</c:v>
                </c:pt>
                <c:pt idx="7474">
                  <c:v>10-02-2022</c:v>
                </c:pt>
                <c:pt idx="7475">
                  <c:v>10-02-2022</c:v>
                </c:pt>
                <c:pt idx="7476">
                  <c:v>10-02-2022</c:v>
                </c:pt>
                <c:pt idx="7477">
                  <c:v>10-02-2022</c:v>
                </c:pt>
                <c:pt idx="7478">
                  <c:v>10-02-2022</c:v>
                </c:pt>
                <c:pt idx="7479">
                  <c:v>10-02-2022</c:v>
                </c:pt>
                <c:pt idx="7480">
                  <c:v>10-02-2022</c:v>
                </c:pt>
                <c:pt idx="7481">
                  <c:v>10-02-2022</c:v>
                </c:pt>
                <c:pt idx="7482">
                  <c:v>10-02-2022</c:v>
                </c:pt>
                <c:pt idx="7483">
                  <c:v>10-02-2022</c:v>
                </c:pt>
                <c:pt idx="7484">
                  <c:v>10-02-2022</c:v>
                </c:pt>
                <c:pt idx="7485">
                  <c:v>10-02-2022</c:v>
                </c:pt>
                <c:pt idx="7486">
                  <c:v>10-02-2022</c:v>
                </c:pt>
                <c:pt idx="7487">
                  <c:v>10-02-2022</c:v>
                </c:pt>
                <c:pt idx="7488">
                  <c:v>10-02-2022</c:v>
                </c:pt>
                <c:pt idx="7489">
                  <c:v>10-02-2022</c:v>
                </c:pt>
                <c:pt idx="7490">
                  <c:v>10-02-2022</c:v>
                </c:pt>
                <c:pt idx="7491">
                  <c:v>10-02-2022</c:v>
                </c:pt>
                <c:pt idx="7492">
                  <c:v>10-02-2022</c:v>
                </c:pt>
                <c:pt idx="7493">
                  <c:v>11-02-2022</c:v>
                </c:pt>
                <c:pt idx="7494">
                  <c:v>11-02-2022</c:v>
                </c:pt>
                <c:pt idx="7495">
                  <c:v>11-02-2022</c:v>
                </c:pt>
                <c:pt idx="7496">
                  <c:v>11-02-2022</c:v>
                </c:pt>
                <c:pt idx="7497">
                  <c:v>11-02-2022</c:v>
                </c:pt>
                <c:pt idx="7498">
                  <c:v>11-02-2022</c:v>
                </c:pt>
                <c:pt idx="7499">
                  <c:v>11-02-2022</c:v>
                </c:pt>
                <c:pt idx="7500">
                  <c:v>11-02-2022</c:v>
                </c:pt>
                <c:pt idx="7501">
                  <c:v>11-02-2022</c:v>
                </c:pt>
                <c:pt idx="7502">
                  <c:v>11-02-2022</c:v>
                </c:pt>
                <c:pt idx="7503">
                  <c:v>11-02-2022</c:v>
                </c:pt>
                <c:pt idx="7504">
                  <c:v>11-02-2022</c:v>
                </c:pt>
                <c:pt idx="7505">
                  <c:v>11-02-2022</c:v>
                </c:pt>
                <c:pt idx="7506">
                  <c:v>11-02-2022</c:v>
                </c:pt>
                <c:pt idx="7507">
                  <c:v>11-02-2022</c:v>
                </c:pt>
                <c:pt idx="7508">
                  <c:v>11-02-2022</c:v>
                </c:pt>
                <c:pt idx="7509">
                  <c:v>11-02-2022</c:v>
                </c:pt>
                <c:pt idx="7510">
                  <c:v>11-02-2022</c:v>
                </c:pt>
                <c:pt idx="7511">
                  <c:v>11-02-2022</c:v>
                </c:pt>
                <c:pt idx="7512">
                  <c:v>11-02-2022</c:v>
                </c:pt>
                <c:pt idx="7513">
                  <c:v>11-02-2022</c:v>
                </c:pt>
                <c:pt idx="7514">
                  <c:v>11-02-2022</c:v>
                </c:pt>
                <c:pt idx="7515">
                  <c:v>11-02-2022</c:v>
                </c:pt>
                <c:pt idx="7516">
                  <c:v>11-02-2022</c:v>
                </c:pt>
                <c:pt idx="7517">
                  <c:v>11-02-2022</c:v>
                </c:pt>
                <c:pt idx="7518">
                  <c:v>11-02-2022</c:v>
                </c:pt>
                <c:pt idx="7519">
                  <c:v>11-02-2022</c:v>
                </c:pt>
                <c:pt idx="7520">
                  <c:v>11-02-2022</c:v>
                </c:pt>
                <c:pt idx="7521">
                  <c:v>11-02-2022</c:v>
                </c:pt>
                <c:pt idx="7522">
                  <c:v>11-02-2022</c:v>
                </c:pt>
                <c:pt idx="7523">
                  <c:v>11-02-2022</c:v>
                </c:pt>
                <c:pt idx="7524">
                  <c:v>11-02-2022</c:v>
                </c:pt>
                <c:pt idx="7525">
                  <c:v>11-02-2022</c:v>
                </c:pt>
                <c:pt idx="7526">
                  <c:v>11-02-2022</c:v>
                </c:pt>
                <c:pt idx="7527">
                  <c:v>11-02-2022</c:v>
                </c:pt>
                <c:pt idx="7528">
                  <c:v>11-02-2022</c:v>
                </c:pt>
                <c:pt idx="7529">
                  <c:v>11-02-2022</c:v>
                </c:pt>
                <c:pt idx="7530">
                  <c:v>11-02-2022</c:v>
                </c:pt>
                <c:pt idx="7531">
                  <c:v>11-02-2022</c:v>
                </c:pt>
                <c:pt idx="7532">
                  <c:v>11-02-2022</c:v>
                </c:pt>
                <c:pt idx="7533">
                  <c:v>11-02-2022</c:v>
                </c:pt>
                <c:pt idx="7534">
                  <c:v>11-02-2022</c:v>
                </c:pt>
                <c:pt idx="7535">
                  <c:v>11-02-2022</c:v>
                </c:pt>
                <c:pt idx="7536">
                  <c:v>11-02-2022</c:v>
                </c:pt>
                <c:pt idx="7537">
                  <c:v>11-02-2022</c:v>
                </c:pt>
                <c:pt idx="7538">
                  <c:v>11-02-2022</c:v>
                </c:pt>
                <c:pt idx="7539">
                  <c:v>12-02-2022</c:v>
                </c:pt>
                <c:pt idx="7540">
                  <c:v>12-02-2022</c:v>
                </c:pt>
                <c:pt idx="7541">
                  <c:v>12-02-2022</c:v>
                </c:pt>
                <c:pt idx="7542">
                  <c:v>12-02-2022</c:v>
                </c:pt>
                <c:pt idx="7543">
                  <c:v>12-02-2022</c:v>
                </c:pt>
                <c:pt idx="7544">
                  <c:v>12-02-2022</c:v>
                </c:pt>
                <c:pt idx="7545">
                  <c:v>12-02-2022</c:v>
                </c:pt>
                <c:pt idx="7546">
                  <c:v>12-02-2022</c:v>
                </c:pt>
                <c:pt idx="7547">
                  <c:v>12-02-2022</c:v>
                </c:pt>
                <c:pt idx="7548">
                  <c:v>12-02-2022</c:v>
                </c:pt>
                <c:pt idx="7549">
                  <c:v>12-02-2022</c:v>
                </c:pt>
                <c:pt idx="7550">
                  <c:v>12-02-2022</c:v>
                </c:pt>
                <c:pt idx="7551">
                  <c:v>12-02-2022</c:v>
                </c:pt>
                <c:pt idx="7552">
                  <c:v>12-02-2022</c:v>
                </c:pt>
                <c:pt idx="7553">
                  <c:v>12-02-2022</c:v>
                </c:pt>
                <c:pt idx="7554">
                  <c:v>12-02-2022</c:v>
                </c:pt>
                <c:pt idx="7555">
                  <c:v>12-02-2022</c:v>
                </c:pt>
                <c:pt idx="7556">
                  <c:v>12-02-2022</c:v>
                </c:pt>
                <c:pt idx="7557">
                  <c:v>12-02-2022</c:v>
                </c:pt>
                <c:pt idx="7558">
                  <c:v>12-02-2022</c:v>
                </c:pt>
                <c:pt idx="7559">
                  <c:v>12-02-2022</c:v>
                </c:pt>
                <c:pt idx="7560">
                  <c:v>12-02-2022</c:v>
                </c:pt>
                <c:pt idx="7561">
                  <c:v>12-02-2022</c:v>
                </c:pt>
                <c:pt idx="7562">
                  <c:v>12-02-2022</c:v>
                </c:pt>
                <c:pt idx="7563">
                  <c:v>12-02-2022</c:v>
                </c:pt>
                <c:pt idx="7564">
                  <c:v>12-02-2022</c:v>
                </c:pt>
                <c:pt idx="7565">
                  <c:v>12-02-2022</c:v>
                </c:pt>
                <c:pt idx="7566">
                  <c:v>12-02-2022</c:v>
                </c:pt>
                <c:pt idx="7567">
                  <c:v>12-02-2022</c:v>
                </c:pt>
                <c:pt idx="7568">
                  <c:v>12-02-2022</c:v>
                </c:pt>
                <c:pt idx="7569">
                  <c:v>12-02-2022</c:v>
                </c:pt>
                <c:pt idx="7570">
                  <c:v>12-02-2022</c:v>
                </c:pt>
                <c:pt idx="7571">
                  <c:v>12-02-2022</c:v>
                </c:pt>
                <c:pt idx="7572">
                  <c:v>12-02-2022</c:v>
                </c:pt>
                <c:pt idx="7573">
                  <c:v>12-02-2022</c:v>
                </c:pt>
                <c:pt idx="7574">
                  <c:v>12-02-2022</c:v>
                </c:pt>
                <c:pt idx="7575">
                  <c:v>12-02-2022</c:v>
                </c:pt>
                <c:pt idx="7576">
                  <c:v>12-02-2022</c:v>
                </c:pt>
                <c:pt idx="7577">
                  <c:v>12-02-2022</c:v>
                </c:pt>
                <c:pt idx="7578">
                  <c:v>12-02-2022</c:v>
                </c:pt>
                <c:pt idx="7579">
                  <c:v>12-02-2022</c:v>
                </c:pt>
                <c:pt idx="7580">
                  <c:v>12-02-2022</c:v>
                </c:pt>
                <c:pt idx="7581">
                  <c:v>13-02-2022</c:v>
                </c:pt>
                <c:pt idx="7582">
                  <c:v>13-02-2022</c:v>
                </c:pt>
                <c:pt idx="7583">
                  <c:v>13-02-2022</c:v>
                </c:pt>
                <c:pt idx="7584">
                  <c:v>13-02-2022</c:v>
                </c:pt>
                <c:pt idx="7585">
                  <c:v>13-02-2022</c:v>
                </c:pt>
                <c:pt idx="7586">
                  <c:v>13-02-2022</c:v>
                </c:pt>
                <c:pt idx="7587">
                  <c:v>13-02-2022</c:v>
                </c:pt>
                <c:pt idx="7588">
                  <c:v>13-02-2022</c:v>
                </c:pt>
                <c:pt idx="7589">
                  <c:v>13-02-2022</c:v>
                </c:pt>
                <c:pt idx="7590">
                  <c:v>13-02-2022</c:v>
                </c:pt>
                <c:pt idx="7591">
                  <c:v>13-02-2022</c:v>
                </c:pt>
                <c:pt idx="7592">
                  <c:v>13-02-2022</c:v>
                </c:pt>
                <c:pt idx="7593">
                  <c:v>13-02-2022</c:v>
                </c:pt>
                <c:pt idx="7594">
                  <c:v>13-02-2022</c:v>
                </c:pt>
                <c:pt idx="7595">
                  <c:v>13-02-2022</c:v>
                </c:pt>
                <c:pt idx="7596">
                  <c:v>13-02-2022</c:v>
                </c:pt>
                <c:pt idx="7597">
                  <c:v>13-02-2022</c:v>
                </c:pt>
                <c:pt idx="7598">
                  <c:v>13-02-2022</c:v>
                </c:pt>
                <c:pt idx="7599">
                  <c:v>13-02-2022</c:v>
                </c:pt>
                <c:pt idx="7600">
                  <c:v>13-02-2022</c:v>
                </c:pt>
                <c:pt idx="7601">
                  <c:v>14-02-2022</c:v>
                </c:pt>
                <c:pt idx="7602">
                  <c:v>14-02-2022</c:v>
                </c:pt>
                <c:pt idx="7603">
                  <c:v>14-02-2022</c:v>
                </c:pt>
                <c:pt idx="7604">
                  <c:v>14-02-2022</c:v>
                </c:pt>
                <c:pt idx="7605">
                  <c:v>14-02-2022</c:v>
                </c:pt>
                <c:pt idx="7606">
                  <c:v>14-02-2022</c:v>
                </c:pt>
                <c:pt idx="7607">
                  <c:v>14-02-2022</c:v>
                </c:pt>
                <c:pt idx="7608">
                  <c:v>14-02-2022</c:v>
                </c:pt>
                <c:pt idx="7609">
                  <c:v>14-02-2022</c:v>
                </c:pt>
                <c:pt idx="7610">
                  <c:v>14-02-2022</c:v>
                </c:pt>
                <c:pt idx="7611">
                  <c:v>14-02-2022</c:v>
                </c:pt>
                <c:pt idx="7612">
                  <c:v>14-02-2022</c:v>
                </c:pt>
                <c:pt idx="7613">
                  <c:v>14-02-2022</c:v>
                </c:pt>
                <c:pt idx="7614">
                  <c:v>14-02-2022</c:v>
                </c:pt>
                <c:pt idx="7615">
                  <c:v>14-02-2022</c:v>
                </c:pt>
                <c:pt idx="7616">
                  <c:v>14-02-2022</c:v>
                </c:pt>
                <c:pt idx="7617">
                  <c:v>14-02-2022</c:v>
                </c:pt>
                <c:pt idx="7618">
                  <c:v>14-02-2022</c:v>
                </c:pt>
                <c:pt idx="7619">
                  <c:v>14-02-2022</c:v>
                </c:pt>
                <c:pt idx="7620">
                  <c:v>14-02-2022</c:v>
                </c:pt>
                <c:pt idx="7621">
                  <c:v>14-02-2022</c:v>
                </c:pt>
                <c:pt idx="7622">
                  <c:v>14-02-2022</c:v>
                </c:pt>
                <c:pt idx="7623">
                  <c:v>14-02-2022</c:v>
                </c:pt>
                <c:pt idx="7624">
                  <c:v>14-02-2022</c:v>
                </c:pt>
                <c:pt idx="7625">
                  <c:v>14-02-2022</c:v>
                </c:pt>
                <c:pt idx="7626">
                  <c:v>14-02-2022</c:v>
                </c:pt>
                <c:pt idx="7627">
                  <c:v>14-02-2022</c:v>
                </c:pt>
                <c:pt idx="7628">
                  <c:v>14-02-2022</c:v>
                </c:pt>
                <c:pt idx="7629">
                  <c:v>14-02-2022</c:v>
                </c:pt>
                <c:pt idx="7630">
                  <c:v>15-02-2022</c:v>
                </c:pt>
                <c:pt idx="7631">
                  <c:v>15-02-2022</c:v>
                </c:pt>
                <c:pt idx="7632">
                  <c:v>15-02-2022</c:v>
                </c:pt>
                <c:pt idx="7633">
                  <c:v>15-02-2022</c:v>
                </c:pt>
                <c:pt idx="7634">
                  <c:v>15-02-2022</c:v>
                </c:pt>
                <c:pt idx="7635">
                  <c:v>15-02-2022</c:v>
                </c:pt>
                <c:pt idx="7636">
                  <c:v>15-02-2022</c:v>
                </c:pt>
                <c:pt idx="7637">
                  <c:v>15-02-2022</c:v>
                </c:pt>
                <c:pt idx="7638">
                  <c:v>15-02-2022</c:v>
                </c:pt>
                <c:pt idx="7639">
                  <c:v>15-02-2022</c:v>
                </c:pt>
                <c:pt idx="7640">
                  <c:v>15-02-2022</c:v>
                </c:pt>
                <c:pt idx="7641">
                  <c:v>15-02-2022</c:v>
                </c:pt>
                <c:pt idx="7642">
                  <c:v>15-02-2022</c:v>
                </c:pt>
                <c:pt idx="7643">
                  <c:v>15-02-2022</c:v>
                </c:pt>
                <c:pt idx="7644">
                  <c:v>15-02-2022</c:v>
                </c:pt>
                <c:pt idx="7645">
                  <c:v>15-02-2022</c:v>
                </c:pt>
                <c:pt idx="7646">
                  <c:v>15-02-2022</c:v>
                </c:pt>
                <c:pt idx="7647">
                  <c:v>15-02-2022</c:v>
                </c:pt>
                <c:pt idx="7648">
                  <c:v>15-02-2022</c:v>
                </c:pt>
                <c:pt idx="7649">
                  <c:v>15-02-2022</c:v>
                </c:pt>
                <c:pt idx="7650">
                  <c:v>16-02-2022</c:v>
                </c:pt>
                <c:pt idx="7651">
                  <c:v>16-02-2022</c:v>
                </c:pt>
                <c:pt idx="7652">
                  <c:v>16-02-2022</c:v>
                </c:pt>
                <c:pt idx="7653">
                  <c:v>16-02-2022</c:v>
                </c:pt>
                <c:pt idx="7654">
                  <c:v>16-02-2022</c:v>
                </c:pt>
                <c:pt idx="7655">
                  <c:v>16-02-2022</c:v>
                </c:pt>
                <c:pt idx="7656">
                  <c:v>16-02-2022</c:v>
                </c:pt>
                <c:pt idx="7657">
                  <c:v>16-02-2022</c:v>
                </c:pt>
                <c:pt idx="7658">
                  <c:v>16-02-2022</c:v>
                </c:pt>
                <c:pt idx="7659">
                  <c:v>16-02-2022</c:v>
                </c:pt>
                <c:pt idx="7660">
                  <c:v>16-02-2022</c:v>
                </c:pt>
                <c:pt idx="7661">
                  <c:v>16-02-2022</c:v>
                </c:pt>
                <c:pt idx="7662">
                  <c:v>16-02-2022</c:v>
                </c:pt>
                <c:pt idx="7663">
                  <c:v>16-02-2022</c:v>
                </c:pt>
                <c:pt idx="7664">
                  <c:v>16-02-2022</c:v>
                </c:pt>
                <c:pt idx="7665">
                  <c:v>16-02-2022</c:v>
                </c:pt>
                <c:pt idx="7666">
                  <c:v>16-02-2022</c:v>
                </c:pt>
                <c:pt idx="7667">
                  <c:v>16-02-2022</c:v>
                </c:pt>
                <c:pt idx="7668">
                  <c:v>16-02-2022</c:v>
                </c:pt>
                <c:pt idx="7669">
                  <c:v>16-02-2022</c:v>
                </c:pt>
                <c:pt idx="7670">
                  <c:v>16-02-2022</c:v>
                </c:pt>
                <c:pt idx="7671">
                  <c:v>16-02-2022</c:v>
                </c:pt>
                <c:pt idx="7672">
                  <c:v>16-02-2022</c:v>
                </c:pt>
                <c:pt idx="7673">
                  <c:v>16-02-2022</c:v>
                </c:pt>
                <c:pt idx="7674">
                  <c:v>16-02-2022</c:v>
                </c:pt>
                <c:pt idx="7675">
                  <c:v>16-02-2022</c:v>
                </c:pt>
                <c:pt idx="7676">
                  <c:v>16-02-2022</c:v>
                </c:pt>
                <c:pt idx="7677">
                  <c:v>16-02-2022</c:v>
                </c:pt>
                <c:pt idx="7678">
                  <c:v>16-02-2022</c:v>
                </c:pt>
                <c:pt idx="7679">
                  <c:v>16-02-2022</c:v>
                </c:pt>
                <c:pt idx="7680">
                  <c:v>16-02-2022</c:v>
                </c:pt>
                <c:pt idx="7681">
                  <c:v>16-02-2022</c:v>
                </c:pt>
                <c:pt idx="7682">
                  <c:v>16-02-2022</c:v>
                </c:pt>
                <c:pt idx="7683">
                  <c:v>16-02-2022</c:v>
                </c:pt>
                <c:pt idx="7684">
                  <c:v>16-02-2022</c:v>
                </c:pt>
                <c:pt idx="7685">
                  <c:v>16-02-2022</c:v>
                </c:pt>
                <c:pt idx="7686">
                  <c:v>16-02-2022</c:v>
                </c:pt>
                <c:pt idx="7687">
                  <c:v>16-02-2022</c:v>
                </c:pt>
                <c:pt idx="7688">
                  <c:v>16-02-2022</c:v>
                </c:pt>
                <c:pt idx="7689">
                  <c:v>16-02-2022</c:v>
                </c:pt>
                <c:pt idx="7690">
                  <c:v>16-02-2022</c:v>
                </c:pt>
                <c:pt idx="7691">
                  <c:v>16-02-2022</c:v>
                </c:pt>
                <c:pt idx="7692">
                  <c:v>16-02-2022</c:v>
                </c:pt>
                <c:pt idx="7693">
                  <c:v>17-02-2022</c:v>
                </c:pt>
                <c:pt idx="7694">
                  <c:v>17-02-2022</c:v>
                </c:pt>
                <c:pt idx="7695">
                  <c:v>17-02-2022</c:v>
                </c:pt>
                <c:pt idx="7696">
                  <c:v>17-02-2022</c:v>
                </c:pt>
                <c:pt idx="7697">
                  <c:v>17-02-2022</c:v>
                </c:pt>
                <c:pt idx="7698">
                  <c:v>17-02-2022</c:v>
                </c:pt>
                <c:pt idx="7699">
                  <c:v>17-02-2022</c:v>
                </c:pt>
                <c:pt idx="7700">
                  <c:v>17-02-2022</c:v>
                </c:pt>
                <c:pt idx="7701">
                  <c:v>17-02-2022</c:v>
                </c:pt>
                <c:pt idx="7702">
                  <c:v>17-02-2022</c:v>
                </c:pt>
                <c:pt idx="7703">
                  <c:v>17-02-2022</c:v>
                </c:pt>
                <c:pt idx="7704">
                  <c:v>17-02-2022</c:v>
                </c:pt>
                <c:pt idx="7705">
                  <c:v>17-02-2022</c:v>
                </c:pt>
                <c:pt idx="7706">
                  <c:v>17-02-2022</c:v>
                </c:pt>
                <c:pt idx="7707">
                  <c:v>17-02-2022</c:v>
                </c:pt>
                <c:pt idx="7708">
                  <c:v>17-02-2022</c:v>
                </c:pt>
                <c:pt idx="7709">
                  <c:v>17-02-2022</c:v>
                </c:pt>
                <c:pt idx="7710">
                  <c:v>17-02-2022</c:v>
                </c:pt>
                <c:pt idx="7711">
                  <c:v>17-02-2022</c:v>
                </c:pt>
                <c:pt idx="7712">
                  <c:v>17-02-2022</c:v>
                </c:pt>
                <c:pt idx="7713">
                  <c:v>17-02-2022</c:v>
                </c:pt>
                <c:pt idx="7714">
                  <c:v>17-02-2022</c:v>
                </c:pt>
                <c:pt idx="7715">
                  <c:v>17-02-2022</c:v>
                </c:pt>
                <c:pt idx="7716">
                  <c:v>17-02-2022</c:v>
                </c:pt>
                <c:pt idx="7717">
                  <c:v>17-02-2022</c:v>
                </c:pt>
                <c:pt idx="7718">
                  <c:v>17-02-2022</c:v>
                </c:pt>
                <c:pt idx="7719">
                  <c:v>17-02-2022</c:v>
                </c:pt>
                <c:pt idx="7720">
                  <c:v>17-02-2022</c:v>
                </c:pt>
                <c:pt idx="7721">
                  <c:v>17-02-2022</c:v>
                </c:pt>
                <c:pt idx="7722">
                  <c:v>17-02-2022</c:v>
                </c:pt>
                <c:pt idx="7723">
                  <c:v>17-02-2022</c:v>
                </c:pt>
                <c:pt idx="7724">
                  <c:v>17-02-2022</c:v>
                </c:pt>
                <c:pt idx="7725">
                  <c:v>17-02-2022</c:v>
                </c:pt>
                <c:pt idx="7726">
                  <c:v>17-02-2022</c:v>
                </c:pt>
                <c:pt idx="7727">
                  <c:v>17-02-2022</c:v>
                </c:pt>
                <c:pt idx="7728">
                  <c:v>17-02-2022</c:v>
                </c:pt>
                <c:pt idx="7729">
                  <c:v>17-02-2022</c:v>
                </c:pt>
                <c:pt idx="7730">
                  <c:v>17-02-2022</c:v>
                </c:pt>
                <c:pt idx="7731">
                  <c:v>17-02-2022</c:v>
                </c:pt>
                <c:pt idx="7732">
                  <c:v>17-02-2022</c:v>
                </c:pt>
                <c:pt idx="7733">
                  <c:v>17-02-2022</c:v>
                </c:pt>
                <c:pt idx="7734">
                  <c:v>17-02-2022</c:v>
                </c:pt>
                <c:pt idx="7735">
                  <c:v>17-02-2022</c:v>
                </c:pt>
                <c:pt idx="7736">
                  <c:v>17-02-2022</c:v>
                </c:pt>
                <c:pt idx="7737">
                  <c:v>17-02-2022</c:v>
                </c:pt>
                <c:pt idx="7738">
                  <c:v>17-02-2022</c:v>
                </c:pt>
                <c:pt idx="7739">
                  <c:v>17-02-2022</c:v>
                </c:pt>
                <c:pt idx="7740">
                  <c:v>17-02-2022</c:v>
                </c:pt>
                <c:pt idx="7741">
                  <c:v>17-02-2022</c:v>
                </c:pt>
                <c:pt idx="7742">
                  <c:v>17-02-2022</c:v>
                </c:pt>
                <c:pt idx="7743">
                  <c:v>18-02-2022</c:v>
                </c:pt>
                <c:pt idx="7744">
                  <c:v>18-02-2022</c:v>
                </c:pt>
                <c:pt idx="7745">
                  <c:v>18-02-2022</c:v>
                </c:pt>
                <c:pt idx="7746">
                  <c:v>18-02-2022</c:v>
                </c:pt>
                <c:pt idx="7747">
                  <c:v>18-02-2022</c:v>
                </c:pt>
                <c:pt idx="7748">
                  <c:v>18-02-2022</c:v>
                </c:pt>
                <c:pt idx="7749">
                  <c:v>18-02-2022</c:v>
                </c:pt>
                <c:pt idx="7750">
                  <c:v>18-02-2022</c:v>
                </c:pt>
                <c:pt idx="7751">
                  <c:v>18-02-2022</c:v>
                </c:pt>
                <c:pt idx="7752">
                  <c:v>18-02-2022</c:v>
                </c:pt>
                <c:pt idx="7753">
                  <c:v>18-02-2022</c:v>
                </c:pt>
                <c:pt idx="7754">
                  <c:v>18-02-2022</c:v>
                </c:pt>
                <c:pt idx="7755">
                  <c:v>18-02-2022</c:v>
                </c:pt>
                <c:pt idx="7756">
                  <c:v>18-02-2022</c:v>
                </c:pt>
                <c:pt idx="7757">
                  <c:v>18-02-2022</c:v>
                </c:pt>
                <c:pt idx="7758">
                  <c:v>18-02-2022</c:v>
                </c:pt>
                <c:pt idx="7759">
                  <c:v>18-02-2022</c:v>
                </c:pt>
                <c:pt idx="7760">
                  <c:v>18-02-2022</c:v>
                </c:pt>
                <c:pt idx="7761">
                  <c:v>18-02-2022</c:v>
                </c:pt>
                <c:pt idx="7762">
                  <c:v>18-02-2022</c:v>
                </c:pt>
                <c:pt idx="7763">
                  <c:v>18-02-2022</c:v>
                </c:pt>
                <c:pt idx="7764">
                  <c:v>18-02-2022</c:v>
                </c:pt>
                <c:pt idx="7765">
                  <c:v>18-02-2022</c:v>
                </c:pt>
                <c:pt idx="7766">
                  <c:v>18-02-2022</c:v>
                </c:pt>
                <c:pt idx="7767">
                  <c:v>18-02-2022</c:v>
                </c:pt>
                <c:pt idx="7768">
                  <c:v>18-02-2022</c:v>
                </c:pt>
                <c:pt idx="7769">
                  <c:v>18-02-2022</c:v>
                </c:pt>
                <c:pt idx="7770">
                  <c:v>18-02-2022</c:v>
                </c:pt>
                <c:pt idx="7771">
                  <c:v>18-02-2022</c:v>
                </c:pt>
                <c:pt idx="7772">
                  <c:v>18-02-2022</c:v>
                </c:pt>
                <c:pt idx="7773">
                  <c:v>18-02-2022</c:v>
                </c:pt>
                <c:pt idx="7774">
                  <c:v>18-02-2022</c:v>
                </c:pt>
                <c:pt idx="7775">
                  <c:v>18-02-2022</c:v>
                </c:pt>
                <c:pt idx="7776">
                  <c:v>18-02-2022</c:v>
                </c:pt>
                <c:pt idx="7777">
                  <c:v>18-02-2022</c:v>
                </c:pt>
                <c:pt idx="7778">
                  <c:v>18-02-2022</c:v>
                </c:pt>
                <c:pt idx="7779">
                  <c:v>18-02-2022</c:v>
                </c:pt>
                <c:pt idx="7780">
                  <c:v>18-02-2022</c:v>
                </c:pt>
                <c:pt idx="7781">
                  <c:v>18-02-2022</c:v>
                </c:pt>
                <c:pt idx="7782">
                  <c:v>18-02-2022</c:v>
                </c:pt>
                <c:pt idx="7783">
                  <c:v>18-02-2022</c:v>
                </c:pt>
                <c:pt idx="7784">
                  <c:v>18-02-2022</c:v>
                </c:pt>
                <c:pt idx="7785">
                  <c:v>18-02-2022</c:v>
                </c:pt>
                <c:pt idx="7786">
                  <c:v>19-02-2022</c:v>
                </c:pt>
                <c:pt idx="7787">
                  <c:v>19-02-2022</c:v>
                </c:pt>
                <c:pt idx="7788">
                  <c:v>19-02-2022</c:v>
                </c:pt>
                <c:pt idx="7789">
                  <c:v>19-02-2022</c:v>
                </c:pt>
                <c:pt idx="7790">
                  <c:v>19-02-2022</c:v>
                </c:pt>
                <c:pt idx="7791">
                  <c:v>19-02-2022</c:v>
                </c:pt>
                <c:pt idx="7792">
                  <c:v>19-02-2022</c:v>
                </c:pt>
                <c:pt idx="7793">
                  <c:v>19-02-2022</c:v>
                </c:pt>
                <c:pt idx="7794">
                  <c:v>19-02-2022</c:v>
                </c:pt>
                <c:pt idx="7795">
                  <c:v>19-02-2022</c:v>
                </c:pt>
                <c:pt idx="7796">
                  <c:v>19-02-2022</c:v>
                </c:pt>
                <c:pt idx="7797">
                  <c:v>19-02-2022</c:v>
                </c:pt>
                <c:pt idx="7798">
                  <c:v>19-02-2022</c:v>
                </c:pt>
                <c:pt idx="7799">
                  <c:v>19-02-2022</c:v>
                </c:pt>
                <c:pt idx="7800">
                  <c:v>19-02-2022</c:v>
                </c:pt>
                <c:pt idx="7801">
                  <c:v>19-02-2022</c:v>
                </c:pt>
                <c:pt idx="7802">
                  <c:v>19-02-2022</c:v>
                </c:pt>
                <c:pt idx="7803">
                  <c:v>19-02-2022</c:v>
                </c:pt>
                <c:pt idx="7804">
                  <c:v>19-02-2022</c:v>
                </c:pt>
                <c:pt idx="7805">
                  <c:v>19-02-2022</c:v>
                </c:pt>
                <c:pt idx="7806">
                  <c:v>19-02-2022</c:v>
                </c:pt>
                <c:pt idx="7807">
                  <c:v>19-02-2022</c:v>
                </c:pt>
                <c:pt idx="7808">
                  <c:v>19-02-2022</c:v>
                </c:pt>
                <c:pt idx="7809">
                  <c:v>19-02-2022</c:v>
                </c:pt>
                <c:pt idx="7810">
                  <c:v>19-02-2022</c:v>
                </c:pt>
                <c:pt idx="7811">
                  <c:v>19-02-2022</c:v>
                </c:pt>
                <c:pt idx="7812">
                  <c:v>19-02-2022</c:v>
                </c:pt>
                <c:pt idx="7813">
                  <c:v>19-02-2022</c:v>
                </c:pt>
                <c:pt idx="7814">
                  <c:v>19-02-2022</c:v>
                </c:pt>
                <c:pt idx="7815">
                  <c:v>19-02-2022</c:v>
                </c:pt>
                <c:pt idx="7816">
                  <c:v>19-02-2022</c:v>
                </c:pt>
                <c:pt idx="7817">
                  <c:v>19-02-2022</c:v>
                </c:pt>
                <c:pt idx="7818">
                  <c:v>19-02-2022</c:v>
                </c:pt>
                <c:pt idx="7819">
                  <c:v>19-02-2022</c:v>
                </c:pt>
                <c:pt idx="7820">
                  <c:v>19-02-2022</c:v>
                </c:pt>
                <c:pt idx="7821">
                  <c:v>19-02-2022</c:v>
                </c:pt>
                <c:pt idx="7822">
                  <c:v>19-02-2022</c:v>
                </c:pt>
                <c:pt idx="7823">
                  <c:v>19-02-2022</c:v>
                </c:pt>
                <c:pt idx="7824">
                  <c:v>19-02-2022</c:v>
                </c:pt>
                <c:pt idx="7825">
                  <c:v>19-02-2022</c:v>
                </c:pt>
                <c:pt idx="7826">
                  <c:v>19-02-2022</c:v>
                </c:pt>
                <c:pt idx="7827">
                  <c:v>19-02-2022</c:v>
                </c:pt>
                <c:pt idx="7828">
                  <c:v>19-02-2022</c:v>
                </c:pt>
                <c:pt idx="7829">
                  <c:v>19-02-2022</c:v>
                </c:pt>
                <c:pt idx="7830">
                  <c:v>19-02-2022</c:v>
                </c:pt>
                <c:pt idx="7831">
                  <c:v>19-02-2022</c:v>
                </c:pt>
                <c:pt idx="7832">
                  <c:v>19-02-2022</c:v>
                </c:pt>
                <c:pt idx="7833">
                  <c:v>19-02-2022</c:v>
                </c:pt>
                <c:pt idx="7834">
                  <c:v>19-02-2022</c:v>
                </c:pt>
                <c:pt idx="7835">
                  <c:v>19-02-2022</c:v>
                </c:pt>
                <c:pt idx="7836">
                  <c:v>20-02-2022</c:v>
                </c:pt>
                <c:pt idx="7837">
                  <c:v>20-02-2022</c:v>
                </c:pt>
                <c:pt idx="7838">
                  <c:v>20-02-2022</c:v>
                </c:pt>
                <c:pt idx="7839">
                  <c:v>20-02-2022</c:v>
                </c:pt>
                <c:pt idx="7840">
                  <c:v>20-02-2022</c:v>
                </c:pt>
                <c:pt idx="7841">
                  <c:v>20-02-2022</c:v>
                </c:pt>
                <c:pt idx="7842">
                  <c:v>20-02-2022</c:v>
                </c:pt>
                <c:pt idx="7843">
                  <c:v>20-02-2022</c:v>
                </c:pt>
                <c:pt idx="7844">
                  <c:v>20-02-2022</c:v>
                </c:pt>
                <c:pt idx="7845">
                  <c:v>20-02-2022</c:v>
                </c:pt>
                <c:pt idx="7846">
                  <c:v>20-02-2022</c:v>
                </c:pt>
                <c:pt idx="7847">
                  <c:v>20-02-2022</c:v>
                </c:pt>
                <c:pt idx="7848">
                  <c:v>20-02-2022</c:v>
                </c:pt>
                <c:pt idx="7849">
                  <c:v>20-02-2022</c:v>
                </c:pt>
                <c:pt idx="7850">
                  <c:v>20-02-2022</c:v>
                </c:pt>
                <c:pt idx="7851">
                  <c:v>20-02-2022</c:v>
                </c:pt>
                <c:pt idx="7852">
                  <c:v>20-02-2022</c:v>
                </c:pt>
                <c:pt idx="7853">
                  <c:v>20-02-2022</c:v>
                </c:pt>
                <c:pt idx="7854">
                  <c:v>20-02-2022</c:v>
                </c:pt>
                <c:pt idx="7855">
                  <c:v>20-02-2022</c:v>
                </c:pt>
                <c:pt idx="7856">
                  <c:v>20-02-2022</c:v>
                </c:pt>
                <c:pt idx="7857">
                  <c:v>20-02-2022</c:v>
                </c:pt>
                <c:pt idx="7858">
                  <c:v>20-02-2022</c:v>
                </c:pt>
                <c:pt idx="7859">
                  <c:v>20-02-2022</c:v>
                </c:pt>
                <c:pt idx="7860">
                  <c:v>20-02-2022</c:v>
                </c:pt>
                <c:pt idx="7861">
                  <c:v>20-02-2022</c:v>
                </c:pt>
                <c:pt idx="7862">
                  <c:v>20-02-2022</c:v>
                </c:pt>
                <c:pt idx="7863">
                  <c:v>20-02-2022</c:v>
                </c:pt>
                <c:pt idx="7864">
                  <c:v>20-02-2022</c:v>
                </c:pt>
                <c:pt idx="7865">
                  <c:v>20-02-2022</c:v>
                </c:pt>
                <c:pt idx="7866">
                  <c:v>20-02-2022</c:v>
                </c:pt>
                <c:pt idx="7867">
                  <c:v>20-02-2022</c:v>
                </c:pt>
                <c:pt idx="7868">
                  <c:v>20-02-2022</c:v>
                </c:pt>
                <c:pt idx="7869">
                  <c:v>20-02-2022</c:v>
                </c:pt>
                <c:pt idx="7870">
                  <c:v>20-02-2022</c:v>
                </c:pt>
                <c:pt idx="7871">
                  <c:v>20-02-2022</c:v>
                </c:pt>
                <c:pt idx="7872">
                  <c:v>20-02-2022</c:v>
                </c:pt>
                <c:pt idx="7873">
                  <c:v>20-02-2022</c:v>
                </c:pt>
                <c:pt idx="7874">
                  <c:v>20-02-2022</c:v>
                </c:pt>
                <c:pt idx="7875">
                  <c:v>20-02-2022</c:v>
                </c:pt>
                <c:pt idx="7876">
                  <c:v>20-02-2022</c:v>
                </c:pt>
                <c:pt idx="7877">
                  <c:v>20-02-2022</c:v>
                </c:pt>
                <c:pt idx="7878">
                  <c:v>20-02-2022</c:v>
                </c:pt>
                <c:pt idx="7879">
                  <c:v>20-02-2022</c:v>
                </c:pt>
                <c:pt idx="7880">
                  <c:v>20-02-2022</c:v>
                </c:pt>
                <c:pt idx="7881">
                  <c:v>20-02-2022</c:v>
                </c:pt>
                <c:pt idx="7882">
                  <c:v>20-02-2022</c:v>
                </c:pt>
                <c:pt idx="7883">
                  <c:v>20-02-2022</c:v>
                </c:pt>
                <c:pt idx="7884">
                  <c:v>20-02-2022</c:v>
                </c:pt>
                <c:pt idx="7885">
                  <c:v>20-02-2022</c:v>
                </c:pt>
                <c:pt idx="7886">
                  <c:v>21-02-2022</c:v>
                </c:pt>
                <c:pt idx="7887">
                  <c:v>21-02-2022</c:v>
                </c:pt>
                <c:pt idx="7888">
                  <c:v>21-02-2022</c:v>
                </c:pt>
                <c:pt idx="7889">
                  <c:v>21-02-2022</c:v>
                </c:pt>
                <c:pt idx="7890">
                  <c:v>21-02-2022</c:v>
                </c:pt>
                <c:pt idx="7891">
                  <c:v>21-02-2022</c:v>
                </c:pt>
                <c:pt idx="7892">
                  <c:v>21-02-2022</c:v>
                </c:pt>
                <c:pt idx="7893">
                  <c:v>21-02-2022</c:v>
                </c:pt>
                <c:pt idx="7894">
                  <c:v>21-02-2022</c:v>
                </c:pt>
                <c:pt idx="7895">
                  <c:v>21-02-2022</c:v>
                </c:pt>
                <c:pt idx="7896">
                  <c:v>21-02-2022</c:v>
                </c:pt>
                <c:pt idx="7897">
                  <c:v>21-02-2022</c:v>
                </c:pt>
                <c:pt idx="7898">
                  <c:v>21-02-2022</c:v>
                </c:pt>
                <c:pt idx="7899">
                  <c:v>21-02-2022</c:v>
                </c:pt>
                <c:pt idx="7900">
                  <c:v>21-02-2022</c:v>
                </c:pt>
                <c:pt idx="7901">
                  <c:v>21-02-2022</c:v>
                </c:pt>
                <c:pt idx="7902">
                  <c:v>21-02-2022</c:v>
                </c:pt>
                <c:pt idx="7903">
                  <c:v>21-02-2022</c:v>
                </c:pt>
                <c:pt idx="7904">
                  <c:v>21-02-2022</c:v>
                </c:pt>
                <c:pt idx="7905">
                  <c:v>21-02-2022</c:v>
                </c:pt>
                <c:pt idx="7906">
                  <c:v>21-02-2022</c:v>
                </c:pt>
                <c:pt idx="7907">
                  <c:v>21-02-2022</c:v>
                </c:pt>
                <c:pt idx="7908">
                  <c:v>21-02-2022</c:v>
                </c:pt>
                <c:pt idx="7909">
                  <c:v>21-02-2022</c:v>
                </c:pt>
                <c:pt idx="7910">
                  <c:v>21-02-2022</c:v>
                </c:pt>
                <c:pt idx="7911">
                  <c:v>21-02-2022</c:v>
                </c:pt>
                <c:pt idx="7912">
                  <c:v>21-02-2022</c:v>
                </c:pt>
                <c:pt idx="7913">
                  <c:v>21-02-2022</c:v>
                </c:pt>
                <c:pt idx="7914">
                  <c:v>21-02-2022</c:v>
                </c:pt>
                <c:pt idx="7915">
                  <c:v>21-02-2022</c:v>
                </c:pt>
                <c:pt idx="7916">
                  <c:v>21-02-2022</c:v>
                </c:pt>
                <c:pt idx="7917">
                  <c:v>21-02-2022</c:v>
                </c:pt>
                <c:pt idx="7918">
                  <c:v>21-02-2022</c:v>
                </c:pt>
                <c:pt idx="7919">
                  <c:v>21-02-2022</c:v>
                </c:pt>
                <c:pt idx="7920">
                  <c:v>21-02-2022</c:v>
                </c:pt>
                <c:pt idx="7921">
                  <c:v>21-02-2022</c:v>
                </c:pt>
                <c:pt idx="7922">
                  <c:v>21-02-2022</c:v>
                </c:pt>
                <c:pt idx="7923">
                  <c:v>21-02-2022</c:v>
                </c:pt>
                <c:pt idx="7924">
                  <c:v>21-02-2022</c:v>
                </c:pt>
                <c:pt idx="7925">
                  <c:v>21-02-2022</c:v>
                </c:pt>
                <c:pt idx="7926">
                  <c:v>21-02-2022</c:v>
                </c:pt>
                <c:pt idx="7927">
                  <c:v>21-02-2022</c:v>
                </c:pt>
                <c:pt idx="7928">
                  <c:v>21-02-2022</c:v>
                </c:pt>
                <c:pt idx="7929">
                  <c:v>21-02-2022</c:v>
                </c:pt>
                <c:pt idx="7930">
                  <c:v>21-02-2022</c:v>
                </c:pt>
                <c:pt idx="7931">
                  <c:v>21-02-2022</c:v>
                </c:pt>
                <c:pt idx="7932">
                  <c:v>21-02-2022</c:v>
                </c:pt>
                <c:pt idx="7933">
                  <c:v>21-02-2022</c:v>
                </c:pt>
                <c:pt idx="7934">
                  <c:v>21-02-2022</c:v>
                </c:pt>
                <c:pt idx="7935">
                  <c:v>21-02-2022</c:v>
                </c:pt>
                <c:pt idx="7936">
                  <c:v>22-02-2022</c:v>
                </c:pt>
                <c:pt idx="7937">
                  <c:v>22-02-2022</c:v>
                </c:pt>
                <c:pt idx="7938">
                  <c:v>22-02-2022</c:v>
                </c:pt>
                <c:pt idx="7939">
                  <c:v>22-02-2022</c:v>
                </c:pt>
                <c:pt idx="7940">
                  <c:v>22-02-2022</c:v>
                </c:pt>
                <c:pt idx="7941">
                  <c:v>22-02-2022</c:v>
                </c:pt>
                <c:pt idx="7942">
                  <c:v>22-02-2022</c:v>
                </c:pt>
                <c:pt idx="7943">
                  <c:v>22-02-2022</c:v>
                </c:pt>
                <c:pt idx="7944">
                  <c:v>22-02-2022</c:v>
                </c:pt>
                <c:pt idx="7945">
                  <c:v>22-02-2022</c:v>
                </c:pt>
                <c:pt idx="7946">
                  <c:v>22-02-2022</c:v>
                </c:pt>
                <c:pt idx="7947">
                  <c:v>22-02-2022</c:v>
                </c:pt>
                <c:pt idx="7948">
                  <c:v>22-02-2022</c:v>
                </c:pt>
                <c:pt idx="7949">
                  <c:v>22-02-2022</c:v>
                </c:pt>
                <c:pt idx="7950">
                  <c:v>22-02-2022</c:v>
                </c:pt>
                <c:pt idx="7951">
                  <c:v>22-02-2022</c:v>
                </c:pt>
                <c:pt idx="7952">
                  <c:v>22-02-2022</c:v>
                </c:pt>
                <c:pt idx="7953">
                  <c:v>22-02-2022</c:v>
                </c:pt>
                <c:pt idx="7954">
                  <c:v>22-02-2022</c:v>
                </c:pt>
                <c:pt idx="7955">
                  <c:v>22-02-2022</c:v>
                </c:pt>
                <c:pt idx="7956">
                  <c:v>22-02-2022</c:v>
                </c:pt>
                <c:pt idx="7957">
                  <c:v>22-02-2022</c:v>
                </c:pt>
                <c:pt idx="7958">
                  <c:v>22-02-2022</c:v>
                </c:pt>
                <c:pt idx="7959">
                  <c:v>22-02-2022</c:v>
                </c:pt>
                <c:pt idx="7960">
                  <c:v>22-02-2022</c:v>
                </c:pt>
                <c:pt idx="7961">
                  <c:v>22-02-2022</c:v>
                </c:pt>
                <c:pt idx="7962">
                  <c:v>22-02-2022</c:v>
                </c:pt>
                <c:pt idx="7963">
                  <c:v>22-02-2022</c:v>
                </c:pt>
                <c:pt idx="7964">
                  <c:v>22-02-2022</c:v>
                </c:pt>
                <c:pt idx="7965">
                  <c:v>22-02-2022</c:v>
                </c:pt>
                <c:pt idx="7966">
                  <c:v>22-02-2022</c:v>
                </c:pt>
                <c:pt idx="7967">
                  <c:v>22-02-2022</c:v>
                </c:pt>
                <c:pt idx="7968">
                  <c:v>22-02-2022</c:v>
                </c:pt>
                <c:pt idx="7969">
                  <c:v>22-02-2022</c:v>
                </c:pt>
                <c:pt idx="7970">
                  <c:v>22-02-2022</c:v>
                </c:pt>
                <c:pt idx="7971">
                  <c:v>22-02-2022</c:v>
                </c:pt>
                <c:pt idx="7972">
                  <c:v>22-02-2022</c:v>
                </c:pt>
                <c:pt idx="7973">
                  <c:v>22-02-2022</c:v>
                </c:pt>
                <c:pt idx="7974">
                  <c:v>22-02-2022</c:v>
                </c:pt>
                <c:pt idx="7975">
                  <c:v>22-02-2022</c:v>
                </c:pt>
                <c:pt idx="7976">
                  <c:v>22-02-2022</c:v>
                </c:pt>
                <c:pt idx="7977">
                  <c:v>22-02-2022</c:v>
                </c:pt>
                <c:pt idx="7978">
                  <c:v>22-02-2022</c:v>
                </c:pt>
                <c:pt idx="7979">
                  <c:v>22-02-2022</c:v>
                </c:pt>
                <c:pt idx="7980">
                  <c:v>22-02-2022</c:v>
                </c:pt>
                <c:pt idx="7981">
                  <c:v>22-02-2022</c:v>
                </c:pt>
                <c:pt idx="7982">
                  <c:v>22-02-2022</c:v>
                </c:pt>
                <c:pt idx="7983">
                  <c:v>22-02-2022</c:v>
                </c:pt>
                <c:pt idx="7984">
                  <c:v>22-02-2022</c:v>
                </c:pt>
                <c:pt idx="7985">
                  <c:v>22-02-2022</c:v>
                </c:pt>
                <c:pt idx="7986">
                  <c:v>23-02-2022</c:v>
                </c:pt>
                <c:pt idx="7987">
                  <c:v>23-02-2022</c:v>
                </c:pt>
                <c:pt idx="7988">
                  <c:v>23-02-2022</c:v>
                </c:pt>
                <c:pt idx="7989">
                  <c:v>23-02-2022</c:v>
                </c:pt>
                <c:pt idx="7990">
                  <c:v>23-02-2022</c:v>
                </c:pt>
                <c:pt idx="7991">
                  <c:v>23-02-2022</c:v>
                </c:pt>
                <c:pt idx="7992">
                  <c:v>23-02-2022</c:v>
                </c:pt>
                <c:pt idx="7993">
                  <c:v>23-02-2022</c:v>
                </c:pt>
                <c:pt idx="7994">
                  <c:v>23-02-2022</c:v>
                </c:pt>
                <c:pt idx="7995">
                  <c:v>23-02-2022</c:v>
                </c:pt>
                <c:pt idx="7996">
                  <c:v>23-02-2022</c:v>
                </c:pt>
                <c:pt idx="7997">
                  <c:v>23-02-2022</c:v>
                </c:pt>
                <c:pt idx="7998">
                  <c:v>23-02-2022</c:v>
                </c:pt>
                <c:pt idx="7999">
                  <c:v>23-02-2022</c:v>
                </c:pt>
                <c:pt idx="8000">
                  <c:v>23-02-2022</c:v>
                </c:pt>
                <c:pt idx="8001">
                  <c:v>23-02-2022</c:v>
                </c:pt>
                <c:pt idx="8002">
                  <c:v>23-02-2022</c:v>
                </c:pt>
                <c:pt idx="8003">
                  <c:v>23-02-2022</c:v>
                </c:pt>
                <c:pt idx="8004">
                  <c:v>23-02-2022</c:v>
                </c:pt>
                <c:pt idx="8005">
                  <c:v>23-02-2022</c:v>
                </c:pt>
                <c:pt idx="8006">
                  <c:v>23-02-2022</c:v>
                </c:pt>
                <c:pt idx="8007">
                  <c:v>23-02-2022</c:v>
                </c:pt>
                <c:pt idx="8008">
                  <c:v>23-02-2022</c:v>
                </c:pt>
                <c:pt idx="8009">
                  <c:v>23-02-2022</c:v>
                </c:pt>
                <c:pt idx="8010">
                  <c:v>23-02-2022</c:v>
                </c:pt>
                <c:pt idx="8011">
                  <c:v>23-02-2022</c:v>
                </c:pt>
                <c:pt idx="8012">
                  <c:v>23-02-2022</c:v>
                </c:pt>
                <c:pt idx="8013">
                  <c:v>23-02-2022</c:v>
                </c:pt>
                <c:pt idx="8014">
                  <c:v>23-02-2022</c:v>
                </c:pt>
                <c:pt idx="8015">
                  <c:v>23-02-2022</c:v>
                </c:pt>
                <c:pt idx="8016">
                  <c:v>23-02-2022</c:v>
                </c:pt>
                <c:pt idx="8017">
                  <c:v>23-02-2022</c:v>
                </c:pt>
                <c:pt idx="8018">
                  <c:v>23-02-2022</c:v>
                </c:pt>
                <c:pt idx="8019">
                  <c:v>23-02-2022</c:v>
                </c:pt>
                <c:pt idx="8020">
                  <c:v>23-02-2022</c:v>
                </c:pt>
                <c:pt idx="8021">
                  <c:v>23-02-2022</c:v>
                </c:pt>
                <c:pt idx="8022">
                  <c:v>23-02-2022</c:v>
                </c:pt>
                <c:pt idx="8023">
                  <c:v>23-02-2022</c:v>
                </c:pt>
                <c:pt idx="8024">
                  <c:v>23-02-2022</c:v>
                </c:pt>
                <c:pt idx="8025">
                  <c:v>23-02-2022</c:v>
                </c:pt>
                <c:pt idx="8026">
                  <c:v>23-02-2022</c:v>
                </c:pt>
                <c:pt idx="8027">
                  <c:v>23-02-2022</c:v>
                </c:pt>
                <c:pt idx="8028">
                  <c:v>23-02-2022</c:v>
                </c:pt>
                <c:pt idx="8029">
                  <c:v>23-02-2022</c:v>
                </c:pt>
                <c:pt idx="8030">
                  <c:v>23-02-2022</c:v>
                </c:pt>
                <c:pt idx="8031">
                  <c:v>23-02-2022</c:v>
                </c:pt>
                <c:pt idx="8032">
                  <c:v>23-02-2022</c:v>
                </c:pt>
                <c:pt idx="8033">
                  <c:v>23-02-2022</c:v>
                </c:pt>
                <c:pt idx="8034">
                  <c:v>24-02-2022</c:v>
                </c:pt>
                <c:pt idx="8035">
                  <c:v>24-02-2022</c:v>
                </c:pt>
                <c:pt idx="8036">
                  <c:v>24-02-2022</c:v>
                </c:pt>
                <c:pt idx="8037">
                  <c:v>24-02-2022</c:v>
                </c:pt>
                <c:pt idx="8038">
                  <c:v>24-02-2022</c:v>
                </c:pt>
                <c:pt idx="8039">
                  <c:v>24-02-2022</c:v>
                </c:pt>
                <c:pt idx="8040">
                  <c:v>24-02-2022</c:v>
                </c:pt>
                <c:pt idx="8041">
                  <c:v>24-02-2022</c:v>
                </c:pt>
                <c:pt idx="8042">
                  <c:v>24-02-2022</c:v>
                </c:pt>
                <c:pt idx="8043">
                  <c:v>24-02-2022</c:v>
                </c:pt>
                <c:pt idx="8044">
                  <c:v>24-02-2022</c:v>
                </c:pt>
                <c:pt idx="8045">
                  <c:v>24-02-2022</c:v>
                </c:pt>
                <c:pt idx="8046">
                  <c:v>24-02-2022</c:v>
                </c:pt>
                <c:pt idx="8047">
                  <c:v>24-02-2022</c:v>
                </c:pt>
                <c:pt idx="8048">
                  <c:v>24-02-2022</c:v>
                </c:pt>
                <c:pt idx="8049">
                  <c:v>24-02-2022</c:v>
                </c:pt>
                <c:pt idx="8050">
                  <c:v>24-02-2022</c:v>
                </c:pt>
                <c:pt idx="8051">
                  <c:v>24-02-2022</c:v>
                </c:pt>
                <c:pt idx="8052">
                  <c:v>24-02-2022</c:v>
                </c:pt>
                <c:pt idx="8053">
                  <c:v>24-02-2022</c:v>
                </c:pt>
                <c:pt idx="8054">
                  <c:v>24-02-2022</c:v>
                </c:pt>
                <c:pt idx="8055">
                  <c:v>24-02-2022</c:v>
                </c:pt>
                <c:pt idx="8056">
                  <c:v>24-02-2022</c:v>
                </c:pt>
                <c:pt idx="8057">
                  <c:v>24-02-2022</c:v>
                </c:pt>
                <c:pt idx="8058">
                  <c:v>24-02-2022</c:v>
                </c:pt>
                <c:pt idx="8059">
                  <c:v>24-02-2022</c:v>
                </c:pt>
                <c:pt idx="8060">
                  <c:v>24-02-2022</c:v>
                </c:pt>
                <c:pt idx="8061">
                  <c:v>24-02-2022</c:v>
                </c:pt>
                <c:pt idx="8062">
                  <c:v>24-02-2022</c:v>
                </c:pt>
                <c:pt idx="8063">
                  <c:v>24-02-2022</c:v>
                </c:pt>
                <c:pt idx="8064">
                  <c:v>24-02-2022</c:v>
                </c:pt>
                <c:pt idx="8065">
                  <c:v>24-02-2022</c:v>
                </c:pt>
                <c:pt idx="8066">
                  <c:v>24-02-2022</c:v>
                </c:pt>
                <c:pt idx="8067">
                  <c:v>24-02-2022</c:v>
                </c:pt>
                <c:pt idx="8068">
                  <c:v>24-02-2022</c:v>
                </c:pt>
                <c:pt idx="8069">
                  <c:v>24-02-2022</c:v>
                </c:pt>
                <c:pt idx="8070">
                  <c:v>24-02-2022</c:v>
                </c:pt>
                <c:pt idx="8071">
                  <c:v>24-02-2022</c:v>
                </c:pt>
                <c:pt idx="8072">
                  <c:v>24-02-2022</c:v>
                </c:pt>
                <c:pt idx="8073">
                  <c:v>24-02-2022</c:v>
                </c:pt>
                <c:pt idx="8074">
                  <c:v>24-02-2022</c:v>
                </c:pt>
                <c:pt idx="8075">
                  <c:v>24-02-2022</c:v>
                </c:pt>
                <c:pt idx="8076">
                  <c:v>24-02-2022</c:v>
                </c:pt>
                <c:pt idx="8077">
                  <c:v>24-02-2022</c:v>
                </c:pt>
                <c:pt idx="8078">
                  <c:v>24-02-2022</c:v>
                </c:pt>
                <c:pt idx="8079">
                  <c:v>24-02-2022</c:v>
                </c:pt>
                <c:pt idx="8080">
                  <c:v>24-02-2022</c:v>
                </c:pt>
                <c:pt idx="8081">
                  <c:v>24-02-2022</c:v>
                </c:pt>
                <c:pt idx="8082">
                  <c:v>24-02-2022</c:v>
                </c:pt>
                <c:pt idx="8083">
                  <c:v>24-02-2022</c:v>
                </c:pt>
                <c:pt idx="8084">
                  <c:v>24-02-2022</c:v>
                </c:pt>
                <c:pt idx="8085">
                  <c:v>25-02-2022</c:v>
                </c:pt>
                <c:pt idx="8086">
                  <c:v>25-02-2022</c:v>
                </c:pt>
                <c:pt idx="8087">
                  <c:v>25-02-2022</c:v>
                </c:pt>
                <c:pt idx="8088">
                  <c:v>25-02-2022</c:v>
                </c:pt>
                <c:pt idx="8089">
                  <c:v>25-02-2022</c:v>
                </c:pt>
                <c:pt idx="8090">
                  <c:v>25-02-2022</c:v>
                </c:pt>
                <c:pt idx="8091">
                  <c:v>25-02-2022</c:v>
                </c:pt>
                <c:pt idx="8092">
                  <c:v>25-02-2022</c:v>
                </c:pt>
                <c:pt idx="8093">
                  <c:v>25-02-2022</c:v>
                </c:pt>
                <c:pt idx="8094">
                  <c:v>25-02-2022</c:v>
                </c:pt>
                <c:pt idx="8095">
                  <c:v>25-02-2022</c:v>
                </c:pt>
                <c:pt idx="8096">
                  <c:v>25-02-2022</c:v>
                </c:pt>
                <c:pt idx="8097">
                  <c:v>25-02-2022</c:v>
                </c:pt>
                <c:pt idx="8098">
                  <c:v>25-02-2022</c:v>
                </c:pt>
                <c:pt idx="8099">
                  <c:v>25-02-2022</c:v>
                </c:pt>
                <c:pt idx="8100">
                  <c:v>25-02-2022</c:v>
                </c:pt>
                <c:pt idx="8101">
                  <c:v>25-02-2022</c:v>
                </c:pt>
                <c:pt idx="8102">
                  <c:v>25-02-2022</c:v>
                </c:pt>
                <c:pt idx="8103">
                  <c:v>25-02-2022</c:v>
                </c:pt>
                <c:pt idx="8104">
                  <c:v>25-02-2022</c:v>
                </c:pt>
                <c:pt idx="8105">
                  <c:v>25-02-2022</c:v>
                </c:pt>
                <c:pt idx="8106">
                  <c:v>25-02-2022</c:v>
                </c:pt>
                <c:pt idx="8107">
                  <c:v>25-02-2022</c:v>
                </c:pt>
                <c:pt idx="8108">
                  <c:v>25-02-2022</c:v>
                </c:pt>
                <c:pt idx="8109">
                  <c:v>25-02-2022</c:v>
                </c:pt>
                <c:pt idx="8110">
                  <c:v>25-02-2022</c:v>
                </c:pt>
                <c:pt idx="8111">
                  <c:v>25-02-2022</c:v>
                </c:pt>
                <c:pt idx="8112">
                  <c:v>25-02-2022</c:v>
                </c:pt>
                <c:pt idx="8113">
                  <c:v>25-02-2022</c:v>
                </c:pt>
                <c:pt idx="8114">
                  <c:v>25-02-2022</c:v>
                </c:pt>
                <c:pt idx="8115">
                  <c:v>25-02-2022</c:v>
                </c:pt>
                <c:pt idx="8116">
                  <c:v>25-02-2022</c:v>
                </c:pt>
                <c:pt idx="8117">
                  <c:v>25-02-2022</c:v>
                </c:pt>
                <c:pt idx="8118">
                  <c:v>25-02-2022</c:v>
                </c:pt>
                <c:pt idx="8119">
                  <c:v>25-02-2022</c:v>
                </c:pt>
                <c:pt idx="8120">
                  <c:v>25-02-2022</c:v>
                </c:pt>
                <c:pt idx="8121">
                  <c:v>25-02-2022</c:v>
                </c:pt>
                <c:pt idx="8122">
                  <c:v>25-02-2022</c:v>
                </c:pt>
                <c:pt idx="8123">
                  <c:v>25-02-2022</c:v>
                </c:pt>
                <c:pt idx="8124">
                  <c:v>25-02-2022</c:v>
                </c:pt>
                <c:pt idx="8125">
                  <c:v>25-02-2022</c:v>
                </c:pt>
                <c:pt idx="8126">
                  <c:v>25-02-2022</c:v>
                </c:pt>
                <c:pt idx="8127">
                  <c:v>25-02-2022</c:v>
                </c:pt>
                <c:pt idx="8128">
                  <c:v>25-02-2022</c:v>
                </c:pt>
                <c:pt idx="8129">
                  <c:v>25-02-2022</c:v>
                </c:pt>
                <c:pt idx="8130">
                  <c:v>25-02-2022</c:v>
                </c:pt>
                <c:pt idx="8131">
                  <c:v>25-02-2022</c:v>
                </c:pt>
                <c:pt idx="8132">
                  <c:v>25-02-2022</c:v>
                </c:pt>
                <c:pt idx="8133">
                  <c:v>25-02-2022</c:v>
                </c:pt>
                <c:pt idx="8134">
                  <c:v>25-02-2022</c:v>
                </c:pt>
                <c:pt idx="8135">
                  <c:v>25-02-2022</c:v>
                </c:pt>
                <c:pt idx="8136">
                  <c:v>26-02-2022</c:v>
                </c:pt>
                <c:pt idx="8137">
                  <c:v>26-02-2022</c:v>
                </c:pt>
                <c:pt idx="8138">
                  <c:v>26-02-2022</c:v>
                </c:pt>
                <c:pt idx="8139">
                  <c:v>26-02-2022</c:v>
                </c:pt>
                <c:pt idx="8140">
                  <c:v>26-02-2022</c:v>
                </c:pt>
                <c:pt idx="8141">
                  <c:v>26-02-2022</c:v>
                </c:pt>
                <c:pt idx="8142">
                  <c:v>26-02-2022</c:v>
                </c:pt>
                <c:pt idx="8143">
                  <c:v>26-02-2022</c:v>
                </c:pt>
                <c:pt idx="8144">
                  <c:v>26-02-2022</c:v>
                </c:pt>
                <c:pt idx="8145">
                  <c:v>26-02-2022</c:v>
                </c:pt>
                <c:pt idx="8146">
                  <c:v>26-02-2022</c:v>
                </c:pt>
                <c:pt idx="8147">
                  <c:v>26-02-2022</c:v>
                </c:pt>
                <c:pt idx="8148">
                  <c:v>26-02-2022</c:v>
                </c:pt>
                <c:pt idx="8149">
                  <c:v>26-02-2022</c:v>
                </c:pt>
                <c:pt idx="8150">
                  <c:v>26-02-2022</c:v>
                </c:pt>
                <c:pt idx="8151">
                  <c:v>26-02-2022</c:v>
                </c:pt>
                <c:pt idx="8152">
                  <c:v>26-02-2022</c:v>
                </c:pt>
                <c:pt idx="8153">
                  <c:v>26-02-2022</c:v>
                </c:pt>
                <c:pt idx="8154">
                  <c:v>26-02-2022</c:v>
                </c:pt>
                <c:pt idx="8155">
                  <c:v>26-02-2022</c:v>
                </c:pt>
                <c:pt idx="8156">
                  <c:v>26-02-2022</c:v>
                </c:pt>
                <c:pt idx="8157">
                  <c:v>26-02-2022</c:v>
                </c:pt>
                <c:pt idx="8158">
                  <c:v>26-02-2022</c:v>
                </c:pt>
                <c:pt idx="8159">
                  <c:v>26-02-2022</c:v>
                </c:pt>
                <c:pt idx="8160">
                  <c:v>26-02-2022</c:v>
                </c:pt>
                <c:pt idx="8161">
                  <c:v>26-02-2022</c:v>
                </c:pt>
                <c:pt idx="8162">
                  <c:v>26-02-2022</c:v>
                </c:pt>
                <c:pt idx="8163">
                  <c:v>26-02-2022</c:v>
                </c:pt>
                <c:pt idx="8164">
                  <c:v>26-02-2022</c:v>
                </c:pt>
                <c:pt idx="8165">
                  <c:v>26-02-2022</c:v>
                </c:pt>
                <c:pt idx="8166">
                  <c:v>26-02-2022</c:v>
                </c:pt>
                <c:pt idx="8167">
                  <c:v>26-02-2022</c:v>
                </c:pt>
                <c:pt idx="8168">
                  <c:v>26-02-2022</c:v>
                </c:pt>
                <c:pt idx="8169">
                  <c:v>26-02-2022</c:v>
                </c:pt>
                <c:pt idx="8170">
                  <c:v>26-02-2022</c:v>
                </c:pt>
                <c:pt idx="8171">
                  <c:v>26-02-2022</c:v>
                </c:pt>
                <c:pt idx="8172">
                  <c:v>26-02-2022</c:v>
                </c:pt>
                <c:pt idx="8173">
                  <c:v>26-02-2022</c:v>
                </c:pt>
                <c:pt idx="8174">
                  <c:v>26-02-2022</c:v>
                </c:pt>
                <c:pt idx="8175">
                  <c:v>26-02-2022</c:v>
                </c:pt>
                <c:pt idx="8176">
                  <c:v>26-02-2022</c:v>
                </c:pt>
                <c:pt idx="8177">
                  <c:v>26-02-2022</c:v>
                </c:pt>
                <c:pt idx="8178">
                  <c:v>26-02-2022</c:v>
                </c:pt>
                <c:pt idx="8179">
                  <c:v>26-02-2022</c:v>
                </c:pt>
                <c:pt idx="8180">
                  <c:v>26-02-2022</c:v>
                </c:pt>
                <c:pt idx="8181">
                  <c:v>26-02-2022</c:v>
                </c:pt>
                <c:pt idx="8182">
                  <c:v>26-02-2022</c:v>
                </c:pt>
                <c:pt idx="8183">
                  <c:v>26-02-2022</c:v>
                </c:pt>
                <c:pt idx="8184">
                  <c:v>26-02-2022</c:v>
                </c:pt>
                <c:pt idx="8185">
                  <c:v>26-02-2022</c:v>
                </c:pt>
                <c:pt idx="8186">
                  <c:v>26-02-2022</c:v>
                </c:pt>
                <c:pt idx="8187">
                  <c:v>27-02-2022</c:v>
                </c:pt>
                <c:pt idx="8188">
                  <c:v>27-02-2022</c:v>
                </c:pt>
                <c:pt idx="8189">
                  <c:v>27-02-2022</c:v>
                </c:pt>
                <c:pt idx="8190">
                  <c:v>27-02-2022</c:v>
                </c:pt>
                <c:pt idx="8191">
                  <c:v>27-02-2022</c:v>
                </c:pt>
                <c:pt idx="8192">
                  <c:v>27-02-2022</c:v>
                </c:pt>
                <c:pt idx="8193">
                  <c:v>27-02-2022</c:v>
                </c:pt>
                <c:pt idx="8194">
                  <c:v>27-02-2022</c:v>
                </c:pt>
                <c:pt idx="8195">
                  <c:v>27-02-2022</c:v>
                </c:pt>
                <c:pt idx="8196">
                  <c:v>27-02-2022</c:v>
                </c:pt>
                <c:pt idx="8197">
                  <c:v>27-02-2022</c:v>
                </c:pt>
                <c:pt idx="8198">
                  <c:v>27-02-2022</c:v>
                </c:pt>
                <c:pt idx="8199">
                  <c:v>27-02-2022</c:v>
                </c:pt>
                <c:pt idx="8200">
                  <c:v>27-02-2022</c:v>
                </c:pt>
                <c:pt idx="8201">
                  <c:v>27-02-2022</c:v>
                </c:pt>
                <c:pt idx="8202">
                  <c:v>27-02-2022</c:v>
                </c:pt>
                <c:pt idx="8203">
                  <c:v>27-02-2022</c:v>
                </c:pt>
                <c:pt idx="8204">
                  <c:v>27-02-2022</c:v>
                </c:pt>
                <c:pt idx="8205">
                  <c:v>27-02-2022</c:v>
                </c:pt>
                <c:pt idx="8206">
                  <c:v>27-02-2022</c:v>
                </c:pt>
                <c:pt idx="8207">
                  <c:v>27-02-2022</c:v>
                </c:pt>
                <c:pt idx="8208">
                  <c:v>27-02-2022</c:v>
                </c:pt>
                <c:pt idx="8209">
                  <c:v>27-02-2022</c:v>
                </c:pt>
                <c:pt idx="8210">
                  <c:v>27-02-2022</c:v>
                </c:pt>
                <c:pt idx="8211">
                  <c:v>27-02-2022</c:v>
                </c:pt>
                <c:pt idx="8212">
                  <c:v>27-02-2022</c:v>
                </c:pt>
                <c:pt idx="8213">
                  <c:v>27-02-2022</c:v>
                </c:pt>
                <c:pt idx="8214">
                  <c:v>27-02-2022</c:v>
                </c:pt>
                <c:pt idx="8215">
                  <c:v>27-02-2022</c:v>
                </c:pt>
                <c:pt idx="8216">
                  <c:v>27-02-2022</c:v>
                </c:pt>
                <c:pt idx="8217">
                  <c:v>27-02-2022</c:v>
                </c:pt>
                <c:pt idx="8218">
                  <c:v>27-02-2022</c:v>
                </c:pt>
                <c:pt idx="8219">
                  <c:v>27-02-2022</c:v>
                </c:pt>
                <c:pt idx="8220">
                  <c:v>27-02-2022</c:v>
                </c:pt>
                <c:pt idx="8221">
                  <c:v>27-02-2022</c:v>
                </c:pt>
                <c:pt idx="8222">
                  <c:v>27-02-2022</c:v>
                </c:pt>
                <c:pt idx="8223">
                  <c:v>27-02-2022</c:v>
                </c:pt>
                <c:pt idx="8224">
                  <c:v>27-02-2022</c:v>
                </c:pt>
                <c:pt idx="8225">
                  <c:v>27-02-2022</c:v>
                </c:pt>
                <c:pt idx="8226">
                  <c:v>27-02-2022</c:v>
                </c:pt>
                <c:pt idx="8227">
                  <c:v>27-02-2022</c:v>
                </c:pt>
                <c:pt idx="8228">
                  <c:v>27-02-2022</c:v>
                </c:pt>
                <c:pt idx="8229">
                  <c:v>27-02-2022</c:v>
                </c:pt>
                <c:pt idx="8230">
                  <c:v>27-02-2022</c:v>
                </c:pt>
                <c:pt idx="8231">
                  <c:v>27-02-2022</c:v>
                </c:pt>
                <c:pt idx="8232">
                  <c:v>27-02-2022</c:v>
                </c:pt>
                <c:pt idx="8233">
                  <c:v>27-02-2022</c:v>
                </c:pt>
                <c:pt idx="8234">
                  <c:v>27-02-2022</c:v>
                </c:pt>
                <c:pt idx="8235">
                  <c:v>27-02-2022</c:v>
                </c:pt>
                <c:pt idx="8236">
                  <c:v>27-02-2022</c:v>
                </c:pt>
                <c:pt idx="8237">
                  <c:v>27-02-2022</c:v>
                </c:pt>
                <c:pt idx="8238">
                  <c:v>28-02-2022</c:v>
                </c:pt>
                <c:pt idx="8239">
                  <c:v>28-02-2022</c:v>
                </c:pt>
                <c:pt idx="8240">
                  <c:v>28-02-2022</c:v>
                </c:pt>
                <c:pt idx="8241">
                  <c:v>28-02-2022</c:v>
                </c:pt>
                <c:pt idx="8242">
                  <c:v>28-02-2022</c:v>
                </c:pt>
                <c:pt idx="8243">
                  <c:v>28-02-2022</c:v>
                </c:pt>
                <c:pt idx="8244">
                  <c:v>28-02-2022</c:v>
                </c:pt>
                <c:pt idx="8245">
                  <c:v>28-02-2022</c:v>
                </c:pt>
                <c:pt idx="8246">
                  <c:v>28-02-2022</c:v>
                </c:pt>
                <c:pt idx="8247">
                  <c:v>28-02-2022</c:v>
                </c:pt>
                <c:pt idx="8248">
                  <c:v>28-02-2022</c:v>
                </c:pt>
                <c:pt idx="8249">
                  <c:v>28-02-2022</c:v>
                </c:pt>
                <c:pt idx="8250">
                  <c:v>28-02-2022</c:v>
                </c:pt>
                <c:pt idx="8251">
                  <c:v>28-02-2022</c:v>
                </c:pt>
                <c:pt idx="8252">
                  <c:v>28-02-2022</c:v>
                </c:pt>
                <c:pt idx="8253">
                  <c:v>28-02-2022</c:v>
                </c:pt>
                <c:pt idx="8254">
                  <c:v>28-02-2022</c:v>
                </c:pt>
                <c:pt idx="8255">
                  <c:v>28-02-2022</c:v>
                </c:pt>
                <c:pt idx="8256">
                  <c:v>28-02-2022</c:v>
                </c:pt>
                <c:pt idx="8257">
                  <c:v>28-02-2022</c:v>
                </c:pt>
                <c:pt idx="8258">
                  <c:v>28-02-2022</c:v>
                </c:pt>
                <c:pt idx="8259">
                  <c:v>28-02-2022</c:v>
                </c:pt>
                <c:pt idx="8260">
                  <c:v>28-02-2022</c:v>
                </c:pt>
                <c:pt idx="8261">
                  <c:v>28-02-2022</c:v>
                </c:pt>
                <c:pt idx="8262">
                  <c:v>28-02-2022</c:v>
                </c:pt>
                <c:pt idx="8263">
                  <c:v>28-02-2022</c:v>
                </c:pt>
                <c:pt idx="8264">
                  <c:v>28-02-2022</c:v>
                </c:pt>
                <c:pt idx="8265">
                  <c:v>28-02-2022</c:v>
                </c:pt>
                <c:pt idx="8266">
                  <c:v>28-02-2022</c:v>
                </c:pt>
                <c:pt idx="8267">
                  <c:v>28-02-2022</c:v>
                </c:pt>
                <c:pt idx="8268">
                  <c:v>28-02-2022</c:v>
                </c:pt>
                <c:pt idx="8269">
                  <c:v>28-02-2022</c:v>
                </c:pt>
                <c:pt idx="8270">
                  <c:v>28-02-2022</c:v>
                </c:pt>
                <c:pt idx="8271">
                  <c:v>28-02-2022</c:v>
                </c:pt>
                <c:pt idx="8272">
                  <c:v>28-02-2022</c:v>
                </c:pt>
                <c:pt idx="8273">
                  <c:v>28-02-2022</c:v>
                </c:pt>
                <c:pt idx="8274">
                  <c:v>28-02-2022</c:v>
                </c:pt>
                <c:pt idx="8275">
                  <c:v>28-02-2022</c:v>
                </c:pt>
                <c:pt idx="8276">
                  <c:v>28-02-2022</c:v>
                </c:pt>
                <c:pt idx="8277">
                  <c:v>28-02-2022</c:v>
                </c:pt>
                <c:pt idx="8278">
                  <c:v>28-02-2022</c:v>
                </c:pt>
                <c:pt idx="8279">
                  <c:v>28-02-2022</c:v>
                </c:pt>
                <c:pt idx="8280">
                  <c:v>28-02-2022</c:v>
                </c:pt>
                <c:pt idx="8281">
                  <c:v>28-02-2022</c:v>
                </c:pt>
                <c:pt idx="8282">
                  <c:v>28-02-2022</c:v>
                </c:pt>
                <c:pt idx="8283">
                  <c:v>28-02-2022</c:v>
                </c:pt>
                <c:pt idx="8284">
                  <c:v>28-02-2022</c:v>
                </c:pt>
                <c:pt idx="8285">
                  <c:v>28-02-2022</c:v>
                </c:pt>
                <c:pt idx="8286">
                  <c:v>28-02-2022</c:v>
                </c:pt>
                <c:pt idx="8287">
                  <c:v>28-02-2022</c:v>
                </c:pt>
                <c:pt idx="8288">
                  <c:v>28-02-2022</c:v>
                </c:pt>
                <c:pt idx="8289">
                  <c:v>01-03-2022</c:v>
                </c:pt>
                <c:pt idx="8290">
                  <c:v>01-03-2022</c:v>
                </c:pt>
                <c:pt idx="8291">
                  <c:v>01-03-2022</c:v>
                </c:pt>
                <c:pt idx="8292">
                  <c:v>01-03-2022</c:v>
                </c:pt>
                <c:pt idx="8293">
                  <c:v>01-03-2022</c:v>
                </c:pt>
                <c:pt idx="8294">
                  <c:v>01-03-2022</c:v>
                </c:pt>
                <c:pt idx="8295">
                  <c:v>01-03-2022</c:v>
                </c:pt>
                <c:pt idx="8296">
                  <c:v>01-03-2022</c:v>
                </c:pt>
                <c:pt idx="8297">
                  <c:v>01-03-2022</c:v>
                </c:pt>
                <c:pt idx="8298">
                  <c:v>01-03-2022</c:v>
                </c:pt>
                <c:pt idx="8299">
                  <c:v>01-03-2022</c:v>
                </c:pt>
                <c:pt idx="8300">
                  <c:v>01-03-2022</c:v>
                </c:pt>
                <c:pt idx="8301">
                  <c:v>01-03-2022</c:v>
                </c:pt>
                <c:pt idx="8302">
                  <c:v>01-03-2022</c:v>
                </c:pt>
                <c:pt idx="8303">
                  <c:v>01-03-2022</c:v>
                </c:pt>
                <c:pt idx="8304">
                  <c:v>01-03-2022</c:v>
                </c:pt>
                <c:pt idx="8305">
                  <c:v>01-03-2022</c:v>
                </c:pt>
                <c:pt idx="8306">
                  <c:v>01-03-2022</c:v>
                </c:pt>
                <c:pt idx="8307">
                  <c:v>01-03-2022</c:v>
                </c:pt>
                <c:pt idx="8308">
                  <c:v>01-03-2022</c:v>
                </c:pt>
                <c:pt idx="8309">
                  <c:v>01-03-2022</c:v>
                </c:pt>
                <c:pt idx="8310">
                  <c:v>01-03-2022</c:v>
                </c:pt>
                <c:pt idx="8311">
                  <c:v>01-03-2022</c:v>
                </c:pt>
                <c:pt idx="8312">
                  <c:v>01-03-2022</c:v>
                </c:pt>
                <c:pt idx="8313">
                  <c:v>01-03-2022</c:v>
                </c:pt>
                <c:pt idx="8314">
                  <c:v>01-03-2022</c:v>
                </c:pt>
                <c:pt idx="8315">
                  <c:v>01-03-2022</c:v>
                </c:pt>
                <c:pt idx="8316">
                  <c:v>01-03-2022</c:v>
                </c:pt>
                <c:pt idx="8317">
                  <c:v>01-03-2022</c:v>
                </c:pt>
                <c:pt idx="8318">
                  <c:v>01-03-2022</c:v>
                </c:pt>
                <c:pt idx="8319">
                  <c:v>01-03-2022</c:v>
                </c:pt>
                <c:pt idx="8320">
                  <c:v>01-03-2022</c:v>
                </c:pt>
                <c:pt idx="8321">
                  <c:v>01-03-2022</c:v>
                </c:pt>
                <c:pt idx="8322">
                  <c:v>01-03-2022</c:v>
                </c:pt>
                <c:pt idx="8323">
                  <c:v>01-03-2022</c:v>
                </c:pt>
                <c:pt idx="8324">
                  <c:v>01-03-2022</c:v>
                </c:pt>
                <c:pt idx="8325">
                  <c:v>01-03-2022</c:v>
                </c:pt>
                <c:pt idx="8326">
                  <c:v>01-03-2022</c:v>
                </c:pt>
                <c:pt idx="8327">
                  <c:v>01-03-2022</c:v>
                </c:pt>
                <c:pt idx="8328">
                  <c:v>01-03-2022</c:v>
                </c:pt>
                <c:pt idx="8329">
                  <c:v>01-03-2022</c:v>
                </c:pt>
                <c:pt idx="8330">
                  <c:v>01-03-2022</c:v>
                </c:pt>
                <c:pt idx="8331">
                  <c:v>01-03-2022</c:v>
                </c:pt>
                <c:pt idx="8332">
                  <c:v>01-03-2022</c:v>
                </c:pt>
                <c:pt idx="8333">
                  <c:v>01-03-2022</c:v>
                </c:pt>
                <c:pt idx="8334">
                  <c:v>01-03-2022</c:v>
                </c:pt>
                <c:pt idx="8335">
                  <c:v>01-03-2022</c:v>
                </c:pt>
                <c:pt idx="8336">
                  <c:v>01-03-2022</c:v>
                </c:pt>
                <c:pt idx="8337">
                  <c:v>01-03-2022</c:v>
                </c:pt>
                <c:pt idx="8338">
                  <c:v>01-03-2022</c:v>
                </c:pt>
                <c:pt idx="8339">
                  <c:v>01-03-2022</c:v>
                </c:pt>
                <c:pt idx="8340">
                  <c:v>02-03-2022</c:v>
                </c:pt>
                <c:pt idx="8341">
                  <c:v>02-03-2022</c:v>
                </c:pt>
                <c:pt idx="8342">
                  <c:v>02-03-2022</c:v>
                </c:pt>
                <c:pt idx="8343">
                  <c:v>02-03-2022</c:v>
                </c:pt>
                <c:pt idx="8344">
                  <c:v>02-03-2022</c:v>
                </c:pt>
                <c:pt idx="8345">
                  <c:v>02-03-2022</c:v>
                </c:pt>
                <c:pt idx="8346">
                  <c:v>02-03-2022</c:v>
                </c:pt>
                <c:pt idx="8347">
                  <c:v>02-03-2022</c:v>
                </c:pt>
                <c:pt idx="8348">
                  <c:v>02-03-2022</c:v>
                </c:pt>
                <c:pt idx="8349">
                  <c:v>02-03-2022</c:v>
                </c:pt>
                <c:pt idx="8350">
                  <c:v>02-03-2022</c:v>
                </c:pt>
                <c:pt idx="8351">
                  <c:v>02-03-2022</c:v>
                </c:pt>
                <c:pt idx="8352">
                  <c:v>02-03-2022</c:v>
                </c:pt>
                <c:pt idx="8353">
                  <c:v>02-03-2022</c:v>
                </c:pt>
                <c:pt idx="8354">
                  <c:v>02-03-2022</c:v>
                </c:pt>
                <c:pt idx="8355">
                  <c:v>02-03-2022</c:v>
                </c:pt>
                <c:pt idx="8356">
                  <c:v>02-03-2022</c:v>
                </c:pt>
                <c:pt idx="8357">
                  <c:v>02-03-2022</c:v>
                </c:pt>
                <c:pt idx="8358">
                  <c:v>02-03-2022</c:v>
                </c:pt>
                <c:pt idx="8359">
                  <c:v>02-03-2022</c:v>
                </c:pt>
                <c:pt idx="8360">
                  <c:v>02-03-2022</c:v>
                </c:pt>
                <c:pt idx="8361">
                  <c:v>02-03-2022</c:v>
                </c:pt>
                <c:pt idx="8362">
                  <c:v>02-03-2022</c:v>
                </c:pt>
                <c:pt idx="8363">
                  <c:v>02-03-2022</c:v>
                </c:pt>
                <c:pt idx="8364">
                  <c:v>02-03-2022</c:v>
                </c:pt>
                <c:pt idx="8365">
                  <c:v>02-03-2022</c:v>
                </c:pt>
                <c:pt idx="8366">
                  <c:v>02-03-2022</c:v>
                </c:pt>
                <c:pt idx="8367">
                  <c:v>02-03-2022</c:v>
                </c:pt>
                <c:pt idx="8368">
                  <c:v>02-03-2022</c:v>
                </c:pt>
                <c:pt idx="8369">
                  <c:v>02-03-2022</c:v>
                </c:pt>
                <c:pt idx="8370">
                  <c:v>02-03-2022</c:v>
                </c:pt>
                <c:pt idx="8371">
                  <c:v>02-03-2022</c:v>
                </c:pt>
                <c:pt idx="8372">
                  <c:v>02-03-2022</c:v>
                </c:pt>
                <c:pt idx="8373">
                  <c:v>02-03-2022</c:v>
                </c:pt>
                <c:pt idx="8374">
                  <c:v>02-03-2022</c:v>
                </c:pt>
                <c:pt idx="8375">
                  <c:v>02-03-2022</c:v>
                </c:pt>
                <c:pt idx="8376">
                  <c:v>02-03-2022</c:v>
                </c:pt>
                <c:pt idx="8377">
                  <c:v>02-03-2022</c:v>
                </c:pt>
                <c:pt idx="8378">
                  <c:v>02-03-2022</c:v>
                </c:pt>
                <c:pt idx="8379">
                  <c:v>02-03-2022</c:v>
                </c:pt>
                <c:pt idx="8380">
                  <c:v>02-03-2022</c:v>
                </c:pt>
                <c:pt idx="8381">
                  <c:v>02-03-2022</c:v>
                </c:pt>
                <c:pt idx="8382">
                  <c:v>02-03-2022</c:v>
                </c:pt>
                <c:pt idx="8383">
                  <c:v>02-03-2022</c:v>
                </c:pt>
                <c:pt idx="8384">
                  <c:v>02-03-2022</c:v>
                </c:pt>
                <c:pt idx="8385">
                  <c:v>02-03-2022</c:v>
                </c:pt>
                <c:pt idx="8386">
                  <c:v>02-03-2022</c:v>
                </c:pt>
                <c:pt idx="8387">
                  <c:v>02-03-2022</c:v>
                </c:pt>
                <c:pt idx="8388">
                  <c:v>02-03-2022</c:v>
                </c:pt>
                <c:pt idx="8389">
                  <c:v>02-03-2022</c:v>
                </c:pt>
                <c:pt idx="8390">
                  <c:v>02-03-2022</c:v>
                </c:pt>
                <c:pt idx="8391">
                  <c:v>03-03-2022</c:v>
                </c:pt>
                <c:pt idx="8392">
                  <c:v>03-03-2022</c:v>
                </c:pt>
                <c:pt idx="8393">
                  <c:v>03-03-2022</c:v>
                </c:pt>
                <c:pt idx="8394">
                  <c:v>03-03-2022</c:v>
                </c:pt>
                <c:pt idx="8395">
                  <c:v>03-03-2022</c:v>
                </c:pt>
                <c:pt idx="8396">
                  <c:v>03-03-2022</c:v>
                </c:pt>
                <c:pt idx="8397">
                  <c:v>03-03-2022</c:v>
                </c:pt>
                <c:pt idx="8398">
                  <c:v>03-03-2022</c:v>
                </c:pt>
                <c:pt idx="8399">
                  <c:v>03-03-2022</c:v>
                </c:pt>
                <c:pt idx="8400">
                  <c:v>03-03-2022</c:v>
                </c:pt>
                <c:pt idx="8401">
                  <c:v>03-03-2022</c:v>
                </c:pt>
                <c:pt idx="8402">
                  <c:v>03-03-2022</c:v>
                </c:pt>
                <c:pt idx="8403">
                  <c:v>03-03-2022</c:v>
                </c:pt>
                <c:pt idx="8404">
                  <c:v>03-03-2022</c:v>
                </c:pt>
                <c:pt idx="8405">
                  <c:v>03-03-2022</c:v>
                </c:pt>
                <c:pt idx="8406">
                  <c:v>03-03-2022</c:v>
                </c:pt>
                <c:pt idx="8407">
                  <c:v>03-03-2022</c:v>
                </c:pt>
                <c:pt idx="8408">
                  <c:v>03-03-2022</c:v>
                </c:pt>
                <c:pt idx="8409">
                  <c:v>03-03-2022</c:v>
                </c:pt>
                <c:pt idx="8410">
                  <c:v>03-03-2022</c:v>
                </c:pt>
                <c:pt idx="8411">
                  <c:v>03-03-2022</c:v>
                </c:pt>
                <c:pt idx="8412">
                  <c:v>03-03-2022</c:v>
                </c:pt>
                <c:pt idx="8413">
                  <c:v>03-03-2022</c:v>
                </c:pt>
                <c:pt idx="8414">
                  <c:v>03-03-2022</c:v>
                </c:pt>
                <c:pt idx="8415">
                  <c:v>03-03-2022</c:v>
                </c:pt>
                <c:pt idx="8416">
                  <c:v>03-03-2022</c:v>
                </c:pt>
                <c:pt idx="8417">
                  <c:v>03-03-2022</c:v>
                </c:pt>
                <c:pt idx="8418">
                  <c:v>03-03-2022</c:v>
                </c:pt>
                <c:pt idx="8419">
                  <c:v>03-03-2022</c:v>
                </c:pt>
                <c:pt idx="8420">
                  <c:v>03-03-2022</c:v>
                </c:pt>
                <c:pt idx="8421">
                  <c:v>03-03-2022</c:v>
                </c:pt>
                <c:pt idx="8422">
                  <c:v>03-03-2022</c:v>
                </c:pt>
                <c:pt idx="8423">
                  <c:v>03-03-2022</c:v>
                </c:pt>
                <c:pt idx="8424">
                  <c:v>03-03-2022</c:v>
                </c:pt>
                <c:pt idx="8425">
                  <c:v>03-03-2022</c:v>
                </c:pt>
                <c:pt idx="8426">
                  <c:v>03-03-2022</c:v>
                </c:pt>
                <c:pt idx="8427">
                  <c:v>03-03-2022</c:v>
                </c:pt>
                <c:pt idx="8428">
                  <c:v>03-03-2022</c:v>
                </c:pt>
                <c:pt idx="8429">
                  <c:v>03-03-2022</c:v>
                </c:pt>
                <c:pt idx="8430">
                  <c:v>03-03-2022</c:v>
                </c:pt>
                <c:pt idx="8431">
                  <c:v>03-03-2022</c:v>
                </c:pt>
                <c:pt idx="8432">
                  <c:v>03-03-2022</c:v>
                </c:pt>
                <c:pt idx="8433">
                  <c:v>03-03-2022</c:v>
                </c:pt>
                <c:pt idx="8434">
                  <c:v>03-03-2022</c:v>
                </c:pt>
                <c:pt idx="8435">
                  <c:v>03-03-2022</c:v>
                </c:pt>
                <c:pt idx="8436">
                  <c:v>03-03-2022</c:v>
                </c:pt>
                <c:pt idx="8437">
                  <c:v>03-03-2022</c:v>
                </c:pt>
                <c:pt idx="8438">
                  <c:v>03-03-2022</c:v>
                </c:pt>
                <c:pt idx="8439">
                  <c:v>03-03-2022</c:v>
                </c:pt>
                <c:pt idx="8440">
                  <c:v>03-03-2022</c:v>
                </c:pt>
                <c:pt idx="8441">
                  <c:v>03-03-2022</c:v>
                </c:pt>
                <c:pt idx="8442">
                  <c:v>04-03-2022</c:v>
                </c:pt>
                <c:pt idx="8443">
                  <c:v>04-03-2022</c:v>
                </c:pt>
                <c:pt idx="8444">
                  <c:v>04-03-2022</c:v>
                </c:pt>
                <c:pt idx="8445">
                  <c:v>04-03-2022</c:v>
                </c:pt>
                <c:pt idx="8446">
                  <c:v>04-03-2022</c:v>
                </c:pt>
                <c:pt idx="8447">
                  <c:v>04-03-2022</c:v>
                </c:pt>
                <c:pt idx="8448">
                  <c:v>04-03-2022</c:v>
                </c:pt>
                <c:pt idx="8449">
                  <c:v>04-03-2022</c:v>
                </c:pt>
                <c:pt idx="8450">
                  <c:v>04-03-2022</c:v>
                </c:pt>
                <c:pt idx="8451">
                  <c:v>04-03-2022</c:v>
                </c:pt>
                <c:pt idx="8452">
                  <c:v>04-03-2022</c:v>
                </c:pt>
                <c:pt idx="8453">
                  <c:v>04-03-2022</c:v>
                </c:pt>
                <c:pt idx="8454">
                  <c:v>04-03-2022</c:v>
                </c:pt>
                <c:pt idx="8455">
                  <c:v>04-03-2022</c:v>
                </c:pt>
                <c:pt idx="8456">
                  <c:v>04-03-2022</c:v>
                </c:pt>
                <c:pt idx="8457">
                  <c:v>04-03-2022</c:v>
                </c:pt>
                <c:pt idx="8458">
                  <c:v>04-03-2022</c:v>
                </c:pt>
                <c:pt idx="8459">
                  <c:v>04-03-2022</c:v>
                </c:pt>
                <c:pt idx="8460">
                  <c:v>04-03-2022</c:v>
                </c:pt>
                <c:pt idx="8461">
                  <c:v>04-03-2022</c:v>
                </c:pt>
                <c:pt idx="8462">
                  <c:v>04-03-2022</c:v>
                </c:pt>
                <c:pt idx="8463">
                  <c:v>04-03-2022</c:v>
                </c:pt>
                <c:pt idx="8464">
                  <c:v>04-03-2022</c:v>
                </c:pt>
                <c:pt idx="8465">
                  <c:v>04-03-2022</c:v>
                </c:pt>
                <c:pt idx="8466">
                  <c:v>04-03-2022</c:v>
                </c:pt>
                <c:pt idx="8467">
                  <c:v>04-03-2022</c:v>
                </c:pt>
                <c:pt idx="8468">
                  <c:v>04-03-2022</c:v>
                </c:pt>
                <c:pt idx="8469">
                  <c:v>04-03-2022</c:v>
                </c:pt>
                <c:pt idx="8470">
                  <c:v>04-03-2022</c:v>
                </c:pt>
                <c:pt idx="8471">
                  <c:v>04-03-2022</c:v>
                </c:pt>
                <c:pt idx="8472">
                  <c:v>04-03-2022</c:v>
                </c:pt>
                <c:pt idx="8473">
                  <c:v>04-03-2022</c:v>
                </c:pt>
                <c:pt idx="8474">
                  <c:v>04-03-2022</c:v>
                </c:pt>
                <c:pt idx="8475">
                  <c:v>04-03-2022</c:v>
                </c:pt>
                <c:pt idx="8476">
                  <c:v>04-03-2022</c:v>
                </c:pt>
                <c:pt idx="8477">
                  <c:v>04-03-2022</c:v>
                </c:pt>
                <c:pt idx="8478">
                  <c:v>04-03-2022</c:v>
                </c:pt>
                <c:pt idx="8479">
                  <c:v>04-03-2022</c:v>
                </c:pt>
                <c:pt idx="8480">
                  <c:v>04-03-2022</c:v>
                </c:pt>
                <c:pt idx="8481">
                  <c:v>04-03-2022</c:v>
                </c:pt>
                <c:pt idx="8482">
                  <c:v>04-03-2022</c:v>
                </c:pt>
                <c:pt idx="8483">
                  <c:v>04-03-2022</c:v>
                </c:pt>
                <c:pt idx="8484">
                  <c:v>04-03-2022</c:v>
                </c:pt>
                <c:pt idx="8485">
                  <c:v>04-03-2022</c:v>
                </c:pt>
                <c:pt idx="8486">
                  <c:v>04-03-2022</c:v>
                </c:pt>
                <c:pt idx="8487">
                  <c:v>04-03-2022</c:v>
                </c:pt>
                <c:pt idx="8488">
                  <c:v>04-03-2022</c:v>
                </c:pt>
                <c:pt idx="8489">
                  <c:v>04-03-2022</c:v>
                </c:pt>
                <c:pt idx="8490">
                  <c:v>04-03-2022</c:v>
                </c:pt>
                <c:pt idx="8491">
                  <c:v>04-03-2022</c:v>
                </c:pt>
                <c:pt idx="8492">
                  <c:v>04-03-2022</c:v>
                </c:pt>
                <c:pt idx="8493">
                  <c:v>05-03-2022</c:v>
                </c:pt>
                <c:pt idx="8494">
                  <c:v>05-03-2022</c:v>
                </c:pt>
                <c:pt idx="8495">
                  <c:v>05-03-2022</c:v>
                </c:pt>
                <c:pt idx="8496">
                  <c:v>05-03-2022</c:v>
                </c:pt>
                <c:pt idx="8497">
                  <c:v>05-03-2022</c:v>
                </c:pt>
                <c:pt idx="8498">
                  <c:v>05-03-2022</c:v>
                </c:pt>
                <c:pt idx="8499">
                  <c:v>05-03-2022</c:v>
                </c:pt>
                <c:pt idx="8500">
                  <c:v>05-03-2022</c:v>
                </c:pt>
                <c:pt idx="8501">
                  <c:v>05-03-2022</c:v>
                </c:pt>
                <c:pt idx="8502">
                  <c:v>05-03-2022</c:v>
                </c:pt>
                <c:pt idx="8503">
                  <c:v>05-03-2022</c:v>
                </c:pt>
                <c:pt idx="8504">
                  <c:v>05-03-2022</c:v>
                </c:pt>
                <c:pt idx="8505">
                  <c:v>05-03-2022</c:v>
                </c:pt>
                <c:pt idx="8506">
                  <c:v>05-03-2022</c:v>
                </c:pt>
                <c:pt idx="8507">
                  <c:v>05-03-2022</c:v>
                </c:pt>
                <c:pt idx="8508">
                  <c:v>05-03-2022</c:v>
                </c:pt>
                <c:pt idx="8509">
                  <c:v>05-03-2022</c:v>
                </c:pt>
                <c:pt idx="8510">
                  <c:v>05-03-2022</c:v>
                </c:pt>
                <c:pt idx="8511">
                  <c:v>05-03-2022</c:v>
                </c:pt>
                <c:pt idx="8512">
                  <c:v>05-03-2022</c:v>
                </c:pt>
                <c:pt idx="8513">
                  <c:v>05-03-2022</c:v>
                </c:pt>
                <c:pt idx="8514">
                  <c:v>05-03-2022</c:v>
                </c:pt>
                <c:pt idx="8515">
                  <c:v>05-03-2022</c:v>
                </c:pt>
                <c:pt idx="8516">
                  <c:v>05-03-2022</c:v>
                </c:pt>
                <c:pt idx="8517">
                  <c:v>05-03-2022</c:v>
                </c:pt>
                <c:pt idx="8518">
                  <c:v>05-03-2022</c:v>
                </c:pt>
                <c:pt idx="8519">
                  <c:v>05-03-2022</c:v>
                </c:pt>
                <c:pt idx="8520">
                  <c:v>05-03-2022</c:v>
                </c:pt>
                <c:pt idx="8521">
                  <c:v>05-03-2022</c:v>
                </c:pt>
                <c:pt idx="8522">
                  <c:v>05-03-2022</c:v>
                </c:pt>
                <c:pt idx="8523">
                  <c:v>05-03-2022</c:v>
                </c:pt>
                <c:pt idx="8524">
                  <c:v>05-03-2022</c:v>
                </c:pt>
                <c:pt idx="8525">
                  <c:v>05-03-2022</c:v>
                </c:pt>
                <c:pt idx="8526">
                  <c:v>05-03-2022</c:v>
                </c:pt>
                <c:pt idx="8527">
                  <c:v>05-03-2022</c:v>
                </c:pt>
                <c:pt idx="8528">
                  <c:v>05-03-2022</c:v>
                </c:pt>
                <c:pt idx="8529">
                  <c:v>05-03-2022</c:v>
                </c:pt>
                <c:pt idx="8530">
                  <c:v>05-03-2022</c:v>
                </c:pt>
                <c:pt idx="8531">
                  <c:v>05-03-2022</c:v>
                </c:pt>
                <c:pt idx="8532">
                  <c:v>05-03-2022</c:v>
                </c:pt>
                <c:pt idx="8533">
                  <c:v>05-03-2022</c:v>
                </c:pt>
                <c:pt idx="8534">
                  <c:v>05-03-2022</c:v>
                </c:pt>
                <c:pt idx="8535">
                  <c:v>05-03-2022</c:v>
                </c:pt>
                <c:pt idx="8536">
                  <c:v>05-03-2022</c:v>
                </c:pt>
                <c:pt idx="8537">
                  <c:v>05-03-2022</c:v>
                </c:pt>
                <c:pt idx="8538">
                  <c:v>05-03-2022</c:v>
                </c:pt>
                <c:pt idx="8539">
                  <c:v>05-03-2022</c:v>
                </c:pt>
                <c:pt idx="8540">
                  <c:v>05-03-2022</c:v>
                </c:pt>
                <c:pt idx="8541">
                  <c:v>06-03-2022</c:v>
                </c:pt>
                <c:pt idx="8542">
                  <c:v>06-03-2022</c:v>
                </c:pt>
                <c:pt idx="8543">
                  <c:v>06-03-2022</c:v>
                </c:pt>
                <c:pt idx="8544">
                  <c:v>06-03-2022</c:v>
                </c:pt>
                <c:pt idx="8545">
                  <c:v>06-03-2022</c:v>
                </c:pt>
                <c:pt idx="8546">
                  <c:v>06-03-2022</c:v>
                </c:pt>
                <c:pt idx="8547">
                  <c:v>06-03-2022</c:v>
                </c:pt>
                <c:pt idx="8548">
                  <c:v>06-03-2022</c:v>
                </c:pt>
                <c:pt idx="8549">
                  <c:v>06-03-2022</c:v>
                </c:pt>
                <c:pt idx="8550">
                  <c:v>06-03-2022</c:v>
                </c:pt>
                <c:pt idx="8551">
                  <c:v>06-03-2022</c:v>
                </c:pt>
                <c:pt idx="8552">
                  <c:v>06-03-2022</c:v>
                </c:pt>
                <c:pt idx="8553">
                  <c:v>06-03-2022</c:v>
                </c:pt>
                <c:pt idx="8554">
                  <c:v>06-03-2022</c:v>
                </c:pt>
                <c:pt idx="8555">
                  <c:v>06-03-2022</c:v>
                </c:pt>
                <c:pt idx="8556">
                  <c:v>06-03-2022</c:v>
                </c:pt>
                <c:pt idx="8557">
                  <c:v>06-03-2022</c:v>
                </c:pt>
                <c:pt idx="8558">
                  <c:v>06-03-2022</c:v>
                </c:pt>
                <c:pt idx="8559">
                  <c:v>06-03-2022</c:v>
                </c:pt>
                <c:pt idx="8560">
                  <c:v>06-03-2022</c:v>
                </c:pt>
                <c:pt idx="8561">
                  <c:v>06-03-2022</c:v>
                </c:pt>
                <c:pt idx="8562">
                  <c:v>06-03-2022</c:v>
                </c:pt>
                <c:pt idx="8563">
                  <c:v>06-03-2022</c:v>
                </c:pt>
                <c:pt idx="8564">
                  <c:v>06-03-2022</c:v>
                </c:pt>
                <c:pt idx="8565">
                  <c:v>06-03-2022</c:v>
                </c:pt>
                <c:pt idx="8566">
                  <c:v>06-03-2022</c:v>
                </c:pt>
                <c:pt idx="8567">
                  <c:v>06-03-2022</c:v>
                </c:pt>
                <c:pt idx="8568">
                  <c:v>06-03-2022</c:v>
                </c:pt>
                <c:pt idx="8569">
                  <c:v>06-03-2022</c:v>
                </c:pt>
                <c:pt idx="8570">
                  <c:v>06-03-2022</c:v>
                </c:pt>
                <c:pt idx="8571">
                  <c:v>06-03-2022</c:v>
                </c:pt>
                <c:pt idx="8572">
                  <c:v>06-03-2022</c:v>
                </c:pt>
                <c:pt idx="8573">
                  <c:v>06-03-2022</c:v>
                </c:pt>
                <c:pt idx="8574">
                  <c:v>06-03-2022</c:v>
                </c:pt>
                <c:pt idx="8575">
                  <c:v>06-03-2022</c:v>
                </c:pt>
                <c:pt idx="8576">
                  <c:v>06-03-2022</c:v>
                </c:pt>
                <c:pt idx="8577">
                  <c:v>06-03-2022</c:v>
                </c:pt>
                <c:pt idx="8578">
                  <c:v>06-03-2022</c:v>
                </c:pt>
                <c:pt idx="8579">
                  <c:v>06-03-2022</c:v>
                </c:pt>
                <c:pt idx="8580">
                  <c:v>06-03-2022</c:v>
                </c:pt>
                <c:pt idx="8581">
                  <c:v>06-03-2022</c:v>
                </c:pt>
                <c:pt idx="8582">
                  <c:v>06-03-2022</c:v>
                </c:pt>
                <c:pt idx="8583">
                  <c:v>06-03-2022</c:v>
                </c:pt>
                <c:pt idx="8584">
                  <c:v>06-03-2022</c:v>
                </c:pt>
                <c:pt idx="8585">
                  <c:v>06-03-2022</c:v>
                </c:pt>
                <c:pt idx="8586">
                  <c:v>06-03-2022</c:v>
                </c:pt>
                <c:pt idx="8587">
                  <c:v>06-03-2022</c:v>
                </c:pt>
                <c:pt idx="8588">
                  <c:v>06-03-2022</c:v>
                </c:pt>
                <c:pt idx="8589">
                  <c:v>06-03-2022</c:v>
                </c:pt>
                <c:pt idx="8590">
                  <c:v>06-03-2022</c:v>
                </c:pt>
                <c:pt idx="8591">
                  <c:v>06-03-2022</c:v>
                </c:pt>
                <c:pt idx="8592">
                  <c:v>07-03-2022</c:v>
                </c:pt>
                <c:pt idx="8593">
                  <c:v>07-03-2022</c:v>
                </c:pt>
                <c:pt idx="8594">
                  <c:v>07-03-2022</c:v>
                </c:pt>
                <c:pt idx="8595">
                  <c:v>07-03-2022</c:v>
                </c:pt>
                <c:pt idx="8596">
                  <c:v>07-03-2022</c:v>
                </c:pt>
                <c:pt idx="8597">
                  <c:v>07-03-2022</c:v>
                </c:pt>
                <c:pt idx="8598">
                  <c:v>07-03-2022</c:v>
                </c:pt>
                <c:pt idx="8599">
                  <c:v>07-03-2022</c:v>
                </c:pt>
                <c:pt idx="8600">
                  <c:v>07-03-2022</c:v>
                </c:pt>
                <c:pt idx="8601">
                  <c:v>07-03-2022</c:v>
                </c:pt>
                <c:pt idx="8602">
                  <c:v>07-03-2022</c:v>
                </c:pt>
                <c:pt idx="8603">
                  <c:v>07-03-2022</c:v>
                </c:pt>
                <c:pt idx="8604">
                  <c:v>07-03-2022</c:v>
                </c:pt>
                <c:pt idx="8605">
                  <c:v>07-03-2022</c:v>
                </c:pt>
                <c:pt idx="8606">
                  <c:v>07-03-2022</c:v>
                </c:pt>
                <c:pt idx="8607">
                  <c:v>07-03-2022</c:v>
                </c:pt>
                <c:pt idx="8608">
                  <c:v>07-03-2022</c:v>
                </c:pt>
                <c:pt idx="8609">
                  <c:v>07-03-2022</c:v>
                </c:pt>
                <c:pt idx="8610">
                  <c:v>07-03-2022</c:v>
                </c:pt>
                <c:pt idx="8611">
                  <c:v>07-03-2022</c:v>
                </c:pt>
                <c:pt idx="8612">
                  <c:v>07-03-2022</c:v>
                </c:pt>
                <c:pt idx="8613">
                  <c:v>07-03-2022</c:v>
                </c:pt>
                <c:pt idx="8614">
                  <c:v>07-03-2022</c:v>
                </c:pt>
                <c:pt idx="8615">
                  <c:v>07-03-2022</c:v>
                </c:pt>
                <c:pt idx="8616">
                  <c:v>07-03-2022</c:v>
                </c:pt>
                <c:pt idx="8617">
                  <c:v>07-03-2022</c:v>
                </c:pt>
                <c:pt idx="8618">
                  <c:v>07-03-2022</c:v>
                </c:pt>
                <c:pt idx="8619">
                  <c:v>07-03-2022</c:v>
                </c:pt>
                <c:pt idx="8620">
                  <c:v>07-03-2022</c:v>
                </c:pt>
                <c:pt idx="8621">
                  <c:v>07-03-2022</c:v>
                </c:pt>
                <c:pt idx="8622">
                  <c:v>07-03-2022</c:v>
                </c:pt>
                <c:pt idx="8623">
                  <c:v>07-03-2022</c:v>
                </c:pt>
                <c:pt idx="8624">
                  <c:v>07-03-2022</c:v>
                </c:pt>
                <c:pt idx="8625">
                  <c:v>07-03-2022</c:v>
                </c:pt>
                <c:pt idx="8626">
                  <c:v>07-03-2022</c:v>
                </c:pt>
                <c:pt idx="8627">
                  <c:v>07-03-2022</c:v>
                </c:pt>
                <c:pt idx="8628">
                  <c:v>07-03-2022</c:v>
                </c:pt>
                <c:pt idx="8629">
                  <c:v>07-03-2022</c:v>
                </c:pt>
                <c:pt idx="8630">
                  <c:v>07-03-2022</c:v>
                </c:pt>
                <c:pt idx="8631">
                  <c:v>07-03-2022</c:v>
                </c:pt>
                <c:pt idx="8632">
                  <c:v>07-03-2022</c:v>
                </c:pt>
                <c:pt idx="8633">
                  <c:v>07-03-2022</c:v>
                </c:pt>
                <c:pt idx="8634">
                  <c:v>07-03-2022</c:v>
                </c:pt>
                <c:pt idx="8635">
                  <c:v>07-03-2022</c:v>
                </c:pt>
                <c:pt idx="8636">
                  <c:v>07-03-2022</c:v>
                </c:pt>
                <c:pt idx="8637">
                  <c:v>07-03-2022</c:v>
                </c:pt>
                <c:pt idx="8638">
                  <c:v>07-03-2022</c:v>
                </c:pt>
                <c:pt idx="8639">
                  <c:v>07-03-2022</c:v>
                </c:pt>
                <c:pt idx="8640">
                  <c:v>07-03-2022</c:v>
                </c:pt>
                <c:pt idx="8641">
                  <c:v>07-03-2022</c:v>
                </c:pt>
                <c:pt idx="8642">
                  <c:v>07-03-2022</c:v>
                </c:pt>
                <c:pt idx="8643">
                  <c:v>08-03-2022</c:v>
                </c:pt>
                <c:pt idx="8644">
                  <c:v>08-03-2022</c:v>
                </c:pt>
                <c:pt idx="8645">
                  <c:v>08-03-2022</c:v>
                </c:pt>
                <c:pt idx="8646">
                  <c:v>08-03-2022</c:v>
                </c:pt>
                <c:pt idx="8647">
                  <c:v>08-03-2022</c:v>
                </c:pt>
                <c:pt idx="8648">
                  <c:v>08-03-2022</c:v>
                </c:pt>
                <c:pt idx="8649">
                  <c:v>08-03-2022</c:v>
                </c:pt>
                <c:pt idx="8650">
                  <c:v>08-03-2022</c:v>
                </c:pt>
                <c:pt idx="8651">
                  <c:v>08-03-2022</c:v>
                </c:pt>
                <c:pt idx="8652">
                  <c:v>08-03-2022</c:v>
                </c:pt>
                <c:pt idx="8653">
                  <c:v>08-03-2022</c:v>
                </c:pt>
                <c:pt idx="8654">
                  <c:v>08-03-2022</c:v>
                </c:pt>
                <c:pt idx="8655">
                  <c:v>08-03-2022</c:v>
                </c:pt>
                <c:pt idx="8656">
                  <c:v>08-03-2022</c:v>
                </c:pt>
                <c:pt idx="8657">
                  <c:v>08-03-2022</c:v>
                </c:pt>
                <c:pt idx="8658">
                  <c:v>08-03-2022</c:v>
                </c:pt>
                <c:pt idx="8659">
                  <c:v>08-03-2022</c:v>
                </c:pt>
                <c:pt idx="8660">
                  <c:v>08-03-2022</c:v>
                </c:pt>
                <c:pt idx="8661">
                  <c:v>08-03-2022</c:v>
                </c:pt>
                <c:pt idx="8662">
                  <c:v>08-03-2022</c:v>
                </c:pt>
                <c:pt idx="8663">
                  <c:v>08-03-2022</c:v>
                </c:pt>
                <c:pt idx="8664">
                  <c:v>08-03-2022</c:v>
                </c:pt>
                <c:pt idx="8665">
                  <c:v>08-03-2022</c:v>
                </c:pt>
                <c:pt idx="8666">
                  <c:v>08-03-2022</c:v>
                </c:pt>
                <c:pt idx="8667">
                  <c:v>08-03-2022</c:v>
                </c:pt>
                <c:pt idx="8668">
                  <c:v>08-03-2022</c:v>
                </c:pt>
                <c:pt idx="8669">
                  <c:v>08-03-2022</c:v>
                </c:pt>
                <c:pt idx="8670">
                  <c:v>08-03-2022</c:v>
                </c:pt>
                <c:pt idx="8671">
                  <c:v>08-03-2022</c:v>
                </c:pt>
                <c:pt idx="8672">
                  <c:v>08-03-2022</c:v>
                </c:pt>
                <c:pt idx="8673">
                  <c:v>08-03-2022</c:v>
                </c:pt>
                <c:pt idx="8674">
                  <c:v>08-03-2022</c:v>
                </c:pt>
                <c:pt idx="8675">
                  <c:v>08-03-2022</c:v>
                </c:pt>
                <c:pt idx="8676">
                  <c:v>08-03-2022</c:v>
                </c:pt>
                <c:pt idx="8677">
                  <c:v>08-03-2022</c:v>
                </c:pt>
                <c:pt idx="8678">
                  <c:v>08-03-2022</c:v>
                </c:pt>
                <c:pt idx="8679">
                  <c:v>08-03-2022</c:v>
                </c:pt>
                <c:pt idx="8680">
                  <c:v>08-03-2022</c:v>
                </c:pt>
                <c:pt idx="8681">
                  <c:v>08-03-2022</c:v>
                </c:pt>
                <c:pt idx="8682">
                  <c:v>08-03-2022</c:v>
                </c:pt>
                <c:pt idx="8683">
                  <c:v>08-03-2022</c:v>
                </c:pt>
                <c:pt idx="8684">
                  <c:v>08-03-2022</c:v>
                </c:pt>
                <c:pt idx="8685">
                  <c:v>08-03-2022</c:v>
                </c:pt>
                <c:pt idx="8686">
                  <c:v>08-03-2022</c:v>
                </c:pt>
                <c:pt idx="8687">
                  <c:v>08-03-2022</c:v>
                </c:pt>
                <c:pt idx="8688">
                  <c:v>09-03-2022</c:v>
                </c:pt>
                <c:pt idx="8689">
                  <c:v>09-03-2022</c:v>
                </c:pt>
                <c:pt idx="8690">
                  <c:v>09-03-2022</c:v>
                </c:pt>
                <c:pt idx="8691">
                  <c:v>09-03-2022</c:v>
                </c:pt>
                <c:pt idx="8692">
                  <c:v>09-03-2022</c:v>
                </c:pt>
                <c:pt idx="8693">
                  <c:v>09-03-2022</c:v>
                </c:pt>
                <c:pt idx="8694">
                  <c:v>09-03-2022</c:v>
                </c:pt>
                <c:pt idx="8695">
                  <c:v>09-03-2022</c:v>
                </c:pt>
                <c:pt idx="8696">
                  <c:v>09-03-2022</c:v>
                </c:pt>
                <c:pt idx="8697">
                  <c:v>09-03-2022</c:v>
                </c:pt>
                <c:pt idx="8698">
                  <c:v>09-03-2022</c:v>
                </c:pt>
                <c:pt idx="8699">
                  <c:v>09-03-2022</c:v>
                </c:pt>
                <c:pt idx="8700">
                  <c:v>09-03-2022</c:v>
                </c:pt>
                <c:pt idx="8701">
                  <c:v>09-03-2022</c:v>
                </c:pt>
                <c:pt idx="8702">
                  <c:v>09-03-2022</c:v>
                </c:pt>
                <c:pt idx="8703">
                  <c:v>09-03-2022</c:v>
                </c:pt>
                <c:pt idx="8704">
                  <c:v>09-03-2022</c:v>
                </c:pt>
                <c:pt idx="8705">
                  <c:v>09-03-2022</c:v>
                </c:pt>
                <c:pt idx="8706">
                  <c:v>09-03-2022</c:v>
                </c:pt>
                <c:pt idx="8707">
                  <c:v>09-03-2022</c:v>
                </c:pt>
                <c:pt idx="8708">
                  <c:v>09-03-2022</c:v>
                </c:pt>
                <c:pt idx="8709">
                  <c:v>09-03-2022</c:v>
                </c:pt>
                <c:pt idx="8710">
                  <c:v>09-03-2022</c:v>
                </c:pt>
                <c:pt idx="8711">
                  <c:v>09-03-2022</c:v>
                </c:pt>
                <c:pt idx="8712">
                  <c:v>09-03-2022</c:v>
                </c:pt>
                <c:pt idx="8713">
                  <c:v>09-03-2022</c:v>
                </c:pt>
                <c:pt idx="8714">
                  <c:v>09-03-2022</c:v>
                </c:pt>
                <c:pt idx="8715">
                  <c:v>09-03-2022</c:v>
                </c:pt>
                <c:pt idx="8716">
                  <c:v>09-03-2022</c:v>
                </c:pt>
                <c:pt idx="8717">
                  <c:v>09-03-2022</c:v>
                </c:pt>
                <c:pt idx="8718">
                  <c:v>09-03-2022</c:v>
                </c:pt>
                <c:pt idx="8719">
                  <c:v>09-03-2022</c:v>
                </c:pt>
                <c:pt idx="8720">
                  <c:v>09-03-2022</c:v>
                </c:pt>
                <c:pt idx="8721">
                  <c:v>09-03-2022</c:v>
                </c:pt>
                <c:pt idx="8722">
                  <c:v>09-03-2022</c:v>
                </c:pt>
                <c:pt idx="8723">
                  <c:v>09-03-2022</c:v>
                </c:pt>
                <c:pt idx="8724">
                  <c:v>09-03-2022</c:v>
                </c:pt>
                <c:pt idx="8725">
                  <c:v>09-03-2022</c:v>
                </c:pt>
                <c:pt idx="8726">
                  <c:v>09-03-2022</c:v>
                </c:pt>
                <c:pt idx="8727">
                  <c:v>09-03-2022</c:v>
                </c:pt>
                <c:pt idx="8728">
                  <c:v>09-03-2022</c:v>
                </c:pt>
                <c:pt idx="8729">
                  <c:v>09-03-2022</c:v>
                </c:pt>
                <c:pt idx="8730">
                  <c:v>09-03-2022</c:v>
                </c:pt>
                <c:pt idx="8731">
                  <c:v>09-03-2022</c:v>
                </c:pt>
                <c:pt idx="8732">
                  <c:v>09-03-2022</c:v>
                </c:pt>
                <c:pt idx="8733">
                  <c:v>09-03-2022</c:v>
                </c:pt>
                <c:pt idx="8734">
                  <c:v>09-03-2022</c:v>
                </c:pt>
                <c:pt idx="8735">
                  <c:v>09-03-2022</c:v>
                </c:pt>
                <c:pt idx="8736">
                  <c:v>09-03-2022</c:v>
                </c:pt>
                <c:pt idx="8737">
                  <c:v>09-03-2022</c:v>
                </c:pt>
                <c:pt idx="8738">
                  <c:v>09-03-2022</c:v>
                </c:pt>
                <c:pt idx="8739">
                  <c:v>10-03-2022</c:v>
                </c:pt>
                <c:pt idx="8740">
                  <c:v>10-03-2022</c:v>
                </c:pt>
                <c:pt idx="8741">
                  <c:v>10-03-2022</c:v>
                </c:pt>
                <c:pt idx="8742">
                  <c:v>10-03-2022</c:v>
                </c:pt>
                <c:pt idx="8743">
                  <c:v>10-03-2022</c:v>
                </c:pt>
                <c:pt idx="8744">
                  <c:v>10-03-2022</c:v>
                </c:pt>
                <c:pt idx="8745">
                  <c:v>10-03-2022</c:v>
                </c:pt>
                <c:pt idx="8746">
                  <c:v>10-03-2022</c:v>
                </c:pt>
                <c:pt idx="8747">
                  <c:v>10-03-2022</c:v>
                </c:pt>
                <c:pt idx="8748">
                  <c:v>10-03-2022</c:v>
                </c:pt>
                <c:pt idx="8749">
                  <c:v>10-03-2022</c:v>
                </c:pt>
                <c:pt idx="8750">
                  <c:v>10-03-2022</c:v>
                </c:pt>
                <c:pt idx="8751">
                  <c:v>10-03-2022</c:v>
                </c:pt>
                <c:pt idx="8752">
                  <c:v>10-03-2022</c:v>
                </c:pt>
                <c:pt idx="8753">
                  <c:v>10-03-2022</c:v>
                </c:pt>
                <c:pt idx="8754">
                  <c:v>10-03-2022</c:v>
                </c:pt>
                <c:pt idx="8755">
                  <c:v>10-03-2022</c:v>
                </c:pt>
                <c:pt idx="8756">
                  <c:v>10-03-2022</c:v>
                </c:pt>
                <c:pt idx="8757">
                  <c:v>10-03-2022</c:v>
                </c:pt>
                <c:pt idx="8758">
                  <c:v>10-03-2022</c:v>
                </c:pt>
                <c:pt idx="8759">
                  <c:v>10-03-2022</c:v>
                </c:pt>
                <c:pt idx="8760">
                  <c:v>10-03-2022</c:v>
                </c:pt>
                <c:pt idx="8761">
                  <c:v>10-03-2022</c:v>
                </c:pt>
                <c:pt idx="8762">
                  <c:v>10-03-2022</c:v>
                </c:pt>
                <c:pt idx="8763">
                  <c:v>10-03-2022</c:v>
                </c:pt>
                <c:pt idx="8764">
                  <c:v>10-03-2022</c:v>
                </c:pt>
                <c:pt idx="8765">
                  <c:v>10-03-2022</c:v>
                </c:pt>
                <c:pt idx="8766">
                  <c:v>10-03-2022</c:v>
                </c:pt>
                <c:pt idx="8767">
                  <c:v>10-03-2022</c:v>
                </c:pt>
                <c:pt idx="8768">
                  <c:v>10-03-2022</c:v>
                </c:pt>
                <c:pt idx="8769">
                  <c:v>10-03-2022</c:v>
                </c:pt>
                <c:pt idx="8770">
                  <c:v>10-03-2022</c:v>
                </c:pt>
                <c:pt idx="8771">
                  <c:v>10-03-2022</c:v>
                </c:pt>
                <c:pt idx="8772">
                  <c:v>10-03-2022</c:v>
                </c:pt>
                <c:pt idx="8773">
                  <c:v>10-03-2022</c:v>
                </c:pt>
                <c:pt idx="8774">
                  <c:v>10-03-2022</c:v>
                </c:pt>
                <c:pt idx="8775">
                  <c:v>10-03-2022</c:v>
                </c:pt>
                <c:pt idx="8776">
                  <c:v>10-03-2022</c:v>
                </c:pt>
                <c:pt idx="8777">
                  <c:v>10-03-2022</c:v>
                </c:pt>
                <c:pt idx="8778">
                  <c:v>10-03-2022</c:v>
                </c:pt>
                <c:pt idx="8779">
                  <c:v>10-03-2022</c:v>
                </c:pt>
                <c:pt idx="8780">
                  <c:v>10-03-2022</c:v>
                </c:pt>
                <c:pt idx="8781">
                  <c:v>10-03-2022</c:v>
                </c:pt>
                <c:pt idx="8782">
                  <c:v>10-03-2022</c:v>
                </c:pt>
                <c:pt idx="8783">
                  <c:v>10-03-2022</c:v>
                </c:pt>
                <c:pt idx="8784">
                  <c:v>10-03-2022</c:v>
                </c:pt>
                <c:pt idx="8785">
                  <c:v>10-03-2022</c:v>
                </c:pt>
                <c:pt idx="8786">
                  <c:v>10-03-2022</c:v>
                </c:pt>
                <c:pt idx="8787">
                  <c:v>10-03-2022</c:v>
                </c:pt>
                <c:pt idx="8788">
                  <c:v>10-03-2022</c:v>
                </c:pt>
                <c:pt idx="8789">
                  <c:v>10-03-2022</c:v>
                </c:pt>
                <c:pt idx="8790">
                  <c:v>11-03-2022</c:v>
                </c:pt>
                <c:pt idx="8791">
                  <c:v>11-03-2022</c:v>
                </c:pt>
                <c:pt idx="8792">
                  <c:v>11-03-2022</c:v>
                </c:pt>
                <c:pt idx="8793">
                  <c:v>11-03-2022</c:v>
                </c:pt>
                <c:pt idx="8794">
                  <c:v>11-03-2022</c:v>
                </c:pt>
                <c:pt idx="8795">
                  <c:v>11-03-2022</c:v>
                </c:pt>
                <c:pt idx="8796">
                  <c:v>11-03-2022</c:v>
                </c:pt>
                <c:pt idx="8797">
                  <c:v>11-03-2022</c:v>
                </c:pt>
                <c:pt idx="8798">
                  <c:v>11-03-2022</c:v>
                </c:pt>
                <c:pt idx="8799">
                  <c:v>11-03-2022</c:v>
                </c:pt>
                <c:pt idx="8800">
                  <c:v>11-03-2022</c:v>
                </c:pt>
                <c:pt idx="8801">
                  <c:v>11-03-2022</c:v>
                </c:pt>
                <c:pt idx="8802">
                  <c:v>11-03-2022</c:v>
                </c:pt>
                <c:pt idx="8803">
                  <c:v>11-03-2022</c:v>
                </c:pt>
                <c:pt idx="8804">
                  <c:v>11-03-2022</c:v>
                </c:pt>
                <c:pt idx="8805">
                  <c:v>11-03-2022</c:v>
                </c:pt>
                <c:pt idx="8806">
                  <c:v>11-03-2022</c:v>
                </c:pt>
                <c:pt idx="8807">
                  <c:v>11-03-2022</c:v>
                </c:pt>
                <c:pt idx="8808">
                  <c:v>11-03-2022</c:v>
                </c:pt>
                <c:pt idx="8809">
                  <c:v>11-03-2022</c:v>
                </c:pt>
                <c:pt idx="8810">
                  <c:v>11-03-2022</c:v>
                </c:pt>
                <c:pt idx="8811">
                  <c:v>11-03-2022</c:v>
                </c:pt>
                <c:pt idx="8812">
                  <c:v>11-03-2022</c:v>
                </c:pt>
                <c:pt idx="8813">
                  <c:v>11-03-2022</c:v>
                </c:pt>
                <c:pt idx="8814">
                  <c:v>11-03-2022</c:v>
                </c:pt>
                <c:pt idx="8815">
                  <c:v>11-03-2022</c:v>
                </c:pt>
                <c:pt idx="8816">
                  <c:v>11-03-2022</c:v>
                </c:pt>
                <c:pt idx="8817">
                  <c:v>11-03-2022</c:v>
                </c:pt>
                <c:pt idx="8818">
                  <c:v>11-03-2022</c:v>
                </c:pt>
                <c:pt idx="8819">
                  <c:v>11-03-2022</c:v>
                </c:pt>
                <c:pt idx="8820">
                  <c:v>11-03-2022</c:v>
                </c:pt>
                <c:pt idx="8821">
                  <c:v>11-03-2022</c:v>
                </c:pt>
                <c:pt idx="8822">
                  <c:v>11-03-2022</c:v>
                </c:pt>
                <c:pt idx="8823">
                  <c:v>11-03-2022</c:v>
                </c:pt>
                <c:pt idx="8824">
                  <c:v>11-03-2022</c:v>
                </c:pt>
                <c:pt idx="8825">
                  <c:v>11-03-2022</c:v>
                </c:pt>
                <c:pt idx="8826">
                  <c:v>11-03-2022</c:v>
                </c:pt>
                <c:pt idx="8827">
                  <c:v>11-03-2022</c:v>
                </c:pt>
                <c:pt idx="8828">
                  <c:v>11-03-2022</c:v>
                </c:pt>
                <c:pt idx="8829">
                  <c:v>11-03-2022</c:v>
                </c:pt>
                <c:pt idx="8830">
                  <c:v>11-03-2022</c:v>
                </c:pt>
                <c:pt idx="8831">
                  <c:v>11-03-2022</c:v>
                </c:pt>
                <c:pt idx="8832">
                  <c:v>11-03-2022</c:v>
                </c:pt>
                <c:pt idx="8833">
                  <c:v>11-03-2022</c:v>
                </c:pt>
                <c:pt idx="8834">
                  <c:v>11-03-2022</c:v>
                </c:pt>
                <c:pt idx="8835">
                  <c:v>12-03-2022</c:v>
                </c:pt>
                <c:pt idx="8836">
                  <c:v>12-03-2022</c:v>
                </c:pt>
                <c:pt idx="8837">
                  <c:v>12-03-2022</c:v>
                </c:pt>
                <c:pt idx="8838">
                  <c:v>12-03-2022</c:v>
                </c:pt>
                <c:pt idx="8839">
                  <c:v>12-03-2022</c:v>
                </c:pt>
                <c:pt idx="8840">
                  <c:v>12-03-2022</c:v>
                </c:pt>
                <c:pt idx="8841">
                  <c:v>12-03-2022</c:v>
                </c:pt>
                <c:pt idx="8842">
                  <c:v>12-03-2022</c:v>
                </c:pt>
                <c:pt idx="8843">
                  <c:v>12-03-2022</c:v>
                </c:pt>
                <c:pt idx="8844">
                  <c:v>12-03-2022</c:v>
                </c:pt>
                <c:pt idx="8845">
                  <c:v>12-03-2022</c:v>
                </c:pt>
                <c:pt idx="8846">
                  <c:v>12-03-2022</c:v>
                </c:pt>
                <c:pt idx="8847">
                  <c:v>12-03-2022</c:v>
                </c:pt>
                <c:pt idx="8848">
                  <c:v>12-03-2022</c:v>
                </c:pt>
                <c:pt idx="8849">
                  <c:v>12-03-2022</c:v>
                </c:pt>
                <c:pt idx="8850">
                  <c:v>12-03-2022</c:v>
                </c:pt>
                <c:pt idx="8851">
                  <c:v>12-03-2022</c:v>
                </c:pt>
                <c:pt idx="8852">
                  <c:v>12-03-2022</c:v>
                </c:pt>
                <c:pt idx="8853">
                  <c:v>12-03-2022</c:v>
                </c:pt>
                <c:pt idx="8854">
                  <c:v>12-03-2022</c:v>
                </c:pt>
                <c:pt idx="8855">
                  <c:v>12-03-2022</c:v>
                </c:pt>
                <c:pt idx="8856">
                  <c:v>12-03-2022</c:v>
                </c:pt>
                <c:pt idx="8857">
                  <c:v>12-03-2022</c:v>
                </c:pt>
                <c:pt idx="8858">
                  <c:v>12-03-2022</c:v>
                </c:pt>
                <c:pt idx="8859">
                  <c:v>12-03-2022</c:v>
                </c:pt>
                <c:pt idx="8860">
                  <c:v>12-03-2022</c:v>
                </c:pt>
                <c:pt idx="8861">
                  <c:v>12-03-2022</c:v>
                </c:pt>
                <c:pt idx="8862">
                  <c:v>12-03-2022</c:v>
                </c:pt>
                <c:pt idx="8863">
                  <c:v>12-03-2022</c:v>
                </c:pt>
                <c:pt idx="8864">
                  <c:v>12-03-2022</c:v>
                </c:pt>
                <c:pt idx="8865">
                  <c:v>12-03-2022</c:v>
                </c:pt>
                <c:pt idx="8866">
                  <c:v>12-03-2022</c:v>
                </c:pt>
                <c:pt idx="8867">
                  <c:v>12-03-2022</c:v>
                </c:pt>
                <c:pt idx="8868">
                  <c:v>12-03-2022</c:v>
                </c:pt>
                <c:pt idx="8869">
                  <c:v>12-03-2022</c:v>
                </c:pt>
                <c:pt idx="8870">
                  <c:v>12-03-2022</c:v>
                </c:pt>
                <c:pt idx="8871">
                  <c:v>12-03-2022</c:v>
                </c:pt>
                <c:pt idx="8872">
                  <c:v>12-03-2022</c:v>
                </c:pt>
                <c:pt idx="8873">
                  <c:v>12-03-2022</c:v>
                </c:pt>
                <c:pt idx="8874">
                  <c:v>12-03-2022</c:v>
                </c:pt>
                <c:pt idx="8875">
                  <c:v>12-03-2022</c:v>
                </c:pt>
                <c:pt idx="8876">
                  <c:v>12-03-2022</c:v>
                </c:pt>
                <c:pt idx="8877">
                  <c:v>12-03-2022</c:v>
                </c:pt>
                <c:pt idx="8878">
                  <c:v>12-03-2022</c:v>
                </c:pt>
                <c:pt idx="8879">
                  <c:v>12-03-2022</c:v>
                </c:pt>
                <c:pt idx="8880">
                  <c:v>13-03-2022</c:v>
                </c:pt>
                <c:pt idx="8881">
                  <c:v>13-03-2022</c:v>
                </c:pt>
                <c:pt idx="8882">
                  <c:v>13-03-2022</c:v>
                </c:pt>
                <c:pt idx="8883">
                  <c:v>13-03-2022</c:v>
                </c:pt>
                <c:pt idx="8884">
                  <c:v>13-03-2022</c:v>
                </c:pt>
                <c:pt idx="8885">
                  <c:v>13-03-2022</c:v>
                </c:pt>
                <c:pt idx="8886">
                  <c:v>13-03-2022</c:v>
                </c:pt>
                <c:pt idx="8887">
                  <c:v>13-03-2022</c:v>
                </c:pt>
                <c:pt idx="8888">
                  <c:v>13-03-2022</c:v>
                </c:pt>
                <c:pt idx="8889">
                  <c:v>13-03-2022</c:v>
                </c:pt>
                <c:pt idx="8890">
                  <c:v>13-03-2022</c:v>
                </c:pt>
                <c:pt idx="8891">
                  <c:v>13-03-2022</c:v>
                </c:pt>
                <c:pt idx="8892">
                  <c:v>13-03-2022</c:v>
                </c:pt>
                <c:pt idx="8893">
                  <c:v>13-03-2022</c:v>
                </c:pt>
                <c:pt idx="8894">
                  <c:v>13-03-2022</c:v>
                </c:pt>
                <c:pt idx="8895">
                  <c:v>13-03-2022</c:v>
                </c:pt>
                <c:pt idx="8896">
                  <c:v>13-03-2022</c:v>
                </c:pt>
                <c:pt idx="8897">
                  <c:v>13-03-2022</c:v>
                </c:pt>
                <c:pt idx="8898">
                  <c:v>13-03-2022</c:v>
                </c:pt>
                <c:pt idx="8899">
                  <c:v>13-03-2022</c:v>
                </c:pt>
                <c:pt idx="8900">
                  <c:v>13-03-2022</c:v>
                </c:pt>
                <c:pt idx="8901">
                  <c:v>13-03-2022</c:v>
                </c:pt>
                <c:pt idx="8902">
                  <c:v>13-03-2022</c:v>
                </c:pt>
                <c:pt idx="8903">
                  <c:v>13-03-2022</c:v>
                </c:pt>
                <c:pt idx="8904">
                  <c:v>13-03-2022</c:v>
                </c:pt>
                <c:pt idx="8905">
                  <c:v>13-03-2022</c:v>
                </c:pt>
                <c:pt idx="8906">
                  <c:v>13-03-2022</c:v>
                </c:pt>
                <c:pt idx="8907">
                  <c:v>13-03-2022</c:v>
                </c:pt>
                <c:pt idx="8908">
                  <c:v>13-03-2022</c:v>
                </c:pt>
                <c:pt idx="8909">
                  <c:v>13-03-2022</c:v>
                </c:pt>
                <c:pt idx="8910">
                  <c:v>13-03-2022</c:v>
                </c:pt>
                <c:pt idx="8911">
                  <c:v>13-03-2022</c:v>
                </c:pt>
                <c:pt idx="8912">
                  <c:v>13-03-2022</c:v>
                </c:pt>
                <c:pt idx="8913">
                  <c:v>13-03-2022</c:v>
                </c:pt>
                <c:pt idx="8914">
                  <c:v>13-03-2022</c:v>
                </c:pt>
                <c:pt idx="8915">
                  <c:v>13-03-2022</c:v>
                </c:pt>
                <c:pt idx="8916">
                  <c:v>13-03-2022</c:v>
                </c:pt>
                <c:pt idx="8917">
                  <c:v>13-03-2022</c:v>
                </c:pt>
                <c:pt idx="8918">
                  <c:v>13-03-2022</c:v>
                </c:pt>
                <c:pt idx="8919">
                  <c:v>13-03-2022</c:v>
                </c:pt>
                <c:pt idx="8920">
                  <c:v>14-03-2022</c:v>
                </c:pt>
                <c:pt idx="8921">
                  <c:v>14-03-2022</c:v>
                </c:pt>
                <c:pt idx="8922">
                  <c:v>14-03-2022</c:v>
                </c:pt>
                <c:pt idx="8923">
                  <c:v>14-03-2022</c:v>
                </c:pt>
                <c:pt idx="8924">
                  <c:v>14-03-2022</c:v>
                </c:pt>
                <c:pt idx="8925">
                  <c:v>14-03-2022</c:v>
                </c:pt>
                <c:pt idx="8926">
                  <c:v>14-03-2022</c:v>
                </c:pt>
                <c:pt idx="8927">
                  <c:v>14-03-2022</c:v>
                </c:pt>
                <c:pt idx="8928">
                  <c:v>14-03-2022</c:v>
                </c:pt>
                <c:pt idx="8929">
                  <c:v>14-03-2022</c:v>
                </c:pt>
                <c:pt idx="8930">
                  <c:v>14-03-2022</c:v>
                </c:pt>
                <c:pt idx="8931">
                  <c:v>14-03-2022</c:v>
                </c:pt>
                <c:pt idx="8932">
                  <c:v>14-03-2022</c:v>
                </c:pt>
                <c:pt idx="8933">
                  <c:v>14-03-2022</c:v>
                </c:pt>
                <c:pt idx="8934">
                  <c:v>14-03-2022</c:v>
                </c:pt>
                <c:pt idx="8935">
                  <c:v>14-03-2022</c:v>
                </c:pt>
                <c:pt idx="8936">
                  <c:v>14-03-2022</c:v>
                </c:pt>
                <c:pt idx="8937">
                  <c:v>14-03-2022</c:v>
                </c:pt>
                <c:pt idx="8938">
                  <c:v>14-03-2022</c:v>
                </c:pt>
                <c:pt idx="8939">
                  <c:v>14-03-2022</c:v>
                </c:pt>
                <c:pt idx="8940">
                  <c:v>14-03-2022</c:v>
                </c:pt>
                <c:pt idx="8941">
                  <c:v>14-03-2022</c:v>
                </c:pt>
                <c:pt idx="8942">
                  <c:v>14-03-2022</c:v>
                </c:pt>
                <c:pt idx="8943">
                  <c:v>14-03-2022</c:v>
                </c:pt>
                <c:pt idx="8944">
                  <c:v>14-03-2022</c:v>
                </c:pt>
                <c:pt idx="8945">
                  <c:v>14-03-2022</c:v>
                </c:pt>
                <c:pt idx="8946">
                  <c:v>14-03-2022</c:v>
                </c:pt>
                <c:pt idx="8947">
                  <c:v>14-03-2022</c:v>
                </c:pt>
                <c:pt idx="8948">
                  <c:v>14-03-2022</c:v>
                </c:pt>
                <c:pt idx="8949">
                  <c:v>14-03-2022</c:v>
                </c:pt>
                <c:pt idx="8950">
                  <c:v>14-03-2022</c:v>
                </c:pt>
                <c:pt idx="8951">
                  <c:v>14-03-2022</c:v>
                </c:pt>
                <c:pt idx="8952">
                  <c:v>14-03-2022</c:v>
                </c:pt>
                <c:pt idx="8953">
                  <c:v>14-03-2022</c:v>
                </c:pt>
                <c:pt idx="8954">
                  <c:v>14-03-2022</c:v>
                </c:pt>
                <c:pt idx="8955">
                  <c:v>14-03-2022</c:v>
                </c:pt>
                <c:pt idx="8956">
                  <c:v>14-03-2022</c:v>
                </c:pt>
                <c:pt idx="8957">
                  <c:v>14-03-2022</c:v>
                </c:pt>
                <c:pt idx="8958">
                  <c:v>14-03-2022</c:v>
                </c:pt>
                <c:pt idx="8959">
                  <c:v>14-03-2022</c:v>
                </c:pt>
                <c:pt idx="8960">
                  <c:v>15-03-2022</c:v>
                </c:pt>
                <c:pt idx="8961">
                  <c:v>15-03-2022</c:v>
                </c:pt>
                <c:pt idx="8962">
                  <c:v>15-03-2022</c:v>
                </c:pt>
                <c:pt idx="8963">
                  <c:v>15-03-2022</c:v>
                </c:pt>
                <c:pt idx="8964">
                  <c:v>15-03-2022</c:v>
                </c:pt>
                <c:pt idx="8965">
                  <c:v>15-03-2022</c:v>
                </c:pt>
                <c:pt idx="8966">
                  <c:v>15-03-2022</c:v>
                </c:pt>
                <c:pt idx="8967">
                  <c:v>15-03-2022</c:v>
                </c:pt>
                <c:pt idx="8968">
                  <c:v>15-03-2022</c:v>
                </c:pt>
                <c:pt idx="8969">
                  <c:v>15-03-2022</c:v>
                </c:pt>
                <c:pt idx="8970">
                  <c:v>15-03-2022</c:v>
                </c:pt>
                <c:pt idx="8971">
                  <c:v>15-03-2022</c:v>
                </c:pt>
                <c:pt idx="8972">
                  <c:v>15-03-2022</c:v>
                </c:pt>
                <c:pt idx="8973">
                  <c:v>15-03-2022</c:v>
                </c:pt>
                <c:pt idx="8974">
                  <c:v>15-03-2022</c:v>
                </c:pt>
                <c:pt idx="8975">
                  <c:v>15-03-2022</c:v>
                </c:pt>
                <c:pt idx="8976">
                  <c:v>15-03-2022</c:v>
                </c:pt>
                <c:pt idx="8977">
                  <c:v>15-03-2022</c:v>
                </c:pt>
                <c:pt idx="8978">
                  <c:v>15-03-2022</c:v>
                </c:pt>
                <c:pt idx="8979">
                  <c:v>15-03-2022</c:v>
                </c:pt>
                <c:pt idx="8980">
                  <c:v>15-03-2022</c:v>
                </c:pt>
                <c:pt idx="8981">
                  <c:v>15-03-2022</c:v>
                </c:pt>
                <c:pt idx="8982">
                  <c:v>15-03-2022</c:v>
                </c:pt>
                <c:pt idx="8983">
                  <c:v>15-03-2022</c:v>
                </c:pt>
                <c:pt idx="8984">
                  <c:v>15-03-2022</c:v>
                </c:pt>
                <c:pt idx="8985">
                  <c:v>15-03-2022</c:v>
                </c:pt>
                <c:pt idx="8986">
                  <c:v>15-03-2022</c:v>
                </c:pt>
                <c:pt idx="8987">
                  <c:v>15-03-2022</c:v>
                </c:pt>
                <c:pt idx="8988">
                  <c:v>15-03-2022</c:v>
                </c:pt>
                <c:pt idx="8989">
                  <c:v>15-03-2022</c:v>
                </c:pt>
                <c:pt idx="8990">
                  <c:v>15-03-2022</c:v>
                </c:pt>
                <c:pt idx="8991">
                  <c:v>15-03-2022</c:v>
                </c:pt>
                <c:pt idx="8992">
                  <c:v>15-03-2022</c:v>
                </c:pt>
                <c:pt idx="8993">
                  <c:v>15-03-2022</c:v>
                </c:pt>
                <c:pt idx="8994">
                  <c:v>15-03-2022</c:v>
                </c:pt>
                <c:pt idx="8995">
                  <c:v>15-03-2022</c:v>
                </c:pt>
                <c:pt idx="8996">
                  <c:v>15-03-2022</c:v>
                </c:pt>
                <c:pt idx="8997">
                  <c:v>15-03-2022</c:v>
                </c:pt>
                <c:pt idx="8998">
                  <c:v>15-03-2022</c:v>
                </c:pt>
                <c:pt idx="8999">
                  <c:v>15-03-2022</c:v>
                </c:pt>
                <c:pt idx="9000">
                  <c:v>15-03-2022</c:v>
                </c:pt>
                <c:pt idx="9001">
                  <c:v>15-03-2022</c:v>
                </c:pt>
                <c:pt idx="9002">
                  <c:v>15-03-2022</c:v>
                </c:pt>
                <c:pt idx="9003">
                  <c:v>15-03-2022</c:v>
                </c:pt>
                <c:pt idx="9004">
                  <c:v>15-03-2022</c:v>
                </c:pt>
                <c:pt idx="9005">
                  <c:v>15-03-2022</c:v>
                </c:pt>
                <c:pt idx="9006">
                  <c:v>15-03-2022</c:v>
                </c:pt>
                <c:pt idx="9007">
                  <c:v>15-03-2022</c:v>
                </c:pt>
                <c:pt idx="9008">
                  <c:v>16-03-2022</c:v>
                </c:pt>
                <c:pt idx="9009">
                  <c:v>16-03-2022</c:v>
                </c:pt>
                <c:pt idx="9010">
                  <c:v>16-03-2022</c:v>
                </c:pt>
                <c:pt idx="9011">
                  <c:v>16-03-2022</c:v>
                </c:pt>
                <c:pt idx="9012">
                  <c:v>16-03-2022</c:v>
                </c:pt>
                <c:pt idx="9013">
                  <c:v>16-03-2022</c:v>
                </c:pt>
                <c:pt idx="9014">
                  <c:v>16-03-2022</c:v>
                </c:pt>
                <c:pt idx="9015">
                  <c:v>16-03-2022</c:v>
                </c:pt>
                <c:pt idx="9016">
                  <c:v>16-03-2022</c:v>
                </c:pt>
                <c:pt idx="9017">
                  <c:v>16-03-2022</c:v>
                </c:pt>
                <c:pt idx="9018">
                  <c:v>16-03-2022</c:v>
                </c:pt>
                <c:pt idx="9019">
                  <c:v>16-03-2022</c:v>
                </c:pt>
                <c:pt idx="9020">
                  <c:v>16-03-2022</c:v>
                </c:pt>
                <c:pt idx="9021">
                  <c:v>16-03-2022</c:v>
                </c:pt>
                <c:pt idx="9022">
                  <c:v>16-03-2022</c:v>
                </c:pt>
                <c:pt idx="9023">
                  <c:v>16-03-2022</c:v>
                </c:pt>
                <c:pt idx="9024">
                  <c:v>16-03-2022</c:v>
                </c:pt>
                <c:pt idx="9025">
                  <c:v>16-03-2022</c:v>
                </c:pt>
                <c:pt idx="9026">
                  <c:v>16-03-2022</c:v>
                </c:pt>
                <c:pt idx="9027">
                  <c:v>16-03-2022</c:v>
                </c:pt>
                <c:pt idx="9028">
                  <c:v>16-03-2022</c:v>
                </c:pt>
                <c:pt idx="9029">
                  <c:v>16-03-2022</c:v>
                </c:pt>
                <c:pt idx="9030">
                  <c:v>16-03-2022</c:v>
                </c:pt>
                <c:pt idx="9031">
                  <c:v>16-03-2022</c:v>
                </c:pt>
                <c:pt idx="9032">
                  <c:v>16-03-2022</c:v>
                </c:pt>
                <c:pt idx="9033">
                  <c:v>16-03-2022</c:v>
                </c:pt>
                <c:pt idx="9034">
                  <c:v>16-03-2022</c:v>
                </c:pt>
                <c:pt idx="9035">
                  <c:v>16-03-2022</c:v>
                </c:pt>
                <c:pt idx="9036">
                  <c:v>16-03-2022</c:v>
                </c:pt>
                <c:pt idx="9037">
                  <c:v>16-03-2022</c:v>
                </c:pt>
                <c:pt idx="9038">
                  <c:v>16-03-2022</c:v>
                </c:pt>
                <c:pt idx="9039">
                  <c:v>16-03-2022</c:v>
                </c:pt>
                <c:pt idx="9040">
                  <c:v>16-03-2022</c:v>
                </c:pt>
                <c:pt idx="9041">
                  <c:v>16-03-2022</c:v>
                </c:pt>
                <c:pt idx="9042">
                  <c:v>16-03-2022</c:v>
                </c:pt>
                <c:pt idx="9043">
                  <c:v>16-03-2022</c:v>
                </c:pt>
                <c:pt idx="9044">
                  <c:v>16-03-2022</c:v>
                </c:pt>
                <c:pt idx="9045">
                  <c:v>16-03-2022</c:v>
                </c:pt>
                <c:pt idx="9046">
                  <c:v>16-03-2022</c:v>
                </c:pt>
                <c:pt idx="9047">
                  <c:v>16-03-2022</c:v>
                </c:pt>
                <c:pt idx="9048">
                  <c:v>16-03-2022</c:v>
                </c:pt>
                <c:pt idx="9049">
                  <c:v>16-03-2022</c:v>
                </c:pt>
                <c:pt idx="9050">
                  <c:v>16-03-2022</c:v>
                </c:pt>
                <c:pt idx="9051">
                  <c:v>16-03-2022</c:v>
                </c:pt>
                <c:pt idx="9052">
                  <c:v>16-03-2022</c:v>
                </c:pt>
                <c:pt idx="9053">
                  <c:v>16-03-2022</c:v>
                </c:pt>
                <c:pt idx="9054">
                  <c:v>16-03-2022</c:v>
                </c:pt>
                <c:pt idx="9055">
                  <c:v>16-03-2022</c:v>
                </c:pt>
                <c:pt idx="9056">
                  <c:v>17-03-2022</c:v>
                </c:pt>
                <c:pt idx="9057">
                  <c:v>17-03-2022</c:v>
                </c:pt>
                <c:pt idx="9058">
                  <c:v>17-03-2022</c:v>
                </c:pt>
                <c:pt idx="9059">
                  <c:v>17-03-2022</c:v>
                </c:pt>
                <c:pt idx="9060">
                  <c:v>17-03-2022</c:v>
                </c:pt>
                <c:pt idx="9061">
                  <c:v>17-03-2022</c:v>
                </c:pt>
                <c:pt idx="9062">
                  <c:v>17-03-2022</c:v>
                </c:pt>
                <c:pt idx="9063">
                  <c:v>17-03-2022</c:v>
                </c:pt>
                <c:pt idx="9064">
                  <c:v>17-03-2022</c:v>
                </c:pt>
                <c:pt idx="9065">
                  <c:v>17-03-2022</c:v>
                </c:pt>
                <c:pt idx="9066">
                  <c:v>17-03-2022</c:v>
                </c:pt>
                <c:pt idx="9067">
                  <c:v>17-03-2022</c:v>
                </c:pt>
                <c:pt idx="9068">
                  <c:v>17-03-2022</c:v>
                </c:pt>
                <c:pt idx="9069">
                  <c:v>17-03-2022</c:v>
                </c:pt>
                <c:pt idx="9070">
                  <c:v>17-03-2022</c:v>
                </c:pt>
                <c:pt idx="9071">
                  <c:v>17-03-2022</c:v>
                </c:pt>
                <c:pt idx="9072">
                  <c:v>17-03-2022</c:v>
                </c:pt>
                <c:pt idx="9073">
                  <c:v>17-03-2022</c:v>
                </c:pt>
                <c:pt idx="9074">
                  <c:v>17-03-2022</c:v>
                </c:pt>
                <c:pt idx="9075">
                  <c:v>17-03-2022</c:v>
                </c:pt>
                <c:pt idx="9076">
                  <c:v>17-03-2022</c:v>
                </c:pt>
                <c:pt idx="9077">
                  <c:v>17-03-2022</c:v>
                </c:pt>
                <c:pt idx="9078">
                  <c:v>17-03-2022</c:v>
                </c:pt>
                <c:pt idx="9079">
                  <c:v>17-03-2022</c:v>
                </c:pt>
                <c:pt idx="9080">
                  <c:v>17-03-2022</c:v>
                </c:pt>
                <c:pt idx="9081">
                  <c:v>17-03-2022</c:v>
                </c:pt>
                <c:pt idx="9082">
                  <c:v>17-03-2022</c:v>
                </c:pt>
                <c:pt idx="9083">
                  <c:v>17-03-2022</c:v>
                </c:pt>
                <c:pt idx="9084">
                  <c:v>17-03-2022</c:v>
                </c:pt>
                <c:pt idx="9085">
                  <c:v>17-03-2022</c:v>
                </c:pt>
                <c:pt idx="9086">
                  <c:v>17-03-2022</c:v>
                </c:pt>
                <c:pt idx="9087">
                  <c:v>17-03-2022</c:v>
                </c:pt>
                <c:pt idx="9088">
                  <c:v>17-03-2022</c:v>
                </c:pt>
                <c:pt idx="9089">
                  <c:v>17-03-2022</c:v>
                </c:pt>
                <c:pt idx="9090">
                  <c:v>17-03-2022</c:v>
                </c:pt>
                <c:pt idx="9091">
                  <c:v>17-03-2022</c:v>
                </c:pt>
                <c:pt idx="9092">
                  <c:v>17-03-2022</c:v>
                </c:pt>
                <c:pt idx="9093">
                  <c:v>17-03-2022</c:v>
                </c:pt>
                <c:pt idx="9094">
                  <c:v>17-03-2022</c:v>
                </c:pt>
                <c:pt idx="9095">
                  <c:v>17-03-2022</c:v>
                </c:pt>
                <c:pt idx="9096">
                  <c:v>17-03-2022</c:v>
                </c:pt>
                <c:pt idx="9097">
                  <c:v>17-03-2022</c:v>
                </c:pt>
                <c:pt idx="9098">
                  <c:v>17-03-2022</c:v>
                </c:pt>
                <c:pt idx="9099">
                  <c:v>17-03-2022</c:v>
                </c:pt>
                <c:pt idx="9100">
                  <c:v>17-03-2022</c:v>
                </c:pt>
                <c:pt idx="9101">
                  <c:v>18-03-2022</c:v>
                </c:pt>
                <c:pt idx="9102">
                  <c:v>18-03-2022</c:v>
                </c:pt>
                <c:pt idx="9103">
                  <c:v>18-03-2022</c:v>
                </c:pt>
                <c:pt idx="9104">
                  <c:v>18-03-2022</c:v>
                </c:pt>
                <c:pt idx="9105">
                  <c:v>18-03-2022</c:v>
                </c:pt>
                <c:pt idx="9106">
                  <c:v>18-03-2022</c:v>
                </c:pt>
                <c:pt idx="9107">
                  <c:v>18-03-2022</c:v>
                </c:pt>
                <c:pt idx="9108">
                  <c:v>18-03-2022</c:v>
                </c:pt>
                <c:pt idx="9109">
                  <c:v>18-03-2022</c:v>
                </c:pt>
                <c:pt idx="9110">
                  <c:v>18-03-2022</c:v>
                </c:pt>
                <c:pt idx="9111">
                  <c:v>18-03-2022</c:v>
                </c:pt>
                <c:pt idx="9112">
                  <c:v>18-03-2022</c:v>
                </c:pt>
                <c:pt idx="9113">
                  <c:v>18-03-2022</c:v>
                </c:pt>
                <c:pt idx="9114">
                  <c:v>18-03-2022</c:v>
                </c:pt>
                <c:pt idx="9115">
                  <c:v>18-03-2022</c:v>
                </c:pt>
                <c:pt idx="9116">
                  <c:v>18-03-2022</c:v>
                </c:pt>
                <c:pt idx="9117">
                  <c:v>18-03-2022</c:v>
                </c:pt>
                <c:pt idx="9118">
                  <c:v>18-03-2022</c:v>
                </c:pt>
                <c:pt idx="9119">
                  <c:v>18-03-2022</c:v>
                </c:pt>
                <c:pt idx="9120">
                  <c:v>18-03-2022</c:v>
                </c:pt>
                <c:pt idx="9121">
                  <c:v>18-03-2022</c:v>
                </c:pt>
                <c:pt idx="9122">
                  <c:v>18-03-2022</c:v>
                </c:pt>
                <c:pt idx="9123">
                  <c:v>18-03-2022</c:v>
                </c:pt>
                <c:pt idx="9124">
                  <c:v>18-03-2022</c:v>
                </c:pt>
                <c:pt idx="9125">
                  <c:v>18-03-2022</c:v>
                </c:pt>
                <c:pt idx="9126">
                  <c:v>18-03-2022</c:v>
                </c:pt>
                <c:pt idx="9127">
                  <c:v>18-03-2022</c:v>
                </c:pt>
                <c:pt idx="9128">
                  <c:v>18-03-2022</c:v>
                </c:pt>
                <c:pt idx="9129">
                  <c:v>18-03-2022</c:v>
                </c:pt>
                <c:pt idx="9130">
                  <c:v>18-03-2022</c:v>
                </c:pt>
                <c:pt idx="9131">
                  <c:v>18-03-2022</c:v>
                </c:pt>
                <c:pt idx="9132">
                  <c:v>18-03-2022</c:v>
                </c:pt>
                <c:pt idx="9133">
                  <c:v>18-03-2022</c:v>
                </c:pt>
                <c:pt idx="9134">
                  <c:v>18-03-2022</c:v>
                </c:pt>
                <c:pt idx="9135">
                  <c:v>18-03-2022</c:v>
                </c:pt>
                <c:pt idx="9136">
                  <c:v>18-03-2022</c:v>
                </c:pt>
                <c:pt idx="9137">
                  <c:v>18-03-2022</c:v>
                </c:pt>
                <c:pt idx="9138">
                  <c:v>18-03-2022</c:v>
                </c:pt>
                <c:pt idx="9139">
                  <c:v>18-03-2022</c:v>
                </c:pt>
                <c:pt idx="9140">
                  <c:v>18-03-2022</c:v>
                </c:pt>
                <c:pt idx="9141">
                  <c:v>19-03-2022</c:v>
                </c:pt>
                <c:pt idx="9142">
                  <c:v>19-03-2022</c:v>
                </c:pt>
                <c:pt idx="9143">
                  <c:v>19-03-2022</c:v>
                </c:pt>
                <c:pt idx="9144">
                  <c:v>19-03-2022</c:v>
                </c:pt>
                <c:pt idx="9145">
                  <c:v>19-03-2022</c:v>
                </c:pt>
                <c:pt idx="9146">
                  <c:v>19-03-2022</c:v>
                </c:pt>
                <c:pt idx="9147">
                  <c:v>19-03-2022</c:v>
                </c:pt>
                <c:pt idx="9148">
                  <c:v>19-03-2022</c:v>
                </c:pt>
                <c:pt idx="9149">
                  <c:v>19-03-2022</c:v>
                </c:pt>
                <c:pt idx="9150">
                  <c:v>19-03-2022</c:v>
                </c:pt>
                <c:pt idx="9151">
                  <c:v>19-03-2022</c:v>
                </c:pt>
                <c:pt idx="9152">
                  <c:v>19-03-2022</c:v>
                </c:pt>
                <c:pt idx="9153">
                  <c:v>19-03-2022</c:v>
                </c:pt>
                <c:pt idx="9154">
                  <c:v>19-03-2022</c:v>
                </c:pt>
                <c:pt idx="9155">
                  <c:v>19-03-2022</c:v>
                </c:pt>
                <c:pt idx="9156">
                  <c:v>19-03-2022</c:v>
                </c:pt>
                <c:pt idx="9157">
                  <c:v>19-03-2022</c:v>
                </c:pt>
                <c:pt idx="9158">
                  <c:v>19-03-2022</c:v>
                </c:pt>
                <c:pt idx="9159">
                  <c:v>19-03-2022</c:v>
                </c:pt>
                <c:pt idx="9160">
                  <c:v>19-03-2022</c:v>
                </c:pt>
                <c:pt idx="9161">
                  <c:v>19-03-2022</c:v>
                </c:pt>
                <c:pt idx="9162">
                  <c:v>19-03-2022</c:v>
                </c:pt>
                <c:pt idx="9163">
                  <c:v>19-03-2022</c:v>
                </c:pt>
                <c:pt idx="9164">
                  <c:v>19-03-2022</c:v>
                </c:pt>
                <c:pt idx="9165">
                  <c:v>19-03-2022</c:v>
                </c:pt>
                <c:pt idx="9166">
                  <c:v>19-03-2022</c:v>
                </c:pt>
                <c:pt idx="9167">
                  <c:v>19-03-2022</c:v>
                </c:pt>
                <c:pt idx="9168">
                  <c:v>19-03-2022</c:v>
                </c:pt>
                <c:pt idx="9169">
                  <c:v>19-03-2022</c:v>
                </c:pt>
                <c:pt idx="9170">
                  <c:v>19-03-2022</c:v>
                </c:pt>
                <c:pt idx="9171">
                  <c:v>19-03-2022</c:v>
                </c:pt>
                <c:pt idx="9172">
                  <c:v>19-03-2022</c:v>
                </c:pt>
                <c:pt idx="9173">
                  <c:v>19-03-2022</c:v>
                </c:pt>
                <c:pt idx="9174">
                  <c:v>19-03-2022</c:v>
                </c:pt>
                <c:pt idx="9175">
                  <c:v>19-03-2022</c:v>
                </c:pt>
                <c:pt idx="9176">
                  <c:v>19-03-2022</c:v>
                </c:pt>
                <c:pt idx="9177">
                  <c:v>19-03-2022</c:v>
                </c:pt>
                <c:pt idx="9178">
                  <c:v>19-03-2022</c:v>
                </c:pt>
                <c:pt idx="9179">
                  <c:v>19-03-2022</c:v>
                </c:pt>
                <c:pt idx="9180">
                  <c:v>19-03-2022</c:v>
                </c:pt>
                <c:pt idx="9181">
                  <c:v>19-03-2022</c:v>
                </c:pt>
                <c:pt idx="9182">
                  <c:v>19-03-2022</c:v>
                </c:pt>
                <c:pt idx="9183">
                  <c:v>19-03-2022</c:v>
                </c:pt>
                <c:pt idx="9184">
                  <c:v>19-03-2022</c:v>
                </c:pt>
                <c:pt idx="9185">
                  <c:v>19-03-2022</c:v>
                </c:pt>
                <c:pt idx="9186">
                  <c:v>20-03-2022</c:v>
                </c:pt>
                <c:pt idx="9187">
                  <c:v>20-03-2022</c:v>
                </c:pt>
                <c:pt idx="9188">
                  <c:v>20-03-2022</c:v>
                </c:pt>
                <c:pt idx="9189">
                  <c:v>20-03-2022</c:v>
                </c:pt>
                <c:pt idx="9190">
                  <c:v>20-03-2022</c:v>
                </c:pt>
                <c:pt idx="9191">
                  <c:v>20-03-2022</c:v>
                </c:pt>
                <c:pt idx="9192">
                  <c:v>20-03-2022</c:v>
                </c:pt>
                <c:pt idx="9193">
                  <c:v>20-03-2022</c:v>
                </c:pt>
                <c:pt idx="9194">
                  <c:v>20-03-2022</c:v>
                </c:pt>
                <c:pt idx="9195">
                  <c:v>20-03-2022</c:v>
                </c:pt>
                <c:pt idx="9196">
                  <c:v>20-03-2022</c:v>
                </c:pt>
                <c:pt idx="9197">
                  <c:v>20-03-2022</c:v>
                </c:pt>
                <c:pt idx="9198">
                  <c:v>20-03-2022</c:v>
                </c:pt>
                <c:pt idx="9199">
                  <c:v>20-03-2022</c:v>
                </c:pt>
                <c:pt idx="9200">
                  <c:v>20-03-2022</c:v>
                </c:pt>
                <c:pt idx="9201">
                  <c:v>20-03-2022</c:v>
                </c:pt>
                <c:pt idx="9202">
                  <c:v>20-03-2022</c:v>
                </c:pt>
                <c:pt idx="9203">
                  <c:v>20-03-2022</c:v>
                </c:pt>
                <c:pt idx="9204">
                  <c:v>20-03-2022</c:v>
                </c:pt>
                <c:pt idx="9205">
                  <c:v>20-03-2022</c:v>
                </c:pt>
                <c:pt idx="9206">
                  <c:v>20-03-2022</c:v>
                </c:pt>
                <c:pt idx="9207">
                  <c:v>20-03-2022</c:v>
                </c:pt>
                <c:pt idx="9208">
                  <c:v>20-03-2022</c:v>
                </c:pt>
                <c:pt idx="9209">
                  <c:v>20-03-2022</c:v>
                </c:pt>
                <c:pt idx="9210">
                  <c:v>20-03-2022</c:v>
                </c:pt>
                <c:pt idx="9211">
                  <c:v>20-03-2022</c:v>
                </c:pt>
                <c:pt idx="9212">
                  <c:v>20-03-2022</c:v>
                </c:pt>
                <c:pt idx="9213">
                  <c:v>20-03-2022</c:v>
                </c:pt>
                <c:pt idx="9214">
                  <c:v>20-03-2022</c:v>
                </c:pt>
                <c:pt idx="9215">
                  <c:v>20-03-2022</c:v>
                </c:pt>
                <c:pt idx="9216">
                  <c:v>20-03-2022</c:v>
                </c:pt>
                <c:pt idx="9217">
                  <c:v>20-03-2022</c:v>
                </c:pt>
                <c:pt idx="9218">
                  <c:v>20-03-2022</c:v>
                </c:pt>
                <c:pt idx="9219">
                  <c:v>20-03-2022</c:v>
                </c:pt>
                <c:pt idx="9220">
                  <c:v>20-03-2022</c:v>
                </c:pt>
                <c:pt idx="9221">
                  <c:v>20-03-2022</c:v>
                </c:pt>
                <c:pt idx="9222">
                  <c:v>20-03-2022</c:v>
                </c:pt>
                <c:pt idx="9223">
                  <c:v>20-03-2022</c:v>
                </c:pt>
                <c:pt idx="9224">
                  <c:v>20-03-2022</c:v>
                </c:pt>
                <c:pt idx="9225">
                  <c:v>20-03-2022</c:v>
                </c:pt>
                <c:pt idx="9226">
                  <c:v>21-03-2022</c:v>
                </c:pt>
                <c:pt idx="9227">
                  <c:v>21-03-2022</c:v>
                </c:pt>
                <c:pt idx="9228">
                  <c:v>21-03-2022</c:v>
                </c:pt>
                <c:pt idx="9229">
                  <c:v>21-03-2022</c:v>
                </c:pt>
                <c:pt idx="9230">
                  <c:v>21-03-2022</c:v>
                </c:pt>
                <c:pt idx="9231">
                  <c:v>21-03-2022</c:v>
                </c:pt>
                <c:pt idx="9232">
                  <c:v>21-03-2022</c:v>
                </c:pt>
                <c:pt idx="9233">
                  <c:v>21-03-2022</c:v>
                </c:pt>
                <c:pt idx="9234">
                  <c:v>21-03-2022</c:v>
                </c:pt>
                <c:pt idx="9235">
                  <c:v>21-03-2022</c:v>
                </c:pt>
                <c:pt idx="9236">
                  <c:v>21-03-2022</c:v>
                </c:pt>
                <c:pt idx="9237">
                  <c:v>21-03-2022</c:v>
                </c:pt>
                <c:pt idx="9238">
                  <c:v>21-03-2022</c:v>
                </c:pt>
                <c:pt idx="9239">
                  <c:v>21-03-2022</c:v>
                </c:pt>
                <c:pt idx="9240">
                  <c:v>21-03-2022</c:v>
                </c:pt>
                <c:pt idx="9241">
                  <c:v>21-03-2022</c:v>
                </c:pt>
                <c:pt idx="9242">
                  <c:v>21-03-2022</c:v>
                </c:pt>
                <c:pt idx="9243">
                  <c:v>21-03-2022</c:v>
                </c:pt>
                <c:pt idx="9244">
                  <c:v>21-03-2022</c:v>
                </c:pt>
                <c:pt idx="9245">
                  <c:v>21-03-2022</c:v>
                </c:pt>
                <c:pt idx="9246">
                  <c:v>21-03-2022</c:v>
                </c:pt>
                <c:pt idx="9247">
                  <c:v>21-03-2022</c:v>
                </c:pt>
                <c:pt idx="9248">
                  <c:v>21-03-2022</c:v>
                </c:pt>
                <c:pt idx="9249">
                  <c:v>21-03-2022</c:v>
                </c:pt>
                <c:pt idx="9250">
                  <c:v>21-03-2022</c:v>
                </c:pt>
                <c:pt idx="9251">
                  <c:v>21-03-2022</c:v>
                </c:pt>
                <c:pt idx="9252">
                  <c:v>21-03-2022</c:v>
                </c:pt>
                <c:pt idx="9253">
                  <c:v>21-03-2022</c:v>
                </c:pt>
                <c:pt idx="9254">
                  <c:v>21-03-2022</c:v>
                </c:pt>
                <c:pt idx="9255">
                  <c:v>21-03-2022</c:v>
                </c:pt>
                <c:pt idx="9256">
                  <c:v>21-03-2022</c:v>
                </c:pt>
                <c:pt idx="9257">
                  <c:v>21-03-2022</c:v>
                </c:pt>
                <c:pt idx="9258">
                  <c:v>21-03-2022</c:v>
                </c:pt>
                <c:pt idx="9259">
                  <c:v>21-03-2022</c:v>
                </c:pt>
                <c:pt idx="9260">
                  <c:v>21-03-2022</c:v>
                </c:pt>
                <c:pt idx="9261">
                  <c:v>21-03-2022</c:v>
                </c:pt>
                <c:pt idx="9262">
                  <c:v>21-03-2022</c:v>
                </c:pt>
                <c:pt idx="9263">
                  <c:v>21-03-2022</c:v>
                </c:pt>
                <c:pt idx="9264">
                  <c:v>21-03-2022</c:v>
                </c:pt>
                <c:pt idx="9265">
                  <c:v>21-03-2022</c:v>
                </c:pt>
                <c:pt idx="9266">
                  <c:v>21-03-2022</c:v>
                </c:pt>
                <c:pt idx="9267">
                  <c:v>21-03-2022</c:v>
                </c:pt>
                <c:pt idx="9268">
                  <c:v>21-03-2022</c:v>
                </c:pt>
                <c:pt idx="9269">
                  <c:v>21-03-2022</c:v>
                </c:pt>
                <c:pt idx="9270">
                  <c:v>21-03-2022</c:v>
                </c:pt>
                <c:pt idx="9271">
                  <c:v>21-03-2022</c:v>
                </c:pt>
                <c:pt idx="9272">
                  <c:v>21-03-2022</c:v>
                </c:pt>
                <c:pt idx="9273">
                  <c:v>21-03-2022</c:v>
                </c:pt>
                <c:pt idx="9274">
                  <c:v>21-03-2022</c:v>
                </c:pt>
                <c:pt idx="9275">
                  <c:v>21-03-2022</c:v>
                </c:pt>
                <c:pt idx="9276">
                  <c:v>22-03-2022</c:v>
                </c:pt>
                <c:pt idx="9277">
                  <c:v>22-03-2022</c:v>
                </c:pt>
                <c:pt idx="9278">
                  <c:v>22-03-2022</c:v>
                </c:pt>
                <c:pt idx="9279">
                  <c:v>22-03-2022</c:v>
                </c:pt>
                <c:pt idx="9280">
                  <c:v>22-03-2022</c:v>
                </c:pt>
                <c:pt idx="9281">
                  <c:v>22-03-2022</c:v>
                </c:pt>
                <c:pt idx="9282">
                  <c:v>22-03-2022</c:v>
                </c:pt>
                <c:pt idx="9283">
                  <c:v>22-03-2022</c:v>
                </c:pt>
                <c:pt idx="9284">
                  <c:v>22-03-2022</c:v>
                </c:pt>
                <c:pt idx="9285">
                  <c:v>22-03-2022</c:v>
                </c:pt>
                <c:pt idx="9286">
                  <c:v>22-03-2022</c:v>
                </c:pt>
                <c:pt idx="9287">
                  <c:v>22-03-2022</c:v>
                </c:pt>
                <c:pt idx="9288">
                  <c:v>22-03-2022</c:v>
                </c:pt>
                <c:pt idx="9289">
                  <c:v>22-03-2022</c:v>
                </c:pt>
                <c:pt idx="9290">
                  <c:v>22-03-2022</c:v>
                </c:pt>
                <c:pt idx="9291">
                  <c:v>22-03-2022</c:v>
                </c:pt>
                <c:pt idx="9292">
                  <c:v>22-03-2022</c:v>
                </c:pt>
                <c:pt idx="9293">
                  <c:v>22-03-2022</c:v>
                </c:pt>
                <c:pt idx="9294">
                  <c:v>22-03-2022</c:v>
                </c:pt>
                <c:pt idx="9295">
                  <c:v>22-03-2022</c:v>
                </c:pt>
                <c:pt idx="9296">
                  <c:v>22-03-2022</c:v>
                </c:pt>
                <c:pt idx="9297">
                  <c:v>22-03-2022</c:v>
                </c:pt>
                <c:pt idx="9298">
                  <c:v>22-03-2022</c:v>
                </c:pt>
                <c:pt idx="9299">
                  <c:v>22-03-2022</c:v>
                </c:pt>
                <c:pt idx="9300">
                  <c:v>22-03-2022</c:v>
                </c:pt>
                <c:pt idx="9301">
                  <c:v>22-03-2022</c:v>
                </c:pt>
                <c:pt idx="9302">
                  <c:v>22-03-2022</c:v>
                </c:pt>
                <c:pt idx="9303">
                  <c:v>22-03-2022</c:v>
                </c:pt>
                <c:pt idx="9304">
                  <c:v>22-03-2022</c:v>
                </c:pt>
                <c:pt idx="9305">
                  <c:v>22-03-2022</c:v>
                </c:pt>
                <c:pt idx="9306">
                  <c:v>22-03-2022</c:v>
                </c:pt>
                <c:pt idx="9307">
                  <c:v>22-03-2022</c:v>
                </c:pt>
                <c:pt idx="9308">
                  <c:v>22-03-2022</c:v>
                </c:pt>
                <c:pt idx="9309">
                  <c:v>22-03-2022</c:v>
                </c:pt>
                <c:pt idx="9310">
                  <c:v>22-03-2022</c:v>
                </c:pt>
                <c:pt idx="9311">
                  <c:v>22-03-2022</c:v>
                </c:pt>
                <c:pt idx="9312">
                  <c:v>22-03-2022</c:v>
                </c:pt>
                <c:pt idx="9313">
                  <c:v>22-03-2022</c:v>
                </c:pt>
                <c:pt idx="9314">
                  <c:v>22-03-2022</c:v>
                </c:pt>
                <c:pt idx="9315">
                  <c:v>22-03-2022</c:v>
                </c:pt>
                <c:pt idx="9316">
                  <c:v>22-03-2022</c:v>
                </c:pt>
                <c:pt idx="9317">
                  <c:v>22-03-2022</c:v>
                </c:pt>
                <c:pt idx="9318">
                  <c:v>22-03-2022</c:v>
                </c:pt>
                <c:pt idx="9319">
                  <c:v>22-03-2022</c:v>
                </c:pt>
                <c:pt idx="9320">
                  <c:v>22-03-2022</c:v>
                </c:pt>
                <c:pt idx="9321">
                  <c:v>22-03-2022</c:v>
                </c:pt>
                <c:pt idx="9322">
                  <c:v>22-03-2022</c:v>
                </c:pt>
                <c:pt idx="9323">
                  <c:v>22-03-2022</c:v>
                </c:pt>
                <c:pt idx="9324">
                  <c:v>22-03-2022</c:v>
                </c:pt>
                <c:pt idx="9325">
                  <c:v>23-03-2022</c:v>
                </c:pt>
                <c:pt idx="9326">
                  <c:v>23-03-2022</c:v>
                </c:pt>
                <c:pt idx="9327">
                  <c:v>23-03-2022</c:v>
                </c:pt>
                <c:pt idx="9328">
                  <c:v>23-03-2022</c:v>
                </c:pt>
                <c:pt idx="9329">
                  <c:v>23-03-2022</c:v>
                </c:pt>
                <c:pt idx="9330">
                  <c:v>23-03-2022</c:v>
                </c:pt>
                <c:pt idx="9331">
                  <c:v>23-03-2022</c:v>
                </c:pt>
                <c:pt idx="9332">
                  <c:v>23-03-2022</c:v>
                </c:pt>
                <c:pt idx="9333">
                  <c:v>23-03-2022</c:v>
                </c:pt>
                <c:pt idx="9334">
                  <c:v>23-03-2022</c:v>
                </c:pt>
                <c:pt idx="9335">
                  <c:v>23-03-2022</c:v>
                </c:pt>
                <c:pt idx="9336">
                  <c:v>23-03-2022</c:v>
                </c:pt>
                <c:pt idx="9337">
                  <c:v>23-03-2022</c:v>
                </c:pt>
                <c:pt idx="9338">
                  <c:v>23-03-2022</c:v>
                </c:pt>
                <c:pt idx="9339">
                  <c:v>23-03-2022</c:v>
                </c:pt>
                <c:pt idx="9340">
                  <c:v>23-03-2022</c:v>
                </c:pt>
                <c:pt idx="9341">
                  <c:v>23-03-2022</c:v>
                </c:pt>
                <c:pt idx="9342">
                  <c:v>23-03-2022</c:v>
                </c:pt>
                <c:pt idx="9343">
                  <c:v>23-03-2022</c:v>
                </c:pt>
                <c:pt idx="9344">
                  <c:v>23-03-2022</c:v>
                </c:pt>
                <c:pt idx="9345">
                  <c:v>23-03-2022</c:v>
                </c:pt>
                <c:pt idx="9346">
                  <c:v>23-03-2022</c:v>
                </c:pt>
                <c:pt idx="9347">
                  <c:v>23-03-2022</c:v>
                </c:pt>
                <c:pt idx="9348">
                  <c:v>23-03-2022</c:v>
                </c:pt>
                <c:pt idx="9349">
                  <c:v>23-03-2022</c:v>
                </c:pt>
                <c:pt idx="9350">
                  <c:v>23-03-2022</c:v>
                </c:pt>
                <c:pt idx="9351">
                  <c:v>23-03-2022</c:v>
                </c:pt>
                <c:pt idx="9352">
                  <c:v>23-03-2022</c:v>
                </c:pt>
                <c:pt idx="9353">
                  <c:v>23-03-2022</c:v>
                </c:pt>
                <c:pt idx="9354">
                  <c:v>23-03-2022</c:v>
                </c:pt>
                <c:pt idx="9355">
                  <c:v>23-03-2022</c:v>
                </c:pt>
                <c:pt idx="9356">
                  <c:v>23-03-2022</c:v>
                </c:pt>
                <c:pt idx="9357">
                  <c:v>23-03-2022</c:v>
                </c:pt>
                <c:pt idx="9358">
                  <c:v>23-03-2022</c:v>
                </c:pt>
                <c:pt idx="9359">
                  <c:v>23-03-2022</c:v>
                </c:pt>
                <c:pt idx="9360">
                  <c:v>23-03-2022</c:v>
                </c:pt>
                <c:pt idx="9361">
                  <c:v>23-03-2022</c:v>
                </c:pt>
                <c:pt idx="9362">
                  <c:v>23-03-2022</c:v>
                </c:pt>
                <c:pt idx="9363">
                  <c:v>23-03-2022</c:v>
                </c:pt>
                <c:pt idx="9364">
                  <c:v>23-03-2022</c:v>
                </c:pt>
                <c:pt idx="9365">
                  <c:v>23-03-2022</c:v>
                </c:pt>
                <c:pt idx="9366">
                  <c:v>23-03-2022</c:v>
                </c:pt>
                <c:pt idx="9367">
                  <c:v>23-03-2022</c:v>
                </c:pt>
                <c:pt idx="9368">
                  <c:v>23-03-2022</c:v>
                </c:pt>
                <c:pt idx="9369">
                  <c:v>23-03-2022</c:v>
                </c:pt>
                <c:pt idx="9370">
                  <c:v>23-03-2022</c:v>
                </c:pt>
                <c:pt idx="9371">
                  <c:v>23-03-2022</c:v>
                </c:pt>
                <c:pt idx="9372">
                  <c:v>23-03-2022</c:v>
                </c:pt>
                <c:pt idx="9373">
                  <c:v>24-03-2022</c:v>
                </c:pt>
                <c:pt idx="9374">
                  <c:v>24-03-2022</c:v>
                </c:pt>
                <c:pt idx="9375">
                  <c:v>24-03-2022</c:v>
                </c:pt>
                <c:pt idx="9376">
                  <c:v>24-03-2022</c:v>
                </c:pt>
                <c:pt idx="9377">
                  <c:v>24-03-2022</c:v>
                </c:pt>
                <c:pt idx="9378">
                  <c:v>24-03-2022</c:v>
                </c:pt>
                <c:pt idx="9379">
                  <c:v>24-03-2022</c:v>
                </c:pt>
                <c:pt idx="9380">
                  <c:v>24-03-2022</c:v>
                </c:pt>
                <c:pt idx="9381">
                  <c:v>24-03-2022</c:v>
                </c:pt>
                <c:pt idx="9382">
                  <c:v>24-03-2022</c:v>
                </c:pt>
                <c:pt idx="9383">
                  <c:v>24-03-2022</c:v>
                </c:pt>
                <c:pt idx="9384">
                  <c:v>24-03-2022</c:v>
                </c:pt>
                <c:pt idx="9385">
                  <c:v>24-03-2022</c:v>
                </c:pt>
                <c:pt idx="9386">
                  <c:v>24-03-2022</c:v>
                </c:pt>
                <c:pt idx="9387">
                  <c:v>24-03-2022</c:v>
                </c:pt>
                <c:pt idx="9388">
                  <c:v>24-03-2022</c:v>
                </c:pt>
                <c:pt idx="9389">
                  <c:v>24-03-2022</c:v>
                </c:pt>
                <c:pt idx="9390">
                  <c:v>24-03-2022</c:v>
                </c:pt>
                <c:pt idx="9391">
                  <c:v>24-03-2022</c:v>
                </c:pt>
                <c:pt idx="9392">
                  <c:v>24-03-2022</c:v>
                </c:pt>
                <c:pt idx="9393">
                  <c:v>24-03-2022</c:v>
                </c:pt>
                <c:pt idx="9394">
                  <c:v>24-03-2022</c:v>
                </c:pt>
                <c:pt idx="9395">
                  <c:v>24-03-2022</c:v>
                </c:pt>
                <c:pt idx="9396">
                  <c:v>24-03-2022</c:v>
                </c:pt>
                <c:pt idx="9397">
                  <c:v>24-03-2022</c:v>
                </c:pt>
                <c:pt idx="9398">
                  <c:v>24-03-2022</c:v>
                </c:pt>
                <c:pt idx="9399">
                  <c:v>24-03-2022</c:v>
                </c:pt>
                <c:pt idx="9400">
                  <c:v>24-03-2022</c:v>
                </c:pt>
                <c:pt idx="9401">
                  <c:v>24-03-2022</c:v>
                </c:pt>
                <c:pt idx="9402">
                  <c:v>24-03-2022</c:v>
                </c:pt>
                <c:pt idx="9403">
                  <c:v>24-03-2022</c:v>
                </c:pt>
                <c:pt idx="9404">
                  <c:v>24-03-2022</c:v>
                </c:pt>
                <c:pt idx="9405">
                  <c:v>24-03-2022</c:v>
                </c:pt>
                <c:pt idx="9406">
                  <c:v>24-03-2022</c:v>
                </c:pt>
                <c:pt idx="9407">
                  <c:v>24-03-2022</c:v>
                </c:pt>
                <c:pt idx="9408">
                  <c:v>24-03-2022</c:v>
                </c:pt>
                <c:pt idx="9409">
                  <c:v>24-03-2022</c:v>
                </c:pt>
                <c:pt idx="9410">
                  <c:v>24-03-2022</c:v>
                </c:pt>
                <c:pt idx="9411">
                  <c:v>24-03-2022</c:v>
                </c:pt>
                <c:pt idx="9412">
                  <c:v>24-03-2022</c:v>
                </c:pt>
                <c:pt idx="9413">
                  <c:v>24-03-2022</c:v>
                </c:pt>
                <c:pt idx="9414">
                  <c:v>24-03-2022</c:v>
                </c:pt>
                <c:pt idx="9415">
                  <c:v>24-03-2022</c:v>
                </c:pt>
                <c:pt idx="9416">
                  <c:v>24-03-2022</c:v>
                </c:pt>
                <c:pt idx="9417">
                  <c:v>24-03-2022</c:v>
                </c:pt>
                <c:pt idx="9418">
                  <c:v>24-03-2022</c:v>
                </c:pt>
                <c:pt idx="9419">
                  <c:v>24-03-2022</c:v>
                </c:pt>
                <c:pt idx="9420">
                  <c:v>24-03-2022</c:v>
                </c:pt>
                <c:pt idx="9421">
                  <c:v>25-03-2022</c:v>
                </c:pt>
                <c:pt idx="9422">
                  <c:v>25-03-2022</c:v>
                </c:pt>
                <c:pt idx="9423">
                  <c:v>25-03-2022</c:v>
                </c:pt>
                <c:pt idx="9424">
                  <c:v>25-03-2022</c:v>
                </c:pt>
                <c:pt idx="9425">
                  <c:v>25-03-2022</c:v>
                </c:pt>
                <c:pt idx="9426">
                  <c:v>25-03-2022</c:v>
                </c:pt>
                <c:pt idx="9427">
                  <c:v>25-03-2022</c:v>
                </c:pt>
                <c:pt idx="9428">
                  <c:v>25-03-2022</c:v>
                </c:pt>
                <c:pt idx="9429">
                  <c:v>25-03-2022</c:v>
                </c:pt>
                <c:pt idx="9430">
                  <c:v>25-03-2022</c:v>
                </c:pt>
                <c:pt idx="9431">
                  <c:v>25-03-2022</c:v>
                </c:pt>
                <c:pt idx="9432">
                  <c:v>25-03-2022</c:v>
                </c:pt>
                <c:pt idx="9433">
                  <c:v>25-03-2022</c:v>
                </c:pt>
                <c:pt idx="9434">
                  <c:v>25-03-2022</c:v>
                </c:pt>
                <c:pt idx="9435">
                  <c:v>25-03-2022</c:v>
                </c:pt>
                <c:pt idx="9436">
                  <c:v>25-03-2022</c:v>
                </c:pt>
                <c:pt idx="9437">
                  <c:v>25-03-2022</c:v>
                </c:pt>
                <c:pt idx="9438">
                  <c:v>25-03-2022</c:v>
                </c:pt>
                <c:pt idx="9439">
                  <c:v>25-03-2022</c:v>
                </c:pt>
                <c:pt idx="9440">
                  <c:v>25-03-2022</c:v>
                </c:pt>
                <c:pt idx="9441">
                  <c:v>25-03-2022</c:v>
                </c:pt>
                <c:pt idx="9442">
                  <c:v>25-03-2022</c:v>
                </c:pt>
                <c:pt idx="9443">
                  <c:v>25-03-2022</c:v>
                </c:pt>
                <c:pt idx="9444">
                  <c:v>25-03-2022</c:v>
                </c:pt>
                <c:pt idx="9445">
                  <c:v>25-03-2022</c:v>
                </c:pt>
                <c:pt idx="9446">
                  <c:v>25-03-2022</c:v>
                </c:pt>
                <c:pt idx="9447">
                  <c:v>25-03-2022</c:v>
                </c:pt>
                <c:pt idx="9448">
                  <c:v>25-03-2022</c:v>
                </c:pt>
                <c:pt idx="9449">
                  <c:v>25-03-2022</c:v>
                </c:pt>
                <c:pt idx="9450">
                  <c:v>25-03-2022</c:v>
                </c:pt>
                <c:pt idx="9451">
                  <c:v>25-03-2022</c:v>
                </c:pt>
                <c:pt idx="9452">
                  <c:v>25-03-2022</c:v>
                </c:pt>
                <c:pt idx="9453">
                  <c:v>25-03-2022</c:v>
                </c:pt>
                <c:pt idx="9454">
                  <c:v>25-03-2022</c:v>
                </c:pt>
                <c:pt idx="9455">
                  <c:v>25-03-2022</c:v>
                </c:pt>
                <c:pt idx="9456">
                  <c:v>25-03-2022</c:v>
                </c:pt>
                <c:pt idx="9457">
                  <c:v>25-03-2022</c:v>
                </c:pt>
                <c:pt idx="9458">
                  <c:v>25-03-2022</c:v>
                </c:pt>
                <c:pt idx="9459">
                  <c:v>25-03-2022</c:v>
                </c:pt>
                <c:pt idx="9460">
                  <c:v>25-03-2022</c:v>
                </c:pt>
                <c:pt idx="9461">
                  <c:v>26-03-2022</c:v>
                </c:pt>
                <c:pt idx="9462">
                  <c:v>26-03-2022</c:v>
                </c:pt>
                <c:pt idx="9463">
                  <c:v>26-03-2022</c:v>
                </c:pt>
                <c:pt idx="9464">
                  <c:v>26-03-2022</c:v>
                </c:pt>
                <c:pt idx="9465">
                  <c:v>26-03-2022</c:v>
                </c:pt>
                <c:pt idx="9466">
                  <c:v>26-03-2022</c:v>
                </c:pt>
                <c:pt idx="9467">
                  <c:v>26-03-2022</c:v>
                </c:pt>
                <c:pt idx="9468">
                  <c:v>26-03-2022</c:v>
                </c:pt>
                <c:pt idx="9469">
                  <c:v>26-03-2022</c:v>
                </c:pt>
                <c:pt idx="9470">
                  <c:v>26-03-2022</c:v>
                </c:pt>
                <c:pt idx="9471">
                  <c:v>26-03-2022</c:v>
                </c:pt>
                <c:pt idx="9472">
                  <c:v>26-03-2022</c:v>
                </c:pt>
                <c:pt idx="9473">
                  <c:v>26-03-2022</c:v>
                </c:pt>
                <c:pt idx="9474">
                  <c:v>26-03-2022</c:v>
                </c:pt>
                <c:pt idx="9475">
                  <c:v>26-03-2022</c:v>
                </c:pt>
                <c:pt idx="9476">
                  <c:v>26-03-2022</c:v>
                </c:pt>
                <c:pt idx="9477">
                  <c:v>26-03-2022</c:v>
                </c:pt>
                <c:pt idx="9478">
                  <c:v>26-03-2022</c:v>
                </c:pt>
                <c:pt idx="9479">
                  <c:v>26-03-2022</c:v>
                </c:pt>
                <c:pt idx="9480">
                  <c:v>26-03-2022</c:v>
                </c:pt>
                <c:pt idx="9481">
                  <c:v>26-03-2022</c:v>
                </c:pt>
                <c:pt idx="9482">
                  <c:v>26-03-2022</c:v>
                </c:pt>
                <c:pt idx="9483">
                  <c:v>26-03-2022</c:v>
                </c:pt>
                <c:pt idx="9484">
                  <c:v>26-03-2022</c:v>
                </c:pt>
                <c:pt idx="9485">
                  <c:v>26-03-2022</c:v>
                </c:pt>
                <c:pt idx="9486">
                  <c:v>26-03-2022</c:v>
                </c:pt>
                <c:pt idx="9487">
                  <c:v>26-03-2022</c:v>
                </c:pt>
                <c:pt idx="9488">
                  <c:v>26-03-2022</c:v>
                </c:pt>
                <c:pt idx="9489">
                  <c:v>26-03-2022</c:v>
                </c:pt>
                <c:pt idx="9490">
                  <c:v>26-03-2022</c:v>
                </c:pt>
                <c:pt idx="9491">
                  <c:v>26-03-2022</c:v>
                </c:pt>
                <c:pt idx="9492">
                  <c:v>26-03-2022</c:v>
                </c:pt>
                <c:pt idx="9493">
                  <c:v>26-03-2022</c:v>
                </c:pt>
                <c:pt idx="9494">
                  <c:v>26-03-2022</c:v>
                </c:pt>
                <c:pt idx="9495">
                  <c:v>26-03-2022</c:v>
                </c:pt>
                <c:pt idx="9496">
                  <c:v>26-03-2022</c:v>
                </c:pt>
                <c:pt idx="9497">
                  <c:v>26-03-2022</c:v>
                </c:pt>
                <c:pt idx="9498">
                  <c:v>26-03-2022</c:v>
                </c:pt>
                <c:pt idx="9499">
                  <c:v>26-03-2022</c:v>
                </c:pt>
                <c:pt idx="9500">
                  <c:v>26-03-2022</c:v>
                </c:pt>
                <c:pt idx="9501">
                  <c:v>26-03-2022</c:v>
                </c:pt>
                <c:pt idx="9502">
                  <c:v>26-03-2022</c:v>
                </c:pt>
                <c:pt idx="9503">
                  <c:v>27-03-2022</c:v>
                </c:pt>
                <c:pt idx="9504">
                  <c:v>27-03-2022</c:v>
                </c:pt>
                <c:pt idx="9505">
                  <c:v>27-03-2022</c:v>
                </c:pt>
                <c:pt idx="9506">
                  <c:v>27-03-2022</c:v>
                </c:pt>
                <c:pt idx="9507">
                  <c:v>27-03-2022</c:v>
                </c:pt>
                <c:pt idx="9508">
                  <c:v>27-03-2022</c:v>
                </c:pt>
                <c:pt idx="9509">
                  <c:v>27-03-2022</c:v>
                </c:pt>
                <c:pt idx="9510">
                  <c:v>27-03-2022</c:v>
                </c:pt>
                <c:pt idx="9511">
                  <c:v>27-03-2022</c:v>
                </c:pt>
                <c:pt idx="9512">
                  <c:v>27-03-2022</c:v>
                </c:pt>
                <c:pt idx="9513">
                  <c:v>27-03-2022</c:v>
                </c:pt>
                <c:pt idx="9514">
                  <c:v>27-03-2022</c:v>
                </c:pt>
                <c:pt idx="9515">
                  <c:v>27-03-2022</c:v>
                </c:pt>
                <c:pt idx="9516">
                  <c:v>27-03-2022</c:v>
                </c:pt>
                <c:pt idx="9517">
                  <c:v>27-03-2022</c:v>
                </c:pt>
                <c:pt idx="9518">
                  <c:v>27-03-2022</c:v>
                </c:pt>
                <c:pt idx="9519">
                  <c:v>27-03-2022</c:v>
                </c:pt>
                <c:pt idx="9520">
                  <c:v>27-03-2022</c:v>
                </c:pt>
                <c:pt idx="9521">
                  <c:v>27-03-2022</c:v>
                </c:pt>
                <c:pt idx="9522">
                  <c:v>27-03-2022</c:v>
                </c:pt>
                <c:pt idx="9523">
                  <c:v>27-03-2022</c:v>
                </c:pt>
                <c:pt idx="9524">
                  <c:v>27-03-2022</c:v>
                </c:pt>
                <c:pt idx="9525">
                  <c:v>27-03-2022</c:v>
                </c:pt>
                <c:pt idx="9526">
                  <c:v>27-03-2022</c:v>
                </c:pt>
                <c:pt idx="9527">
                  <c:v>27-03-2022</c:v>
                </c:pt>
                <c:pt idx="9528">
                  <c:v>27-03-2022</c:v>
                </c:pt>
                <c:pt idx="9529">
                  <c:v>27-03-2022</c:v>
                </c:pt>
                <c:pt idx="9530">
                  <c:v>27-03-2022</c:v>
                </c:pt>
                <c:pt idx="9531">
                  <c:v>27-03-2022</c:v>
                </c:pt>
                <c:pt idx="9532">
                  <c:v>27-03-2022</c:v>
                </c:pt>
                <c:pt idx="9533">
                  <c:v>27-03-2022</c:v>
                </c:pt>
                <c:pt idx="9534">
                  <c:v>27-03-2022</c:v>
                </c:pt>
                <c:pt idx="9535">
                  <c:v>27-03-2022</c:v>
                </c:pt>
                <c:pt idx="9536">
                  <c:v>27-03-2022</c:v>
                </c:pt>
                <c:pt idx="9537">
                  <c:v>27-03-2022</c:v>
                </c:pt>
                <c:pt idx="9538">
                  <c:v>27-03-2022</c:v>
                </c:pt>
                <c:pt idx="9539">
                  <c:v>27-03-2022</c:v>
                </c:pt>
                <c:pt idx="9540">
                  <c:v>27-03-2022</c:v>
                </c:pt>
                <c:pt idx="9541">
                  <c:v>27-03-2022</c:v>
                </c:pt>
                <c:pt idx="9542">
                  <c:v>27-03-2022</c:v>
                </c:pt>
                <c:pt idx="9543">
                  <c:v>28-03-2022</c:v>
                </c:pt>
                <c:pt idx="9544">
                  <c:v>28-03-2022</c:v>
                </c:pt>
                <c:pt idx="9545">
                  <c:v>28-03-2022</c:v>
                </c:pt>
                <c:pt idx="9546">
                  <c:v>28-03-2022</c:v>
                </c:pt>
                <c:pt idx="9547">
                  <c:v>28-03-2022</c:v>
                </c:pt>
                <c:pt idx="9548">
                  <c:v>28-03-2022</c:v>
                </c:pt>
                <c:pt idx="9549">
                  <c:v>28-03-2022</c:v>
                </c:pt>
                <c:pt idx="9550">
                  <c:v>28-03-2022</c:v>
                </c:pt>
                <c:pt idx="9551">
                  <c:v>28-03-2022</c:v>
                </c:pt>
                <c:pt idx="9552">
                  <c:v>28-03-2022</c:v>
                </c:pt>
                <c:pt idx="9553">
                  <c:v>28-03-2022</c:v>
                </c:pt>
                <c:pt idx="9554">
                  <c:v>28-03-2022</c:v>
                </c:pt>
                <c:pt idx="9555">
                  <c:v>28-03-2022</c:v>
                </c:pt>
                <c:pt idx="9556">
                  <c:v>28-03-2022</c:v>
                </c:pt>
                <c:pt idx="9557">
                  <c:v>28-03-2022</c:v>
                </c:pt>
                <c:pt idx="9558">
                  <c:v>28-03-2022</c:v>
                </c:pt>
                <c:pt idx="9559">
                  <c:v>28-03-2022</c:v>
                </c:pt>
                <c:pt idx="9560">
                  <c:v>28-03-2022</c:v>
                </c:pt>
                <c:pt idx="9561">
                  <c:v>28-03-2022</c:v>
                </c:pt>
                <c:pt idx="9562">
                  <c:v>28-03-2022</c:v>
                </c:pt>
                <c:pt idx="9563">
                  <c:v>28-03-2022</c:v>
                </c:pt>
                <c:pt idx="9564">
                  <c:v>28-03-2022</c:v>
                </c:pt>
                <c:pt idx="9565">
                  <c:v>28-03-2022</c:v>
                </c:pt>
                <c:pt idx="9566">
                  <c:v>28-03-2022</c:v>
                </c:pt>
                <c:pt idx="9567">
                  <c:v>28-03-2022</c:v>
                </c:pt>
                <c:pt idx="9568">
                  <c:v>28-03-2022</c:v>
                </c:pt>
                <c:pt idx="9569">
                  <c:v>28-03-2022</c:v>
                </c:pt>
                <c:pt idx="9570">
                  <c:v>28-03-2022</c:v>
                </c:pt>
                <c:pt idx="9571">
                  <c:v>28-03-2022</c:v>
                </c:pt>
                <c:pt idx="9572">
                  <c:v>28-03-2022</c:v>
                </c:pt>
                <c:pt idx="9573">
                  <c:v>28-03-2022</c:v>
                </c:pt>
                <c:pt idx="9574">
                  <c:v>28-03-2022</c:v>
                </c:pt>
                <c:pt idx="9575">
                  <c:v>28-03-2022</c:v>
                </c:pt>
                <c:pt idx="9576">
                  <c:v>28-03-2022</c:v>
                </c:pt>
                <c:pt idx="9577">
                  <c:v>28-03-2022</c:v>
                </c:pt>
                <c:pt idx="9578">
                  <c:v>28-03-2022</c:v>
                </c:pt>
                <c:pt idx="9579">
                  <c:v>28-03-2022</c:v>
                </c:pt>
                <c:pt idx="9580">
                  <c:v>28-03-2022</c:v>
                </c:pt>
                <c:pt idx="9581">
                  <c:v>28-03-2022</c:v>
                </c:pt>
                <c:pt idx="9582">
                  <c:v>28-03-2022</c:v>
                </c:pt>
                <c:pt idx="9583">
                  <c:v>28-03-2022</c:v>
                </c:pt>
                <c:pt idx="9584">
                  <c:v>28-03-2022</c:v>
                </c:pt>
                <c:pt idx="9585">
                  <c:v>28-03-2022</c:v>
                </c:pt>
                <c:pt idx="9586">
                  <c:v>28-03-2022</c:v>
                </c:pt>
                <c:pt idx="9587">
                  <c:v>28-03-2022</c:v>
                </c:pt>
                <c:pt idx="9588">
                  <c:v>28-03-2022</c:v>
                </c:pt>
                <c:pt idx="9589">
                  <c:v>28-03-2022</c:v>
                </c:pt>
                <c:pt idx="9590">
                  <c:v>29-03-2022</c:v>
                </c:pt>
                <c:pt idx="9591">
                  <c:v>29-03-2022</c:v>
                </c:pt>
                <c:pt idx="9592">
                  <c:v>29-03-2022</c:v>
                </c:pt>
                <c:pt idx="9593">
                  <c:v>29-03-2022</c:v>
                </c:pt>
                <c:pt idx="9594">
                  <c:v>29-03-2022</c:v>
                </c:pt>
                <c:pt idx="9595">
                  <c:v>29-03-2022</c:v>
                </c:pt>
                <c:pt idx="9596">
                  <c:v>29-03-2022</c:v>
                </c:pt>
                <c:pt idx="9597">
                  <c:v>29-03-2022</c:v>
                </c:pt>
                <c:pt idx="9598">
                  <c:v>29-03-2022</c:v>
                </c:pt>
                <c:pt idx="9599">
                  <c:v>29-03-2022</c:v>
                </c:pt>
                <c:pt idx="9600">
                  <c:v>29-03-2022</c:v>
                </c:pt>
                <c:pt idx="9601">
                  <c:v>29-03-2022</c:v>
                </c:pt>
                <c:pt idx="9602">
                  <c:v>29-03-2022</c:v>
                </c:pt>
                <c:pt idx="9603">
                  <c:v>29-03-2022</c:v>
                </c:pt>
                <c:pt idx="9604">
                  <c:v>29-03-2022</c:v>
                </c:pt>
                <c:pt idx="9605">
                  <c:v>29-03-2022</c:v>
                </c:pt>
                <c:pt idx="9606">
                  <c:v>29-03-2022</c:v>
                </c:pt>
                <c:pt idx="9607">
                  <c:v>29-03-2022</c:v>
                </c:pt>
                <c:pt idx="9608">
                  <c:v>29-03-2022</c:v>
                </c:pt>
                <c:pt idx="9609">
                  <c:v>29-03-2022</c:v>
                </c:pt>
                <c:pt idx="9610">
                  <c:v>29-03-2022</c:v>
                </c:pt>
                <c:pt idx="9611">
                  <c:v>29-03-2022</c:v>
                </c:pt>
                <c:pt idx="9612">
                  <c:v>29-03-2022</c:v>
                </c:pt>
                <c:pt idx="9613">
                  <c:v>29-03-2022</c:v>
                </c:pt>
                <c:pt idx="9614">
                  <c:v>29-03-2022</c:v>
                </c:pt>
                <c:pt idx="9615">
                  <c:v>29-03-2022</c:v>
                </c:pt>
                <c:pt idx="9616">
                  <c:v>29-03-2022</c:v>
                </c:pt>
                <c:pt idx="9617">
                  <c:v>29-03-2022</c:v>
                </c:pt>
                <c:pt idx="9618">
                  <c:v>29-03-2022</c:v>
                </c:pt>
                <c:pt idx="9619">
                  <c:v>29-03-2022</c:v>
                </c:pt>
                <c:pt idx="9620">
                  <c:v>29-03-2022</c:v>
                </c:pt>
                <c:pt idx="9621">
                  <c:v>29-03-2022</c:v>
                </c:pt>
                <c:pt idx="9622">
                  <c:v>29-03-2022</c:v>
                </c:pt>
                <c:pt idx="9623">
                  <c:v>29-03-2022</c:v>
                </c:pt>
                <c:pt idx="9624">
                  <c:v>29-03-2022</c:v>
                </c:pt>
                <c:pt idx="9625">
                  <c:v>29-03-2022</c:v>
                </c:pt>
                <c:pt idx="9626">
                  <c:v>29-03-2022</c:v>
                </c:pt>
                <c:pt idx="9627">
                  <c:v>29-03-2022</c:v>
                </c:pt>
                <c:pt idx="9628">
                  <c:v>29-03-2022</c:v>
                </c:pt>
                <c:pt idx="9629">
                  <c:v>29-03-2022</c:v>
                </c:pt>
                <c:pt idx="9630">
                  <c:v>30-03-2022</c:v>
                </c:pt>
                <c:pt idx="9631">
                  <c:v>30-03-2022</c:v>
                </c:pt>
                <c:pt idx="9632">
                  <c:v>30-03-2022</c:v>
                </c:pt>
                <c:pt idx="9633">
                  <c:v>30-03-2022</c:v>
                </c:pt>
                <c:pt idx="9634">
                  <c:v>30-03-2022</c:v>
                </c:pt>
                <c:pt idx="9635">
                  <c:v>30-03-2022</c:v>
                </c:pt>
                <c:pt idx="9636">
                  <c:v>30-03-2022</c:v>
                </c:pt>
                <c:pt idx="9637">
                  <c:v>30-03-2022</c:v>
                </c:pt>
                <c:pt idx="9638">
                  <c:v>30-03-2022</c:v>
                </c:pt>
                <c:pt idx="9639">
                  <c:v>30-03-2022</c:v>
                </c:pt>
                <c:pt idx="9640">
                  <c:v>30-03-2022</c:v>
                </c:pt>
                <c:pt idx="9641">
                  <c:v>30-03-2022</c:v>
                </c:pt>
                <c:pt idx="9642">
                  <c:v>30-03-2022</c:v>
                </c:pt>
                <c:pt idx="9643">
                  <c:v>30-03-2022</c:v>
                </c:pt>
                <c:pt idx="9644">
                  <c:v>30-03-2022</c:v>
                </c:pt>
                <c:pt idx="9645">
                  <c:v>30-03-2022</c:v>
                </c:pt>
                <c:pt idx="9646">
                  <c:v>30-03-2022</c:v>
                </c:pt>
                <c:pt idx="9647">
                  <c:v>30-03-2022</c:v>
                </c:pt>
                <c:pt idx="9648">
                  <c:v>30-03-2022</c:v>
                </c:pt>
                <c:pt idx="9649">
                  <c:v>30-03-2022</c:v>
                </c:pt>
                <c:pt idx="9650">
                  <c:v>30-03-2022</c:v>
                </c:pt>
                <c:pt idx="9651">
                  <c:v>30-03-2022</c:v>
                </c:pt>
                <c:pt idx="9652">
                  <c:v>30-03-2022</c:v>
                </c:pt>
                <c:pt idx="9653">
                  <c:v>30-03-2022</c:v>
                </c:pt>
                <c:pt idx="9654">
                  <c:v>30-03-2022</c:v>
                </c:pt>
                <c:pt idx="9655">
                  <c:v>30-03-2022</c:v>
                </c:pt>
                <c:pt idx="9656">
                  <c:v>30-03-2022</c:v>
                </c:pt>
                <c:pt idx="9657">
                  <c:v>30-03-2022</c:v>
                </c:pt>
                <c:pt idx="9658">
                  <c:v>30-03-2022</c:v>
                </c:pt>
                <c:pt idx="9659">
                  <c:v>30-03-2022</c:v>
                </c:pt>
                <c:pt idx="9660">
                  <c:v>30-03-2022</c:v>
                </c:pt>
                <c:pt idx="9661">
                  <c:v>30-03-2022</c:v>
                </c:pt>
                <c:pt idx="9662">
                  <c:v>30-03-2022</c:v>
                </c:pt>
                <c:pt idx="9663">
                  <c:v>30-03-2022</c:v>
                </c:pt>
                <c:pt idx="9664">
                  <c:v>30-03-2022</c:v>
                </c:pt>
                <c:pt idx="9665">
                  <c:v>30-03-2022</c:v>
                </c:pt>
                <c:pt idx="9666">
                  <c:v>30-03-2022</c:v>
                </c:pt>
                <c:pt idx="9667">
                  <c:v>30-03-2022</c:v>
                </c:pt>
                <c:pt idx="9668">
                  <c:v>30-03-2022</c:v>
                </c:pt>
                <c:pt idx="9669">
                  <c:v>30-03-2022</c:v>
                </c:pt>
                <c:pt idx="9670">
                  <c:v>30-03-2022</c:v>
                </c:pt>
                <c:pt idx="9671">
                  <c:v>30-03-2022</c:v>
                </c:pt>
                <c:pt idx="9672">
                  <c:v>30-03-2022</c:v>
                </c:pt>
                <c:pt idx="9673">
                  <c:v>30-03-2022</c:v>
                </c:pt>
                <c:pt idx="9674">
                  <c:v>30-03-2022</c:v>
                </c:pt>
                <c:pt idx="9675">
                  <c:v>30-03-2022</c:v>
                </c:pt>
                <c:pt idx="9676">
                  <c:v>30-03-2022</c:v>
                </c:pt>
                <c:pt idx="9677">
                  <c:v>30-03-2022</c:v>
                </c:pt>
                <c:pt idx="9678">
                  <c:v>30-03-2022</c:v>
                </c:pt>
                <c:pt idx="9679">
                  <c:v>30-03-2022</c:v>
                </c:pt>
                <c:pt idx="9680">
                  <c:v>30-03-2022</c:v>
                </c:pt>
                <c:pt idx="9681">
                  <c:v>31-03-2022</c:v>
                </c:pt>
                <c:pt idx="9682">
                  <c:v>31-03-2022</c:v>
                </c:pt>
                <c:pt idx="9683">
                  <c:v>31-03-2022</c:v>
                </c:pt>
                <c:pt idx="9684">
                  <c:v>31-03-2022</c:v>
                </c:pt>
                <c:pt idx="9685">
                  <c:v>31-03-2022</c:v>
                </c:pt>
                <c:pt idx="9686">
                  <c:v>31-03-2022</c:v>
                </c:pt>
                <c:pt idx="9687">
                  <c:v>31-03-2022</c:v>
                </c:pt>
                <c:pt idx="9688">
                  <c:v>31-03-2022</c:v>
                </c:pt>
                <c:pt idx="9689">
                  <c:v>31-03-2022</c:v>
                </c:pt>
                <c:pt idx="9690">
                  <c:v>31-03-2022</c:v>
                </c:pt>
                <c:pt idx="9691">
                  <c:v>31-03-2022</c:v>
                </c:pt>
                <c:pt idx="9692">
                  <c:v>31-03-2022</c:v>
                </c:pt>
                <c:pt idx="9693">
                  <c:v>31-03-2022</c:v>
                </c:pt>
                <c:pt idx="9694">
                  <c:v>31-03-2022</c:v>
                </c:pt>
                <c:pt idx="9695">
                  <c:v>31-03-2022</c:v>
                </c:pt>
                <c:pt idx="9696">
                  <c:v>31-03-2022</c:v>
                </c:pt>
                <c:pt idx="9697">
                  <c:v>31-03-2022</c:v>
                </c:pt>
                <c:pt idx="9698">
                  <c:v>31-03-2022</c:v>
                </c:pt>
                <c:pt idx="9699">
                  <c:v>31-03-2022</c:v>
                </c:pt>
                <c:pt idx="9700">
                  <c:v>31-03-2022</c:v>
                </c:pt>
                <c:pt idx="9701">
                  <c:v>31-03-2022</c:v>
                </c:pt>
                <c:pt idx="9702">
                  <c:v>31-03-2022</c:v>
                </c:pt>
                <c:pt idx="9703">
                  <c:v>31-03-2022</c:v>
                </c:pt>
                <c:pt idx="9704">
                  <c:v>31-03-2022</c:v>
                </c:pt>
                <c:pt idx="9705">
                  <c:v>31-03-2022</c:v>
                </c:pt>
                <c:pt idx="9706">
                  <c:v>31-03-2022</c:v>
                </c:pt>
                <c:pt idx="9707">
                  <c:v>31-03-2022</c:v>
                </c:pt>
                <c:pt idx="9708">
                  <c:v>31-03-2022</c:v>
                </c:pt>
                <c:pt idx="9709">
                  <c:v>31-03-2022</c:v>
                </c:pt>
                <c:pt idx="9710">
                  <c:v>31-03-2022</c:v>
                </c:pt>
                <c:pt idx="9711">
                  <c:v>31-03-2022</c:v>
                </c:pt>
                <c:pt idx="9712">
                  <c:v>31-03-2022</c:v>
                </c:pt>
                <c:pt idx="9713">
                  <c:v>31-03-2022</c:v>
                </c:pt>
                <c:pt idx="9714">
                  <c:v>31-03-2022</c:v>
                </c:pt>
                <c:pt idx="9715">
                  <c:v>31-03-2022</c:v>
                </c:pt>
                <c:pt idx="9716">
                  <c:v>31-03-2022</c:v>
                </c:pt>
                <c:pt idx="9717">
                  <c:v>31-03-2022</c:v>
                </c:pt>
                <c:pt idx="9718">
                  <c:v>31-03-2022</c:v>
                </c:pt>
                <c:pt idx="9719">
                  <c:v>31-03-2022</c:v>
                </c:pt>
                <c:pt idx="9720">
                  <c:v>31-03-2022</c:v>
                </c:pt>
                <c:pt idx="9721">
                  <c:v>31-03-2022</c:v>
                </c:pt>
                <c:pt idx="9722">
                  <c:v>31-03-2022</c:v>
                </c:pt>
                <c:pt idx="9723">
                  <c:v>31-03-2022</c:v>
                </c:pt>
                <c:pt idx="9724">
                  <c:v>31-03-2022</c:v>
                </c:pt>
                <c:pt idx="9725">
                  <c:v>31-03-2022</c:v>
                </c:pt>
                <c:pt idx="9726">
                  <c:v>31-03-2022</c:v>
                </c:pt>
                <c:pt idx="9727">
                  <c:v>31-03-2022</c:v>
                </c:pt>
                <c:pt idx="9728">
                  <c:v>31-03-2022</c:v>
                </c:pt>
                <c:pt idx="9729">
                  <c:v>31-03-2022</c:v>
                </c:pt>
                <c:pt idx="9730">
                  <c:v>31-03-2022</c:v>
                </c:pt>
                <c:pt idx="9731">
                  <c:v>01-04-2022</c:v>
                </c:pt>
                <c:pt idx="9732">
                  <c:v>01-04-2022</c:v>
                </c:pt>
                <c:pt idx="9733">
                  <c:v>01-04-2022</c:v>
                </c:pt>
                <c:pt idx="9734">
                  <c:v>01-04-2022</c:v>
                </c:pt>
                <c:pt idx="9735">
                  <c:v>01-04-2022</c:v>
                </c:pt>
                <c:pt idx="9736">
                  <c:v>01-04-2022</c:v>
                </c:pt>
                <c:pt idx="9737">
                  <c:v>01-04-2022</c:v>
                </c:pt>
                <c:pt idx="9738">
                  <c:v>01-04-2022</c:v>
                </c:pt>
                <c:pt idx="9739">
                  <c:v>01-04-2022</c:v>
                </c:pt>
                <c:pt idx="9740">
                  <c:v>01-04-2022</c:v>
                </c:pt>
                <c:pt idx="9741">
                  <c:v>01-04-2022</c:v>
                </c:pt>
                <c:pt idx="9742">
                  <c:v>01-04-2022</c:v>
                </c:pt>
                <c:pt idx="9743">
                  <c:v>01-04-2022</c:v>
                </c:pt>
                <c:pt idx="9744">
                  <c:v>01-04-2022</c:v>
                </c:pt>
                <c:pt idx="9745">
                  <c:v>01-04-2022</c:v>
                </c:pt>
                <c:pt idx="9746">
                  <c:v>01-04-2022</c:v>
                </c:pt>
                <c:pt idx="9747">
                  <c:v>01-04-2022</c:v>
                </c:pt>
                <c:pt idx="9748">
                  <c:v>01-04-2022</c:v>
                </c:pt>
                <c:pt idx="9749">
                  <c:v>01-04-2022</c:v>
                </c:pt>
                <c:pt idx="9750">
                  <c:v>01-04-2022</c:v>
                </c:pt>
                <c:pt idx="9751">
                  <c:v>01-04-2022</c:v>
                </c:pt>
                <c:pt idx="9752">
                  <c:v>01-04-2022</c:v>
                </c:pt>
                <c:pt idx="9753">
                  <c:v>01-04-2022</c:v>
                </c:pt>
                <c:pt idx="9754">
                  <c:v>01-04-2022</c:v>
                </c:pt>
                <c:pt idx="9755">
                  <c:v>01-04-2022</c:v>
                </c:pt>
                <c:pt idx="9756">
                  <c:v>01-04-2022</c:v>
                </c:pt>
                <c:pt idx="9757">
                  <c:v>01-04-2022</c:v>
                </c:pt>
                <c:pt idx="9758">
                  <c:v>01-04-2022</c:v>
                </c:pt>
                <c:pt idx="9759">
                  <c:v>01-04-2022</c:v>
                </c:pt>
                <c:pt idx="9760">
                  <c:v>01-04-2022</c:v>
                </c:pt>
                <c:pt idx="9761">
                  <c:v>01-04-2022</c:v>
                </c:pt>
                <c:pt idx="9762">
                  <c:v>01-04-2022</c:v>
                </c:pt>
                <c:pt idx="9763">
                  <c:v>01-04-2022</c:v>
                </c:pt>
                <c:pt idx="9764">
                  <c:v>01-04-2022</c:v>
                </c:pt>
                <c:pt idx="9765">
                  <c:v>01-04-2022</c:v>
                </c:pt>
                <c:pt idx="9766">
                  <c:v>01-04-2022</c:v>
                </c:pt>
                <c:pt idx="9767">
                  <c:v>01-04-2022</c:v>
                </c:pt>
                <c:pt idx="9768">
                  <c:v>01-04-2022</c:v>
                </c:pt>
                <c:pt idx="9769">
                  <c:v>01-04-2022</c:v>
                </c:pt>
                <c:pt idx="9770">
                  <c:v>01-04-2022</c:v>
                </c:pt>
                <c:pt idx="9771">
                  <c:v>03-04-2022</c:v>
                </c:pt>
                <c:pt idx="9772">
                  <c:v>03-04-2022</c:v>
                </c:pt>
                <c:pt idx="9773">
                  <c:v>03-04-2022</c:v>
                </c:pt>
                <c:pt idx="9774">
                  <c:v>03-04-2022</c:v>
                </c:pt>
                <c:pt idx="9775">
                  <c:v>03-04-2022</c:v>
                </c:pt>
                <c:pt idx="9776">
                  <c:v>03-04-2022</c:v>
                </c:pt>
                <c:pt idx="9777">
                  <c:v>03-04-2022</c:v>
                </c:pt>
                <c:pt idx="9778">
                  <c:v>03-04-2022</c:v>
                </c:pt>
                <c:pt idx="9779">
                  <c:v>03-04-2022</c:v>
                </c:pt>
                <c:pt idx="9780">
                  <c:v>03-04-2022</c:v>
                </c:pt>
                <c:pt idx="9781">
                  <c:v>03-04-2022</c:v>
                </c:pt>
                <c:pt idx="9782">
                  <c:v>03-04-2022</c:v>
                </c:pt>
                <c:pt idx="9783">
                  <c:v>03-04-2022</c:v>
                </c:pt>
                <c:pt idx="9784">
                  <c:v>03-04-2022</c:v>
                </c:pt>
                <c:pt idx="9785">
                  <c:v>03-04-2022</c:v>
                </c:pt>
                <c:pt idx="9786">
                  <c:v>03-04-2022</c:v>
                </c:pt>
                <c:pt idx="9787">
                  <c:v>03-04-2022</c:v>
                </c:pt>
                <c:pt idx="9788">
                  <c:v>03-04-2022</c:v>
                </c:pt>
                <c:pt idx="9789">
                  <c:v>03-04-2022</c:v>
                </c:pt>
                <c:pt idx="9790">
                  <c:v>03-04-2022</c:v>
                </c:pt>
                <c:pt idx="9791">
                  <c:v>03-04-2022</c:v>
                </c:pt>
                <c:pt idx="9792">
                  <c:v>03-04-2022</c:v>
                </c:pt>
                <c:pt idx="9793">
                  <c:v>03-04-2022</c:v>
                </c:pt>
                <c:pt idx="9794">
                  <c:v>03-04-2022</c:v>
                </c:pt>
                <c:pt idx="9795">
                  <c:v>03-04-2022</c:v>
                </c:pt>
                <c:pt idx="9796">
                  <c:v>03-04-2022</c:v>
                </c:pt>
                <c:pt idx="9797">
                  <c:v>03-04-2022</c:v>
                </c:pt>
                <c:pt idx="9798">
                  <c:v>03-04-2022</c:v>
                </c:pt>
                <c:pt idx="9799">
                  <c:v>03-04-2022</c:v>
                </c:pt>
                <c:pt idx="9800">
                  <c:v>03-04-2022</c:v>
                </c:pt>
                <c:pt idx="9801">
                  <c:v>03-04-2022</c:v>
                </c:pt>
                <c:pt idx="9802">
                  <c:v>03-04-2022</c:v>
                </c:pt>
                <c:pt idx="9803">
                  <c:v>03-04-2022</c:v>
                </c:pt>
                <c:pt idx="9804">
                  <c:v>03-04-2022</c:v>
                </c:pt>
                <c:pt idx="9805">
                  <c:v>03-04-2022</c:v>
                </c:pt>
                <c:pt idx="9806">
                  <c:v>03-04-2022</c:v>
                </c:pt>
                <c:pt idx="9807">
                  <c:v>03-04-2022</c:v>
                </c:pt>
                <c:pt idx="9808">
                  <c:v>03-04-2022</c:v>
                </c:pt>
                <c:pt idx="9809">
                  <c:v>03-04-2022</c:v>
                </c:pt>
                <c:pt idx="9810">
                  <c:v>03-04-2022</c:v>
                </c:pt>
                <c:pt idx="9811">
                  <c:v>04-04-2022</c:v>
                </c:pt>
                <c:pt idx="9812">
                  <c:v>04-04-2022</c:v>
                </c:pt>
                <c:pt idx="9813">
                  <c:v>04-04-2022</c:v>
                </c:pt>
                <c:pt idx="9814">
                  <c:v>04-04-2022</c:v>
                </c:pt>
                <c:pt idx="9815">
                  <c:v>04-04-2022</c:v>
                </c:pt>
                <c:pt idx="9816">
                  <c:v>04-04-2022</c:v>
                </c:pt>
                <c:pt idx="9817">
                  <c:v>04-04-2022</c:v>
                </c:pt>
                <c:pt idx="9818">
                  <c:v>04-04-2022</c:v>
                </c:pt>
                <c:pt idx="9819">
                  <c:v>04-04-2022</c:v>
                </c:pt>
                <c:pt idx="9820">
                  <c:v>04-04-2022</c:v>
                </c:pt>
                <c:pt idx="9821">
                  <c:v>04-04-2022</c:v>
                </c:pt>
                <c:pt idx="9822">
                  <c:v>04-04-2022</c:v>
                </c:pt>
                <c:pt idx="9823">
                  <c:v>04-04-2022</c:v>
                </c:pt>
                <c:pt idx="9824">
                  <c:v>04-04-2022</c:v>
                </c:pt>
                <c:pt idx="9825">
                  <c:v>04-04-2022</c:v>
                </c:pt>
                <c:pt idx="9826">
                  <c:v>04-04-2022</c:v>
                </c:pt>
                <c:pt idx="9827">
                  <c:v>04-04-2022</c:v>
                </c:pt>
                <c:pt idx="9828">
                  <c:v>04-04-2022</c:v>
                </c:pt>
                <c:pt idx="9829">
                  <c:v>04-04-2022</c:v>
                </c:pt>
                <c:pt idx="9830">
                  <c:v>04-04-2022</c:v>
                </c:pt>
                <c:pt idx="9831">
                  <c:v>04-04-2022</c:v>
                </c:pt>
                <c:pt idx="9832">
                  <c:v>04-04-2022</c:v>
                </c:pt>
                <c:pt idx="9833">
                  <c:v>04-04-2022</c:v>
                </c:pt>
                <c:pt idx="9834">
                  <c:v>04-04-2022</c:v>
                </c:pt>
                <c:pt idx="9835">
                  <c:v>04-04-2022</c:v>
                </c:pt>
                <c:pt idx="9836">
                  <c:v>04-04-2022</c:v>
                </c:pt>
                <c:pt idx="9837">
                  <c:v>04-04-2022</c:v>
                </c:pt>
                <c:pt idx="9838">
                  <c:v>04-04-2022</c:v>
                </c:pt>
                <c:pt idx="9839">
                  <c:v>04-04-2022</c:v>
                </c:pt>
                <c:pt idx="9840">
                  <c:v>04-04-2022</c:v>
                </c:pt>
                <c:pt idx="9841">
                  <c:v>04-04-2022</c:v>
                </c:pt>
                <c:pt idx="9842">
                  <c:v>04-04-2022</c:v>
                </c:pt>
                <c:pt idx="9843">
                  <c:v>04-04-2022</c:v>
                </c:pt>
                <c:pt idx="9844">
                  <c:v>04-04-2022</c:v>
                </c:pt>
                <c:pt idx="9845">
                  <c:v>04-04-2022</c:v>
                </c:pt>
                <c:pt idx="9846">
                  <c:v>04-04-2022</c:v>
                </c:pt>
                <c:pt idx="9847">
                  <c:v>04-04-2022</c:v>
                </c:pt>
                <c:pt idx="9848">
                  <c:v>04-04-2022</c:v>
                </c:pt>
                <c:pt idx="9849">
                  <c:v>04-04-2022</c:v>
                </c:pt>
                <c:pt idx="9850">
                  <c:v>04-04-2022</c:v>
                </c:pt>
                <c:pt idx="9851">
                  <c:v>05-04-2022</c:v>
                </c:pt>
                <c:pt idx="9852">
                  <c:v>05-04-2022</c:v>
                </c:pt>
                <c:pt idx="9853">
                  <c:v>05-04-2022</c:v>
                </c:pt>
                <c:pt idx="9854">
                  <c:v>05-04-2022</c:v>
                </c:pt>
                <c:pt idx="9855">
                  <c:v>05-04-2022</c:v>
                </c:pt>
                <c:pt idx="9856">
                  <c:v>05-04-2022</c:v>
                </c:pt>
                <c:pt idx="9857">
                  <c:v>05-04-2022</c:v>
                </c:pt>
                <c:pt idx="9858">
                  <c:v>05-04-2022</c:v>
                </c:pt>
                <c:pt idx="9859">
                  <c:v>05-04-2022</c:v>
                </c:pt>
                <c:pt idx="9860">
                  <c:v>05-04-2022</c:v>
                </c:pt>
                <c:pt idx="9861">
                  <c:v>05-04-2022</c:v>
                </c:pt>
                <c:pt idx="9862">
                  <c:v>05-04-2022</c:v>
                </c:pt>
                <c:pt idx="9863">
                  <c:v>05-04-2022</c:v>
                </c:pt>
                <c:pt idx="9864">
                  <c:v>05-04-2022</c:v>
                </c:pt>
                <c:pt idx="9865">
                  <c:v>05-04-2022</c:v>
                </c:pt>
                <c:pt idx="9866">
                  <c:v>05-04-2022</c:v>
                </c:pt>
                <c:pt idx="9867">
                  <c:v>05-04-2022</c:v>
                </c:pt>
                <c:pt idx="9868">
                  <c:v>05-04-2022</c:v>
                </c:pt>
                <c:pt idx="9869">
                  <c:v>05-04-2022</c:v>
                </c:pt>
                <c:pt idx="9870">
                  <c:v>05-04-2022</c:v>
                </c:pt>
                <c:pt idx="9871">
                  <c:v>05-04-2022</c:v>
                </c:pt>
                <c:pt idx="9872">
                  <c:v>05-04-2022</c:v>
                </c:pt>
                <c:pt idx="9873">
                  <c:v>05-04-2022</c:v>
                </c:pt>
                <c:pt idx="9874">
                  <c:v>05-04-2022</c:v>
                </c:pt>
                <c:pt idx="9875">
                  <c:v>05-04-2022</c:v>
                </c:pt>
                <c:pt idx="9876">
                  <c:v>05-04-2022</c:v>
                </c:pt>
                <c:pt idx="9877">
                  <c:v>05-04-2022</c:v>
                </c:pt>
                <c:pt idx="9878">
                  <c:v>05-04-2022</c:v>
                </c:pt>
                <c:pt idx="9879">
                  <c:v>05-04-2022</c:v>
                </c:pt>
                <c:pt idx="9880">
                  <c:v>05-04-2022</c:v>
                </c:pt>
                <c:pt idx="9881">
                  <c:v>05-04-2022</c:v>
                </c:pt>
                <c:pt idx="9882">
                  <c:v>05-04-2022</c:v>
                </c:pt>
                <c:pt idx="9883">
                  <c:v>05-04-2022</c:v>
                </c:pt>
                <c:pt idx="9884">
                  <c:v>05-04-2022</c:v>
                </c:pt>
                <c:pt idx="9885">
                  <c:v>05-04-2022</c:v>
                </c:pt>
                <c:pt idx="9886">
                  <c:v>05-04-2022</c:v>
                </c:pt>
                <c:pt idx="9887">
                  <c:v>05-04-2022</c:v>
                </c:pt>
                <c:pt idx="9888">
                  <c:v>05-04-2022</c:v>
                </c:pt>
                <c:pt idx="9889">
                  <c:v>05-04-2022</c:v>
                </c:pt>
                <c:pt idx="9890">
                  <c:v>05-04-2022</c:v>
                </c:pt>
                <c:pt idx="9891">
                  <c:v>06-04-2022</c:v>
                </c:pt>
                <c:pt idx="9892">
                  <c:v>06-04-2022</c:v>
                </c:pt>
                <c:pt idx="9893">
                  <c:v>06-04-2022</c:v>
                </c:pt>
                <c:pt idx="9894">
                  <c:v>06-04-2022</c:v>
                </c:pt>
                <c:pt idx="9895">
                  <c:v>06-04-2022</c:v>
                </c:pt>
                <c:pt idx="9896">
                  <c:v>06-04-2022</c:v>
                </c:pt>
                <c:pt idx="9897">
                  <c:v>06-04-2022</c:v>
                </c:pt>
                <c:pt idx="9898">
                  <c:v>06-04-2022</c:v>
                </c:pt>
                <c:pt idx="9899">
                  <c:v>06-04-2022</c:v>
                </c:pt>
                <c:pt idx="9900">
                  <c:v>06-04-2022</c:v>
                </c:pt>
                <c:pt idx="9901">
                  <c:v>06-04-2022</c:v>
                </c:pt>
                <c:pt idx="9902">
                  <c:v>06-04-2022</c:v>
                </c:pt>
                <c:pt idx="9903">
                  <c:v>06-04-2022</c:v>
                </c:pt>
                <c:pt idx="9904">
                  <c:v>06-04-2022</c:v>
                </c:pt>
                <c:pt idx="9905">
                  <c:v>06-04-2022</c:v>
                </c:pt>
                <c:pt idx="9906">
                  <c:v>06-04-2022</c:v>
                </c:pt>
                <c:pt idx="9907">
                  <c:v>06-04-2022</c:v>
                </c:pt>
                <c:pt idx="9908">
                  <c:v>06-04-2022</c:v>
                </c:pt>
                <c:pt idx="9909">
                  <c:v>06-04-2022</c:v>
                </c:pt>
                <c:pt idx="9910">
                  <c:v>06-04-2022</c:v>
                </c:pt>
                <c:pt idx="9911">
                  <c:v>06-04-2022</c:v>
                </c:pt>
                <c:pt idx="9912">
                  <c:v>06-04-2022</c:v>
                </c:pt>
                <c:pt idx="9913">
                  <c:v>06-04-2022</c:v>
                </c:pt>
                <c:pt idx="9914">
                  <c:v>06-04-2022</c:v>
                </c:pt>
                <c:pt idx="9915">
                  <c:v>06-04-2022</c:v>
                </c:pt>
                <c:pt idx="9916">
                  <c:v>06-04-2022</c:v>
                </c:pt>
                <c:pt idx="9917">
                  <c:v>06-04-2022</c:v>
                </c:pt>
                <c:pt idx="9918">
                  <c:v>06-04-2022</c:v>
                </c:pt>
                <c:pt idx="9919">
                  <c:v>06-04-2022</c:v>
                </c:pt>
                <c:pt idx="9920">
                  <c:v>06-04-2022</c:v>
                </c:pt>
                <c:pt idx="9921">
                  <c:v>06-04-2022</c:v>
                </c:pt>
                <c:pt idx="9922">
                  <c:v>06-04-2022</c:v>
                </c:pt>
                <c:pt idx="9923">
                  <c:v>06-04-2022</c:v>
                </c:pt>
                <c:pt idx="9924">
                  <c:v>06-04-2022</c:v>
                </c:pt>
                <c:pt idx="9925">
                  <c:v>06-04-2022</c:v>
                </c:pt>
                <c:pt idx="9926">
                  <c:v>06-04-2022</c:v>
                </c:pt>
                <c:pt idx="9927">
                  <c:v>06-04-2022</c:v>
                </c:pt>
                <c:pt idx="9928">
                  <c:v>06-04-2022</c:v>
                </c:pt>
                <c:pt idx="9929">
                  <c:v>06-04-2022</c:v>
                </c:pt>
                <c:pt idx="9930">
                  <c:v>06-04-2022</c:v>
                </c:pt>
                <c:pt idx="9931">
                  <c:v>07-04-2022</c:v>
                </c:pt>
                <c:pt idx="9932">
                  <c:v>07-04-2022</c:v>
                </c:pt>
                <c:pt idx="9933">
                  <c:v>07-04-2022</c:v>
                </c:pt>
                <c:pt idx="9934">
                  <c:v>07-04-2022</c:v>
                </c:pt>
                <c:pt idx="9935">
                  <c:v>07-04-2022</c:v>
                </c:pt>
                <c:pt idx="9936">
                  <c:v>07-04-2022</c:v>
                </c:pt>
                <c:pt idx="9937">
                  <c:v>07-04-2022</c:v>
                </c:pt>
                <c:pt idx="9938">
                  <c:v>07-04-2022</c:v>
                </c:pt>
                <c:pt idx="9939">
                  <c:v>07-04-2022</c:v>
                </c:pt>
                <c:pt idx="9940">
                  <c:v>07-04-2022</c:v>
                </c:pt>
                <c:pt idx="9941">
                  <c:v>07-04-2022</c:v>
                </c:pt>
                <c:pt idx="9942">
                  <c:v>07-04-2022</c:v>
                </c:pt>
                <c:pt idx="9943">
                  <c:v>07-04-2022</c:v>
                </c:pt>
                <c:pt idx="9944">
                  <c:v>07-04-2022</c:v>
                </c:pt>
                <c:pt idx="9945">
                  <c:v>07-04-2022</c:v>
                </c:pt>
                <c:pt idx="9946">
                  <c:v>07-04-2022</c:v>
                </c:pt>
                <c:pt idx="9947">
                  <c:v>07-04-2022</c:v>
                </c:pt>
                <c:pt idx="9948">
                  <c:v>07-04-2022</c:v>
                </c:pt>
                <c:pt idx="9949">
                  <c:v>07-04-2022</c:v>
                </c:pt>
                <c:pt idx="9950">
                  <c:v>07-04-2022</c:v>
                </c:pt>
                <c:pt idx="9951">
                  <c:v>07-04-2022</c:v>
                </c:pt>
                <c:pt idx="9952">
                  <c:v>07-04-2022</c:v>
                </c:pt>
                <c:pt idx="9953">
                  <c:v>07-04-2022</c:v>
                </c:pt>
                <c:pt idx="9954">
                  <c:v>07-04-2022</c:v>
                </c:pt>
                <c:pt idx="9955">
                  <c:v>07-04-2022</c:v>
                </c:pt>
                <c:pt idx="9956">
                  <c:v>07-04-2022</c:v>
                </c:pt>
                <c:pt idx="9957">
                  <c:v>07-04-2022</c:v>
                </c:pt>
                <c:pt idx="9958">
                  <c:v>07-04-2022</c:v>
                </c:pt>
                <c:pt idx="9959">
                  <c:v>07-04-2022</c:v>
                </c:pt>
                <c:pt idx="9960">
                  <c:v>07-04-2022</c:v>
                </c:pt>
                <c:pt idx="9961">
                  <c:v>07-04-2022</c:v>
                </c:pt>
                <c:pt idx="9962">
                  <c:v>07-04-2022</c:v>
                </c:pt>
                <c:pt idx="9963">
                  <c:v>07-04-2022</c:v>
                </c:pt>
                <c:pt idx="9964">
                  <c:v>07-04-2022</c:v>
                </c:pt>
                <c:pt idx="9965">
                  <c:v>07-04-2022</c:v>
                </c:pt>
                <c:pt idx="9966">
                  <c:v>07-04-2022</c:v>
                </c:pt>
                <c:pt idx="9967">
                  <c:v>07-04-2022</c:v>
                </c:pt>
                <c:pt idx="9968">
                  <c:v>07-04-2022</c:v>
                </c:pt>
                <c:pt idx="9969">
                  <c:v>07-04-2022</c:v>
                </c:pt>
                <c:pt idx="9970">
                  <c:v>07-04-2022</c:v>
                </c:pt>
                <c:pt idx="9971">
                  <c:v>08-04-2022</c:v>
                </c:pt>
                <c:pt idx="9972">
                  <c:v>08-04-2022</c:v>
                </c:pt>
                <c:pt idx="9973">
                  <c:v>08-04-2022</c:v>
                </c:pt>
                <c:pt idx="9974">
                  <c:v>08-04-2022</c:v>
                </c:pt>
                <c:pt idx="9975">
                  <c:v>08-04-2022</c:v>
                </c:pt>
                <c:pt idx="9976">
                  <c:v>08-04-2022</c:v>
                </c:pt>
                <c:pt idx="9977">
                  <c:v>08-04-2022</c:v>
                </c:pt>
                <c:pt idx="9978">
                  <c:v>08-04-2022</c:v>
                </c:pt>
                <c:pt idx="9979">
                  <c:v>08-04-2022</c:v>
                </c:pt>
                <c:pt idx="9980">
                  <c:v>08-04-2022</c:v>
                </c:pt>
                <c:pt idx="9981">
                  <c:v>08-04-2022</c:v>
                </c:pt>
                <c:pt idx="9982">
                  <c:v>08-04-2022</c:v>
                </c:pt>
                <c:pt idx="9983">
                  <c:v>08-04-2022</c:v>
                </c:pt>
                <c:pt idx="9984">
                  <c:v>08-04-2022</c:v>
                </c:pt>
                <c:pt idx="9985">
                  <c:v>08-04-2022</c:v>
                </c:pt>
                <c:pt idx="9986">
                  <c:v>08-04-2022</c:v>
                </c:pt>
                <c:pt idx="9987">
                  <c:v>08-04-2022</c:v>
                </c:pt>
                <c:pt idx="9988">
                  <c:v>08-04-2022</c:v>
                </c:pt>
                <c:pt idx="9989">
                  <c:v>08-04-2022</c:v>
                </c:pt>
                <c:pt idx="9990">
                  <c:v>08-04-2022</c:v>
                </c:pt>
                <c:pt idx="9991">
                  <c:v>08-04-2022</c:v>
                </c:pt>
                <c:pt idx="9992">
                  <c:v>08-04-2022</c:v>
                </c:pt>
                <c:pt idx="9993">
                  <c:v>08-04-2022</c:v>
                </c:pt>
                <c:pt idx="9994">
                  <c:v>08-04-2022</c:v>
                </c:pt>
                <c:pt idx="9995">
                  <c:v>08-04-2022</c:v>
                </c:pt>
                <c:pt idx="9996">
                  <c:v>08-04-2022</c:v>
                </c:pt>
                <c:pt idx="9997">
                  <c:v>08-04-2022</c:v>
                </c:pt>
                <c:pt idx="9998">
                  <c:v>08-04-2022</c:v>
                </c:pt>
                <c:pt idx="9999">
                  <c:v>08-04-2022</c:v>
                </c:pt>
                <c:pt idx="10000">
                  <c:v>08-04-2022</c:v>
                </c:pt>
                <c:pt idx="10001">
                  <c:v>08-04-2022</c:v>
                </c:pt>
                <c:pt idx="10002">
                  <c:v>08-04-2022</c:v>
                </c:pt>
                <c:pt idx="10003">
                  <c:v>08-04-2022</c:v>
                </c:pt>
                <c:pt idx="10004">
                  <c:v>08-04-2022</c:v>
                </c:pt>
                <c:pt idx="10005">
                  <c:v>08-04-2022</c:v>
                </c:pt>
                <c:pt idx="10006">
                  <c:v>08-04-2022</c:v>
                </c:pt>
                <c:pt idx="10007">
                  <c:v>08-04-2022</c:v>
                </c:pt>
                <c:pt idx="10008">
                  <c:v>08-04-2022</c:v>
                </c:pt>
                <c:pt idx="10009">
                  <c:v>08-04-2022</c:v>
                </c:pt>
                <c:pt idx="10010">
                  <c:v>08-04-2022</c:v>
                </c:pt>
                <c:pt idx="10011">
                  <c:v>09-04-2022</c:v>
                </c:pt>
                <c:pt idx="10012">
                  <c:v>09-04-2022</c:v>
                </c:pt>
                <c:pt idx="10013">
                  <c:v>09-04-2022</c:v>
                </c:pt>
                <c:pt idx="10014">
                  <c:v>09-04-2022</c:v>
                </c:pt>
                <c:pt idx="10015">
                  <c:v>09-04-2022</c:v>
                </c:pt>
                <c:pt idx="10016">
                  <c:v>09-04-2022</c:v>
                </c:pt>
                <c:pt idx="10017">
                  <c:v>09-04-2022</c:v>
                </c:pt>
                <c:pt idx="10018">
                  <c:v>09-04-2022</c:v>
                </c:pt>
                <c:pt idx="10019">
                  <c:v>09-04-2022</c:v>
                </c:pt>
                <c:pt idx="10020">
                  <c:v>09-04-2022</c:v>
                </c:pt>
                <c:pt idx="10021">
                  <c:v>09-04-2022</c:v>
                </c:pt>
                <c:pt idx="10022">
                  <c:v>09-04-2022</c:v>
                </c:pt>
                <c:pt idx="10023">
                  <c:v>09-04-2022</c:v>
                </c:pt>
                <c:pt idx="10024">
                  <c:v>09-04-2022</c:v>
                </c:pt>
                <c:pt idx="10025">
                  <c:v>09-04-2022</c:v>
                </c:pt>
                <c:pt idx="10026">
                  <c:v>09-04-2022</c:v>
                </c:pt>
                <c:pt idx="10027">
                  <c:v>09-04-2022</c:v>
                </c:pt>
                <c:pt idx="10028">
                  <c:v>09-04-2022</c:v>
                </c:pt>
                <c:pt idx="10029">
                  <c:v>09-04-2022</c:v>
                </c:pt>
                <c:pt idx="10030">
                  <c:v>09-04-2022</c:v>
                </c:pt>
                <c:pt idx="10031">
                  <c:v>09-04-2022</c:v>
                </c:pt>
                <c:pt idx="10032">
                  <c:v>09-04-2022</c:v>
                </c:pt>
                <c:pt idx="10033">
                  <c:v>09-04-2022</c:v>
                </c:pt>
                <c:pt idx="10034">
                  <c:v>09-04-2022</c:v>
                </c:pt>
                <c:pt idx="10035">
                  <c:v>09-04-2022</c:v>
                </c:pt>
                <c:pt idx="10036">
                  <c:v>09-04-2022</c:v>
                </c:pt>
                <c:pt idx="10037">
                  <c:v>09-04-2022</c:v>
                </c:pt>
                <c:pt idx="10038">
                  <c:v>09-04-2022</c:v>
                </c:pt>
                <c:pt idx="10039">
                  <c:v>09-04-2022</c:v>
                </c:pt>
                <c:pt idx="10040">
                  <c:v>09-04-2022</c:v>
                </c:pt>
                <c:pt idx="10041">
                  <c:v>09-04-2022</c:v>
                </c:pt>
                <c:pt idx="10042">
                  <c:v>09-04-2022</c:v>
                </c:pt>
                <c:pt idx="10043">
                  <c:v>09-04-2022</c:v>
                </c:pt>
                <c:pt idx="10044">
                  <c:v>09-04-2022</c:v>
                </c:pt>
                <c:pt idx="10045">
                  <c:v>09-04-2022</c:v>
                </c:pt>
                <c:pt idx="10046">
                  <c:v>09-04-2022</c:v>
                </c:pt>
                <c:pt idx="10047">
                  <c:v>09-04-2022</c:v>
                </c:pt>
                <c:pt idx="10048">
                  <c:v>09-04-2022</c:v>
                </c:pt>
                <c:pt idx="10049">
                  <c:v>09-04-2022</c:v>
                </c:pt>
                <c:pt idx="10050">
                  <c:v>09-04-2022</c:v>
                </c:pt>
                <c:pt idx="10051">
                  <c:v>10-04-2022</c:v>
                </c:pt>
                <c:pt idx="10052">
                  <c:v>10-04-2022</c:v>
                </c:pt>
                <c:pt idx="10053">
                  <c:v>10-04-2022</c:v>
                </c:pt>
                <c:pt idx="10054">
                  <c:v>10-04-2022</c:v>
                </c:pt>
                <c:pt idx="10055">
                  <c:v>10-04-2022</c:v>
                </c:pt>
                <c:pt idx="10056">
                  <c:v>10-04-2022</c:v>
                </c:pt>
                <c:pt idx="10057">
                  <c:v>10-04-2022</c:v>
                </c:pt>
                <c:pt idx="10058">
                  <c:v>10-04-2022</c:v>
                </c:pt>
                <c:pt idx="10059">
                  <c:v>10-04-2022</c:v>
                </c:pt>
                <c:pt idx="10060">
                  <c:v>10-04-2022</c:v>
                </c:pt>
                <c:pt idx="10061">
                  <c:v>10-04-2022</c:v>
                </c:pt>
                <c:pt idx="10062">
                  <c:v>10-04-2022</c:v>
                </c:pt>
                <c:pt idx="10063">
                  <c:v>10-04-2022</c:v>
                </c:pt>
                <c:pt idx="10064">
                  <c:v>10-04-2022</c:v>
                </c:pt>
                <c:pt idx="10065">
                  <c:v>10-04-2022</c:v>
                </c:pt>
                <c:pt idx="10066">
                  <c:v>10-04-2022</c:v>
                </c:pt>
                <c:pt idx="10067">
                  <c:v>10-04-2022</c:v>
                </c:pt>
                <c:pt idx="10068">
                  <c:v>10-04-2022</c:v>
                </c:pt>
                <c:pt idx="10069">
                  <c:v>10-04-2022</c:v>
                </c:pt>
                <c:pt idx="10070">
                  <c:v>10-04-2022</c:v>
                </c:pt>
                <c:pt idx="10071">
                  <c:v>10-04-2022</c:v>
                </c:pt>
                <c:pt idx="10072">
                  <c:v>10-04-2022</c:v>
                </c:pt>
                <c:pt idx="10073">
                  <c:v>10-04-2022</c:v>
                </c:pt>
                <c:pt idx="10074">
                  <c:v>10-04-2022</c:v>
                </c:pt>
                <c:pt idx="10075">
                  <c:v>10-04-2022</c:v>
                </c:pt>
                <c:pt idx="10076">
                  <c:v>10-04-2022</c:v>
                </c:pt>
                <c:pt idx="10077">
                  <c:v>10-04-2022</c:v>
                </c:pt>
                <c:pt idx="10078">
                  <c:v>10-04-2022</c:v>
                </c:pt>
                <c:pt idx="10079">
                  <c:v>10-04-2022</c:v>
                </c:pt>
                <c:pt idx="10080">
                  <c:v>10-04-2022</c:v>
                </c:pt>
                <c:pt idx="10081">
                  <c:v>10-04-2022</c:v>
                </c:pt>
                <c:pt idx="10082">
                  <c:v>10-04-2022</c:v>
                </c:pt>
                <c:pt idx="10083">
                  <c:v>10-04-2022</c:v>
                </c:pt>
                <c:pt idx="10084">
                  <c:v>10-04-2022</c:v>
                </c:pt>
                <c:pt idx="10085">
                  <c:v>10-04-2022</c:v>
                </c:pt>
                <c:pt idx="10086">
                  <c:v>10-04-2022</c:v>
                </c:pt>
                <c:pt idx="10087">
                  <c:v>10-04-2022</c:v>
                </c:pt>
                <c:pt idx="10088">
                  <c:v>10-04-2022</c:v>
                </c:pt>
                <c:pt idx="10089">
                  <c:v>10-04-2022</c:v>
                </c:pt>
                <c:pt idx="10090">
                  <c:v>10-04-2022</c:v>
                </c:pt>
                <c:pt idx="10091">
                  <c:v>10-04-2022</c:v>
                </c:pt>
                <c:pt idx="10092">
                  <c:v>10-04-2022</c:v>
                </c:pt>
                <c:pt idx="10093">
                  <c:v>10-04-2022</c:v>
                </c:pt>
                <c:pt idx="10094">
                  <c:v>10-04-2022</c:v>
                </c:pt>
                <c:pt idx="10095">
                  <c:v>10-04-2022</c:v>
                </c:pt>
                <c:pt idx="10096">
                  <c:v>10-04-2022</c:v>
                </c:pt>
                <c:pt idx="10097">
                  <c:v>10-04-2022</c:v>
                </c:pt>
                <c:pt idx="10098">
                  <c:v>10-04-2022</c:v>
                </c:pt>
                <c:pt idx="10099">
                  <c:v>10-04-2022</c:v>
                </c:pt>
                <c:pt idx="10100">
                  <c:v>11-04-2022</c:v>
                </c:pt>
                <c:pt idx="10101">
                  <c:v>11-04-2022</c:v>
                </c:pt>
                <c:pt idx="10102">
                  <c:v>11-04-2022</c:v>
                </c:pt>
                <c:pt idx="10103">
                  <c:v>11-04-2022</c:v>
                </c:pt>
                <c:pt idx="10104">
                  <c:v>11-04-2022</c:v>
                </c:pt>
                <c:pt idx="10105">
                  <c:v>11-04-2022</c:v>
                </c:pt>
                <c:pt idx="10106">
                  <c:v>11-04-2022</c:v>
                </c:pt>
                <c:pt idx="10107">
                  <c:v>11-04-2022</c:v>
                </c:pt>
                <c:pt idx="10108">
                  <c:v>11-04-2022</c:v>
                </c:pt>
                <c:pt idx="10109">
                  <c:v>11-04-2022</c:v>
                </c:pt>
                <c:pt idx="10110">
                  <c:v>11-04-2022</c:v>
                </c:pt>
                <c:pt idx="10111">
                  <c:v>11-04-2022</c:v>
                </c:pt>
                <c:pt idx="10112">
                  <c:v>11-04-2022</c:v>
                </c:pt>
                <c:pt idx="10113">
                  <c:v>11-04-2022</c:v>
                </c:pt>
                <c:pt idx="10114">
                  <c:v>11-04-2022</c:v>
                </c:pt>
                <c:pt idx="10115">
                  <c:v>11-04-2022</c:v>
                </c:pt>
                <c:pt idx="10116">
                  <c:v>11-04-2022</c:v>
                </c:pt>
                <c:pt idx="10117">
                  <c:v>11-04-2022</c:v>
                </c:pt>
                <c:pt idx="10118">
                  <c:v>11-04-2022</c:v>
                </c:pt>
                <c:pt idx="10119">
                  <c:v>11-04-2022</c:v>
                </c:pt>
                <c:pt idx="10120">
                  <c:v>11-04-2022</c:v>
                </c:pt>
                <c:pt idx="10121">
                  <c:v>11-04-2022</c:v>
                </c:pt>
                <c:pt idx="10122">
                  <c:v>11-04-2022</c:v>
                </c:pt>
                <c:pt idx="10123">
                  <c:v>11-04-2022</c:v>
                </c:pt>
                <c:pt idx="10124">
                  <c:v>11-04-2022</c:v>
                </c:pt>
                <c:pt idx="10125">
                  <c:v>11-04-2022</c:v>
                </c:pt>
                <c:pt idx="10126">
                  <c:v>11-04-2022</c:v>
                </c:pt>
                <c:pt idx="10127">
                  <c:v>11-04-2022</c:v>
                </c:pt>
                <c:pt idx="10128">
                  <c:v>11-04-2022</c:v>
                </c:pt>
                <c:pt idx="10129">
                  <c:v>11-04-2022</c:v>
                </c:pt>
                <c:pt idx="10130">
                  <c:v>11-04-2022</c:v>
                </c:pt>
                <c:pt idx="10131">
                  <c:v>11-04-2022</c:v>
                </c:pt>
                <c:pt idx="10132">
                  <c:v>11-04-2022</c:v>
                </c:pt>
                <c:pt idx="10133">
                  <c:v>11-04-2022</c:v>
                </c:pt>
                <c:pt idx="10134">
                  <c:v>11-04-2022</c:v>
                </c:pt>
                <c:pt idx="10135">
                  <c:v>11-04-2022</c:v>
                </c:pt>
                <c:pt idx="10136">
                  <c:v>11-04-2022</c:v>
                </c:pt>
                <c:pt idx="10137">
                  <c:v>11-04-2022</c:v>
                </c:pt>
                <c:pt idx="10138">
                  <c:v>11-04-2022</c:v>
                </c:pt>
                <c:pt idx="10139">
                  <c:v>11-04-2022</c:v>
                </c:pt>
                <c:pt idx="10140">
                  <c:v>11-04-2022</c:v>
                </c:pt>
                <c:pt idx="10141">
                  <c:v>11-04-2022</c:v>
                </c:pt>
                <c:pt idx="10142">
                  <c:v>11-04-2022</c:v>
                </c:pt>
                <c:pt idx="10143">
                  <c:v>11-04-2022</c:v>
                </c:pt>
                <c:pt idx="10144">
                  <c:v>11-04-2022</c:v>
                </c:pt>
                <c:pt idx="10145">
                  <c:v>11-04-2022</c:v>
                </c:pt>
                <c:pt idx="10146">
                  <c:v>11-04-2022</c:v>
                </c:pt>
                <c:pt idx="10147">
                  <c:v>12-04-2022</c:v>
                </c:pt>
                <c:pt idx="10148">
                  <c:v>12-04-2022</c:v>
                </c:pt>
                <c:pt idx="10149">
                  <c:v>12-04-2022</c:v>
                </c:pt>
                <c:pt idx="10150">
                  <c:v>12-04-2022</c:v>
                </c:pt>
                <c:pt idx="10151">
                  <c:v>12-04-2022</c:v>
                </c:pt>
                <c:pt idx="10152">
                  <c:v>12-04-2022</c:v>
                </c:pt>
                <c:pt idx="10153">
                  <c:v>12-04-2022</c:v>
                </c:pt>
                <c:pt idx="10154">
                  <c:v>12-04-2022</c:v>
                </c:pt>
                <c:pt idx="10155">
                  <c:v>12-04-2022</c:v>
                </c:pt>
                <c:pt idx="10156">
                  <c:v>12-04-2022</c:v>
                </c:pt>
                <c:pt idx="10157">
                  <c:v>12-04-2022</c:v>
                </c:pt>
                <c:pt idx="10158">
                  <c:v>12-04-2022</c:v>
                </c:pt>
                <c:pt idx="10159">
                  <c:v>12-04-2022</c:v>
                </c:pt>
                <c:pt idx="10160">
                  <c:v>12-04-2022</c:v>
                </c:pt>
                <c:pt idx="10161">
                  <c:v>12-04-2022</c:v>
                </c:pt>
                <c:pt idx="10162">
                  <c:v>12-04-2022</c:v>
                </c:pt>
                <c:pt idx="10163">
                  <c:v>12-04-2022</c:v>
                </c:pt>
                <c:pt idx="10164">
                  <c:v>12-04-2022</c:v>
                </c:pt>
                <c:pt idx="10165">
                  <c:v>12-04-2022</c:v>
                </c:pt>
                <c:pt idx="10166">
                  <c:v>12-04-2022</c:v>
                </c:pt>
                <c:pt idx="10167">
                  <c:v>12-04-2022</c:v>
                </c:pt>
                <c:pt idx="10168">
                  <c:v>12-04-2022</c:v>
                </c:pt>
                <c:pt idx="10169">
                  <c:v>12-04-2022</c:v>
                </c:pt>
                <c:pt idx="10170">
                  <c:v>12-04-2022</c:v>
                </c:pt>
                <c:pt idx="10171">
                  <c:v>12-04-2022</c:v>
                </c:pt>
                <c:pt idx="10172">
                  <c:v>12-04-2022</c:v>
                </c:pt>
                <c:pt idx="10173">
                  <c:v>12-04-2022</c:v>
                </c:pt>
                <c:pt idx="10174">
                  <c:v>12-04-2022</c:v>
                </c:pt>
                <c:pt idx="10175">
                  <c:v>12-04-2022</c:v>
                </c:pt>
                <c:pt idx="10176">
                  <c:v>12-04-2022</c:v>
                </c:pt>
                <c:pt idx="10177">
                  <c:v>12-04-2022</c:v>
                </c:pt>
                <c:pt idx="10178">
                  <c:v>12-04-2022</c:v>
                </c:pt>
                <c:pt idx="10179">
                  <c:v>12-04-2022</c:v>
                </c:pt>
                <c:pt idx="10180">
                  <c:v>12-04-2022</c:v>
                </c:pt>
                <c:pt idx="10181">
                  <c:v>12-04-2022</c:v>
                </c:pt>
                <c:pt idx="10182">
                  <c:v>12-04-2022</c:v>
                </c:pt>
                <c:pt idx="10183">
                  <c:v>12-04-2022</c:v>
                </c:pt>
                <c:pt idx="10184">
                  <c:v>12-04-2022</c:v>
                </c:pt>
                <c:pt idx="10185">
                  <c:v>12-04-2022</c:v>
                </c:pt>
                <c:pt idx="10186">
                  <c:v>12-04-2022</c:v>
                </c:pt>
                <c:pt idx="10187">
                  <c:v>13-04-2022</c:v>
                </c:pt>
                <c:pt idx="10188">
                  <c:v>13-04-2022</c:v>
                </c:pt>
                <c:pt idx="10189">
                  <c:v>13-04-2022</c:v>
                </c:pt>
                <c:pt idx="10190">
                  <c:v>13-04-2022</c:v>
                </c:pt>
                <c:pt idx="10191">
                  <c:v>13-04-2022</c:v>
                </c:pt>
                <c:pt idx="10192">
                  <c:v>13-04-2022</c:v>
                </c:pt>
                <c:pt idx="10193">
                  <c:v>13-04-2022</c:v>
                </c:pt>
                <c:pt idx="10194">
                  <c:v>13-04-2022</c:v>
                </c:pt>
                <c:pt idx="10195">
                  <c:v>13-04-2022</c:v>
                </c:pt>
                <c:pt idx="10196">
                  <c:v>13-04-2022</c:v>
                </c:pt>
                <c:pt idx="10197">
                  <c:v>13-04-2022</c:v>
                </c:pt>
                <c:pt idx="10198">
                  <c:v>13-04-2022</c:v>
                </c:pt>
                <c:pt idx="10199">
                  <c:v>13-04-2022</c:v>
                </c:pt>
                <c:pt idx="10200">
                  <c:v>13-04-2022</c:v>
                </c:pt>
                <c:pt idx="10201">
                  <c:v>13-04-2022</c:v>
                </c:pt>
                <c:pt idx="10202">
                  <c:v>13-04-2022</c:v>
                </c:pt>
                <c:pt idx="10203">
                  <c:v>13-04-2022</c:v>
                </c:pt>
                <c:pt idx="10204">
                  <c:v>13-04-2022</c:v>
                </c:pt>
                <c:pt idx="10205">
                  <c:v>13-04-2022</c:v>
                </c:pt>
                <c:pt idx="10206">
                  <c:v>13-04-2022</c:v>
                </c:pt>
                <c:pt idx="10207">
                  <c:v>13-04-2022</c:v>
                </c:pt>
                <c:pt idx="10208">
                  <c:v>13-04-2022</c:v>
                </c:pt>
                <c:pt idx="10209">
                  <c:v>13-04-2022</c:v>
                </c:pt>
                <c:pt idx="10210">
                  <c:v>13-04-2022</c:v>
                </c:pt>
                <c:pt idx="10211">
                  <c:v>13-04-2022</c:v>
                </c:pt>
                <c:pt idx="10212">
                  <c:v>13-04-2022</c:v>
                </c:pt>
                <c:pt idx="10213">
                  <c:v>13-04-2022</c:v>
                </c:pt>
                <c:pt idx="10214">
                  <c:v>13-04-2022</c:v>
                </c:pt>
                <c:pt idx="10215">
                  <c:v>13-04-2022</c:v>
                </c:pt>
                <c:pt idx="10216">
                  <c:v>13-04-2022</c:v>
                </c:pt>
                <c:pt idx="10217">
                  <c:v>13-04-2022</c:v>
                </c:pt>
                <c:pt idx="10218">
                  <c:v>13-04-2022</c:v>
                </c:pt>
                <c:pt idx="10219">
                  <c:v>13-04-2022</c:v>
                </c:pt>
                <c:pt idx="10220">
                  <c:v>13-04-2022</c:v>
                </c:pt>
                <c:pt idx="10221">
                  <c:v>13-04-2022</c:v>
                </c:pt>
                <c:pt idx="10222">
                  <c:v>13-04-2022</c:v>
                </c:pt>
                <c:pt idx="10223">
                  <c:v>13-04-2022</c:v>
                </c:pt>
                <c:pt idx="10224">
                  <c:v>13-04-2022</c:v>
                </c:pt>
                <c:pt idx="10225">
                  <c:v>13-04-2022</c:v>
                </c:pt>
                <c:pt idx="10226">
                  <c:v>13-04-2022</c:v>
                </c:pt>
                <c:pt idx="10227">
                  <c:v>14-04-2022</c:v>
                </c:pt>
                <c:pt idx="10228">
                  <c:v>14-04-2022</c:v>
                </c:pt>
                <c:pt idx="10229">
                  <c:v>14-04-2022</c:v>
                </c:pt>
                <c:pt idx="10230">
                  <c:v>14-04-2022</c:v>
                </c:pt>
                <c:pt idx="10231">
                  <c:v>14-04-2022</c:v>
                </c:pt>
                <c:pt idx="10232">
                  <c:v>14-04-2022</c:v>
                </c:pt>
                <c:pt idx="10233">
                  <c:v>14-04-2022</c:v>
                </c:pt>
                <c:pt idx="10234">
                  <c:v>14-04-2022</c:v>
                </c:pt>
                <c:pt idx="10235">
                  <c:v>14-04-2022</c:v>
                </c:pt>
                <c:pt idx="10236">
                  <c:v>14-04-2022</c:v>
                </c:pt>
                <c:pt idx="10237">
                  <c:v>14-04-2022</c:v>
                </c:pt>
                <c:pt idx="10238">
                  <c:v>14-04-2022</c:v>
                </c:pt>
                <c:pt idx="10239">
                  <c:v>14-04-2022</c:v>
                </c:pt>
                <c:pt idx="10240">
                  <c:v>14-04-2022</c:v>
                </c:pt>
                <c:pt idx="10241">
                  <c:v>14-04-2022</c:v>
                </c:pt>
                <c:pt idx="10242">
                  <c:v>14-04-2022</c:v>
                </c:pt>
                <c:pt idx="10243">
                  <c:v>14-04-2022</c:v>
                </c:pt>
                <c:pt idx="10244">
                  <c:v>14-04-2022</c:v>
                </c:pt>
                <c:pt idx="10245">
                  <c:v>14-04-2022</c:v>
                </c:pt>
                <c:pt idx="10246">
                  <c:v>14-04-2022</c:v>
                </c:pt>
                <c:pt idx="10247">
                  <c:v>14-04-2022</c:v>
                </c:pt>
                <c:pt idx="10248">
                  <c:v>14-04-2022</c:v>
                </c:pt>
                <c:pt idx="10249">
                  <c:v>14-04-2022</c:v>
                </c:pt>
                <c:pt idx="10250">
                  <c:v>14-04-2022</c:v>
                </c:pt>
                <c:pt idx="10251">
                  <c:v>14-04-2022</c:v>
                </c:pt>
                <c:pt idx="10252">
                  <c:v>14-04-2022</c:v>
                </c:pt>
                <c:pt idx="10253">
                  <c:v>14-04-2022</c:v>
                </c:pt>
                <c:pt idx="10254">
                  <c:v>14-04-2022</c:v>
                </c:pt>
                <c:pt idx="10255">
                  <c:v>14-04-2022</c:v>
                </c:pt>
                <c:pt idx="10256">
                  <c:v>14-04-2022</c:v>
                </c:pt>
                <c:pt idx="10257">
                  <c:v>14-04-2022</c:v>
                </c:pt>
                <c:pt idx="10258">
                  <c:v>14-04-2022</c:v>
                </c:pt>
                <c:pt idx="10259">
                  <c:v>14-04-2022</c:v>
                </c:pt>
                <c:pt idx="10260">
                  <c:v>14-04-2022</c:v>
                </c:pt>
                <c:pt idx="10261">
                  <c:v>14-04-2022</c:v>
                </c:pt>
                <c:pt idx="10262">
                  <c:v>14-04-2022</c:v>
                </c:pt>
                <c:pt idx="10263">
                  <c:v>14-04-2022</c:v>
                </c:pt>
                <c:pt idx="10264">
                  <c:v>14-04-2022</c:v>
                </c:pt>
                <c:pt idx="10265">
                  <c:v>14-04-2022</c:v>
                </c:pt>
                <c:pt idx="10266">
                  <c:v>14-04-2022</c:v>
                </c:pt>
                <c:pt idx="10267">
                  <c:v>15-04-2022</c:v>
                </c:pt>
                <c:pt idx="10268">
                  <c:v>15-04-2022</c:v>
                </c:pt>
                <c:pt idx="10269">
                  <c:v>15-04-2022</c:v>
                </c:pt>
                <c:pt idx="10270">
                  <c:v>15-04-2022</c:v>
                </c:pt>
                <c:pt idx="10271">
                  <c:v>15-04-2022</c:v>
                </c:pt>
                <c:pt idx="10272">
                  <c:v>15-04-2022</c:v>
                </c:pt>
                <c:pt idx="10273">
                  <c:v>15-04-2022</c:v>
                </c:pt>
                <c:pt idx="10274">
                  <c:v>15-04-2022</c:v>
                </c:pt>
                <c:pt idx="10275">
                  <c:v>15-04-2022</c:v>
                </c:pt>
                <c:pt idx="10276">
                  <c:v>15-04-2022</c:v>
                </c:pt>
                <c:pt idx="10277">
                  <c:v>15-04-2022</c:v>
                </c:pt>
                <c:pt idx="10278">
                  <c:v>15-04-2022</c:v>
                </c:pt>
                <c:pt idx="10279">
                  <c:v>15-04-2022</c:v>
                </c:pt>
                <c:pt idx="10280">
                  <c:v>15-04-2022</c:v>
                </c:pt>
                <c:pt idx="10281">
                  <c:v>15-04-2022</c:v>
                </c:pt>
                <c:pt idx="10282">
                  <c:v>15-04-2022</c:v>
                </c:pt>
                <c:pt idx="10283">
                  <c:v>15-04-2022</c:v>
                </c:pt>
                <c:pt idx="10284">
                  <c:v>15-04-2022</c:v>
                </c:pt>
                <c:pt idx="10285">
                  <c:v>15-04-2022</c:v>
                </c:pt>
                <c:pt idx="10286">
                  <c:v>15-04-2022</c:v>
                </c:pt>
                <c:pt idx="10287">
                  <c:v>15-04-2022</c:v>
                </c:pt>
                <c:pt idx="10288">
                  <c:v>15-04-2022</c:v>
                </c:pt>
                <c:pt idx="10289">
                  <c:v>15-04-2022</c:v>
                </c:pt>
                <c:pt idx="10290">
                  <c:v>15-04-2022</c:v>
                </c:pt>
                <c:pt idx="10291">
                  <c:v>15-04-2022</c:v>
                </c:pt>
                <c:pt idx="10292">
                  <c:v>15-04-2022</c:v>
                </c:pt>
                <c:pt idx="10293">
                  <c:v>15-04-2022</c:v>
                </c:pt>
                <c:pt idx="10294">
                  <c:v>15-04-2022</c:v>
                </c:pt>
                <c:pt idx="10295">
                  <c:v>15-04-2022</c:v>
                </c:pt>
                <c:pt idx="10296">
                  <c:v>15-04-2022</c:v>
                </c:pt>
                <c:pt idx="10297">
                  <c:v>15-04-2022</c:v>
                </c:pt>
                <c:pt idx="10298">
                  <c:v>15-04-2022</c:v>
                </c:pt>
                <c:pt idx="10299">
                  <c:v>15-04-2022</c:v>
                </c:pt>
                <c:pt idx="10300">
                  <c:v>15-04-2022</c:v>
                </c:pt>
                <c:pt idx="10301">
                  <c:v>15-04-2022</c:v>
                </c:pt>
                <c:pt idx="10302">
                  <c:v>15-04-2022</c:v>
                </c:pt>
                <c:pt idx="10303">
                  <c:v>15-04-2022</c:v>
                </c:pt>
                <c:pt idx="10304">
                  <c:v>15-04-2022</c:v>
                </c:pt>
                <c:pt idx="10305">
                  <c:v>15-04-2022</c:v>
                </c:pt>
                <c:pt idx="10306">
                  <c:v>15-04-2022</c:v>
                </c:pt>
                <c:pt idx="10307">
                  <c:v>16-04-2022</c:v>
                </c:pt>
                <c:pt idx="10308">
                  <c:v>16-04-2022</c:v>
                </c:pt>
                <c:pt idx="10309">
                  <c:v>16-04-2022</c:v>
                </c:pt>
                <c:pt idx="10310">
                  <c:v>16-04-2022</c:v>
                </c:pt>
                <c:pt idx="10311">
                  <c:v>16-04-2022</c:v>
                </c:pt>
                <c:pt idx="10312">
                  <c:v>16-04-2022</c:v>
                </c:pt>
                <c:pt idx="10313">
                  <c:v>16-04-2022</c:v>
                </c:pt>
                <c:pt idx="10314">
                  <c:v>16-04-2022</c:v>
                </c:pt>
                <c:pt idx="10315">
                  <c:v>16-04-2022</c:v>
                </c:pt>
                <c:pt idx="10316">
                  <c:v>16-04-2022</c:v>
                </c:pt>
                <c:pt idx="10317">
                  <c:v>16-04-2022</c:v>
                </c:pt>
                <c:pt idx="10318">
                  <c:v>16-04-2022</c:v>
                </c:pt>
                <c:pt idx="10319">
                  <c:v>16-04-2022</c:v>
                </c:pt>
                <c:pt idx="10320">
                  <c:v>16-04-2022</c:v>
                </c:pt>
                <c:pt idx="10321">
                  <c:v>16-04-2022</c:v>
                </c:pt>
                <c:pt idx="10322">
                  <c:v>16-04-2022</c:v>
                </c:pt>
                <c:pt idx="10323">
                  <c:v>16-04-2022</c:v>
                </c:pt>
                <c:pt idx="10324">
                  <c:v>16-04-2022</c:v>
                </c:pt>
                <c:pt idx="10325">
                  <c:v>16-04-2022</c:v>
                </c:pt>
                <c:pt idx="10326">
                  <c:v>16-04-2022</c:v>
                </c:pt>
                <c:pt idx="10327">
                  <c:v>16-04-2022</c:v>
                </c:pt>
                <c:pt idx="10328">
                  <c:v>16-04-2022</c:v>
                </c:pt>
                <c:pt idx="10329">
                  <c:v>16-04-2022</c:v>
                </c:pt>
                <c:pt idx="10330">
                  <c:v>16-04-2022</c:v>
                </c:pt>
                <c:pt idx="10331">
                  <c:v>16-04-2022</c:v>
                </c:pt>
                <c:pt idx="10332">
                  <c:v>16-04-2022</c:v>
                </c:pt>
                <c:pt idx="10333">
                  <c:v>16-04-2022</c:v>
                </c:pt>
                <c:pt idx="10334">
                  <c:v>16-04-2022</c:v>
                </c:pt>
                <c:pt idx="10335">
                  <c:v>16-04-2022</c:v>
                </c:pt>
                <c:pt idx="10336">
                  <c:v>16-04-2022</c:v>
                </c:pt>
                <c:pt idx="10337">
                  <c:v>16-04-2022</c:v>
                </c:pt>
                <c:pt idx="10338">
                  <c:v>16-04-2022</c:v>
                </c:pt>
                <c:pt idx="10339">
                  <c:v>16-04-2022</c:v>
                </c:pt>
                <c:pt idx="10340">
                  <c:v>16-04-2022</c:v>
                </c:pt>
                <c:pt idx="10341">
                  <c:v>16-04-2022</c:v>
                </c:pt>
                <c:pt idx="10342">
                  <c:v>16-04-2022</c:v>
                </c:pt>
                <c:pt idx="10343">
                  <c:v>16-04-2022</c:v>
                </c:pt>
                <c:pt idx="10344">
                  <c:v>16-04-2022</c:v>
                </c:pt>
                <c:pt idx="10345">
                  <c:v>16-04-2022</c:v>
                </c:pt>
                <c:pt idx="10346">
                  <c:v>16-04-2022</c:v>
                </c:pt>
                <c:pt idx="10347">
                  <c:v>17-04-2022</c:v>
                </c:pt>
                <c:pt idx="10348">
                  <c:v>17-04-2022</c:v>
                </c:pt>
                <c:pt idx="10349">
                  <c:v>17-04-2022</c:v>
                </c:pt>
                <c:pt idx="10350">
                  <c:v>17-04-2022</c:v>
                </c:pt>
                <c:pt idx="10351">
                  <c:v>17-04-2022</c:v>
                </c:pt>
                <c:pt idx="10352">
                  <c:v>17-04-2022</c:v>
                </c:pt>
                <c:pt idx="10353">
                  <c:v>17-04-2022</c:v>
                </c:pt>
                <c:pt idx="10354">
                  <c:v>17-04-2022</c:v>
                </c:pt>
                <c:pt idx="10355">
                  <c:v>17-04-2022</c:v>
                </c:pt>
                <c:pt idx="10356">
                  <c:v>17-04-2022</c:v>
                </c:pt>
                <c:pt idx="10357">
                  <c:v>17-04-2022</c:v>
                </c:pt>
                <c:pt idx="10358">
                  <c:v>17-04-2022</c:v>
                </c:pt>
                <c:pt idx="10359">
                  <c:v>17-04-2022</c:v>
                </c:pt>
                <c:pt idx="10360">
                  <c:v>17-04-2022</c:v>
                </c:pt>
                <c:pt idx="10361">
                  <c:v>17-04-2022</c:v>
                </c:pt>
                <c:pt idx="10362">
                  <c:v>17-04-2022</c:v>
                </c:pt>
                <c:pt idx="10363">
                  <c:v>17-04-2022</c:v>
                </c:pt>
                <c:pt idx="10364">
                  <c:v>17-04-2022</c:v>
                </c:pt>
                <c:pt idx="10365">
                  <c:v>17-04-2022</c:v>
                </c:pt>
                <c:pt idx="10366">
                  <c:v>17-04-2022</c:v>
                </c:pt>
                <c:pt idx="10367">
                  <c:v>17-04-2022</c:v>
                </c:pt>
                <c:pt idx="10368">
                  <c:v>17-04-2022</c:v>
                </c:pt>
                <c:pt idx="10369">
                  <c:v>17-04-2022</c:v>
                </c:pt>
                <c:pt idx="10370">
                  <c:v>17-04-2022</c:v>
                </c:pt>
                <c:pt idx="10371">
                  <c:v>17-04-2022</c:v>
                </c:pt>
                <c:pt idx="10372">
                  <c:v>17-04-2022</c:v>
                </c:pt>
                <c:pt idx="10373">
                  <c:v>17-04-2022</c:v>
                </c:pt>
                <c:pt idx="10374">
                  <c:v>17-04-2022</c:v>
                </c:pt>
                <c:pt idx="10375">
                  <c:v>17-04-2022</c:v>
                </c:pt>
                <c:pt idx="10376">
                  <c:v>17-04-2022</c:v>
                </c:pt>
                <c:pt idx="10377">
                  <c:v>17-04-2022</c:v>
                </c:pt>
                <c:pt idx="10378">
                  <c:v>17-04-2022</c:v>
                </c:pt>
                <c:pt idx="10379">
                  <c:v>17-04-2022</c:v>
                </c:pt>
                <c:pt idx="10380">
                  <c:v>17-04-2022</c:v>
                </c:pt>
                <c:pt idx="10381">
                  <c:v>17-04-2022</c:v>
                </c:pt>
                <c:pt idx="10382">
                  <c:v>17-04-2022</c:v>
                </c:pt>
                <c:pt idx="10383">
                  <c:v>17-04-2022</c:v>
                </c:pt>
                <c:pt idx="10384">
                  <c:v>17-04-2022</c:v>
                </c:pt>
                <c:pt idx="10385">
                  <c:v>17-04-2022</c:v>
                </c:pt>
                <c:pt idx="10386">
                  <c:v>17-04-2022</c:v>
                </c:pt>
                <c:pt idx="10387">
                  <c:v>18-04-2022</c:v>
                </c:pt>
                <c:pt idx="10388">
                  <c:v>18-04-2022</c:v>
                </c:pt>
                <c:pt idx="10389">
                  <c:v>18-04-2022</c:v>
                </c:pt>
                <c:pt idx="10390">
                  <c:v>18-04-2022</c:v>
                </c:pt>
                <c:pt idx="10391">
                  <c:v>18-04-2022</c:v>
                </c:pt>
                <c:pt idx="10392">
                  <c:v>18-04-2022</c:v>
                </c:pt>
                <c:pt idx="10393">
                  <c:v>18-04-2022</c:v>
                </c:pt>
                <c:pt idx="10394">
                  <c:v>18-04-2022</c:v>
                </c:pt>
                <c:pt idx="10395">
                  <c:v>18-04-2022</c:v>
                </c:pt>
                <c:pt idx="10396">
                  <c:v>18-04-2022</c:v>
                </c:pt>
                <c:pt idx="10397">
                  <c:v>18-04-2022</c:v>
                </c:pt>
                <c:pt idx="10398">
                  <c:v>18-04-2022</c:v>
                </c:pt>
                <c:pt idx="10399">
                  <c:v>18-04-2022</c:v>
                </c:pt>
                <c:pt idx="10400">
                  <c:v>18-04-2022</c:v>
                </c:pt>
                <c:pt idx="10401">
                  <c:v>18-04-2022</c:v>
                </c:pt>
                <c:pt idx="10402">
                  <c:v>18-04-2022</c:v>
                </c:pt>
                <c:pt idx="10403">
                  <c:v>18-04-2022</c:v>
                </c:pt>
                <c:pt idx="10404">
                  <c:v>18-04-2022</c:v>
                </c:pt>
                <c:pt idx="10405">
                  <c:v>18-04-2022</c:v>
                </c:pt>
                <c:pt idx="10406">
                  <c:v>18-04-2022</c:v>
                </c:pt>
                <c:pt idx="10407">
                  <c:v>18-04-2022</c:v>
                </c:pt>
                <c:pt idx="10408">
                  <c:v>18-04-2022</c:v>
                </c:pt>
                <c:pt idx="10409">
                  <c:v>18-04-2022</c:v>
                </c:pt>
                <c:pt idx="10410">
                  <c:v>18-04-2022</c:v>
                </c:pt>
                <c:pt idx="10411">
                  <c:v>18-04-2022</c:v>
                </c:pt>
                <c:pt idx="10412">
                  <c:v>18-04-2022</c:v>
                </c:pt>
                <c:pt idx="10413">
                  <c:v>18-04-2022</c:v>
                </c:pt>
                <c:pt idx="10414">
                  <c:v>18-04-2022</c:v>
                </c:pt>
                <c:pt idx="10415">
                  <c:v>18-04-2022</c:v>
                </c:pt>
                <c:pt idx="10416">
                  <c:v>18-04-2022</c:v>
                </c:pt>
                <c:pt idx="10417">
                  <c:v>18-04-2022</c:v>
                </c:pt>
                <c:pt idx="10418">
                  <c:v>18-04-2022</c:v>
                </c:pt>
                <c:pt idx="10419">
                  <c:v>18-04-2022</c:v>
                </c:pt>
                <c:pt idx="10420">
                  <c:v>18-04-2022</c:v>
                </c:pt>
                <c:pt idx="10421">
                  <c:v>18-04-2022</c:v>
                </c:pt>
                <c:pt idx="10422">
                  <c:v>18-04-2022</c:v>
                </c:pt>
                <c:pt idx="10423">
                  <c:v>18-04-2022</c:v>
                </c:pt>
                <c:pt idx="10424">
                  <c:v>18-04-2022</c:v>
                </c:pt>
                <c:pt idx="10425">
                  <c:v>18-04-2022</c:v>
                </c:pt>
                <c:pt idx="10426">
                  <c:v>18-04-2022</c:v>
                </c:pt>
                <c:pt idx="10427">
                  <c:v>19-04-2022</c:v>
                </c:pt>
                <c:pt idx="10428">
                  <c:v>19-04-2022</c:v>
                </c:pt>
                <c:pt idx="10429">
                  <c:v>19-04-2022</c:v>
                </c:pt>
                <c:pt idx="10430">
                  <c:v>19-04-2022</c:v>
                </c:pt>
                <c:pt idx="10431">
                  <c:v>19-04-2022</c:v>
                </c:pt>
                <c:pt idx="10432">
                  <c:v>19-04-2022</c:v>
                </c:pt>
                <c:pt idx="10433">
                  <c:v>19-04-2022</c:v>
                </c:pt>
                <c:pt idx="10434">
                  <c:v>19-04-2022</c:v>
                </c:pt>
                <c:pt idx="10435">
                  <c:v>19-04-2022</c:v>
                </c:pt>
                <c:pt idx="10436">
                  <c:v>19-04-2022</c:v>
                </c:pt>
                <c:pt idx="10437">
                  <c:v>19-04-2022</c:v>
                </c:pt>
                <c:pt idx="10438">
                  <c:v>19-04-2022</c:v>
                </c:pt>
                <c:pt idx="10439">
                  <c:v>19-04-2022</c:v>
                </c:pt>
                <c:pt idx="10440">
                  <c:v>19-04-2022</c:v>
                </c:pt>
                <c:pt idx="10441">
                  <c:v>19-04-2022</c:v>
                </c:pt>
                <c:pt idx="10442">
                  <c:v>19-04-2022</c:v>
                </c:pt>
                <c:pt idx="10443">
                  <c:v>19-04-2022</c:v>
                </c:pt>
                <c:pt idx="10444">
                  <c:v>19-04-2022</c:v>
                </c:pt>
                <c:pt idx="10445">
                  <c:v>19-04-2022</c:v>
                </c:pt>
                <c:pt idx="10446">
                  <c:v>19-04-2022</c:v>
                </c:pt>
                <c:pt idx="10447">
                  <c:v>19-04-2022</c:v>
                </c:pt>
                <c:pt idx="10448">
                  <c:v>19-04-2022</c:v>
                </c:pt>
                <c:pt idx="10449">
                  <c:v>19-04-2022</c:v>
                </c:pt>
                <c:pt idx="10450">
                  <c:v>19-04-2022</c:v>
                </c:pt>
                <c:pt idx="10451">
                  <c:v>19-04-2022</c:v>
                </c:pt>
                <c:pt idx="10452">
                  <c:v>19-04-2022</c:v>
                </c:pt>
                <c:pt idx="10453">
                  <c:v>19-04-2022</c:v>
                </c:pt>
                <c:pt idx="10454">
                  <c:v>19-04-2022</c:v>
                </c:pt>
                <c:pt idx="10455">
                  <c:v>19-04-2022</c:v>
                </c:pt>
                <c:pt idx="10456">
                  <c:v>19-04-2022</c:v>
                </c:pt>
                <c:pt idx="10457">
                  <c:v>19-04-2022</c:v>
                </c:pt>
                <c:pt idx="10458">
                  <c:v>19-04-2022</c:v>
                </c:pt>
                <c:pt idx="10459">
                  <c:v>19-04-2022</c:v>
                </c:pt>
                <c:pt idx="10460">
                  <c:v>19-04-2022</c:v>
                </c:pt>
                <c:pt idx="10461">
                  <c:v>19-04-2022</c:v>
                </c:pt>
                <c:pt idx="10462">
                  <c:v>19-04-2022</c:v>
                </c:pt>
                <c:pt idx="10463">
                  <c:v>19-04-2022</c:v>
                </c:pt>
                <c:pt idx="10464">
                  <c:v>19-04-2022</c:v>
                </c:pt>
                <c:pt idx="10465">
                  <c:v>19-04-2022</c:v>
                </c:pt>
                <c:pt idx="10466">
                  <c:v>19-04-2022</c:v>
                </c:pt>
                <c:pt idx="10467">
                  <c:v>20-04-2022</c:v>
                </c:pt>
                <c:pt idx="10468">
                  <c:v>20-04-2022</c:v>
                </c:pt>
                <c:pt idx="10469">
                  <c:v>20-04-2022</c:v>
                </c:pt>
                <c:pt idx="10470">
                  <c:v>20-04-2022</c:v>
                </c:pt>
                <c:pt idx="10471">
                  <c:v>20-04-2022</c:v>
                </c:pt>
                <c:pt idx="10472">
                  <c:v>20-04-2022</c:v>
                </c:pt>
                <c:pt idx="10473">
                  <c:v>20-04-2022</c:v>
                </c:pt>
                <c:pt idx="10474">
                  <c:v>20-04-2022</c:v>
                </c:pt>
                <c:pt idx="10475">
                  <c:v>20-04-2022</c:v>
                </c:pt>
                <c:pt idx="10476">
                  <c:v>20-04-2022</c:v>
                </c:pt>
                <c:pt idx="10477">
                  <c:v>20-04-2022</c:v>
                </c:pt>
                <c:pt idx="10478">
                  <c:v>20-04-2022</c:v>
                </c:pt>
                <c:pt idx="10479">
                  <c:v>20-04-2022</c:v>
                </c:pt>
                <c:pt idx="10480">
                  <c:v>20-04-2022</c:v>
                </c:pt>
                <c:pt idx="10481">
                  <c:v>20-04-2022</c:v>
                </c:pt>
                <c:pt idx="10482">
                  <c:v>20-04-2022</c:v>
                </c:pt>
                <c:pt idx="10483">
                  <c:v>20-04-2022</c:v>
                </c:pt>
                <c:pt idx="10484">
                  <c:v>20-04-2022</c:v>
                </c:pt>
                <c:pt idx="10485">
                  <c:v>20-04-2022</c:v>
                </c:pt>
                <c:pt idx="10486">
                  <c:v>20-04-2022</c:v>
                </c:pt>
                <c:pt idx="10487">
                  <c:v>20-04-2022</c:v>
                </c:pt>
                <c:pt idx="10488">
                  <c:v>20-04-2022</c:v>
                </c:pt>
                <c:pt idx="10489">
                  <c:v>20-04-2022</c:v>
                </c:pt>
                <c:pt idx="10490">
                  <c:v>20-04-2022</c:v>
                </c:pt>
                <c:pt idx="10491">
                  <c:v>20-04-2022</c:v>
                </c:pt>
                <c:pt idx="10492">
                  <c:v>20-04-2022</c:v>
                </c:pt>
                <c:pt idx="10493">
                  <c:v>20-04-2022</c:v>
                </c:pt>
                <c:pt idx="10494">
                  <c:v>20-04-2022</c:v>
                </c:pt>
                <c:pt idx="10495">
                  <c:v>20-04-2022</c:v>
                </c:pt>
                <c:pt idx="10496">
                  <c:v>20-04-2022</c:v>
                </c:pt>
                <c:pt idx="10497">
                  <c:v>20-04-2022</c:v>
                </c:pt>
                <c:pt idx="10498">
                  <c:v>20-04-2022</c:v>
                </c:pt>
                <c:pt idx="10499">
                  <c:v>20-04-2022</c:v>
                </c:pt>
                <c:pt idx="10500">
                  <c:v>20-04-2022</c:v>
                </c:pt>
                <c:pt idx="10501">
                  <c:v>20-04-2022</c:v>
                </c:pt>
                <c:pt idx="10502">
                  <c:v>20-04-2022</c:v>
                </c:pt>
                <c:pt idx="10503">
                  <c:v>20-04-2022</c:v>
                </c:pt>
                <c:pt idx="10504">
                  <c:v>20-04-2022</c:v>
                </c:pt>
                <c:pt idx="10505">
                  <c:v>20-04-2022</c:v>
                </c:pt>
                <c:pt idx="10506">
                  <c:v>20-04-2022</c:v>
                </c:pt>
                <c:pt idx="10507">
                  <c:v>21-04-2022</c:v>
                </c:pt>
                <c:pt idx="10508">
                  <c:v>21-04-2022</c:v>
                </c:pt>
                <c:pt idx="10509">
                  <c:v>21-04-2022</c:v>
                </c:pt>
                <c:pt idx="10510">
                  <c:v>21-04-2022</c:v>
                </c:pt>
                <c:pt idx="10511">
                  <c:v>21-04-2022</c:v>
                </c:pt>
                <c:pt idx="10512">
                  <c:v>21-04-2022</c:v>
                </c:pt>
                <c:pt idx="10513">
                  <c:v>21-04-2022</c:v>
                </c:pt>
                <c:pt idx="10514">
                  <c:v>21-04-2022</c:v>
                </c:pt>
                <c:pt idx="10515">
                  <c:v>21-04-2022</c:v>
                </c:pt>
                <c:pt idx="10516">
                  <c:v>21-04-2022</c:v>
                </c:pt>
                <c:pt idx="10517">
                  <c:v>21-04-2022</c:v>
                </c:pt>
                <c:pt idx="10518">
                  <c:v>21-04-2022</c:v>
                </c:pt>
                <c:pt idx="10519">
                  <c:v>21-04-2022</c:v>
                </c:pt>
                <c:pt idx="10520">
                  <c:v>21-04-2022</c:v>
                </c:pt>
                <c:pt idx="10521">
                  <c:v>21-04-2022</c:v>
                </c:pt>
                <c:pt idx="10522">
                  <c:v>21-04-2022</c:v>
                </c:pt>
                <c:pt idx="10523">
                  <c:v>21-04-2022</c:v>
                </c:pt>
                <c:pt idx="10524">
                  <c:v>21-04-2022</c:v>
                </c:pt>
                <c:pt idx="10525">
                  <c:v>21-04-2022</c:v>
                </c:pt>
                <c:pt idx="10526">
                  <c:v>21-04-2022</c:v>
                </c:pt>
                <c:pt idx="10527">
                  <c:v>21-04-2022</c:v>
                </c:pt>
                <c:pt idx="10528">
                  <c:v>21-04-2022</c:v>
                </c:pt>
                <c:pt idx="10529">
                  <c:v>21-04-2022</c:v>
                </c:pt>
                <c:pt idx="10530">
                  <c:v>21-04-2022</c:v>
                </c:pt>
                <c:pt idx="10531">
                  <c:v>21-04-2022</c:v>
                </c:pt>
                <c:pt idx="10532">
                  <c:v>21-04-2022</c:v>
                </c:pt>
                <c:pt idx="10533">
                  <c:v>21-04-2022</c:v>
                </c:pt>
                <c:pt idx="10534">
                  <c:v>21-04-2022</c:v>
                </c:pt>
                <c:pt idx="10535">
                  <c:v>21-04-2022</c:v>
                </c:pt>
                <c:pt idx="10536">
                  <c:v>21-04-2022</c:v>
                </c:pt>
                <c:pt idx="10537">
                  <c:v>21-04-2022</c:v>
                </c:pt>
                <c:pt idx="10538">
                  <c:v>21-04-2022</c:v>
                </c:pt>
                <c:pt idx="10539">
                  <c:v>21-04-2022</c:v>
                </c:pt>
                <c:pt idx="10540">
                  <c:v>21-04-2022</c:v>
                </c:pt>
                <c:pt idx="10541">
                  <c:v>21-04-2022</c:v>
                </c:pt>
                <c:pt idx="10542">
                  <c:v>21-04-2022</c:v>
                </c:pt>
                <c:pt idx="10543">
                  <c:v>21-04-2022</c:v>
                </c:pt>
                <c:pt idx="10544">
                  <c:v>21-04-2022</c:v>
                </c:pt>
                <c:pt idx="10545">
                  <c:v>21-04-2022</c:v>
                </c:pt>
                <c:pt idx="10546">
                  <c:v>21-04-2022</c:v>
                </c:pt>
                <c:pt idx="10547">
                  <c:v>22-04-2022</c:v>
                </c:pt>
                <c:pt idx="10548">
                  <c:v>22-04-2022</c:v>
                </c:pt>
                <c:pt idx="10549">
                  <c:v>22-04-2022</c:v>
                </c:pt>
                <c:pt idx="10550">
                  <c:v>22-04-2022</c:v>
                </c:pt>
                <c:pt idx="10551">
                  <c:v>22-04-2022</c:v>
                </c:pt>
                <c:pt idx="10552">
                  <c:v>22-04-2022</c:v>
                </c:pt>
                <c:pt idx="10553">
                  <c:v>22-04-2022</c:v>
                </c:pt>
                <c:pt idx="10554">
                  <c:v>22-04-2022</c:v>
                </c:pt>
                <c:pt idx="10555">
                  <c:v>22-04-2022</c:v>
                </c:pt>
                <c:pt idx="10556">
                  <c:v>22-04-2022</c:v>
                </c:pt>
                <c:pt idx="10557">
                  <c:v>22-04-2022</c:v>
                </c:pt>
                <c:pt idx="10558">
                  <c:v>22-04-2022</c:v>
                </c:pt>
                <c:pt idx="10559">
                  <c:v>22-04-2022</c:v>
                </c:pt>
                <c:pt idx="10560">
                  <c:v>22-04-2022</c:v>
                </c:pt>
                <c:pt idx="10561">
                  <c:v>22-04-2022</c:v>
                </c:pt>
                <c:pt idx="10562">
                  <c:v>22-04-2022</c:v>
                </c:pt>
                <c:pt idx="10563">
                  <c:v>22-04-2022</c:v>
                </c:pt>
                <c:pt idx="10564">
                  <c:v>22-04-2022</c:v>
                </c:pt>
                <c:pt idx="10565">
                  <c:v>22-04-2022</c:v>
                </c:pt>
                <c:pt idx="10566">
                  <c:v>22-04-2022</c:v>
                </c:pt>
                <c:pt idx="10567">
                  <c:v>22-04-2022</c:v>
                </c:pt>
                <c:pt idx="10568">
                  <c:v>22-04-2022</c:v>
                </c:pt>
                <c:pt idx="10569">
                  <c:v>22-04-2022</c:v>
                </c:pt>
                <c:pt idx="10570">
                  <c:v>22-04-2022</c:v>
                </c:pt>
                <c:pt idx="10571">
                  <c:v>22-04-2022</c:v>
                </c:pt>
                <c:pt idx="10572">
                  <c:v>22-04-2022</c:v>
                </c:pt>
                <c:pt idx="10573">
                  <c:v>22-04-2022</c:v>
                </c:pt>
                <c:pt idx="10574">
                  <c:v>22-04-2022</c:v>
                </c:pt>
                <c:pt idx="10575">
                  <c:v>22-04-2022</c:v>
                </c:pt>
                <c:pt idx="10576">
                  <c:v>22-04-2022</c:v>
                </c:pt>
                <c:pt idx="10577">
                  <c:v>22-04-2022</c:v>
                </c:pt>
                <c:pt idx="10578">
                  <c:v>22-04-2022</c:v>
                </c:pt>
                <c:pt idx="10579">
                  <c:v>22-04-2022</c:v>
                </c:pt>
                <c:pt idx="10580">
                  <c:v>22-04-2022</c:v>
                </c:pt>
                <c:pt idx="10581">
                  <c:v>22-04-2022</c:v>
                </c:pt>
                <c:pt idx="10582">
                  <c:v>22-04-2022</c:v>
                </c:pt>
                <c:pt idx="10583">
                  <c:v>22-04-2022</c:v>
                </c:pt>
                <c:pt idx="10584">
                  <c:v>22-04-2022</c:v>
                </c:pt>
                <c:pt idx="10585">
                  <c:v>22-04-2022</c:v>
                </c:pt>
                <c:pt idx="10586">
                  <c:v>22-04-2022</c:v>
                </c:pt>
                <c:pt idx="10587">
                  <c:v>23-04-2022</c:v>
                </c:pt>
                <c:pt idx="10588">
                  <c:v>23-04-2022</c:v>
                </c:pt>
                <c:pt idx="10589">
                  <c:v>23-04-2022</c:v>
                </c:pt>
                <c:pt idx="10590">
                  <c:v>23-04-2022</c:v>
                </c:pt>
                <c:pt idx="10591">
                  <c:v>23-04-2022</c:v>
                </c:pt>
                <c:pt idx="10592">
                  <c:v>23-04-2022</c:v>
                </c:pt>
                <c:pt idx="10593">
                  <c:v>23-04-2022</c:v>
                </c:pt>
                <c:pt idx="10594">
                  <c:v>23-04-2022</c:v>
                </c:pt>
                <c:pt idx="10595">
                  <c:v>23-04-2022</c:v>
                </c:pt>
                <c:pt idx="10596">
                  <c:v>23-04-2022</c:v>
                </c:pt>
                <c:pt idx="10597">
                  <c:v>23-04-2022</c:v>
                </c:pt>
                <c:pt idx="10598">
                  <c:v>23-04-2022</c:v>
                </c:pt>
                <c:pt idx="10599">
                  <c:v>23-04-2022</c:v>
                </c:pt>
                <c:pt idx="10600">
                  <c:v>23-04-2022</c:v>
                </c:pt>
                <c:pt idx="10601">
                  <c:v>23-04-2022</c:v>
                </c:pt>
                <c:pt idx="10602">
                  <c:v>23-04-2022</c:v>
                </c:pt>
                <c:pt idx="10603">
                  <c:v>23-04-2022</c:v>
                </c:pt>
                <c:pt idx="10604">
                  <c:v>23-04-2022</c:v>
                </c:pt>
                <c:pt idx="10605">
                  <c:v>23-04-2022</c:v>
                </c:pt>
                <c:pt idx="10606">
                  <c:v>23-04-2022</c:v>
                </c:pt>
                <c:pt idx="10607">
                  <c:v>23-04-2022</c:v>
                </c:pt>
                <c:pt idx="10608">
                  <c:v>23-04-2022</c:v>
                </c:pt>
                <c:pt idx="10609">
                  <c:v>23-04-2022</c:v>
                </c:pt>
                <c:pt idx="10610">
                  <c:v>23-04-2022</c:v>
                </c:pt>
                <c:pt idx="10611">
                  <c:v>23-04-2022</c:v>
                </c:pt>
                <c:pt idx="10612">
                  <c:v>23-04-2022</c:v>
                </c:pt>
                <c:pt idx="10613">
                  <c:v>23-04-2022</c:v>
                </c:pt>
                <c:pt idx="10614">
                  <c:v>23-04-2022</c:v>
                </c:pt>
                <c:pt idx="10615">
                  <c:v>23-04-2022</c:v>
                </c:pt>
                <c:pt idx="10616">
                  <c:v>23-04-2022</c:v>
                </c:pt>
                <c:pt idx="10617">
                  <c:v>23-04-2022</c:v>
                </c:pt>
                <c:pt idx="10618">
                  <c:v>23-04-2022</c:v>
                </c:pt>
                <c:pt idx="10619">
                  <c:v>23-04-2022</c:v>
                </c:pt>
                <c:pt idx="10620">
                  <c:v>23-04-2022</c:v>
                </c:pt>
                <c:pt idx="10621">
                  <c:v>23-04-2022</c:v>
                </c:pt>
                <c:pt idx="10622">
                  <c:v>23-04-2022</c:v>
                </c:pt>
                <c:pt idx="10623">
                  <c:v>23-04-2022</c:v>
                </c:pt>
                <c:pt idx="10624">
                  <c:v>23-04-2022</c:v>
                </c:pt>
                <c:pt idx="10625">
                  <c:v>23-04-2022</c:v>
                </c:pt>
                <c:pt idx="10626">
                  <c:v>23-04-2022</c:v>
                </c:pt>
                <c:pt idx="10627">
                  <c:v>23-04-2022</c:v>
                </c:pt>
                <c:pt idx="10628">
                  <c:v>23-04-2022</c:v>
                </c:pt>
                <c:pt idx="10629">
                  <c:v>23-04-2022</c:v>
                </c:pt>
                <c:pt idx="10630">
                  <c:v>23-04-2022</c:v>
                </c:pt>
                <c:pt idx="10631">
                  <c:v>23-04-2022</c:v>
                </c:pt>
                <c:pt idx="10632">
                  <c:v>23-04-2022</c:v>
                </c:pt>
                <c:pt idx="10633">
                  <c:v>23-04-2022</c:v>
                </c:pt>
                <c:pt idx="10634">
                  <c:v>23-04-2022</c:v>
                </c:pt>
                <c:pt idx="10635">
                  <c:v>23-04-2022</c:v>
                </c:pt>
                <c:pt idx="10636">
                  <c:v>23-04-2022</c:v>
                </c:pt>
                <c:pt idx="10637">
                  <c:v>23-04-2022</c:v>
                </c:pt>
                <c:pt idx="10638">
                  <c:v>23-04-2022</c:v>
                </c:pt>
                <c:pt idx="10639">
                  <c:v>24-04-2022</c:v>
                </c:pt>
                <c:pt idx="10640">
                  <c:v>24-04-2022</c:v>
                </c:pt>
                <c:pt idx="10641">
                  <c:v>24-04-2022</c:v>
                </c:pt>
                <c:pt idx="10642">
                  <c:v>24-04-2022</c:v>
                </c:pt>
                <c:pt idx="10643">
                  <c:v>24-04-2022</c:v>
                </c:pt>
                <c:pt idx="10644">
                  <c:v>24-04-2022</c:v>
                </c:pt>
                <c:pt idx="10645">
                  <c:v>24-04-2022</c:v>
                </c:pt>
                <c:pt idx="10646">
                  <c:v>24-04-2022</c:v>
                </c:pt>
                <c:pt idx="10647">
                  <c:v>24-04-2022</c:v>
                </c:pt>
                <c:pt idx="10648">
                  <c:v>24-04-2022</c:v>
                </c:pt>
                <c:pt idx="10649">
                  <c:v>24-04-2022</c:v>
                </c:pt>
                <c:pt idx="10650">
                  <c:v>24-04-2022</c:v>
                </c:pt>
                <c:pt idx="10651">
                  <c:v>24-04-2022</c:v>
                </c:pt>
                <c:pt idx="10652">
                  <c:v>24-04-2022</c:v>
                </c:pt>
                <c:pt idx="10653">
                  <c:v>24-04-2022</c:v>
                </c:pt>
                <c:pt idx="10654">
                  <c:v>24-04-2022</c:v>
                </c:pt>
                <c:pt idx="10655">
                  <c:v>24-04-2022</c:v>
                </c:pt>
                <c:pt idx="10656">
                  <c:v>24-04-2022</c:v>
                </c:pt>
                <c:pt idx="10657">
                  <c:v>24-04-2022</c:v>
                </c:pt>
                <c:pt idx="10658">
                  <c:v>24-04-2022</c:v>
                </c:pt>
                <c:pt idx="10659">
                  <c:v>24-04-2022</c:v>
                </c:pt>
                <c:pt idx="10660">
                  <c:v>24-04-2022</c:v>
                </c:pt>
                <c:pt idx="10661">
                  <c:v>24-04-2022</c:v>
                </c:pt>
                <c:pt idx="10662">
                  <c:v>24-04-2022</c:v>
                </c:pt>
                <c:pt idx="10663">
                  <c:v>24-04-2022</c:v>
                </c:pt>
                <c:pt idx="10664">
                  <c:v>24-04-2022</c:v>
                </c:pt>
                <c:pt idx="10665">
                  <c:v>24-04-2022</c:v>
                </c:pt>
                <c:pt idx="10666">
                  <c:v>24-04-2022</c:v>
                </c:pt>
                <c:pt idx="10667">
                  <c:v>24-04-2022</c:v>
                </c:pt>
                <c:pt idx="10668">
                  <c:v>24-04-2022</c:v>
                </c:pt>
                <c:pt idx="10669">
                  <c:v>24-04-2022</c:v>
                </c:pt>
                <c:pt idx="10670">
                  <c:v>24-04-2022</c:v>
                </c:pt>
                <c:pt idx="10671">
                  <c:v>24-04-2022</c:v>
                </c:pt>
                <c:pt idx="10672">
                  <c:v>24-04-2022</c:v>
                </c:pt>
                <c:pt idx="10673">
                  <c:v>24-04-2022</c:v>
                </c:pt>
                <c:pt idx="10674">
                  <c:v>24-04-2022</c:v>
                </c:pt>
                <c:pt idx="10675">
                  <c:v>24-04-2022</c:v>
                </c:pt>
                <c:pt idx="10676">
                  <c:v>24-04-2022</c:v>
                </c:pt>
                <c:pt idx="10677">
                  <c:v>24-04-2022</c:v>
                </c:pt>
                <c:pt idx="10678">
                  <c:v>24-04-2022</c:v>
                </c:pt>
                <c:pt idx="10679">
                  <c:v>24-04-2022</c:v>
                </c:pt>
                <c:pt idx="10680">
                  <c:v>24-04-2022</c:v>
                </c:pt>
                <c:pt idx="10681">
                  <c:v>24-04-2022</c:v>
                </c:pt>
                <c:pt idx="10682">
                  <c:v>24-04-2022</c:v>
                </c:pt>
                <c:pt idx="10683">
                  <c:v>24-04-2022</c:v>
                </c:pt>
                <c:pt idx="10684">
                  <c:v>24-04-2022</c:v>
                </c:pt>
                <c:pt idx="10685">
                  <c:v>24-04-2022</c:v>
                </c:pt>
                <c:pt idx="10686">
                  <c:v>24-04-2022</c:v>
                </c:pt>
                <c:pt idx="10687">
                  <c:v>24-04-2022</c:v>
                </c:pt>
                <c:pt idx="10688">
                  <c:v>24-04-2022</c:v>
                </c:pt>
                <c:pt idx="10689">
                  <c:v>24-04-2022</c:v>
                </c:pt>
                <c:pt idx="10690">
                  <c:v>24-04-2022</c:v>
                </c:pt>
                <c:pt idx="10691">
                  <c:v>25-04-2022</c:v>
                </c:pt>
                <c:pt idx="10692">
                  <c:v>25-04-2022</c:v>
                </c:pt>
                <c:pt idx="10693">
                  <c:v>25-04-2022</c:v>
                </c:pt>
                <c:pt idx="10694">
                  <c:v>25-04-2022</c:v>
                </c:pt>
                <c:pt idx="10695">
                  <c:v>25-04-2022</c:v>
                </c:pt>
                <c:pt idx="10696">
                  <c:v>25-04-2022</c:v>
                </c:pt>
                <c:pt idx="10697">
                  <c:v>25-04-2022</c:v>
                </c:pt>
                <c:pt idx="10698">
                  <c:v>25-04-2022</c:v>
                </c:pt>
                <c:pt idx="10699">
                  <c:v>25-04-2022</c:v>
                </c:pt>
                <c:pt idx="10700">
                  <c:v>25-04-2022</c:v>
                </c:pt>
                <c:pt idx="10701">
                  <c:v>25-04-2022</c:v>
                </c:pt>
                <c:pt idx="10702">
                  <c:v>25-04-2022</c:v>
                </c:pt>
                <c:pt idx="10703">
                  <c:v>25-04-2022</c:v>
                </c:pt>
                <c:pt idx="10704">
                  <c:v>25-04-2022</c:v>
                </c:pt>
                <c:pt idx="10705">
                  <c:v>25-04-2022</c:v>
                </c:pt>
                <c:pt idx="10706">
                  <c:v>25-04-2022</c:v>
                </c:pt>
                <c:pt idx="10707">
                  <c:v>25-04-2022</c:v>
                </c:pt>
                <c:pt idx="10708">
                  <c:v>25-04-2022</c:v>
                </c:pt>
                <c:pt idx="10709">
                  <c:v>25-04-2022</c:v>
                </c:pt>
                <c:pt idx="10710">
                  <c:v>25-04-2022</c:v>
                </c:pt>
                <c:pt idx="10711">
                  <c:v>25-04-2022</c:v>
                </c:pt>
                <c:pt idx="10712">
                  <c:v>25-04-2022</c:v>
                </c:pt>
                <c:pt idx="10713">
                  <c:v>25-04-2022</c:v>
                </c:pt>
                <c:pt idx="10714">
                  <c:v>25-04-2022</c:v>
                </c:pt>
                <c:pt idx="10715">
                  <c:v>25-04-2022</c:v>
                </c:pt>
                <c:pt idx="10716">
                  <c:v>25-04-2022</c:v>
                </c:pt>
                <c:pt idx="10717">
                  <c:v>25-04-2022</c:v>
                </c:pt>
                <c:pt idx="10718">
                  <c:v>25-04-2022</c:v>
                </c:pt>
                <c:pt idx="10719">
                  <c:v>25-04-2022</c:v>
                </c:pt>
                <c:pt idx="10720">
                  <c:v>25-04-2022</c:v>
                </c:pt>
                <c:pt idx="10721">
                  <c:v>25-04-2022</c:v>
                </c:pt>
                <c:pt idx="10722">
                  <c:v>25-04-2022</c:v>
                </c:pt>
                <c:pt idx="10723">
                  <c:v>25-04-2022</c:v>
                </c:pt>
                <c:pt idx="10724">
                  <c:v>25-04-2022</c:v>
                </c:pt>
                <c:pt idx="10725">
                  <c:v>25-04-2022</c:v>
                </c:pt>
                <c:pt idx="10726">
                  <c:v>25-04-2022</c:v>
                </c:pt>
                <c:pt idx="10727">
                  <c:v>25-04-2022</c:v>
                </c:pt>
                <c:pt idx="10728">
                  <c:v>25-04-2022</c:v>
                </c:pt>
                <c:pt idx="10729">
                  <c:v>25-04-2022</c:v>
                </c:pt>
                <c:pt idx="10730">
                  <c:v>25-04-2022</c:v>
                </c:pt>
                <c:pt idx="10731">
                  <c:v>25-04-2022</c:v>
                </c:pt>
                <c:pt idx="10732">
                  <c:v>25-04-2022</c:v>
                </c:pt>
                <c:pt idx="10733">
                  <c:v>25-04-2022</c:v>
                </c:pt>
                <c:pt idx="10734">
                  <c:v>25-04-2022</c:v>
                </c:pt>
                <c:pt idx="10735">
                  <c:v>25-04-2022</c:v>
                </c:pt>
                <c:pt idx="10736">
                  <c:v>25-04-2022</c:v>
                </c:pt>
                <c:pt idx="10737">
                  <c:v>25-04-2022</c:v>
                </c:pt>
                <c:pt idx="10738">
                  <c:v>25-04-2022</c:v>
                </c:pt>
                <c:pt idx="10739">
                  <c:v>25-04-2022</c:v>
                </c:pt>
                <c:pt idx="10740">
                  <c:v>25-04-2022</c:v>
                </c:pt>
                <c:pt idx="10741">
                  <c:v>25-04-2022</c:v>
                </c:pt>
                <c:pt idx="10742">
                  <c:v>25-04-2022</c:v>
                </c:pt>
                <c:pt idx="10743">
                  <c:v>26-04-2022</c:v>
                </c:pt>
                <c:pt idx="10744">
                  <c:v>26-04-2022</c:v>
                </c:pt>
                <c:pt idx="10745">
                  <c:v>26-04-2022</c:v>
                </c:pt>
                <c:pt idx="10746">
                  <c:v>26-04-2022</c:v>
                </c:pt>
                <c:pt idx="10747">
                  <c:v>26-04-2022</c:v>
                </c:pt>
                <c:pt idx="10748">
                  <c:v>26-04-2022</c:v>
                </c:pt>
                <c:pt idx="10749">
                  <c:v>26-04-2022</c:v>
                </c:pt>
                <c:pt idx="10750">
                  <c:v>26-04-2022</c:v>
                </c:pt>
                <c:pt idx="10751">
                  <c:v>26-04-2022</c:v>
                </c:pt>
                <c:pt idx="10752">
                  <c:v>26-04-2022</c:v>
                </c:pt>
                <c:pt idx="10753">
                  <c:v>26-04-2022</c:v>
                </c:pt>
                <c:pt idx="10754">
                  <c:v>26-04-2022</c:v>
                </c:pt>
                <c:pt idx="10755">
                  <c:v>26-04-2022</c:v>
                </c:pt>
                <c:pt idx="10756">
                  <c:v>26-04-2022</c:v>
                </c:pt>
                <c:pt idx="10757">
                  <c:v>26-04-2022</c:v>
                </c:pt>
                <c:pt idx="10758">
                  <c:v>26-04-2022</c:v>
                </c:pt>
                <c:pt idx="10759">
                  <c:v>26-04-2022</c:v>
                </c:pt>
                <c:pt idx="10760">
                  <c:v>26-04-2022</c:v>
                </c:pt>
                <c:pt idx="10761">
                  <c:v>26-04-2022</c:v>
                </c:pt>
                <c:pt idx="10762">
                  <c:v>26-04-2022</c:v>
                </c:pt>
                <c:pt idx="10763">
                  <c:v>26-04-2022</c:v>
                </c:pt>
                <c:pt idx="10764">
                  <c:v>26-04-2022</c:v>
                </c:pt>
                <c:pt idx="10765">
                  <c:v>26-04-2022</c:v>
                </c:pt>
                <c:pt idx="10766">
                  <c:v>26-04-2022</c:v>
                </c:pt>
                <c:pt idx="10767">
                  <c:v>26-04-2022</c:v>
                </c:pt>
                <c:pt idx="10768">
                  <c:v>26-04-2022</c:v>
                </c:pt>
                <c:pt idx="10769">
                  <c:v>26-04-2022</c:v>
                </c:pt>
                <c:pt idx="10770">
                  <c:v>26-04-2022</c:v>
                </c:pt>
                <c:pt idx="10771">
                  <c:v>26-04-2022</c:v>
                </c:pt>
                <c:pt idx="10772">
                  <c:v>26-04-2022</c:v>
                </c:pt>
                <c:pt idx="10773">
                  <c:v>26-04-2022</c:v>
                </c:pt>
                <c:pt idx="10774">
                  <c:v>26-04-2022</c:v>
                </c:pt>
                <c:pt idx="10775">
                  <c:v>26-04-2022</c:v>
                </c:pt>
                <c:pt idx="10776">
                  <c:v>26-04-2022</c:v>
                </c:pt>
                <c:pt idx="10777">
                  <c:v>26-04-2022</c:v>
                </c:pt>
                <c:pt idx="10778">
                  <c:v>26-04-2022</c:v>
                </c:pt>
                <c:pt idx="10779">
                  <c:v>26-04-2022</c:v>
                </c:pt>
                <c:pt idx="10780">
                  <c:v>26-04-2022</c:v>
                </c:pt>
                <c:pt idx="10781">
                  <c:v>26-04-2022</c:v>
                </c:pt>
                <c:pt idx="10782">
                  <c:v>26-04-2022</c:v>
                </c:pt>
                <c:pt idx="10783">
                  <c:v>26-04-2022</c:v>
                </c:pt>
                <c:pt idx="10784">
                  <c:v>26-04-2022</c:v>
                </c:pt>
                <c:pt idx="10785">
                  <c:v>26-04-2022</c:v>
                </c:pt>
                <c:pt idx="10786">
                  <c:v>26-04-2022</c:v>
                </c:pt>
                <c:pt idx="10787">
                  <c:v>26-04-2022</c:v>
                </c:pt>
                <c:pt idx="10788">
                  <c:v>26-04-2022</c:v>
                </c:pt>
                <c:pt idx="10789">
                  <c:v>26-04-2022</c:v>
                </c:pt>
                <c:pt idx="10790">
                  <c:v>26-04-2022</c:v>
                </c:pt>
                <c:pt idx="10791">
                  <c:v>26-04-2022</c:v>
                </c:pt>
                <c:pt idx="10792">
                  <c:v>26-04-2022</c:v>
                </c:pt>
                <c:pt idx="10793">
                  <c:v>26-04-2022</c:v>
                </c:pt>
                <c:pt idx="10794">
                  <c:v>27-04-2022</c:v>
                </c:pt>
                <c:pt idx="10795">
                  <c:v>27-04-2022</c:v>
                </c:pt>
                <c:pt idx="10796">
                  <c:v>27-04-2022</c:v>
                </c:pt>
                <c:pt idx="10797">
                  <c:v>27-04-2022</c:v>
                </c:pt>
                <c:pt idx="10798">
                  <c:v>27-04-2022</c:v>
                </c:pt>
                <c:pt idx="10799">
                  <c:v>27-04-2022</c:v>
                </c:pt>
                <c:pt idx="10800">
                  <c:v>27-04-2022</c:v>
                </c:pt>
                <c:pt idx="10801">
                  <c:v>27-04-2022</c:v>
                </c:pt>
                <c:pt idx="10802">
                  <c:v>27-04-2022</c:v>
                </c:pt>
                <c:pt idx="10803">
                  <c:v>27-04-2022</c:v>
                </c:pt>
                <c:pt idx="10804">
                  <c:v>27-04-2022</c:v>
                </c:pt>
                <c:pt idx="10805">
                  <c:v>27-04-2022</c:v>
                </c:pt>
                <c:pt idx="10806">
                  <c:v>27-04-2022</c:v>
                </c:pt>
                <c:pt idx="10807">
                  <c:v>27-04-2022</c:v>
                </c:pt>
                <c:pt idx="10808">
                  <c:v>27-04-2022</c:v>
                </c:pt>
                <c:pt idx="10809">
                  <c:v>27-04-2022</c:v>
                </c:pt>
                <c:pt idx="10810">
                  <c:v>27-04-2022</c:v>
                </c:pt>
                <c:pt idx="10811">
                  <c:v>27-04-2022</c:v>
                </c:pt>
                <c:pt idx="10812">
                  <c:v>27-04-2022</c:v>
                </c:pt>
                <c:pt idx="10813">
                  <c:v>27-04-2022</c:v>
                </c:pt>
                <c:pt idx="10814">
                  <c:v>27-04-2022</c:v>
                </c:pt>
                <c:pt idx="10815">
                  <c:v>27-04-2022</c:v>
                </c:pt>
                <c:pt idx="10816">
                  <c:v>27-04-2022</c:v>
                </c:pt>
                <c:pt idx="10817">
                  <c:v>27-04-2022</c:v>
                </c:pt>
                <c:pt idx="10818">
                  <c:v>27-04-2022</c:v>
                </c:pt>
                <c:pt idx="10819">
                  <c:v>27-04-2022</c:v>
                </c:pt>
                <c:pt idx="10820">
                  <c:v>27-04-2022</c:v>
                </c:pt>
                <c:pt idx="10821">
                  <c:v>27-04-2022</c:v>
                </c:pt>
                <c:pt idx="10822">
                  <c:v>27-04-2022</c:v>
                </c:pt>
                <c:pt idx="10823">
                  <c:v>27-04-2022</c:v>
                </c:pt>
                <c:pt idx="10824">
                  <c:v>27-04-2022</c:v>
                </c:pt>
                <c:pt idx="10825">
                  <c:v>27-04-2022</c:v>
                </c:pt>
                <c:pt idx="10826">
                  <c:v>27-04-2022</c:v>
                </c:pt>
                <c:pt idx="10827">
                  <c:v>27-04-2022</c:v>
                </c:pt>
                <c:pt idx="10828">
                  <c:v>27-04-2022</c:v>
                </c:pt>
                <c:pt idx="10829">
                  <c:v>27-04-2022</c:v>
                </c:pt>
                <c:pt idx="10830">
                  <c:v>27-04-2022</c:v>
                </c:pt>
                <c:pt idx="10831">
                  <c:v>27-04-2022</c:v>
                </c:pt>
                <c:pt idx="10832">
                  <c:v>27-04-2022</c:v>
                </c:pt>
                <c:pt idx="10833">
                  <c:v>27-04-2022</c:v>
                </c:pt>
                <c:pt idx="10834">
                  <c:v>27-04-2022</c:v>
                </c:pt>
                <c:pt idx="10835">
                  <c:v>27-04-2022</c:v>
                </c:pt>
                <c:pt idx="10836">
                  <c:v>27-04-2022</c:v>
                </c:pt>
                <c:pt idx="10837">
                  <c:v>27-04-2022</c:v>
                </c:pt>
                <c:pt idx="10838">
                  <c:v>27-04-2022</c:v>
                </c:pt>
                <c:pt idx="10839">
                  <c:v>27-04-2022</c:v>
                </c:pt>
                <c:pt idx="10840">
                  <c:v>27-04-2022</c:v>
                </c:pt>
                <c:pt idx="10841">
                  <c:v>27-04-2022</c:v>
                </c:pt>
                <c:pt idx="10842">
                  <c:v>27-04-2022</c:v>
                </c:pt>
                <c:pt idx="10843">
                  <c:v>27-04-2022</c:v>
                </c:pt>
                <c:pt idx="10844">
                  <c:v>27-04-2022</c:v>
                </c:pt>
                <c:pt idx="10845">
                  <c:v>27-04-2022</c:v>
                </c:pt>
                <c:pt idx="10846">
                  <c:v>28-04-2022</c:v>
                </c:pt>
                <c:pt idx="10847">
                  <c:v>28-04-2022</c:v>
                </c:pt>
                <c:pt idx="10848">
                  <c:v>28-04-2022</c:v>
                </c:pt>
                <c:pt idx="10849">
                  <c:v>28-04-2022</c:v>
                </c:pt>
                <c:pt idx="10850">
                  <c:v>28-04-2022</c:v>
                </c:pt>
                <c:pt idx="10851">
                  <c:v>28-04-2022</c:v>
                </c:pt>
                <c:pt idx="10852">
                  <c:v>28-04-2022</c:v>
                </c:pt>
                <c:pt idx="10853">
                  <c:v>28-04-2022</c:v>
                </c:pt>
                <c:pt idx="10854">
                  <c:v>28-04-2022</c:v>
                </c:pt>
                <c:pt idx="10855">
                  <c:v>28-04-2022</c:v>
                </c:pt>
                <c:pt idx="10856">
                  <c:v>28-04-2022</c:v>
                </c:pt>
                <c:pt idx="10857">
                  <c:v>28-04-2022</c:v>
                </c:pt>
                <c:pt idx="10858">
                  <c:v>28-04-2022</c:v>
                </c:pt>
                <c:pt idx="10859">
                  <c:v>28-04-2022</c:v>
                </c:pt>
                <c:pt idx="10860">
                  <c:v>28-04-2022</c:v>
                </c:pt>
                <c:pt idx="10861">
                  <c:v>28-04-2022</c:v>
                </c:pt>
                <c:pt idx="10862">
                  <c:v>28-04-2022</c:v>
                </c:pt>
                <c:pt idx="10863">
                  <c:v>28-04-2022</c:v>
                </c:pt>
                <c:pt idx="10864">
                  <c:v>28-04-2022</c:v>
                </c:pt>
                <c:pt idx="10865">
                  <c:v>28-04-2022</c:v>
                </c:pt>
                <c:pt idx="10866">
                  <c:v>28-04-2022</c:v>
                </c:pt>
                <c:pt idx="10867">
                  <c:v>28-04-2022</c:v>
                </c:pt>
                <c:pt idx="10868">
                  <c:v>28-04-2022</c:v>
                </c:pt>
                <c:pt idx="10869">
                  <c:v>28-04-2022</c:v>
                </c:pt>
                <c:pt idx="10870">
                  <c:v>28-04-2022</c:v>
                </c:pt>
                <c:pt idx="10871">
                  <c:v>28-04-2022</c:v>
                </c:pt>
                <c:pt idx="10872">
                  <c:v>28-04-2022</c:v>
                </c:pt>
                <c:pt idx="10873">
                  <c:v>28-04-2022</c:v>
                </c:pt>
                <c:pt idx="10874">
                  <c:v>28-04-2022</c:v>
                </c:pt>
                <c:pt idx="10875">
                  <c:v>28-04-2022</c:v>
                </c:pt>
                <c:pt idx="10876">
                  <c:v>28-04-2022</c:v>
                </c:pt>
                <c:pt idx="10877">
                  <c:v>28-04-2022</c:v>
                </c:pt>
                <c:pt idx="10878">
                  <c:v>28-04-2022</c:v>
                </c:pt>
                <c:pt idx="10879">
                  <c:v>28-04-2022</c:v>
                </c:pt>
                <c:pt idx="10880">
                  <c:v>28-04-2022</c:v>
                </c:pt>
                <c:pt idx="10881">
                  <c:v>28-04-2022</c:v>
                </c:pt>
                <c:pt idx="10882">
                  <c:v>28-04-2022</c:v>
                </c:pt>
                <c:pt idx="10883">
                  <c:v>28-04-2022</c:v>
                </c:pt>
                <c:pt idx="10884">
                  <c:v>28-04-2022</c:v>
                </c:pt>
                <c:pt idx="10885">
                  <c:v>28-04-2022</c:v>
                </c:pt>
                <c:pt idx="10886">
                  <c:v>28-04-2022</c:v>
                </c:pt>
                <c:pt idx="10887">
                  <c:v>28-04-2022</c:v>
                </c:pt>
                <c:pt idx="10888">
                  <c:v>28-04-2022</c:v>
                </c:pt>
                <c:pt idx="10889">
                  <c:v>28-04-2022</c:v>
                </c:pt>
                <c:pt idx="10890">
                  <c:v>28-04-2022</c:v>
                </c:pt>
                <c:pt idx="10891">
                  <c:v>28-04-2022</c:v>
                </c:pt>
                <c:pt idx="10892">
                  <c:v>28-04-2022</c:v>
                </c:pt>
                <c:pt idx="10893">
                  <c:v>28-04-2022</c:v>
                </c:pt>
                <c:pt idx="10894">
                  <c:v>28-04-2022</c:v>
                </c:pt>
                <c:pt idx="10895">
                  <c:v>28-04-2022</c:v>
                </c:pt>
                <c:pt idx="10896">
                  <c:v>28-04-2022</c:v>
                </c:pt>
                <c:pt idx="10897">
                  <c:v>28-04-2022</c:v>
                </c:pt>
                <c:pt idx="10898">
                  <c:v>29-04-2022</c:v>
                </c:pt>
                <c:pt idx="10899">
                  <c:v>29-04-2022</c:v>
                </c:pt>
                <c:pt idx="10900">
                  <c:v>29-04-2022</c:v>
                </c:pt>
                <c:pt idx="10901">
                  <c:v>29-04-2022</c:v>
                </c:pt>
                <c:pt idx="10902">
                  <c:v>29-04-2022</c:v>
                </c:pt>
                <c:pt idx="10903">
                  <c:v>29-04-2022</c:v>
                </c:pt>
                <c:pt idx="10904">
                  <c:v>29-04-2022</c:v>
                </c:pt>
                <c:pt idx="10905">
                  <c:v>29-04-2022</c:v>
                </c:pt>
                <c:pt idx="10906">
                  <c:v>29-04-2022</c:v>
                </c:pt>
                <c:pt idx="10907">
                  <c:v>29-04-2022</c:v>
                </c:pt>
                <c:pt idx="10908">
                  <c:v>29-04-2022</c:v>
                </c:pt>
                <c:pt idx="10909">
                  <c:v>29-04-2022</c:v>
                </c:pt>
                <c:pt idx="10910">
                  <c:v>29-04-2022</c:v>
                </c:pt>
                <c:pt idx="10911">
                  <c:v>29-04-2022</c:v>
                </c:pt>
                <c:pt idx="10912">
                  <c:v>29-04-2022</c:v>
                </c:pt>
                <c:pt idx="10913">
                  <c:v>29-04-2022</c:v>
                </c:pt>
                <c:pt idx="10914">
                  <c:v>29-04-2022</c:v>
                </c:pt>
                <c:pt idx="10915">
                  <c:v>29-04-2022</c:v>
                </c:pt>
                <c:pt idx="10916">
                  <c:v>29-04-2022</c:v>
                </c:pt>
                <c:pt idx="10917">
                  <c:v>29-04-2022</c:v>
                </c:pt>
                <c:pt idx="10918">
                  <c:v>29-04-2022</c:v>
                </c:pt>
                <c:pt idx="10919">
                  <c:v>29-04-2022</c:v>
                </c:pt>
                <c:pt idx="10920">
                  <c:v>29-04-2022</c:v>
                </c:pt>
                <c:pt idx="10921">
                  <c:v>29-04-2022</c:v>
                </c:pt>
                <c:pt idx="10922">
                  <c:v>29-04-2022</c:v>
                </c:pt>
                <c:pt idx="10923">
                  <c:v>29-04-2022</c:v>
                </c:pt>
                <c:pt idx="10924">
                  <c:v>29-04-2022</c:v>
                </c:pt>
                <c:pt idx="10925">
                  <c:v>29-04-2022</c:v>
                </c:pt>
                <c:pt idx="10926">
                  <c:v>29-04-2022</c:v>
                </c:pt>
                <c:pt idx="10927">
                  <c:v>29-04-2022</c:v>
                </c:pt>
                <c:pt idx="10928">
                  <c:v>29-04-2022</c:v>
                </c:pt>
                <c:pt idx="10929">
                  <c:v>29-04-2022</c:v>
                </c:pt>
                <c:pt idx="10930">
                  <c:v>29-04-2022</c:v>
                </c:pt>
                <c:pt idx="10931">
                  <c:v>29-04-2022</c:v>
                </c:pt>
                <c:pt idx="10932">
                  <c:v>29-04-2022</c:v>
                </c:pt>
                <c:pt idx="10933">
                  <c:v>29-04-2022</c:v>
                </c:pt>
                <c:pt idx="10934">
                  <c:v>29-04-2022</c:v>
                </c:pt>
                <c:pt idx="10935">
                  <c:v>29-04-2022</c:v>
                </c:pt>
                <c:pt idx="10936">
                  <c:v>29-04-2022</c:v>
                </c:pt>
                <c:pt idx="10937">
                  <c:v>29-04-2022</c:v>
                </c:pt>
                <c:pt idx="10938">
                  <c:v>29-04-2022</c:v>
                </c:pt>
                <c:pt idx="10939">
                  <c:v>29-04-2022</c:v>
                </c:pt>
                <c:pt idx="10940">
                  <c:v>29-04-2022</c:v>
                </c:pt>
                <c:pt idx="10941">
                  <c:v>29-04-2022</c:v>
                </c:pt>
                <c:pt idx="10942">
                  <c:v>29-04-2022</c:v>
                </c:pt>
                <c:pt idx="10943">
                  <c:v>29-04-2022</c:v>
                </c:pt>
                <c:pt idx="10944">
                  <c:v>29-04-2022</c:v>
                </c:pt>
                <c:pt idx="10945">
                  <c:v>29-04-2022</c:v>
                </c:pt>
                <c:pt idx="10946">
                  <c:v>29-04-2022</c:v>
                </c:pt>
                <c:pt idx="10947">
                  <c:v>29-04-2022</c:v>
                </c:pt>
                <c:pt idx="10948">
                  <c:v>29-04-2022</c:v>
                </c:pt>
                <c:pt idx="10949">
                  <c:v>30-04-2022</c:v>
                </c:pt>
                <c:pt idx="10950">
                  <c:v>30-04-2022</c:v>
                </c:pt>
                <c:pt idx="10951">
                  <c:v>30-04-2022</c:v>
                </c:pt>
                <c:pt idx="10952">
                  <c:v>30-04-2022</c:v>
                </c:pt>
                <c:pt idx="10953">
                  <c:v>30-04-2022</c:v>
                </c:pt>
                <c:pt idx="10954">
                  <c:v>30-04-2022</c:v>
                </c:pt>
                <c:pt idx="10955">
                  <c:v>30-04-2022</c:v>
                </c:pt>
                <c:pt idx="10956">
                  <c:v>30-04-2022</c:v>
                </c:pt>
                <c:pt idx="10957">
                  <c:v>30-04-2022</c:v>
                </c:pt>
                <c:pt idx="10958">
                  <c:v>30-04-2022</c:v>
                </c:pt>
                <c:pt idx="10959">
                  <c:v>30-04-2022</c:v>
                </c:pt>
                <c:pt idx="10960">
                  <c:v>30-04-2022</c:v>
                </c:pt>
                <c:pt idx="10961">
                  <c:v>30-04-2022</c:v>
                </c:pt>
                <c:pt idx="10962">
                  <c:v>30-04-2022</c:v>
                </c:pt>
                <c:pt idx="10963">
                  <c:v>30-04-2022</c:v>
                </c:pt>
                <c:pt idx="10964">
                  <c:v>30-04-2022</c:v>
                </c:pt>
                <c:pt idx="10965">
                  <c:v>30-04-2022</c:v>
                </c:pt>
                <c:pt idx="10966">
                  <c:v>30-04-2022</c:v>
                </c:pt>
                <c:pt idx="10967">
                  <c:v>30-04-2022</c:v>
                </c:pt>
                <c:pt idx="10968">
                  <c:v>30-04-2022</c:v>
                </c:pt>
                <c:pt idx="10969">
                  <c:v>30-04-2022</c:v>
                </c:pt>
                <c:pt idx="10970">
                  <c:v>30-04-2022</c:v>
                </c:pt>
                <c:pt idx="10971">
                  <c:v>30-04-2022</c:v>
                </c:pt>
                <c:pt idx="10972">
                  <c:v>30-04-2022</c:v>
                </c:pt>
                <c:pt idx="10973">
                  <c:v>30-04-2022</c:v>
                </c:pt>
                <c:pt idx="10974">
                  <c:v>30-04-2022</c:v>
                </c:pt>
                <c:pt idx="10975">
                  <c:v>30-04-2022</c:v>
                </c:pt>
                <c:pt idx="10976">
                  <c:v>30-04-2022</c:v>
                </c:pt>
                <c:pt idx="10977">
                  <c:v>30-04-2022</c:v>
                </c:pt>
                <c:pt idx="10978">
                  <c:v>30-04-2022</c:v>
                </c:pt>
                <c:pt idx="10979">
                  <c:v>30-04-2022</c:v>
                </c:pt>
                <c:pt idx="10980">
                  <c:v>30-04-2022</c:v>
                </c:pt>
                <c:pt idx="10981">
                  <c:v>30-04-2022</c:v>
                </c:pt>
                <c:pt idx="10982">
                  <c:v>30-04-2022</c:v>
                </c:pt>
                <c:pt idx="10983">
                  <c:v>30-04-2022</c:v>
                </c:pt>
                <c:pt idx="10984">
                  <c:v>30-04-2022</c:v>
                </c:pt>
                <c:pt idx="10985">
                  <c:v>30-04-2022</c:v>
                </c:pt>
                <c:pt idx="10986">
                  <c:v>30-04-2022</c:v>
                </c:pt>
                <c:pt idx="10987">
                  <c:v>30-04-2022</c:v>
                </c:pt>
                <c:pt idx="10988">
                  <c:v>30-04-2022</c:v>
                </c:pt>
                <c:pt idx="10989">
                  <c:v>30-04-2022</c:v>
                </c:pt>
                <c:pt idx="10990">
                  <c:v>30-04-2022</c:v>
                </c:pt>
                <c:pt idx="10991">
                  <c:v>30-04-2022</c:v>
                </c:pt>
                <c:pt idx="10992">
                  <c:v>30-04-2022</c:v>
                </c:pt>
                <c:pt idx="10993">
                  <c:v>30-04-2022</c:v>
                </c:pt>
                <c:pt idx="10994">
                  <c:v>30-04-2022</c:v>
                </c:pt>
                <c:pt idx="10995">
                  <c:v>30-04-2022</c:v>
                </c:pt>
                <c:pt idx="10996">
                  <c:v>30-04-2022</c:v>
                </c:pt>
                <c:pt idx="10997">
                  <c:v>30-04-2022</c:v>
                </c:pt>
                <c:pt idx="10998">
                  <c:v>30-04-2022</c:v>
                </c:pt>
                <c:pt idx="10999">
                  <c:v>30-04-2022</c:v>
                </c:pt>
                <c:pt idx="11000">
                  <c:v>30-04-2022</c:v>
                </c:pt>
                <c:pt idx="11001">
                  <c:v>01-05-2022</c:v>
                </c:pt>
                <c:pt idx="11002">
                  <c:v>01-05-2022</c:v>
                </c:pt>
                <c:pt idx="11003">
                  <c:v>01-05-2022</c:v>
                </c:pt>
                <c:pt idx="11004">
                  <c:v>01-05-2022</c:v>
                </c:pt>
                <c:pt idx="11005">
                  <c:v>01-05-2022</c:v>
                </c:pt>
                <c:pt idx="11006">
                  <c:v>01-05-2022</c:v>
                </c:pt>
                <c:pt idx="11007">
                  <c:v>01-05-2022</c:v>
                </c:pt>
                <c:pt idx="11008">
                  <c:v>01-05-2022</c:v>
                </c:pt>
                <c:pt idx="11009">
                  <c:v>01-05-2022</c:v>
                </c:pt>
                <c:pt idx="11010">
                  <c:v>01-05-2022</c:v>
                </c:pt>
                <c:pt idx="11011">
                  <c:v>01-05-2022</c:v>
                </c:pt>
                <c:pt idx="11012">
                  <c:v>01-05-2022</c:v>
                </c:pt>
                <c:pt idx="11013">
                  <c:v>01-05-2022</c:v>
                </c:pt>
                <c:pt idx="11014">
                  <c:v>01-05-2022</c:v>
                </c:pt>
                <c:pt idx="11015">
                  <c:v>01-05-2022</c:v>
                </c:pt>
                <c:pt idx="11016">
                  <c:v>01-05-2022</c:v>
                </c:pt>
                <c:pt idx="11017">
                  <c:v>01-05-2022</c:v>
                </c:pt>
                <c:pt idx="11018">
                  <c:v>01-05-2022</c:v>
                </c:pt>
                <c:pt idx="11019">
                  <c:v>01-05-2022</c:v>
                </c:pt>
                <c:pt idx="11020">
                  <c:v>01-05-2022</c:v>
                </c:pt>
                <c:pt idx="11021">
                  <c:v>01-05-2022</c:v>
                </c:pt>
                <c:pt idx="11022">
                  <c:v>01-05-2022</c:v>
                </c:pt>
                <c:pt idx="11023">
                  <c:v>01-05-2022</c:v>
                </c:pt>
                <c:pt idx="11024">
                  <c:v>01-05-2022</c:v>
                </c:pt>
                <c:pt idx="11025">
                  <c:v>01-05-2022</c:v>
                </c:pt>
                <c:pt idx="11026">
                  <c:v>01-05-2022</c:v>
                </c:pt>
                <c:pt idx="11027">
                  <c:v>01-05-2022</c:v>
                </c:pt>
                <c:pt idx="11028">
                  <c:v>01-05-2022</c:v>
                </c:pt>
                <c:pt idx="11029">
                  <c:v>01-05-2022</c:v>
                </c:pt>
                <c:pt idx="11030">
                  <c:v>01-05-2022</c:v>
                </c:pt>
                <c:pt idx="11031">
                  <c:v>01-05-2022</c:v>
                </c:pt>
                <c:pt idx="11032">
                  <c:v>01-05-2022</c:v>
                </c:pt>
                <c:pt idx="11033">
                  <c:v>01-05-2022</c:v>
                </c:pt>
                <c:pt idx="11034">
                  <c:v>01-05-2022</c:v>
                </c:pt>
                <c:pt idx="11035">
                  <c:v>01-05-2022</c:v>
                </c:pt>
                <c:pt idx="11036">
                  <c:v>01-05-2022</c:v>
                </c:pt>
                <c:pt idx="11037">
                  <c:v>01-05-2022</c:v>
                </c:pt>
                <c:pt idx="11038">
                  <c:v>01-05-2022</c:v>
                </c:pt>
                <c:pt idx="11039">
                  <c:v>01-05-2022</c:v>
                </c:pt>
                <c:pt idx="11040">
                  <c:v>01-05-2022</c:v>
                </c:pt>
                <c:pt idx="11041">
                  <c:v>01-05-2022</c:v>
                </c:pt>
                <c:pt idx="11042">
                  <c:v>01-05-2022</c:v>
                </c:pt>
                <c:pt idx="11043">
                  <c:v>01-05-2022</c:v>
                </c:pt>
                <c:pt idx="11044">
                  <c:v>01-05-2022</c:v>
                </c:pt>
                <c:pt idx="11045">
                  <c:v>01-05-2022</c:v>
                </c:pt>
                <c:pt idx="11046">
                  <c:v>02-05-2022</c:v>
                </c:pt>
                <c:pt idx="11047">
                  <c:v>02-05-2022</c:v>
                </c:pt>
                <c:pt idx="11048">
                  <c:v>02-05-2022</c:v>
                </c:pt>
                <c:pt idx="11049">
                  <c:v>02-05-2022</c:v>
                </c:pt>
                <c:pt idx="11050">
                  <c:v>02-05-2022</c:v>
                </c:pt>
                <c:pt idx="11051">
                  <c:v>02-05-2022</c:v>
                </c:pt>
                <c:pt idx="11052">
                  <c:v>02-05-2022</c:v>
                </c:pt>
                <c:pt idx="11053">
                  <c:v>02-05-2022</c:v>
                </c:pt>
                <c:pt idx="11054">
                  <c:v>02-05-2022</c:v>
                </c:pt>
                <c:pt idx="11055">
                  <c:v>02-05-2022</c:v>
                </c:pt>
                <c:pt idx="11056">
                  <c:v>02-05-2022</c:v>
                </c:pt>
                <c:pt idx="11057">
                  <c:v>02-05-2022</c:v>
                </c:pt>
                <c:pt idx="11058">
                  <c:v>02-05-2022</c:v>
                </c:pt>
                <c:pt idx="11059">
                  <c:v>02-05-2022</c:v>
                </c:pt>
                <c:pt idx="11060">
                  <c:v>02-05-2022</c:v>
                </c:pt>
                <c:pt idx="11061">
                  <c:v>02-05-2022</c:v>
                </c:pt>
                <c:pt idx="11062">
                  <c:v>02-05-2022</c:v>
                </c:pt>
                <c:pt idx="11063">
                  <c:v>02-05-2022</c:v>
                </c:pt>
                <c:pt idx="11064">
                  <c:v>02-05-2022</c:v>
                </c:pt>
                <c:pt idx="11065">
                  <c:v>02-05-2022</c:v>
                </c:pt>
                <c:pt idx="11066">
                  <c:v>02-05-2022</c:v>
                </c:pt>
                <c:pt idx="11067">
                  <c:v>02-05-2022</c:v>
                </c:pt>
                <c:pt idx="11068">
                  <c:v>02-05-2022</c:v>
                </c:pt>
                <c:pt idx="11069">
                  <c:v>02-05-2022</c:v>
                </c:pt>
                <c:pt idx="11070">
                  <c:v>02-05-2022</c:v>
                </c:pt>
                <c:pt idx="11071">
                  <c:v>02-05-2022</c:v>
                </c:pt>
                <c:pt idx="11072">
                  <c:v>02-05-2022</c:v>
                </c:pt>
                <c:pt idx="11073">
                  <c:v>02-05-2022</c:v>
                </c:pt>
                <c:pt idx="11074">
                  <c:v>02-05-2022</c:v>
                </c:pt>
                <c:pt idx="11075">
                  <c:v>02-05-2022</c:v>
                </c:pt>
                <c:pt idx="11076">
                  <c:v>02-05-2022</c:v>
                </c:pt>
                <c:pt idx="11077">
                  <c:v>02-05-2022</c:v>
                </c:pt>
                <c:pt idx="11078">
                  <c:v>02-05-2022</c:v>
                </c:pt>
                <c:pt idx="11079">
                  <c:v>02-05-2022</c:v>
                </c:pt>
                <c:pt idx="11080">
                  <c:v>02-05-2022</c:v>
                </c:pt>
                <c:pt idx="11081">
                  <c:v>02-05-2022</c:v>
                </c:pt>
                <c:pt idx="11082">
                  <c:v>02-05-2022</c:v>
                </c:pt>
                <c:pt idx="11083">
                  <c:v>02-05-2022</c:v>
                </c:pt>
                <c:pt idx="11084">
                  <c:v>02-05-2022</c:v>
                </c:pt>
                <c:pt idx="11085">
                  <c:v>02-05-2022</c:v>
                </c:pt>
                <c:pt idx="11086">
                  <c:v>03-05-2022</c:v>
                </c:pt>
                <c:pt idx="11087">
                  <c:v>03-05-2022</c:v>
                </c:pt>
                <c:pt idx="11088">
                  <c:v>03-05-2022</c:v>
                </c:pt>
                <c:pt idx="11089">
                  <c:v>03-05-2022</c:v>
                </c:pt>
                <c:pt idx="11090">
                  <c:v>03-05-2022</c:v>
                </c:pt>
                <c:pt idx="11091">
                  <c:v>03-05-2022</c:v>
                </c:pt>
                <c:pt idx="11092">
                  <c:v>03-05-2022</c:v>
                </c:pt>
                <c:pt idx="11093">
                  <c:v>03-05-2022</c:v>
                </c:pt>
                <c:pt idx="11094">
                  <c:v>03-05-2022</c:v>
                </c:pt>
                <c:pt idx="11095">
                  <c:v>03-05-2022</c:v>
                </c:pt>
                <c:pt idx="11096">
                  <c:v>03-05-2022</c:v>
                </c:pt>
                <c:pt idx="11097">
                  <c:v>03-05-2022</c:v>
                </c:pt>
                <c:pt idx="11098">
                  <c:v>03-05-2022</c:v>
                </c:pt>
                <c:pt idx="11099">
                  <c:v>03-05-2022</c:v>
                </c:pt>
                <c:pt idx="11100">
                  <c:v>03-05-2022</c:v>
                </c:pt>
                <c:pt idx="11101">
                  <c:v>03-05-2022</c:v>
                </c:pt>
                <c:pt idx="11102">
                  <c:v>03-05-2022</c:v>
                </c:pt>
                <c:pt idx="11103">
                  <c:v>03-05-2022</c:v>
                </c:pt>
                <c:pt idx="11104">
                  <c:v>03-05-2022</c:v>
                </c:pt>
                <c:pt idx="11105">
                  <c:v>03-05-2022</c:v>
                </c:pt>
                <c:pt idx="11106">
                  <c:v>03-05-2022</c:v>
                </c:pt>
                <c:pt idx="11107">
                  <c:v>03-05-2022</c:v>
                </c:pt>
                <c:pt idx="11108">
                  <c:v>03-05-2022</c:v>
                </c:pt>
                <c:pt idx="11109">
                  <c:v>03-05-2022</c:v>
                </c:pt>
                <c:pt idx="11110">
                  <c:v>03-05-2022</c:v>
                </c:pt>
                <c:pt idx="11111">
                  <c:v>03-05-2022</c:v>
                </c:pt>
                <c:pt idx="11112">
                  <c:v>03-05-2022</c:v>
                </c:pt>
                <c:pt idx="11113">
                  <c:v>03-05-2022</c:v>
                </c:pt>
                <c:pt idx="11114">
                  <c:v>03-05-2022</c:v>
                </c:pt>
                <c:pt idx="11115">
                  <c:v>03-05-2022</c:v>
                </c:pt>
                <c:pt idx="11116">
                  <c:v>03-05-2022</c:v>
                </c:pt>
                <c:pt idx="11117">
                  <c:v>03-05-2022</c:v>
                </c:pt>
                <c:pt idx="11118">
                  <c:v>03-05-2022</c:v>
                </c:pt>
                <c:pt idx="11119">
                  <c:v>03-05-2022</c:v>
                </c:pt>
                <c:pt idx="11120">
                  <c:v>03-05-2022</c:v>
                </c:pt>
                <c:pt idx="11121">
                  <c:v>03-05-2022</c:v>
                </c:pt>
                <c:pt idx="11122">
                  <c:v>03-05-2022</c:v>
                </c:pt>
                <c:pt idx="11123">
                  <c:v>04-05-2022</c:v>
                </c:pt>
                <c:pt idx="11124">
                  <c:v>04-05-2022</c:v>
                </c:pt>
                <c:pt idx="11125">
                  <c:v>04-05-2022</c:v>
                </c:pt>
                <c:pt idx="11126">
                  <c:v>04-05-2022</c:v>
                </c:pt>
                <c:pt idx="11127">
                  <c:v>04-05-2022</c:v>
                </c:pt>
                <c:pt idx="11128">
                  <c:v>04-05-2022</c:v>
                </c:pt>
                <c:pt idx="11129">
                  <c:v>04-05-2022</c:v>
                </c:pt>
                <c:pt idx="11130">
                  <c:v>04-05-2022</c:v>
                </c:pt>
                <c:pt idx="11131">
                  <c:v>04-05-2022</c:v>
                </c:pt>
                <c:pt idx="11132">
                  <c:v>04-05-2022</c:v>
                </c:pt>
                <c:pt idx="11133">
                  <c:v>04-05-2022</c:v>
                </c:pt>
                <c:pt idx="11134">
                  <c:v>04-05-2022</c:v>
                </c:pt>
                <c:pt idx="11135">
                  <c:v>04-05-2022</c:v>
                </c:pt>
                <c:pt idx="11136">
                  <c:v>04-05-2022</c:v>
                </c:pt>
                <c:pt idx="11137">
                  <c:v>04-05-2022</c:v>
                </c:pt>
                <c:pt idx="11138">
                  <c:v>04-05-2022</c:v>
                </c:pt>
                <c:pt idx="11139">
                  <c:v>04-05-2022</c:v>
                </c:pt>
                <c:pt idx="11140">
                  <c:v>04-05-2022</c:v>
                </c:pt>
                <c:pt idx="11141">
                  <c:v>04-05-2022</c:v>
                </c:pt>
                <c:pt idx="11142">
                  <c:v>04-05-2022</c:v>
                </c:pt>
                <c:pt idx="11143">
                  <c:v>04-05-2022</c:v>
                </c:pt>
                <c:pt idx="11144">
                  <c:v>04-05-2022</c:v>
                </c:pt>
                <c:pt idx="11145">
                  <c:v>04-05-2022</c:v>
                </c:pt>
                <c:pt idx="11146">
                  <c:v>04-05-2022</c:v>
                </c:pt>
                <c:pt idx="11147">
                  <c:v>04-05-2022</c:v>
                </c:pt>
                <c:pt idx="11148">
                  <c:v>04-05-2022</c:v>
                </c:pt>
                <c:pt idx="11149">
                  <c:v>04-05-2022</c:v>
                </c:pt>
                <c:pt idx="11150">
                  <c:v>04-05-2022</c:v>
                </c:pt>
                <c:pt idx="11151">
                  <c:v>04-05-2022</c:v>
                </c:pt>
                <c:pt idx="11152">
                  <c:v>04-05-2022</c:v>
                </c:pt>
                <c:pt idx="11153">
                  <c:v>04-05-2022</c:v>
                </c:pt>
                <c:pt idx="11154">
                  <c:v>04-05-2022</c:v>
                </c:pt>
                <c:pt idx="11155">
                  <c:v>04-05-2022</c:v>
                </c:pt>
                <c:pt idx="11156">
                  <c:v>04-05-2022</c:v>
                </c:pt>
                <c:pt idx="11157">
                  <c:v>04-05-2022</c:v>
                </c:pt>
                <c:pt idx="11158">
                  <c:v>04-05-2022</c:v>
                </c:pt>
                <c:pt idx="11159">
                  <c:v>04-05-2022</c:v>
                </c:pt>
                <c:pt idx="11160">
                  <c:v>04-05-2022</c:v>
                </c:pt>
                <c:pt idx="11161">
                  <c:v>04-05-2022</c:v>
                </c:pt>
                <c:pt idx="11162">
                  <c:v>04-05-2022</c:v>
                </c:pt>
                <c:pt idx="11163">
                  <c:v>05-05-2022</c:v>
                </c:pt>
                <c:pt idx="11164">
                  <c:v>05-05-2022</c:v>
                </c:pt>
                <c:pt idx="11165">
                  <c:v>05-05-2022</c:v>
                </c:pt>
                <c:pt idx="11166">
                  <c:v>05-05-2022</c:v>
                </c:pt>
                <c:pt idx="11167">
                  <c:v>05-05-2022</c:v>
                </c:pt>
                <c:pt idx="11168">
                  <c:v>05-05-2022</c:v>
                </c:pt>
                <c:pt idx="11169">
                  <c:v>05-05-2022</c:v>
                </c:pt>
                <c:pt idx="11170">
                  <c:v>05-05-2022</c:v>
                </c:pt>
                <c:pt idx="11171">
                  <c:v>05-05-2022</c:v>
                </c:pt>
                <c:pt idx="11172">
                  <c:v>05-05-2022</c:v>
                </c:pt>
                <c:pt idx="11173">
                  <c:v>05-05-2022</c:v>
                </c:pt>
                <c:pt idx="11174">
                  <c:v>05-05-2022</c:v>
                </c:pt>
                <c:pt idx="11175">
                  <c:v>05-05-2022</c:v>
                </c:pt>
                <c:pt idx="11176">
                  <c:v>05-05-2022</c:v>
                </c:pt>
                <c:pt idx="11177">
                  <c:v>05-05-2022</c:v>
                </c:pt>
                <c:pt idx="11178">
                  <c:v>05-05-2022</c:v>
                </c:pt>
                <c:pt idx="11179">
                  <c:v>05-05-2022</c:v>
                </c:pt>
                <c:pt idx="11180">
                  <c:v>05-05-2022</c:v>
                </c:pt>
                <c:pt idx="11181">
                  <c:v>05-05-2022</c:v>
                </c:pt>
                <c:pt idx="11182">
                  <c:v>05-05-2022</c:v>
                </c:pt>
                <c:pt idx="11183">
                  <c:v>05-05-2022</c:v>
                </c:pt>
                <c:pt idx="11184">
                  <c:v>05-05-2022</c:v>
                </c:pt>
                <c:pt idx="11185">
                  <c:v>05-05-2022</c:v>
                </c:pt>
                <c:pt idx="11186">
                  <c:v>05-05-2022</c:v>
                </c:pt>
                <c:pt idx="11187">
                  <c:v>05-05-2022</c:v>
                </c:pt>
                <c:pt idx="11188">
                  <c:v>05-05-2022</c:v>
                </c:pt>
                <c:pt idx="11189">
                  <c:v>05-05-2022</c:v>
                </c:pt>
                <c:pt idx="11190">
                  <c:v>05-05-2022</c:v>
                </c:pt>
                <c:pt idx="11191">
                  <c:v>05-05-2022</c:v>
                </c:pt>
                <c:pt idx="11192">
                  <c:v>05-05-2022</c:v>
                </c:pt>
                <c:pt idx="11193">
                  <c:v>05-05-2022</c:v>
                </c:pt>
                <c:pt idx="11194">
                  <c:v>05-05-2022</c:v>
                </c:pt>
                <c:pt idx="11195">
                  <c:v>05-05-2022</c:v>
                </c:pt>
                <c:pt idx="11196">
                  <c:v>05-05-2022</c:v>
                </c:pt>
                <c:pt idx="11197">
                  <c:v>05-05-2022</c:v>
                </c:pt>
                <c:pt idx="11198">
                  <c:v>05-05-2022</c:v>
                </c:pt>
                <c:pt idx="11199">
                  <c:v>05-05-2022</c:v>
                </c:pt>
                <c:pt idx="11200">
                  <c:v>05-05-2022</c:v>
                </c:pt>
                <c:pt idx="11201">
                  <c:v>05-05-2022</c:v>
                </c:pt>
                <c:pt idx="11202">
                  <c:v>05-05-2022</c:v>
                </c:pt>
                <c:pt idx="11203">
                  <c:v>05-05-2022</c:v>
                </c:pt>
                <c:pt idx="11204">
                  <c:v>05-05-2022</c:v>
                </c:pt>
                <c:pt idx="11205">
                  <c:v>05-05-2022</c:v>
                </c:pt>
                <c:pt idx="11206">
                  <c:v>05-05-2022</c:v>
                </c:pt>
                <c:pt idx="11207">
                  <c:v>05-05-2022</c:v>
                </c:pt>
                <c:pt idx="11208">
                  <c:v>05-05-2022</c:v>
                </c:pt>
                <c:pt idx="11209">
                  <c:v>05-05-2022</c:v>
                </c:pt>
                <c:pt idx="11210">
                  <c:v>06-05-2022</c:v>
                </c:pt>
                <c:pt idx="11211">
                  <c:v>06-05-2022</c:v>
                </c:pt>
                <c:pt idx="11212">
                  <c:v>06-05-2022</c:v>
                </c:pt>
                <c:pt idx="11213">
                  <c:v>06-05-2022</c:v>
                </c:pt>
                <c:pt idx="11214">
                  <c:v>06-05-2022</c:v>
                </c:pt>
                <c:pt idx="11215">
                  <c:v>06-05-2022</c:v>
                </c:pt>
                <c:pt idx="11216">
                  <c:v>06-05-2022</c:v>
                </c:pt>
                <c:pt idx="11217">
                  <c:v>06-05-2022</c:v>
                </c:pt>
                <c:pt idx="11218">
                  <c:v>06-05-2022</c:v>
                </c:pt>
                <c:pt idx="11219">
                  <c:v>06-05-2022</c:v>
                </c:pt>
                <c:pt idx="11220">
                  <c:v>06-05-2022</c:v>
                </c:pt>
                <c:pt idx="11221">
                  <c:v>06-05-2022</c:v>
                </c:pt>
                <c:pt idx="11222">
                  <c:v>06-05-2022</c:v>
                </c:pt>
                <c:pt idx="11223">
                  <c:v>06-05-2022</c:v>
                </c:pt>
                <c:pt idx="11224">
                  <c:v>06-05-2022</c:v>
                </c:pt>
                <c:pt idx="11225">
                  <c:v>06-05-2022</c:v>
                </c:pt>
                <c:pt idx="11226">
                  <c:v>06-05-2022</c:v>
                </c:pt>
                <c:pt idx="11227">
                  <c:v>06-05-2022</c:v>
                </c:pt>
                <c:pt idx="11228">
                  <c:v>06-05-2022</c:v>
                </c:pt>
                <c:pt idx="11229">
                  <c:v>06-05-2022</c:v>
                </c:pt>
                <c:pt idx="11230">
                  <c:v>06-05-2022</c:v>
                </c:pt>
                <c:pt idx="11231">
                  <c:v>06-05-2022</c:v>
                </c:pt>
                <c:pt idx="11232">
                  <c:v>06-05-2022</c:v>
                </c:pt>
                <c:pt idx="11233">
                  <c:v>06-05-2022</c:v>
                </c:pt>
                <c:pt idx="11234">
                  <c:v>06-05-2022</c:v>
                </c:pt>
                <c:pt idx="11235">
                  <c:v>06-05-2022</c:v>
                </c:pt>
                <c:pt idx="11236">
                  <c:v>06-05-2022</c:v>
                </c:pt>
                <c:pt idx="11237">
                  <c:v>06-05-2022</c:v>
                </c:pt>
                <c:pt idx="11238">
                  <c:v>06-05-2022</c:v>
                </c:pt>
                <c:pt idx="11239">
                  <c:v>06-05-2022</c:v>
                </c:pt>
                <c:pt idx="11240">
                  <c:v>06-05-2022</c:v>
                </c:pt>
                <c:pt idx="11241">
                  <c:v>06-05-2022</c:v>
                </c:pt>
                <c:pt idx="11242">
                  <c:v>06-05-2022</c:v>
                </c:pt>
                <c:pt idx="11243">
                  <c:v>06-05-2022</c:v>
                </c:pt>
                <c:pt idx="11244">
                  <c:v>06-05-2022</c:v>
                </c:pt>
                <c:pt idx="11245">
                  <c:v>06-05-2022</c:v>
                </c:pt>
                <c:pt idx="11246">
                  <c:v>06-05-2022</c:v>
                </c:pt>
                <c:pt idx="11247">
                  <c:v>06-05-2022</c:v>
                </c:pt>
                <c:pt idx="11248">
                  <c:v>06-05-2022</c:v>
                </c:pt>
                <c:pt idx="11249">
                  <c:v>06-05-2022</c:v>
                </c:pt>
                <c:pt idx="11250">
                  <c:v>06-05-2022</c:v>
                </c:pt>
                <c:pt idx="11251">
                  <c:v>06-05-2022</c:v>
                </c:pt>
                <c:pt idx="11252">
                  <c:v>06-05-2022</c:v>
                </c:pt>
                <c:pt idx="11253">
                  <c:v>06-05-2022</c:v>
                </c:pt>
                <c:pt idx="11254">
                  <c:v>06-05-2022</c:v>
                </c:pt>
                <c:pt idx="11255">
                  <c:v>06-05-2022</c:v>
                </c:pt>
                <c:pt idx="11256">
                  <c:v>06-05-2022</c:v>
                </c:pt>
                <c:pt idx="11257">
                  <c:v>06-05-2022</c:v>
                </c:pt>
                <c:pt idx="11258">
                  <c:v>06-05-2022</c:v>
                </c:pt>
                <c:pt idx="11259">
                  <c:v>06-05-2022</c:v>
                </c:pt>
                <c:pt idx="11260">
                  <c:v>07-05-2022</c:v>
                </c:pt>
                <c:pt idx="11261">
                  <c:v>07-05-2022</c:v>
                </c:pt>
                <c:pt idx="11262">
                  <c:v>07-05-2022</c:v>
                </c:pt>
                <c:pt idx="11263">
                  <c:v>07-05-2022</c:v>
                </c:pt>
                <c:pt idx="11264">
                  <c:v>07-05-2022</c:v>
                </c:pt>
                <c:pt idx="11265">
                  <c:v>07-05-2022</c:v>
                </c:pt>
                <c:pt idx="11266">
                  <c:v>07-05-2022</c:v>
                </c:pt>
                <c:pt idx="11267">
                  <c:v>07-05-2022</c:v>
                </c:pt>
                <c:pt idx="11268">
                  <c:v>07-05-2022</c:v>
                </c:pt>
                <c:pt idx="11269">
                  <c:v>07-05-2022</c:v>
                </c:pt>
                <c:pt idx="11270">
                  <c:v>07-05-2022</c:v>
                </c:pt>
                <c:pt idx="11271">
                  <c:v>07-05-2022</c:v>
                </c:pt>
                <c:pt idx="11272">
                  <c:v>07-05-2022</c:v>
                </c:pt>
                <c:pt idx="11273">
                  <c:v>07-05-2022</c:v>
                </c:pt>
                <c:pt idx="11274">
                  <c:v>07-05-2022</c:v>
                </c:pt>
                <c:pt idx="11275">
                  <c:v>07-05-2022</c:v>
                </c:pt>
                <c:pt idx="11276">
                  <c:v>07-05-2022</c:v>
                </c:pt>
                <c:pt idx="11277">
                  <c:v>07-05-2022</c:v>
                </c:pt>
                <c:pt idx="11278">
                  <c:v>07-05-2022</c:v>
                </c:pt>
                <c:pt idx="11279">
                  <c:v>07-05-2022</c:v>
                </c:pt>
                <c:pt idx="11280">
                  <c:v>07-05-2022</c:v>
                </c:pt>
                <c:pt idx="11281">
                  <c:v>07-05-2022</c:v>
                </c:pt>
                <c:pt idx="11282">
                  <c:v>07-05-2022</c:v>
                </c:pt>
                <c:pt idx="11283">
                  <c:v>07-05-2022</c:v>
                </c:pt>
                <c:pt idx="11284">
                  <c:v>07-05-2022</c:v>
                </c:pt>
                <c:pt idx="11285">
                  <c:v>07-05-2022</c:v>
                </c:pt>
                <c:pt idx="11286">
                  <c:v>07-05-2022</c:v>
                </c:pt>
                <c:pt idx="11287">
                  <c:v>07-05-2022</c:v>
                </c:pt>
                <c:pt idx="11288">
                  <c:v>07-05-2022</c:v>
                </c:pt>
                <c:pt idx="11289">
                  <c:v>07-05-2022</c:v>
                </c:pt>
                <c:pt idx="11290">
                  <c:v>07-05-2022</c:v>
                </c:pt>
                <c:pt idx="11291">
                  <c:v>07-05-2022</c:v>
                </c:pt>
                <c:pt idx="11292">
                  <c:v>07-05-2022</c:v>
                </c:pt>
                <c:pt idx="11293">
                  <c:v>07-05-2022</c:v>
                </c:pt>
                <c:pt idx="11294">
                  <c:v>07-05-2022</c:v>
                </c:pt>
                <c:pt idx="11295">
                  <c:v>07-05-2022</c:v>
                </c:pt>
                <c:pt idx="11296">
                  <c:v>07-05-2022</c:v>
                </c:pt>
                <c:pt idx="11297">
                  <c:v>07-05-2022</c:v>
                </c:pt>
                <c:pt idx="11298">
                  <c:v>07-05-2022</c:v>
                </c:pt>
                <c:pt idx="11299">
                  <c:v>07-05-2022</c:v>
                </c:pt>
                <c:pt idx="11300">
                  <c:v>08-05-2022</c:v>
                </c:pt>
                <c:pt idx="11301">
                  <c:v>08-05-2022</c:v>
                </c:pt>
                <c:pt idx="11302">
                  <c:v>08-05-2022</c:v>
                </c:pt>
                <c:pt idx="11303">
                  <c:v>08-05-2022</c:v>
                </c:pt>
                <c:pt idx="11304">
                  <c:v>08-05-2022</c:v>
                </c:pt>
                <c:pt idx="11305">
                  <c:v>08-05-2022</c:v>
                </c:pt>
                <c:pt idx="11306">
                  <c:v>08-05-2022</c:v>
                </c:pt>
                <c:pt idx="11307">
                  <c:v>08-05-2022</c:v>
                </c:pt>
                <c:pt idx="11308">
                  <c:v>08-05-2022</c:v>
                </c:pt>
                <c:pt idx="11309">
                  <c:v>08-05-2022</c:v>
                </c:pt>
                <c:pt idx="11310">
                  <c:v>08-05-2022</c:v>
                </c:pt>
                <c:pt idx="11311">
                  <c:v>08-05-2022</c:v>
                </c:pt>
                <c:pt idx="11312">
                  <c:v>08-05-2022</c:v>
                </c:pt>
                <c:pt idx="11313">
                  <c:v>08-05-2022</c:v>
                </c:pt>
                <c:pt idx="11314">
                  <c:v>08-05-2022</c:v>
                </c:pt>
                <c:pt idx="11315">
                  <c:v>08-05-2022</c:v>
                </c:pt>
                <c:pt idx="11316">
                  <c:v>08-05-2022</c:v>
                </c:pt>
                <c:pt idx="11317">
                  <c:v>08-05-2022</c:v>
                </c:pt>
                <c:pt idx="11318">
                  <c:v>08-05-2022</c:v>
                </c:pt>
                <c:pt idx="11319">
                  <c:v>08-05-2022</c:v>
                </c:pt>
                <c:pt idx="11320">
                  <c:v>08-05-2022</c:v>
                </c:pt>
                <c:pt idx="11321">
                  <c:v>08-05-2022</c:v>
                </c:pt>
                <c:pt idx="11322">
                  <c:v>08-05-2022</c:v>
                </c:pt>
                <c:pt idx="11323">
                  <c:v>08-05-2022</c:v>
                </c:pt>
                <c:pt idx="11324">
                  <c:v>08-05-2022</c:v>
                </c:pt>
                <c:pt idx="11325">
                  <c:v>08-05-2022</c:v>
                </c:pt>
                <c:pt idx="11326">
                  <c:v>08-05-2022</c:v>
                </c:pt>
                <c:pt idx="11327">
                  <c:v>08-05-2022</c:v>
                </c:pt>
                <c:pt idx="11328">
                  <c:v>08-05-2022</c:v>
                </c:pt>
                <c:pt idx="11329">
                  <c:v>08-05-2022</c:v>
                </c:pt>
                <c:pt idx="11330">
                  <c:v>08-05-2022</c:v>
                </c:pt>
                <c:pt idx="11331">
                  <c:v>08-05-2022</c:v>
                </c:pt>
                <c:pt idx="11332">
                  <c:v>08-05-2022</c:v>
                </c:pt>
                <c:pt idx="11333">
                  <c:v>08-05-2022</c:v>
                </c:pt>
                <c:pt idx="11334">
                  <c:v>08-05-2022</c:v>
                </c:pt>
                <c:pt idx="11335">
                  <c:v>08-05-2022</c:v>
                </c:pt>
                <c:pt idx="11336">
                  <c:v>08-05-2022</c:v>
                </c:pt>
                <c:pt idx="11337">
                  <c:v>08-05-2022</c:v>
                </c:pt>
                <c:pt idx="11338">
                  <c:v>08-05-2022</c:v>
                </c:pt>
                <c:pt idx="11339">
                  <c:v>08-05-2022</c:v>
                </c:pt>
                <c:pt idx="11340">
                  <c:v>09-05-2022</c:v>
                </c:pt>
                <c:pt idx="11341">
                  <c:v>09-05-2022</c:v>
                </c:pt>
                <c:pt idx="11342">
                  <c:v>09-05-2022</c:v>
                </c:pt>
                <c:pt idx="11343">
                  <c:v>09-05-2022</c:v>
                </c:pt>
                <c:pt idx="11344">
                  <c:v>09-05-2022</c:v>
                </c:pt>
                <c:pt idx="11345">
                  <c:v>09-05-2022</c:v>
                </c:pt>
                <c:pt idx="11346">
                  <c:v>09-05-2022</c:v>
                </c:pt>
                <c:pt idx="11347">
                  <c:v>09-05-2022</c:v>
                </c:pt>
                <c:pt idx="11348">
                  <c:v>09-05-2022</c:v>
                </c:pt>
                <c:pt idx="11349">
                  <c:v>09-05-2022</c:v>
                </c:pt>
                <c:pt idx="11350">
                  <c:v>09-05-2022</c:v>
                </c:pt>
                <c:pt idx="11351">
                  <c:v>09-05-2022</c:v>
                </c:pt>
                <c:pt idx="11352">
                  <c:v>09-05-2022</c:v>
                </c:pt>
                <c:pt idx="11353">
                  <c:v>09-05-2022</c:v>
                </c:pt>
                <c:pt idx="11354">
                  <c:v>09-05-2022</c:v>
                </c:pt>
                <c:pt idx="11355">
                  <c:v>09-05-2022</c:v>
                </c:pt>
                <c:pt idx="11356">
                  <c:v>09-05-2022</c:v>
                </c:pt>
                <c:pt idx="11357">
                  <c:v>09-05-2022</c:v>
                </c:pt>
                <c:pt idx="11358">
                  <c:v>09-05-2022</c:v>
                </c:pt>
                <c:pt idx="11359">
                  <c:v>09-05-2022</c:v>
                </c:pt>
                <c:pt idx="11360">
                  <c:v>09-05-2022</c:v>
                </c:pt>
                <c:pt idx="11361">
                  <c:v>09-05-2022</c:v>
                </c:pt>
                <c:pt idx="11362">
                  <c:v>09-05-2022</c:v>
                </c:pt>
                <c:pt idx="11363">
                  <c:v>09-05-2022</c:v>
                </c:pt>
                <c:pt idx="11364">
                  <c:v>09-05-2022</c:v>
                </c:pt>
                <c:pt idx="11365">
                  <c:v>09-05-2022</c:v>
                </c:pt>
                <c:pt idx="11366">
                  <c:v>09-05-2022</c:v>
                </c:pt>
                <c:pt idx="11367">
                  <c:v>09-05-2022</c:v>
                </c:pt>
                <c:pt idx="11368">
                  <c:v>09-05-2022</c:v>
                </c:pt>
                <c:pt idx="11369">
                  <c:v>09-05-2022</c:v>
                </c:pt>
                <c:pt idx="11370">
                  <c:v>09-05-2022</c:v>
                </c:pt>
                <c:pt idx="11371">
                  <c:v>09-05-2022</c:v>
                </c:pt>
                <c:pt idx="11372">
                  <c:v>09-05-2022</c:v>
                </c:pt>
                <c:pt idx="11373">
                  <c:v>09-05-2022</c:v>
                </c:pt>
                <c:pt idx="11374">
                  <c:v>09-05-2022</c:v>
                </c:pt>
                <c:pt idx="11375">
                  <c:v>09-05-2022</c:v>
                </c:pt>
                <c:pt idx="11376">
                  <c:v>09-05-2022</c:v>
                </c:pt>
                <c:pt idx="11377">
                  <c:v>09-05-2022</c:v>
                </c:pt>
                <c:pt idx="11378">
                  <c:v>09-05-2022</c:v>
                </c:pt>
                <c:pt idx="11379">
                  <c:v>09-05-2022</c:v>
                </c:pt>
                <c:pt idx="11380">
                  <c:v>10-05-2022</c:v>
                </c:pt>
                <c:pt idx="11381">
                  <c:v>10-05-2022</c:v>
                </c:pt>
                <c:pt idx="11382">
                  <c:v>10-05-2022</c:v>
                </c:pt>
                <c:pt idx="11383">
                  <c:v>10-05-2022</c:v>
                </c:pt>
                <c:pt idx="11384">
                  <c:v>10-05-2022</c:v>
                </c:pt>
                <c:pt idx="11385">
                  <c:v>10-05-2022</c:v>
                </c:pt>
                <c:pt idx="11386">
                  <c:v>10-05-2022</c:v>
                </c:pt>
                <c:pt idx="11387">
                  <c:v>10-05-2022</c:v>
                </c:pt>
                <c:pt idx="11388">
                  <c:v>10-05-2022</c:v>
                </c:pt>
                <c:pt idx="11389">
                  <c:v>10-05-2022</c:v>
                </c:pt>
                <c:pt idx="11390">
                  <c:v>10-05-2022</c:v>
                </c:pt>
                <c:pt idx="11391">
                  <c:v>10-05-2022</c:v>
                </c:pt>
                <c:pt idx="11392">
                  <c:v>10-05-2022</c:v>
                </c:pt>
                <c:pt idx="11393">
                  <c:v>10-05-2022</c:v>
                </c:pt>
                <c:pt idx="11394">
                  <c:v>10-05-2022</c:v>
                </c:pt>
                <c:pt idx="11395">
                  <c:v>10-05-2022</c:v>
                </c:pt>
                <c:pt idx="11396">
                  <c:v>10-05-2022</c:v>
                </c:pt>
                <c:pt idx="11397">
                  <c:v>10-05-2022</c:v>
                </c:pt>
                <c:pt idx="11398">
                  <c:v>10-05-2022</c:v>
                </c:pt>
                <c:pt idx="11399">
                  <c:v>10-05-2022</c:v>
                </c:pt>
                <c:pt idx="11400">
                  <c:v>10-05-2022</c:v>
                </c:pt>
                <c:pt idx="11401">
                  <c:v>10-05-2022</c:v>
                </c:pt>
                <c:pt idx="11402">
                  <c:v>10-05-2022</c:v>
                </c:pt>
                <c:pt idx="11403">
                  <c:v>10-05-2022</c:v>
                </c:pt>
                <c:pt idx="11404">
                  <c:v>10-05-2022</c:v>
                </c:pt>
                <c:pt idx="11405">
                  <c:v>10-05-2022</c:v>
                </c:pt>
                <c:pt idx="11406">
                  <c:v>10-05-2022</c:v>
                </c:pt>
                <c:pt idx="11407">
                  <c:v>10-05-2022</c:v>
                </c:pt>
                <c:pt idx="11408">
                  <c:v>10-05-2022</c:v>
                </c:pt>
                <c:pt idx="11409">
                  <c:v>10-05-2022</c:v>
                </c:pt>
                <c:pt idx="11410">
                  <c:v>10-05-2022</c:v>
                </c:pt>
                <c:pt idx="11411">
                  <c:v>10-05-2022</c:v>
                </c:pt>
                <c:pt idx="11412">
                  <c:v>10-05-2022</c:v>
                </c:pt>
                <c:pt idx="11413">
                  <c:v>10-05-2022</c:v>
                </c:pt>
                <c:pt idx="11414">
                  <c:v>10-05-2022</c:v>
                </c:pt>
                <c:pt idx="11415">
                  <c:v>10-05-2022</c:v>
                </c:pt>
                <c:pt idx="11416">
                  <c:v>10-05-2022</c:v>
                </c:pt>
                <c:pt idx="11417">
                  <c:v>10-05-2022</c:v>
                </c:pt>
                <c:pt idx="11418">
                  <c:v>10-05-2022</c:v>
                </c:pt>
                <c:pt idx="11419">
                  <c:v>10-05-2022</c:v>
                </c:pt>
                <c:pt idx="11420">
                  <c:v>11-05-2022</c:v>
                </c:pt>
                <c:pt idx="11421">
                  <c:v>11-05-2022</c:v>
                </c:pt>
                <c:pt idx="11422">
                  <c:v>11-05-2022</c:v>
                </c:pt>
                <c:pt idx="11423">
                  <c:v>11-05-2022</c:v>
                </c:pt>
                <c:pt idx="11424">
                  <c:v>11-05-2022</c:v>
                </c:pt>
                <c:pt idx="11425">
                  <c:v>11-05-2022</c:v>
                </c:pt>
                <c:pt idx="11426">
                  <c:v>11-05-2022</c:v>
                </c:pt>
                <c:pt idx="11427">
                  <c:v>11-05-2022</c:v>
                </c:pt>
                <c:pt idx="11428">
                  <c:v>11-05-2022</c:v>
                </c:pt>
                <c:pt idx="11429">
                  <c:v>11-05-2022</c:v>
                </c:pt>
                <c:pt idx="11430">
                  <c:v>11-05-2022</c:v>
                </c:pt>
                <c:pt idx="11431">
                  <c:v>11-05-2022</c:v>
                </c:pt>
                <c:pt idx="11432">
                  <c:v>11-05-2022</c:v>
                </c:pt>
                <c:pt idx="11433">
                  <c:v>11-05-2022</c:v>
                </c:pt>
                <c:pt idx="11434">
                  <c:v>11-05-2022</c:v>
                </c:pt>
                <c:pt idx="11435">
                  <c:v>11-05-2022</c:v>
                </c:pt>
                <c:pt idx="11436">
                  <c:v>11-05-2022</c:v>
                </c:pt>
                <c:pt idx="11437">
                  <c:v>11-05-2022</c:v>
                </c:pt>
                <c:pt idx="11438">
                  <c:v>11-05-2022</c:v>
                </c:pt>
                <c:pt idx="11439">
                  <c:v>11-05-2022</c:v>
                </c:pt>
                <c:pt idx="11440">
                  <c:v>11-05-2022</c:v>
                </c:pt>
                <c:pt idx="11441">
                  <c:v>11-05-2022</c:v>
                </c:pt>
                <c:pt idx="11442">
                  <c:v>11-05-2022</c:v>
                </c:pt>
                <c:pt idx="11443">
                  <c:v>11-05-2022</c:v>
                </c:pt>
                <c:pt idx="11444">
                  <c:v>11-05-2022</c:v>
                </c:pt>
                <c:pt idx="11445">
                  <c:v>11-05-2022</c:v>
                </c:pt>
                <c:pt idx="11446">
                  <c:v>11-05-2022</c:v>
                </c:pt>
                <c:pt idx="11447">
                  <c:v>11-05-2022</c:v>
                </c:pt>
                <c:pt idx="11448">
                  <c:v>11-05-2022</c:v>
                </c:pt>
                <c:pt idx="11449">
                  <c:v>11-05-2022</c:v>
                </c:pt>
                <c:pt idx="11450">
                  <c:v>11-05-2022</c:v>
                </c:pt>
                <c:pt idx="11451">
                  <c:v>11-05-2022</c:v>
                </c:pt>
                <c:pt idx="11452">
                  <c:v>11-05-2022</c:v>
                </c:pt>
                <c:pt idx="11453">
                  <c:v>11-05-2022</c:v>
                </c:pt>
                <c:pt idx="11454">
                  <c:v>11-05-2022</c:v>
                </c:pt>
                <c:pt idx="11455">
                  <c:v>11-05-2022</c:v>
                </c:pt>
                <c:pt idx="11456">
                  <c:v>11-05-2022</c:v>
                </c:pt>
                <c:pt idx="11457">
                  <c:v>11-05-2022</c:v>
                </c:pt>
                <c:pt idx="11458">
                  <c:v>11-05-2022</c:v>
                </c:pt>
                <c:pt idx="11459">
                  <c:v>11-05-2022</c:v>
                </c:pt>
                <c:pt idx="11460">
                  <c:v>12-05-2022</c:v>
                </c:pt>
                <c:pt idx="11461">
                  <c:v>12-05-2022</c:v>
                </c:pt>
                <c:pt idx="11462">
                  <c:v>12-05-2022</c:v>
                </c:pt>
                <c:pt idx="11463">
                  <c:v>12-05-2022</c:v>
                </c:pt>
                <c:pt idx="11464">
                  <c:v>12-05-2022</c:v>
                </c:pt>
                <c:pt idx="11465">
                  <c:v>12-05-2022</c:v>
                </c:pt>
                <c:pt idx="11466">
                  <c:v>12-05-2022</c:v>
                </c:pt>
                <c:pt idx="11467">
                  <c:v>12-05-2022</c:v>
                </c:pt>
                <c:pt idx="11468">
                  <c:v>12-05-2022</c:v>
                </c:pt>
                <c:pt idx="11469">
                  <c:v>12-05-2022</c:v>
                </c:pt>
                <c:pt idx="11470">
                  <c:v>12-05-2022</c:v>
                </c:pt>
                <c:pt idx="11471">
                  <c:v>12-05-2022</c:v>
                </c:pt>
                <c:pt idx="11472">
                  <c:v>12-05-2022</c:v>
                </c:pt>
                <c:pt idx="11473">
                  <c:v>12-05-2022</c:v>
                </c:pt>
                <c:pt idx="11474">
                  <c:v>12-05-2022</c:v>
                </c:pt>
                <c:pt idx="11475">
                  <c:v>12-05-2022</c:v>
                </c:pt>
                <c:pt idx="11476">
                  <c:v>12-05-2022</c:v>
                </c:pt>
                <c:pt idx="11477">
                  <c:v>12-05-2022</c:v>
                </c:pt>
                <c:pt idx="11478">
                  <c:v>12-05-2022</c:v>
                </c:pt>
                <c:pt idx="11479">
                  <c:v>12-05-2022</c:v>
                </c:pt>
                <c:pt idx="11480">
                  <c:v>12-05-2022</c:v>
                </c:pt>
                <c:pt idx="11481">
                  <c:v>12-05-2022</c:v>
                </c:pt>
                <c:pt idx="11482">
                  <c:v>12-05-2022</c:v>
                </c:pt>
                <c:pt idx="11483">
                  <c:v>12-05-2022</c:v>
                </c:pt>
                <c:pt idx="11484">
                  <c:v>12-05-2022</c:v>
                </c:pt>
                <c:pt idx="11485">
                  <c:v>12-05-2022</c:v>
                </c:pt>
                <c:pt idx="11486">
                  <c:v>12-05-2022</c:v>
                </c:pt>
                <c:pt idx="11487">
                  <c:v>12-05-2022</c:v>
                </c:pt>
                <c:pt idx="11488">
                  <c:v>12-05-2022</c:v>
                </c:pt>
                <c:pt idx="11489">
                  <c:v>12-05-2022</c:v>
                </c:pt>
                <c:pt idx="11490">
                  <c:v>12-05-2022</c:v>
                </c:pt>
                <c:pt idx="11491">
                  <c:v>12-05-2022</c:v>
                </c:pt>
                <c:pt idx="11492">
                  <c:v>12-05-2022</c:v>
                </c:pt>
                <c:pt idx="11493">
                  <c:v>12-05-2022</c:v>
                </c:pt>
                <c:pt idx="11494">
                  <c:v>12-05-2022</c:v>
                </c:pt>
                <c:pt idx="11495">
                  <c:v>12-05-2022</c:v>
                </c:pt>
                <c:pt idx="11496">
                  <c:v>12-05-2022</c:v>
                </c:pt>
                <c:pt idx="11497">
                  <c:v>12-05-2022</c:v>
                </c:pt>
                <c:pt idx="11498">
                  <c:v>12-05-2022</c:v>
                </c:pt>
                <c:pt idx="11499">
                  <c:v>12-05-2022</c:v>
                </c:pt>
                <c:pt idx="11500">
                  <c:v>13-05-2022</c:v>
                </c:pt>
                <c:pt idx="11501">
                  <c:v>13-05-2022</c:v>
                </c:pt>
                <c:pt idx="11502">
                  <c:v>13-05-2022</c:v>
                </c:pt>
                <c:pt idx="11503">
                  <c:v>13-05-2022</c:v>
                </c:pt>
                <c:pt idx="11504">
                  <c:v>13-05-2022</c:v>
                </c:pt>
                <c:pt idx="11505">
                  <c:v>13-05-2022</c:v>
                </c:pt>
                <c:pt idx="11506">
                  <c:v>13-05-2022</c:v>
                </c:pt>
                <c:pt idx="11507">
                  <c:v>13-05-2022</c:v>
                </c:pt>
                <c:pt idx="11508">
                  <c:v>13-05-2022</c:v>
                </c:pt>
                <c:pt idx="11509">
                  <c:v>13-05-2022</c:v>
                </c:pt>
                <c:pt idx="11510">
                  <c:v>13-05-2022</c:v>
                </c:pt>
                <c:pt idx="11511">
                  <c:v>13-05-2022</c:v>
                </c:pt>
                <c:pt idx="11512">
                  <c:v>13-05-2022</c:v>
                </c:pt>
                <c:pt idx="11513">
                  <c:v>13-05-2022</c:v>
                </c:pt>
                <c:pt idx="11514">
                  <c:v>13-05-2022</c:v>
                </c:pt>
                <c:pt idx="11515">
                  <c:v>13-05-2022</c:v>
                </c:pt>
                <c:pt idx="11516">
                  <c:v>13-05-2022</c:v>
                </c:pt>
                <c:pt idx="11517">
                  <c:v>13-05-2022</c:v>
                </c:pt>
                <c:pt idx="11518">
                  <c:v>13-05-2022</c:v>
                </c:pt>
                <c:pt idx="11519">
                  <c:v>13-05-2022</c:v>
                </c:pt>
                <c:pt idx="11520">
                  <c:v>13-05-2022</c:v>
                </c:pt>
                <c:pt idx="11521">
                  <c:v>13-05-2022</c:v>
                </c:pt>
                <c:pt idx="11522">
                  <c:v>13-05-2022</c:v>
                </c:pt>
                <c:pt idx="11523">
                  <c:v>13-05-2022</c:v>
                </c:pt>
                <c:pt idx="11524">
                  <c:v>13-05-2022</c:v>
                </c:pt>
                <c:pt idx="11525">
                  <c:v>13-05-2022</c:v>
                </c:pt>
                <c:pt idx="11526">
                  <c:v>13-05-2022</c:v>
                </c:pt>
                <c:pt idx="11527">
                  <c:v>13-05-2022</c:v>
                </c:pt>
                <c:pt idx="11528">
                  <c:v>13-05-2022</c:v>
                </c:pt>
                <c:pt idx="11529">
                  <c:v>13-05-2022</c:v>
                </c:pt>
                <c:pt idx="11530">
                  <c:v>13-05-2022</c:v>
                </c:pt>
                <c:pt idx="11531">
                  <c:v>13-05-2022</c:v>
                </c:pt>
                <c:pt idx="11532">
                  <c:v>13-05-2022</c:v>
                </c:pt>
                <c:pt idx="11533">
                  <c:v>13-05-2022</c:v>
                </c:pt>
                <c:pt idx="11534">
                  <c:v>13-05-2022</c:v>
                </c:pt>
                <c:pt idx="11535">
                  <c:v>13-05-2022</c:v>
                </c:pt>
                <c:pt idx="11536">
                  <c:v>13-05-2022</c:v>
                </c:pt>
                <c:pt idx="11537">
                  <c:v>13-05-2022</c:v>
                </c:pt>
                <c:pt idx="11538">
                  <c:v>13-05-2022</c:v>
                </c:pt>
                <c:pt idx="11539">
                  <c:v>13-05-2022</c:v>
                </c:pt>
                <c:pt idx="11540">
                  <c:v>14-05-2022</c:v>
                </c:pt>
                <c:pt idx="11541">
                  <c:v>14-05-2022</c:v>
                </c:pt>
                <c:pt idx="11542">
                  <c:v>14-05-2022</c:v>
                </c:pt>
                <c:pt idx="11543">
                  <c:v>14-05-2022</c:v>
                </c:pt>
                <c:pt idx="11544">
                  <c:v>14-05-2022</c:v>
                </c:pt>
                <c:pt idx="11545">
                  <c:v>14-05-2022</c:v>
                </c:pt>
                <c:pt idx="11546">
                  <c:v>14-05-2022</c:v>
                </c:pt>
                <c:pt idx="11547">
                  <c:v>14-05-2022</c:v>
                </c:pt>
                <c:pt idx="11548">
                  <c:v>14-05-2022</c:v>
                </c:pt>
                <c:pt idx="11549">
                  <c:v>14-05-2022</c:v>
                </c:pt>
                <c:pt idx="11550">
                  <c:v>14-05-2022</c:v>
                </c:pt>
                <c:pt idx="11551">
                  <c:v>14-05-2022</c:v>
                </c:pt>
                <c:pt idx="11552">
                  <c:v>14-05-2022</c:v>
                </c:pt>
                <c:pt idx="11553">
                  <c:v>14-05-2022</c:v>
                </c:pt>
                <c:pt idx="11554">
                  <c:v>14-05-2022</c:v>
                </c:pt>
                <c:pt idx="11555">
                  <c:v>14-05-2022</c:v>
                </c:pt>
                <c:pt idx="11556">
                  <c:v>14-05-2022</c:v>
                </c:pt>
                <c:pt idx="11557">
                  <c:v>14-05-2022</c:v>
                </c:pt>
                <c:pt idx="11558">
                  <c:v>14-05-2022</c:v>
                </c:pt>
                <c:pt idx="11559">
                  <c:v>14-05-2022</c:v>
                </c:pt>
                <c:pt idx="11560">
                  <c:v>14-05-2022</c:v>
                </c:pt>
                <c:pt idx="11561">
                  <c:v>14-05-2022</c:v>
                </c:pt>
                <c:pt idx="11562">
                  <c:v>14-05-2022</c:v>
                </c:pt>
                <c:pt idx="11563">
                  <c:v>14-05-2022</c:v>
                </c:pt>
                <c:pt idx="11564">
                  <c:v>14-05-2022</c:v>
                </c:pt>
                <c:pt idx="11565">
                  <c:v>14-05-2022</c:v>
                </c:pt>
                <c:pt idx="11566">
                  <c:v>14-05-2022</c:v>
                </c:pt>
                <c:pt idx="11567">
                  <c:v>14-05-2022</c:v>
                </c:pt>
                <c:pt idx="11568">
                  <c:v>14-05-2022</c:v>
                </c:pt>
                <c:pt idx="11569">
                  <c:v>14-05-2022</c:v>
                </c:pt>
                <c:pt idx="11570">
                  <c:v>14-05-2022</c:v>
                </c:pt>
                <c:pt idx="11571">
                  <c:v>14-05-2022</c:v>
                </c:pt>
                <c:pt idx="11572">
                  <c:v>14-05-2022</c:v>
                </c:pt>
                <c:pt idx="11573">
                  <c:v>14-05-2022</c:v>
                </c:pt>
                <c:pt idx="11574">
                  <c:v>14-05-2022</c:v>
                </c:pt>
                <c:pt idx="11575">
                  <c:v>14-05-2022</c:v>
                </c:pt>
                <c:pt idx="11576">
                  <c:v>14-05-2022</c:v>
                </c:pt>
                <c:pt idx="11577">
                  <c:v>14-05-2022</c:v>
                </c:pt>
                <c:pt idx="11578">
                  <c:v>14-05-2022</c:v>
                </c:pt>
                <c:pt idx="11579">
                  <c:v>14-05-2022</c:v>
                </c:pt>
                <c:pt idx="11580">
                  <c:v>15-05-2022</c:v>
                </c:pt>
                <c:pt idx="11581">
                  <c:v>15-05-2022</c:v>
                </c:pt>
                <c:pt idx="11582">
                  <c:v>15-05-2022</c:v>
                </c:pt>
                <c:pt idx="11583">
                  <c:v>15-05-2022</c:v>
                </c:pt>
                <c:pt idx="11584">
                  <c:v>15-05-2022</c:v>
                </c:pt>
                <c:pt idx="11585">
                  <c:v>15-05-2022</c:v>
                </c:pt>
                <c:pt idx="11586">
                  <c:v>15-05-2022</c:v>
                </c:pt>
                <c:pt idx="11587">
                  <c:v>15-05-2022</c:v>
                </c:pt>
                <c:pt idx="11588">
                  <c:v>15-05-2022</c:v>
                </c:pt>
                <c:pt idx="11589">
                  <c:v>15-05-2022</c:v>
                </c:pt>
                <c:pt idx="11590">
                  <c:v>15-05-2022</c:v>
                </c:pt>
                <c:pt idx="11591">
                  <c:v>15-05-2022</c:v>
                </c:pt>
                <c:pt idx="11592">
                  <c:v>15-05-2022</c:v>
                </c:pt>
                <c:pt idx="11593">
                  <c:v>15-05-2022</c:v>
                </c:pt>
                <c:pt idx="11594">
                  <c:v>15-05-2022</c:v>
                </c:pt>
                <c:pt idx="11595">
                  <c:v>15-05-2022</c:v>
                </c:pt>
                <c:pt idx="11596">
                  <c:v>15-05-2022</c:v>
                </c:pt>
                <c:pt idx="11597">
                  <c:v>15-05-2022</c:v>
                </c:pt>
                <c:pt idx="11598">
                  <c:v>15-05-2022</c:v>
                </c:pt>
                <c:pt idx="11599">
                  <c:v>15-05-2022</c:v>
                </c:pt>
                <c:pt idx="11600">
                  <c:v>15-05-2022</c:v>
                </c:pt>
                <c:pt idx="11601">
                  <c:v>15-05-2022</c:v>
                </c:pt>
                <c:pt idx="11602">
                  <c:v>15-05-2022</c:v>
                </c:pt>
                <c:pt idx="11603">
                  <c:v>15-05-2022</c:v>
                </c:pt>
                <c:pt idx="11604">
                  <c:v>15-05-2022</c:v>
                </c:pt>
                <c:pt idx="11605">
                  <c:v>15-05-2022</c:v>
                </c:pt>
                <c:pt idx="11606">
                  <c:v>15-05-2022</c:v>
                </c:pt>
                <c:pt idx="11607">
                  <c:v>15-05-2022</c:v>
                </c:pt>
                <c:pt idx="11608">
                  <c:v>15-05-2022</c:v>
                </c:pt>
                <c:pt idx="11609">
                  <c:v>15-05-2022</c:v>
                </c:pt>
                <c:pt idx="11610">
                  <c:v>15-05-2022</c:v>
                </c:pt>
                <c:pt idx="11611">
                  <c:v>15-05-2022</c:v>
                </c:pt>
                <c:pt idx="11612">
                  <c:v>15-05-2022</c:v>
                </c:pt>
                <c:pt idx="11613">
                  <c:v>15-05-2022</c:v>
                </c:pt>
                <c:pt idx="11614">
                  <c:v>15-05-2022</c:v>
                </c:pt>
                <c:pt idx="11615">
                  <c:v>15-05-2022</c:v>
                </c:pt>
                <c:pt idx="11616">
                  <c:v>15-05-2022</c:v>
                </c:pt>
                <c:pt idx="11617">
                  <c:v>15-05-2022</c:v>
                </c:pt>
                <c:pt idx="11618">
                  <c:v>15-05-2022</c:v>
                </c:pt>
                <c:pt idx="11619">
                  <c:v>15-05-2022</c:v>
                </c:pt>
                <c:pt idx="11620">
                  <c:v>16-05-2022</c:v>
                </c:pt>
                <c:pt idx="11621">
                  <c:v>16-05-2022</c:v>
                </c:pt>
                <c:pt idx="11622">
                  <c:v>16-05-2022</c:v>
                </c:pt>
                <c:pt idx="11623">
                  <c:v>16-05-2022</c:v>
                </c:pt>
                <c:pt idx="11624">
                  <c:v>16-05-2022</c:v>
                </c:pt>
                <c:pt idx="11625">
                  <c:v>16-05-2022</c:v>
                </c:pt>
                <c:pt idx="11626">
                  <c:v>16-05-2022</c:v>
                </c:pt>
                <c:pt idx="11627">
                  <c:v>16-05-2022</c:v>
                </c:pt>
                <c:pt idx="11628">
                  <c:v>16-05-2022</c:v>
                </c:pt>
                <c:pt idx="11629">
                  <c:v>16-05-2022</c:v>
                </c:pt>
                <c:pt idx="11630">
                  <c:v>16-05-2022</c:v>
                </c:pt>
                <c:pt idx="11631">
                  <c:v>16-05-2022</c:v>
                </c:pt>
                <c:pt idx="11632">
                  <c:v>16-05-2022</c:v>
                </c:pt>
                <c:pt idx="11633">
                  <c:v>16-05-2022</c:v>
                </c:pt>
                <c:pt idx="11634">
                  <c:v>16-05-2022</c:v>
                </c:pt>
                <c:pt idx="11635">
                  <c:v>16-05-2022</c:v>
                </c:pt>
                <c:pt idx="11636">
                  <c:v>16-05-2022</c:v>
                </c:pt>
                <c:pt idx="11637">
                  <c:v>16-05-2022</c:v>
                </c:pt>
                <c:pt idx="11638">
                  <c:v>16-05-2022</c:v>
                </c:pt>
                <c:pt idx="11639">
                  <c:v>16-05-2022</c:v>
                </c:pt>
                <c:pt idx="11640">
                  <c:v>16-05-2022</c:v>
                </c:pt>
                <c:pt idx="11641">
                  <c:v>16-05-2022</c:v>
                </c:pt>
                <c:pt idx="11642">
                  <c:v>16-05-2022</c:v>
                </c:pt>
                <c:pt idx="11643">
                  <c:v>16-05-2022</c:v>
                </c:pt>
                <c:pt idx="11644">
                  <c:v>16-05-2022</c:v>
                </c:pt>
                <c:pt idx="11645">
                  <c:v>16-05-2022</c:v>
                </c:pt>
                <c:pt idx="11646">
                  <c:v>16-05-2022</c:v>
                </c:pt>
                <c:pt idx="11647">
                  <c:v>16-05-2022</c:v>
                </c:pt>
                <c:pt idx="11648">
                  <c:v>16-05-2022</c:v>
                </c:pt>
                <c:pt idx="11649">
                  <c:v>16-05-2022</c:v>
                </c:pt>
                <c:pt idx="11650">
                  <c:v>16-05-2022</c:v>
                </c:pt>
                <c:pt idx="11651">
                  <c:v>16-05-2022</c:v>
                </c:pt>
                <c:pt idx="11652">
                  <c:v>16-05-2022</c:v>
                </c:pt>
                <c:pt idx="11653">
                  <c:v>16-05-2022</c:v>
                </c:pt>
                <c:pt idx="11654">
                  <c:v>16-05-2022</c:v>
                </c:pt>
                <c:pt idx="11655">
                  <c:v>16-05-2022</c:v>
                </c:pt>
                <c:pt idx="11656">
                  <c:v>16-05-2022</c:v>
                </c:pt>
                <c:pt idx="11657">
                  <c:v>16-05-2022</c:v>
                </c:pt>
                <c:pt idx="11658">
                  <c:v>16-05-2022</c:v>
                </c:pt>
                <c:pt idx="11659">
                  <c:v>16-05-2022</c:v>
                </c:pt>
                <c:pt idx="11660">
                  <c:v>16-05-2022</c:v>
                </c:pt>
                <c:pt idx="11661">
                  <c:v>16-05-2022</c:v>
                </c:pt>
                <c:pt idx="11662">
                  <c:v>16-05-2022</c:v>
                </c:pt>
                <c:pt idx="11663">
                  <c:v>17-05-2022</c:v>
                </c:pt>
                <c:pt idx="11664">
                  <c:v>17-05-2022</c:v>
                </c:pt>
                <c:pt idx="11665">
                  <c:v>17-05-2022</c:v>
                </c:pt>
                <c:pt idx="11666">
                  <c:v>17-05-2022</c:v>
                </c:pt>
                <c:pt idx="11667">
                  <c:v>17-05-2022</c:v>
                </c:pt>
                <c:pt idx="11668">
                  <c:v>17-05-2022</c:v>
                </c:pt>
                <c:pt idx="11669">
                  <c:v>17-05-2022</c:v>
                </c:pt>
                <c:pt idx="11670">
                  <c:v>17-05-2022</c:v>
                </c:pt>
                <c:pt idx="11671">
                  <c:v>17-05-2022</c:v>
                </c:pt>
                <c:pt idx="11672">
                  <c:v>17-05-2022</c:v>
                </c:pt>
                <c:pt idx="11673">
                  <c:v>17-05-2022</c:v>
                </c:pt>
                <c:pt idx="11674">
                  <c:v>17-05-2022</c:v>
                </c:pt>
                <c:pt idx="11675">
                  <c:v>17-05-2022</c:v>
                </c:pt>
                <c:pt idx="11676">
                  <c:v>17-05-2022</c:v>
                </c:pt>
                <c:pt idx="11677">
                  <c:v>17-05-2022</c:v>
                </c:pt>
                <c:pt idx="11678">
                  <c:v>17-05-2022</c:v>
                </c:pt>
                <c:pt idx="11679">
                  <c:v>17-05-2022</c:v>
                </c:pt>
                <c:pt idx="11680">
                  <c:v>17-05-2022</c:v>
                </c:pt>
                <c:pt idx="11681">
                  <c:v>17-05-2022</c:v>
                </c:pt>
                <c:pt idx="11682">
                  <c:v>17-05-2022</c:v>
                </c:pt>
                <c:pt idx="11683">
                  <c:v>17-05-2022</c:v>
                </c:pt>
                <c:pt idx="11684">
                  <c:v>17-05-2022</c:v>
                </c:pt>
                <c:pt idx="11685">
                  <c:v>17-05-2022</c:v>
                </c:pt>
                <c:pt idx="11686">
                  <c:v>17-05-2022</c:v>
                </c:pt>
                <c:pt idx="11687">
                  <c:v>17-05-2022</c:v>
                </c:pt>
                <c:pt idx="11688">
                  <c:v>17-05-2022</c:v>
                </c:pt>
                <c:pt idx="11689">
                  <c:v>17-05-2022</c:v>
                </c:pt>
                <c:pt idx="11690">
                  <c:v>17-05-2022</c:v>
                </c:pt>
                <c:pt idx="11691">
                  <c:v>17-05-2022</c:v>
                </c:pt>
                <c:pt idx="11692">
                  <c:v>17-05-2022</c:v>
                </c:pt>
                <c:pt idx="11693">
                  <c:v>17-05-2022</c:v>
                </c:pt>
                <c:pt idx="11694">
                  <c:v>17-05-2022</c:v>
                </c:pt>
                <c:pt idx="11695">
                  <c:v>17-05-2022</c:v>
                </c:pt>
                <c:pt idx="11696">
                  <c:v>17-05-2022</c:v>
                </c:pt>
                <c:pt idx="11697">
                  <c:v>17-05-2022</c:v>
                </c:pt>
                <c:pt idx="11698">
                  <c:v>17-05-2022</c:v>
                </c:pt>
                <c:pt idx="11699">
                  <c:v>17-05-2022</c:v>
                </c:pt>
                <c:pt idx="11700">
                  <c:v>17-05-2022</c:v>
                </c:pt>
                <c:pt idx="11701">
                  <c:v>17-05-2022</c:v>
                </c:pt>
                <c:pt idx="11702">
                  <c:v>17-05-2022</c:v>
                </c:pt>
                <c:pt idx="11703">
                  <c:v>17-05-2022</c:v>
                </c:pt>
                <c:pt idx="11704">
                  <c:v>17-05-2022</c:v>
                </c:pt>
                <c:pt idx="11705">
                  <c:v>18-05-2022</c:v>
                </c:pt>
                <c:pt idx="11706">
                  <c:v>18-05-2022</c:v>
                </c:pt>
                <c:pt idx="11707">
                  <c:v>18-05-2022</c:v>
                </c:pt>
                <c:pt idx="11708">
                  <c:v>18-05-2022</c:v>
                </c:pt>
                <c:pt idx="11709">
                  <c:v>18-05-2022</c:v>
                </c:pt>
                <c:pt idx="11710">
                  <c:v>18-05-2022</c:v>
                </c:pt>
                <c:pt idx="11711">
                  <c:v>18-05-2022</c:v>
                </c:pt>
                <c:pt idx="11712">
                  <c:v>18-05-2022</c:v>
                </c:pt>
                <c:pt idx="11713">
                  <c:v>18-05-2022</c:v>
                </c:pt>
                <c:pt idx="11714">
                  <c:v>18-05-2022</c:v>
                </c:pt>
                <c:pt idx="11715">
                  <c:v>18-05-2022</c:v>
                </c:pt>
                <c:pt idx="11716">
                  <c:v>18-05-2022</c:v>
                </c:pt>
                <c:pt idx="11717">
                  <c:v>18-05-2022</c:v>
                </c:pt>
                <c:pt idx="11718">
                  <c:v>18-05-2022</c:v>
                </c:pt>
                <c:pt idx="11719">
                  <c:v>18-05-2022</c:v>
                </c:pt>
                <c:pt idx="11720">
                  <c:v>18-05-2022</c:v>
                </c:pt>
                <c:pt idx="11721">
                  <c:v>18-05-2022</c:v>
                </c:pt>
                <c:pt idx="11722">
                  <c:v>18-05-2022</c:v>
                </c:pt>
                <c:pt idx="11723">
                  <c:v>18-05-2022</c:v>
                </c:pt>
                <c:pt idx="11724">
                  <c:v>18-05-2022</c:v>
                </c:pt>
                <c:pt idx="11725">
                  <c:v>18-05-2022</c:v>
                </c:pt>
                <c:pt idx="11726">
                  <c:v>18-05-2022</c:v>
                </c:pt>
                <c:pt idx="11727">
                  <c:v>18-05-2022</c:v>
                </c:pt>
                <c:pt idx="11728">
                  <c:v>18-05-2022</c:v>
                </c:pt>
                <c:pt idx="11729">
                  <c:v>18-05-2022</c:v>
                </c:pt>
                <c:pt idx="11730">
                  <c:v>18-05-2022</c:v>
                </c:pt>
                <c:pt idx="11731">
                  <c:v>18-05-2022</c:v>
                </c:pt>
                <c:pt idx="11732">
                  <c:v>18-05-2022</c:v>
                </c:pt>
                <c:pt idx="11733">
                  <c:v>18-05-2022</c:v>
                </c:pt>
                <c:pt idx="11734">
                  <c:v>18-05-2022</c:v>
                </c:pt>
                <c:pt idx="11735">
                  <c:v>18-05-2022</c:v>
                </c:pt>
                <c:pt idx="11736">
                  <c:v>18-05-2022</c:v>
                </c:pt>
                <c:pt idx="11737">
                  <c:v>18-05-2022</c:v>
                </c:pt>
                <c:pt idx="11738">
                  <c:v>18-05-2022</c:v>
                </c:pt>
                <c:pt idx="11739">
                  <c:v>18-05-2022</c:v>
                </c:pt>
                <c:pt idx="11740">
                  <c:v>18-05-2022</c:v>
                </c:pt>
                <c:pt idx="11741">
                  <c:v>18-05-2022</c:v>
                </c:pt>
                <c:pt idx="11742">
                  <c:v>18-05-2022</c:v>
                </c:pt>
                <c:pt idx="11743">
                  <c:v>18-05-2022</c:v>
                </c:pt>
                <c:pt idx="11744">
                  <c:v>18-05-2022</c:v>
                </c:pt>
                <c:pt idx="11745">
                  <c:v>19-05-2022</c:v>
                </c:pt>
                <c:pt idx="11746">
                  <c:v>19-05-2022</c:v>
                </c:pt>
                <c:pt idx="11747">
                  <c:v>19-05-2022</c:v>
                </c:pt>
                <c:pt idx="11748">
                  <c:v>19-05-2022</c:v>
                </c:pt>
                <c:pt idx="11749">
                  <c:v>19-05-2022</c:v>
                </c:pt>
                <c:pt idx="11750">
                  <c:v>19-05-2022</c:v>
                </c:pt>
                <c:pt idx="11751">
                  <c:v>19-05-2022</c:v>
                </c:pt>
                <c:pt idx="11752">
                  <c:v>19-05-2022</c:v>
                </c:pt>
                <c:pt idx="11753">
                  <c:v>19-05-2022</c:v>
                </c:pt>
                <c:pt idx="11754">
                  <c:v>19-05-2022</c:v>
                </c:pt>
                <c:pt idx="11755">
                  <c:v>19-05-2022</c:v>
                </c:pt>
                <c:pt idx="11756">
                  <c:v>19-05-2022</c:v>
                </c:pt>
                <c:pt idx="11757">
                  <c:v>19-05-2022</c:v>
                </c:pt>
                <c:pt idx="11758">
                  <c:v>19-05-2022</c:v>
                </c:pt>
                <c:pt idx="11759">
                  <c:v>19-05-2022</c:v>
                </c:pt>
                <c:pt idx="11760">
                  <c:v>19-05-2022</c:v>
                </c:pt>
                <c:pt idx="11761">
                  <c:v>19-05-2022</c:v>
                </c:pt>
                <c:pt idx="11762">
                  <c:v>19-05-2022</c:v>
                </c:pt>
                <c:pt idx="11763">
                  <c:v>19-05-2022</c:v>
                </c:pt>
                <c:pt idx="11764">
                  <c:v>19-05-2022</c:v>
                </c:pt>
                <c:pt idx="11765">
                  <c:v>19-05-2022</c:v>
                </c:pt>
                <c:pt idx="11766">
                  <c:v>19-05-2022</c:v>
                </c:pt>
                <c:pt idx="11767">
                  <c:v>19-05-2022</c:v>
                </c:pt>
                <c:pt idx="11768">
                  <c:v>19-05-2022</c:v>
                </c:pt>
                <c:pt idx="11769">
                  <c:v>19-05-2022</c:v>
                </c:pt>
                <c:pt idx="11770">
                  <c:v>19-05-2022</c:v>
                </c:pt>
                <c:pt idx="11771">
                  <c:v>19-05-2022</c:v>
                </c:pt>
                <c:pt idx="11772">
                  <c:v>19-05-2022</c:v>
                </c:pt>
                <c:pt idx="11773">
                  <c:v>19-05-2022</c:v>
                </c:pt>
                <c:pt idx="11774">
                  <c:v>19-05-2022</c:v>
                </c:pt>
                <c:pt idx="11775">
                  <c:v>19-05-2022</c:v>
                </c:pt>
                <c:pt idx="11776">
                  <c:v>19-05-2022</c:v>
                </c:pt>
                <c:pt idx="11777">
                  <c:v>19-05-2022</c:v>
                </c:pt>
                <c:pt idx="11778">
                  <c:v>19-05-2022</c:v>
                </c:pt>
                <c:pt idx="11779">
                  <c:v>19-05-2022</c:v>
                </c:pt>
                <c:pt idx="11780">
                  <c:v>19-05-2022</c:v>
                </c:pt>
                <c:pt idx="11781">
                  <c:v>19-05-2022</c:v>
                </c:pt>
                <c:pt idx="11782">
                  <c:v>19-05-2022</c:v>
                </c:pt>
                <c:pt idx="11783">
                  <c:v>19-05-2022</c:v>
                </c:pt>
                <c:pt idx="11784">
                  <c:v>19-05-2022</c:v>
                </c:pt>
                <c:pt idx="11785">
                  <c:v>19-05-2022</c:v>
                </c:pt>
                <c:pt idx="11786">
                  <c:v>20-05-2022</c:v>
                </c:pt>
                <c:pt idx="11787">
                  <c:v>20-05-2022</c:v>
                </c:pt>
                <c:pt idx="11788">
                  <c:v>20-05-2022</c:v>
                </c:pt>
                <c:pt idx="11789">
                  <c:v>20-05-2022</c:v>
                </c:pt>
                <c:pt idx="11790">
                  <c:v>20-05-2022</c:v>
                </c:pt>
                <c:pt idx="11791">
                  <c:v>20-05-2022</c:v>
                </c:pt>
                <c:pt idx="11792">
                  <c:v>20-05-2022</c:v>
                </c:pt>
                <c:pt idx="11793">
                  <c:v>20-05-2022</c:v>
                </c:pt>
                <c:pt idx="11794">
                  <c:v>20-05-2022</c:v>
                </c:pt>
                <c:pt idx="11795">
                  <c:v>20-05-2022</c:v>
                </c:pt>
                <c:pt idx="11796">
                  <c:v>20-05-2022</c:v>
                </c:pt>
                <c:pt idx="11797">
                  <c:v>20-05-2022</c:v>
                </c:pt>
                <c:pt idx="11798">
                  <c:v>20-05-2022</c:v>
                </c:pt>
                <c:pt idx="11799">
                  <c:v>20-05-2022</c:v>
                </c:pt>
                <c:pt idx="11800">
                  <c:v>20-05-2022</c:v>
                </c:pt>
                <c:pt idx="11801">
                  <c:v>20-05-2022</c:v>
                </c:pt>
                <c:pt idx="11802">
                  <c:v>20-05-2022</c:v>
                </c:pt>
                <c:pt idx="11803">
                  <c:v>20-05-2022</c:v>
                </c:pt>
                <c:pt idx="11804">
                  <c:v>20-05-2022</c:v>
                </c:pt>
                <c:pt idx="11805">
                  <c:v>20-05-2022</c:v>
                </c:pt>
                <c:pt idx="11806">
                  <c:v>20-05-2022</c:v>
                </c:pt>
                <c:pt idx="11807">
                  <c:v>20-05-2022</c:v>
                </c:pt>
                <c:pt idx="11808">
                  <c:v>20-05-2022</c:v>
                </c:pt>
                <c:pt idx="11809">
                  <c:v>20-05-2022</c:v>
                </c:pt>
                <c:pt idx="11810">
                  <c:v>20-05-2022</c:v>
                </c:pt>
                <c:pt idx="11811">
                  <c:v>20-05-2022</c:v>
                </c:pt>
                <c:pt idx="11812">
                  <c:v>20-05-2022</c:v>
                </c:pt>
                <c:pt idx="11813">
                  <c:v>20-05-2022</c:v>
                </c:pt>
                <c:pt idx="11814">
                  <c:v>20-05-2022</c:v>
                </c:pt>
                <c:pt idx="11815">
                  <c:v>20-05-2022</c:v>
                </c:pt>
                <c:pt idx="11816">
                  <c:v>20-05-2022</c:v>
                </c:pt>
                <c:pt idx="11817">
                  <c:v>20-05-2022</c:v>
                </c:pt>
                <c:pt idx="11818">
                  <c:v>20-05-2022</c:v>
                </c:pt>
                <c:pt idx="11819">
                  <c:v>20-05-2022</c:v>
                </c:pt>
                <c:pt idx="11820">
                  <c:v>20-05-2022</c:v>
                </c:pt>
                <c:pt idx="11821">
                  <c:v>20-05-2022</c:v>
                </c:pt>
                <c:pt idx="11822">
                  <c:v>20-05-2022</c:v>
                </c:pt>
                <c:pt idx="11823">
                  <c:v>20-05-2022</c:v>
                </c:pt>
                <c:pt idx="11824">
                  <c:v>20-05-2022</c:v>
                </c:pt>
                <c:pt idx="11825">
                  <c:v>20-05-2022</c:v>
                </c:pt>
                <c:pt idx="11826">
                  <c:v>21-05-2022</c:v>
                </c:pt>
                <c:pt idx="11827">
                  <c:v>21-05-2022</c:v>
                </c:pt>
                <c:pt idx="11828">
                  <c:v>21-05-2022</c:v>
                </c:pt>
                <c:pt idx="11829">
                  <c:v>21-05-2022</c:v>
                </c:pt>
                <c:pt idx="11830">
                  <c:v>21-05-2022</c:v>
                </c:pt>
                <c:pt idx="11831">
                  <c:v>21-05-2022</c:v>
                </c:pt>
                <c:pt idx="11832">
                  <c:v>21-05-2022</c:v>
                </c:pt>
                <c:pt idx="11833">
                  <c:v>21-05-2022</c:v>
                </c:pt>
                <c:pt idx="11834">
                  <c:v>21-05-2022</c:v>
                </c:pt>
                <c:pt idx="11835">
                  <c:v>21-05-2022</c:v>
                </c:pt>
                <c:pt idx="11836">
                  <c:v>21-05-2022</c:v>
                </c:pt>
                <c:pt idx="11837">
                  <c:v>21-05-2022</c:v>
                </c:pt>
                <c:pt idx="11838">
                  <c:v>21-05-2022</c:v>
                </c:pt>
                <c:pt idx="11839">
                  <c:v>21-05-2022</c:v>
                </c:pt>
                <c:pt idx="11840">
                  <c:v>21-05-2022</c:v>
                </c:pt>
                <c:pt idx="11841">
                  <c:v>21-05-2022</c:v>
                </c:pt>
                <c:pt idx="11842">
                  <c:v>21-05-2022</c:v>
                </c:pt>
                <c:pt idx="11843">
                  <c:v>21-05-2022</c:v>
                </c:pt>
                <c:pt idx="11844">
                  <c:v>21-05-2022</c:v>
                </c:pt>
                <c:pt idx="11845">
                  <c:v>21-05-2022</c:v>
                </c:pt>
                <c:pt idx="11846">
                  <c:v>21-05-2022</c:v>
                </c:pt>
                <c:pt idx="11847">
                  <c:v>21-05-2022</c:v>
                </c:pt>
                <c:pt idx="11848">
                  <c:v>21-05-2022</c:v>
                </c:pt>
                <c:pt idx="11849">
                  <c:v>21-05-2022</c:v>
                </c:pt>
                <c:pt idx="11850">
                  <c:v>21-05-2022</c:v>
                </c:pt>
                <c:pt idx="11851">
                  <c:v>21-05-2022</c:v>
                </c:pt>
                <c:pt idx="11852">
                  <c:v>21-05-2022</c:v>
                </c:pt>
                <c:pt idx="11853">
                  <c:v>21-05-2022</c:v>
                </c:pt>
                <c:pt idx="11854">
                  <c:v>21-05-2022</c:v>
                </c:pt>
                <c:pt idx="11855">
                  <c:v>21-05-2022</c:v>
                </c:pt>
                <c:pt idx="11856">
                  <c:v>21-05-2022</c:v>
                </c:pt>
                <c:pt idx="11857">
                  <c:v>21-05-2022</c:v>
                </c:pt>
                <c:pt idx="11858">
                  <c:v>21-05-2022</c:v>
                </c:pt>
                <c:pt idx="11859">
                  <c:v>21-05-2022</c:v>
                </c:pt>
                <c:pt idx="11860">
                  <c:v>21-05-2022</c:v>
                </c:pt>
                <c:pt idx="11861">
                  <c:v>21-05-2022</c:v>
                </c:pt>
                <c:pt idx="11862">
                  <c:v>21-05-2022</c:v>
                </c:pt>
                <c:pt idx="11863">
                  <c:v>21-05-2022</c:v>
                </c:pt>
                <c:pt idx="11864">
                  <c:v>21-05-2022</c:v>
                </c:pt>
                <c:pt idx="11865">
                  <c:v>21-05-2022</c:v>
                </c:pt>
                <c:pt idx="11866">
                  <c:v>21-05-2022</c:v>
                </c:pt>
                <c:pt idx="11867">
                  <c:v>21-05-2022</c:v>
                </c:pt>
                <c:pt idx="11868">
                  <c:v>21-05-2022</c:v>
                </c:pt>
                <c:pt idx="11869">
                  <c:v>21-05-2022</c:v>
                </c:pt>
                <c:pt idx="11870">
                  <c:v>22-05-2022</c:v>
                </c:pt>
                <c:pt idx="11871">
                  <c:v>22-05-2022</c:v>
                </c:pt>
                <c:pt idx="11872">
                  <c:v>22-05-2022</c:v>
                </c:pt>
                <c:pt idx="11873">
                  <c:v>22-05-2022</c:v>
                </c:pt>
                <c:pt idx="11874">
                  <c:v>22-05-2022</c:v>
                </c:pt>
                <c:pt idx="11875">
                  <c:v>22-05-2022</c:v>
                </c:pt>
                <c:pt idx="11876">
                  <c:v>22-05-2022</c:v>
                </c:pt>
                <c:pt idx="11877">
                  <c:v>22-05-2022</c:v>
                </c:pt>
                <c:pt idx="11878">
                  <c:v>22-05-2022</c:v>
                </c:pt>
                <c:pt idx="11879">
                  <c:v>22-05-2022</c:v>
                </c:pt>
                <c:pt idx="11880">
                  <c:v>22-05-2022</c:v>
                </c:pt>
                <c:pt idx="11881">
                  <c:v>22-05-2022</c:v>
                </c:pt>
                <c:pt idx="11882">
                  <c:v>22-05-2022</c:v>
                </c:pt>
                <c:pt idx="11883">
                  <c:v>22-05-2022</c:v>
                </c:pt>
                <c:pt idx="11884">
                  <c:v>22-05-2022</c:v>
                </c:pt>
                <c:pt idx="11885">
                  <c:v>22-05-2022</c:v>
                </c:pt>
                <c:pt idx="11886">
                  <c:v>22-05-2022</c:v>
                </c:pt>
                <c:pt idx="11887">
                  <c:v>22-05-2022</c:v>
                </c:pt>
                <c:pt idx="11888">
                  <c:v>22-05-2022</c:v>
                </c:pt>
                <c:pt idx="11889">
                  <c:v>22-05-2022</c:v>
                </c:pt>
                <c:pt idx="11890">
                  <c:v>22-05-2022</c:v>
                </c:pt>
                <c:pt idx="11891">
                  <c:v>22-05-2022</c:v>
                </c:pt>
                <c:pt idx="11892">
                  <c:v>22-05-2022</c:v>
                </c:pt>
                <c:pt idx="11893">
                  <c:v>22-05-2022</c:v>
                </c:pt>
                <c:pt idx="11894">
                  <c:v>22-05-2022</c:v>
                </c:pt>
                <c:pt idx="11895">
                  <c:v>22-05-2022</c:v>
                </c:pt>
                <c:pt idx="11896">
                  <c:v>22-05-2022</c:v>
                </c:pt>
                <c:pt idx="11897">
                  <c:v>22-05-2022</c:v>
                </c:pt>
                <c:pt idx="11898">
                  <c:v>22-05-2022</c:v>
                </c:pt>
                <c:pt idx="11899">
                  <c:v>22-05-2022</c:v>
                </c:pt>
                <c:pt idx="11900">
                  <c:v>22-05-2022</c:v>
                </c:pt>
                <c:pt idx="11901">
                  <c:v>22-05-2022</c:v>
                </c:pt>
                <c:pt idx="11902">
                  <c:v>22-05-2022</c:v>
                </c:pt>
                <c:pt idx="11903">
                  <c:v>22-05-2022</c:v>
                </c:pt>
                <c:pt idx="11904">
                  <c:v>22-05-2022</c:v>
                </c:pt>
                <c:pt idx="11905">
                  <c:v>22-05-2022</c:v>
                </c:pt>
                <c:pt idx="11906">
                  <c:v>22-05-2022</c:v>
                </c:pt>
                <c:pt idx="11907">
                  <c:v>22-05-2022</c:v>
                </c:pt>
                <c:pt idx="11908">
                  <c:v>22-05-2022</c:v>
                </c:pt>
                <c:pt idx="11909">
                  <c:v>22-05-2022</c:v>
                </c:pt>
                <c:pt idx="11910">
                  <c:v>22-05-2022</c:v>
                </c:pt>
                <c:pt idx="11911">
                  <c:v>22-05-2022</c:v>
                </c:pt>
                <c:pt idx="11912">
                  <c:v>22-05-2022</c:v>
                </c:pt>
                <c:pt idx="11913">
                  <c:v>22-05-2022</c:v>
                </c:pt>
                <c:pt idx="11914">
                  <c:v>23-05-2022</c:v>
                </c:pt>
                <c:pt idx="11915">
                  <c:v>23-05-2022</c:v>
                </c:pt>
                <c:pt idx="11916">
                  <c:v>23-05-2022</c:v>
                </c:pt>
                <c:pt idx="11917">
                  <c:v>23-05-2022</c:v>
                </c:pt>
                <c:pt idx="11918">
                  <c:v>23-05-2022</c:v>
                </c:pt>
                <c:pt idx="11919">
                  <c:v>23-05-2022</c:v>
                </c:pt>
                <c:pt idx="11920">
                  <c:v>23-05-2022</c:v>
                </c:pt>
                <c:pt idx="11921">
                  <c:v>23-05-2022</c:v>
                </c:pt>
                <c:pt idx="11922">
                  <c:v>23-05-2022</c:v>
                </c:pt>
                <c:pt idx="11923">
                  <c:v>23-05-2022</c:v>
                </c:pt>
                <c:pt idx="11924">
                  <c:v>23-05-2022</c:v>
                </c:pt>
                <c:pt idx="11925">
                  <c:v>23-05-2022</c:v>
                </c:pt>
                <c:pt idx="11926">
                  <c:v>23-05-2022</c:v>
                </c:pt>
                <c:pt idx="11927">
                  <c:v>23-05-2022</c:v>
                </c:pt>
                <c:pt idx="11928">
                  <c:v>23-05-2022</c:v>
                </c:pt>
                <c:pt idx="11929">
                  <c:v>23-05-2022</c:v>
                </c:pt>
                <c:pt idx="11930">
                  <c:v>23-05-2022</c:v>
                </c:pt>
                <c:pt idx="11931">
                  <c:v>23-05-2022</c:v>
                </c:pt>
                <c:pt idx="11932">
                  <c:v>23-05-2022</c:v>
                </c:pt>
                <c:pt idx="11933">
                  <c:v>23-05-2022</c:v>
                </c:pt>
                <c:pt idx="11934">
                  <c:v>23-05-2022</c:v>
                </c:pt>
                <c:pt idx="11935">
                  <c:v>23-05-2022</c:v>
                </c:pt>
                <c:pt idx="11936">
                  <c:v>23-05-2022</c:v>
                </c:pt>
                <c:pt idx="11937">
                  <c:v>23-05-2022</c:v>
                </c:pt>
                <c:pt idx="11938">
                  <c:v>23-05-2022</c:v>
                </c:pt>
                <c:pt idx="11939">
                  <c:v>23-05-2022</c:v>
                </c:pt>
                <c:pt idx="11940">
                  <c:v>23-05-2022</c:v>
                </c:pt>
                <c:pt idx="11941">
                  <c:v>23-05-2022</c:v>
                </c:pt>
                <c:pt idx="11942">
                  <c:v>23-05-2022</c:v>
                </c:pt>
                <c:pt idx="11943">
                  <c:v>23-05-2022</c:v>
                </c:pt>
                <c:pt idx="11944">
                  <c:v>23-05-2022</c:v>
                </c:pt>
                <c:pt idx="11945">
                  <c:v>23-05-2022</c:v>
                </c:pt>
                <c:pt idx="11946">
                  <c:v>23-05-2022</c:v>
                </c:pt>
                <c:pt idx="11947">
                  <c:v>23-05-2022</c:v>
                </c:pt>
                <c:pt idx="11948">
                  <c:v>23-05-2022</c:v>
                </c:pt>
                <c:pt idx="11949">
                  <c:v>23-05-2022</c:v>
                </c:pt>
                <c:pt idx="11950">
                  <c:v>23-05-2022</c:v>
                </c:pt>
                <c:pt idx="11951">
                  <c:v>23-05-2022</c:v>
                </c:pt>
                <c:pt idx="11952">
                  <c:v>23-05-2022</c:v>
                </c:pt>
                <c:pt idx="11953">
                  <c:v>23-05-2022</c:v>
                </c:pt>
                <c:pt idx="11954">
                  <c:v>24-05-2022</c:v>
                </c:pt>
                <c:pt idx="11955">
                  <c:v>24-05-2022</c:v>
                </c:pt>
                <c:pt idx="11956">
                  <c:v>24-05-2022</c:v>
                </c:pt>
                <c:pt idx="11957">
                  <c:v>24-05-2022</c:v>
                </c:pt>
                <c:pt idx="11958">
                  <c:v>24-05-2022</c:v>
                </c:pt>
                <c:pt idx="11959">
                  <c:v>24-05-2022</c:v>
                </c:pt>
                <c:pt idx="11960">
                  <c:v>24-05-2022</c:v>
                </c:pt>
                <c:pt idx="11961">
                  <c:v>24-05-2022</c:v>
                </c:pt>
                <c:pt idx="11962">
                  <c:v>24-05-2022</c:v>
                </c:pt>
                <c:pt idx="11963">
                  <c:v>24-05-2022</c:v>
                </c:pt>
                <c:pt idx="11964">
                  <c:v>24-05-2022</c:v>
                </c:pt>
                <c:pt idx="11965">
                  <c:v>24-05-2022</c:v>
                </c:pt>
                <c:pt idx="11966">
                  <c:v>24-05-2022</c:v>
                </c:pt>
                <c:pt idx="11967">
                  <c:v>24-05-2022</c:v>
                </c:pt>
                <c:pt idx="11968">
                  <c:v>24-05-2022</c:v>
                </c:pt>
                <c:pt idx="11969">
                  <c:v>24-05-2022</c:v>
                </c:pt>
                <c:pt idx="11970">
                  <c:v>24-05-2022</c:v>
                </c:pt>
                <c:pt idx="11971">
                  <c:v>24-05-2022</c:v>
                </c:pt>
                <c:pt idx="11972">
                  <c:v>24-05-2022</c:v>
                </c:pt>
                <c:pt idx="11973">
                  <c:v>24-05-2022</c:v>
                </c:pt>
                <c:pt idx="11974">
                  <c:v>24-05-2022</c:v>
                </c:pt>
                <c:pt idx="11975">
                  <c:v>24-05-2022</c:v>
                </c:pt>
                <c:pt idx="11976">
                  <c:v>24-05-2022</c:v>
                </c:pt>
                <c:pt idx="11977">
                  <c:v>24-05-2022</c:v>
                </c:pt>
                <c:pt idx="11978">
                  <c:v>24-05-2022</c:v>
                </c:pt>
                <c:pt idx="11979">
                  <c:v>24-05-2022</c:v>
                </c:pt>
                <c:pt idx="11980">
                  <c:v>24-05-2022</c:v>
                </c:pt>
                <c:pt idx="11981">
                  <c:v>24-05-2022</c:v>
                </c:pt>
                <c:pt idx="11982">
                  <c:v>24-05-2022</c:v>
                </c:pt>
                <c:pt idx="11983">
                  <c:v>24-05-2022</c:v>
                </c:pt>
                <c:pt idx="11984">
                  <c:v>24-05-2022</c:v>
                </c:pt>
                <c:pt idx="11985">
                  <c:v>24-05-2022</c:v>
                </c:pt>
                <c:pt idx="11986">
                  <c:v>24-05-2022</c:v>
                </c:pt>
                <c:pt idx="11987">
                  <c:v>24-05-2022</c:v>
                </c:pt>
                <c:pt idx="11988">
                  <c:v>24-05-2022</c:v>
                </c:pt>
                <c:pt idx="11989">
                  <c:v>24-05-2022</c:v>
                </c:pt>
                <c:pt idx="11990">
                  <c:v>24-05-2022</c:v>
                </c:pt>
                <c:pt idx="11991">
                  <c:v>24-05-2022</c:v>
                </c:pt>
                <c:pt idx="11992">
                  <c:v>24-05-2022</c:v>
                </c:pt>
                <c:pt idx="11993">
                  <c:v>24-05-2022</c:v>
                </c:pt>
                <c:pt idx="11994">
                  <c:v>25-05-2022</c:v>
                </c:pt>
                <c:pt idx="11995">
                  <c:v>25-05-2022</c:v>
                </c:pt>
                <c:pt idx="11996">
                  <c:v>25-05-2022</c:v>
                </c:pt>
                <c:pt idx="11997">
                  <c:v>25-05-2022</c:v>
                </c:pt>
                <c:pt idx="11998">
                  <c:v>25-05-2022</c:v>
                </c:pt>
                <c:pt idx="11999">
                  <c:v>25-05-2022</c:v>
                </c:pt>
                <c:pt idx="12000">
                  <c:v>25-05-2022</c:v>
                </c:pt>
                <c:pt idx="12001">
                  <c:v>25-05-2022</c:v>
                </c:pt>
                <c:pt idx="12002">
                  <c:v>25-05-2022</c:v>
                </c:pt>
                <c:pt idx="12003">
                  <c:v>25-05-2022</c:v>
                </c:pt>
                <c:pt idx="12004">
                  <c:v>25-05-2022</c:v>
                </c:pt>
                <c:pt idx="12005">
                  <c:v>25-05-2022</c:v>
                </c:pt>
                <c:pt idx="12006">
                  <c:v>25-05-2022</c:v>
                </c:pt>
                <c:pt idx="12007">
                  <c:v>25-05-2022</c:v>
                </c:pt>
                <c:pt idx="12008">
                  <c:v>25-05-2022</c:v>
                </c:pt>
                <c:pt idx="12009">
                  <c:v>25-05-2022</c:v>
                </c:pt>
                <c:pt idx="12010">
                  <c:v>25-05-2022</c:v>
                </c:pt>
                <c:pt idx="12011">
                  <c:v>25-05-2022</c:v>
                </c:pt>
                <c:pt idx="12012">
                  <c:v>25-05-2022</c:v>
                </c:pt>
                <c:pt idx="12013">
                  <c:v>25-05-2022</c:v>
                </c:pt>
                <c:pt idx="12014">
                  <c:v>25-05-2022</c:v>
                </c:pt>
                <c:pt idx="12015">
                  <c:v>25-05-2022</c:v>
                </c:pt>
                <c:pt idx="12016">
                  <c:v>25-05-2022</c:v>
                </c:pt>
                <c:pt idx="12017">
                  <c:v>25-05-2022</c:v>
                </c:pt>
                <c:pt idx="12018">
                  <c:v>25-05-2022</c:v>
                </c:pt>
                <c:pt idx="12019">
                  <c:v>25-05-2022</c:v>
                </c:pt>
                <c:pt idx="12020">
                  <c:v>25-05-2022</c:v>
                </c:pt>
                <c:pt idx="12021">
                  <c:v>25-05-2022</c:v>
                </c:pt>
                <c:pt idx="12022">
                  <c:v>25-05-2022</c:v>
                </c:pt>
                <c:pt idx="12023">
                  <c:v>25-05-2022</c:v>
                </c:pt>
                <c:pt idx="12024">
                  <c:v>25-05-2022</c:v>
                </c:pt>
                <c:pt idx="12025">
                  <c:v>25-05-2022</c:v>
                </c:pt>
                <c:pt idx="12026">
                  <c:v>25-05-2022</c:v>
                </c:pt>
                <c:pt idx="12027">
                  <c:v>25-05-2022</c:v>
                </c:pt>
                <c:pt idx="12028">
                  <c:v>25-05-2022</c:v>
                </c:pt>
                <c:pt idx="12029">
                  <c:v>25-05-2022</c:v>
                </c:pt>
                <c:pt idx="12030">
                  <c:v>25-05-2022</c:v>
                </c:pt>
                <c:pt idx="12031">
                  <c:v>25-05-2022</c:v>
                </c:pt>
                <c:pt idx="12032">
                  <c:v>25-05-2022</c:v>
                </c:pt>
                <c:pt idx="12033">
                  <c:v>25-05-2022</c:v>
                </c:pt>
                <c:pt idx="12034">
                  <c:v>25-05-2022</c:v>
                </c:pt>
                <c:pt idx="12035">
                  <c:v>26-05-2022</c:v>
                </c:pt>
                <c:pt idx="12036">
                  <c:v>26-05-2022</c:v>
                </c:pt>
                <c:pt idx="12037">
                  <c:v>26-05-2022</c:v>
                </c:pt>
                <c:pt idx="12038">
                  <c:v>26-05-2022</c:v>
                </c:pt>
                <c:pt idx="12039">
                  <c:v>26-05-2022</c:v>
                </c:pt>
                <c:pt idx="12040">
                  <c:v>26-05-2022</c:v>
                </c:pt>
                <c:pt idx="12041">
                  <c:v>26-05-2022</c:v>
                </c:pt>
                <c:pt idx="12042">
                  <c:v>26-05-2022</c:v>
                </c:pt>
                <c:pt idx="12043">
                  <c:v>26-05-2022</c:v>
                </c:pt>
                <c:pt idx="12044">
                  <c:v>26-05-2022</c:v>
                </c:pt>
                <c:pt idx="12045">
                  <c:v>26-05-2022</c:v>
                </c:pt>
                <c:pt idx="12046">
                  <c:v>26-05-2022</c:v>
                </c:pt>
                <c:pt idx="12047">
                  <c:v>26-05-2022</c:v>
                </c:pt>
                <c:pt idx="12048">
                  <c:v>26-05-2022</c:v>
                </c:pt>
                <c:pt idx="12049">
                  <c:v>26-05-2022</c:v>
                </c:pt>
                <c:pt idx="12050">
                  <c:v>26-05-2022</c:v>
                </c:pt>
                <c:pt idx="12051">
                  <c:v>26-05-2022</c:v>
                </c:pt>
                <c:pt idx="12052">
                  <c:v>26-05-2022</c:v>
                </c:pt>
                <c:pt idx="12053">
                  <c:v>26-05-2022</c:v>
                </c:pt>
                <c:pt idx="12054">
                  <c:v>26-05-2022</c:v>
                </c:pt>
                <c:pt idx="12055">
                  <c:v>26-05-2022</c:v>
                </c:pt>
                <c:pt idx="12056">
                  <c:v>26-05-2022</c:v>
                </c:pt>
                <c:pt idx="12057">
                  <c:v>26-05-2022</c:v>
                </c:pt>
                <c:pt idx="12058">
                  <c:v>26-05-2022</c:v>
                </c:pt>
                <c:pt idx="12059">
                  <c:v>26-05-2022</c:v>
                </c:pt>
                <c:pt idx="12060">
                  <c:v>26-05-2022</c:v>
                </c:pt>
                <c:pt idx="12061">
                  <c:v>26-05-2022</c:v>
                </c:pt>
                <c:pt idx="12062">
                  <c:v>26-05-2022</c:v>
                </c:pt>
                <c:pt idx="12063">
                  <c:v>26-05-2022</c:v>
                </c:pt>
                <c:pt idx="12064">
                  <c:v>26-05-2022</c:v>
                </c:pt>
                <c:pt idx="12065">
                  <c:v>26-05-2022</c:v>
                </c:pt>
                <c:pt idx="12066">
                  <c:v>26-05-2022</c:v>
                </c:pt>
                <c:pt idx="12067">
                  <c:v>26-05-2022</c:v>
                </c:pt>
                <c:pt idx="12068">
                  <c:v>26-05-2022</c:v>
                </c:pt>
                <c:pt idx="12069">
                  <c:v>26-05-2022</c:v>
                </c:pt>
                <c:pt idx="12070">
                  <c:v>26-05-2022</c:v>
                </c:pt>
                <c:pt idx="12071">
                  <c:v>26-05-2022</c:v>
                </c:pt>
                <c:pt idx="12072">
                  <c:v>26-05-2022</c:v>
                </c:pt>
                <c:pt idx="12073">
                  <c:v>26-05-2022</c:v>
                </c:pt>
                <c:pt idx="12074">
                  <c:v>26-05-2022</c:v>
                </c:pt>
                <c:pt idx="12075">
                  <c:v>27-05-2022</c:v>
                </c:pt>
                <c:pt idx="12076">
                  <c:v>27-05-2022</c:v>
                </c:pt>
                <c:pt idx="12077">
                  <c:v>27-05-2022</c:v>
                </c:pt>
                <c:pt idx="12078">
                  <c:v>27-05-2022</c:v>
                </c:pt>
                <c:pt idx="12079">
                  <c:v>27-05-2022</c:v>
                </c:pt>
                <c:pt idx="12080">
                  <c:v>27-05-2022</c:v>
                </c:pt>
                <c:pt idx="12081">
                  <c:v>27-05-2022</c:v>
                </c:pt>
                <c:pt idx="12082">
                  <c:v>27-05-2022</c:v>
                </c:pt>
                <c:pt idx="12083">
                  <c:v>27-05-2022</c:v>
                </c:pt>
                <c:pt idx="12084">
                  <c:v>27-05-2022</c:v>
                </c:pt>
                <c:pt idx="12085">
                  <c:v>27-05-2022</c:v>
                </c:pt>
                <c:pt idx="12086">
                  <c:v>27-05-2022</c:v>
                </c:pt>
                <c:pt idx="12087">
                  <c:v>27-05-2022</c:v>
                </c:pt>
                <c:pt idx="12088">
                  <c:v>27-05-2022</c:v>
                </c:pt>
                <c:pt idx="12089">
                  <c:v>27-05-2022</c:v>
                </c:pt>
                <c:pt idx="12090">
                  <c:v>27-05-2022</c:v>
                </c:pt>
                <c:pt idx="12091">
                  <c:v>27-05-2022</c:v>
                </c:pt>
                <c:pt idx="12092">
                  <c:v>27-05-2022</c:v>
                </c:pt>
                <c:pt idx="12093">
                  <c:v>27-05-2022</c:v>
                </c:pt>
                <c:pt idx="12094">
                  <c:v>27-05-2022</c:v>
                </c:pt>
                <c:pt idx="12095">
                  <c:v>27-05-2022</c:v>
                </c:pt>
                <c:pt idx="12096">
                  <c:v>27-05-2022</c:v>
                </c:pt>
                <c:pt idx="12097">
                  <c:v>27-05-2022</c:v>
                </c:pt>
                <c:pt idx="12098">
                  <c:v>27-05-2022</c:v>
                </c:pt>
                <c:pt idx="12099">
                  <c:v>27-05-2022</c:v>
                </c:pt>
                <c:pt idx="12100">
                  <c:v>27-05-2022</c:v>
                </c:pt>
                <c:pt idx="12101">
                  <c:v>27-05-2022</c:v>
                </c:pt>
                <c:pt idx="12102">
                  <c:v>27-05-2022</c:v>
                </c:pt>
                <c:pt idx="12103">
                  <c:v>27-05-2022</c:v>
                </c:pt>
                <c:pt idx="12104">
                  <c:v>27-05-2022</c:v>
                </c:pt>
                <c:pt idx="12105">
                  <c:v>27-05-2022</c:v>
                </c:pt>
                <c:pt idx="12106">
                  <c:v>27-05-2022</c:v>
                </c:pt>
                <c:pt idx="12107">
                  <c:v>27-05-2022</c:v>
                </c:pt>
                <c:pt idx="12108">
                  <c:v>27-05-2022</c:v>
                </c:pt>
                <c:pt idx="12109">
                  <c:v>27-05-2022</c:v>
                </c:pt>
                <c:pt idx="12110">
                  <c:v>27-05-2022</c:v>
                </c:pt>
                <c:pt idx="12111">
                  <c:v>27-05-2022</c:v>
                </c:pt>
                <c:pt idx="12112">
                  <c:v>27-05-2022</c:v>
                </c:pt>
                <c:pt idx="12113">
                  <c:v>27-05-2022</c:v>
                </c:pt>
                <c:pt idx="12114">
                  <c:v>27-05-2022</c:v>
                </c:pt>
                <c:pt idx="12115">
                  <c:v>28-05-2022</c:v>
                </c:pt>
                <c:pt idx="12116">
                  <c:v>28-05-2022</c:v>
                </c:pt>
                <c:pt idx="12117">
                  <c:v>28-05-2022</c:v>
                </c:pt>
                <c:pt idx="12118">
                  <c:v>28-05-2022</c:v>
                </c:pt>
                <c:pt idx="12119">
                  <c:v>28-05-2022</c:v>
                </c:pt>
                <c:pt idx="12120">
                  <c:v>28-05-2022</c:v>
                </c:pt>
                <c:pt idx="12121">
                  <c:v>28-05-2022</c:v>
                </c:pt>
                <c:pt idx="12122">
                  <c:v>28-05-2022</c:v>
                </c:pt>
                <c:pt idx="12123">
                  <c:v>28-05-2022</c:v>
                </c:pt>
                <c:pt idx="12124">
                  <c:v>28-05-2022</c:v>
                </c:pt>
                <c:pt idx="12125">
                  <c:v>28-05-2022</c:v>
                </c:pt>
                <c:pt idx="12126">
                  <c:v>28-05-2022</c:v>
                </c:pt>
                <c:pt idx="12127">
                  <c:v>28-05-2022</c:v>
                </c:pt>
                <c:pt idx="12128">
                  <c:v>28-05-2022</c:v>
                </c:pt>
                <c:pt idx="12129">
                  <c:v>28-05-2022</c:v>
                </c:pt>
                <c:pt idx="12130">
                  <c:v>28-05-2022</c:v>
                </c:pt>
                <c:pt idx="12131">
                  <c:v>28-05-2022</c:v>
                </c:pt>
                <c:pt idx="12132">
                  <c:v>28-05-2022</c:v>
                </c:pt>
                <c:pt idx="12133">
                  <c:v>28-05-2022</c:v>
                </c:pt>
                <c:pt idx="12134">
                  <c:v>28-05-2022</c:v>
                </c:pt>
                <c:pt idx="12135">
                  <c:v>28-05-2022</c:v>
                </c:pt>
                <c:pt idx="12136">
                  <c:v>28-05-2022</c:v>
                </c:pt>
                <c:pt idx="12137">
                  <c:v>28-05-2022</c:v>
                </c:pt>
                <c:pt idx="12138">
                  <c:v>28-05-2022</c:v>
                </c:pt>
                <c:pt idx="12139">
                  <c:v>28-05-2022</c:v>
                </c:pt>
                <c:pt idx="12140">
                  <c:v>28-05-2022</c:v>
                </c:pt>
                <c:pt idx="12141">
                  <c:v>28-05-2022</c:v>
                </c:pt>
                <c:pt idx="12142">
                  <c:v>28-05-2022</c:v>
                </c:pt>
                <c:pt idx="12143">
                  <c:v>28-05-2022</c:v>
                </c:pt>
                <c:pt idx="12144">
                  <c:v>28-05-2022</c:v>
                </c:pt>
                <c:pt idx="12145">
                  <c:v>28-05-2022</c:v>
                </c:pt>
                <c:pt idx="12146">
                  <c:v>28-05-2022</c:v>
                </c:pt>
                <c:pt idx="12147">
                  <c:v>28-05-2022</c:v>
                </c:pt>
                <c:pt idx="12148">
                  <c:v>28-05-2022</c:v>
                </c:pt>
                <c:pt idx="12149">
                  <c:v>28-05-2022</c:v>
                </c:pt>
                <c:pt idx="12150">
                  <c:v>28-05-2022</c:v>
                </c:pt>
                <c:pt idx="12151">
                  <c:v>28-05-2022</c:v>
                </c:pt>
                <c:pt idx="12152">
                  <c:v>28-05-2022</c:v>
                </c:pt>
                <c:pt idx="12153">
                  <c:v>28-05-2022</c:v>
                </c:pt>
                <c:pt idx="12154">
                  <c:v>28-05-2022</c:v>
                </c:pt>
                <c:pt idx="12155">
                  <c:v>29-05-2022</c:v>
                </c:pt>
                <c:pt idx="12156">
                  <c:v>29-05-2022</c:v>
                </c:pt>
                <c:pt idx="12157">
                  <c:v>29-05-2022</c:v>
                </c:pt>
                <c:pt idx="12158">
                  <c:v>29-05-2022</c:v>
                </c:pt>
                <c:pt idx="12159">
                  <c:v>29-05-2022</c:v>
                </c:pt>
                <c:pt idx="12160">
                  <c:v>29-05-2022</c:v>
                </c:pt>
                <c:pt idx="12161">
                  <c:v>29-05-2022</c:v>
                </c:pt>
                <c:pt idx="12162">
                  <c:v>29-05-2022</c:v>
                </c:pt>
                <c:pt idx="12163">
                  <c:v>29-05-2022</c:v>
                </c:pt>
                <c:pt idx="12164">
                  <c:v>29-05-2022</c:v>
                </c:pt>
                <c:pt idx="12165">
                  <c:v>29-05-2022</c:v>
                </c:pt>
                <c:pt idx="12166">
                  <c:v>29-05-2022</c:v>
                </c:pt>
                <c:pt idx="12167">
                  <c:v>29-05-2022</c:v>
                </c:pt>
                <c:pt idx="12168">
                  <c:v>29-05-2022</c:v>
                </c:pt>
                <c:pt idx="12169">
                  <c:v>29-05-2022</c:v>
                </c:pt>
                <c:pt idx="12170">
                  <c:v>29-05-2022</c:v>
                </c:pt>
                <c:pt idx="12171">
                  <c:v>29-05-2022</c:v>
                </c:pt>
                <c:pt idx="12172">
                  <c:v>29-05-2022</c:v>
                </c:pt>
                <c:pt idx="12173">
                  <c:v>29-05-2022</c:v>
                </c:pt>
                <c:pt idx="12174">
                  <c:v>29-05-2022</c:v>
                </c:pt>
                <c:pt idx="12175">
                  <c:v>29-05-2022</c:v>
                </c:pt>
                <c:pt idx="12176">
                  <c:v>29-05-2022</c:v>
                </c:pt>
                <c:pt idx="12177">
                  <c:v>29-05-2022</c:v>
                </c:pt>
                <c:pt idx="12178">
                  <c:v>29-05-2022</c:v>
                </c:pt>
                <c:pt idx="12179">
                  <c:v>29-05-2022</c:v>
                </c:pt>
                <c:pt idx="12180">
                  <c:v>29-05-2022</c:v>
                </c:pt>
                <c:pt idx="12181">
                  <c:v>29-05-2022</c:v>
                </c:pt>
                <c:pt idx="12182">
                  <c:v>29-05-2022</c:v>
                </c:pt>
                <c:pt idx="12183">
                  <c:v>29-05-2022</c:v>
                </c:pt>
                <c:pt idx="12184">
                  <c:v>29-05-2022</c:v>
                </c:pt>
                <c:pt idx="12185">
                  <c:v>29-05-2022</c:v>
                </c:pt>
                <c:pt idx="12186">
                  <c:v>29-05-2022</c:v>
                </c:pt>
                <c:pt idx="12187">
                  <c:v>29-05-2022</c:v>
                </c:pt>
                <c:pt idx="12188">
                  <c:v>29-05-2022</c:v>
                </c:pt>
                <c:pt idx="12189">
                  <c:v>29-05-2022</c:v>
                </c:pt>
                <c:pt idx="12190">
                  <c:v>29-05-2022</c:v>
                </c:pt>
                <c:pt idx="12191">
                  <c:v>29-05-2022</c:v>
                </c:pt>
                <c:pt idx="12192">
                  <c:v>29-05-2022</c:v>
                </c:pt>
                <c:pt idx="12193">
                  <c:v>29-05-2022</c:v>
                </c:pt>
                <c:pt idx="12194">
                  <c:v>29-05-2022</c:v>
                </c:pt>
                <c:pt idx="12195">
                  <c:v>30-05-2022</c:v>
                </c:pt>
                <c:pt idx="12196">
                  <c:v>30-05-2022</c:v>
                </c:pt>
                <c:pt idx="12197">
                  <c:v>30-05-2022</c:v>
                </c:pt>
                <c:pt idx="12198">
                  <c:v>30-05-2022</c:v>
                </c:pt>
                <c:pt idx="12199">
                  <c:v>30-05-2022</c:v>
                </c:pt>
                <c:pt idx="12200">
                  <c:v>30-05-2022</c:v>
                </c:pt>
                <c:pt idx="12201">
                  <c:v>30-05-2022</c:v>
                </c:pt>
                <c:pt idx="12202">
                  <c:v>30-05-2022</c:v>
                </c:pt>
                <c:pt idx="12203">
                  <c:v>30-05-2022</c:v>
                </c:pt>
                <c:pt idx="12204">
                  <c:v>30-05-2022</c:v>
                </c:pt>
                <c:pt idx="12205">
                  <c:v>30-05-2022</c:v>
                </c:pt>
                <c:pt idx="12206">
                  <c:v>30-05-2022</c:v>
                </c:pt>
                <c:pt idx="12207">
                  <c:v>30-05-2022</c:v>
                </c:pt>
                <c:pt idx="12208">
                  <c:v>30-05-2022</c:v>
                </c:pt>
                <c:pt idx="12209">
                  <c:v>30-05-2022</c:v>
                </c:pt>
                <c:pt idx="12210">
                  <c:v>30-05-2022</c:v>
                </c:pt>
                <c:pt idx="12211">
                  <c:v>30-05-2022</c:v>
                </c:pt>
                <c:pt idx="12212">
                  <c:v>30-05-2022</c:v>
                </c:pt>
                <c:pt idx="12213">
                  <c:v>30-05-2022</c:v>
                </c:pt>
                <c:pt idx="12214">
                  <c:v>30-05-2022</c:v>
                </c:pt>
                <c:pt idx="12215">
                  <c:v>30-05-2022</c:v>
                </c:pt>
                <c:pt idx="12216">
                  <c:v>30-05-2022</c:v>
                </c:pt>
                <c:pt idx="12217">
                  <c:v>30-05-2022</c:v>
                </c:pt>
                <c:pt idx="12218">
                  <c:v>30-05-2022</c:v>
                </c:pt>
                <c:pt idx="12219">
                  <c:v>30-05-2022</c:v>
                </c:pt>
                <c:pt idx="12220">
                  <c:v>30-05-2022</c:v>
                </c:pt>
                <c:pt idx="12221">
                  <c:v>30-05-2022</c:v>
                </c:pt>
                <c:pt idx="12222">
                  <c:v>30-05-2022</c:v>
                </c:pt>
                <c:pt idx="12223">
                  <c:v>30-05-2022</c:v>
                </c:pt>
                <c:pt idx="12224">
                  <c:v>30-05-2022</c:v>
                </c:pt>
                <c:pt idx="12225">
                  <c:v>30-05-2022</c:v>
                </c:pt>
                <c:pt idx="12226">
                  <c:v>30-05-2022</c:v>
                </c:pt>
                <c:pt idx="12227">
                  <c:v>30-05-2022</c:v>
                </c:pt>
                <c:pt idx="12228">
                  <c:v>30-05-2022</c:v>
                </c:pt>
                <c:pt idx="12229">
                  <c:v>30-05-2022</c:v>
                </c:pt>
                <c:pt idx="12230">
                  <c:v>30-05-2022</c:v>
                </c:pt>
                <c:pt idx="12231">
                  <c:v>30-05-2022</c:v>
                </c:pt>
                <c:pt idx="12232">
                  <c:v>30-05-2022</c:v>
                </c:pt>
                <c:pt idx="12233">
                  <c:v>30-05-2022</c:v>
                </c:pt>
                <c:pt idx="12234">
                  <c:v>30-05-2022</c:v>
                </c:pt>
                <c:pt idx="12235">
                  <c:v>31-05-2022</c:v>
                </c:pt>
                <c:pt idx="12236">
                  <c:v>31-05-2022</c:v>
                </c:pt>
                <c:pt idx="12237">
                  <c:v>31-05-2022</c:v>
                </c:pt>
                <c:pt idx="12238">
                  <c:v>31-05-2022</c:v>
                </c:pt>
                <c:pt idx="12239">
                  <c:v>31-05-2022</c:v>
                </c:pt>
                <c:pt idx="12240">
                  <c:v>31-05-2022</c:v>
                </c:pt>
                <c:pt idx="12241">
                  <c:v>31-05-2022</c:v>
                </c:pt>
                <c:pt idx="12242">
                  <c:v>31-05-2022</c:v>
                </c:pt>
                <c:pt idx="12243">
                  <c:v>31-05-2022</c:v>
                </c:pt>
                <c:pt idx="12244">
                  <c:v>31-05-2022</c:v>
                </c:pt>
                <c:pt idx="12245">
                  <c:v>31-05-2022</c:v>
                </c:pt>
                <c:pt idx="12246">
                  <c:v>31-05-2022</c:v>
                </c:pt>
                <c:pt idx="12247">
                  <c:v>31-05-2022</c:v>
                </c:pt>
                <c:pt idx="12248">
                  <c:v>31-05-2022</c:v>
                </c:pt>
                <c:pt idx="12249">
                  <c:v>31-05-2022</c:v>
                </c:pt>
                <c:pt idx="12250">
                  <c:v>31-05-2022</c:v>
                </c:pt>
                <c:pt idx="12251">
                  <c:v>31-05-2022</c:v>
                </c:pt>
                <c:pt idx="12252">
                  <c:v>31-05-2022</c:v>
                </c:pt>
                <c:pt idx="12253">
                  <c:v>31-05-2022</c:v>
                </c:pt>
                <c:pt idx="12254">
                  <c:v>31-05-2022</c:v>
                </c:pt>
                <c:pt idx="12255">
                  <c:v>31-05-2022</c:v>
                </c:pt>
                <c:pt idx="12256">
                  <c:v>31-05-2022</c:v>
                </c:pt>
                <c:pt idx="12257">
                  <c:v>31-05-2022</c:v>
                </c:pt>
                <c:pt idx="12258">
                  <c:v>31-05-2022</c:v>
                </c:pt>
                <c:pt idx="12259">
                  <c:v>31-05-2022</c:v>
                </c:pt>
                <c:pt idx="12260">
                  <c:v>31-05-2022</c:v>
                </c:pt>
                <c:pt idx="12261">
                  <c:v>31-05-2022</c:v>
                </c:pt>
                <c:pt idx="12262">
                  <c:v>31-05-2022</c:v>
                </c:pt>
                <c:pt idx="12263">
                  <c:v>31-05-2022</c:v>
                </c:pt>
                <c:pt idx="12264">
                  <c:v>31-05-2022</c:v>
                </c:pt>
                <c:pt idx="12265">
                  <c:v>31-05-2022</c:v>
                </c:pt>
                <c:pt idx="12266">
                  <c:v>31-05-2022</c:v>
                </c:pt>
                <c:pt idx="12267">
                  <c:v>31-05-2022</c:v>
                </c:pt>
                <c:pt idx="12268">
                  <c:v>31-05-2022</c:v>
                </c:pt>
                <c:pt idx="12269">
                  <c:v>31-05-2022</c:v>
                </c:pt>
                <c:pt idx="12270">
                  <c:v>31-05-2022</c:v>
                </c:pt>
                <c:pt idx="12271">
                  <c:v>31-05-2022</c:v>
                </c:pt>
                <c:pt idx="12272">
                  <c:v>31-05-2022</c:v>
                </c:pt>
                <c:pt idx="12273">
                  <c:v>31-05-2022</c:v>
                </c:pt>
                <c:pt idx="12274">
                  <c:v>31-05-2022</c:v>
                </c:pt>
                <c:pt idx="12275">
                  <c:v>01-06-2022</c:v>
                </c:pt>
                <c:pt idx="12276">
                  <c:v>01-06-2022</c:v>
                </c:pt>
                <c:pt idx="12277">
                  <c:v>01-06-2022</c:v>
                </c:pt>
                <c:pt idx="12278">
                  <c:v>01-06-2022</c:v>
                </c:pt>
                <c:pt idx="12279">
                  <c:v>01-06-2022</c:v>
                </c:pt>
                <c:pt idx="12280">
                  <c:v>01-06-2022</c:v>
                </c:pt>
                <c:pt idx="12281">
                  <c:v>01-06-2022</c:v>
                </c:pt>
                <c:pt idx="12282">
                  <c:v>01-06-2022</c:v>
                </c:pt>
                <c:pt idx="12283">
                  <c:v>01-06-2022</c:v>
                </c:pt>
                <c:pt idx="12284">
                  <c:v>01-06-2022</c:v>
                </c:pt>
                <c:pt idx="12285">
                  <c:v>01-06-2022</c:v>
                </c:pt>
                <c:pt idx="12286">
                  <c:v>01-06-2022</c:v>
                </c:pt>
                <c:pt idx="12287">
                  <c:v>01-06-2022</c:v>
                </c:pt>
                <c:pt idx="12288">
                  <c:v>01-06-2022</c:v>
                </c:pt>
                <c:pt idx="12289">
                  <c:v>01-06-2022</c:v>
                </c:pt>
                <c:pt idx="12290">
                  <c:v>01-06-2022</c:v>
                </c:pt>
                <c:pt idx="12291">
                  <c:v>01-06-2022</c:v>
                </c:pt>
                <c:pt idx="12292">
                  <c:v>01-06-2022</c:v>
                </c:pt>
                <c:pt idx="12293">
                  <c:v>01-06-2022</c:v>
                </c:pt>
                <c:pt idx="12294">
                  <c:v>01-06-2022</c:v>
                </c:pt>
                <c:pt idx="12295">
                  <c:v>01-06-2022</c:v>
                </c:pt>
                <c:pt idx="12296">
                  <c:v>01-06-2022</c:v>
                </c:pt>
                <c:pt idx="12297">
                  <c:v>01-06-2022</c:v>
                </c:pt>
                <c:pt idx="12298">
                  <c:v>01-06-2022</c:v>
                </c:pt>
                <c:pt idx="12299">
                  <c:v>01-06-2022</c:v>
                </c:pt>
                <c:pt idx="12300">
                  <c:v>01-06-2022</c:v>
                </c:pt>
                <c:pt idx="12301">
                  <c:v>01-06-2022</c:v>
                </c:pt>
                <c:pt idx="12302">
                  <c:v>01-06-2022</c:v>
                </c:pt>
                <c:pt idx="12303">
                  <c:v>01-06-2022</c:v>
                </c:pt>
                <c:pt idx="12304">
                  <c:v>01-06-2022</c:v>
                </c:pt>
                <c:pt idx="12305">
                  <c:v>01-06-2022</c:v>
                </c:pt>
                <c:pt idx="12306">
                  <c:v>01-06-2022</c:v>
                </c:pt>
                <c:pt idx="12307">
                  <c:v>01-06-2022</c:v>
                </c:pt>
                <c:pt idx="12308">
                  <c:v>01-06-2022</c:v>
                </c:pt>
                <c:pt idx="12309">
                  <c:v>01-06-2022</c:v>
                </c:pt>
                <c:pt idx="12310">
                  <c:v>01-06-2022</c:v>
                </c:pt>
                <c:pt idx="12311">
                  <c:v>01-06-2022</c:v>
                </c:pt>
                <c:pt idx="12312">
                  <c:v>01-06-2022</c:v>
                </c:pt>
                <c:pt idx="12313">
                  <c:v>01-06-2022</c:v>
                </c:pt>
                <c:pt idx="12314">
                  <c:v>01-06-2022</c:v>
                </c:pt>
                <c:pt idx="12315">
                  <c:v>02-06-2022</c:v>
                </c:pt>
                <c:pt idx="12316">
                  <c:v>02-06-2022</c:v>
                </c:pt>
                <c:pt idx="12317">
                  <c:v>02-06-2022</c:v>
                </c:pt>
                <c:pt idx="12318">
                  <c:v>02-06-2022</c:v>
                </c:pt>
                <c:pt idx="12319">
                  <c:v>02-06-2022</c:v>
                </c:pt>
                <c:pt idx="12320">
                  <c:v>02-06-2022</c:v>
                </c:pt>
                <c:pt idx="12321">
                  <c:v>02-06-2022</c:v>
                </c:pt>
                <c:pt idx="12322">
                  <c:v>02-06-2022</c:v>
                </c:pt>
                <c:pt idx="12323">
                  <c:v>02-06-2022</c:v>
                </c:pt>
                <c:pt idx="12324">
                  <c:v>02-06-2022</c:v>
                </c:pt>
                <c:pt idx="12325">
                  <c:v>02-06-2022</c:v>
                </c:pt>
                <c:pt idx="12326">
                  <c:v>02-06-2022</c:v>
                </c:pt>
                <c:pt idx="12327">
                  <c:v>02-06-2022</c:v>
                </c:pt>
                <c:pt idx="12328">
                  <c:v>02-06-2022</c:v>
                </c:pt>
                <c:pt idx="12329">
                  <c:v>02-06-2022</c:v>
                </c:pt>
                <c:pt idx="12330">
                  <c:v>02-06-2022</c:v>
                </c:pt>
                <c:pt idx="12331">
                  <c:v>02-06-2022</c:v>
                </c:pt>
                <c:pt idx="12332">
                  <c:v>02-06-2022</c:v>
                </c:pt>
                <c:pt idx="12333">
                  <c:v>02-06-2022</c:v>
                </c:pt>
                <c:pt idx="12334">
                  <c:v>02-06-2022</c:v>
                </c:pt>
                <c:pt idx="12335">
                  <c:v>02-06-2022</c:v>
                </c:pt>
                <c:pt idx="12336">
                  <c:v>02-06-2022</c:v>
                </c:pt>
                <c:pt idx="12337">
                  <c:v>02-06-2022</c:v>
                </c:pt>
                <c:pt idx="12338">
                  <c:v>02-06-2022</c:v>
                </c:pt>
                <c:pt idx="12339">
                  <c:v>02-06-2022</c:v>
                </c:pt>
                <c:pt idx="12340">
                  <c:v>02-06-2022</c:v>
                </c:pt>
                <c:pt idx="12341">
                  <c:v>02-06-2022</c:v>
                </c:pt>
                <c:pt idx="12342">
                  <c:v>02-06-2022</c:v>
                </c:pt>
                <c:pt idx="12343">
                  <c:v>02-06-2022</c:v>
                </c:pt>
                <c:pt idx="12344">
                  <c:v>02-06-2022</c:v>
                </c:pt>
                <c:pt idx="12345">
                  <c:v>02-06-2022</c:v>
                </c:pt>
                <c:pt idx="12346">
                  <c:v>02-06-2022</c:v>
                </c:pt>
                <c:pt idx="12347">
                  <c:v>02-06-2022</c:v>
                </c:pt>
                <c:pt idx="12348">
                  <c:v>02-06-2022</c:v>
                </c:pt>
                <c:pt idx="12349">
                  <c:v>02-06-2022</c:v>
                </c:pt>
                <c:pt idx="12350">
                  <c:v>02-06-2022</c:v>
                </c:pt>
                <c:pt idx="12351">
                  <c:v>02-06-2022</c:v>
                </c:pt>
                <c:pt idx="12352">
                  <c:v>02-06-2022</c:v>
                </c:pt>
                <c:pt idx="12353">
                  <c:v>02-06-2022</c:v>
                </c:pt>
                <c:pt idx="12354">
                  <c:v>02-06-2022</c:v>
                </c:pt>
                <c:pt idx="12355">
                  <c:v>03-06-2022</c:v>
                </c:pt>
                <c:pt idx="12356">
                  <c:v>03-06-2022</c:v>
                </c:pt>
                <c:pt idx="12357">
                  <c:v>03-06-2022</c:v>
                </c:pt>
                <c:pt idx="12358">
                  <c:v>03-06-2022</c:v>
                </c:pt>
                <c:pt idx="12359">
                  <c:v>03-06-2022</c:v>
                </c:pt>
                <c:pt idx="12360">
                  <c:v>03-06-2022</c:v>
                </c:pt>
                <c:pt idx="12361">
                  <c:v>03-06-2022</c:v>
                </c:pt>
                <c:pt idx="12362">
                  <c:v>03-06-2022</c:v>
                </c:pt>
                <c:pt idx="12363">
                  <c:v>03-06-2022</c:v>
                </c:pt>
                <c:pt idx="12364">
                  <c:v>03-06-2022</c:v>
                </c:pt>
                <c:pt idx="12365">
                  <c:v>03-06-2022</c:v>
                </c:pt>
                <c:pt idx="12366">
                  <c:v>03-06-2022</c:v>
                </c:pt>
                <c:pt idx="12367">
                  <c:v>03-06-2022</c:v>
                </c:pt>
                <c:pt idx="12368">
                  <c:v>03-06-2022</c:v>
                </c:pt>
                <c:pt idx="12369">
                  <c:v>03-06-2022</c:v>
                </c:pt>
                <c:pt idx="12370">
                  <c:v>03-06-2022</c:v>
                </c:pt>
                <c:pt idx="12371">
                  <c:v>03-06-2022</c:v>
                </c:pt>
                <c:pt idx="12372">
                  <c:v>03-06-2022</c:v>
                </c:pt>
                <c:pt idx="12373">
                  <c:v>03-06-2022</c:v>
                </c:pt>
                <c:pt idx="12374">
                  <c:v>03-06-2022</c:v>
                </c:pt>
                <c:pt idx="12375">
                  <c:v>03-06-2022</c:v>
                </c:pt>
                <c:pt idx="12376">
                  <c:v>03-06-2022</c:v>
                </c:pt>
                <c:pt idx="12377">
                  <c:v>03-06-2022</c:v>
                </c:pt>
                <c:pt idx="12378">
                  <c:v>03-06-2022</c:v>
                </c:pt>
                <c:pt idx="12379">
                  <c:v>03-06-2022</c:v>
                </c:pt>
                <c:pt idx="12380">
                  <c:v>03-06-2022</c:v>
                </c:pt>
                <c:pt idx="12381">
                  <c:v>03-06-2022</c:v>
                </c:pt>
                <c:pt idx="12382">
                  <c:v>03-06-2022</c:v>
                </c:pt>
                <c:pt idx="12383">
                  <c:v>03-06-2022</c:v>
                </c:pt>
                <c:pt idx="12384">
                  <c:v>03-06-2022</c:v>
                </c:pt>
                <c:pt idx="12385">
                  <c:v>03-06-2022</c:v>
                </c:pt>
                <c:pt idx="12386">
                  <c:v>03-06-2022</c:v>
                </c:pt>
                <c:pt idx="12387">
                  <c:v>03-06-2022</c:v>
                </c:pt>
                <c:pt idx="12388">
                  <c:v>03-06-2022</c:v>
                </c:pt>
                <c:pt idx="12389">
                  <c:v>03-06-2022</c:v>
                </c:pt>
                <c:pt idx="12390">
                  <c:v>03-06-2022</c:v>
                </c:pt>
                <c:pt idx="12391">
                  <c:v>03-06-2022</c:v>
                </c:pt>
                <c:pt idx="12392">
                  <c:v>03-06-2022</c:v>
                </c:pt>
                <c:pt idx="12393">
                  <c:v>03-06-2022</c:v>
                </c:pt>
                <c:pt idx="12394">
                  <c:v>03-06-2022</c:v>
                </c:pt>
                <c:pt idx="12395">
                  <c:v>04-06-2022</c:v>
                </c:pt>
                <c:pt idx="12396">
                  <c:v>04-06-2022</c:v>
                </c:pt>
                <c:pt idx="12397">
                  <c:v>04-06-2022</c:v>
                </c:pt>
                <c:pt idx="12398">
                  <c:v>04-06-2022</c:v>
                </c:pt>
                <c:pt idx="12399">
                  <c:v>04-06-2022</c:v>
                </c:pt>
                <c:pt idx="12400">
                  <c:v>04-06-2022</c:v>
                </c:pt>
                <c:pt idx="12401">
                  <c:v>04-06-2022</c:v>
                </c:pt>
                <c:pt idx="12402">
                  <c:v>04-06-2022</c:v>
                </c:pt>
                <c:pt idx="12403">
                  <c:v>04-06-2022</c:v>
                </c:pt>
                <c:pt idx="12404">
                  <c:v>04-06-2022</c:v>
                </c:pt>
                <c:pt idx="12405">
                  <c:v>04-06-2022</c:v>
                </c:pt>
                <c:pt idx="12406">
                  <c:v>04-06-2022</c:v>
                </c:pt>
                <c:pt idx="12407">
                  <c:v>04-06-2022</c:v>
                </c:pt>
                <c:pt idx="12408">
                  <c:v>04-06-2022</c:v>
                </c:pt>
                <c:pt idx="12409">
                  <c:v>04-06-2022</c:v>
                </c:pt>
                <c:pt idx="12410">
                  <c:v>04-06-2022</c:v>
                </c:pt>
                <c:pt idx="12411">
                  <c:v>04-06-2022</c:v>
                </c:pt>
                <c:pt idx="12412">
                  <c:v>04-06-2022</c:v>
                </c:pt>
                <c:pt idx="12413">
                  <c:v>04-06-2022</c:v>
                </c:pt>
                <c:pt idx="12414">
                  <c:v>04-06-2022</c:v>
                </c:pt>
                <c:pt idx="12415">
                  <c:v>04-06-2022</c:v>
                </c:pt>
                <c:pt idx="12416">
                  <c:v>04-06-2022</c:v>
                </c:pt>
                <c:pt idx="12417">
                  <c:v>04-06-2022</c:v>
                </c:pt>
                <c:pt idx="12418">
                  <c:v>04-06-2022</c:v>
                </c:pt>
                <c:pt idx="12419">
                  <c:v>04-06-2022</c:v>
                </c:pt>
                <c:pt idx="12420">
                  <c:v>04-06-2022</c:v>
                </c:pt>
                <c:pt idx="12421">
                  <c:v>04-06-2022</c:v>
                </c:pt>
                <c:pt idx="12422">
                  <c:v>04-06-2022</c:v>
                </c:pt>
                <c:pt idx="12423">
                  <c:v>04-06-2022</c:v>
                </c:pt>
                <c:pt idx="12424">
                  <c:v>04-06-2022</c:v>
                </c:pt>
                <c:pt idx="12425">
                  <c:v>04-06-2022</c:v>
                </c:pt>
                <c:pt idx="12426">
                  <c:v>04-06-2022</c:v>
                </c:pt>
                <c:pt idx="12427">
                  <c:v>04-06-2022</c:v>
                </c:pt>
                <c:pt idx="12428">
                  <c:v>04-06-2022</c:v>
                </c:pt>
                <c:pt idx="12429">
                  <c:v>04-06-2022</c:v>
                </c:pt>
                <c:pt idx="12430">
                  <c:v>04-06-2022</c:v>
                </c:pt>
                <c:pt idx="12431">
                  <c:v>04-06-2022</c:v>
                </c:pt>
                <c:pt idx="12432">
                  <c:v>04-06-2022</c:v>
                </c:pt>
                <c:pt idx="12433">
                  <c:v>04-06-2022</c:v>
                </c:pt>
                <c:pt idx="12434">
                  <c:v>04-06-2022</c:v>
                </c:pt>
                <c:pt idx="12435">
                  <c:v>05-06-2022</c:v>
                </c:pt>
                <c:pt idx="12436">
                  <c:v>05-06-2022</c:v>
                </c:pt>
                <c:pt idx="12437">
                  <c:v>05-06-2022</c:v>
                </c:pt>
                <c:pt idx="12438">
                  <c:v>05-06-2022</c:v>
                </c:pt>
                <c:pt idx="12439">
                  <c:v>05-06-2022</c:v>
                </c:pt>
                <c:pt idx="12440">
                  <c:v>05-06-2022</c:v>
                </c:pt>
                <c:pt idx="12441">
                  <c:v>05-06-2022</c:v>
                </c:pt>
                <c:pt idx="12442">
                  <c:v>05-06-2022</c:v>
                </c:pt>
                <c:pt idx="12443">
                  <c:v>05-06-2022</c:v>
                </c:pt>
                <c:pt idx="12444">
                  <c:v>05-06-2022</c:v>
                </c:pt>
                <c:pt idx="12445">
                  <c:v>05-06-2022</c:v>
                </c:pt>
                <c:pt idx="12446">
                  <c:v>05-06-2022</c:v>
                </c:pt>
                <c:pt idx="12447">
                  <c:v>05-06-2022</c:v>
                </c:pt>
                <c:pt idx="12448">
                  <c:v>05-06-2022</c:v>
                </c:pt>
                <c:pt idx="12449">
                  <c:v>05-06-2022</c:v>
                </c:pt>
                <c:pt idx="12450">
                  <c:v>05-06-2022</c:v>
                </c:pt>
                <c:pt idx="12451">
                  <c:v>05-06-2022</c:v>
                </c:pt>
                <c:pt idx="12452">
                  <c:v>05-06-2022</c:v>
                </c:pt>
                <c:pt idx="12453">
                  <c:v>05-06-2022</c:v>
                </c:pt>
                <c:pt idx="12454">
                  <c:v>05-06-2022</c:v>
                </c:pt>
                <c:pt idx="12455">
                  <c:v>05-06-2022</c:v>
                </c:pt>
                <c:pt idx="12456">
                  <c:v>05-06-2022</c:v>
                </c:pt>
                <c:pt idx="12457">
                  <c:v>05-06-2022</c:v>
                </c:pt>
                <c:pt idx="12458">
                  <c:v>05-06-2022</c:v>
                </c:pt>
                <c:pt idx="12459">
                  <c:v>05-06-2022</c:v>
                </c:pt>
                <c:pt idx="12460">
                  <c:v>05-06-2022</c:v>
                </c:pt>
                <c:pt idx="12461">
                  <c:v>05-06-2022</c:v>
                </c:pt>
                <c:pt idx="12462">
                  <c:v>05-06-2022</c:v>
                </c:pt>
                <c:pt idx="12463">
                  <c:v>05-06-2022</c:v>
                </c:pt>
                <c:pt idx="12464">
                  <c:v>05-06-2022</c:v>
                </c:pt>
                <c:pt idx="12465">
                  <c:v>05-06-2022</c:v>
                </c:pt>
                <c:pt idx="12466">
                  <c:v>05-06-2022</c:v>
                </c:pt>
                <c:pt idx="12467">
                  <c:v>05-06-2022</c:v>
                </c:pt>
                <c:pt idx="12468">
                  <c:v>05-06-2022</c:v>
                </c:pt>
                <c:pt idx="12469">
                  <c:v>05-06-2022</c:v>
                </c:pt>
                <c:pt idx="12470">
                  <c:v>05-06-2022</c:v>
                </c:pt>
                <c:pt idx="12471">
                  <c:v>05-06-2022</c:v>
                </c:pt>
                <c:pt idx="12472">
                  <c:v>05-06-2022</c:v>
                </c:pt>
                <c:pt idx="12473">
                  <c:v>05-06-2022</c:v>
                </c:pt>
                <c:pt idx="12474">
                  <c:v>05-06-2022</c:v>
                </c:pt>
                <c:pt idx="12475">
                  <c:v>06-06-2022</c:v>
                </c:pt>
                <c:pt idx="12476">
                  <c:v>06-06-2022</c:v>
                </c:pt>
                <c:pt idx="12477">
                  <c:v>06-06-2022</c:v>
                </c:pt>
                <c:pt idx="12478">
                  <c:v>06-06-2022</c:v>
                </c:pt>
                <c:pt idx="12479">
                  <c:v>06-06-2022</c:v>
                </c:pt>
                <c:pt idx="12480">
                  <c:v>06-06-2022</c:v>
                </c:pt>
                <c:pt idx="12481">
                  <c:v>06-06-2022</c:v>
                </c:pt>
                <c:pt idx="12482">
                  <c:v>06-06-2022</c:v>
                </c:pt>
                <c:pt idx="12483">
                  <c:v>06-06-2022</c:v>
                </c:pt>
                <c:pt idx="12484">
                  <c:v>06-06-2022</c:v>
                </c:pt>
                <c:pt idx="12485">
                  <c:v>06-06-2022</c:v>
                </c:pt>
                <c:pt idx="12486">
                  <c:v>06-06-2022</c:v>
                </c:pt>
                <c:pt idx="12487">
                  <c:v>06-06-2022</c:v>
                </c:pt>
                <c:pt idx="12488">
                  <c:v>06-06-2022</c:v>
                </c:pt>
                <c:pt idx="12489">
                  <c:v>06-06-2022</c:v>
                </c:pt>
                <c:pt idx="12490">
                  <c:v>06-06-2022</c:v>
                </c:pt>
                <c:pt idx="12491">
                  <c:v>06-06-2022</c:v>
                </c:pt>
                <c:pt idx="12492">
                  <c:v>06-06-2022</c:v>
                </c:pt>
                <c:pt idx="12493">
                  <c:v>06-06-2022</c:v>
                </c:pt>
                <c:pt idx="12494">
                  <c:v>06-06-2022</c:v>
                </c:pt>
                <c:pt idx="12495">
                  <c:v>06-06-2022</c:v>
                </c:pt>
                <c:pt idx="12496">
                  <c:v>06-06-2022</c:v>
                </c:pt>
                <c:pt idx="12497">
                  <c:v>06-06-2022</c:v>
                </c:pt>
                <c:pt idx="12498">
                  <c:v>06-06-2022</c:v>
                </c:pt>
                <c:pt idx="12499">
                  <c:v>06-06-2022</c:v>
                </c:pt>
                <c:pt idx="12500">
                  <c:v>06-06-2022</c:v>
                </c:pt>
                <c:pt idx="12501">
                  <c:v>06-06-2022</c:v>
                </c:pt>
                <c:pt idx="12502">
                  <c:v>06-06-2022</c:v>
                </c:pt>
                <c:pt idx="12503">
                  <c:v>06-06-2022</c:v>
                </c:pt>
                <c:pt idx="12504">
                  <c:v>06-06-2022</c:v>
                </c:pt>
                <c:pt idx="12505">
                  <c:v>06-06-2022</c:v>
                </c:pt>
                <c:pt idx="12506">
                  <c:v>06-06-2022</c:v>
                </c:pt>
                <c:pt idx="12507">
                  <c:v>06-06-2022</c:v>
                </c:pt>
                <c:pt idx="12508">
                  <c:v>06-06-2022</c:v>
                </c:pt>
                <c:pt idx="12509">
                  <c:v>06-06-2022</c:v>
                </c:pt>
                <c:pt idx="12510">
                  <c:v>06-06-2022</c:v>
                </c:pt>
                <c:pt idx="12511">
                  <c:v>06-06-2022</c:v>
                </c:pt>
                <c:pt idx="12512">
                  <c:v>06-06-2022</c:v>
                </c:pt>
                <c:pt idx="12513">
                  <c:v>06-06-2022</c:v>
                </c:pt>
                <c:pt idx="12514">
                  <c:v>06-06-2022</c:v>
                </c:pt>
                <c:pt idx="12515">
                  <c:v>07-06-2022</c:v>
                </c:pt>
                <c:pt idx="12516">
                  <c:v>07-06-2022</c:v>
                </c:pt>
                <c:pt idx="12517">
                  <c:v>07-06-2022</c:v>
                </c:pt>
                <c:pt idx="12518">
                  <c:v>07-06-2022</c:v>
                </c:pt>
                <c:pt idx="12519">
                  <c:v>07-06-2022</c:v>
                </c:pt>
                <c:pt idx="12520">
                  <c:v>07-06-2022</c:v>
                </c:pt>
                <c:pt idx="12521">
                  <c:v>07-06-2022</c:v>
                </c:pt>
                <c:pt idx="12522">
                  <c:v>07-06-2022</c:v>
                </c:pt>
                <c:pt idx="12523">
                  <c:v>07-06-2022</c:v>
                </c:pt>
                <c:pt idx="12524">
                  <c:v>07-06-2022</c:v>
                </c:pt>
                <c:pt idx="12525">
                  <c:v>07-06-2022</c:v>
                </c:pt>
                <c:pt idx="12526">
                  <c:v>07-06-2022</c:v>
                </c:pt>
                <c:pt idx="12527">
                  <c:v>07-06-2022</c:v>
                </c:pt>
                <c:pt idx="12528">
                  <c:v>07-06-2022</c:v>
                </c:pt>
                <c:pt idx="12529">
                  <c:v>07-06-2022</c:v>
                </c:pt>
                <c:pt idx="12530">
                  <c:v>07-06-2022</c:v>
                </c:pt>
                <c:pt idx="12531">
                  <c:v>07-06-2022</c:v>
                </c:pt>
                <c:pt idx="12532">
                  <c:v>07-06-2022</c:v>
                </c:pt>
                <c:pt idx="12533">
                  <c:v>07-06-2022</c:v>
                </c:pt>
                <c:pt idx="12534">
                  <c:v>07-06-2022</c:v>
                </c:pt>
                <c:pt idx="12535">
                  <c:v>07-06-2022</c:v>
                </c:pt>
                <c:pt idx="12536">
                  <c:v>07-06-2022</c:v>
                </c:pt>
                <c:pt idx="12537">
                  <c:v>07-06-2022</c:v>
                </c:pt>
                <c:pt idx="12538">
                  <c:v>07-06-2022</c:v>
                </c:pt>
                <c:pt idx="12539">
                  <c:v>07-06-2022</c:v>
                </c:pt>
                <c:pt idx="12540">
                  <c:v>07-06-2022</c:v>
                </c:pt>
                <c:pt idx="12541">
                  <c:v>07-06-2022</c:v>
                </c:pt>
                <c:pt idx="12542">
                  <c:v>07-06-2022</c:v>
                </c:pt>
                <c:pt idx="12543">
                  <c:v>07-06-2022</c:v>
                </c:pt>
                <c:pt idx="12544">
                  <c:v>07-06-2022</c:v>
                </c:pt>
                <c:pt idx="12545">
                  <c:v>07-06-2022</c:v>
                </c:pt>
                <c:pt idx="12546">
                  <c:v>07-06-2022</c:v>
                </c:pt>
                <c:pt idx="12547">
                  <c:v>07-06-2022</c:v>
                </c:pt>
                <c:pt idx="12548">
                  <c:v>07-06-2022</c:v>
                </c:pt>
                <c:pt idx="12549">
                  <c:v>07-06-2022</c:v>
                </c:pt>
                <c:pt idx="12550">
                  <c:v>07-06-2022</c:v>
                </c:pt>
                <c:pt idx="12551">
                  <c:v>07-06-2022</c:v>
                </c:pt>
                <c:pt idx="12552">
                  <c:v>07-06-2022</c:v>
                </c:pt>
                <c:pt idx="12553">
                  <c:v>07-06-2022</c:v>
                </c:pt>
                <c:pt idx="12554">
                  <c:v>07-06-2022</c:v>
                </c:pt>
                <c:pt idx="12555">
                  <c:v>08-06-2022</c:v>
                </c:pt>
                <c:pt idx="12556">
                  <c:v>08-06-2022</c:v>
                </c:pt>
                <c:pt idx="12557">
                  <c:v>08-06-2022</c:v>
                </c:pt>
                <c:pt idx="12558">
                  <c:v>08-06-2022</c:v>
                </c:pt>
                <c:pt idx="12559">
                  <c:v>08-06-2022</c:v>
                </c:pt>
                <c:pt idx="12560">
                  <c:v>08-06-2022</c:v>
                </c:pt>
                <c:pt idx="12561">
                  <c:v>08-06-2022</c:v>
                </c:pt>
                <c:pt idx="12562">
                  <c:v>08-06-2022</c:v>
                </c:pt>
                <c:pt idx="12563">
                  <c:v>08-06-2022</c:v>
                </c:pt>
                <c:pt idx="12564">
                  <c:v>08-06-2022</c:v>
                </c:pt>
                <c:pt idx="12565">
                  <c:v>08-06-2022</c:v>
                </c:pt>
                <c:pt idx="12566">
                  <c:v>08-06-2022</c:v>
                </c:pt>
                <c:pt idx="12567">
                  <c:v>08-06-2022</c:v>
                </c:pt>
                <c:pt idx="12568">
                  <c:v>08-06-2022</c:v>
                </c:pt>
                <c:pt idx="12569">
                  <c:v>08-06-2022</c:v>
                </c:pt>
                <c:pt idx="12570">
                  <c:v>08-06-2022</c:v>
                </c:pt>
                <c:pt idx="12571">
                  <c:v>08-06-2022</c:v>
                </c:pt>
                <c:pt idx="12572">
                  <c:v>08-06-2022</c:v>
                </c:pt>
                <c:pt idx="12573">
                  <c:v>08-06-2022</c:v>
                </c:pt>
                <c:pt idx="12574">
                  <c:v>08-06-2022</c:v>
                </c:pt>
                <c:pt idx="12575">
                  <c:v>08-06-2022</c:v>
                </c:pt>
                <c:pt idx="12576">
                  <c:v>08-06-2022</c:v>
                </c:pt>
                <c:pt idx="12577">
                  <c:v>08-06-2022</c:v>
                </c:pt>
                <c:pt idx="12578">
                  <c:v>08-06-2022</c:v>
                </c:pt>
                <c:pt idx="12579">
                  <c:v>08-06-2022</c:v>
                </c:pt>
                <c:pt idx="12580">
                  <c:v>08-06-2022</c:v>
                </c:pt>
                <c:pt idx="12581">
                  <c:v>08-06-2022</c:v>
                </c:pt>
                <c:pt idx="12582">
                  <c:v>08-06-2022</c:v>
                </c:pt>
                <c:pt idx="12583">
                  <c:v>08-06-2022</c:v>
                </c:pt>
                <c:pt idx="12584">
                  <c:v>08-06-2022</c:v>
                </c:pt>
                <c:pt idx="12585">
                  <c:v>08-06-2022</c:v>
                </c:pt>
                <c:pt idx="12586">
                  <c:v>08-06-2022</c:v>
                </c:pt>
                <c:pt idx="12587">
                  <c:v>08-06-2022</c:v>
                </c:pt>
                <c:pt idx="12588">
                  <c:v>08-06-2022</c:v>
                </c:pt>
                <c:pt idx="12589">
                  <c:v>08-06-2022</c:v>
                </c:pt>
                <c:pt idx="12590">
                  <c:v>08-06-2022</c:v>
                </c:pt>
                <c:pt idx="12591">
                  <c:v>08-06-2022</c:v>
                </c:pt>
                <c:pt idx="12592">
                  <c:v>08-06-2022</c:v>
                </c:pt>
                <c:pt idx="12593">
                  <c:v>08-06-2022</c:v>
                </c:pt>
                <c:pt idx="12594">
                  <c:v>08-06-2022</c:v>
                </c:pt>
                <c:pt idx="12595">
                  <c:v>09-06-2022</c:v>
                </c:pt>
                <c:pt idx="12596">
                  <c:v>09-06-2022</c:v>
                </c:pt>
                <c:pt idx="12597">
                  <c:v>09-06-2022</c:v>
                </c:pt>
                <c:pt idx="12598">
                  <c:v>09-06-2022</c:v>
                </c:pt>
                <c:pt idx="12599">
                  <c:v>09-06-2022</c:v>
                </c:pt>
                <c:pt idx="12600">
                  <c:v>09-06-2022</c:v>
                </c:pt>
                <c:pt idx="12601">
                  <c:v>09-06-2022</c:v>
                </c:pt>
                <c:pt idx="12602">
                  <c:v>09-06-2022</c:v>
                </c:pt>
                <c:pt idx="12603">
                  <c:v>09-06-2022</c:v>
                </c:pt>
                <c:pt idx="12604">
                  <c:v>09-06-2022</c:v>
                </c:pt>
                <c:pt idx="12605">
                  <c:v>09-06-2022</c:v>
                </c:pt>
                <c:pt idx="12606">
                  <c:v>09-06-2022</c:v>
                </c:pt>
                <c:pt idx="12607">
                  <c:v>09-06-2022</c:v>
                </c:pt>
                <c:pt idx="12608">
                  <c:v>09-06-2022</c:v>
                </c:pt>
                <c:pt idx="12609">
                  <c:v>09-06-2022</c:v>
                </c:pt>
                <c:pt idx="12610">
                  <c:v>09-06-2022</c:v>
                </c:pt>
                <c:pt idx="12611">
                  <c:v>09-06-2022</c:v>
                </c:pt>
                <c:pt idx="12612">
                  <c:v>09-06-2022</c:v>
                </c:pt>
                <c:pt idx="12613">
                  <c:v>09-06-2022</c:v>
                </c:pt>
                <c:pt idx="12614">
                  <c:v>09-06-2022</c:v>
                </c:pt>
                <c:pt idx="12615">
                  <c:v>09-06-2022</c:v>
                </c:pt>
                <c:pt idx="12616">
                  <c:v>09-06-2022</c:v>
                </c:pt>
                <c:pt idx="12617">
                  <c:v>09-06-2022</c:v>
                </c:pt>
                <c:pt idx="12618">
                  <c:v>09-06-2022</c:v>
                </c:pt>
                <c:pt idx="12619">
                  <c:v>09-06-2022</c:v>
                </c:pt>
                <c:pt idx="12620">
                  <c:v>09-06-2022</c:v>
                </c:pt>
                <c:pt idx="12621">
                  <c:v>09-06-2022</c:v>
                </c:pt>
                <c:pt idx="12622">
                  <c:v>09-06-2022</c:v>
                </c:pt>
                <c:pt idx="12623">
                  <c:v>09-06-2022</c:v>
                </c:pt>
                <c:pt idx="12624">
                  <c:v>09-06-2022</c:v>
                </c:pt>
                <c:pt idx="12625">
                  <c:v>09-06-2022</c:v>
                </c:pt>
                <c:pt idx="12626">
                  <c:v>09-06-2022</c:v>
                </c:pt>
                <c:pt idx="12627">
                  <c:v>09-06-2022</c:v>
                </c:pt>
                <c:pt idx="12628">
                  <c:v>09-06-2022</c:v>
                </c:pt>
                <c:pt idx="12629">
                  <c:v>09-06-2022</c:v>
                </c:pt>
                <c:pt idx="12630">
                  <c:v>09-06-2022</c:v>
                </c:pt>
                <c:pt idx="12631">
                  <c:v>09-06-2022</c:v>
                </c:pt>
                <c:pt idx="12632">
                  <c:v>09-06-2022</c:v>
                </c:pt>
                <c:pt idx="12633">
                  <c:v>09-06-2022</c:v>
                </c:pt>
                <c:pt idx="12634">
                  <c:v>09-06-2022</c:v>
                </c:pt>
                <c:pt idx="12635">
                  <c:v>10-06-2022</c:v>
                </c:pt>
                <c:pt idx="12636">
                  <c:v>10-06-2022</c:v>
                </c:pt>
                <c:pt idx="12637">
                  <c:v>10-06-2022</c:v>
                </c:pt>
                <c:pt idx="12638">
                  <c:v>10-06-2022</c:v>
                </c:pt>
                <c:pt idx="12639">
                  <c:v>10-06-2022</c:v>
                </c:pt>
                <c:pt idx="12640">
                  <c:v>10-06-2022</c:v>
                </c:pt>
                <c:pt idx="12641">
                  <c:v>10-06-2022</c:v>
                </c:pt>
                <c:pt idx="12642">
                  <c:v>10-06-2022</c:v>
                </c:pt>
                <c:pt idx="12643">
                  <c:v>10-06-2022</c:v>
                </c:pt>
                <c:pt idx="12644">
                  <c:v>10-06-2022</c:v>
                </c:pt>
                <c:pt idx="12645">
                  <c:v>10-06-2022</c:v>
                </c:pt>
                <c:pt idx="12646">
                  <c:v>10-06-2022</c:v>
                </c:pt>
                <c:pt idx="12647">
                  <c:v>10-06-2022</c:v>
                </c:pt>
                <c:pt idx="12648">
                  <c:v>10-06-2022</c:v>
                </c:pt>
                <c:pt idx="12649">
                  <c:v>10-06-2022</c:v>
                </c:pt>
                <c:pt idx="12650">
                  <c:v>10-06-2022</c:v>
                </c:pt>
                <c:pt idx="12651">
                  <c:v>10-06-2022</c:v>
                </c:pt>
                <c:pt idx="12652">
                  <c:v>10-06-2022</c:v>
                </c:pt>
                <c:pt idx="12653">
                  <c:v>10-06-2022</c:v>
                </c:pt>
                <c:pt idx="12654">
                  <c:v>10-06-2022</c:v>
                </c:pt>
                <c:pt idx="12655">
                  <c:v>10-06-2022</c:v>
                </c:pt>
                <c:pt idx="12656">
                  <c:v>10-06-2022</c:v>
                </c:pt>
                <c:pt idx="12657">
                  <c:v>10-06-2022</c:v>
                </c:pt>
                <c:pt idx="12658">
                  <c:v>10-06-2022</c:v>
                </c:pt>
                <c:pt idx="12659">
                  <c:v>10-06-2022</c:v>
                </c:pt>
                <c:pt idx="12660">
                  <c:v>10-06-2022</c:v>
                </c:pt>
                <c:pt idx="12661">
                  <c:v>10-06-2022</c:v>
                </c:pt>
                <c:pt idx="12662">
                  <c:v>10-06-2022</c:v>
                </c:pt>
                <c:pt idx="12663">
                  <c:v>10-06-2022</c:v>
                </c:pt>
                <c:pt idx="12664">
                  <c:v>10-06-2022</c:v>
                </c:pt>
                <c:pt idx="12665">
                  <c:v>10-06-2022</c:v>
                </c:pt>
                <c:pt idx="12666">
                  <c:v>10-06-2022</c:v>
                </c:pt>
                <c:pt idx="12667">
                  <c:v>10-06-2022</c:v>
                </c:pt>
                <c:pt idx="12668">
                  <c:v>10-06-2022</c:v>
                </c:pt>
                <c:pt idx="12669">
                  <c:v>10-06-2022</c:v>
                </c:pt>
                <c:pt idx="12670">
                  <c:v>10-06-2022</c:v>
                </c:pt>
                <c:pt idx="12671">
                  <c:v>10-06-2022</c:v>
                </c:pt>
                <c:pt idx="12672">
                  <c:v>10-06-2022</c:v>
                </c:pt>
                <c:pt idx="12673">
                  <c:v>10-06-2022</c:v>
                </c:pt>
                <c:pt idx="12674">
                  <c:v>10-06-2022</c:v>
                </c:pt>
                <c:pt idx="12675">
                  <c:v>11-06-2022</c:v>
                </c:pt>
                <c:pt idx="12676">
                  <c:v>11-06-2022</c:v>
                </c:pt>
                <c:pt idx="12677">
                  <c:v>11-06-2022</c:v>
                </c:pt>
                <c:pt idx="12678">
                  <c:v>11-06-2022</c:v>
                </c:pt>
                <c:pt idx="12679">
                  <c:v>11-06-2022</c:v>
                </c:pt>
                <c:pt idx="12680">
                  <c:v>11-06-2022</c:v>
                </c:pt>
                <c:pt idx="12681">
                  <c:v>11-06-2022</c:v>
                </c:pt>
                <c:pt idx="12682">
                  <c:v>11-06-2022</c:v>
                </c:pt>
                <c:pt idx="12683">
                  <c:v>11-06-2022</c:v>
                </c:pt>
                <c:pt idx="12684">
                  <c:v>11-06-2022</c:v>
                </c:pt>
                <c:pt idx="12685">
                  <c:v>11-06-2022</c:v>
                </c:pt>
                <c:pt idx="12686">
                  <c:v>11-06-2022</c:v>
                </c:pt>
                <c:pt idx="12687">
                  <c:v>11-06-2022</c:v>
                </c:pt>
                <c:pt idx="12688">
                  <c:v>11-06-2022</c:v>
                </c:pt>
                <c:pt idx="12689">
                  <c:v>11-06-2022</c:v>
                </c:pt>
                <c:pt idx="12690">
                  <c:v>11-06-2022</c:v>
                </c:pt>
                <c:pt idx="12691">
                  <c:v>11-06-2022</c:v>
                </c:pt>
                <c:pt idx="12692">
                  <c:v>11-06-2022</c:v>
                </c:pt>
                <c:pt idx="12693">
                  <c:v>11-06-2022</c:v>
                </c:pt>
                <c:pt idx="12694">
                  <c:v>11-06-2022</c:v>
                </c:pt>
                <c:pt idx="12695">
                  <c:v>11-06-2022</c:v>
                </c:pt>
                <c:pt idx="12696">
                  <c:v>11-06-2022</c:v>
                </c:pt>
                <c:pt idx="12697">
                  <c:v>11-06-2022</c:v>
                </c:pt>
                <c:pt idx="12698">
                  <c:v>11-06-2022</c:v>
                </c:pt>
                <c:pt idx="12699">
                  <c:v>11-06-2022</c:v>
                </c:pt>
                <c:pt idx="12700">
                  <c:v>11-06-2022</c:v>
                </c:pt>
                <c:pt idx="12701">
                  <c:v>11-06-2022</c:v>
                </c:pt>
                <c:pt idx="12702">
                  <c:v>11-06-2022</c:v>
                </c:pt>
                <c:pt idx="12703">
                  <c:v>11-06-2022</c:v>
                </c:pt>
                <c:pt idx="12704">
                  <c:v>11-06-2022</c:v>
                </c:pt>
                <c:pt idx="12705">
                  <c:v>11-06-2022</c:v>
                </c:pt>
                <c:pt idx="12706">
                  <c:v>11-06-2022</c:v>
                </c:pt>
                <c:pt idx="12707">
                  <c:v>11-06-2022</c:v>
                </c:pt>
                <c:pt idx="12708">
                  <c:v>11-06-2022</c:v>
                </c:pt>
                <c:pt idx="12709">
                  <c:v>11-06-2022</c:v>
                </c:pt>
                <c:pt idx="12710">
                  <c:v>11-06-2022</c:v>
                </c:pt>
                <c:pt idx="12711">
                  <c:v>11-06-2022</c:v>
                </c:pt>
                <c:pt idx="12712">
                  <c:v>11-06-2022</c:v>
                </c:pt>
                <c:pt idx="12713">
                  <c:v>11-06-2022</c:v>
                </c:pt>
                <c:pt idx="12714">
                  <c:v>11-06-2022</c:v>
                </c:pt>
                <c:pt idx="12715">
                  <c:v>12-06-2022</c:v>
                </c:pt>
                <c:pt idx="12716">
                  <c:v>12-06-2022</c:v>
                </c:pt>
                <c:pt idx="12717">
                  <c:v>12-06-2022</c:v>
                </c:pt>
                <c:pt idx="12718">
                  <c:v>12-06-2022</c:v>
                </c:pt>
                <c:pt idx="12719">
                  <c:v>12-06-2022</c:v>
                </c:pt>
                <c:pt idx="12720">
                  <c:v>12-06-2022</c:v>
                </c:pt>
                <c:pt idx="12721">
                  <c:v>12-06-2022</c:v>
                </c:pt>
                <c:pt idx="12722">
                  <c:v>12-06-2022</c:v>
                </c:pt>
                <c:pt idx="12723">
                  <c:v>12-06-2022</c:v>
                </c:pt>
                <c:pt idx="12724">
                  <c:v>12-06-2022</c:v>
                </c:pt>
                <c:pt idx="12725">
                  <c:v>12-06-2022</c:v>
                </c:pt>
                <c:pt idx="12726">
                  <c:v>12-06-2022</c:v>
                </c:pt>
                <c:pt idx="12727">
                  <c:v>12-06-2022</c:v>
                </c:pt>
                <c:pt idx="12728">
                  <c:v>12-06-2022</c:v>
                </c:pt>
                <c:pt idx="12729">
                  <c:v>12-06-2022</c:v>
                </c:pt>
                <c:pt idx="12730">
                  <c:v>12-06-2022</c:v>
                </c:pt>
                <c:pt idx="12731">
                  <c:v>12-06-2022</c:v>
                </c:pt>
                <c:pt idx="12732">
                  <c:v>12-06-2022</c:v>
                </c:pt>
                <c:pt idx="12733">
                  <c:v>12-06-2022</c:v>
                </c:pt>
                <c:pt idx="12734">
                  <c:v>12-06-2022</c:v>
                </c:pt>
                <c:pt idx="12735">
                  <c:v>12-06-2022</c:v>
                </c:pt>
                <c:pt idx="12736">
                  <c:v>12-06-2022</c:v>
                </c:pt>
                <c:pt idx="12737">
                  <c:v>12-06-2022</c:v>
                </c:pt>
                <c:pt idx="12738">
                  <c:v>12-06-2022</c:v>
                </c:pt>
                <c:pt idx="12739">
                  <c:v>12-06-2022</c:v>
                </c:pt>
                <c:pt idx="12740">
                  <c:v>12-06-2022</c:v>
                </c:pt>
                <c:pt idx="12741">
                  <c:v>12-06-2022</c:v>
                </c:pt>
                <c:pt idx="12742">
                  <c:v>12-06-2022</c:v>
                </c:pt>
                <c:pt idx="12743">
                  <c:v>12-06-2022</c:v>
                </c:pt>
                <c:pt idx="12744">
                  <c:v>12-06-2022</c:v>
                </c:pt>
                <c:pt idx="12745">
                  <c:v>12-06-2022</c:v>
                </c:pt>
                <c:pt idx="12746">
                  <c:v>12-06-2022</c:v>
                </c:pt>
                <c:pt idx="12747">
                  <c:v>12-06-2022</c:v>
                </c:pt>
                <c:pt idx="12748">
                  <c:v>12-06-2022</c:v>
                </c:pt>
                <c:pt idx="12749">
                  <c:v>12-06-2022</c:v>
                </c:pt>
                <c:pt idx="12750">
                  <c:v>12-06-2022</c:v>
                </c:pt>
                <c:pt idx="12751">
                  <c:v>12-06-2022</c:v>
                </c:pt>
                <c:pt idx="12752">
                  <c:v>12-06-2022</c:v>
                </c:pt>
                <c:pt idx="12753">
                  <c:v>12-06-2022</c:v>
                </c:pt>
                <c:pt idx="12754">
                  <c:v>12-06-2022</c:v>
                </c:pt>
                <c:pt idx="12755">
                  <c:v>13-06-2022</c:v>
                </c:pt>
                <c:pt idx="12756">
                  <c:v>13-06-2022</c:v>
                </c:pt>
                <c:pt idx="12757">
                  <c:v>13-06-2022</c:v>
                </c:pt>
                <c:pt idx="12758">
                  <c:v>13-06-2022</c:v>
                </c:pt>
                <c:pt idx="12759">
                  <c:v>13-06-2022</c:v>
                </c:pt>
                <c:pt idx="12760">
                  <c:v>13-06-2022</c:v>
                </c:pt>
                <c:pt idx="12761">
                  <c:v>13-06-2022</c:v>
                </c:pt>
                <c:pt idx="12762">
                  <c:v>13-06-2022</c:v>
                </c:pt>
                <c:pt idx="12763">
                  <c:v>13-06-2022</c:v>
                </c:pt>
                <c:pt idx="12764">
                  <c:v>13-06-2022</c:v>
                </c:pt>
                <c:pt idx="12765">
                  <c:v>13-06-2022</c:v>
                </c:pt>
                <c:pt idx="12766">
                  <c:v>13-06-2022</c:v>
                </c:pt>
                <c:pt idx="12767">
                  <c:v>13-06-2022</c:v>
                </c:pt>
                <c:pt idx="12768">
                  <c:v>13-06-2022</c:v>
                </c:pt>
                <c:pt idx="12769">
                  <c:v>13-06-2022</c:v>
                </c:pt>
                <c:pt idx="12770">
                  <c:v>13-06-2022</c:v>
                </c:pt>
                <c:pt idx="12771">
                  <c:v>13-06-2022</c:v>
                </c:pt>
                <c:pt idx="12772">
                  <c:v>13-06-2022</c:v>
                </c:pt>
                <c:pt idx="12773">
                  <c:v>13-06-2022</c:v>
                </c:pt>
                <c:pt idx="12774">
                  <c:v>13-06-2022</c:v>
                </c:pt>
                <c:pt idx="12775">
                  <c:v>13-06-2022</c:v>
                </c:pt>
                <c:pt idx="12776">
                  <c:v>13-06-2022</c:v>
                </c:pt>
                <c:pt idx="12777">
                  <c:v>13-06-2022</c:v>
                </c:pt>
                <c:pt idx="12778">
                  <c:v>13-06-2022</c:v>
                </c:pt>
                <c:pt idx="12779">
                  <c:v>13-06-2022</c:v>
                </c:pt>
                <c:pt idx="12780">
                  <c:v>13-06-2022</c:v>
                </c:pt>
                <c:pt idx="12781">
                  <c:v>13-06-2022</c:v>
                </c:pt>
                <c:pt idx="12782">
                  <c:v>13-06-2022</c:v>
                </c:pt>
                <c:pt idx="12783">
                  <c:v>13-06-2022</c:v>
                </c:pt>
                <c:pt idx="12784">
                  <c:v>13-06-2022</c:v>
                </c:pt>
                <c:pt idx="12785">
                  <c:v>13-06-2022</c:v>
                </c:pt>
                <c:pt idx="12786">
                  <c:v>13-06-2022</c:v>
                </c:pt>
                <c:pt idx="12787">
                  <c:v>13-06-2022</c:v>
                </c:pt>
                <c:pt idx="12788">
                  <c:v>13-06-2022</c:v>
                </c:pt>
                <c:pt idx="12789">
                  <c:v>13-06-2022</c:v>
                </c:pt>
                <c:pt idx="12790">
                  <c:v>13-06-2022</c:v>
                </c:pt>
                <c:pt idx="12791">
                  <c:v>13-06-2022</c:v>
                </c:pt>
                <c:pt idx="12792">
                  <c:v>13-06-2022</c:v>
                </c:pt>
                <c:pt idx="12793">
                  <c:v>13-06-2022</c:v>
                </c:pt>
                <c:pt idx="12794">
                  <c:v>13-06-2022</c:v>
                </c:pt>
                <c:pt idx="12795">
                  <c:v>14-06-2022</c:v>
                </c:pt>
                <c:pt idx="12796">
                  <c:v>14-06-2022</c:v>
                </c:pt>
                <c:pt idx="12797">
                  <c:v>14-06-2022</c:v>
                </c:pt>
                <c:pt idx="12798">
                  <c:v>14-06-2022</c:v>
                </c:pt>
                <c:pt idx="12799">
                  <c:v>14-06-2022</c:v>
                </c:pt>
                <c:pt idx="12800">
                  <c:v>14-06-2022</c:v>
                </c:pt>
                <c:pt idx="12801">
                  <c:v>14-06-2022</c:v>
                </c:pt>
                <c:pt idx="12802">
                  <c:v>14-06-2022</c:v>
                </c:pt>
                <c:pt idx="12803">
                  <c:v>14-06-2022</c:v>
                </c:pt>
                <c:pt idx="12804">
                  <c:v>14-06-2022</c:v>
                </c:pt>
                <c:pt idx="12805">
                  <c:v>14-06-2022</c:v>
                </c:pt>
                <c:pt idx="12806">
                  <c:v>14-06-2022</c:v>
                </c:pt>
                <c:pt idx="12807">
                  <c:v>14-06-2022</c:v>
                </c:pt>
                <c:pt idx="12808">
                  <c:v>14-06-2022</c:v>
                </c:pt>
                <c:pt idx="12809">
                  <c:v>14-06-2022</c:v>
                </c:pt>
                <c:pt idx="12810">
                  <c:v>14-06-2022</c:v>
                </c:pt>
                <c:pt idx="12811">
                  <c:v>14-06-2022</c:v>
                </c:pt>
                <c:pt idx="12812">
                  <c:v>14-06-2022</c:v>
                </c:pt>
                <c:pt idx="12813">
                  <c:v>14-06-2022</c:v>
                </c:pt>
                <c:pt idx="12814">
                  <c:v>14-06-2022</c:v>
                </c:pt>
                <c:pt idx="12815">
                  <c:v>14-06-2022</c:v>
                </c:pt>
                <c:pt idx="12816">
                  <c:v>14-06-2022</c:v>
                </c:pt>
                <c:pt idx="12817">
                  <c:v>14-06-2022</c:v>
                </c:pt>
                <c:pt idx="12818">
                  <c:v>14-06-2022</c:v>
                </c:pt>
                <c:pt idx="12819">
                  <c:v>14-06-2022</c:v>
                </c:pt>
                <c:pt idx="12820">
                  <c:v>14-06-2022</c:v>
                </c:pt>
                <c:pt idx="12821">
                  <c:v>14-06-2022</c:v>
                </c:pt>
                <c:pt idx="12822">
                  <c:v>14-06-2022</c:v>
                </c:pt>
                <c:pt idx="12823">
                  <c:v>14-06-2022</c:v>
                </c:pt>
                <c:pt idx="12824">
                  <c:v>14-06-2022</c:v>
                </c:pt>
                <c:pt idx="12825">
                  <c:v>14-06-2022</c:v>
                </c:pt>
                <c:pt idx="12826">
                  <c:v>14-06-2022</c:v>
                </c:pt>
                <c:pt idx="12827">
                  <c:v>14-06-2022</c:v>
                </c:pt>
                <c:pt idx="12828">
                  <c:v>14-06-2022</c:v>
                </c:pt>
                <c:pt idx="12829">
                  <c:v>14-06-2022</c:v>
                </c:pt>
                <c:pt idx="12830">
                  <c:v>14-06-2022</c:v>
                </c:pt>
                <c:pt idx="12831">
                  <c:v>14-06-2022</c:v>
                </c:pt>
                <c:pt idx="12832">
                  <c:v>14-06-2022</c:v>
                </c:pt>
                <c:pt idx="12833">
                  <c:v>14-06-2022</c:v>
                </c:pt>
                <c:pt idx="12834">
                  <c:v>14-06-2022</c:v>
                </c:pt>
                <c:pt idx="12835">
                  <c:v>15-06-2022</c:v>
                </c:pt>
                <c:pt idx="12836">
                  <c:v>15-06-2022</c:v>
                </c:pt>
                <c:pt idx="12837">
                  <c:v>15-06-2022</c:v>
                </c:pt>
                <c:pt idx="12838">
                  <c:v>15-06-2022</c:v>
                </c:pt>
                <c:pt idx="12839">
                  <c:v>15-06-2022</c:v>
                </c:pt>
                <c:pt idx="12840">
                  <c:v>15-06-2022</c:v>
                </c:pt>
                <c:pt idx="12841">
                  <c:v>15-06-2022</c:v>
                </c:pt>
                <c:pt idx="12842">
                  <c:v>15-06-2022</c:v>
                </c:pt>
                <c:pt idx="12843">
                  <c:v>15-06-2022</c:v>
                </c:pt>
                <c:pt idx="12844">
                  <c:v>15-06-2022</c:v>
                </c:pt>
                <c:pt idx="12845">
                  <c:v>15-06-2022</c:v>
                </c:pt>
                <c:pt idx="12846">
                  <c:v>15-06-2022</c:v>
                </c:pt>
                <c:pt idx="12847">
                  <c:v>15-06-2022</c:v>
                </c:pt>
                <c:pt idx="12848">
                  <c:v>15-06-2022</c:v>
                </c:pt>
                <c:pt idx="12849">
                  <c:v>15-06-2022</c:v>
                </c:pt>
                <c:pt idx="12850">
                  <c:v>15-06-2022</c:v>
                </c:pt>
                <c:pt idx="12851">
                  <c:v>15-06-2022</c:v>
                </c:pt>
                <c:pt idx="12852">
                  <c:v>15-06-2022</c:v>
                </c:pt>
                <c:pt idx="12853">
                  <c:v>15-06-2022</c:v>
                </c:pt>
                <c:pt idx="12854">
                  <c:v>15-06-2022</c:v>
                </c:pt>
                <c:pt idx="12855">
                  <c:v>15-06-2022</c:v>
                </c:pt>
                <c:pt idx="12856">
                  <c:v>15-06-2022</c:v>
                </c:pt>
                <c:pt idx="12857">
                  <c:v>15-06-2022</c:v>
                </c:pt>
                <c:pt idx="12858">
                  <c:v>15-06-2022</c:v>
                </c:pt>
                <c:pt idx="12859">
                  <c:v>15-06-2022</c:v>
                </c:pt>
                <c:pt idx="12860">
                  <c:v>15-06-2022</c:v>
                </c:pt>
                <c:pt idx="12861">
                  <c:v>15-06-2022</c:v>
                </c:pt>
                <c:pt idx="12862">
                  <c:v>15-06-2022</c:v>
                </c:pt>
                <c:pt idx="12863">
                  <c:v>15-06-2022</c:v>
                </c:pt>
                <c:pt idx="12864">
                  <c:v>15-06-2022</c:v>
                </c:pt>
                <c:pt idx="12865">
                  <c:v>15-06-2022</c:v>
                </c:pt>
                <c:pt idx="12866">
                  <c:v>15-06-2022</c:v>
                </c:pt>
                <c:pt idx="12867">
                  <c:v>15-06-2022</c:v>
                </c:pt>
                <c:pt idx="12868">
                  <c:v>15-06-2022</c:v>
                </c:pt>
                <c:pt idx="12869">
                  <c:v>15-06-2022</c:v>
                </c:pt>
                <c:pt idx="12870">
                  <c:v>15-06-2022</c:v>
                </c:pt>
                <c:pt idx="12871">
                  <c:v>15-06-2022</c:v>
                </c:pt>
                <c:pt idx="12872">
                  <c:v>15-06-2022</c:v>
                </c:pt>
                <c:pt idx="12873">
                  <c:v>15-06-2022</c:v>
                </c:pt>
                <c:pt idx="12874">
                  <c:v>15-06-2022</c:v>
                </c:pt>
                <c:pt idx="12875">
                  <c:v>16-06-2022</c:v>
                </c:pt>
                <c:pt idx="12876">
                  <c:v>16-06-2022</c:v>
                </c:pt>
                <c:pt idx="12877">
                  <c:v>16-06-2022</c:v>
                </c:pt>
                <c:pt idx="12878">
                  <c:v>16-06-2022</c:v>
                </c:pt>
                <c:pt idx="12879">
                  <c:v>16-06-2022</c:v>
                </c:pt>
                <c:pt idx="12880">
                  <c:v>16-06-2022</c:v>
                </c:pt>
                <c:pt idx="12881">
                  <c:v>16-06-2022</c:v>
                </c:pt>
                <c:pt idx="12882">
                  <c:v>16-06-2022</c:v>
                </c:pt>
                <c:pt idx="12883">
                  <c:v>16-06-2022</c:v>
                </c:pt>
                <c:pt idx="12884">
                  <c:v>16-06-2022</c:v>
                </c:pt>
                <c:pt idx="12885">
                  <c:v>16-06-2022</c:v>
                </c:pt>
                <c:pt idx="12886">
                  <c:v>16-06-2022</c:v>
                </c:pt>
                <c:pt idx="12887">
                  <c:v>16-06-2022</c:v>
                </c:pt>
                <c:pt idx="12888">
                  <c:v>16-06-2022</c:v>
                </c:pt>
                <c:pt idx="12889">
                  <c:v>16-06-2022</c:v>
                </c:pt>
                <c:pt idx="12890">
                  <c:v>16-06-2022</c:v>
                </c:pt>
                <c:pt idx="12891">
                  <c:v>16-06-2022</c:v>
                </c:pt>
                <c:pt idx="12892">
                  <c:v>16-06-2022</c:v>
                </c:pt>
                <c:pt idx="12893">
                  <c:v>16-06-2022</c:v>
                </c:pt>
                <c:pt idx="12894">
                  <c:v>16-06-2022</c:v>
                </c:pt>
                <c:pt idx="12895">
                  <c:v>16-06-2022</c:v>
                </c:pt>
                <c:pt idx="12896">
                  <c:v>16-06-2022</c:v>
                </c:pt>
                <c:pt idx="12897">
                  <c:v>16-06-2022</c:v>
                </c:pt>
                <c:pt idx="12898">
                  <c:v>16-06-2022</c:v>
                </c:pt>
                <c:pt idx="12899">
                  <c:v>16-06-2022</c:v>
                </c:pt>
                <c:pt idx="12900">
                  <c:v>16-06-2022</c:v>
                </c:pt>
                <c:pt idx="12901">
                  <c:v>16-06-2022</c:v>
                </c:pt>
                <c:pt idx="12902">
                  <c:v>16-06-2022</c:v>
                </c:pt>
                <c:pt idx="12903">
                  <c:v>16-06-2022</c:v>
                </c:pt>
                <c:pt idx="12904">
                  <c:v>16-06-2022</c:v>
                </c:pt>
                <c:pt idx="12905">
                  <c:v>16-06-2022</c:v>
                </c:pt>
                <c:pt idx="12906">
                  <c:v>16-06-2022</c:v>
                </c:pt>
                <c:pt idx="12907">
                  <c:v>16-06-2022</c:v>
                </c:pt>
                <c:pt idx="12908">
                  <c:v>16-06-2022</c:v>
                </c:pt>
                <c:pt idx="12909">
                  <c:v>16-06-2022</c:v>
                </c:pt>
                <c:pt idx="12910">
                  <c:v>16-06-2022</c:v>
                </c:pt>
                <c:pt idx="12911">
                  <c:v>16-06-2022</c:v>
                </c:pt>
                <c:pt idx="12912">
                  <c:v>16-06-2022</c:v>
                </c:pt>
                <c:pt idx="12913">
                  <c:v>16-06-2022</c:v>
                </c:pt>
                <c:pt idx="12914">
                  <c:v>16-06-2022</c:v>
                </c:pt>
                <c:pt idx="12915">
                  <c:v>17-06-2022</c:v>
                </c:pt>
                <c:pt idx="12916">
                  <c:v>17-06-2022</c:v>
                </c:pt>
                <c:pt idx="12917">
                  <c:v>17-06-2022</c:v>
                </c:pt>
                <c:pt idx="12918">
                  <c:v>17-06-2022</c:v>
                </c:pt>
                <c:pt idx="12919">
                  <c:v>17-06-2022</c:v>
                </c:pt>
                <c:pt idx="12920">
                  <c:v>17-06-2022</c:v>
                </c:pt>
                <c:pt idx="12921">
                  <c:v>17-06-2022</c:v>
                </c:pt>
                <c:pt idx="12922">
                  <c:v>17-06-2022</c:v>
                </c:pt>
                <c:pt idx="12923">
                  <c:v>17-06-2022</c:v>
                </c:pt>
                <c:pt idx="12924">
                  <c:v>17-06-2022</c:v>
                </c:pt>
                <c:pt idx="12925">
                  <c:v>17-06-2022</c:v>
                </c:pt>
                <c:pt idx="12926">
                  <c:v>17-06-2022</c:v>
                </c:pt>
                <c:pt idx="12927">
                  <c:v>17-06-2022</c:v>
                </c:pt>
                <c:pt idx="12928">
                  <c:v>17-06-2022</c:v>
                </c:pt>
                <c:pt idx="12929">
                  <c:v>17-06-2022</c:v>
                </c:pt>
                <c:pt idx="12930">
                  <c:v>17-06-2022</c:v>
                </c:pt>
                <c:pt idx="12931">
                  <c:v>17-06-2022</c:v>
                </c:pt>
                <c:pt idx="12932">
                  <c:v>17-06-2022</c:v>
                </c:pt>
                <c:pt idx="12933">
                  <c:v>17-06-2022</c:v>
                </c:pt>
                <c:pt idx="12934">
                  <c:v>17-06-2022</c:v>
                </c:pt>
                <c:pt idx="12935">
                  <c:v>17-06-2022</c:v>
                </c:pt>
                <c:pt idx="12936">
                  <c:v>17-06-2022</c:v>
                </c:pt>
                <c:pt idx="12937">
                  <c:v>17-06-2022</c:v>
                </c:pt>
                <c:pt idx="12938">
                  <c:v>17-06-2022</c:v>
                </c:pt>
                <c:pt idx="12939">
                  <c:v>17-06-2022</c:v>
                </c:pt>
                <c:pt idx="12940">
                  <c:v>17-06-2022</c:v>
                </c:pt>
                <c:pt idx="12941">
                  <c:v>17-06-2022</c:v>
                </c:pt>
                <c:pt idx="12942">
                  <c:v>17-06-2022</c:v>
                </c:pt>
                <c:pt idx="12943">
                  <c:v>17-06-2022</c:v>
                </c:pt>
                <c:pt idx="12944">
                  <c:v>17-06-2022</c:v>
                </c:pt>
                <c:pt idx="12945">
                  <c:v>17-06-2022</c:v>
                </c:pt>
                <c:pt idx="12946">
                  <c:v>17-06-2022</c:v>
                </c:pt>
                <c:pt idx="12947">
                  <c:v>17-06-2022</c:v>
                </c:pt>
                <c:pt idx="12948">
                  <c:v>17-06-2022</c:v>
                </c:pt>
                <c:pt idx="12949">
                  <c:v>17-06-2022</c:v>
                </c:pt>
                <c:pt idx="12950">
                  <c:v>17-06-2022</c:v>
                </c:pt>
                <c:pt idx="12951">
                  <c:v>17-06-2022</c:v>
                </c:pt>
                <c:pt idx="12952">
                  <c:v>17-06-2022</c:v>
                </c:pt>
                <c:pt idx="12953">
                  <c:v>17-06-2022</c:v>
                </c:pt>
                <c:pt idx="12954">
                  <c:v>17-06-2022</c:v>
                </c:pt>
                <c:pt idx="12955">
                  <c:v>20-06-2022</c:v>
                </c:pt>
                <c:pt idx="12956">
                  <c:v>20-06-2022</c:v>
                </c:pt>
                <c:pt idx="12957">
                  <c:v>20-06-2022</c:v>
                </c:pt>
                <c:pt idx="12958">
                  <c:v>20-06-2022</c:v>
                </c:pt>
                <c:pt idx="12959">
                  <c:v>20-06-2022</c:v>
                </c:pt>
                <c:pt idx="12960">
                  <c:v>20-06-2022</c:v>
                </c:pt>
                <c:pt idx="12961">
                  <c:v>20-06-2022</c:v>
                </c:pt>
                <c:pt idx="12962">
                  <c:v>20-06-2022</c:v>
                </c:pt>
                <c:pt idx="12963">
                  <c:v>20-06-2022</c:v>
                </c:pt>
                <c:pt idx="12964">
                  <c:v>20-06-2022</c:v>
                </c:pt>
                <c:pt idx="12965">
                  <c:v>20-06-2022</c:v>
                </c:pt>
                <c:pt idx="12966">
                  <c:v>20-06-2022</c:v>
                </c:pt>
                <c:pt idx="12967">
                  <c:v>20-06-2022</c:v>
                </c:pt>
                <c:pt idx="12968">
                  <c:v>20-06-2022</c:v>
                </c:pt>
                <c:pt idx="12969">
                  <c:v>20-06-2022</c:v>
                </c:pt>
                <c:pt idx="12970">
                  <c:v>20-06-2022</c:v>
                </c:pt>
                <c:pt idx="12971">
                  <c:v>20-06-2022</c:v>
                </c:pt>
                <c:pt idx="12972">
                  <c:v>20-06-2022</c:v>
                </c:pt>
                <c:pt idx="12973">
                  <c:v>20-06-2022</c:v>
                </c:pt>
                <c:pt idx="12974">
                  <c:v>20-06-2022</c:v>
                </c:pt>
                <c:pt idx="12975">
                  <c:v>20-06-2022</c:v>
                </c:pt>
                <c:pt idx="12976">
                  <c:v>20-06-2022</c:v>
                </c:pt>
                <c:pt idx="12977">
                  <c:v>20-06-2022</c:v>
                </c:pt>
                <c:pt idx="12978">
                  <c:v>20-06-2022</c:v>
                </c:pt>
                <c:pt idx="12979">
                  <c:v>20-06-2022</c:v>
                </c:pt>
                <c:pt idx="12980">
                  <c:v>20-06-2022</c:v>
                </c:pt>
                <c:pt idx="12981">
                  <c:v>20-06-2022</c:v>
                </c:pt>
                <c:pt idx="12982">
                  <c:v>20-06-2022</c:v>
                </c:pt>
                <c:pt idx="12983">
                  <c:v>20-06-2022</c:v>
                </c:pt>
                <c:pt idx="12984">
                  <c:v>20-06-2022</c:v>
                </c:pt>
                <c:pt idx="12985">
                  <c:v>20-06-2022</c:v>
                </c:pt>
                <c:pt idx="12986">
                  <c:v>20-06-2022</c:v>
                </c:pt>
                <c:pt idx="12987">
                  <c:v>20-06-2022</c:v>
                </c:pt>
                <c:pt idx="12988">
                  <c:v>20-06-2022</c:v>
                </c:pt>
                <c:pt idx="12989">
                  <c:v>20-06-2022</c:v>
                </c:pt>
                <c:pt idx="12990">
                  <c:v>20-06-2022</c:v>
                </c:pt>
                <c:pt idx="12991">
                  <c:v>20-06-2022</c:v>
                </c:pt>
                <c:pt idx="12992">
                  <c:v>20-06-2022</c:v>
                </c:pt>
                <c:pt idx="12993">
                  <c:v>20-06-2022</c:v>
                </c:pt>
                <c:pt idx="12994">
                  <c:v>20-06-2022</c:v>
                </c:pt>
                <c:pt idx="12995">
                  <c:v>21-06-2022</c:v>
                </c:pt>
                <c:pt idx="12996">
                  <c:v>21-06-2022</c:v>
                </c:pt>
                <c:pt idx="12997">
                  <c:v>21-06-2022</c:v>
                </c:pt>
                <c:pt idx="12998">
                  <c:v>21-06-2022</c:v>
                </c:pt>
                <c:pt idx="12999">
                  <c:v>21-06-2022</c:v>
                </c:pt>
                <c:pt idx="13000">
                  <c:v>21-06-2022</c:v>
                </c:pt>
                <c:pt idx="13001">
                  <c:v>21-06-2022</c:v>
                </c:pt>
                <c:pt idx="13002">
                  <c:v>21-06-2022</c:v>
                </c:pt>
                <c:pt idx="13003">
                  <c:v>21-06-2022</c:v>
                </c:pt>
                <c:pt idx="13004">
                  <c:v>21-06-2022</c:v>
                </c:pt>
                <c:pt idx="13005">
                  <c:v>21-06-2022</c:v>
                </c:pt>
                <c:pt idx="13006">
                  <c:v>21-06-2022</c:v>
                </c:pt>
                <c:pt idx="13007">
                  <c:v>21-06-2022</c:v>
                </c:pt>
                <c:pt idx="13008">
                  <c:v>21-06-2022</c:v>
                </c:pt>
                <c:pt idx="13009">
                  <c:v>21-06-2022</c:v>
                </c:pt>
                <c:pt idx="13010">
                  <c:v>21-06-2022</c:v>
                </c:pt>
                <c:pt idx="13011">
                  <c:v>21-06-2022</c:v>
                </c:pt>
                <c:pt idx="13012">
                  <c:v>21-06-2022</c:v>
                </c:pt>
                <c:pt idx="13013">
                  <c:v>21-06-2022</c:v>
                </c:pt>
                <c:pt idx="13014">
                  <c:v>21-06-2022</c:v>
                </c:pt>
                <c:pt idx="13015">
                  <c:v>21-06-2022</c:v>
                </c:pt>
                <c:pt idx="13016">
                  <c:v>21-06-2022</c:v>
                </c:pt>
                <c:pt idx="13017">
                  <c:v>21-06-2022</c:v>
                </c:pt>
                <c:pt idx="13018">
                  <c:v>21-06-2022</c:v>
                </c:pt>
                <c:pt idx="13019">
                  <c:v>21-06-2022</c:v>
                </c:pt>
                <c:pt idx="13020">
                  <c:v>21-06-2022</c:v>
                </c:pt>
                <c:pt idx="13021">
                  <c:v>21-06-2022</c:v>
                </c:pt>
                <c:pt idx="13022">
                  <c:v>21-06-2022</c:v>
                </c:pt>
                <c:pt idx="13023">
                  <c:v>21-06-2022</c:v>
                </c:pt>
                <c:pt idx="13024">
                  <c:v>21-06-2022</c:v>
                </c:pt>
                <c:pt idx="13025">
                  <c:v>21-06-2022</c:v>
                </c:pt>
                <c:pt idx="13026">
                  <c:v>21-06-2022</c:v>
                </c:pt>
                <c:pt idx="13027">
                  <c:v>21-06-2022</c:v>
                </c:pt>
                <c:pt idx="13028">
                  <c:v>21-06-2022</c:v>
                </c:pt>
                <c:pt idx="13029">
                  <c:v>21-06-2022</c:v>
                </c:pt>
                <c:pt idx="13030">
                  <c:v>21-06-2022</c:v>
                </c:pt>
                <c:pt idx="13031">
                  <c:v>21-06-2022</c:v>
                </c:pt>
                <c:pt idx="13032">
                  <c:v>21-06-2022</c:v>
                </c:pt>
                <c:pt idx="13033">
                  <c:v>21-06-2022</c:v>
                </c:pt>
                <c:pt idx="13034">
                  <c:v>21-06-2022</c:v>
                </c:pt>
                <c:pt idx="13035">
                  <c:v>22-06-2022</c:v>
                </c:pt>
                <c:pt idx="13036">
                  <c:v>22-06-2022</c:v>
                </c:pt>
                <c:pt idx="13037">
                  <c:v>22-06-2022</c:v>
                </c:pt>
                <c:pt idx="13038">
                  <c:v>22-06-2022</c:v>
                </c:pt>
                <c:pt idx="13039">
                  <c:v>22-06-2022</c:v>
                </c:pt>
                <c:pt idx="13040">
                  <c:v>22-06-2022</c:v>
                </c:pt>
                <c:pt idx="13041">
                  <c:v>22-06-2022</c:v>
                </c:pt>
                <c:pt idx="13042">
                  <c:v>22-06-2022</c:v>
                </c:pt>
                <c:pt idx="13043">
                  <c:v>22-06-2022</c:v>
                </c:pt>
                <c:pt idx="13044">
                  <c:v>22-06-2022</c:v>
                </c:pt>
                <c:pt idx="13045">
                  <c:v>22-06-2022</c:v>
                </c:pt>
                <c:pt idx="13046">
                  <c:v>22-06-2022</c:v>
                </c:pt>
                <c:pt idx="13047">
                  <c:v>22-06-2022</c:v>
                </c:pt>
                <c:pt idx="13048">
                  <c:v>22-06-2022</c:v>
                </c:pt>
                <c:pt idx="13049">
                  <c:v>22-06-2022</c:v>
                </c:pt>
                <c:pt idx="13050">
                  <c:v>22-06-2022</c:v>
                </c:pt>
                <c:pt idx="13051">
                  <c:v>22-06-2022</c:v>
                </c:pt>
                <c:pt idx="13052">
                  <c:v>22-06-2022</c:v>
                </c:pt>
                <c:pt idx="13053">
                  <c:v>22-06-2022</c:v>
                </c:pt>
                <c:pt idx="13054">
                  <c:v>22-06-2022</c:v>
                </c:pt>
                <c:pt idx="13055">
                  <c:v>22-06-2022</c:v>
                </c:pt>
                <c:pt idx="13056">
                  <c:v>22-06-2022</c:v>
                </c:pt>
                <c:pt idx="13057">
                  <c:v>22-06-2022</c:v>
                </c:pt>
                <c:pt idx="13058">
                  <c:v>22-06-2022</c:v>
                </c:pt>
                <c:pt idx="13059">
                  <c:v>22-06-2022</c:v>
                </c:pt>
                <c:pt idx="13060">
                  <c:v>22-06-2022</c:v>
                </c:pt>
                <c:pt idx="13061">
                  <c:v>22-06-2022</c:v>
                </c:pt>
                <c:pt idx="13062">
                  <c:v>22-06-2022</c:v>
                </c:pt>
                <c:pt idx="13063">
                  <c:v>22-06-2022</c:v>
                </c:pt>
                <c:pt idx="13064">
                  <c:v>22-06-2022</c:v>
                </c:pt>
                <c:pt idx="13065">
                  <c:v>22-06-2022</c:v>
                </c:pt>
                <c:pt idx="13066">
                  <c:v>22-06-2022</c:v>
                </c:pt>
                <c:pt idx="13067">
                  <c:v>22-06-2022</c:v>
                </c:pt>
                <c:pt idx="13068">
                  <c:v>22-06-2022</c:v>
                </c:pt>
                <c:pt idx="13069">
                  <c:v>22-06-2022</c:v>
                </c:pt>
                <c:pt idx="13070">
                  <c:v>22-06-2022</c:v>
                </c:pt>
                <c:pt idx="13071">
                  <c:v>22-06-2022</c:v>
                </c:pt>
                <c:pt idx="13072">
                  <c:v>22-06-2022</c:v>
                </c:pt>
                <c:pt idx="13073">
                  <c:v>22-06-2022</c:v>
                </c:pt>
                <c:pt idx="13074">
                  <c:v>22-06-2022</c:v>
                </c:pt>
                <c:pt idx="13075">
                  <c:v>23-05-2022</c:v>
                </c:pt>
                <c:pt idx="13076">
                  <c:v>23-05-2022</c:v>
                </c:pt>
                <c:pt idx="13077">
                  <c:v>23-05-2022</c:v>
                </c:pt>
                <c:pt idx="13078">
                  <c:v>23-05-2022</c:v>
                </c:pt>
                <c:pt idx="13079">
                  <c:v>23-05-2022</c:v>
                </c:pt>
                <c:pt idx="13080">
                  <c:v>23-05-2022</c:v>
                </c:pt>
                <c:pt idx="13081">
                  <c:v>23-05-2022</c:v>
                </c:pt>
                <c:pt idx="13082">
                  <c:v>23-05-2022</c:v>
                </c:pt>
                <c:pt idx="13083">
                  <c:v>23-05-2022</c:v>
                </c:pt>
                <c:pt idx="13084">
                  <c:v>23-05-2022</c:v>
                </c:pt>
                <c:pt idx="13085">
                  <c:v>23-05-2022</c:v>
                </c:pt>
                <c:pt idx="13086">
                  <c:v>23-05-2022</c:v>
                </c:pt>
                <c:pt idx="13087">
                  <c:v>23-05-2022</c:v>
                </c:pt>
                <c:pt idx="13088">
                  <c:v>23-05-2022</c:v>
                </c:pt>
                <c:pt idx="13089">
                  <c:v>23-05-2022</c:v>
                </c:pt>
                <c:pt idx="13090">
                  <c:v>23-05-2022</c:v>
                </c:pt>
                <c:pt idx="13091">
                  <c:v>23-05-2022</c:v>
                </c:pt>
                <c:pt idx="13092">
                  <c:v>23-05-2022</c:v>
                </c:pt>
                <c:pt idx="13093">
                  <c:v>23-05-2022</c:v>
                </c:pt>
                <c:pt idx="13094">
                  <c:v>23-05-2022</c:v>
                </c:pt>
                <c:pt idx="13095">
                  <c:v>23-05-2022</c:v>
                </c:pt>
                <c:pt idx="13096">
                  <c:v>23-05-2022</c:v>
                </c:pt>
                <c:pt idx="13097">
                  <c:v>23-05-2022</c:v>
                </c:pt>
                <c:pt idx="13098">
                  <c:v>23-05-2022</c:v>
                </c:pt>
                <c:pt idx="13099">
                  <c:v>23-05-2022</c:v>
                </c:pt>
                <c:pt idx="13100">
                  <c:v>23-05-2022</c:v>
                </c:pt>
                <c:pt idx="13101">
                  <c:v>23-05-2022</c:v>
                </c:pt>
                <c:pt idx="13102">
                  <c:v>23-05-2022</c:v>
                </c:pt>
                <c:pt idx="13103">
                  <c:v>23-05-2022</c:v>
                </c:pt>
                <c:pt idx="13104">
                  <c:v>23-05-2022</c:v>
                </c:pt>
                <c:pt idx="13105">
                  <c:v>23-05-2022</c:v>
                </c:pt>
                <c:pt idx="13106">
                  <c:v>23-05-2022</c:v>
                </c:pt>
                <c:pt idx="13107">
                  <c:v>23-05-2022</c:v>
                </c:pt>
                <c:pt idx="13108">
                  <c:v>23-05-2022</c:v>
                </c:pt>
                <c:pt idx="13109">
                  <c:v>23-05-2022</c:v>
                </c:pt>
                <c:pt idx="13110">
                  <c:v>23-05-2022</c:v>
                </c:pt>
                <c:pt idx="13111">
                  <c:v>23-05-2022</c:v>
                </c:pt>
                <c:pt idx="13112">
                  <c:v>23-05-2022</c:v>
                </c:pt>
                <c:pt idx="13113">
                  <c:v>23-05-2022</c:v>
                </c:pt>
                <c:pt idx="13114">
                  <c:v>23-05-2022</c:v>
                </c:pt>
                <c:pt idx="13115">
                  <c:v>24-05-2022</c:v>
                </c:pt>
                <c:pt idx="13116">
                  <c:v>24-05-2022</c:v>
                </c:pt>
                <c:pt idx="13117">
                  <c:v>24-05-2022</c:v>
                </c:pt>
                <c:pt idx="13118">
                  <c:v>24-05-2022</c:v>
                </c:pt>
                <c:pt idx="13119">
                  <c:v>24-05-2022</c:v>
                </c:pt>
                <c:pt idx="13120">
                  <c:v>24-05-2022</c:v>
                </c:pt>
                <c:pt idx="13121">
                  <c:v>24-05-2022</c:v>
                </c:pt>
                <c:pt idx="13122">
                  <c:v>24-05-2022</c:v>
                </c:pt>
                <c:pt idx="13123">
                  <c:v>24-05-2022</c:v>
                </c:pt>
                <c:pt idx="13124">
                  <c:v>24-05-2022</c:v>
                </c:pt>
                <c:pt idx="13125">
                  <c:v>24-05-2022</c:v>
                </c:pt>
                <c:pt idx="13126">
                  <c:v>24-05-2022</c:v>
                </c:pt>
                <c:pt idx="13127">
                  <c:v>24-05-2022</c:v>
                </c:pt>
                <c:pt idx="13128">
                  <c:v>24-05-2022</c:v>
                </c:pt>
                <c:pt idx="13129">
                  <c:v>24-05-2022</c:v>
                </c:pt>
                <c:pt idx="13130">
                  <c:v>24-05-2022</c:v>
                </c:pt>
                <c:pt idx="13131">
                  <c:v>24-05-2022</c:v>
                </c:pt>
                <c:pt idx="13132">
                  <c:v>24-05-2022</c:v>
                </c:pt>
                <c:pt idx="13133">
                  <c:v>24-05-2022</c:v>
                </c:pt>
                <c:pt idx="13134">
                  <c:v>24-05-2022</c:v>
                </c:pt>
                <c:pt idx="13135">
                  <c:v>24-05-2022</c:v>
                </c:pt>
                <c:pt idx="13136">
                  <c:v>24-05-2022</c:v>
                </c:pt>
                <c:pt idx="13137">
                  <c:v>24-05-2022</c:v>
                </c:pt>
                <c:pt idx="13138">
                  <c:v>24-05-2022</c:v>
                </c:pt>
                <c:pt idx="13139">
                  <c:v>24-05-2022</c:v>
                </c:pt>
                <c:pt idx="13140">
                  <c:v>24-05-2022</c:v>
                </c:pt>
                <c:pt idx="13141">
                  <c:v>24-05-2022</c:v>
                </c:pt>
                <c:pt idx="13142">
                  <c:v>24-05-2022</c:v>
                </c:pt>
                <c:pt idx="13143">
                  <c:v>24-05-2022</c:v>
                </c:pt>
                <c:pt idx="13144">
                  <c:v>24-05-2022</c:v>
                </c:pt>
                <c:pt idx="13145">
                  <c:v>24-05-2022</c:v>
                </c:pt>
                <c:pt idx="13146">
                  <c:v>24-05-2022</c:v>
                </c:pt>
                <c:pt idx="13147">
                  <c:v>24-05-2022</c:v>
                </c:pt>
                <c:pt idx="13148">
                  <c:v>24-05-2022</c:v>
                </c:pt>
                <c:pt idx="13149">
                  <c:v>24-05-2022</c:v>
                </c:pt>
                <c:pt idx="13150">
                  <c:v>24-05-2022</c:v>
                </c:pt>
                <c:pt idx="13151">
                  <c:v>24-05-2022</c:v>
                </c:pt>
                <c:pt idx="13152">
                  <c:v>24-05-2022</c:v>
                </c:pt>
                <c:pt idx="13153">
                  <c:v>24-05-2022</c:v>
                </c:pt>
                <c:pt idx="13154">
                  <c:v>24-05-2022</c:v>
                </c:pt>
                <c:pt idx="13155">
                  <c:v>25-05-2022</c:v>
                </c:pt>
                <c:pt idx="13156">
                  <c:v>25-05-2022</c:v>
                </c:pt>
                <c:pt idx="13157">
                  <c:v>25-05-2022</c:v>
                </c:pt>
                <c:pt idx="13158">
                  <c:v>25-05-2022</c:v>
                </c:pt>
                <c:pt idx="13159">
                  <c:v>25-05-2022</c:v>
                </c:pt>
                <c:pt idx="13160">
                  <c:v>25-05-2022</c:v>
                </c:pt>
                <c:pt idx="13161">
                  <c:v>25-05-2022</c:v>
                </c:pt>
                <c:pt idx="13162">
                  <c:v>25-05-2022</c:v>
                </c:pt>
                <c:pt idx="13163">
                  <c:v>25-05-2022</c:v>
                </c:pt>
                <c:pt idx="13164">
                  <c:v>25-05-2022</c:v>
                </c:pt>
                <c:pt idx="13165">
                  <c:v>25-05-2022</c:v>
                </c:pt>
                <c:pt idx="13166">
                  <c:v>25-05-2022</c:v>
                </c:pt>
                <c:pt idx="13167">
                  <c:v>25-05-2022</c:v>
                </c:pt>
                <c:pt idx="13168">
                  <c:v>25-05-2022</c:v>
                </c:pt>
                <c:pt idx="13169">
                  <c:v>25-05-2022</c:v>
                </c:pt>
                <c:pt idx="13170">
                  <c:v>25-05-2022</c:v>
                </c:pt>
                <c:pt idx="13171">
                  <c:v>25-05-2022</c:v>
                </c:pt>
                <c:pt idx="13172">
                  <c:v>25-05-2022</c:v>
                </c:pt>
                <c:pt idx="13173">
                  <c:v>25-05-2022</c:v>
                </c:pt>
                <c:pt idx="13174">
                  <c:v>25-05-2022</c:v>
                </c:pt>
                <c:pt idx="13175">
                  <c:v>25-05-2022</c:v>
                </c:pt>
                <c:pt idx="13176">
                  <c:v>25-05-2022</c:v>
                </c:pt>
                <c:pt idx="13177">
                  <c:v>25-05-2022</c:v>
                </c:pt>
                <c:pt idx="13178">
                  <c:v>25-05-2022</c:v>
                </c:pt>
                <c:pt idx="13179">
                  <c:v>25-05-2022</c:v>
                </c:pt>
                <c:pt idx="13180">
                  <c:v>25-05-2022</c:v>
                </c:pt>
                <c:pt idx="13181">
                  <c:v>25-05-2022</c:v>
                </c:pt>
                <c:pt idx="13182">
                  <c:v>25-05-2022</c:v>
                </c:pt>
                <c:pt idx="13183">
                  <c:v>25-05-2022</c:v>
                </c:pt>
                <c:pt idx="13184">
                  <c:v>25-05-2022</c:v>
                </c:pt>
                <c:pt idx="13185">
                  <c:v>25-05-2022</c:v>
                </c:pt>
                <c:pt idx="13186">
                  <c:v>25-05-2022</c:v>
                </c:pt>
                <c:pt idx="13187">
                  <c:v>25-05-2022</c:v>
                </c:pt>
                <c:pt idx="13188">
                  <c:v>25-05-2022</c:v>
                </c:pt>
                <c:pt idx="13189">
                  <c:v>25-05-2022</c:v>
                </c:pt>
                <c:pt idx="13190">
                  <c:v>25-05-2022</c:v>
                </c:pt>
                <c:pt idx="13191">
                  <c:v>25-05-2022</c:v>
                </c:pt>
                <c:pt idx="13192">
                  <c:v>25-05-2022</c:v>
                </c:pt>
                <c:pt idx="13193">
                  <c:v>25-05-2022</c:v>
                </c:pt>
                <c:pt idx="13194">
                  <c:v>25-05-2022</c:v>
                </c:pt>
                <c:pt idx="13195">
                  <c:v>25-05-2022</c:v>
                </c:pt>
                <c:pt idx="13196">
                  <c:v>26-05-2022</c:v>
                </c:pt>
                <c:pt idx="13197">
                  <c:v>26-05-2022</c:v>
                </c:pt>
                <c:pt idx="13198">
                  <c:v>26-05-2022</c:v>
                </c:pt>
                <c:pt idx="13199">
                  <c:v>26-05-2022</c:v>
                </c:pt>
                <c:pt idx="13200">
                  <c:v>26-05-2022</c:v>
                </c:pt>
                <c:pt idx="13201">
                  <c:v>26-05-2022</c:v>
                </c:pt>
                <c:pt idx="13202">
                  <c:v>26-05-2022</c:v>
                </c:pt>
                <c:pt idx="13203">
                  <c:v>26-05-2022</c:v>
                </c:pt>
                <c:pt idx="13204">
                  <c:v>26-05-2022</c:v>
                </c:pt>
                <c:pt idx="13205">
                  <c:v>26-05-2022</c:v>
                </c:pt>
                <c:pt idx="13206">
                  <c:v>26-05-2022</c:v>
                </c:pt>
                <c:pt idx="13207">
                  <c:v>26-05-2022</c:v>
                </c:pt>
                <c:pt idx="13208">
                  <c:v>26-05-2022</c:v>
                </c:pt>
                <c:pt idx="13209">
                  <c:v>26-05-2022</c:v>
                </c:pt>
                <c:pt idx="13210">
                  <c:v>26-05-2022</c:v>
                </c:pt>
                <c:pt idx="13211">
                  <c:v>26-05-2022</c:v>
                </c:pt>
                <c:pt idx="13212">
                  <c:v>26-05-2022</c:v>
                </c:pt>
                <c:pt idx="13213">
                  <c:v>26-05-2022</c:v>
                </c:pt>
                <c:pt idx="13214">
                  <c:v>26-05-2022</c:v>
                </c:pt>
                <c:pt idx="13215">
                  <c:v>26-05-2022</c:v>
                </c:pt>
                <c:pt idx="13216">
                  <c:v>26-05-2022</c:v>
                </c:pt>
                <c:pt idx="13217">
                  <c:v>26-05-2022</c:v>
                </c:pt>
                <c:pt idx="13218">
                  <c:v>26-05-2022</c:v>
                </c:pt>
                <c:pt idx="13219">
                  <c:v>26-05-2022</c:v>
                </c:pt>
                <c:pt idx="13220">
                  <c:v>26-05-2022</c:v>
                </c:pt>
                <c:pt idx="13221">
                  <c:v>26-05-2022</c:v>
                </c:pt>
                <c:pt idx="13222">
                  <c:v>26-05-2022</c:v>
                </c:pt>
                <c:pt idx="13223">
                  <c:v>26-05-2022</c:v>
                </c:pt>
                <c:pt idx="13224">
                  <c:v>26-05-2022</c:v>
                </c:pt>
                <c:pt idx="13225">
                  <c:v>26-05-2022</c:v>
                </c:pt>
                <c:pt idx="13226">
                  <c:v>26-05-2022</c:v>
                </c:pt>
                <c:pt idx="13227">
                  <c:v>26-05-2022</c:v>
                </c:pt>
                <c:pt idx="13228">
                  <c:v>26-05-2022</c:v>
                </c:pt>
                <c:pt idx="13229">
                  <c:v>26-05-2022</c:v>
                </c:pt>
                <c:pt idx="13230">
                  <c:v>26-05-2022</c:v>
                </c:pt>
                <c:pt idx="13231">
                  <c:v>26-05-2022</c:v>
                </c:pt>
                <c:pt idx="13232">
                  <c:v>26-05-2022</c:v>
                </c:pt>
                <c:pt idx="13233">
                  <c:v>26-05-2022</c:v>
                </c:pt>
                <c:pt idx="13234">
                  <c:v>26-05-2022</c:v>
                </c:pt>
                <c:pt idx="13235">
                  <c:v>26-05-2022</c:v>
                </c:pt>
                <c:pt idx="13236">
                  <c:v>27-05-2022</c:v>
                </c:pt>
                <c:pt idx="13237">
                  <c:v>27-05-2022</c:v>
                </c:pt>
                <c:pt idx="13238">
                  <c:v>27-05-2022</c:v>
                </c:pt>
                <c:pt idx="13239">
                  <c:v>27-05-2022</c:v>
                </c:pt>
                <c:pt idx="13240">
                  <c:v>27-05-2022</c:v>
                </c:pt>
                <c:pt idx="13241">
                  <c:v>27-05-2022</c:v>
                </c:pt>
                <c:pt idx="13242">
                  <c:v>27-05-2022</c:v>
                </c:pt>
                <c:pt idx="13243">
                  <c:v>27-05-2022</c:v>
                </c:pt>
                <c:pt idx="13244">
                  <c:v>27-05-2022</c:v>
                </c:pt>
                <c:pt idx="13245">
                  <c:v>27-05-2022</c:v>
                </c:pt>
                <c:pt idx="13246">
                  <c:v>27-05-2022</c:v>
                </c:pt>
                <c:pt idx="13247">
                  <c:v>27-05-2022</c:v>
                </c:pt>
                <c:pt idx="13248">
                  <c:v>27-05-2022</c:v>
                </c:pt>
                <c:pt idx="13249">
                  <c:v>27-05-2022</c:v>
                </c:pt>
                <c:pt idx="13250">
                  <c:v>27-05-2022</c:v>
                </c:pt>
                <c:pt idx="13251">
                  <c:v>27-05-2022</c:v>
                </c:pt>
                <c:pt idx="13252">
                  <c:v>27-05-2022</c:v>
                </c:pt>
                <c:pt idx="13253">
                  <c:v>27-05-2022</c:v>
                </c:pt>
                <c:pt idx="13254">
                  <c:v>27-05-2022</c:v>
                </c:pt>
                <c:pt idx="13255">
                  <c:v>27-05-2022</c:v>
                </c:pt>
                <c:pt idx="13256">
                  <c:v>27-05-2022</c:v>
                </c:pt>
                <c:pt idx="13257">
                  <c:v>27-05-2022</c:v>
                </c:pt>
                <c:pt idx="13258">
                  <c:v>27-05-2022</c:v>
                </c:pt>
                <c:pt idx="13259">
                  <c:v>27-05-2022</c:v>
                </c:pt>
                <c:pt idx="13260">
                  <c:v>27-05-2022</c:v>
                </c:pt>
                <c:pt idx="13261">
                  <c:v>27-05-2022</c:v>
                </c:pt>
                <c:pt idx="13262">
                  <c:v>27-05-2022</c:v>
                </c:pt>
                <c:pt idx="13263">
                  <c:v>27-05-2022</c:v>
                </c:pt>
                <c:pt idx="13264">
                  <c:v>27-05-2022</c:v>
                </c:pt>
                <c:pt idx="13265">
                  <c:v>27-05-2022</c:v>
                </c:pt>
                <c:pt idx="13266">
                  <c:v>27-05-2022</c:v>
                </c:pt>
                <c:pt idx="13267">
                  <c:v>27-05-2022</c:v>
                </c:pt>
                <c:pt idx="13268">
                  <c:v>27-05-2022</c:v>
                </c:pt>
                <c:pt idx="13269">
                  <c:v>27-05-2022</c:v>
                </c:pt>
                <c:pt idx="13270">
                  <c:v>27-05-2022</c:v>
                </c:pt>
                <c:pt idx="13271">
                  <c:v>27-05-2022</c:v>
                </c:pt>
                <c:pt idx="13272">
                  <c:v>27-05-2022</c:v>
                </c:pt>
                <c:pt idx="13273">
                  <c:v>27-05-2022</c:v>
                </c:pt>
                <c:pt idx="13274">
                  <c:v>27-05-2022</c:v>
                </c:pt>
                <c:pt idx="13275">
                  <c:v>27-05-2022</c:v>
                </c:pt>
                <c:pt idx="13276">
                  <c:v>28-05-2022</c:v>
                </c:pt>
                <c:pt idx="13277">
                  <c:v>28-05-2022</c:v>
                </c:pt>
                <c:pt idx="13278">
                  <c:v>28-05-2022</c:v>
                </c:pt>
                <c:pt idx="13279">
                  <c:v>28-05-2022</c:v>
                </c:pt>
                <c:pt idx="13280">
                  <c:v>28-05-2022</c:v>
                </c:pt>
                <c:pt idx="13281">
                  <c:v>28-05-2022</c:v>
                </c:pt>
                <c:pt idx="13282">
                  <c:v>28-05-2022</c:v>
                </c:pt>
                <c:pt idx="13283">
                  <c:v>28-05-2022</c:v>
                </c:pt>
                <c:pt idx="13284">
                  <c:v>28-05-2022</c:v>
                </c:pt>
                <c:pt idx="13285">
                  <c:v>28-05-2022</c:v>
                </c:pt>
                <c:pt idx="13286">
                  <c:v>28-05-2022</c:v>
                </c:pt>
                <c:pt idx="13287">
                  <c:v>28-05-2022</c:v>
                </c:pt>
                <c:pt idx="13288">
                  <c:v>28-05-2022</c:v>
                </c:pt>
                <c:pt idx="13289">
                  <c:v>28-05-2022</c:v>
                </c:pt>
                <c:pt idx="13290">
                  <c:v>28-05-2022</c:v>
                </c:pt>
                <c:pt idx="13291">
                  <c:v>28-05-2022</c:v>
                </c:pt>
                <c:pt idx="13292">
                  <c:v>28-05-2022</c:v>
                </c:pt>
                <c:pt idx="13293">
                  <c:v>28-05-2022</c:v>
                </c:pt>
                <c:pt idx="13294">
                  <c:v>28-05-2022</c:v>
                </c:pt>
                <c:pt idx="13295">
                  <c:v>28-05-2022</c:v>
                </c:pt>
                <c:pt idx="13296">
                  <c:v>28-05-2022</c:v>
                </c:pt>
                <c:pt idx="13297">
                  <c:v>28-05-2022</c:v>
                </c:pt>
                <c:pt idx="13298">
                  <c:v>28-05-2022</c:v>
                </c:pt>
                <c:pt idx="13299">
                  <c:v>28-05-2022</c:v>
                </c:pt>
                <c:pt idx="13300">
                  <c:v>28-05-2022</c:v>
                </c:pt>
                <c:pt idx="13301">
                  <c:v>28-05-2022</c:v>
                </c:pt>
                <c:pt idx="13302">
                  <c:v>28-05-2022</c:v>
                </c:pt>
                <c:pt idx="13303">
                  <c:v>28-05-2022</c:v>
                </c:pt>
                <c:pt idx="13304">
                  <c:v>28-05-2022</c:v>
                </c:pt>
                <c:pt idx="13305">
                  <c:v>28-05-2022</c:v>
                </c:pt>
                <c:pt idx="13306">
                  <c:v>28-05-2022</c:v>
                </c:pt>
                <c:pt idx="13307">
                  <c:v>28-05-2022</c:v>
                </c:pt>
                <c:pt idx="13308">
                  <c:v>28-05-2022</c:v>
                </c:pt>
                <c:pt idx="13309">
                  <c:v>28-05-2022</c:v>
                </c:pt>
                <c:pt idx="13310">
                  <c:v>28-05-2022</c:v>
                </c:pt>
                <c:pt idx="13311">
                  <c:v>28-05-2022</c:v>
                </c:pt>
                <c:pt idx="13312">
                  <c:v>28-05-2022</c:v>
                </c:pt>
                <c:pt idx="13313">
                  <c:v>28-05-2022</c:v>
                </c:pt>
                <c:pt idx="13314">
                  <c:v>28-05-2022</c:v>
                </c:pt>
                <c:pt idx="13315">
                  <c:v>28-05-2022</c:v>
                </c:pt>
                <c:pt idx="13316">
                  <c:v>29-05-2022</c:v>
                </c:pt>
                <c:pt idx="13317">
                  <c:v>29-05-2022</c:v>
                </c:pt>
                <c:pt idx="13318">
                  <c:v>29-05-2022</c:v>
                </c:pt>
                <c:pt idx="13319">
                  <c:v>29-05-2022</c:v>
                </c:pt>
                <c:pt idx="13320">
                  <c:v>29-05-2022</c:v>
                </c:pt>
                <c:pt idx="13321">
                  <c:v>29-05-2022</c:v>
                </c:pt>
                <c:pt idx="13322">
                  <c:v>29-05-2022</c:v>
                </c:pt>
                <c:pt idx="13323">
                  <c:v>29-05-2022</c:v>
                </c:pt>
                <c:pt idx="13324">
                  <c:v>29-05-2022</c:v>
                </c:pt>
                <c:pt idx="13325">
                  <c:v>29-05-2022</c:v>
                </c:pt>
                <c:pt idx="13326">
                  <c:v>29-05-2022</c:v>
                </c:pt>
                <c:pt idx="13327">
                  <c:v>29-05-2022</c:v>
                </c:pt>
                <c:pt idx="13328">
                  <c:v>29-05-2022</c:v>
                </c:pt>
                <c:pt idx="13329">
                  <c:v>29-05-2022</c:v>
                </c:pt>
                <c:pt idx="13330">
                  <c:v>29-05-2022</c:v>
                </c:pt>
                <c:pt idx="13331">
                  <c:v>29-05-2022</c:v>
                </c:pt>
                <c:pt idx="13332">
                  <c:v>29-05-2022</c:v>
                </c:pt>
                <c:pt idx="13333">
                  <c:v>29-05-2022</c:v>
                </c:pt>
                <c:pt idx="13334">
                  <c:v>29-05-2022</c:v>
                </c:pt>
                <c:pt idx="13335">
                  <c:v>29-05-2022</c:v>
                </c:pt>
                <c:pt idx="13336">
                  <c:v>29-05-2022</c:v>
                </c:pt>
                <c:pt idx="13337">
                  <c:v>29-05-2022</c:v>
                </c:pt>
                <c:pt idx="13338">
                  <c:v>29-05-2022</c:v>
                </c:pt>
                <c:pt idx="13339">
                  <c:v>29-05-2022</c:v>
                </c:pt>
                <c:pt idx="13340">
                  <c:v>29-05-2022</c:v>
                </c:pt>
                <c:pt idx="13341">
                  <c:v>29-05-2022</c:v>
                </c:pt>
                <c:pt idx="13342">
                  <c:v>29-05-2022</c:v>
                </c:pt>
                <c:pt idx="13343">
                  <c:v>29-05-2022</c:v>
                </c:pt>
                <c:pt idx="13344">
                  <c:v>29-05-2022</c:v>
                </c:pt>
                <c:pt idx="13345">
                  <c:v>29-05-2022</c:v>
                </c:pt>
                <c:pt idx="13346">
                  <c:v>29-05-2022</c:v>
                </c:pt>
                <c:pt idx="13347">
                  <c:v>29-05-2022</c:v>
                </c:pt>
                <c:pt idx="13348">
                  <c:v>29-05-2022</c:v>
                </c:pt>
                <c:pt idx="13349">
                  <c:v>29-05-2022</c:v>
                </c:pt>
                <c:pt idx="13350">
                  <c:v>29-05-2022</c:v>
                </c:pt>
                <c:pt idx="13351">
                  <c:v>29-05-2022</c:v>
                </c:pt>
                <c:pt idx="13352">
                  <c:v>29-05-2022</c:v>
                </c:pt>
                <c:pt idx="13353">
                  <c:v>29-05-2022</c:v>
                </c:pt>
                <c:pt idx="13354">
                  <c:v>29-05-2022</c:v>
                </c:pt>
                <c:pt idx="13355">
                  <c:v>29-05-2022</c:v>
                </c:pt>
                <c:pt idx="13356">
                  <c:v>30-05-2022</c:v>
                </c:pt>
                <c:pt idx="13357">
                  <c:v>30-05-2022</c:v>
                </c:pt>
                <c:pt idx="13358">
                  <c:v>30-05-2022</c:v>
                </c:pt>
                <c:pt idx="13359">
                  <c:v>30-05-2022</c:v>
                </c:pt>
                <c:pt idx="13360">
                  <c:v>30-05-2022</c:v>
                </c:pt>
                <c:pt idx="13361">
                  <c:v>30-05-2022</c:v>
                </c:pt>
                <c:pt idx="13362">
                  <c:v>30-05-2022</c:v>
                </c:pt>
                <c:pt idx="13363">
                  <c:v>30-05-2022</c:v>
                </c:pt>
                <c:pt idx="13364">
                  <c:v>30-05-2022</c:v>
                </c:pt>
                <c:pt idx="13365">
                  <c:v>30-05-2022</c:v>
                </c:pt>
                <c:pt idx="13366">
                  <c:v>30-05-2022</c:v>
                </c:pt>
                <c:pt idx="13367">
                  <c:v>30-05-2022</c:v>
                </c:pt>
                <c:pt idx="13368">
                  <c:v>30-05-2022</c:v>
                </c:pt>
                <c:pt idx="13369">
                  <c:v>30-05-2022</c:v>
                </c:pt>
                <c:pt idx="13370">
                  <c:v>30-05-2022</c:v>
                </c:pt>
                <c:pt idx="13371">
                  <c:v>30-05-2022</c:v>
                </c:pt>
                <c:pt idx="13372">
                  <c:v>30-05-2022</c:v>
                </c:pt>
                <c:pt idx="13373">
                  <c:v>30-05-2022</c:v>
                </c:pt>
                <c:pt idx="13374">
                  <c:v>30-05-2022</c:v>
                </c:pt>
                <c:pt idx="13375">
                  <c:v>30-05-2022</c:v>
                </c:pt>
                <c:pt idx="13376">
                  <c:v>30-05-2022</c:v>
                </c:pt>
                <c:pt idx="13377">
                  <c:v>30-05-2022</c:v>
                </c:pt>
                <c:pt idx="13378">
                  <c:v>30-05-2022</c:v>
                </c:pt>
                <c:pt idx="13379">
                  <c:v>30-05-2022</c:v>
                </c:pt>
                <c:pt idx="13380">
                  <c:v>30-05-2022</c:v>
                </c:pt>
                <c:pt idx="13381">
                  <c:v>30-05-2022</c:v>
                </c:pt>
                <c:pt idx="13382">
                  <c:v>30-05-2022</c:v>
                </c:pt>
                <c:pt idx="13383">
                  <c:v>30-05-2022</c:v>
                </c:pt>
                <c:pt idx="13384">
                  <c:v>30-05-2022</c:v>
                </c:pt>
                <c:pt idx="13385">
                  <c:v>30-05-2022</c:v>
                </c:pt>
                <c:pt idx="13386">
                  <c:v>30-05-2022</c:v>
                </c:pt>
                <c:pt idx="13387">
                  <c:v>30-05-2022</c:v>
                </c:pt>
                <c:pt idx="13388">
                  <c:v>30-05-2022</c:v>
                </c:pt>
                <c:pt idx="13389">
                  <c:v>30-05-2022</c:v>
                </c:pt>
                <c:pt idx="13390">
                  <c:v>30-05-2022</c:v>
                </c:pt>
                <c:pt idx="13391">
                  <c:v>30-05-2022</c:v>
                </c:pt>
                <c:pt idx="13392">
                  <c:v>30-05-2022</c:v>
                </c:pt>
                <c:pt idx="13393">
                  <c:v>30-05-2022</c:v>
                </c:pt>
                <c:pt idx="13394">
                  <c:v>30-05-2022</c:v>
                </c:pt>
                <c:pt idx="13395">
                  <c:v>30-05-2022</c:v>
                </c:pt>
                <c:pt idx="13396">
                  <c:v>31-05-2022</c:v>
                </c:pt>
                <c:pt idx="13397">
                  <c:v>31-05-2022</c:v>
                </c:pt>
                <c:pt idx="13398">
                  <c:v>31-05-2022</c:v>
                </c:pt>
                <c:pt idx="13399">
                  <c:v>31-05-2022</c:v>
                </c:pt>
                <c:pt idx="13400">
                  <c:v>31-05-2022</c:v>
                </c:pt>
                <c:pt idx="13401">
                  <c:v>31-05-2022</c:v>
                </c:pt>
                <c:pt idx="13402">
                  <c:v>31-05-2022</c:v>
                </c:pt>
                <c:pt idx="13403">
                  <c:v>31-05-2022</c:v>
                </c:pt>
                <c:pt idx="13404">
                  <c:v>31-05-2022</c:v>
                </c:pt>
                <c:pt idx="13405">
                  <c:v>31-05-2022</c:v>
                </c:pt>
                <c:pt idx="13406">
                  <c:v>31-05-2022</c:v>
                </c:pt>
                <c:pt idx="13407">
                  <c:v>31-05-2022</c:v>
                </c:pt>
                <c:pt idx="13408">
                  <c:v>31-05-2022</c:v>
                </c:pt>
                <c:pt idx="13409">
                  <c:v>31-05-2022</c:v>
                </c:pt>
                <c:pt idx="13410">
                  <c:v>31-05-2022</c:v>
                </c:pt>
                <c:pt idx="13411">
                  <c:v>31-05-2022</c:v>
                </c:pt>
                <c:pt idx="13412">
                  <c:v>31-05-2022</c:v>
                </c:pt>
                <c:pt idx="13413">
                  <c:v>31-05-2022</c:v>
                </c:pt>
                <c:pt idx="13414">
                  <c:v>31-05-2022</c:v>
                </c:pt>
                <c:pt idx="13415">
                  <c:v>31-05-2022</c:v>
                </c:pt>
                <c:pt idx="13416">
                  <c:v>31-05-2022</c:v>
                </c:pt>
                <c:pt idx="13417">
                  <c:v>31-05-2022</c:v>
                </c:pt>
                <c:pt idx="13418">
                  <c:v>31-05-2022</c:v>
                </c:pt>
                <c:pt idx="13419">
                  <c:v>31-05-2022</c:v>
                </c:pt>
                <c:pt idx="13420">
                  <c:v>31-05-2022</c:v>
                </c:pt>
                <c:pt idx="13421">
                  <c:v>31-05-2022</c:v>
                </c:pt>
                <c:pt idx="13422">
                  <c:v>31-05-2022</c:v>
                </c:pt>
                <c:pt idx="13423">
                  <c:v>31-05-2022</c:v>
                </c:pt>
                <c:pt idx="13424">
                  <c:v>31-05-2022</c:v>
                </c:pt>
                <c:pt idx="13425">
                  <c:v>31-05-2022</c:v>
                </c:pt>
                <c:pt idx="13426">
                  <c:v>31-05-2022</c:v>
                </c:pt>
                <c:pt idx="13427">
                  <c:v>31-05-2022</c:v>
                </c:pt>
                <c:pt idx="13428">
                  <c:v>31-05-2022</c:v>
                </c:pt>
                <c:pt idx="13429">
                  <c:v>31-05-2022</c:v>
                </c:pt>
                <c:pt idx="13430">
                  <c:v>31-05-2022</c:v>
                </c:pt>
                <c:pt idx="13431">
                  <c:v>31-05-2022</c:v>
                </c:pt>
                <c:pt idx="13432">
                  <c:v>31-05-2022</c:v>
                </c:pt>
                <c:pt idx="13433">
                  <c:v>31-05-2022</c:v>
                </c:pt>
                <c:pt idx="13434">
                  <c:v>31-05-2022</c:v>
                </c:pt>
                <c:pt idx="13435">
                  <c:v>31-05-2022</c:v>
                </c:pt>
                <c:pt idx="13436">
                  <c:v>01-06-2022</c:v>
                </c:pt>
                <c:pt idx="13437">
                  <c:v>01-06-2022</c:v>
                </c:pt>
                <c:pt idx="13438">
                  <c:v>01-06-2022</c:v>
                </c:pt>
                <c:pt idx="13439">
                  <c:v>01-06-2022</c:v>
                </c:pt>
                <c:pt idx="13440">
                  <c:v>01-06-2022</c:v>
                </c:pt>
                <c:pt idx="13441">
                  <c:v>01-06-2022</c:v>
                </c:pt>
                <c:pt idx="13442">
                  <c:v>01-06-2022</c:v>
                </c:pt>
                <c:pt idx="13443">
                  <c:v>01-06-2022</c:v>
                </c:pt>
                <c:pt idx="13444">
                  <c:v>01-06-2022</c:v>
                </c:pt>
                <c:pt idx="13445">
                  <c:v>01-06-2022</c:v>
                </c:pt>
                <c:pt idx="13446">
                  <c:v>01-06-2022</c:v>
                </c:pt>
                <c:pt idx="13447">
                  <c:v>01-06-2022</c:v>
                </c:pt>
                <c:pt idx="13448">
                  <c:v>01-06-2022</c:v>
                </c:pt>
                <c:pt idx="13449">
                  <c:v>01-06-2022</c:v>
                </c:pt>
                <c:pt idx="13450">
                  <c:v>01-06-2022</c:v>
                </c:pt>
                <c:pt idx="13451">
                  <c:v>01-06-2022</c:v>
                </c:pt>
                <c:pt idx="13452">
                  <c:v>01-06-2022</c:v>
                </c:pt>
                <c:pt idx="13453">
                  <c:v>01-06-2022</c:v>
                </c:pt>
                <c:pt idx="13454">
                  <c:v>01-06-2022</c:v>
                </c:pt>
                <c:pt idx="13455">
                  <c:v>01-06-2022</c:v>
                </c:pt>
                <c:pt idx="13456">
                  <c:v>01-06-2022</c:v>
                </c:pt>
                <c:pt idx="13457">
                  <c:v>01-06-2022</c:v>
                </c:pt>
                <c:pt idx="13458">
                  <c:v>01-06-2022</c:v>
                </c:pt>
                <c:pt idx="13459">
                  <c:v>01-06-2022</c:v>
                </c:pt>
                <c:pt idx="13460">
                  <c:v>01-06-2022</c:v>
                </c:pt>
                <c:pt idx="13461">
                  <c:v>01-06-2022</c:v>
                </c:pt>
                <c:pt idx="13462">
                  <c:v>01-06-2022</c:v>
                </c:pt>
                <c:pt idx="13463">
                  <c:v>01-06-2022</c:v>
                </c:pt>
                <c:pt idx="13464">
                  <c:v>01-06-2022</c:v>
                </c:pt>
                <c:pt idx="13465">
                  <c:v>01-06-2022</c:v>
                </c:pt>
                <c:pt idx="13466">
                  <c:v>01-06-2022</c:v>
                </c:pt>
                <c:pt idx="13467">
                  <c:v>01-06-2022</c:v>
                </c:pt>
                <c:pt idx="13468">
                  <c:v>01-06-2022</c:v>
                </c:pt>
                <c:pt idx="13469">
                  <c:v>01-06-2022</c:v>
                </c:pt>
                <c:pt idx="13470">
                  <c:v>01-06-2022</c:v>
                </c:pt>
                <c:pt idx="13471">
                  <c:v>01-06-2022</c:v>
                </c:pt>
                <c:pt idx="13472">
                  <c:v>01-06-2022</c:v>
                </c:pt>
                <c:pt idx="13473">
                  <c:v>01-06-2022</c:v>
                </c:pt>
                <c:pt idx="13474">
                  <c:v>01-06-2022</c:v>
                </c:pt>
                <c:pt idx="13475">
                  <c:v>01-06-2022</c:v>
                </c:pt>
                <c:pt idx="13476">
                  <c:v>02-06-2022</c:v>
                </c:pt>
                <c:pt idx="13477">
                  <c:v>02-06-2022</c:v>
                </c:pt>
                <c:pt idx="13478">
                  <c:v>02-06-2022</c:v>
                </c:pt>
                <c:pt idx="13479">
                  <c:v>02-06-2022</c:v>
                </c:pt>
                <c:pt idx="13480">
                  <c:v>02-06-2022</c:v>
                </c:pt>
                <c:pt idx="13481">
                  <c:v>02-06-2022</c:v>
                </c:pt>
                <c:pt idx="13482">
                  <c:v>02-06-2022</c:v>
                </c:pt>
                <c:pt idx="13483">
                  <c:v>02-06-2022</c:v>
                </c:pt>
                <c:pt idx="13484">
                  <c:v>02-06-2022</c:v>
                </c:pt>
                <c:pt idx="13485">
                  <c:v>02-06-2022</c:v>
                </c:pt>
                <c:pt idx="13486">
                  <c:v>02-06-2022</c:v>
                </c:pt>
                <c:pt idx="13487">
                  <c:v>02-06-2022</c:v>
                </c:pt>
                <c:pt idx="13488">
                  <c:v>02-06-2022</c:v>
                </c:pt>
                <c:pt idx="13489">
                  <c:v>02-06-2022</c:v>
                </c:pt>
                <c:pt idx="13490">
                  <c:v>02-06-2022</c:v>
                </c:pt>
                <c:pt idx="13491">
                  <c:v>02-06-2022</c:v>
                </c:pt>
                <c:pt idx="13492">
                  <c:v>02-06-2022</c:v>
                </c:pt>
                <c:pt idx="13493">
                  <c:v>02-06-2022</c:v>
                </c:pt>
                <c:pt idx="13494">
                  <c:v>02-06-2022</c:v>
                </c:pt>
                <c:pt idx="13495">
                  <c:v>02-06-2022</c:v>
                </c:pt>
                <c:pt idx="13496">
                  <c:v>02-06-2022</c:v>
                </c:pt>
                <c:pt idx="13497">
                  <c:v>02-06-2022</c:v>
                </c:pt>
                <c:pt idx="13498">
                  <c:v>02-06-2022</c:v>
                </c:pt>
                <c:pt idx="13499">
                  <c:v>02-06-2022</c:v>
                </c:pt>
                <c:pt idx="13500">
                  <c:v>02-06-2022</c:v>
                </c:pt>
                <c:pt idx="13501">
                  <c:v>02-06-2022</c:v>
                </c:pt>
                <c:pt idx="13502">
                  <c:v>02-06-2022</c:v>
                </c:pt>
                <c:pt idx="13503">
                  <c:v>02-06-2022</c:v>
                </c:pt>
                <c:pt idx="13504">
                  <c:v>02-06-2022</c:v>
                </c:pt>
                <c:pt idx="13505">
                  <c:v>02-06-2022</c:v>
                </c:pt>
                <c:pt idx="13506">
                  <c:v>02-06-2022</c:v>
                </c:pt>
                <c:pt idx="13507">
                  <c:v>02-06-2022</c:v>
                </c:pt>
                <c:pt idx="13508">
                  <c:v>02-06-2022</c:v>
                </c:pt>
                <c:pt idx="13509">
                  <c:v>02-06-2022</c:v>
                </c:pt>
                <c:pt idx="13510">
                  <c:v>02-06-2022</c:v>
                </c:pt>
                <c:pt idx="13511">
                  <c:v>02-06-2022</c:v>
                </c:pt>
                <c:pt idx="13512">
                  <c:v>02-06-2022</c:v>
                </c:pt>
                <c:pt idx="13513">
                  <c:v>02-06-2022</c:v>
                </c:pt>
                <c:pt idx="13514">
                  <c:v>02-06-2022</c:v>
                </c:pt>
                <c:pt idx="13515">
                  <c:v>02-06-2022</c:v>
                </c:pt>
                <c:pt idx="13516">
                  <c:v>03-06-2022</c:v>
                </c:pt>
                <c:pt idx="13517">
                  <c:v>03-06-2022</c:v>
                </c:pt>
                <c:pt idx="13518">
                  <c:v>03-06-2022</c:v>
                </c:pt>
                <c:pt idx="13519">
                  <c:v>03-06-2022</c:v>
                </c:pt>
                <c:pt idx="13520">
                  <c:v>03-06-2022</c:v>
                </c:pt>
                <c:pt idx="13521">
                  <c:v>03-06-2022</c:v>
                </c:pt>
                <c:pt idx="13522">
                  <c:v>03-06-2022</c:v>
                </c:pt>
                <c:pt idx="13523">
                  <c:v>03-06-2022</c:v>
                </c:pt>
                <c:pt idx="13524">
                  <c:v>03-06-2022</c:v>
                </c:pt>
                <c:pt idx="13525">
                  <c:v>03-06-2022</c:v>
                </c:pt>
                <c:pt idx="13526">
                  <c:v>03-06-2022</c:v>
                </c:pt>
                <c:pt idx="13527">
                  <c:v>03-06-2022</c:v>
                </c:pt>
                <c:pt idx="13528">
                  <c:v>03-06-2022</c:v>
                </c:pt>
                <c:pt idx="13529">
                  <c:v>03-06-2022</c:v>
                </c:pt>
                <c:pt idx="13530">
                  <c:v>03-06-2022</c:v>
                </c:pt>
                <c:pt idx="13531">
                  <c:v>03-06-2022</c:v>
                </c:pt>
                <c:pt idx="13532">
                  <c:v>03-06-2022</c:v>
                </c:pt>
                <c:pt idx="13533">
                  <c:v>03-06-2022</c:v>
                </c:pt>
                <c:pt idx="13534">
                  <c:v>03-06-2022</c:v>
                </c:pt>
                <c:pt idx="13535">
                  <c:v>03-06-2022</c:v>
                </c:pt>
                <c:pt idx="13536">
                  <c:v>03-06-2022</c:v>
                </c:pt>
                <c:pt idx="13537">
                  <c:v>03-06-2022</c:v>
                </c:pt>
                <c:pt idx="13538">
                  <c:v>03-06-2022</c:v>
                </c:pt>
                <c:pt idx="13539">
                  <c:v>03-06-2022</c:v>
                </c:pt>
                <c:pt idx="13540">
                  <c:v>03-06-2022</c:v>
                </c:pt>
                <c:pt idx="13541">
                  <c:v>03-06-2022</c:v>
                </c:pt>
                <c:pt idx="13542">
                  <c:v>03-06-2022</c:v>
                </c:pt>
                <c:pt idx="13543">
                  <c:v>03-06-2022</c:v>
                </c:pt>
                <c:pt idx="13544">
                  <c:v>03-06-2022</c:v>
                </c:pt>
                <c:pt idx="13545">
                  <c:v>03-06-2022</c:v>
                </c:pt>
                <c:pt idx="13546">
                  <c:v>03-06-2022</c:v>
                </c:pt>
                <c:pt idx="13547">
                  <c:v>03-06-2022</c:v>
                </c:pt>
                <c:pt idx="13548">
                  <c:v>03-06-2022</c:v>
                </c:pt>
                <c:pt idx="13549">
                  <c:v>03-06-2022</c:v>
                </c:pt>
                <c:pt idx="13550">
                  <c:v>03-06-2022</c:v>
                </c:pt>
                <c:pt idx="13551">
                  <c:v>03-06-2022</c:v>
                </c:pt>
                <c:pt idx="13552">
                  <c:v>03-06-2022</c:v>
                </c:pt>
                <c:pt idx="13553">
                  <c:v>03-06-2022</c:v>
                </c:pt>
                <c:pt idx="13554">
                  <c:v>03-06-2022</c:v>
                </c:pt>
                <c:pt idx="13555">
                  <c:v>03-06-2022</c:v>
                </c:pt>
                <c:pt idx="13556">
                  <c:v>04-06-2022</c:v>
                </c:pt>
                <c:pt idx="13557">
                  <c:v>04-06-2022</c:v>
                </c:pt>
                <c:pt idx="13558">
                  <c:v>04-06-2022</c:v>
                </c:pt>
                <c:pt idx="13559">
                  <c:v>04-06-2022</c:v>
                </c:pt>
                <c:pt idx="13560">
                  <c:v>04-06-2022</c:v>
                </c:pt>
                <c:pt idx="13561">
                  <c:v>04-06-2022</c:v>
                </c:pt>
                <c:pt idx="13562">
                  <c:v>04-06-2022</c:v>
                </c:pt>
                <c:pt idx="13563">
                  <c:v>04-06-2022</c:v>
                </c:pt>
                <c:pt idx="13564">
                  <c:v>04-06-2022</c:v>
                </c:pt>
                <c:pt idx="13565">
                  <c:v>04-06-2022</c:v>
                </c:pt>
                <c:pt idx="13566">
                  <c:v>04-06-2022</c:v>
                </c:pt>
                <c:pt idx="13567">
                  <c:v>04-06-2022</c:v>
                </c:pt>
                <c:pt idx="13568">
                  <c:v>04-06-2022</c:v>
                </c:pt>
                <c:pt idx="13569">
                  <c:v>04-06-2022</c:v>
                </c:pt>
                <c:pt idx="13570">
                  <c:v>04-06-2022</c:v>
                </c:pt>
                <c:pt idx="13571">
                  <c:v>04-06-2022</c:v>
                </c:pt>
                <c:pt idx="13572">
                  <c:v>04-06-2022</c:v>
                </c:pt>
                <c:pt idx="13573">
                  <c:v>04-06-2022</c:v>
                </c:pt>
                <c:pt idx="13574">
                  <c:v>04-06-2022</c:v>
                </c:pt>
                <c:pt idx="13575">
                  <c:v>04-06-2022</c:v>
                </c:pt>
                <c:pt idx="13576">
                  <c:v>04-06-2022</c:v>
                </c:pt>
                <c:pt idx="13577">
                  <c:v>04-06-2022</c:v>
                </c:pt>
                <c:pt idx="13578">
                  <c:v>04-06-2022</c:v>
                </c:pt>
                <c:pt idx="13579">
                  <c:v>04-06-2022</c:v>
                </c:pt>
                <c:pt idx="13580">
                  <c:v>04-06-2022</c:v>
                </c:pt>
                <c:pt idx="13581">
                  <c:v>04-06-2022</c:v>
                </c:pt>
                <c:pt idx="13582">
                  <c:v>04-06-2022</c:v>
                </c:pt>
                <c:pt idx="13583">
                  <c:v>04-06-2022</c:v>
                </c:pt>
                <c:pt idx="13584">
                  <c:v>04-06-2022</c:v>
                </c:pt>
                <c:pt idx="13585">
                  <c:v>04-06-2022</c:v>
                </c:pt>
                <c:pt idx="13586">
                  <c:v>04-06-2022</c:v>
                </c:pt>
                <c:pt idx="13587">
                  <c:v>04-06-2022</c:v>
                </c:pt>
                <c:pt idx="13588">
                  <c:v>04-06-2022</c:v>
                </c:pt>
                <c:pt idx="13589">
                  <c:v>04-06-2022</c:v>
                </c:pt>
                <c:pt idx="13590">
                  <c:v>04-06-2022</c:v>
                </c:pt>
                <c:pt idx="13591">
                  <c:v>04-06-2022</c:v>
                </c:pt>
                <c:pt idx="13592">
                  <c:v>04-06-2022</c:v>
                </c:pt>
                <c:pt idx="13593">
                  <c:v>04-06-2022</c:v>
                </c:pt>
                <c:pt idx="13594">
                  <c:v>04-06-2022</c:v>
                </c:pt>
                <c:pt idx="13595">
                  <c:v>04-06-2022</c:v>
                </c:pt>
                <c:pt idx="13596">
                  <c:v>05-06-2022</c:v>
                </c:pt>
                <c:pt idx="13597">
                  <c:v>05-06-2022</c:v>
                </c:pt>
                <c:pt idx="13598">
                  <c:v>05-06-2022</c:v>
                </c:pt>
                <c:pt idx="13599">
                  <c:v>05-06-2022</c:v>
                </c:pt>
                <c:pt idx="13600">
                  <c:v>05-06-2022</c:v>
                </c:pt>
                <c:pt idx="13601">
                  <c:v>05-06-2022</c:v>
                </c:pt>
                <c:pt idx="13602">
                  <c:v>05-06-2022</c:v>
                </c:pt>
                <c:pt idx="13603">
                  <c:v>05-06-2022</c:v>
                </c:pt>
                <c:pt idx="13604">
                  <c:v>05-06-2022</c:v>
                </c:pt>
                <c:pt idx="13605">
                  <c:v>05-06-2022</c:v>
                </c:pt>
                <c:pt idx="13606">
                  <c:v>05-06-2022</c:v>
                </c:pt>
                <c:pt idx="13607">
                  <c:v>05-06-2022</c:v>
                </c:pt>
                <c:pt idx="13608">
                  <c:v>05-06-2022</c:v>
                </c:pt>
                <c:pt idx="13609">
                  <c:v>05-06-2022</c:v>
                </c:pt>
                <c:pt idx="13610">
                  <c:v>05-06-2022</c:v>
                </c:pt>
                <c:pt idx="13611">
                  <c:v>05-06-2022</c:v>
                </c:pt>
                <c:pt idx="13612">
                  <c:v>05-06-2022</c:v>
                </c:pt>
                <c:pt idx="13613">
                  <c:v>05-06-2022</c:v>
                </c:pt>
                <c:pt idx="13614">
                  <c:v>05-06-2022</c:v>
                </c:pt>
                <c:pt idx="13615">
                  <c:v>05-06-2022</c:v>
                </c:pt>
                <c:pt idx="13616">
                  <c:v>05-06-2022</c:v>
                </c:pt>
                <c:pt idx="13617">
                  <c:v>05-06-2022</c:v>
                </c:pt>
                <c:pt idx="13618">
                  <c:v>05-06-2022</c:v>
                </c:pt>
                <c:pt idx="13619">
                  <c:v>05-06-2022</c:v>
                </c:pt>
                <c:pt idx="13620">
                  <c:v>05-06-2022</c:v>
                </c:pt>
                <c:pt idx="13621">
                  <c:v>05-06-2022</c:v>
                </c:pt>
                <c:pt idx="13622">
                  <c:v>05-06-2022</c:v>
                </c:pt>
                <c:pt idx="13623">
                  <c:v>05-06-2022</c:v>
                </c:pt>
                <c:pt idx="13624">
                  <c:v>05-06-2022</c:v>
                </c:pt>
                <c:pt idx="13625">
                  <c:v>05-06-2022</c:v>
                </c:pt>
                <c:pt idx="13626">
                  <c:v>05-06-2022</c:v>
                </c:pt>
                <c:pt idx="13627">
                  <c:v>05-06-2022</c:v>
                </c:pt>
                <c:pt idx="13628">
                  <c:v>05-06-2022</c:v>
                </c:pt>
                <c:pt idx="13629">
                  <c:v>05-06-2022</c:v>
                </c:pt>
                <c:pt idx="13630">
                  <c:v>05-06-2022</c:v>
                </c:pt>
                <c:pt idx="13631">
                  <c:v>05-06-2022</c:v>
                </c:pt>
                <c:pt idx="13632">
                  <c:v>05-06-2022</c:v>
                </c:pt>
                <c:pt idx="13633">
                  <c:v>05-06-2022</c:v>
                </c:pt>
                <c:pt idx="13634">
                  <c:v>05-06-2022</c:v>
                </c:pt>
                <c:pt idx="13635">
                  <c:v>05-06-2022</c:v>
                </c:pt>
                <c:pt idx="13636">
                  <c:v>06-06-2022</c:v>
                </c:pt>
                <c:pt idx="13637">
                  <c:v>06-06-2022</c:v>
                </c:pt>
                <c:pt idx="13638">
                  <c:v>06-06-2022</c:v>
                </c:pt>
                <c:pt idx="13639">
                  <c:v>06-06-2022</c:v>
                </c:pt>
                <c:pt idx="13640">
                  <c:v>06-06-2022</c:v>
                </c:pt>
                <c:pt idx="13641">
                  <c:v>06-06-2022</c:v>
                </c:pt>
                <c:pt idx="13642">
                  <c:v>06-06-2022</c:v>
                </c:pt>
                <c:pt idx="13643">
                  <c:v>06-06-2022</c:v>
                </c:pt>
                <c:pt idx="13644">
                  <c:v>06-06-2022</c:v>
                </c:pt>
                <c:pt idx="13645">
                  <c:v>06-06-2022</c:v>
                </c:pt>
                <c:pt idx="13646">
                  <c:v>06-06-2022</c:v>
                </c:pt>
                <c:pt idx="13647">
                  <c:v>06-06-2022</c:v>
                </c:pt>
                <c:pt idx="13648">
                  <c:v>06-06-2022</c:v>
                </c:pt>
                <c:pt idx="13649">
                  <c:v>06-06-2022</c:v>
                </c:pt>
                <c:pt idx="13650">
                  <c:v>06-06-2022</c:v>
                </c:pt>
                <c:pt idx="13651">
                  <c:v>06-06-2022</c:v>
                </c:pt>
                <c:pt idx="13652">
                  <c:v>06-06-2022</c:v>
                </c:pt>
                <c:pt idx="13653">
                  <c:v>06-06-2022</c:v>
                </c:pt>
                <c:pt idx="13654">
                  <c:v>06-06-2022</c:v>
                </c:pt>
                <c:pt idx="13655">
                  <c:v>06-06-2022</c:v>
                </c:pt>
                <c:pt idx="13656">
                  <c:v>06-06-2022</c:v>
                </c:pt>
                <c:pt idx="13657">
                  <c:v>06-06-2022</c:v>
                </c:pt>
                <c:pt idx="13658">
                  <c:v>06-06-2022</c:v>
                </c:pt>
                <c:pt idx="13659">
                  <c:v>06-06-2022</c:v>
                </c:pt>
                <c:pt idx="13660">
                  <c:v>06-06-2022</c:v>
                </c:pt>
                <c:pt idx="13661">
                  <c:v>06-06-2022</c:v>
                </c:pt>
                <c:pt idx="13662">
                  <c:v>06-06-2022</c:v>
                </c:pt>
                <c:pt idx="13663">
                  <c:v>06-06-2022</c:v>
                </c:pt>
                <c:pt idx="13664">
                  <c:v>06-06-2022</c:v>
                </c:pt>
                <c:pt idx="13665">
                  <c:v>06-06-2022</c:v>
                </c:pt>
                <c:pt idx="13666">
                  <c:v>06-06-2022</c:v>
                </c:pt>
                <c:pt idx="13667">
                  <c:v>06-06-2022</c:v>
                </c:pt>
                <c:pt idx="13668">
                  <c:v>06-06-2022</c:v>
                </c:pt>
                <c:pt idx="13669">
                  <c:v>06-06-2022</c:v>
                </c:pt>
                <c:pt idx="13670">
                  <c:v>06-06-2022</c:v>
                </c:pt>
                <c:pt idx="13671">
                  <c:v>06-06-2022</c:v>
                </c:pt>
                <c:pt idx="13672">
                  <c:v>06-06-2022</c:v>
                </c:pt>
                <c:pt idx="13673">
                  <c:v>06-06-2022</c:v>
                </c:pt>
                <c:pt idx="13674">
                  <c:v>06-06-2022</c:v>
                </c:pt>
                <c:pt idx="13675">
                  <c:v>06-06-2022</c:v>
                </c:pt>
                <c:pt idx="13676">
                  <c:v>07-06-2022</c:v>
                </c:pt>
                <c:pt idx="13677">
                  <c:v>07-06-2022</c:v>
                </c:pt>
                <c:pt idx="13678">
                  <c:v>07-06-2022</c:v>
                </c:pt>
                <c:pt idx="13679">
                  <c:v>07-06-2022</c:v>
                </c:pt>
                <c:pt idx="13680">
                  <c:v>07-06-2022</c:v>
                </c:pt>
                <c:pt idx="13681">
                  <c:v>07-06-2022</c:v>
                </c:pt>
                <c:pt idx="13682">
                  <c:v>07-06-2022</c:v>
                </c:pt>
                <c:pt idx="13683">
                  <c:v>07-06-2022</c:v>
                </c:pt>
                <c:pt idx="13684">
                  <c:v>07-06-2022</c:v>
                </c:pt>
                <c:pt idx="13685">
                  <c:v>07-06-2022</c:v>
                </c:pt>
                <c:pt idx="13686">
                  <c:v>07-06-2022</c:v>
                </c:pt>
                <c:pt idx="13687">
                  <c:v>07-06-2022</c:v>
                </c:pt>
                <c:pt idx="13688">
                  <c:v>07-06-2022</c:v>
                </c:pt>
                <c:pt idx="13689">
                  <c:v>07-06-2022</c:v>
                </c:pt>
                <c:pt idx="13690">
                  <c:v>07-06-2022</c:v>
                </c:pt>
                <c:pt idx="13691">
                  <c:v>07-06-2022</c:v>
                </c:pt>
                <c:pt idx="13692">
                  <c:v>07-06-2022</c:v>
                </c:pt>
                <c:pt idx="13693">
                  <c:v>07-06-2022</c:v>
                </c:pt>
                <c:pt idx="13694">
                  <c:v>07-06-2022</c:v>
                </c:pt>
                <c:pt idx="13695">
                  <c:v>07-06-2022</c:v>
                </c:pt>
                <c:pt idx="13696">
                  <c:v>07-06-2022</c:v>
                </c:pt>
                <c:pt idx="13697">
                  <c:v>07-06-2022</c:v>
                </c:pt>
                <c:pt idx="13698">
                  <c:v>07-06-2022</c:v>
                </c:pt>
                <c:pt idx="13699">
                  <c:v>07-06-2022</c:v>
                </c:pt>
                <c:pt idx="13700">
                  <c:v>07-06-2022</c:v>
                </c:pt>
                <c:pt idx="13701">
                  <c:v>07-06-2022</c:v>
                </c:pt>
                <c:pt idx="13702">
                  <c:v>07-06-2022</c:v>
                </c:pt>
                <c:pt idx="13703">
                  <c:v>07-06-2022</c:v>
                </c:pt>
                <c:pt idx="13704">
                  <c:v>07-06-2022</c:v>
                </c:pt>
                <c:pt idx="13705">
                  <c:v>07-06-2022</c:v>
                </c:pt>
                <c:pt idx="13706">
                  <c:v>07-06-2022</c:v>
                </c:pt>
                <c:pt idx="13707">
                  <c:v>07-06-2022</c:v>
                </c:pt>
                <c:pt idx="13708">
                  <c:v>07-06-2022</c:v>
                </c:pt>
                <c:pt idx="13709">
                  <c:v>07-06-2022</c:v>
                </c:pt>
                <c:pt idx="13710">
                  <c:v>07-06-2022</c:v>
                </c:pt>
                <c:pt idx="13711">
                  <c:v>07-06-2022</c:v>
                </c:pt>
                <c:pt idx="13712">
                  <c:v>07-06-2022</c:v>
                </c:pt>
                <c:pt idx="13713">
                  <c:v>07-06-2022</c:v>
                </c:pt>
                <c:pt idx="13714">
                  <c:v>07-06-2022</c:v>
                </c:pt>
                <c:pt idx="13715">
                  <c:v>07-06-2022</c:v>
                </c:pt>
                <c:pt idx="13716">
                  <c:v>08-06-2022</c:v>
                </c:pt>
                <c:pt idx="13717">
                  <c:v>08-06-2022</c:v>
                </c:pt>
                <c:pt idx="13718">
                  <c:v>08-06-2022</c:v>
                </c:pt>
                <c:pt idx="13719">
                  <c:v>08-06-2022</c:v>
                </c:pt>
                <c:pt idx="13720">
                  <c:v>08-06-2022</c:v>
                </c:pt>
                <c:pt idx="13721">
                  <c:v>08-06-2022</c:v>
                </c:pt>
                <c:pt idx="13722">
                  <c:v>08-06-2022</c:v>
                </c:pt>
                <c:pt idx="13723">
                  <c:v>08-06-2022</c:v>
                </c:pt>
                <c:pt idx="13724">
                  <c:v>08-06-2022</c:v>
                </c:pt>
                <c:pt idx="13725">
                  <c:v>08-06-2022</c:v>
                </c:pt>
                <c:pt idx="13726">
                  <c:v>08-06-2022</c:v>
                </c:pt>
                <c:pt idx="13727">
                  <c:v>08-06-2022</c:v>
                </c:pt>
                <c:pt idx="13728">
                  <c:v>08-06-2022</c:v>
                </c:pt>
                <c:pt idx="13729">
                  <c:v>08-06-2022</c:v>
                </c:pt>
                <c:pt idx="13730">
                  <c:v>08-06-2022</c:v>
                </c:pt>
                <c:pt idx="13731">
                  <c:v>08-06-2022</c:v>
                </c:pt>
                <c:pt idx="13732">
                  <c:v>08-06-2022</c:v>
                </c:pt>
                <c:pt idx="13733">
                  <c:v>08-06-2022</c:v>
                </c:pt>
                <c:pt idx="13734">
                  <c:v>08-06-2022</c:v>
                </c:pt>
                <c:pt idx="13735">
                  <c:v>08-06-2022</c:v>
                </c:pt>
                <c:pt idx="13736">
                  <c:v>08-06-2022</c:v>
                </c:pt>
                <c:pt idx="13737">
                  <c:v>08-06-2022</c:v>
                </c:pt>
                <c:pt idx="13738">
                  <c:v>08-06-2022</c:v>
                </c:pt>
                <c:pt idx="13739">
                  <c:v>08-06-2022</c:v>
                </c:pt>
                <c:pt idx="13740">
                  <c:v>08-06-2022</c:v>
                </c:pt>
                <c:pt idx="13741">
                  <c:v>08-06-2022</c:v>
                </c:pt>
                <c:pt idx="13742">
                  <c:v>08-06-2022</c:v>
                </c:pt>
                <c:pt idx="13743">
                  <c:v>08-06-2022</c:v>
                </c:pt>
                <c:pt idx="13744">
                  <c:v>08-06-2022</c:v>
                </c:pt>
                <c:pt idx="13745">
                  <c:v>08-06-2022</c:v>
                </c:pt>
                <c:pt idx="13746">
                  <c:v>08-06-2022</c:v>
                </c:pt>
                <c:pt idx="13747">
                  <c:v>08-06-2022</c:v>
                </c:pt>
                <c:pt idx="13748">
                  <c:v>08-06-2022</c:v>
                </c:pt>
                <c:pt idx="13749">
                  <c:v>08-06-2022</c:v>
                </c:pt>
                <c:pt idx="13750">
                  <c:v>08-06-2022</c:v>
                </c:pt>
                <c:pt idx="13751">
                  <c:v>08-06-2022</c:v>
                </c:pt>
                <c:pt idx="13752">
                  <c:v>08-06-2022</c:v>
                </c:pt>
                <c:pt idx="13753">
                  <c:v>08-06-2022</c:v>
                </c:pt>
                <c:pt idx="13754">
                  <c:v>08-06-2022</c:v>
                </c:pt>
                <c:pt idx="13755">
                  <c:v>08-06-2022</c:v>
                </c:pt>
                <c:pt idx="13756">
                  <c:v>09-06-2022</c:v>
                </c:pt>
                <c:pt idx="13757">
                  <c:v>09-06-2022</c:v>
                </c:pt>
                <c:pt idx="13758">
                  <c:v>09-06-2022</c:v>
                </c:pt>
                <c:pt idx="13759">
                  <c:v>09-06-2022</c:v>
                </c:pt>
                <c:pt idx="13760">
                  <c:v>09-06-2022</c:v>
                </c:pt>
                <c:pt idx="13761">
                  <c:v>09-06-2022</c:v>
                </c:pt>
                <c:pt idx="13762">
                  <c:v>09-06-2022</c:v>
                </c:pt>
                <c:pt idx="13763">
                  <c:v>09-06-2022</c:v>
                </c:pt>
                <c:pt idx="13764">
                  <c:v>09-06-2022</c:v>
                </c:pt>
                <c:pt idx="13765">
                  <c:v>09-06-2022</c:v>
                </c:pt>
                <c:pt idx="13766">
                  <c:v>09-06-2022</c:v>
                </c:pt>
                <c:pt idx="13767">
                  <c:v>09-06-2022</c:v>
                </c:pt>
                <c:pt idx="13768">
                  <c:v>09-06-2022</c:v>
                </c:pt>
                <c:pt idx="13769">
                  <c:v>09-06-2022</c:v>
                </c:pt>
                <c:pt idx="13770">
                  <c:v>09-06-2022</c:v>
                </c:pt>
                <c:pt idx="13771">
                  <c:v>09-06-2022</c:v>
                </c:pt>
                <c:pt idx="13772">
                  <c:v>09-06-2022</c:v>
                </c:pt>
                <c:pt idx="13773">
                  <c:v>09-06-2022</c:v>
                </c:pt>
                <c:pt idx="13774">
                  <c:v>09-06-2022</c:v>
                </c:pt>
                <c:pt idx="13775">
                  <c:v>09-06-2022</c:v>
                </c:pt>
                <c:pt idx="13776">
                  <c:v>09-06-2022</c:v>
                </c:pt>
                <c:pt idx="13777">
                  <c:v>09-06-2022</c:v>
                </c:pt>
                <c:pt idx="13778">
                  <c:v>09-06-2022</c:v>
                </c:pt>
                <c:pt idx="13779">
                  <c:v>09-06-2022</c:v>
                </c:pt>
                <c:pt idx="13780">
                  <c:v>09-06-2022</c:v>
                </c:pt>
                <c:pt idx="13781">
                  <c:v>09-06-2022</c:v>
                </c:pt>
                <c:pt idx="13782">
                  <c:v>09-06-2022</c:v>
                </c:pt>
                <c:pt idx="13783">
                  <c:v>09-06-2022</c:v>
                </c:pt>
                <c:pt idx="13784">
                  <c:v>09-06-2022</c:v>
                </c:pt>
                <c:pt idx="13785">
                  <c:v>09-06-2022</c:v>
                </c:pt>
                <c:pt idx="13786">
                  <c:v>09-06-2022</c:v>
                </c:pt>
                <c:pt idx="13787">
                  <c:v>09-06-2022</c:v>
                </c:pt>
                <c:pt idx="13788">
                  <c:v>09-06-2022</c:v>
                </c:pt>
                <c:pt idx="13789">
                  <c:v>09-06-2022</c:v>
                </c:pt>
                <c:pt idx="13790">
                  <c:v>09-06-2022</c:v>
                </c:pt>
                <c:pt idx="13791">
                  <c:v>09-06-2022</c:v>
                </c:pt>
                <c:pt idx="13792">
                  <c:v>09-06-2022</c:v>
                </c:pt>
                <c:pt idx="13793">
                  <c:v>09-06-2022</c:v>
                </c:pt>
                <c:pt idx="13794">
                  <c:v>09-06-2022</c:v>
                </c:pt>
                <c:pt idx="13795">
                  <c:v>09-06-2022</c:v>
                </c:pt>
                <c:pt idx="13796">
                  <c:v>10-06-2022</c:v>
                </c:pt>
                <c:pt idx="13797">
                  <c:v>10-06-2022</c:v>
                </c:pt>
                <c:pt idx="13798">
                  <c:v>10-06-2022</c:v>
                </c:pt>
                <c:pt idx="13799">
                  <c:v>10-06-2022</c:v>
                </c:pt>
                <c:pt idx="13800">
                  <c:v>10-06-2022</c:v>
                </c:pt>
                <c:pt idx="13801">
                  <c:v>10-06-2022</c:v>
                </c:pt>
                <c:pt idx="13802">
                  <c:v>10-06-2022</c:v>
                </c:pt>
                <c:pt idx="13803">
                  <c:v>10-06-2022</c:v>
                </c:pt>
                <c:pt idx="13804">
                  <c:v>10-06-2022</c:v>
                </c:pt>
                <c:pt idx="13805">
                  <c:v>10-06-2022</c:v>
                </c:pt>
                <c:pt idx="13806">
                  <c:v>10-06-2022</c:v>
                </c:pt>
                <c:pt idx="13807">
                  <c:v>10-06-2022</c:v>
                </c:pt>
                <c:pt idx="13808">
                  <c:v>10-06-2022</c:v>
                </c:pt>
                <c:pt idx="13809">
                  <c:v>10-06-2022</c:v>
                </c:pt>
                <c:pt idx="13810">
                  <c:v>10-06-2022</c:v>
                </c:pt>
                <c:pt idx="13811">
                  <c:v>10-06-2022</c:v>
                </c:pt>
                <c:pt idx="13812">
                  <c:v>10-06-2022</c:v>
                </c:pt>
                <c:pt idx="13813">
                  <c:v>10-06-2022</c:v>
                </c:pt>
                <c:pt idx="13814">
                  <c:v>10-06-2022</c:v>
                </c:pt>
                <c:pt idx="13815">
                  <c:v>10-06-2022</c:v>
                </c:pt>
                <c:pt idx="13816">
                  <c:v>10-06-2022</c:v>
                </c:pt>
                <c:pt idx="13817">
                  <c:v>10-06-2022</c:v>
                </c:pt>
                <c:pt idx="13818">
                  <c:v>10-06-2022</c:v>
                </c:pt>
                <c:pt idx="13819">
                  <c:v>10-06-2022</c:v>
                </c:pt>
                <c:pt idx="13820">
                  <c:v>10-06-2022</c:v>
                </c:pt>
                <c:pt idx="13821">
                  <c:v>10-06-2022</c:v>
                </c:pt>
                <c:pt idx="13822">
                  <c:v>10-06-2022</c:v>
                </c:pt>
                <c:pt idx="13823">
                  <c:v>10-06-2022</c:v>
                </c:pt>
                <c:pt idx="13824">
                  <c:v>10-06-2022</c:v>
                </c:pt>
                <c:pt idx="13825">
                  <c:v>10-06-2022</c:v>
                </c:pt>
                <c:pt idx="13826">
                  <c:v>10-06-2022</c:v>
                </c:pt>
                <c:pt idx="13827">
                  <c:v>10-06-2022</c:v>
                </c:pt>
                <c:pt idx="13828">
                  <c:v>10-06-2022</c:v>
                </c:pt>
                <c:pt idx="13829">
                  <c:v>10-06-2022</c:v>
                </c:pt>
                <c:pt idx="13830">
                  <c:v>10-06-2022</c:v>
                </c:pt>
                <c:pt idx="13831">
                  <c:v>10-06-2022</c:v>
                </c:pt>
                <c:pt idx="13832">
                  <c:v>10-06-2022</c:v>
                </c:pt>
                <c:pt idx="13833">
                  <c:v>10-06-2022</c:v>
                </c:pt>
                <c:pt idx="13834">
                  <c:v>10-06-2022</c:v>
                </c:pt>
                <c:pt idx="13835">
                  <c:v>10-06-2022</c:v>
                </c:pt>
                <c:pt idx="13836">
                  <c:v>11-06-2022</c:v>
                </c:pt>
                <c:pt idx="13837">
                  <c:v>11-06-2022</c:v>
                </c:pt>
                <c:pt idx="13838">
                  <c:v>11-06-2022</c:v>
                </c:pt>
                <c:pt idx="13839">
                  <c:v>11-06-2022</c:v>
                </c:pt>
                <c:pt idx="13840">
                  <c:v>11-06-2022</c:v>
                </c:pt>
                <c:pt idx="13841">
                  <c:v>11-06-2022</c:v>
                </c:pt>
                <c:pt idx="13842">
                  <c:v>11-06-2022</c:v>
                </c:pt>
                <c:pt idx="13843">
                  <c:v>11-06-2022</c:v>
                </c:pt>
                <c:pt idx="13844">
                  <c:v>11-06-2022</c:v>
                </c:pt>
                <c:pt idx="13845">
                  <c:v>11-06-2022</c:v>
                </c:pt>
                <c:pt idx="13846">
                  <c:v>11-06-2022</c:v>
                </c:pt>
                <c:pt idx="13847">
                  <c:v>11-06-2022</c:v>
                </c:pt>
                <c:pt idx="13848">
                  <c:v>11-06-2022</c:v>
                </c:pt>
                <c:pt idx="13849">
                  <c:v>11-06-2022</c:v>
                </c:pt>
                <c:pt idx="13850">
                  <c:v>11-06-2022</c:v>
                </c:pt>
                <c:pt idx="13851">
                  <c:v>11-06-2022</c:v>
                </c:pt>
                <c:pt idx="13852">
                  <c:v>11-06-2022</c:v>
                </c:pt>
                <c:pt idx="13853">
                  <c:v>11-06-2022</c:v>
                </c:pt>
                <c:pt idx="13854">
                  <c:v>11-06-2022</c:v>
                </c:pt>
                <c:pt idx="13855">
                  <c:v>11-06-2022</c:v>
                </c:pt>
                <c:pt idx="13856">
                  <c:v>11-06-2022</c:v>
                </c:pt>
                <c:pt idx="13857">
                  <c:v>11-06-2022</c:v>
                </c:pt>
                <c:pt idx="13858">
                  <c:v>11-06-2022</c:v>
                </c:pt>
                <c:pt idx="13859">
                  <c:v>11-06-2022</c:v>
                </c:pt>
                <c:pt idx="13860">
                  <c:v>11-06-2022</c:v>
                </c:pt>
                <c:pt idx="13861">
                  <c:v>11-06-2022</c:v>
                </c:pt>
                <c:pt idx="13862">
                  <c:v>11-06-2022</c:v>
                </c:pt>
                <c:pt idx="13863">
                  <c:v>11-06-2022</c:v>
                </c:pt>
                <c:pt idx="13864">
                  <c:v>11-06-2022</c:v>
                </c:pt>
                <c:pt idx="13865">
                  <c:v>11-06-2022</c:v>
                </c:pt>
                <c:pt idx="13866">
                  <c:v>11-06-2022</c:v>
                </c:pt>
                <c:pt idx="13867">
                  <c:v>11-06-2022</c:v>
                </c:pt>
                <c:pt idx="13868">
                  <c:v>11-06-2022</c:v>
                </c:pt>
                <c:pt idx="13869">
                  <c:v>11-06-2022</c:v>
                </c:pt>
                <c:pt idx="13870">
                  <c:v>11-06-2022</c:v>
                </c:pt>
                <c:pt idx="13871">
                  <c:v>11-06-2022</c:v>
                </c:pt>
                <c:pt idx="13872">
                  <c:v>11-06-2022</c:v>
                </c:pt>
                <c:pt idx="13873">
                  <c:v>11-06-2022</c:v>
                </c:pt>
                <c:pt idx="13874">
                  <c:v>11-06-2022</c:v>
                </c:pt>
                <c:pt idx="13875">
                  <c:v>11-06-2022</c:v>
                </c:pt>
                <c:pt idx="13876">
                  <c:v>12-06-2022</c:v>
                </c:pt>
                <c:pt idx="13877">
                  <c:v>12-06-2022</c:v>
                </c:pt>
                <c:pt idx="13878">
                  <c:v>12-06-2022</c:v>
                </c:pt>
                <c:pt idx="13879">
                  <c:v>12-06-2022</c:v>
                </c:pt>
                <c:pt idx="13880">
                  <c:v>12-06-2022</c:v>
                </c:pt>
                <c:pt idx="13881">
                  <c:v>12-06-2022</c:v>
                </c:pt>
                <c:pt idx="13882">
                  <c:v>12-06-2022</c:v>
                </c:pt>
                <c:pt idx="13883">
                  <c:v>12-06-2022</c:v>
                </c:pt>
                <c:pt idx="13884">
                  <c:v>12-06-2022</c:v>
                </c:pt>
                <c:pt idx="13885">
                  <c:v>12-06-2022</c:v>
                </c:pt>
                <c:pt idx="13886">
                  <c:v>12-06-2022</c:v>
                </c:pt>
                <c:pt idx="13887">
                  <c:v>12-06-2022</c:v>
                </c:pt>
                <c:pt idx="13888">
                  <c:v>12-06-2022</c:v>
                </c:pt>
                <c:pt idx="13889">
                  <c:v>12-06-2022</c:v>
                </c:pt>
                <c:pt idx="13890">
                  <c:v>12-06-2022</c:v>
                </c:pt>
                <c:pt idx="13891">
                  <c:v>12-06-2022</c:v>
                </c:pt>
                <c:pt idx="13892">
                  <c:v>12-06-2022</c:v>
                </c:pt>
                <c:pt idx="13893">
                  <c:v>12-06-2022</c:v>
                </c:pt>
                <c:pt idx="13894">
                  <c:v>12-06-2022</c:v>
                </c:pt>
                <c:pt idx="13895">
                  <c:v>12-06-2022</c:v>
                </c:pt>
                <c:pt idx="13896">
                  <c:v>12-06-2022</c:v>
                </c:pt>
                <c:pt idx="13897">
                  <c:v>12-06-2022</c:v>
                </c:pt>
                <c:pt idx="13898">
                  <c:v>12-06-2022</c:v>
                </c:pt>
                <c:pt idx="13899">
                  <c:v>12-06-2022</c:v>
                </c:pt>
                <c:pt idx="13900">
                  <c:v>12-06-2022</c:v>
                </c:pt>
                <c:pt idx="13901">
                  <c:v>12-06-2022</c:v>
                </c:pt>
                <c:pt idx="13902">
                  <c:v>12-06-2022</c:v>
                </c:pt>
                <c:pt idx="13903">
                  <c:v>12-06-2022</c:v>
                </c:pt>
                <c:pt idx="13904">
                  <c:v>12-06-2022</c:v>
                </c:pt>
                <c:pt idx="13905">
                  <c:v>12-06-2022</c:v>
                </c:pt>
                <c:pt idx="13906">
                  <c:v>12-06-2022</c:v>
                </c:pt>
                <c:pt idx="13907">
                  <c:v>12-06-2022</c:v>
                </c:pt>
                <c:pt idx="13908">
                  <c:v>12-06-2022</c:v>
                </c:pt>
                <c:pt idx="13909">
                  <c:v>12-06-2022</c:v>
                </c:pt>
                <c:pt idx="13910">
                  <c:v>12-06-2022</c:v>
                </c:pt>
                <c:pt idx="13911">
                  <c:v>12-06-2022</c:v>
                </c:pt>
                <c:pt idx="13912">
                  <c:v>12-06-2022</c:v>
                </c:pt>
                <c:pt idx="13913">
                  <c:v>12-06-2022</c:v>
                </c:pt>
                <c:pt idx="13914">
                  <c:v>12-06-2022</c:v>
                </c:pt>
                <c:pt idx="13915">
                  <c:v>12-06-2022</c:v>
                </c:pt>
                <c:pt idx="13916">
                  <c:v>13-06-2022</c:v>
                </c:pt>
                <c:pt idx="13917">
                  <c:v>13-06-2022</c:v>
                </c:pt>
                <c:pt idx="13918">
                  <c:v>13-06-2022</c:v>
                </c:pt>
                <c:pt idx="13919">
                  <c:v>13-06-2022</c:v>
                </c:pt>
                <c:pt idx="13920">
                  <c:v>13-06-2022</c:v>
                </c:pt>
                <c:pt idx="13921">
                  <c:v>13-06-2022</c:v>
                </c:pt>
                <c:pt idx="13922">
                  <c:v>13-06-2022</c:v>
                </c:pt>
                <c:pt idx="13923">
                  <c:v>13-06-2022</c:v>
                </c:pt>
                <c:pt idx="13924">
                  <c:v>13-06-2022</c:v>
                </c:pt>
                <c:pt idx="13925">
                  <c:v>13-06-2022</c:v>
                </c:pt>
                <c:pt idx="13926">
                  <c:v>13-06-2022</c:v>
                </c:pt>
                <c:pt idx="13927">
                  <c:v>13-06-2022</c:v>
                </c:pt>
                <c:pt idx="13928">
                  <c:v>13-06-2022</c:v>
                </c:pt>
                <c:pt idx="13929">
                  <c:v>13-06-2022</c:v>
                </c:pt>
                <c:pt idx="13930">
                  <c:v>13-06-2022</c:v>
                </c:pt>
                <c:pt idx="13931">
                  <c:v>13-06-2022</c:v>
                </c:pt>
                <c:pt idx="13932">
                  <c:v>13-06-2022</c:v>
                </c:pt>
                <c:pt idx="13933">
                  <c:v>13-06-2022</c:v>
                </c:pt>
                <c:pt idx="13934">
                  <c:v>13-06-2022</c:v>
                </c:pt>
                <c:pt idx="13935">
                  <c:v>13-06-2022</c:v>
                </c:pt>
                <c:pt idx="13936">
                  <c:v>13-06-2022</c:v>
                </c:pt>
                <c:pt idx="13937">
                  <c:v>13-06-2022</c:v>
                </c:pt>
                <c:pt idx="13938">
                  <c:v>13-06-2022</c:v>
                </c:pt>
                <c:pt idx="13939">
                  <c:v>13-06-2022</c:v>
                </c:pt>
                <c:pt idx="13940">
                  <c:v>13-06-2022</c:v>
                </c:pt>
                <c:pt idx="13941">
                  <c:v>13-06-2022</c:v>
                </c:pt>
                <c:pt idx="13942">
                  <c:v>13-06-2022</c:v>
                </c:pt>
                <c:pt idx="13943">
                  <c:v>13-06-2022</c:v>
                </c:pt>
                <c:pt idx="13944">
                  <c:v>13-06-2022</c:v>
                </c:pt>
                <c:pt idx="13945">
                  <c:v>13-06-2022</c:v>
                </c:pt>
                <c:pt idx="13946">
                  <c:v>13-06-2022</c:v>
                </c:pt>
                <c:pt idx="13947">
                  <c:v>13-06-2022</c:v>
                </c:pt>
                <c:pt idx="13948">
                  <c:v>13-06-2022</c:v>
                </c:pt>
                <c:pt idx="13949">
                  <c:v>13-06-2022</c:v>
                </c:pt>
                <c:pt idx="13950">
                  <c:v>13-06-2022</c:v>
                </c:pt>
                <c:pt idx="13951">
                  <c:v>13-06-2022</c:v>
                </c:pt>
                <c:pt idx="13952">
                  <c:v>13-06-2022</c:v>
                </c:pt>
                <c:pt idx="13953">
                  <c:v>13-06-2022</c:v>
                </c:pt>
                <c:pt idx="13954">
                  <c:v>13-06-2022</c:v>
                </c:pt>
                <c:pt idx="13955">
                  <c:v>13-06-2022</c:v>
                </c:pt>
                <c:pt idx="13956">
                  <c:v>14-06-2022</c:v>
                </c:pt>
                <c:pt idx="13957">
                  <c:v>14-06-2022</c:v>
                </c:pt>
                <c:pt idx="13958">
                  <c:v>14-06-2022</c:v>
                </c:pt>
                <c:pt idx="13959">
                  <c:v>14-06-2022</c:v>
                </c:pt>
                <c:pt idx="13960">
                  <c:v>14-06-2022</c:v>
                </c:pt>
                <c:pt idx="13961">
                  <c:v>14-06-2022</c:v>
                </c:pt>
                <c:pt idx="13962">
                  <c:v>14-06-2022</c:v>
                </c:pt>
                <c:pt idx="13963">
                  <c:v>14-06-2022</c:v>
                </c:pt>
                <c:pt idx="13964">
                  <c:v>14-06-2022</c:v>
                </c:pt>
                <c:pt idx="13965">
                  <c:v>14-06-2022</c:v>
                </c:pt>
                <c:pt idx="13966">
                  <c:v>14-06-2022</c:v>
                </c:pt>
                <c:pt idx="13967">
                  <c:v>14-06-2022</c:v>
                </c:pt>
                <c:pt idx="13968">
                  <c:v>14-06-2022</c:v>
                </c:pt>
                <c:pt idx="13969">
                  <c:v>14-06-2022</c:v>
                </c:pt>
                <c:pt idx="13970">
                  <c:v>14-06-2022</c:v>
                </c:pt>
                <c:pt idx="13971">
                  <c:v>14-06-2022</c:v>
                </c:pt>
                <c:pt idx="13972">
                  <c:v>14-06-2022</c:v>
                </c:pt>
                <c:pt idx="13973">
                  <c:v>14-06-2022</c:v>
                </c:pt>
                <c:pt idx="13974">
                  <c:v>14-06-2022</c:v>
                </c:pt>
                <c:pt idx="13975">
                  <c:v>14-06-2022</c:v>
                </c:pt>
                <c:pt idx="13976">
                  <c:v>14-06-2022</c:v>
                </c:pt>
                <c:pt idx="13977">
                  <c:v>14-06-2022</c:v>
                </c:pt>
                <c:pt idx="13978">
                  <c:v>14-06-2022</c:v>
                </c:pt>
                <c:pt idx="13979">
                  <c:v>14-06-2022</c:v>
                </c:pt>
                <c:pt idx="13980">
                  <c:v>14-06-2022</c:v>
                </c:pt>
                <c:pt idx="13981">
                  <c:v>14-06-2022</c:v>
                </c:pt>
                <c:pt idx="13982">
                  <c:v>14-06-2022</c:v>
                </c:pt>
                <c:pt idx="13983">
                  <c:v>14-06-2022</c:v>
                </c:pt>
                <c:pt idx="13984">
                  <c:v>14-06-2022</c:v>
                </c:pt>
                <c:pt idx="13985">
                  <c:v>14-06-2022</c:v>
                </c:pt>
                <c:pt idx="13986">
                  <c:v>14-06-2022</c:v>
                </c:pt>
                <c:pt idx="13987">
                  <c:v>14-06-2022</c:v>
                </c:pt>
                <c:pt idx="13988">
                  <c:v>14-06-2022</c:v>
                </c:pt>
                <c:pt idx="13989">
                  <c:v>14-06-2022</c:v>
                </c:pt>
                <c:pt idx="13990">
                  <c:v>14-06-2022</c:v>
                </c:pt>
                <c:pt idx="13991">
                  <c:v>14-06-2022</c:v>
                </c:pt>
                <c:pt idx="13992">
                  <c:v>14-06-2022</c:v>
                </c:pt>
                <c:pt idx="13993">
                  <c:v>14-06-2022</c:v>
                </c:pt>
                <c:pt idx="13994">
                  <c:v>14-06-2022</c:v>
                </c:pt>
                <c:pt idx="13995">
                  <c:v>14-06-2022</c:v>
                </c:pt>
                <c:pt idx="13996">
                  <c:v>15-06-2022</c:v>
                </c:pt>
                <c:pt idx="13997">
                  <c:v>15-06-2022</c:v>
                </c:pt>
                <c:pt idx="13998">
                  <c:v>15-06-2022</c:v>
                </c:pt>
                <c:pt idx="13999">
                  <c:v>15-06-2022</c:v>
                </c:pt>
                <c:pt idx="14000">
                  <c:v>15-06-2022</c:v>
                </c:pt>
                <c:pt idx="14001">
                  <c:v>15-06-2022</c:v>
                </c:pt>
                <c:pt idx="14002">
                  <c:v>15-06-2022</c:v>
                </c:pt>
                <c:pt idx="14003">
                  <c:v>15-06-2022</c:v>
                </c:pt>
                <c:pt idx="14004">
                  <c:v>15-06-2022</c:v>
                </c:pt>
                <c:pt idx="14005">
                  <c:v>15-06-2022</c:v>
                </c:pt>
                <c:pt idx="14006">
                  <c:v>15-06-2022</c:v>
                </c:pt>
                <c:pt idx="14007">
                  <c:v>15-06-2022</c:v>
                </c:pt>
                <c:pt idx="14008">
                  <c:v>15-06-2022</c:v>
                </c:pt>
                <c:pt idx="14009">
                  <c:v>15-06-2022</c:v>
                </c:pt>
                <c:pt idx="14010">
                  <c:v>15-06-2022</c:v>
                </c:pt>
                <c:pt idx="14011">
                  <c:v>15-06-2022</c:v>
                </c:pt>
                <c:pt idx="14012">
                  <c:v>15-06-2022</c:v>
                </c:pt>
                <c:pt idx="14013">
                  <c:v>15-06-2022</c:v>
                </c:pt>
                <c:pt idx="14014">
                  <c:v>15-06-2022</c:v>
                </c:pt>
                <c:pt idx="14015">
                  <c:v>15-06-2022</c:v>
                </c:pt>
                <c:pt idx="14016">
                  <c:v>15-06-2022</c:v>
                </c:pt>
                <c:pt idx="14017">
                  <c:v>15-06-2022</c:v>
                </c:pt>
                <c:pt idx="14018">
                  <c:v>15-06-2022</c:v>
                </c:pt>
                <c:pt idx="14019">
                  <c:v>15-06-2022</c:v>
                </c:pt>
                <c:pt idx="14020">
                  <c:v>15-06-2022</c:v>
                </c:pt>
                <c:pt idx="14021">
                  <c:v>15-06-2022</c:v>
                </c:pt>
                <c:pt idx="14022">
                  <c:v>15-06-2022</c:v>
                </c:pt>
                <c:pt idx="14023">
                  <c:v>15-06-2022</c:v>
                </c:pt>
                <c:pt idx="14024">
                  <c:v>15-06-2022</c:v>
                </c:pt>
                <c:pt idx="14025">
                  <c:v>15-06-2022</c:v>
                </c:pt>
                <c:pt idx="14026">
                  <c:v>15-06-2022</c:v>
                </c:pt>
                <c:pt idx="14027">
                  <c:v>15-06-2022</c:v>
                </c:pt>
                <c:pt idx="14028">
                  <c:v>15-06-2022</c:v>
                </c:pt>
                <c:pt idx="14029">
                  <c:v>15-06-2022</c:v>
                </c:pt>
                <c:pt idx="14030">
                  <c:v>15-06-2022</c:v>
                </c:pt>
                <c:pt idx="14031">
                  <c:v>15-06-2022</c:v>
                </c:pt>
                <c:pt idx="14032">
                  <c:v>15-06-2022</c:v>
                </c:pt>
                <c:pt idx="14033">
                  <c:v>15-06-2022</c:v>
                </c:pt>
                <c:pt idx="14034">
                  <c:v>15-06-2022</c:v>
                </c:pt>
                <c:pt idx="14035">
                  <c:v>15-06-2022</c:v>
                </c:pt>
                <c:pt idx="14036">
                  <c:v>16-06-2022</c:v>
                </c:pt>
                <c:pt idx="14037">
                  <c:v>16-06-2022</c:v>
                </c:pt>
                <c:pt idx="14038">
                  <c:v>16-06-2022</c:v>
                </c:pt>
                <c:pt idx="14039">
                  <c:v>16-06-2022</c:v>
                </c:pt>
                <c:pt idx="14040">
                  <c:v>16-06-2022</c:v>
                </c:pt>
                <c:pt idx="14041">
                  <c:v>16-06-2022</c:v>
                </c:pt>
                <c:pt idx="14042">
                  <c:v>16-06-2022</c:v>
                </c:pt>
                <c:pt idx="14043">
                  <c:v>16-06-2022</c:v>
                </c:pt>
                <c:pt idx="14044">
                  <c:v>16-06-2022</c:v>
                </c:pt>
                <c:pt idx="14045">
                  <c:v>16-06-2022</c:v>
                </c:pt>
                <c:pt idx="14046">
                  <c:v>16-06-2022</c:v>
                </c:pt>
                <c:pt idx="14047">
                  <c:v>16-06-2022</c:v>
                </c:pt>
                <c:pt idx="14048">
                  <c:v>16-06-2022</c:v>
                </c:pt>
                <c:pt idx="14049">
                  <c:v>16-06-2022</c:v>
                </c:pt>
                <c:pt idx="14050">
                  <c:v>16-06-2022</c:v>
                </c:pt>
                <c:pt idx="14051">
                  <c:v>16-06-2022</c:v>
                </c:pt>
                <c:pt idx="14052">
                  <c:v>16-06-2022</c:v>
                </c:pt>
                <c:pt idx="14053">
                  <c:v>16-06-2022</c:v>
                </c:pt>
                <c:pt idx="14054">
                  <c:v>16-06-2022</c:v>
                </c:pt>
                <c:pt idx="14055">
                  <c:v>16-06-2022</c:v>
                </c:pt>
                <c:pt idx="14056">
                  <c:v>16-06-2022</c:v>
                </c:pt>
                <c:pt idx="14057">
                  <c:v>16-06-2022</c:v>
                </c:pt>
                <c:pt idx="14058">
                  <c:v>16-06-2022</c:v>
                </c:pt>
                <c:pt idx="14059">
                  <c:v>16-06-2022</c:v>
                </c:pt>
                <c:pt idx="14060">
                  <c:v>16-06-2022</c:v>
                </c:pt>
                <c:pt idx="14061">
                  <c:v>16-06-2022</c:v>
                </c:pt>
                <c:pt idx="14062">
                  <c:v>16-06-2022</c:v>
                </c:pt>
                <c:pt idx="14063">
                  <c:v>16-06-2022</c:v>
                </c:pt>
                <c:pt idx="14064">
                  <c:v>16-06-2022</c:v>
                </c:pt>
                <c:pt idx="14065">
                  <c:v>16-06-2022</c:v>
                </c:pt>
                <c:pt idx="14066">
                  <c:v>16-06-2022</c:v>
                </c:pt>
                <c:pt idx="14067">
                  <c:v>16-06-2022</c:v>
                </c:pt>
                <c:pt idx="14068">
                  <c:v>16-06-2022</c:v>
                </c:pt>
                <c:pt idx="14069">
                  <c:v>16-06-2022</c:v>
                </c:pt>
                <c:pt idx="14070">
                  <c:v>16-06-2022</c:v>
                </c:pt>
                <c:pt idx="14071">
                  <c:v>16-06-2022</c:v>
                </c:pt>
                <c:pt idx="14072">
                  <c:v>16-06-2022</c:v>
                </c:pt>
                <c:pt idx="14073">
                  <c:v>16-06-2022</c:v>
                </c:pt>
                <c:pt idx="14074">
                  <c:v>16-06-2022</c:v>
                </c:pt>
                <c:pt idx="14075">
                  <c:v>16-06-2022</c:v>
                </c:pt>
                <c:pt idx="14076">
                  <c:v>17-06-2022</c:v>
                </c:pt>
                <c:pt idx="14077">
                  <c:v>17-06-2022</c:v>
                </c:pt>
                <c:pt idx="14078">
                  <c:v>17-06-2022</c:v>
                </c:pt>
                <c:pt idx="14079">
                  <c:v>17-06-2022</c:v>
                </c:pt>
                <c:pt idx="14080">
                  <c:v>17-06-2022</c:v>
                </c:pt>
                <c:pt idx="14081">
                  <c:v>17-06-2022</c:v>
                </c:pt>
                <c:pt idx="14082">
                  <c:v>17-06-2022</c:v>
                </c:pt>
                <c:pt idx="14083">
                  <c:v>17-06-2022</c:v>
                </c:pt>
                <c:pt idx="14084">
                  <c:v>17-06-2022</c:v>
                </c:pt>
                <c:pt idx="14085">
                  <c:v>17-06-2022</c:v>
                </c:pt>
                <c:pt idx="14086">
                  <c:v>17-06-2022</c:v>
                </c:pt>
                <c:pt idx="14087">
                  <c:v>17-06-2022</c:v>
                </c:pt>
                <c:pt idx="14088">
                  <c:v>17-06-2022</c:v>
                </c:pt>
                <c:pt idx="14089">
                  <c:v>17-06-2022</c:v>
                </c:pt>
                <c:pt idx="14090">
                  <c:v>17-06-2022</c:v>
                </c:pt>
                <c:pt idx="14091">
                  <c:v>17-06-2022</c:v>
                </c:pt>
                <c:pt idx="14092">
                  <c:v>17-06-2022</c:v>
                </c:pt>
                <c:pt idx="14093">
                  <c:v>17-06-2022</c:v>
                </c:pt>
                <c:pt idx="14094">
                  <c:v>17-06-2022</c:v>
                </c:pt>
                <c:pt idx="14095">
                  <c:v>17-06-2022</c:v>
                </c:pt>
                <c:pt idx="14096">
                  <c:v>17-06-2022</c:v>
                </c:pt>
                <c:pt idx="14097">
                  <c:v>17-06-2022</c:v>
                </c:pt>
                <c:pt idx="14098">
                  <c:v>17-06-2022</c:v>
                </c:pt>
                <c:pt idx="14099">
                  <c:v>17-06-2022</c:v>
                </c:pt>
                <c:pt idx="14100">
                  <c:v>17-06-2022</c:v>
                </c:pt>
                <c:pt idx="14101">
                  <c:v>17-06-2022</c:v>
                </c:pt>
                <c:pt idx="14102">
                  <c:v>17-06-2022</c:v>
                </c:pt>
                <c:pt idx="14103">
                  <c:v>17-06-2022</c:v>
                </c:pt>
                <c:pt idx="14104">
                  <c:v>17-06-2022</c:v>
                </c:pt>
                <c:pt idx="14105">
                  <c:v>17-06-2022</c:v>
                </c:pt>
                <c:pt idx="14106">
                  <c:v>17-06-2022</c:v>
                </c:pt>
                <c:pt idx="14107">
                  <c:v>17-06-2022</c:v>
                </c:pt>
                <c:pt idx="14108">
                  <c:v>17-06-2022</c:v>
                </c:pt>
                <c:pt idx="14109">
                  <c:v>17-06-2022</c:v>
                </c:pt>
                <c:pt idx="14110">
                  <c:v>17-06-2022</c:v>
                </c:pt>
                <c:pt idx="14111">
                  <c:v>17-06-2022</c:v>
                </c:pt>
                <c:pt idx="14112">
                  <c:v>17-06-2022</c:v>
                </c:pt>
                <c:pt idx="14113">
                  <c:v>17-06-2022</c:v>
                </c:pt>
                <c:pt idx="14114">
                  <c:v>17-06-2022</c:v>
                </c:pt>
                <c:pt idx="14115">
                  <c:v>17-06-2022</c:v>
                </c:pt>
                <c:pt idx="14116">
                  <c:v>20-06-2022</c:v>
                </c:pt>
                <c:pt idx="14117">
                  <c:v>20-06-2022</c:v>
                </c:pt>
                <c:pt idx="14118">
                  <c:v>20-06-2022</c:v>
                </c:pt>
                <c:pt idx="14119">
                  <c:v>20-06-2022</c:v>
                </c:pt>
                <c:pt idx="14120">
                  <c:v>20-06-2022</c:v>
                </c:pt>
                <c:pt idx="14121">
                  <c:v>20-06-2022</c:v>
                </c:pt>
                <c:pt idx="14122">
                  <c:v>20-06-2022</c:v>
                </c:pt>
                <c:pt idx="14123">
                  <c:v>20-06-2022</c:v>
                </c:pt>
                <c:pt idx="14124">
                  <c:v>20-06-2022</c:v>
                </c:pt>
                <c:pt idx="14125">
                  <c:v>20-06-2022</c:v>
                </c:pt>
                <c:pt idx="14126">
                  <c:v>20-06-2022</c:v>
                </c:pt>
                <c:pt idx="14127">
                  <c:v>20-06-2022</c:v>
                </c:pt>
                <c:pt idx="14128">
                  <c:v>20-06-2022</c:v>
                </c:pt>
                <c:pt idx="14129">
                  <c:v>20-06-2022</c:v>
                </c:pt>
                <c:pt idx="14130">
                  <c:v>20-06-2022</c:v>
                </c:pt>
                <c:pt idx="14131">
                  <c:v>20-06-2022</c:v>
                </c:pt>
                <c:pt idx="14132">
                  <c:v>20-06-2022</c:v>
                </c:pt>
                <c:pt idx="14133">
                  <c:v>20-06-2022</c:v>
                </c:pt>
                <c:pt idx="14134">
                  <c:v>20-06-2022</c:v>
                </c:pt>
                <c:pt idx="14135">
                  <c:v>20-06-2022</c:v>
                </c:pt>
                <c:pt idx="14136">
                  <c:v>20-06-2022</c:v>
                </c:pt>
                <c:pt idx="14137">
                  <c:v>20-06-2022</c:v>
                </c:pt>
                <c:pt idx="14138">
                  <c:v>20-06-2022</c:v>
                </c:pt>
                <c:pt idx="14139">
                  <c:v>20-06-2022</c:v>
                </c:pt>
                <c:pt idx="14140">
                  <c:v>20-06-2022</c:v>
                </c:pt>
                <c:pt idx="14141">
                  <c:v>20-06-2022</c:v>
                </c:pt>
                <c:pt idx="14142">
                  <c:v>20-06-2022</c:v>
                </c:pt>
                <c:pt idx="14143">
                  <c:v>20-06-2022</c:v>
                </c:pt>
                <c:pt idx="14144">
                  <c:v>20-06-2022</c:v>
                </c:pt>
                <c:pt idx="14145">
                  <c:v>20-06-2022</c:v>
                </c:pt>
                <c:pt idx="14146">
                  <c:v>20-06-2022</c:v>
                </c:pt>
                <c:pt idx="14147">
                  <c:v>20-06-2022</c:v>
                </c:pt>
                <c:pt idx="14148">
                  <c:v>20-06-2022</c:v>
                </c:pt>
                <c:pt idx="14149">
                  <c:v>20-06-2022</c:v>
                </c:pt>
                <c:pt idx="14150">
                  <c:v>20-06-2022</c:v>
                </c:pt>
                <c:pt idx="14151">
                  <c:v>20-06-2022</c:v>
                </c:pt>
                <c:pt idx="14152">
                  <c:v>20-06-2022</c:v>
                </c:pt>
                <c:pt idx="14153">
                  <c:v>20-06-2022</c:v>
                </c:pt>
                <c:pt idx="14154">
                  <c:v>20-06-2022</c:v>
                </c:pt>
                <c:pt idx="14155">
                  <c:v>20-06-2022</c:v>
                </c:pt>
                <c:pt idx="14156">
                  <c:v>21-06-2022</c:v>
                </c:pt>
                <c:pt idx="14157">
                  <c:v>21-06-2022</c:v>
                </c:pt>
                <c:pt idx="14158">
                  <c:v>21-06-2022</c:v>
                </c:pt>
                <c:pt idx="14159">
                  <c:v>21-06-2022</c:v>
                </c:pt>
                <c:pt idx="14160">
                  <c:v>21-06-2022</c:v>
                </c:pt>
                <c:pt idx="14161">
                  <c:v>21-06-2022</c:v>
                </c:pt>
                <c:pt idx="14162">
                  <c:v>21-06-2022</c:v>
                </c:pt>
                <c:pt idx="14163">
                  <c:v>21-06-2022</c:v>
                </c:pt>
                <c:pt idx="14164">
                  <c:v>21-06-2022</c:v>
                </c:pt>
                <c:pt idx="14165">
                  <c:v>21-06-2022</c:v>
                </c:pt>
                <c:pt idx="14166">
                  <c:v>21-06-2022</c:v>
                </c:pt>
                <c:pt idx="14167">
                  <c:v>21-06-2022</c:v>
                </c:pt>
                <c:pt idx="14168">
                  <c:v>21-06-2022</c:v>
                </c:pt>
                <c:pt idx="14169">
                  <c:v>21-06-2022</c:v>
                </c:pt>
                <c:pt idx="14170">
                  <c:v>21-06-2022</c:v>
                </c:pt>
                <c:pt idx="14171">
                  <c:v>21-06-2022</c:v>
                </c:pt>
                <c:pt idx="14172">
                  <c:v>21-06-2022</c:v>
                </c:pt>
                <c:pt idx="14173">
                  <c:v>21-06-2022</c:v>
                </c:pt>
                <c:pt idx="14174">
                  <c:v>21-06-2022</c:v>
                </c:pt>
                <c:pt idx="14175">
                  <c:v>21-06-2022</c:v>
                </c:pt>
                <c:pt idx="14176">
                  <c:v>21-06-2022</c:v>
                </c:pt>
                <c:pt idx="14177">
                  <c:v>21-06-2022</c:v>
                </c:pt>
                <c:pt idx="14178">
                  <c:v>21-06-2022</c:v>
                </c:pt>
                <c:pt idx="14179">
                  <c:v>21-06-2022</c:v>
                </c:pt>
                <c:pt idx="14180">
                  <c:v>21-06-2022</c:v>
                </c:pt>
                <c:pt idx="14181">
                  <c:v>21-06-2022</c:v>
                </c:pt>
                <c:pt idx="14182">
                  <c:v>21-06-2022</c:v>
                </c:pt>
                <c:pt idx="14183">
                  <c:v>21-06-2022</c:v>
                </c:pt>
                <c:pt idx="14184">
                  <c:v>21-06-2022</c:v>
                </c:pt>
                <c:pt idx="14185">
                  <c:v>21-06-2022</c:v>
                </c:pt>
                <c:pt idx="14186">
                  <c:v>21-06-2022</c:v>
                </c:pt>
                <c:pt idx="14187">
                  <c:v>21-06-2022</c:v>
                </c:pt>
                <c:pt idx="14188">
                  <c:v>21-06-2022</c:v>
                </c:pt>
                <c:pt idx="14189">
                  <c:v>21-06-2022</c:v>
                </c:pt>
                <c:pt idx="14190">
                  <c:v>21-06-2022</c:v>
                </c:pt>
                <c:pt idx="14191">
                  <c:v>21-06-2022</c:v>
                </c:pt>
                <c:pt idx="14192">
                  <c:v>21-06-2022</c:v>
                </c:pt>
                <c:pt idx="14193">
                  <c:v>21-06-2022</c:v>
                </c:pt>
                <c:pt idx="14194">
                  <c:v>21-06-2022</c:v>
                </c:pt>
                <c:pt idx="14195">
                  <c:v>21-06-2022</c:v>
                </c:pt>
              </c:strCache>
            </c:strRef>
          </c:cat>
          <c:val>
            <c:numRef>
              <c:f>ContractWiseTrade!$I$5:$I$14200</c:f>
              <c:numCache>
                <c:formatCode>General</c:formatCode>
                <c:ptCount val="14196"/>
                <c:pt idx="0">
                  <c:v>1.1924999999999999</c:v>
                </c:pt>
                <c:pt idx="1">
                  <c:v>1.5325</c:v>
                </c:pt>
                <c:pt idx="2">
                  <c:v>1.8825000000000001</c:v>
                </c:pt>
                <c:pt idx="3">
                  <c:v>2.2850000000000001</c:v>
                </c:pt>
                <c:pt idx="4">
                  <c:v>2.6675</c:v>
                </c:pt>
                <c:pt idx="5">
                  <c:v>3.0825</c:v>
                </c:pt>
                <c:pt idx="6">
                  <c:v>15.98</c:v>
                </c:pt>
                <c:pt idx="7">
                  <c:v>16.335000000000001</c:v>
                </c:pt>
                <c:pt idx="8">
                  <c:v>29.18</c:v>
                </c:pt>
                <c:pt idx="9">
                  <c:v>28.36</c:v>
                </c:pt>
                <c:pt idx="10">
                  <c:v>37.277500000000003</c:v>
                </c:pt>
                <c:pt idx="11">
                  <c:v>45.057499999999997</c:v>
                </c:pt>
                <c:pt idx="12">
                  <c:v>50.247500000000002</c:v>
                </c:pt>
                <c:pt idx="13">
                  <c:v>57.877499999999998</c:v>
                </c:pt>
                <c:pt idx="14">
                  <c:v>65.567499999999995</c:v>
                </c:pt>
                <c:pt idx="15">
                  <c:v>70.647499999999994</c:v>
                </c:pt>
                <c:pt idx="16">
                  <c:v>83.275000000000006</c:v>
                </c:pt>
                <c:pt idx="17">
                  <c:v>95.772499999999994</c:v>
                </c:pt>
                <c:pt idx="18">
                  <c:v>100.78</c:v>
                </c:pt>
                <c:pt idx="19">
                  <c:v>103.35</c:v>
                </c:pt>
                <c:pt idx="20">
                  <c:v>95.8</c:v>
                </c:pt>
                <c:pt idx="21">
                  <c:v>104.51</c:v>
                </c:pt>
                <c:pt idx="22">
                  <c:v>101.973</c:v>
                </c:pt>
                <c:pt idx="23">
                  <c:v>99.415000000000006</c:v>
                </c:pt>
                <c:pt idx="24">
                  <c:v>91.784999999999997</c:v>
                </c:pt>
                <c:pt idx="25">
                  <c:v>96.564999999999998</c:v>
                </c:pt>
                <c:pt idx="26">
                  <c:v>96.467500000000001</c:v>
                </c:pt>
                <c:pt idx="27">
                  <c:v>96.372500000000002</c:v>
                </c:pt>
                <c:pt idx="28">
                  <c:v>91.112499999999997</c:v>
                </c:pt>
                <c:pt idx="29">
                  <c:v>103.422</c:v>
                </c:pt>
                <c:pt idx="30">
                  <c:v>111.855</c:v>
                </c:pt>
                <c:pt idx="31">
                  <c:v>114.203</c:v>
                </c:pt>
                <c:pt idx="32">
                  <c:v>104.068</c:v>
                </c:pt>
                <c:pt idx="33">
                  <c:v>112.16500000000001</c:v>
                </c:pt>
                <c:pt idx="34">
                  <c:v>114.49299999999999</c:v>
                </c:pt>
                <c:pt idx="35">
                  <c:v>111.66500000000001</c:v>
                </c:pt>
                <c:pt idx="36">
                  <c:v>100.45</c:v>
                </c:pt>
                <c:pt idx="37">
                  <c:v>106.483</c:v>
                </c:pt>
                <c:pt idx="38">
                  <c:v>96.287499999999994</c:v>
                </c:pt>
                <c:pt idx="39">
                  <c:v>93.66</c:v>
                </c:pt>
                <c:pt idx="40">
                  <c:v>0.76749999999999996</c:v>
                </c:pt>
                <c:pt idx="41">
                  <c:v>1.0825</c:v>
                </c:pt>
                <c:pt idx="42">
                  <c:v>1.4075</c:v>
                </c:pt>
                <c:pt idx="43">
                  <c:v>1.7849999999999999</c:v>
                </c:pt>
                <c:pt idx="44">
                  <c:v>30.567499999999999</c:v>
                </c:pt>
                <c:pt idx="45">
                  <c:v>33.457500000000003</c:v>
                </c:pt>
                <c:pt idx="46">
                  <c:v>38.83</c:v>
                </c:pt>
                <c:pt idx="47">
                  <c:v>39.185000000000002</c:v>
                </c:pt>
                <c:pt idx="48">
                  <c:v>37.005000000000003</c:v>
                </c:pt>
                <c:pt idx="49">
                  <c:v>34.884999999999998</c:v>
                </c:pt>
                <c:pt idx="50">
                  <c:v>37.527500000000003</c:v>
                </c:pt>
                <c:pt idx="51">
                  <c:v>44.0075</c:v>
                </c:pt>
                <c:pt idx="52">
                  <c:v>51.672499999999999</c:v>
                </c:pt>
                <c:pt idx="53">
                  <c:v>64.227500000000006</c:v>
                </c:pt>
                <c:pt idx="54">
                  <c:v>73.092500000000001</c:v>
                </c:pt>
                <c:pt idx="55">
                  <c:v>81.972499999999997</c:v>
                </c:pt>
                <c:pt idx="56">
                  <c:v>92.15</c:v>
                </c:pt>
                <c:pt idx="57">
                  <c:v>100.923</c:v>
                </c:pt>
                <c:pt idx="58">
                  <c:v>105.955</c:v>
                </c:pt>
                <c:pt idx="59">
                  <c:v>111.075</c:v>
                </c:pt>
                <c:pt idx="60">
                  <c:v>111.02500000000001</c:v>
                </c:pt>
                <c:pt idx="61">
                  <c:v>113.51</c:v>
                </c:pt>
                <c:pt idx="62">
                  <c:v>113.473</c:v>
                </c:pt>
                <c:pt idx="63">
                  <c:v>113.41500000000001</c:v>
                </c:pt>
                <c:pt idx="64">
                  <c:v>113.36</c:v>
                </c:pt>
                <c:pt idx="65">
                  <c:v>115.69</c:v>
                </c:pt>
                <c:pt idx="66">
                  <c:v>114.36799999999999</c:v>
                </c:pt>
                <c:pt idx="67">
                  <c:v>115.57299999999999</c:v>
                </c:pt>
                <c:pt idx="68">
                  <c:v>114.063</c:v>
                </c:pt>
                <c:pt idx="69">
                  <c:v>117.623</c:v>
                </c:pt>
                <c:pt idx="70">
                  <c:v>119.78</c:v>
                </c:pt>
                <c:pt idx="71">
                  <c:v>119.628</c:v>
                </c:pt>
                <c:pt idx="72">
                  <c:v>121.99299999999999</c:v>
                </c:pt>
                <c:pt idx="73">
                  <c:v>124.265</c:v>
                </c:pt>
                <c:pt idx="74">
                  <c:v>122.61799999999999</c:v>
                </c:pt>
                <c:pt idx="75">
                  <c:v>119.69</c:v>
                </c:pt>
                <c:pt idx="76">
                  <c:v>114.45</c:v>
                </c:pt>
                <c:pt idx="77">
                  <c:v>113.033</c:v>
                </c:pt>
                <c:pt idx="78">
                  <c:v>62.212499999999999</c:v>
                </c:pt>
                <c:pt idx="79">
                  <c:v>59.46</c:v>
                </c:pt>
                <c:pt idx="80" formatCode="0.00">
                  <c:v>0</c:v>
                </c:pt>
                <c:pt idx="81" formatCode="0.00">
                  <c:v>0</c:v>
                </c:pt>
                <c:pt idx="82" formatCode="0.00">
                  <c:v>0</c:v>
                </c:pt>
                <c:pt idx="83" formatCode="0.00">
                  <c:v>0</c:v>
                </c:pt>
                <c:pt idx="84" formatCode="0.00">
                  <c:v>0</c:v>
                </c:pt>
                <c:pt idx="85" formatCode="0.00">
                  <c:v>0</c:v>
                </c:pt>
                <c:pt idx="86">
                  <c:v>1.3674999999999999</c:v>
                </c:pt>
                <c:pt idx="87">
                  <c:v>1.8125</c:v>
                </c:pt>
                <c:pt idx="88">
                  <c:v>2.2599999999999998</c:v>
                </c:pt>
                <c:pt idx="89">
                  <c:v>2.7949999999999999</c:v>
                </c:pt>
                <c:pt idx="90">
                  <c:v>3.2675000000000001</c:v>
                </c:pt>
                <c:pt idx="91">
                  <c:v>3.8</c:v>
                </c:pt>
                <c:pt idx="92">
                  <c:v>4.3375000000000004</c:v>
                </c:pt>
                <c:pt idx="93">
                  <c:v>4.8174999999999999</c:v>
                </c:pt>
                <c:pt idx="94">
                  <c:v>6.25</c:v>
                </c:pt>
                <c:pt idx="95">
                  <c:v>6.7649999999999997</c:v>
                </c:pt>
                <c:pt idx="96">
                  <c:v>7.0449999999999999</c:v>
                </c:pt>
                <c:pt idx="97">
                  <c:v>7.4050000000000002</c:v>
                </c:pt>
                <c:pt idx="98">
                  <c:v>165</c:v>
                </c:pt>
                <c:pt idx="99">
                  <c:v>165</c:v>
                </c:pt>
                <c:pt idx="100">
                  <c:v>177.5</c:v>
                </c:pt>
                <c:pt idx="101">
                  <c:v>177.5</c:v>
                </c:pt>
                <c:pt idx="102">
                  <c:v>177.5</c:v>
                </c:pt>
                <c:pt idx="103">
                  <c:v>177.5</c:v>
                </c:pt>
                <c:pt idx="104">
                  <c:v>177.5</c:v>
                </c:pt>
                <c:pt idx="105">
                  <c:v>177.5</c:v>
                </c:pt>
                <c:pt idx="106">
                  <c:v>185</c:v>
                </c:pt>
                <c:pt idx="107">
                  <c:v>185</c:v>
                </c:pt>
                <c:pt idx="108">
                  <c:v>185</c:v>
                </c:pt>
                <c:pt idx="109">
                  <c:v>182.5</c:v>
                </c:pt>
                <c:pt idx="110">
                  <c:v>182.5</c:v>
                </c:pt>
                <c:pt idx="111">
                  <c:v>182.5</c:v>
                </c:pt>
                <c:pt idx="112">
                  <c:v>187.5</c:v>
                </c:pt>
                <c:pt idx="113">
                  <c:v>187.5</c:v>
                </c:pt>
                <c:pt idx="114">
                  <c:v>182.5</c:v>
                </c:pt>
                <c:pt idx="115">
                  <c:v>182.5</c:v>
                </c:pt>
                <c:pt idx="116">
                  <c:v>182.5</c:v>
                </c:pt>
                <c:pt idx="117">
                  <c:v>182.5</c:v>
                </c:pt>
                <c:pt idx="118">
                  <c:v>31.237500000000001</c:v>
                </c:pt>
                <c:pt idx="119">
                  <c:v>30.945</c:v>
                </c:pt>
                <c:pt idx="120">
                  <c:v>30.432500000000001</c:v>
                </c:pt>
                <c:pt idx="121">
                  <c:v>29.92</c:v>
                </c:pt>
                <c:pt idx="122">
                  <c:v>28.837499999999999</c:v>
                </c:pt>
                <c:pt idx="123">
                  <c:v>28.552499999999998</c:v>
                </c:pt>
                <c:pt idx="124">
                  <c:v>28.184999999999999</c:v>
                </c:pt>
                <c:pt idx="125">
                  <c:v>27.737500000000001</c:v>
                </c:pt>
                <c:pt idx="126" formatCode="0.00">
                  <c:v>0</c:v>
                </c:pt>
                <c:pt idx="127" formatCode="0.00">
                  <c:v>0</c:v>
                </c:pt>
                <c:pt idx="128" formatCode="0.00">
                  <c:v>0</c:v>
                </c:pt>
                <c:pt idx="129" formatCode="0.00">
                  <c:v>0</c:v>
                </c:pt>
                <c:pt idx="130" formatCode="0.00">
                  <c:v>0</c:v>
                </c:pt>
                <c:pt idx="131" formatCode="0.00">
                  <c:v>0</c:v>
                </c:pt>
                <c:pt idx="132" formatCode="0.00">
                  <c:v>0</c:v>
                </c:pt>
                <c:pt idx="133" formatCode="0.00">
                  <c:v>0</c:v>
                </c:pt>
                <c:pt idx="134" formatCode="0.00">
                  <c:v>0</c:v>
                </c:pt>
                <c:pt idx="135">
                  <c:v>5.5E-2</c:v>
                </c:pt>
                <c:pt idx="136">
                  <c:v>0.13250000000000001</c:v>
                </c:pt>
                <c:pt idx="137">
                  <c:v>0.35249999999999998</c:v>
                </c:pt>
                <c:pt idx="138">
                  <c:v>0.66249999999999998</c:v>
                </c:pt>
                <c:pt idx="139">
                  <c:v>1.21</c:v>
                </c:pt>
                <c:pt idx="140">
                  <c:v>1.5925</c:v>
                </c:pt>
                <c:pt idx="141">
                  <c:v>1.99</c:v>
                </c:pt>
                <c:pt idx="142">
                  <c:v>2.4175</c:v>
                </c:pt>
                <c:pt idx="143">
                  <c:v>2.835</c:v>
                </c:pt>
                <c:pt idx="144">
                  <c:v>15.5875</c:v>
                </c:pt>
                <c:pt idx="145">
                  <c:v>54.314999999999998</c:v>
                </c:pt>
                <c:pt idx="146">
                  <c:v>60.95</c:v>
                </c:pt>
                <c:pt idx="147">
                  <c:v>65.077500000000001</c:v>
                </c:pt>
                <c:pt idx="148">
                  <c:v>69.297499999999999</c:v>
                </c:pt>
                <c:pt idx="149">
                  <c:v>70.777500000000003</c:v>
                </c:pt>
                <c:pt idx="150">
                  <c:v>76.032499999999999</c:v>
                </c:pt>
                <c:pt idx="151">
                  <c:v>83.732500000000002</c:v>
                </c:pt>
                <c:pt idx="152">
                  <c:v>93.91</c:v>
                </c:pt>
                <c:pt idx="153">
                  <c:v>102.82299999999999</c:v>
                </c:pt>
                <c:pt idx="154">
                  <c:v>110.422</c:v>
                </c:pt>
                <c:pt idx="155">
                  <c:v>117.98</c:v>
                </c:pt>
                <c:pt idx="156">
                  <c:v>125.53</c:v>
                </c:pt>
                <c:pt idx="157">
                  <c:v>130.53</c:v>
                </c:pt>
                <c:pt idx="158">
                  <c:v>138.08500000000001</c:v>
                </c:pt>
                <c:pt idx="159">
                  <c:v>135.613</c:v>
                </c:pt>
                <c:pt idx="160">
                  <c:v>139.29</c:v>
                </c:pt>
                <c:pt idx="161">
                  <c:v>136.79</c:v>
                </c:pt>
                <c:pt idx="162">
                  <c:v>140.523</c:v>
                </c:pt>
                <c:pt idx="163">
                  <c:v>136.46299999999999</c:v>
                </c:pt>
                <c:pt idx="164">
                  <c:v>131.40299999999999</c:v>
                </c:pt>
                <c:pt idx="165">
                  <c:v>128.84299999999999</c:v>
                </c:pt>
                <c:pt idx="166">
                  <c:v>126.22</c:v>
                </c:pt>
                <c:pt idx="167">
                  <c:v>129.767</c:v>
                </c:pt>
                <c:pt idx="168">
                  <c:v>134.59</c:v>
                </c:pt>
                <c:pt idx="169">
                  <c:v>113.44</c:v>
                </c:pt>
                <c:pt idx="170">
                  <c:v>110.76</c:v>
                </c:pt>
                <c:pt idx="171">
                  <c:v>107.36</c:v>
                </c:pt>
                <c:pt idx="172">
                  <c:v>102.11</c:v>
                </c:pt>
                <c:pt idx="173">
                  <c:v>132.30000000000001</c:v>
                </c:pt>
                <c:pt idx="174">
                  <c:v>115.852</c:v>
                </c:pt>
                <c:pt idx="175">
                  <c:v>94.097499999999997</c:v>
                </c:pt>
                <c:pt idx="176">
                  <c:v>83.905000000000001</c:v>
                </c:pt>
                <c:pt idx="177">
                  <c:v>80.607500000000002</c:v>
                </c:pt>
                <c:pt idx="178">
                  <c:v>72.745000000000005</c:v>
                </c:pt>
                <c:pt idx="179">
                  <c:v>2.1</c:v>
                </c:pt>
                <c:pt idx="180">
                  <c:v>1.8925000000000001</c:v>
                </c:pt>
                <c:pt idx="181">
                  <c:v>1.4450000000000001</c:v>
                </c:pt>
                <c:pt idx="182">
                  <c:v>0.79500000000000004</c:v>
                </c:pt>
                <c:pt idx="183">
                  <c:v>0.4</c:v>
                </c:pt>
                <c:pt idx="184">
                  <c:v>0.3</c:v>
                </c:pt>
                <c:pt idx="185">
                  <c:v>0.2</c:v>
                </c:pt>
                <c:pt idx="186">
                  <c:v>0.1</c:v>
                </c:pt>
                <c:pt idx="187">
                  <c:v>7.4999999999999997E-2</c:v>
                </c:pt>
                <c:pt idx="188">
                  <c:v>7.4999999999999997E-2</c:v>
                </c:pt>
                <c:pt idx="189">
                  <c:v>0.125</c:v>
                </c:pt>
                <c:pt idx="190">
                  <c:v>0.22500000000000001</c:v>
                </c:pt>
                <c:pt idx="191">
                  <c:v>1.4524999999999999</c:v>
                </c:pt>
                <c:pt idx="192">
                  <c:v>1.8975</c:v>
                </c:pt>
                <c:pt idx="193">
                  <c:v>2.4424999999999999</c:v>
                </c:pt>
                <c:pt idx="194">
                  <c:v>2.97</c:v>
                </c:pt>
                <c:pt idx="195">
                  <c:v>3.5249999999999999</c:v>
                </c:pt>
                <c:pt idx="196">
                  <c:v>4.08</c:v>
                </c:pt>
                <c:pt idx="197">
                  <c:v>10.3</c:v>
                </c:pt>
                <c:pt idx="198">
                  <c:v>10.765000000000001</c:v>
                </c:pt>
                <c:pt idx="199">
                  <c:v>41.39</c:v>
                </c:pt>
                <c:pt idx="200">
                  <c:v>49.457500000000003</c:v>
                </c:pt>
                <c:pt idx="201">
                  <c:v>56.002499999999998</c:v>
                </c:pt>
                <c:pt idx="202">
                  <c:v>65.09</c:v>
                </c:pt>
                <c:pt idx="203">
                  <c:v>70.36</c:v>
                </c:pt>
                <c:pt idx="204">
                  <c:v>80.607500000000002</c:v>
                </c:pt>
                <c:pt idx="205">
                  <c:v>93.334999999999994</c:v>
                </c:pt>
                <c:pt idx="206">
                  <c:v>103.51300000000001</c:v>
                </c:pt>
                <c:pt idx="207">
                  <c:v>113.678</c:v>
                </c:pt>
                <c:pt idx="208">
                  <c:v>121.27500000000001</c:v>
                </c:pt>
                <c:pt idx="209">
                  <c:v>133.84</c:v>
                </c:pt>
                <c:pt idx="210">
                  <c:v>136.36500000000001</c:v>
                </c:pt>
                <c:pt idx="211">
                  <c:v>138.887</c:v>
                </c:pt>
                <c:pt idx="212">
                  <c:v>131.28200000000001</c:v>
                </c:pt>
                <c:pt idx="213">
                  <c:v>101.092</c:v>
                </c:pt>
                <c:pt idx="214">
                  <c:v>100.97499999999999</c:v>
                </c:pt>
                <c:pt idx="215">
                  <c:v>98.36</c:v>
                </c:pt>
                <c:pt idx="216">
                  <c:v>100.71</c:v>
                </c:pt>
                <c:pt idx="217">
                  <c:v>95.547499999999999</c:v>
                </c:pt>
                <c:pt idx="218">
                  <c:v>97.852500000000006</c:v>
                </c:pt>
                <c:pt idx="219">
                  <c:v>97.5625</c:v>
                </c:pt>
                <c:pt idx="220">
                  <c:v>104.86499999999999</c:v>
                </c:pt>
                <c:pt idx="221">
                  <c:v>109.408</c:v>
                </c:pt>
                <c:pt idx="222">
                  <c:v>114.19499999999999</c:v>
                </c:pt>
                <c:pt idx="223">
                  <c:v>118.88800000000001</c:v>
                </c:pt>
                <c:pt idx="224">
                  <c:v>121.053</c:v>
                </c:pt>
                <c:pt idx="225">
                  <c:v>118.08</c:v>
                </c:pt>
                <c:pt idx="226">
                  <c:v>112.563</c:v>
                </c:pt>
                <c:pt idx="227">
                  <c:v>109.685</c:v>
                </c:pt>
                <c:pt idx="228">
                  <c:v>109.36199999999999</c:v>
                </c:pt>
                <c:pt idx="229">
                  <c:v>105.973</c:v>
                </c:pt>
                <c:pt idx="230">
                  <c:v>98.037499999999994</c:v>
                </c:pt>
                <c:pt idx="231">
                  <c:v>0.75</c:v>
                </c:pt>
                <c:pt idx="232">
                  <c:v>0.65</c:v>
                </c:pt>
                <c:pt idx="233">
                  <c:v>0.55000000000000004</c:v>
                </c:pt>
                <c:pt idx="234">
                  <c:v>0.45</c:v>
                </c:pt>
                <c:pt idx="235">
                  <c:v>0.375</c:v>
                </c:pt>
                <c:pt idx="236">
                  <c:v>0.3</c:v>
                </c:pt>
                <c:pt idx="237">
                  <c:v>0.2</c:v>
                </c:pt>
                <c:pt idx="238">
                  <c:v>0.1</c:v>
                </c:pt>
                <c:pt idx="239">
                  <c:v>7.4999999999999997E-2</c:v>
                </c:pt>
                <c:pt idx="240">
                  <c:v>7.4999999999999997E-2</c:v>
                </c:pt>
                <c:pt idx="241">
                  <c:v>0.125</c:v>
                </c:pt>
                <c:pt idx="242">
                  <c:v>0.22500000000000001</c:v>
                </c:pt>
                <c:pt idx="243">
                  <c:v>1.2524999999999999</c:v>
                </c:pt>
                <c:pt idx="244">
                  <c:v>1.6575</c:v>
                </c:pt>
                <c:pt idx="245">
                  <c:v>2.1324999999999998</c:v>
                </c:pt>
                <c:pt idx="246">
                  <c:v>2.5724999999999998</c:v>
                </c:pt>
                <c:pt idx="247">
                  <c:v>3.0950000000000002</c:v>
                </c:pt>
                <c:pt idx="248">
                  <c:v>3.5625</c:v>
                </c:pt>
                <c:pt idx="249">
                  <c:v>9.7200000000000006</c:v>
                </c:pt>
                <c:pt idx="250">
                  <c:v>10.14</c:v>
                </c:pt>
                <c:pt idx="251">
                  <c:v>43.072499999999998</c:v>
                </c:pt>
                <c:pt idx="252">
                  <c:v>51.107500000000002</c:v>
                </c:pt>
                <c:pt idx="253">
                  <c:v>58.914999999999999</c:v>
                </c:pt>
                <c:pt idx="254">
                  <c:v>64.192499999999995</c:v>
                </c:pt>
                <c:pt idx="255">
                  <c:v>66.965000000000003</c:v>
                </c:pt>
                <c:pt idx="256">
                  <c:v>77.177499999999995</c:v>
                </c:pt>
                <c:pt idx="257">
                  <c:v>84.877499999999998</c:v>
                </c:pt>
                <c:pt idx="258">
                  <c:v>92.542500000000004</c:v>
                </c:pt>
                <c:pt idx="259">
                  <c:v>90.204999999999998</c:v>
                </c:pt>
                <c:pt idx="260">
                  <c:v>97.81</c:v>
                </c:pt>
                <c:pt idx="261">
                  <c:v>102.88200000000001</c:v>
                </c:pt>
                <c:pt idx="262">
                  <c:v>105.58</c:v>
                </c:pt>
                <c:pt idx="263">
                  <c:v>113.24</c:v>
                </c:pt>
                <c:pt idx="264">
                  <c:v>113.33</c:v>
                </c:pt>
                <c:pt idx="265">
                  <c:v>113.432</c:v>
                </c:pt>
                <c:pt idx="266">
                  <c:v>108.297</c:v>
                </c:pt>
                <c:pt idx="267">
                  <c:v>110.655</c:v>
                </c:pt>
                <c:pt idx="268">
                  <c:v>100.48</c:v>
                </c:pt>
                <c:pt idx="269">
                  <c:v>92.8</c:v>
                </c:pt>
                <c:pt idx="270">
                  <c:v>92.557500000000005</c:v>
                </c:pt>
                <c:pt idx="271">
                  <c:v>94.71</c:v>
                </c:pt>
                <c:pt idx="272">
                  <c:v>94.487499999999997</c:v>
                </c:pt>
                <c:pt idx="273">
                  <c:v>111.548</c:v>
                </c:pt>
                <c:pt idx="274">
                  <c:v>83.894999999999996</c:v>
                </c:pt>
                <c:pt idx="275">
                  <c:v>85.802499999999995</c:v>
                </c:pt>
                <c:pt idx="276">
                  <c:v>88.064999999999998</c:v>
                </c:pt>
                <c:pt idx="277">
                  <c:v>87.642499999999998</c:v>
                </c:pt>
                <c:pt idx="278">
                  <c:v>82.177499999999995</c:v>
                </c:pt>
                <c:pt idx="279">
                  <c:v>79.262500000000003</c:v>
                </c:pt>
                <c:pt idx="280">
                  <c:v>78.977500000000006</c:v>
                </c:pt>
                <c:pt idx="281">
                  <c:v>78.61</c:v>
                </c:pt>
                <c:pt idx="282">
                  <c:v>75.6875</c:v>
                </c:pt>
                <c:pt idx="283">
                  <c:v>0.82499999999999996</c:v>
                </c:pt>
                <c:pt idx="284">
                  <c:v>0.72499999999999998</c:v>
                </c:pt>
                <c:pt idx="285">
                  <c:v>0.625</c:v>
                </c:pt>
                <c:pt idx="286">
                  <c:v>0.52500000000000002</c:v>
                </c:pt>
                <c:pt idx="287">
                  <c:v>0.4</c:v>
                </c:pt>
                <c:pt idx="288">
                  <c:v>0.3</c:v>
                </c:pt>
                <c:pt idx="289">
                  <c:v>0.2</c:v>
                </c:pt>
                <c:pt idx="290">
                  <c:v>0.1</c:v>
                </c:pt>
                <c:pt idx="291">
                  <c:v>7.4999999999999997E-2</c:v>
                </c:pt>
                <c:pt idx="292">
                  <c:v>7.4999999999999997E-2</c:v>
                </c:pt>
                <c:pt idx="293">
                  <c:v>0.125</c:v>
                </c:pt>
                <c:pt idx="294">
                  <c:v>0.22500000000000001</c:v>
                </c:pt>
                <c:pt idx="295">
                  <c:v>1.1200000000000001</c:v>
                </c:pt>
                <c:pt idx="296">
                  <c:v>1.49</c:v>
                </c:pt>
                <c:pt idx="297">
                  <c:v>1.9</c:v>
                </c:pt>
                <c:pt idx="298">
                  <c:v>2.3149999999999999</c:v>
                </c:pt>
                <c:pt idx="299">
                  <c:v>2.9575</c:v>
                </c:pt>
                <c:pt idx="300">
                  <c:v>3.43</c:v>
                </c:pt>
                <c:pt idx="301">
                  <c:v>11.3375</c:v>
                </c:pt>
                <c:pt idx="302">
                  <c:v>31.72</c:v>
                </c:pt>
                <c:pt idx="303">
                  <c:v>57.657499999999999</c:v>
                </c:pt>
                <c:pt idx="304">
                  <c:v>70.584999999999994</c:v>
                </c:pt>
                <c:pt idx="305">
                  <c:v>84.572500000000005</c:v>
                </c:pt>
                <c:pt idx="306">
                  <c:v>98.55</c:v>
                </c:pt>
                <c:pt idx="307">
                  <c:v>88.77</c:v>
                </c:pt>
                <c:pt idx="308">
                  <c:v>93.935000000000002</c:v>
                </c:pt>
                <c:pt idx="309">
                  <c:v>89.112499999999997</c:v>
                </c:pt>
                <c:pt idx="310">
                  <c:v>109.313</c:v>
                </c:pt>
                <c:pt idx="311">
                  <c:v>108.24299999999999</c:v>
                </c:pt>
                <c:pt idx="312">
                  <c:v>115.88800000000001</c:v>
                </c:pt>
                <c:pt idx="313">
                  <c:v>121.02500000000001</c:v>
                </c:pt>
                <c:pt idx="314">
                  <c:v>123.765</c:v>
                </c:pt>
                <c:pt idx="315">
                  <c:v>126.47499999999999</c:v>
                </c:pt>
                <c:pt idx="316">
                  <c:v>131.58199999999999</c:v>
                </c:pt>
                <c:pt idx="317">
                  <c:v>129.227</c:v>
                </c:pt>
                <c:pt idx="318">
                  <c:v>135.27699999999999</c:v>
                </c:pt>
                <c:pt idx="319">
                  <c:v>142.56299999999999</c:v>
                </c:pt>
                <c:pt idx="320">
                  <c:v>139.82499999999999</c:v>
                </c:pt>
                <c:pt idx="321">
                  <c:v>134.52699999999999</c:v>
                </c:pt>
                <c:pt idx="322">
                  <c:v>131.88200000000001</c:v>
                </c:pt>
                <c:pt idx="323">
                  <c:v>116.527</c:v>
                </c:pt>
                <c:pt idx="324">
                  <c:v>106.2</c:v>
                </c:pt>
                <c:pt idx="325">
                  <c:v>98.247500000000002</c:v>
                </c:pt>
                <c:pt idx="326">
                  <c:v>100.53</c:v>
                </c:pt>
                <c:pt idx="327">
                  <c:v>100.24</c:v>
                </c:pt>
                <c:pt idx="328">
                  <c:v>97.43</c:v>
                </c:pt>
                <c:pt idx="329">
                  <c:v>99.215000000000003</c:v>
                </c:pt>
                <c:pt idx="330">
                  <c:v>98.772499999999994</c:v>
                </c:pt>
                <c:pt idx="331">
                  <c:v>98.504999999999995</c:v>
                </c:pt>
                <c:pt idx="332">
                  <c:v>100.655</c:v>
                </c:pt>
                <c:pt idx="333">
                  <c:v>97.84</c:v>
                </c:pt>
                <c:pt idx="334">
                  <c:v>95.03</c:v>
                </c:pt>
                <c:pt idx="335">
                  <c:v>1.1000000000000001</c:v>
                </c:pt>
                <c:pt idx="336">
                  <c:v>0.9</c:v>
                </c:pt>
                <c:pt idx="337">
                  <c:v>0.72499999999999998</c:v>
                </c:pt>
                <c:pt idx="338">
                  <c:v>0.47499999999999998</c:v>
                </c:pt>
                <c:pt idx="339">
                  <c:v>0.4</c:v>
                </c:pt>
                <c:pt idx="340">
                  <c:v>0.3</c:v>
                </c:pt>
                <c:pt idx="341">
                  <c:v>0.2</c:v>
                </c:pt>
                <c:pt idx="342">
                  <c:v>0.1</c:v>
                </c:pt>
                <c:pt idx="343">
                  <c:v>7.4999999999999997E-2</c:v>
                </c:pt>
                <c:pt idx="344">
                  <c:v>0.08</c:v>
                </c:pt>
                <c:pt idx="345">
                  <c:v>0.13250000000000001</c:v>
                </c:pt>
                <c:pt idx="346">
                  <c:v>0.23749999999999999</c:v>
                </c:pt>
                <c:pt idx="347">
                  <c:v>61.15</c:v>
                </c:pt>
                <c:pt idx="348">
                  <c:v>65.3</c:v>
                </c:pt>
                <c:pt idx="349">
                  <c:v>67.02</c:v>
                </c:pt>
                <c:pt idx="350">
                  <c:v>64.989999999999995</c:v>
                </c:pt>
                <c:pt idx="351">
                  <c:v>59.222499999999997</c:v>
                </c:pt>
                <c:pt idx="352">
                  <c:v>58.454999999999998</c:v>
                </c:pt>
                <c:pt idx="353">
                  <c:v>58.924999999999997</c:v>
                </c:pt>
                <c:pt idx="354">
                  <c:v>136.10300000000001</c:v>
                </c:pt>
                <c:pt idx="355">
                  <c:v>187.45699999999999</c:v>
                </c:pt>
                <c:pt idx="356">
                  <c:v>116.515</c:v>
                </c:pt>
                <c:pt idx="357">
                  <c:v>126.05800000000001</c:v>
                </c:pt>
                <c:pt idx="358">
                  <c:v>133.81</c:v>
                </c:pt>
                <c:pt idx="359">
                  <c:v>129.07499999999999</c:v>
                </c:pt>
                <c:pt idx="360">
                  <c:v>130.517</c:v>
                </c:pt>
                <c:pt idx="361">
                  <c:v>129.47499999999999</c:v>
                </c:pt>
                <c:pt idx="362">
                  <c:v>137.17699999999999</c:v>
                </c:pt>
                <c:pt idx="363">
                  <c:v>144.84299999999999</c:v>
                </c:pt>
                <c:pt idx="364">
                  <c:v>221.917</c:v>
                </c:pt>
                <c:pt idx="365">
                  <c:v>152.387</c:v>
                </c:pt>
                <c:pt idx="366">
                  <c:v>154.995</c:v>
                </c:pt>
                <c:pt idx="367">
                  <c:v>231.995</c:v>
                </c:pt>
                <c:pt idx="368">
                  <c:v>161.15</c:v>
                </c:pt>
                <c:pt idx="369">
                  <c:v>159.85</c:v>
                </c:pt>
                <c:pt idx="370">
                  <c:v>230.75</c:v>
                </c:pt>
                <c:pt idx="371">
                  <c:v>174.68</c:v>
                </c:pt>
                <c:pt idx="372">
                  <c:v>168.31299999999999</c:v>
                </c:pt>
                <c:pt idx="373">
                  <c:v>166.94499999999999</c:v>
                </c:pt>
                <c:pt idx="374">
                  <c:v>240.52500000000001</c:v>
                </c:pt>
                <c:pt idx="375">
                  <c:v>166.52</c:v>
                </c:pt>
                <c:pt idx="376">
                  <c:v>247.85</c:v>
                </c:pt>
                <c:pt idx="377">
                  <c:v>174.16800000000001</c:v>
                </c:pt>
                <c:pt idx="378">
                  <c:v>172.66</c:v>
                </c:pt>
                <c:pt idx="379">
                  <c:v>211.392</c:v>
                </c:pt>
                <c:pt idx="380">
                  <c:v>211.34</c:v>
                </c:pt>
                <c:pt idx="381">
                  <c:v>213.76</c:v>
                </c:pt>
                <c:pt idx="382">
                  <c:v>133.755</c:v>
                </c:pt>
                <c:pt idx="383">
                  <c:v>211.155</c:v>
                </c:pt>
                <c:pt idx="384">
                  <c:v>135.767</c:v>
                </c:pt>
                <c:pt idx="385">
                  <c:v>203.49700000000001</c:v>
                </c:pt>
                <c:pt idx="386">
                  <c:v>180.01499999999999</c:v>
                </c:pt>
                <c:pt idx="387">
                  <c:v>0.84</c:v>
                </c:pt>
                <c:pt idx="388">
                  <c:v>0.73499999999999999</c:v>
                </c:pt>
                <c:pt idx="389">
                  <c:v>0.63</c:v>
                </c:pt>
                <c:pt idx="390">
                  <c:v>0.55249999999999999</c:v>
                </c:pt>
                <c:pt idx="391">
                  <c:v>0.42</c:v>
                </c:pt>
                <c:pt idx="392">
                  <c:v>0.315</c:v>
                </c:pt>
                <c:pt idx="393">
                  <c:v>0.21</c:v>
                </c:pt>
                <c:pt idx="394">
                  <c:v>0.105</c:v>
                </c:pt>
                <c:pt idx="395">
                  <c:v>0.08</c:v>
                </c:pt>
                <c:pt idx="396">
                  <c:v>7.4999999999999997E-2</c:v>
                </c:pt>
                <c:pt idx="397">
                  <c:v>0.15</c:v>
                </c:pt>
                <c:pt idx="398">
                  <c:v>0.2</c:v>
                </c:pt>
                <c:pt idx="399">
                  <c:v>3.4925000000000002</c:v>
                </c:pt>
                <c:pt idx="400">
                  <c:v>3.8424999999999998</c:v>
                </c:pt>
                <c:pt idx="401">
                  <c:v>4.2575000000000003</c:v>
                </c:pt>
                <c:pt idx="402">
                  <c:v>4.7024999999999997</c:v>
                </c:pt>
                <c:pt idx="403">
                  <c:v>5.78</c:v>
                </c:pt>
                <c:pt idx="404">
                  <c:v>6.2149999999999999</c:v>
                </c:pt>
                <c:pt idx="405">
                  <c:v>6.6574999999999998</c:v>
                </c:pt>
                <c:pt idx="406">
                  <c:v>14.53</c:v>
                </c:pt>
                <c:pt idx="407">
                  <c:v>203.2</c:v>
                </c:pt>
                <c:pt idx="408">
                  <c:v>209.65</c:v>
                </c:pt>
                <c:pt idx="409">
                  <c:v>218.4</c:v>
                </c:pt>
                <c:pt idx="410">
                  <c:v>225.97499999999999</c:v>
                </c:pt>
                <c:pt idx="411">
                  <c:v>223.67500000000001</c:v>
                </c:pt>
                <c:pt idx="412">
                  <c:v>235</c:v>
                </c:pt>
                <c:pt idx="413">
                  <c:v>228.82499999999999</c:v>
                </c:pt>
                <c:pt idx="414">
                  <c:v>228.85</c:v>
                </c:pt>
                <c:pt idx="415">
                  <c:v>233.875</c:v>
                </c:pt>
                <c:pt idx="416">
                  <c:v>241.4</c:v>
                </c:pt>
                <c:pt idx="417">
                  <c:v>246.42500000000001</c:v>
                </c:pt>
                <c:pt idx="418">
                  <c:v>251.42500000000001</c:v>
                </c:pt>
                <c:pt idx="419">
                  <c:v>253.95</c:v>
                </c:pt>
                <c:pt idx="420">
                  <c:v>257.7</c:v>
                </c:pt>
                <c:pt idx="421">
                  <c:v>255.15</c:v>
                </c:pt>
                <c:pt idx="422">
                  <c:v>250.15</c:v>
                </c:pt>
                <c:pt idx="423">
                  <c:v>255</c:v>
                </c:pt>
                <c:pt idx="424">
                  <c:v>252.47499999999999</c:v>
                </c:pt>
                <c:pt idx="425">
                  <c:v>254.95</c:v>
                </c:pt>
                <c:pt idx="426">
                  <c:v>243.762</c:v>
                </c:pt>
                <c:pt idx="427">
                  <c:v>228.495</c:v>
                </c:pt>
                <c:pt idx="428">
                  <c:v>193.405</c:v>
                </c:pt>
                <c:pt idx="429">
                  <c:v>158.035</c:v>
                </c:pt>
                <c:pt idx="430">
                  <c:v>157.827</c:v>
                </c:pt>
                <c:pt idx="431">
                  <c:v>131.95500000000001</c:v>
                </c:pt>
                <c:pt idx="432">
                  <c:v>106.61499999999999</c:v>
                </c:pt>
                <c:pt idx="433">
                  <c:v>93.822500000000005</c:v>
                </c:pt>
                <c:pt idx="434">
                  <c:v>68.397499999999994</c:v>
                </c:pt>
                <c:pt idx="435">
                  <c:v>68.135000000000005</c:v>
                </c:pt>
                <c:pt idx="436">
                  <c:v>70.444999999999993</c:v>
                </c:pt>
                <c:pt idx="437">
                  <c:v>67.665000000000006</c:v>
                </c:pt>
                <c:pt idx="438">
                  <c:v>62.365000000000002</c:v>
                </c:pt>
                <c:pt idx="439">
                  <c:v>0.72499999999999998</c:v>
                </c:pt>
                <c:pt idx="440">
                  <c:v>0.625</c:v>
                </c:pt>
                <c:pt idx="441">
                  <c:v>0.52500000000000002</c:v>
                </c:pt>
                <c:pt idx="442">
                  <c:v>0.42499999999999999</c:v>
                </c:pt>
                <c:pt idx="443">
                  <c:v>0.32500000000000001</c:v>
                </c:pt>
                <c:pt idx="444">
                  <c:v>0.27500000000000002</c:v>
                </c:pt>
                <c:pt idx="445">
                  <c:v>0.2</c:v>
                </c:pt>
                <c:pt idx="446">
                  <c:v>0.125</c:v>
                </c:pt>
                <c:pt idx="447">
                  <c:v>7.4999999999999997E-2</c:v>
                </c:pt>
                <c:pt idx="448">
                  <c:v>7.4999999999999997E-2</c:v>
                </c:pt>
                <c:pt idx="449">
                  <c:v>0.15</c:v>
                </c:pt>
                <c:pt idx="450">
                  <c:v>0.35</c:v>
                </c:pt>
                <c:pt idx="451">
                  <c:v>38.4375</c:v>
                </c:pt>
                <c:pt idx="452">
                  <c:v>51.292499999999997</c:v>
                </c:pt>
                <c:pt idx="453">
                  <c:v>64.197500000000005</c:v>
                </c:pt>
                <c:pt idx="454">
                  <c:v>77.125</c:v>
                </c:pt>
                <c:pt idx="455">
                  <c:v>102.935</c:v>
                </c:pt>
                <c:pt idx="456">
                  <c:v>140.86699999999999</c:v>
                </c:pt>
                <c:pt idx="457">
                  <c:v>171.4</c:v>
                </c:pt>
                <c:pt idx="458">
                  <c:v>172.75</c:v>
                </c:pt>
                <c:pt idx="459">
                  <c:v>193</c:v>
                </c:pt>
                <c:pt idx="460">
                  <c:v>195.6</c:v>
                </c:pt>
                <c:pt idx="461">
                  <c:v>197.07499999999999</c:v>
                </c:pt>
                <c:pt idx="462">
                  <c:v>198.4</c:v>
                </c:pt>
                <c:pt idx="463">
                  <c:v>198.57499999999999</c:v>
                </c:pt>
                <c:pt idx="464">
                  <c:v>198.625</c:v>
                </c:pt>
                <c:pt idx="465">
                  <c:v>186.17500000000001</c:v>
                </c:pt>
                <c:pt idx="466">
                  <c:v>182.42500000000001</c:v>
                </c:pt>
                <c:pt idx="467">
                  <c:v>176.2</c:v>
                </c:pt>
                <c:pt idx="468">
                  <c:v>176.22499999999999</c:v>
                </c:pt>
                <c:pt idx="469">
                  <c:v>176.22499999999999</c:v>
                </c:pt>
                <c:pt idx="470">
                  <c:v>176.22499999999999</c:v>
                </c:pt>
                <c:pt idx="471">
                  <c:v>176.22499999999999</c:v>
                </c:pt>
                <c:pt idx="472">
                  <c:v>176.22499999999999</c:v>
                </c:pt>
                <c:pt idx="473">
                  <c:v>179.97499999999999</c:v>
                </c:pt>
                <c:pt idx="474">
                  <c:v>184.92500000000001</c:v>
                </c:pt>
                <c:pt idx="475">
                  <c:v>187.42500000000001</c:v>
                </c:pt>
                <c:pt idx="476">
                  <c:v>189.92500000000001</c:v>
                </c:pt>
                <c:pt idx="477">
                  <c:v>189.92500000000001</c:v>
                </c:pt>
                <c:pt idx="478">
                  <c:v>189.875</c:v>
                </c:pt>
                <c:pt idx="479">
                  <c:v>189.875</c:v>
                </c:pt>
                <c:pt idx="480">
                  <c:v>191.05</c:v>
                </c:pt>
                <c:pt idx="481">
                  <c:v>190.7</c:v>
                </c:pt>
                <c:pt idx="482">
                  <c:v>190.625</c:v>
                </c:pt>
                <c:pt idx="483">
                  <c:v>195.6</c:v>
                </c:pt>
                <c:pt idx="484">
                  <c:v>195.55</c:v>
                </c:pt>
                <c:pt idx="485">
                  <c:v>182.9</c:v>
                </c:pt>
                <c:pt idx="486">
                  <c:v>184.07499999999999</c:v>
                </c:pt>
                <c:pt idx="487">
                  <c:v>188.65</c:v>
                </c:pt>
                <c:pt idx="488">
                  <c:v>177.87799999999999</c:v>
                </c:pt>
                <c:pt idx="489">
                  <c:v>140.09</c:v>
                </c:pt>
                <c:pt idx="490">
                  <c:v>175.9</c:v>
                </c:pt>
                <c:pt idx="491">
                  <c:v>1.0249999999999999</c:v>
                </c:pt>
                <c:pt idx="492">
                  <c:v>0.85</c:v>
                </c:pt>
                <c:pt idx="493">
                  <c:v>0.7</c:v>
                </c:pt>
                <c:pt idx="494">
                  <c:v>0.52500000000000002</c:v>
                </c:pt>
                <c:pt idx="495">
                  <c:v>0.42499999999999999</c:v>
                </c:pt>
                <c:pt idx="496">
                  <c:v>0.32500000000000001</c:v>
                </c:pt>
                <c:pt idx="497">
                  <c:v>0.2</c:v>
                </c:pt>
                <c:pt idx="498">
                  <c:v>0.1</c:v>
                </c:pt>
                <c:pt idx="499">
                  <c:v>7.4999999999999997E-2</c:v>
                </c:pt>
                <c:pt idx="500">
                  <c:v>7.4999999999999997E-2</c:v>
                </c:pt>
                <c:pt idx="501">
                  <c:v>0.125</c:v>
                </c:pt>
                <c:pt idx="502">
                  <c:v>0.2</c:v>
                </c:pt>
                <c:pt idx="503">
                  <c:v>0.83</c:v>
                </c:pt>
                <c:pt idx="504">
                  <c:v>1.1950000000000001</c:v>
                </c:pt>
                <c:pt idx="505">
                  <c:v>1.5125</c:v>
                </c:pt>
                <c:pt idx="506">
                  <c:v>1.8374999999999999</c:v>
                </c:pt>
                <c:pt idx="507">
                  <c:v>2.5950000000000002</c:v>
                </c:pt>
                <c:pt idx="508">
                  <c:v>2.92</c:v>
                </c:pt>
                <c:pt idx="509">
                  <c:v>3.2450000000000001</c:v>
                </c:pt>
                <c:pt idx="510">
                  <c:v>5.3274999999999997</c:v>
                </c:pt>
                <c:pt idx="511">
                  <c:v>33.15</c:v>
                </c:pt>
                <c:pt idx="512">
                  <c:v>55.884999999999998</c:v>
                </c:pt>
                <c:pt idx="513">
                  <c:v>91.322500000000005</c:v>
                </c:pt>
                <c:pt idx="514">
                  <c:v>121.54300000000001</c:v>
                </c:pt>
                <c:pt idx="515">
                  <c:v>151.74700000000001</c:v>
                </c:pt>
                <c:pt idx="516">
                  <c:v>169.37200000000001</c:v>
                </c:pt>
                <c:pt idx="517">
                  <c:v>182.56</c:v>
                </c:pt>
                <c:pt idx="518">
                  <c:v>190.16499999999999</c:v>
                </c:pt>
                <c:pt idx="519">
                  <c:v>192.75299999999999</c:v>
                </c:pt>
                <c:pt idx="520">
                  <c:v>182.8</c:v>
                </c:pt>
                <c:pt idx="521">
                  <c:v>187.863</c:v>
                </c:pt>
                <c:pt idx="522">
                  <c:v>194.28700000000001</c:v>
                </c:pt>
                <c:pt idx="523">
                  <c:v>195.68</c:v>
                </c:pt>
                <c:pt idx="524">
                  <c:v>194.52</c:v>
                </c:pt>
                <c:pt idx="525">
                  <c:v>195.8</c:v>
                </c:pt>
                <c:pt idx="526">
                  <c:v>194.55799999999999</c:v>
                </c:pt>
                <c:pt idx="527">
                  <c:v>195.70500000000001</c:v>
                </c:pt>
                <c:pt idx="528">
                  <c:v>201.86500000000001</c:v>
                </c:pt>
                <c:pt idx="529">
                  <c:v>197.35499999999999</c:v>
                </c:pt>
                <c:pt idx="530">
                  <c:v>194.63300000000001</c:v>
                </c:pt>
                <c:pt idx="531">
                  <c:v>164.50299999999999</c:v>
                </c:pt>
                <c:pt idx="532">
                  <c:v>131.935</c:v>
                </c:pt>
                <c:pt idx="533">
                  <c:v>134.02000000000001</c:v>
                </c:pt>
                <c:pt idx="534">
                  <c:v>141.50299999999999</c:v>
                </c:pt>
                <c:pt idx="535">
                  <c:v>118.807</c:v>
                </c:pt>
                <c:pt idx="536">
                  <c:v>101.01</c:v>
                </c:pt>
                <c:pt idx="537">
                  <c:v>105.697</c:v>
                </c:pt>
                <c:pt idx="538">
                  <c:v>102.91200000000001</c:v>
                </c:pt>
                <c:pt idx="539">
                  <c:v>99.757499999999993</c:v>
                </c:pt>
                <c:pt idx="540">
                  <c:v>97.1</c:v>
                </c:pt>
                <c:pt idx="541">
                  <c:v>96.897499999999994</c:v>
                </c:pt>
                <c:pt idx="542">
                  <c:v>94.22</c:v>
                </c:pt>
                <c:pt idx="543">
                  <c:v>0.75</c:v>
                </c:pt>
                <c:pt idx="544">
                  <c:v>0.65</c:v>
                </c:pt>
                <c:pt idx="545">
                  <c:v>0.57499999999999996</c:v>
                </c:pt>
                <c:pt idx="546">
                  <c:v>0.47499999999999998</c:v>
                </c:pt>
                <c:pt idx="547">
                  <c:v>0.4</c:v>
                </c:pt>
                <c:pt idx="548">
                  <c:v>0.3</c:v>
                </c:pt>
                <c:pt idx="549">
                  <c:v>0.2</c:v>
                </c:pt>
                <c:pt idx="550">
                  <c:v>0.1</c:v>
                </c:pt>
                <c:pt idx="551">
                  <c:v>7.4999999999999997E-2</c:v>
                </c:pt>
                <c:pt idx="552">
                  <c:v>93.6</c:v>
                </c:pt>
                <c:pt idx="553">
                  <c:v>93.6</c:v>
                </c:pt>
                <c:pt idx="554">
                  <c:v>8.2500000000000004E-2</c:v>
                </c:pt>
                <c:pt idx="555">
                  <c:v>0.11</c:v>
                </c:pt>
                <c:pt idx="556">
                  <c:v>0.22</c:v>
                </c:pt>
                <c:pt idx="557">
                  <c:v>0.97</c:v>
                </c:pt>
                <c:pt idx="558">
                  <c:v>1.2775000000000001</c:v>
                </c:pt>
                <c:pt idx="559">
                  <c:v>1.62</c:v>
                </c:pt>
                <c:pt idx="560">
                  <c:v>1.94</c:v>
                </c:pt>
                <c:pt idx="561">
                  <c:v>165.405</c:v>
                </c:pt>
                <c:pt idx="562">
                  <c:v>176.18</c:v>
                </c:pt>
                <c:pt idx="563">
                  <c:v>183.73500000000001</c:v>
                </c:pt>
                <c:pt idx="564">
                  <c:v>191.31800000000001</c:v>
                </c:pt>
                <c:pt idx="565">
                  <c:v>227.77500000000001</c:v>
                </c:pt>
                <c:pt idx="566">
                  <c:v>236.63499999999999</c:v>
                </c:pt>
                <c:pt idx="567">
                  <c:v>247.995</c:v>
                </c:pt>
                <c:pt idx="568">
                  <c:v>255.63200000000001</c:v>
                </c:pt>
                <c:pt idx="569">
                  <c:v>255.77</c:v>
                </c:pt>
                <c:pt idx="570">
                  <c:v>263.38</c:v>
                </c:pt>
                <c:pt idx="571">
                  <c:v>273.74299999999999</c:v>
                </c:pt>
                <c:pt idx="572">
                  <c:v>280.10199999999998</c:v>
                </c:pt>
                <c:pt idx="573">
                  <c:v>283.935</c:v>
                </c:pt>
                <c:pt idx="574">
                  <c:v>292.74</c:v>
                </c:pt>
                <c:pt idx="575">
                  <c:v>297.767</c:v>
                </c:pt>
                <c:pt idx="576">
                  <c:v>300.267</c:v>
                </c:pt>
                <c:pt idx="577">
                  <c:v>305.21199999999999</c:v>
                </c:pt>
                <c:pt idx="578">
                  <c:v>310.15800000000002</c:v>
                </c:pt>
                <c:pt idx="579">
                  <c:v>310.07499999999999</c:v>
                </c:pt>
                <c:pt idx="580">
                  <c:v>302.46499999999997</c:v>
                </c:pt>
                <c:pt idx="581">
                  <c:v>302.38200000000001</c:v>
                </c:pt>
                <c:pt idx="582">
                  <c:v>297.27300000000002</c:v>
                </c:pt>
                <c:pt idx="583">
                  <c:v>292.19</c:v>
                </c:pt>
                <c:pt idx="584">
                  <c:v>289.63499999999999</c:v>
                </c:pt>
                <c:pt idx="585">
                  <c:v>291.93200000000002</c:v>
                </c:pt>
                <c:pt idx="586">
                  <c:v>297.32799999999997</c:v>
                </c:pt>
                <c:pt idx="587">
                  <c:v>277.76</c:v>
                </c:pt>
                <c:pt idx="588">
                  <c:v>222.56200000000001</c:v>
                </c:pt>
                <c:pt idx="589">
                  <c:v>281.755</c:v>
                </c:pt>
                <c:pt idx="590">
                  <c:v>284.255</c:v>
                </c:pt>
                <c:pt idx="591">
                  <c:v>281.72800000000001</c:v>
                </c:pt>
                <c:pt idx="592">
                  <c:v>243.82</c:v>
                </c:pt>
                <c:pt idx="593">
                  <c:v>281.67200000000003</c:v>
                </c:pt>
                <c:pt idx="594">
                  <c:v>281.017</c:v>
                </c:pt>
                <c:pt idx="595">
                  <c:v>273.435</c:v>
                </c:pt>
                <c:pt idx="596">
                  <c:v>268.35199999999998</c:v>
                </c:pt>
                <c:pt idx="597">
                  <c:v>0.77</c:v>
                </c:pt>
                <c:pt idx="598">
                  <c:v>0.66</c:v>
                </c:pt>
                <c:pt idx="599">
                  <c:v>0.57750000000000001</c:v>
                </c:pt>
                <c:pt idx="600">
                  <c:v>0.46750000000000003</c:v>
                </c:pt>
                <c:pt idx="601">
                  <c:v>0.38500000000000001</c:v>
                </c:pt>
                <c:pt idx="602">
                  <c:v>0.30249999999999999</c:v>
                </c:pt>
                <c:pt idx="603">
                  <c:v>0.22</c:v>
                </c:pt>
                <c:pt idx="604">
                  <c:v>0.11</c:v>
                </c:pt>
                <c:pt idx="605">
                  <c:v>7.4999999999999997E-2</c:v>
                </c:pt>
                <c:pt idx="606">
                  <c:v>33.6</c:v>
                </c:pt>
                <c:pt idx="607">
                  <c:v>93.6</c:v>
                </c:pt>
                <c:pt idx="608">
                  <c:v>7.4999999999999997E-2</c:v>
                </c:pt>
                <c:pt idx="609">
                  <c:v>0.1</c:v>
                </c:pt>
                <c:pt idx="610">
                  <c:v>0.2</c:v>
                </c:pt>
                <c:pt idx="611">
                  <c:v>185.3</c:v>
                </c:pt>
                <c:pt idx="612">
                  <c:v>187.9</c:v>
                </c:pt>
                <c:pt idx="613">
                  <c:v>193.02500000000001</c:v>
                </c:pt>
                <c:pt idx="614">
                  <c:v>195.65</c:v>
                </c:pt>
                <c:pt idx="615">
                  <c:v>196.32499999999999</c:v>
                </c:pt>
                <c:pt idx="616">
                  <c:v>200.2</c:v>
                </c:pt>
                <c:pt idx="617">
                  <c:v>202.8</c:v>
                </c:pt>
                <c:pt idx="618">
                  <c:v>210.4</c:v>
                </c:pt>
                <c:pt idx="619">
                  <c:v>219.35</c:v>
                </c:pt>
                <c:pt idx="620">
                  <c:v>229.4</c:v>
                </c:pt>
                <c:pt idx="621">
                  <c:v>243.2</c:v>
                </c:pt>
                <c:pt idx="622">
                  <c:v>255.72499999999999</c:v>
                </c:pt>
                <c:pt idx="623">
                  <c:v>253.25</c:v>
                </c:pt>
                <c:pt idx="624">
                  <c:v>268.25</c:v>
                </c:pt>
                <c:pt idx="625">
                  <c:v>273.47500000000002</c:v>
                </c:pt>
                <c:pt idx="626">
                  <c:v>273.47500000000002</c:v>
                </c:pt>
                <c:pt idx="627">
                  <c:v>283.47500000000002</c:v>
                </c:pt>
                <c:pt idx="628">
                  <c:v>283.45</c:v>
                </c:pt>
                <c:pt idx="629">
                  <c:v>290.97500000000002</c:v>
                </c:pt>
                <c:pt idx="630">
                  <c:v>300.97500000000002</c:v>
                </c:pt>
                <c:pt idx="631">
                  <c:v>301</c:v>
                </c:pt>
                <c:pt idx="632">
                  <c:v>302.27499999999998</c:v>
                </c:pt>
                <c:pt idx="633">
                  <c:v>296.05</c:v>
                </c:pt>
                <c:pt idx="634">
                  <c:v>291.10000000000002</c:v>
                </c:pt>
                <c:pt idx="635">
                  <c:v>288.625</c:v>
                </c:pt>
                <c:pt idx="636">
                  <c:v>279.89999999999998</c:v>
                </c:pt>
                <c:pt idx="637">
                  <c:v>282.42500000000001</c:v>
                </c:pt>
                <c:pt idx="638">
                  <c:v>278.67500000000001</c:v>
                </c:pt>
                <c:pt idx="639">
                  <c:v>282.25</c:v>
                </c:pt>
                <c:pt idx="640">
                  <c:v>287.22500000000002</c:v>
                </c:pt>
                <c:pt idx="641">
                  <c:v>289.67500000000001</c:v>
                </c:pt>
                <c:pt idx="642">
                  <c:v>294.625</c:v>
                </c:pt>
                <c:pt idx="643">
                  <c:v>286.89999999999998</c:v>
                </c:pt>
                <c:pt idx="644">
                  <c:v>291.82499999999999</c:v>
                </c:pt>
                <c:pt idx="645">
                  <c:v>294.25</c:v>
                </c:pt>
                <c:pt idx="646">
                  <c:v>294.14999999999998</c:v>
                </c:pt>
                <c:pt idx="647">
                  <c:v>299.07499999999999</c:v>
                </c:pt>
                <c:pt idx="648">
                  <c:v>293.375</c:v>
                </c:pt>
                <c:pt idx="649">
                  <c:v>285.8</c:v>
                </c:pt>
                <c:pt idx="650">
                  <c:v>283.22500000000002</c:v>
                </c:pt>
                <c:pt idx="651">
                  <c:v>0.65</c:v>
                </c:pt>
                <c:pt idx="652">
                  <c:v>0.57499999999999996</c:v>
                </c:pt>
                <c:pt idx="653">
                  <c:v>0.5</c:v>
                </c:pt>
                <c:pt idx="654">
                  <c:v>0.42499999999999999</c:v>
                </c:pt>
                <c:pt idx="655">
                  <c:v>0.375</c:v>
                </c:pt>
                <c:pt idx="656">
                  <c:v>0.3</c:v>
                </c:pt>
                <c:pt idx="657">
                  <c:v>0.2</c:v>
                </c:pt>
                <c:pt idx="658">
                  <c:v>0.1</c:v>
                </c:pt>
                <c:pt idx="659">
                  <c:v>7.4999999999999997E-2</c:v>
                </c:pt>
                <c:pt idx="660">
                  <c:v>7.4999999999999997E-2</c:v>
                </c:pt>
                <c:pt idx="661">
                  <c:v>7.4999999999999997E-2</c:v>
                </c:pt>
                <c:pt idx="662">
                  <c:v>0.1</c:v>
                </c:pt>
                <c:pt idx="663">
                  <c:v>0.2</c:v>
                </c:pt>
                <c:pt idx="664">
                  <c:v>150.30000000000001</c:v>
                </c:pt>
                <c:pt idx="665">
                  <c:v>150.375</c:v>
                </c:pt>
                <c:pt idx="666">
                  <c:v>156.72499999999999</c:v>
                </c:pt>
                <c:pt idx="667">
                  <c:v>156.82499999999999</c:v>
                </c:pt>
                <c:pt idx="668">
                  <c:v>182.5</c:v>
                </c:pt>
                <c:pt idx="669">
                  <c:v>195.1</c:v>
                </c:pt>
                <c:pt idx="670">
                  <c:v>196.45</c:v>
                </c:pt>
                <c:pt idx="671">
                  <c:v>207.82499999999999</c:v>
                </c:pt>
                <c:pt idx="672">
                  <c:v>213.05</c:v>
                </c:pt>
                <c:pt idx="673">
                  <c:v>225.65</c:v>
                </c:pt>
                <c:pt idx="674">
                  <c:v>235.72499999999999</c:v>
                </c:pt>
                <c:pt idx="675">
                  <c:v>240.8</c:v>
                </c:pt>
                <c:pt idx="676">
                  <c:v>254.625</c:v>
                </c:pt>
                <c:pt idx="677">
                  <c:v>267.17500000000001</c:v>
                </c:pt>
                <c:pt idx="678">
                  <c:v>272.42500000000001</c:v>
                </c:pt>
                <c:pt idx="679">
                  <c:v>276.2</c:v>
                </c:pt>
                <c:pt idx="680">
                  <c:v>279.97500000000002</c:v>
                </c:pt>
                <c:pt idx="681">
                  <c:v>286.22500000000002</c:v>
                </c:pt>
                <c:pt idx="682">
                  <c:v>291.22500000000002</c:v>
                </c:pt>
                <c:pt idx="683">
                  <c:v>298.72500000000002</c:v>
                </c:pt>
                <c:pt idx="684">
                  <c:v>296.22500000000002</c:v>
                </c:pt>
                <c:pt idx="685">
                  <c:v>298.72500000000002</c:v>
                </c:pt>
                <c:pt idx="686">
                  <c:v>298.7</c:v>
                </c:pt>
                <c:pt idx="687">
                  <c:v>296.2</c:v>
                </c:pt>
                <c:pt idx="688">
                  <c:v>288.7</c:v>
                </c:pt>
                <c:pt idx="689">
                  <c:v>286.17500000000001</c:v>
                </c:pt>
                <c:pt idx="690">
                  <c:v>278.67500000000001</c:v>
                </c:pt>
                <c:pt idx="691">
                  <c:v>276.14999999999998</c:v>
                </c:pt>
                <c:pt idx="692">
                  <c:v>276.14999999999998</c:v>
                </c:pt>
                <c:pt idx="693">
                  <c:v>282.375</c:v>
                </c:pt>
                <c:pt idx="694">
                  <c:v>284.82499999999999</c:v>
                </c:pt>
                <c:pt idx="695">
                  <c:v>289.8</c:v>
                </c:pt>
                <c:pt idx="696">
                  <c:v>289.42500000000001</c:v>
                </c:pt>
                <c:pt idx="697">
                  <c:v>290.625</c:v>
                </c:pt>
                <c:pt idx="698">
                  <c:v>294.32499999999999</c:v>
                </c:pt>
                <c:pt idx="699">
                  <c:v>291.75</c:v>
                </c:pt>
                <c:pt idx="700">
                  <c:v>265.02999999999997</c:v>
                </c:pt>
                <c:pt idx="701">
                  <c:v>241.80799999999999</c:v>
                </c:pt>
                <c:pt idx="702">
                  <c:v>216.65799999999999</c:v>
                </c:pt>
                <c:pt idx="703">
                  <c:v>189.03299999999999</c:v>
                </c:pt>
                <c:pt idx="704">
                  <c:v>1.3025</c:v>
                </c:pt>
                <c:pt idx="705">
                  <c:v>1.1074999999999999</c:v>
                </c:pt>
                <c:pt idx="706">
                  <c:v>0.89500000000000002</c:v>
                </c:pt>
                <c:pt idx="707">
                  <c:v>0.73</c:v>
                </c:pt>
                <c:pt idx="708">
                  <c:v>0.4</c:v>
                </c:pt>
                <c:pt idx="709">
                  <c:v>0.3</c:v>
                </c:pt>
                <c:pt idx="710">
                  <c:v>0.2</c:v>
                </c:pt>
                <c:pt idx="711">
                  <c:v>0.1</c:v>
                </c:pt>
                <c:pt idx="712">
                  <c:v>7.4999999999999997E-2</c:v>
                </c:pt>
                <c:pt idx="713">
                  <c:v>7.4999999999999997E-2</c:v>
                </c:pt>
                <c:pt idx="714">
                  <c:v>0.1</c:v>
                </c:pt>
                <c:pt idx="715">
                  <c:v>0.3</c:v>
                </c:pt>
                <c:pt idx="716">
                  <c:v>90.56</c:v>
                </c:pt>
                <c:pt idx="717">
                  <c:v>90.767499999999998</c:v>
                </c:pt>
                <c:pt idx="718">
                  <c:v>91.007499999999993</c:v>
                </c:pt>
                <c:pt idx="719">
                  <c:v>91.265000000000001</c:v>
                </c:pt>
                <c:pt idx="720">
                  <c:v>125.845</c:v>
                </c:pt>
                <c:pt idx="721">
                  <c:v>127.38200000000001</c:v>
                </c:pt>
                <c:pt idx="722">
                  <c:v>132.62299999999999</c:v>
                </c:pt>
                <c:pt idx="723">
                  <c:v>146.607</c:v>
                </c:pt>
                <c:pt idx="724">
                  <c:v>151.97499999999999</c:v>
                </c:pt>
                <c:pt idx="725">
                  <c:v>162.197</c:v>
                </c:pt>
                <c:pt idx="726">
                  <c:v>172.393</c:v>
                </c:pt>
                <c:pt idx="727">
                  <c:v>177.55</c:v>
                </c:pt>
                <c:pt idx="728">
                  <c:v>270.245</c:v>
                </c:pt>
                <c:pt idx="729">
                  <c:v>279.14499999999998</c:v>
                </c:pt>
                <c:pt idx="730">
                  <c:v>284.47800000000001</c:v>
                </c:pt>
                <c:pt idx="731">
                  <c:v>289.60300000000001</c:v>
                </c:pt>
                <c:pt idx="732">
                  <c:v>294.70499999999998</c:v>
                </c:pt>
                <c:pt idx="733">
                  <c:v>299.76499999999999</c:v>
                </c:pt>
                <c:pt idx="734">
                  <c:v>304.82499999999999</c:v>
                </c:pt>
                <c:pt idx="735">
                  <c:v>309.91300000000001</c:v>
                </c:pt>
                <c:pt idx="736">
                  <c:v>307.44499999999999</c:v>
                </c:pt>
                <c:pt idx="737">
                  <c:v>309.99799999999999</c:v>
                </c:pt>
                <c:pt idx="738">
                  <c:v>310.048</c:v>
                </c:pt>
                <c:pt idx="739">
                  <c:v>306.29000000000002</c:v>
                </c:pt>
                <c:pt idx="740">
                  <c:v>297.47500000000002</c:v>
                </c:pt>
                <c:pt idx="741">
                  <c:v>293.70999999999998</c:v>
                </c:pt>
                <c:pt idx="742">
                  <c:v>294.89</c:v>
                </c:pt>
                <c:pt idx="743">
                  <c:v>292.3</c:v>
                </c:pt>
                <c:pt idx="744">
                  <c:v>297.13499999999999</c:v>
                </c:pt>
                <c:pt idx="745">
                  <c:v>302.00299999999999</c:v>
                </c:pt>
                <c:pt idx="746">
                  <c:v>304.34199999999998</c:v>
                </c:pt>
                <c:pt idx="747">
                  <c:v>309.15800000000002</c:v>
                </c:pt>
                <c:pt idx="748">
                  <c:v>306.14999999999998</c:v>
                </c:pt>
                <c:pt idx="749">
                  <c:v>308.43</c:v>
                </c:pt>
                <c:pt idx="750">
                  <c:v>310.70499999999998</c:v>
                </c:pt>
                <c:pt idx="751">
                  <c:v>310.53300000000002</c:v>
                </c:pt>
                <c:pt idx="752">
                  <c:v>307.815</c:v>
                </c:pt>
                <c:pt idx="753">
                  <c:v>311.995</c:v>
                </c:pt>
                <c:pt idx="754">
                  <c:v>304.27699999999999</c:v>
                </c:pt>
                <c:pt idx="755">
                  <c:v>301.56799999999998</c:v>
                </c:pt>
                <c:pt idx="756">
                  <c:v>1.4524999999999999</c:v>
                </c:pt>
                <c:pt idx="757">
                  <c:v>1.1575</c:v>
                </c:pt>
                <c:pt idx="758">
                  <c:v>0.89500000000000002</c:v>
                </c:pt>
                <c:pt idx="759">
                  <c:v>0.63</c:v>
                </c:pt>
                <c:pt idx="760">
                  <c:v>0.4</c:v>
                </c:pt>
                <c:pt idx="761">
                  <c:v>0.3</c:v>
                </c:pt>
                <c:pt idx="762">
                  <c:v>0.2</c:v>
                </c:pt>
                <c:pt idx="763">
                  <c:v>0.1</c:v>
                </c:pt>
                <c:pt idx="764">
                  <c:v>7.4999999999999997E-2</c:v>
                </c:pt>
                <c:pt idx="765">
                  <c:v>8.2500000000000004E-2</c:v>
                </c:pt>
                <c:pt idx="766">
                  <c:v>0.11</c:v>
                </c:pt>
                <c:pt idx="767">
                  <c:v>0.22</c:v>
                </c:pt>
                <c:pt idx="768">
                  <c:v>0.84250000000000003</c:v>
                </c:pt>
                <c:pt idx="769">
                  <c:v>1.2175</c:v>
                </c:pt>
                <c:pt idx="770">
                  <c:v>1.5674999999999999</c:v>
                </c:pt>
                <c:pt idx="771">
                  <c:v>1.95</c:v>
                </c:pt>
                <c:pt idx="772">
                  <c:v>2.9325000000000001</c:v>
                </c:pt>
                <c:pt idx="773">
                  <c:v>8.34</c:v>
                </c:pt>
                <c:pt idx="774">
                  <c:v>21.2225</c:v>
                </c:pt>
                <c:pt idx="775">
                  <c:v>38.365000000000002</c:v>
                </c:pt>
                <c:pt idx="776">
                  <c:v>73.777500000000003</c:v>
                </c:pt>
                <c:pt idx="777">
                  <c:v>79.06</c:v>
                </c:pt>
                <c:pt idx="778">
                  <c:v>89.412499999999994</c:v>
                </c:pt>
                <c:pt idx="779">
                  <c:v>94.644999999999996</c:v>
                </c:pt>
                <c:pt idx="780">
                  <c:v>89.732500000000002</c:v>
                </c:pt>
                <c:pt idx="781">
                  <c:v>97.36</c:v>
                </c:pt>
                <c:pt idx="782">
                  <c:v>102.753</c:v>
                </c:pt>
                <c:pt idx="783">
                  <c:v>105.355</c:v>
                </c:pt>
                <c:pt idx="784">
                  <c:v>115.438</c:v>
                </c:pt>
                <c:pt idx="785">
                  <c:v>122.91</c:v>
                </c:pt>
                <c:pt idx="786">
                  <c:v>130.43</c:v>
                </c:pt>
                <c:pt idx="787">
                  <c:v>133.05699999999999</c:v>
                </c:pt>
                <c:pt idx="788">
                  <c:v>135.715</c:v>
                </c:pt>
                <c:pt idx="789">
                  <c:v>135.74700000000001</c:v>
                </c:pt>
                <c:pt idx="790">
                  <c:v>133.24700000000001</c:v>
                </c:pt>
                <c:pt idx="791">
                  <c:v>130.71299999999999</c:v>
                </c:pt>
                <c:pt idx="792">
                  <c:v>123.17</c:v>
                </c:pt>
                <c:pt idx="793">
                  <c:v>118.095</c:v>
                </c:pt>
                <c:pt idx="794">
                  <c:v>117.848</c:v>
                </c:pt>
                <c:pt idx="795">
                  <c:v>117.63500000000001</c:v>
                </c:pt>
                <c:pt idx="796">
                  <c:v>119.983</c:v>
                </c:pt>
                <c:pt idx="797">
                  <c:v>127.318</c:v>
                </c:pt>
                <c:pt idx="798">
                  <c:v>137.173</c:v>
                </c:pt>
                <c:pt idx="799">
                  <c:v>142.148</c:v>
                </c:pt>
                <c:pt idx="800">
                  <c:v>144.04300000000001</c:v>
                </c:pt>
                <c:pt idx="801">
                  <c:v>148.69499999999999</c:v>
                </c:pt>
                <c:pt idx="802">
                  <c:v>153.405</c:v>
                </c:pt>
                <c:pt idx="803">
                  <c:v>150.59</c:v>
                </c:pt>
                <c:pt idx="804">
                  <c:v>147.785</c:v>
                </c:pt>
                <c:pt idx="805">
                  <c:v>147.035</c:v>
                </c:pt>
                <c:pt idx="806">
                  <c:v>146.86199999999999</c:v>
                </c:pt>
                <c:pt idx="807">
                  <c:v>124.22</c:v>
                </c:pt>
                <c:pt idx="808">
                  <c:v>0.79749999999999999</c:v>
                </c:pt>
                <c:pt idx="809">
                  <c:v>0.71499999999999997</c:v>
                </c:pt>
                <c:pt idx="810">
                  <c:v>0.66</c:v>
                </c:pt>
                <c:pt idx="811">
                  <c:v>0.55000000000000004</c:v>
                </c:pt>
                <c:pt idx="812">
                  <c:v>0.44</c:v>
                </c:pt>
                <c:pt idx="813">
                  <c:v>0.33</c:v>
                </c:pt>
                <c:pt idx="814">
                  <c:v>0.1925</c:v>
                </c:pt>
                <c:pt idx="815">
                  <c:v>0.11</c:v>
                </c:pt>
                <c:pt idx="816">
                  <c:v>8.2500000000000004E-2</c:v>
                </c:pt>
                <c:pt idx="817">
                  <c:v>0.09</c:v>
                </c:pt>
                <c:pt idx="818">
                  <c:v>0.12</c:v>
                </c:pt>
                <c:pt idx="819">
                  <c:v>0.24</c:v>
                </c:pt>
                <c:pt idx="820">
                  <c:v>0.84750000000000003</c:v>
                </c:pt>
                <c:pt idx="821">
                  <c:v>1.2024999999999999</c:v>
                </c:pt>
                <c:pt idx="822">
                  <c:v>1.5325</c:v>
                </c:pt>
                <c:pt idx="823">
                  <c:v>1.8674999999999999</c:v>
                </c:pt>
                <c:pt idx="824">
                  <c:v>2.29</c:v>
                </c:pt>
                <c:pt idx="825">
                  <c:v>2.6875</c:v>
                </c:pt>
                <c:pt idx="826">
                  <c:v>3.085</c:v>
                </c:pt>
                <c:pt idx="827">
                  <c:v>3.4424999999999999</c:v>
                </c:pt>
                <c:pt idx="828">
                  <c:v>3.7</c:v>
                </c:pt>
                <c:pt idx="829">
                  <c:v>41.51</c:v>
                </c:pt>
                <c:pt idx="830">
                  <c:v>66.88</c:v>
                </c:pt>
                <c:pt idx="831">
                  <c:v>92.11</c:v>
                </c:pt>
                <c:pt idx="832">
                  <c:v>155.76499999999999</c:v>
                </c:pt>
                <c:pt idx="833">
                  <c:v>155.96299999999999</c:v>
                </c:pt>
                <c:pt idx="834">
                  <c:v>143.63999999999999</c:v>
                </c:pt>
                <c:pt idx="835">
                  <c:v>131.28</c:v>
                </c:pt>
                <c:pt idx="836">
                  <c:v>143.82499999999999</c:v>
                </c:pt>
                <c:pt idx="837">
                  <c:v>143.80699999999999</c:v>
                </c:pt>
                <c:pt idx="838">
                  <c:v>143.78700000000001</c:v>
                </c:pt>
                <c:pt idx="839">
                  <c:v>143.845</c:v>
                </c:pt>
                <c:pt idx="840">
                  <c:v>156.44999999999999</c:v>
                </c:pt>
                <c:pt idx="841">
                  <c:v>156.4</c:v>
                </c:pt>
                <c:pt idx="842">
                  <c:v>168.875</c:v>
                </c:pt>
                <c:pt idx="843">
                  <c:v>168.81200000000001</c:v>
                </c:pt>
                <c:pt idx="844">
                  <c:v>168.70699999999999</c:v>
                </c:pt>
                <c:pt idx="845">
                  <c:v>168.96</c:v>
                </c:pt>
                <c:pt idx="846">
                  <c:v>168.9</c:v>
                </c:pt>
                <c:pt idx="847">
                  <c:v>168.84</c:v>
                </c:pt>
                <c:pt idx="848">
                  <c:v>176.31</c:v>
                </c:pt>
                <c:pt idx="849">
                  <c:v>181.25</c:v>
                </c:pt>
                <c:pt idx="850">
                  <c:v>170.185</c:v>
                </c:pt>
                <c:pt idx="851">
                  <c:v>187.602</c:v>
                </c:pt>
                <c:pt idx="852">
                  <c:v>192.40299999999999</c:v>
                </c:pt>
                <c:pt idx="853">
                  <c:v>194.62</c:v>
                </c:pt>
                <c:pt idx="854">
                  <c:v>196.887</c:v>
                </c:pt>
                <c:pt idx="855">
                  <c:v>169.07499999999999</c:v>
                </c:pt>
                <c:pt idx="856">
                  <c:v>156.20500000000001</c:v>
                </c:pt>
                <c:pt idx="857">
                  <c:v>130.935</c:v>
                </c:pt>
                <c:pt idx="858">
                  <c:v>105.645</c:v>
                </c:pt>
                <c:pt idx="859">
                  <c:v>102.88</c:v>
                </c:pt>
                <c:pt idx="860">
                  <c:v>0.78</c:v>
                </c:pt>
                <c:pt idx="861">
                  <c:v>0.69</c:v>
                </c:pt>
                <c:pt idx="862">
                  <c:v>0.6</c:v>
                </c:pt>
                <c:pt idx="863">
                  <c:v>0.51</c:v>
                </c:pt>
                <c:pt idx="864">
                  <c:v>0.42</c:v>
                </c:pt>
                <c:pt idx="865">
                  <c:v>0.33</c:v>
                </c:pt>
                <c:pt idx="866">
                  <c:v>0.21</c:v>
                </c:pt>
                <c:pt idx="867">
                  <c:v>0.12</c:v>
                </c:pt>
                <c:pt idx="868">
                  <c:v>0.09</c:v>
                </c:pt>
                <c:pt idx="869">
                  <c:v>75</c:v>
                </c:pt>
                <c:pt idx="870">
                  <c:v>75</c:v>
                </c:pt>
                <c:pt idx="871">
                  <c:v>75</c:v>
                </c:pt>
                <c:pt idx="872">
                  <c:v>75</c:v>
                </c:pt>
                <c:pt idx="873">
                  <c:v>75</c:v>
                </c:pt>
                <c:pt idx="874">
                  <c:v>75</c:v>
                </c:pt>
                <c:pt idx="875">
                  <c:v>75</c:v>
                </c:pt>
                <c:pt idx="876">
                  <c:v>81.25</c:v>
                </c:pt>
                <c:pt idx="877">
                  <c:v>87.5</c:v>
                </c:pt>
                <c:pt idx="878">
                  <c:v>95</c:v>
                </c:pt>
                <c:pt idx="879">
                  <c:v>103.75</c:v>
                </c:pt>
                <c:pt idx="880">
                  <c:v>110</c:v>
                </c:pt>
                <c:pt idx="881">
                  <c:v>109.25</c:v>
                </c:pt>
                <c:pt idx="882">
                  <c:v>114.27500000000001</c:v>
                </c:pt>
                <c:pt idx="883">
                  <c:v>125.575</c:v>
                </c:pt>
                <c:pt idx="884">
                  <c:v>134.35</c:v>
                </c:pt>
                <c:pt idx="885">
                  <c:v>143.125</c:v>
                </c:pt>
                <c:pt idx="886">
                  <c:v>150.625</c:v>
                </c:pt>
                <c:pt idx="887">
                  <c:v>154.4</c:v>
                </c:pt>
                <c:pt idx="888">
                  <c:v>155.65</c:v>
                </c:pt>
                <c:pt idx="889">
                  <c:v>158.15</c:v>
                </c:pt>
                <c:pt idx="890">
                  <c:v>158.15</c:v>
                </c:pt>
                <c:pt idx="891">
                  <c:v>158.125</c:v>
                </c:pt>
                <c:pt idx="892">
                  <c:v>155.625</c:v>
                </c:pt>
                <c:pt idx="893">
                  <c:v>150.625</c:v>
                </c:pt>
                <c:pt idx="894">
                  <c:v>148.125</c:v>
                </c:pt>
                <c:pt idx="895">
                  <c:v>151.85</c:v>
                </c:pt>
                <c:pt idx="896">
                  <c:v>154.32499999999999</c:v>
                </c:pt>
                <c:pt idx="897">
                  <c:v>158.02500000000001</c:v>
                </c:pt>
                <c:pt idx="898">
                  <c:v>165.47499999999999</c:v>
                </c:pt>
                <c:pt idx="899">
                  <c:v>177.9</c:v>
                </c:pt>
                <c:pt idx="900">
                  <c:v>180.35</c:v>
                </c:pt>
                <c:pt idx="901">
                  <c:v>185.3</c:v>
                </c:pt>
                <c:pt idx="902">
                  <c:v>190.22499999999999</c:v>
                </c:pt>
                <c:pt idx="903">
                  <c:v>195.15</c:v>
                </c:pt>
                <c:pt idx="904">
                  <c:v>190.1</c:v>
                </c:pt>
                <c:pt idx="905">
                  <c:v>187.52500000000001</c:v>
                </c:pt>
                <c:pt idx="906">
                  <c:v>187.45</c:v>
                </c:pt>
                <c:pt idx="907">
                  <c:v>187.375</c:v>
                </c:pt>
                <c:pt idx="908">
                  <c:v>182.3</c:v>
                </c:pt>
                <c:pt idx="909">
                  <c:v>7.4999999999999997E-2</c:v>
                </c:pt>
                <c:pt idx="910">
                  <c:v>0.1</c:v>
                </c:pt>
                <c:pt idx="911">
                  <c:v>0.15</c:v>
                </c:pt>
                <c:pt idx="912">
                  <c:v>0.55249999999999999</c:v>
                </c:pt>
                <c:pt idx="913">
                  <c:v>0.77</c:v>
                </c:pt>
                <c:pt idx="914">
                  <c:v>1.0125</c:v>
                </c:pt>
                <c:pt idx="915">
                  <c:v>1.29</c:v>
                </c:pt>
                <c:pt idx="916">
                  <c:v>1.6225000000000001</c:v>
                </c:pt>
                <c:pt idx="917">
                  <c:v>1.93</c:v>
                </c:pt>
                <c:pt idx="918">
                  <c:v>2.2400000000000002</c:v>
                </c:pt>
                <c:pt idx="919">
                  <c:v>7.51</c:v>
                </c:pt>
                <c:pt idx="920">
                  <c:v>12.765000000000001</c:v>
                </c:pt>
                <c:pt idx="921">
                  <c:v>17.995000000000001</c:v>
                </c:pt>
                <c:pt idx="922">
                  <c:v>25.815000000000001</c:v>
                </c:pt>
                <c:pt idx="923">
                  <c:v>33.520000000000003</c:v>
                </c:pt>
                <c:pt idx="924">
                  <c:v>33.61</c:v>
                </c:pt>
                <c:pt idx="925">
                  <c:v>41.217500000000001</c:v>
                </c:pt>
                <c:pt idx="926">
                  <c:v>53.86</c:v>
                </c:pt>
                <c:pt idx="927">
                  <c:v>61.44</c:v>
                </c:pt>
                <c:pt idx="928">
                  <c:v>71.484999999999999</c:v>
                </c:pt>
                <c:pt idx="929">
                  <c:v>78.97</c:v>
                </c:pt>
                <c:pt idx="930">
                  <c:v>84</c:v>
                </c:pt>
                <c:pt idx="931">
                  <c:v>86.614999999999995</c:v>
                </c:pt>
                <c:pt idx="932">
                  <c:v>94.252499999999998</c:v>
                </c:pt>
                <c:pt idx="933">
                  <c:v>96.817499999999995</c:v>
                </c:pt>
                <c:pt idx="934">
                  <c:v>96.88</c:v>
                </c:pt>
                <c:pt idx="935">
                  <c:v>96.877499999999998</c:v>
                </c:pt>
                <c:pt idx="936">
                  <c:v>86.797499999999999</c:v>
                </c:pt>
                <c:pt idx="937">
                  <c:v>81.682500000000005</c:v>
                </c:pt>
                <c:pt idx="938">
                  <c:v>76.424999999999997</c:v>
                </c:pt>
                <c:pt idx="939">
                  <c:v>76.174999999999997</c:v>
                </c:pt>
                <c:pt idx="940">
                  <c:v>78.58</c:v>
                </c:pt>
                <c:pt idx="941">
                  <c:v>83.522499999999994</c:v>
                </c:pt>
                <c:pt idx="942">
                  <c:v>83.4375</c:v>
                </c:pt>
                <c:pt idx="943">
                  <c:v>85.942499999999995</c:v>
                </c:pt>
                <c:pt idx="944">
                  <c:v>93.21</c:v>
                </c:pt>
                <c:pt idx="945">
                  <c:v>95.385000000000005</c:v>
                </c:pt>
                <c:pt idx="946">
                  <c:v>97.59</c:v>
                </c:pt>
                <c:pt idx="947">
                  <c:v>94.77</c:v>
                </c:pt>
                <c:pt idx="948">
                  <c:v>91.982500000000002</c:v>
                </c:pt>
                <c:pt idx="949">
                  <c:v>94.347499999999997</c:v>
                </c:pt>
                <c:pt idx="950">
                  <c:v>91.665000000000006</c:v>
                </c:pt>
                <c:pt idx="951">
                  <c:v>91.537499999999994</c:v>
                </c:pt>
                <c:pt idx="952">
                  <c:v>0.6</c:v>
                </c:pt>
                <c:pt idx="953">
                  <c:v>0.52500000000000002</c:v>
                </c:pt>
                <c:pt idx="954">
                  <c:v>0.47499999999999998</c:v>
                </c:pt>
                <c:pt idx="955">
                  <c:v>0.4</c:v>
                </c:pt>
                <c:pt idx="956">
                  <c:v>0.32500000000000001</c:v>
                </c:pt>
                <c:pt idx="957">
                  <c:v>0.27500000000000002</c:v>
                </c:pt>
                <c:pt idx="958">
                  <c:v>0.17499999999999999</c:v>
                </c:pt>
                <c:pt idx="959">
                  <c:v>0.1</c:v>
                </c:pt>
                <c:pt idx="960">
                  <c:v>7.4999999999999997E-2</c:v>
                </c:pt>
                <c:pt idx="961">
                  <c:v>0.12</c:v>
                </c:pt>
                <c:pt idx="962">
                  <c:v>0.21</c:v>
                </c:pt>
                <c:pt idx="963">
                  <c:v>0.45500000000000002</c:v>
                </c:pt>
                <c:pt idx="964">
                  <c:v>0.54500000000000004</c:v>
                </c:pt>
                <c:pt idx="965">
                  <c:v>0.66500000000000004</c:v>
                </c:pt>
                <c:pt idx="966">
                  <c:v>0.78500000000000003</c:v>
                </c:pt>
                <c:pt idx="967">
                  <c:v>8.2799999999999994</c:v>
                </c:pt>
                <c:pt idx="968">
                  <c:v>8.61</c:v>
                </c:pt>
                <c:pt idx="969">
                  <c:v>8.9425000000000008</c:v>
                </c:pt>
                <c:pt idx="970">
                  <c:v>15.455</c:v>
                </c:pt>
                <c:pt idx="971">
                  <c:v>103.855</c:v>
                </c:pt>
                <c:pt idx="972">
                  <c:v>103.91500000000001</c:v>
                </c:pt>
                <c:pt idx="973">
                  <c:v>106.505</c:v>
                </c:pt>
                <c:pt idx="974">
                  <c:v>106.565</c:v>
                </c:pt>
                <c:pt idx="975">
                  <c:v>106.595</c:v>
                </c:pt>
                <c:pt idx="976">
                  <c:v>106.625</c:v>
                </c:pt>
                <c:pt idx="977">
                  <c:v>101.655</c:v>
                </c:pt>
                <c:pt idx="978">
                  <c:v>102.935</c:v>
                </c:pt>
                <c:pt idx="979">
                  <c:v>105.465</c:v>
                </c:pt>
                <c:pt idx="980">
                  <c:v>112.995</c:v>
                </c:pt>
                <c:pt idx="981">
                  <c:v>115.52500000000001</c:v>
                </c:pt>
                <c:pt idx="982">
                  <c:v>115.58499999999999</c:v>
                </c:pt>
                <c:pt idx="983">
                  <c:v>124.36499999999999</c:v>
                </c:pt>
                <c:pt idx="984">
                  <c:v>126.895</c:v>
                </c:pt>
                <c:pt idx="985">
                  <c:v>131.92500000000001</c:v>
                </c:pt>
                <c:pt idx="986">
                  <c:v>129.45500000000001</c:v>
                </c:pt>
                <c:pt idx="987">
                  <c:v>124.455</c:v>
                </c:pt>
                <c:pt idx="988">
                  <c:v>124.455</c:v>
                </c:pt>
                <c:pt idx="989">
                  <c:v>124.425</c:v>
                </c:pt>
                <c:pt idx="990">
                  <c:v>124.395</c:v>
                </c:pt>
                <c:pt idx="991">
                  <c:v>133.08500000000001</c:v>
                </c:pt>
                <c:pt idx="992">
                  <c:v>135.495</c:v>
                </c:pt>
                <c:pt idx="993">
                  <c:v>150.405</c:v>
                </c:pt>
                <c:pt idx="994">
                  <c:v>152.815</c:v>
                </c:pt>
                <c:pt idx="995">
                  <c:v>165.19499999999999</c:v>
                </c:pt>
                <c:pt idx="996">
                  <c:v>167.57499999999999</c:v>
                </c:pt>
                <c:pt idx="997">
                  <c:v>167.48500000000001</c:v>
                </c:pt>
                <c:pt idx="998">
                  <c:v>168.64500000000001</c:v>
                </c:pt>
                <c:pt idx="999">
                  <c:v>79.709999999999994</c:v>
                </c:pt>
                <c:pt idx="1000">
                  <c:v>79.555000000000007</c:v>
                </c:pt>
                <c:pt idx="1001">
                  <c:v>74.377499999999998</c:v>
                </c:pt>
                <c:pt idx="1002">
                  <c:v>69.232500000000002</c:v>
                </c:pt>
                <c:pt idx="1003">
                  <c:v>6.9450000000000003</c:v>
                </c:pt>
                <c:pt idx="1004">
                  <c:v>6.8849999999999998</c:v>
                </c:pt>
                <c:pt idx="1005">
                  <c:v>6.7</c:v>
                </c:pt>
                <c:pt idx="1006">
                  <c:v>6.61</c:v>
                </c:pt>
                <c:pt idx="1007">
                  <c:v>0.24</c:v>
                </c:pt>
                <c:pt idx="1008">
                  <c:v>0.18</c:v>
                </c:pt>
                <c:pt idx="1009">
                  <c:v>0.12</c:v>
                </c:pt>
                <c:pt idx="1010">
                  <c:v>24</c:v>
                </c:pt>
                <c:pt idx="1011">
                  <c:v>24</c:v>
                </c:pt>
                <c:pt idx="1012">
                  <c:v>7.4999999999999997E-2</c:v>
                </c:pt>
                <c:pt idx="1013">
                  <c:v>0.11</c:v>
                </c:pt>
                <c:pt idx="1014">
                  <c:v>0.29249999999999998</c:v>
                </c:pt>
                <c:pt idx="1015">
                  <c:v>87.977500000000006</c:v>
                </c:pt>
                <c:pt idx="1016">
                  <c:v>88.162499999999994</c:v>
                </c:pt>
                <c:pt idx="1017">
                  <c:v>88.347499999999997</c:v>
                </c:pt>
                <c:pt idx="1018">
                  <c:v>88.504999999999995</c:v>
                </c:pt>
                <c:pt idx="1019">
                  <c:v>88.717500000000001</c:v>
                </c:pt>
                <c:pt idx="1020">
                  <c:v>88.852500000000006</c:v>
                </c:pt>
                <c:pt idx="1021">
                  <c:v>88.962500000000006</c:v>
                </c:pt>
                <c:pt idx="1022">
                  <c:v>96.572500000000005</c:v>
                </c:pt>
                <c:pt idx="1023">
                  <c:v>101.71</c:v>
                </c:pt>
                <c:pt idx="1024">
                  <c:v>106.82</c:v>
                </c:pt>
                <c:pt idx="1025">
                  <c:v>111.902</c:v>
                </c:pt>
                <c:pt idx="1026">
                  <c:v>119.51300000000001</c:v>
                </c:pt>
                <c:pt idx="1027">
                  <c:v>199.595</c:v>
                </c:pt>
                <c:pt idx="1028">
                  <c:v>207.15</c:v>
                </c:pt>
                <c:pt idx="1029">
                  <c:v>217.20500000000001</c:v>
                </c:pt>
                <c:pt idx="1030">
                  <c:v>224.76</c:v>
                </c:pt>
                <c:pt idx="1031">
                  <c:v>277.28699999999998</c:v>
                </c:pt>
                <c:pt idx="1032">
                  <c:v>284.815</c:v>
                </c:pt>
                <c:pt idx="1033">
                  <c:v>287.34199999999998</c:v>
                </c:pt>
                <c:pt idx="1034">
                  <c:v>287.34199999999998</c:v>
                </c:pt>
                <c:pt idx="1035">
                  <c:v>292.34199999999998</c:v>
                </c:pt>
                <c:pt idx="1036">
                  <c:v>294.84199999999998</c:v>
                </c:pt>
                <c:pt idx="1037">
                  <c:v>297.34199999999998</c:v>
                </c:pt>
                <c:pt idx="1038">
                  <c:v>294.84199999999998</c:v>
                </c:pt>
                <c:pt idx="1039">
                  <c:v>289.84300000000002</c:v>
                </c:pt>
                <c:pt idx="1040">
                  <c:v>284.84199999999998</c:v>
                </c:pt>
                <c:pt idx="1041">
                  <c:v>279.815</c:v>
                </c:pt>
                <c:pt idx="1042">
                  <c:v>277.28699999999998</c:v>
                </c:pt>
                <c:pt idx="1043">
                  <c:v>277.26</c:v>
                </c:pt>
                <c:pt idx="1044">
                  <c:v>277.233</c:v>
                </c:pt>
                <c:pt idx="1045">
                  <c:v>279.67700000000002</c:v>
                </c:pt>
                <c:pt idx="1046">
                  <c:v>279.62299999999999</c:v>
                </c:pt>
                <c:pt idx="1047">
                  <c:v>154.56800000000001</c:v>
                </c:pt>
                <c:pt idx="1048">
                  <c:v>154.48500000000001</c:v>
                </c:pt>
                <c:pt idx="1049">
                  <c:v>156.90199999999999</c:v>
                </c:pt>
                <c:pt idx="1050">
                  <c:v>154.32</c:v>
                </c:pt>
                <c:pt idx="1051">
                  <c:v>154.21</c:v>
                </c:pt>
                <c:pt idx="1052">
                  <c:v>154.053</c:v>
                </c:pt>
                <c:pt idx="1053">
                  <c:v>156.36799999999999</c:v>
                </c:pt>
                <c:pt idx="1054">
                  <c:v>153.68299999999999</c:v>
                </c:pt>
                <c:pt idx="1055">
                  <c:v>0.99750000000000005</c:v>
                </c:pt>
                <c:pt idx="1056">
                  <c:v>0.83750000000000002</c:v>
                </c:pt>
                <c:pt idx="1057">
                  <c:v>0.65249999999999997</c:v>
                </c:pt>
                <c:pt idx="1058">
                  <c:v>0.495</c:v>
                </c:pt>
                <c:pt idx="1059">
                  <c:v>0.41249999999999998</c:v>
                </c:pt>
                <c:pt idx="1060">
                  <c:v>0.30249999999999999</c:v>
                </c:pt>
                <c:pt idx="1061">
                  <c:v>0.1925</c:v>
                </c:pt>
                <c:pt idx="1062">
                  <c:v>0.11</c:v>
                </c:pt>
                <c:pt idx="1063">
                  <c:v>7.4999999999999997E-2</c:v>
                </c:pt>
                <c:pt idx="1064">
                  <c:v>24</c:v>
                </c:pt>
                <c:pt idx="1065">
                  <c:v>7.4999999999999997E-2</c:v>
                </c:pt>
                <c:pt idx="1066">
                  <c:v>9.7500000000000003E-2</c:v>
                </c:pt>
                <c:pt idx="1067">
                  <c:v>0.32750000000000001</c:v>
                </c:pt>
                <c:pt idx="1068">
                  <c:v>0.50749999999999995</c:v>
                </c:pt>
                <c:pt idx="1069">
                  <c:v>0.71250000000000002</c:v>
                </c:pt>
                <c:pt idx="1070">
                  <c:v>0.91749999999999998</c:v>
                </c:pt>
                <c:pt idx="1071">
                  <c:v>1.1475</c:v>
                </c:pt>
                <c:pt idx="1072">
                  <c:v>76.377499999999998</c:v>
                </c:pt>
                <c:pt idx="1073">
                  <c:v>76.607500000000002</c:v>
                </c:pt>
                <c:pt idx="1074">
                  <c:v>76.844999999999999</c:v>
                </c:pt>
                <c:pt idx="1075">
                  <c:v>81.3</c:v>
                </c:pt>
                <c:pt idx="1076">
                  <c:v>135.35</c:v>
                </c:pt>
                <c:pt idx="1077">
                  <c:v>145.60499999999999</c:v>
                </c:pt>
                <c:pt idx="1078">
                  <c:v>151.39500000000001</c:v>
                </c:pt>
                <c:pt idx="1079">
                  <c:v>161.595</c:v>
                </c:pt>
                <c:pt idx="1080">
                  <c:v>214.32499999999999</c:v>
                </c:pt>
                <c:pt idx="1081">
                  <c:v>221.97200000000001</c:v>
                </c:pt>
                <c:pt idx="1082">
                  <c:v>290.28300000000002</c:v>
                </c:pt>
                <c:pt idx="1083">
                  <c:v>297.89499999999998</c:v>
                </c:pt>
                <c:pt idx="1084">
                  <c:v>300.46499999999997</c:v>
                </c:pt>
                <c:pt idx="1085">
                  <c:v>307.97500000000002</c:v>
                </c:pt>
                <c:pt idx="1086">
                  <c:v>310.505</c:v>
                </c:pt>
                <c:pt idx="1087">
                  <c:v>313.08</c:v>
                </c:pt>
                <c:pt idx="1088">
                  <c:v>318.24</c:v>
                </c:pt>
                <c:pt idx="1089">
                  <c:v>318.23500000000001</c:v>
                </c:pt>
                <c:pt idx="1090">
                  <c:v>318.22699999999998</c:v>
                </c:pt>
                <c:pt idx="1091">
                  <c:v>315.61799999999999</c:v>
                </c:pt>
                <c:pt idx="1092">
                  <c:v>307.988</c:v>
                </c:pt>
                <c:pt idx="1093">
                  <c:v>302.81</c:v>
                </c:pt>
                <c:pt idx="1094">
                  <c:v>302.495</c:v>
                </c:pt>
                <c:pt idx="1095">
                  <c:v>297.20800000000003</c:v>
                </c:pt>
                <c:pt idx="1096">
                  <c:v>302.03300000000002</c:v>
                </c:pt>
                <c:pt idx="1097">
                  <c:v>309.39499999999998</c:v>
                </c:pt>
                <c:pt idx="1098">
                  <c:v>314.255</c:v>
                </c:pt>
                <c:pt idx="1099">
                  <c:v>316.738</c:v>
                </c:pt>
                <c:pt idx="1100">
                  <c:v>291.57499999999999</c:v>
                </c:pt>
                <c:pt idx="1101">
                  <c:v>295.07299999999998</c:v>
                </c:pt>
                <c:pt idx="1102">
                  <c:v>297.375</c:v>
                </c:pt>
                <c:pt idx="1103">
                  <c:v>297.125</c:v>
                </c:pt>
                <c:pt idx="1104">
                  <c:v>269.39499999999998</c:v>
                </c:pt>
                <c:pt idx="1105">
                  <c:v>276.79500000000002</c:v>
                </c:pt>
                <c:pt idx="1106">
                  <c:v>271.613</c:v>
                </c:pt>
                <c:pt idx="1107">
                  <c:v>269.02</c:v>
                </c:pt>
                <c:pt idx="1108">
                  <c:v>76.055000000000007</c:v>
                </c:pt>
                <c:pt idx="1109">
                  <c:v>75.89</c:v>
                </c:pt>
                <c:pt idx="1110">
                  <c:v>75.717500000000001</c:v>
                </c:pt>
                <c:pt idx="1111">
                  <c:v>75.552499999999995</c:v>
                </c:pt>
                <c:pt idx="1112">
                  <c:v>0.45500000000000002</c:v>
                </c:pt>
                <c:pt idx="1113">
                  <c:v>0.35749999999999998</c:v>
                </c:pt>
                <c:pt idx="1114">
                  <c:v>0.22750000000000001</c:v>
                </c:pt>
                <c:pt idx="1115">
                  <c:v>9.7500000000000003E-2</c:v>
                </c:pt>
                <c:pt idx="1116">
                  <c:v>7.4999999999999997E-2</c:v>
                </c:pt>
                <c:pt idx="1117">
                  <c:v>7.4999999999999997E-2</c:v>
                </c:pt>
                <c:pt idx="1118">
                  <c:v>8.2500000000000004E-2</c:v>
                </c:pt>
                <c:pt idx="1119">
                  <c:v>0.1925</c:v>
                </c:pt>
                <c:pt idx="1120">
                  <c:v>50.302500000000002</c:v>
                </c:pt>
                <c:pt idx="1121">
                  <c:v>50.412500000000001</c:v>
                </c:pt>
                <c:pt idx="1122">
                  <c:v>50.55</c:v>
                </c:pt>
                <c:pt idx="1123">
                  <c:v>50.66</c:v>
                </c:pt>
                <c:pt idx="1124">
                  <c:v>125.798</c:v>
                </c:pt>
                <c:pt idx="1125">
                  <c:v>125.935</c:v>
                </c:pt>
                <c:pt idx="1126">
                  <c:v>131.04499999999999</c:v>
                </c:pt>
                <c:pt idx="1127">
                  <c:v>131.155</c:v>
                </c:pt>
                <c:pt idx="1128">
                  <c:v>193.738</c:v>
                </c:pt>
                <c:pt idx="1129">
                  <c:v>198.82</c:v>
                </c:pt>
                <c:pt idx="1130">
                  <c:v>201.375</c:v>
                </c:pt>
                <c:pt idx="1131">
                  <c:v>208.93</c:v>
                </c:pt>
                <c:pt idx="1132">
                  <c:v>261.57</c:v>
                </c:pt>
                <c:pt idx="1133">
                  <c:v>269.20499999999998</c:v>
                </c:pt>
                <c:pt idx="1134">
                  <c:v>276.87299999999999</c:v>
                </c:pt>
                <c:pt idx="1135">
                  <c:v>284.505</c:v>
                </c:pt>
                <c:pt idx="1136">
                  <c:v>292.06</c:v>
                </c:pt>
                <c:pt idx="1137">
                  <c:v>297.05700000000002</c:v>
                </c:pt>
                <c:pt idx="1138">
                  <c:v>304.58499999999998</c:v>
                </c:pt>
                <c:pt idx="1139">
                  <c:v>304.69799999999998</c:v>
                </c:pt>
                <c:pt idx="1140">
                  <c:v>300.31</c:v>
                </c:pt>
                <c:pt idx="1141">
                  <c:v>305.65499999999997</c:v>
                </c:pt>
                <c:pt idx="1142">
                  <c:v>308.31299999999999</c:v>
                </c:pt>
                <c:pt idx="1143">
                  <c:v>308.31</c:v>
                </c:pt>
                <c:pt idx="1144">
                  <c:v>300.71699999999998</c:v>
                </c:pt>
                <c:pt idx="1145">
                  <c:v>298.11500000000001</c:v>
                </c:pt>
                <c:pt idx="1146">
                  <c:v>300.30500000000001</c:v>
                </c:pt>
                <c:pt idx="1147">
                  <c:v>297.56299999999999</c:v>
                </c:pt>
                <c:pt idx="1148">
                  <c:v>299.89</c:v>
                </c:pt>
                <c:pt idx="1149">
                  <c:v>299.70299999999997</c:v>
                </c:pt>
                <c:pt idx="1150">
                  <c:v>302.017</c:v>
                </c:pt>
                <c:pt idx="1151">
                  <c:v>301.92700000000002</c:v>
                </c:pt>
                <c:pt idx="1152">
                  <c:v>284.19799999999998</c:v>
                </c:pt>
                <c:pt idx="1153">
                  <c:v>283.83999999999997</c:v>
                </c:pt>
                <c:pt idx="1154">
                  <c:v>283.60199999999998</c:v>
                </c:pt>
                <c:pt idx="1155">
                  <c:v>280.77999999999997</c:v>
                </c:pt>
                <c:pt idx="1156">
                  <c:v>257.86500000000001</c:v>
                </c:pt>
                <c:pt idx="1157">
                  <c:v>260.15300000000002</c:v>
                </c:pt>
                <c:pt idx="1158">
                  <c:v>252.31</c:v>
                </c:pt>
                <c:pt idx="1159">
                  <c:v>247.04</c:v>
                </c:pt>
                <c:pt idx="1160">
                  <c:v>80.852500000000006</c:v>
                </c:pt>
                <c:pt idx="1161">
                  <c:v>75.77</c:v>
                </c:pt>
                <c:pt idx="1162">
                  <c:v>75.66</c:v>
                </c:pt>
                <c:pt idx="1163">
                  <c:v>75.55</c:v>
                </c:pt>
                <c:pt idx="1164">
                  <c:v>0.41249999999999998</c:v>
                </c:pt>
                <c:pt idx="1165">
                  <c:v>0.30249999999999999</c:v>
                </c:pt>
                <c:pt idx="1166">
                  <c:v>0.1925</c:v>
                </c:pt>
                <c:pt idx="1167">
                  <c:v>8.2500000000000004E-2</c:v>
                </c:pt>
                <c:pt idx="1168">
                  <c:v>7.4999999999999997E-2</c:v>
                </c:pt>
                <c:pt idx="1169">
                  <c:v>7.4999999999999997E-2</c:v>
                </c:pt>
                <c:pt idx="1170">
                  <c:v>7.4999999999999997E-2</c:v>
                </c:pt>
                <c:pt idx="1171">
                  <c:v>0.17499999999999999</c:v>
                </c:pt>
                <c:pt idx="1172">
                  <c:v>37.774999999999999</c:v>
                </c:pt>
                <c:pt idx="1173">
                  <c:v>37.875</c:v>
                </c:pt>
                <c:pt idx="1174">
                  <c:v>38</c:v>
                </c:pt>
                <c:pt idx="1175">
                  <c:v>38.1</c:v>
                </c:pt>
                <c:pt idx="1176">
                  <c:v>113.22499999999999</c:v>
                </c:pt>
                <c:pt idx="1177">
                  <c:v>113.35</c:v>
                </c:pt>
                <c:pt idx="1178">
                  <c:v>113.45</c:v>
                </c:pt>
                <c:pt idx="1179">
                  <c:v>113.575</c:v>
                </c:pt>
                <c:pt idx="1180">
                  <c:v>113.65</c:v>
                </c:pt>
                <c:pt idx="1181">
                  <c:v>113.72499999999999</c:v>
                </c:pt>
                <c:pt idx="1182">
                  <c:v>113.77500000000001</c:v>
                </c:pt>
                <c:pt idx="1183">
                  <c:v>113.825</c:v>
                </c:pt>
                <c:pt idx="1184">
                  <c:v>115.825</c:v>
                </c:pt>
                <c:pt idx="1185">
                  <c:v>115.925</c:v>
                </c:pt>
                <c:pt idx="1186">
                  <c:v>116.068</c:v>
                </c:pt>
                <c:pt idx="1187">
                  <c:v>116.16800000000001</c:v>
                </c:pt>
                <c:pt idx="1188">
                  <c:v>116.19799999999999</c:v>
                </c:pt>
                <c:pt idx="1189">
                  <c:v>116.188</c:v>
                </c:pt>
                <c:pt idx="1190">
                  <c:v>116.175</c:v>
                </c:pt>
                <c:pt idx="1191">
                  <c:v>116.303</c:v>
                </c:pt>
                <c:pt idx="1192">
                  <c:v>116.467</c:v>
                </c:pt>
                <c:pt idx="1193">
                  <c:v>116.52</c:v>
                </c:pt>
                <c:pt idx="1194">
                  <c:v>116.575</c:v>
                </c:pt>
                <c:pt idx="1195">
                  <c:v>116.56</c:v>
                </c:pt>
                <c:pt idx="1196">
                  <c:v>116.49</c:v>
                </c:pt>
                <c:pt idx="1197">
                  <c:v>116.41800000000001</c:v>
                </c:pt>
                <c:pt idx="1198">
                  <c:v>116.155</c:v>
                </c:pt>
                <c:pt idx="1199">
                  <c:v>115.965</c:v>
                </c:pt>
                <c:pt idx="1200">
                  <c:v>115.89</c:v>
                </c:pt>
                <c:pt idx="1201">
                  <c:v>115.833</c:v>
                </c:pt>
                <c:pt idx="1202">
                  <c:v>115.777</c:v>
                </c:pt>
                <c:pt idx="1203">
                  <c:v>115.815</c:v>
                </c:pt>
                <c:pt idx="1204">
                  <c:v>115.66200000000001</c:v>
                </c:pt>
                <c:pt idx="1205">
                  <c:v>115.38800000000001</c:v>
                </c:pt>
                <c:pt idx="1206">
                  <c:v>115.173</c:v>
                </c:pt>
                <c:pt idx="1207">
                  <c:v>114.902</c:v>
                </c:pt>
                <c:pt idx="1208">
                  <c:v>114.61499999999999</c:v>
                </c:pt>
                <c:pt idx="1209">
                  <c:v>114.473</c:v>
                </c:pt>
                <c:pt idx="1210">
                  <c:v>114.247</c:v>
                </c:pt>
                <c:pt idx="1211">
                  <c:v>114.08499999999999</c:v>
                </c:pt>
                <c:pt idx="1212">
                  <c:v>75.775000000000006</c:v>
                </c:pt>
                <c:pt idx="1213">
                  <c:v>75.674999999999997</c:v>
                </c:pt>
                <c:pt idx="1214">
                  <c:v>75.575000000000003</c:v>
                </c:pt>
                <c:pt idx="1215">
                  <c:v>75.474999999999994</c:v>
                </c:pt>
                <c:pt idx="1216">
                  <c:v>0.375</c:v>
                </c:pt>
                <c:pt idx="1217">
                  <c:v>0.27500000000000002</c:v>
                </c:pt>
                <c:pt idx="1218">
                  <c:v>0.17499999999999999</c:v>
                </c:pt>
                <c:pt idx="1219">
                  <c:v>7.4999999999999997E-2</c:v>
                </c:pt>
                <c:pt idx="1220">
                  <c:v>7.4999999999999997E-2</c:v>
                </c:pt>
                <c:pt idx="1221">
                  <c:v>7.4999999999999997E-2</c:v>
                </c:pt>
                <c:pt idx="1222">
                  <c:v>0.15</c:v>
                </c:pt>
                <c:pt idx="1223">
                  <c:v>0.25</c:v>
                </c:pt>
                <c:pt idx="1224">
                  <c:v>50.35</c:v>
                </c:pt>
                <c:pt idx="1225">
                  <c:v>50.5</c:v>
                </c:pt>
                <c:pt idx="1226">
                  <c:v>50.65</c:v>
                </c:pt>
                <c:pt idx="1227">
                  <c:v>50.8</c:v>
                </c:pt>
                <c:pt idx="1228">
                  <c:v>58.59</c:v>
                </c:pt>
                <c:pt idx="1229">
                  <c:v>58.97</c:v>
                </c:pt>
                <c:pt idx="1230">
                  <c:v>59.302500000000002</c:v>
                </c:pt>
                <c:pt idx="1231">
                  <c:v>63.344999999999999</c:v>
                </c:pt>
                <c:pt idx="1232">
                  <c:v>71.099999999999994</c:v>
                </c:pt>
                <c:pt idx="1233">
                  <c:v>81.382499999999993</c:v>
                </c:pt>
                <c:pt idx="1234">
                  <c:v>89.19</c:v>
                </c:pt>
                <c:pt idx="1235">
                  <c:v>105.145</c:v>
                </c:pt>
                <c:pt idx="1236">
                  <c:v>105.25</c:v>
                </c:pt>
                <c:pt idx="1237">
                  <c:v>116.6</c:v>
                </c:pt>
                <c:pt idx="1238">
                  <c:v>120.49299999999999</c:v>
                </c:pt>
                <c:pt idx="1239">
                  <c:v>119.29300000000001</c:v>
                </c:pt>
                <c:pt idx="1240">
                  <c:v>129.24700000000001</c:v>
                </c:pt>
                <c:pt idx="1241">
                  <c:v>136.63800000000001</c:v>
                </c:pt>
                <c:pt idx="1242">
                  <c:v>141.5</c:v>
                </c:pt>
                <c:pt idx="1243">
                  <c:v>146.477</c:v>
                </c:pt>
                <c:pt idx="1244">
                  <c:v>142.767</c:v>
                </c:pt>
                <c:pt idx="1245">
                  <c:v>148.94499999999999</c:v>
                </c:pt>
                <c:pt idx="1246">
                  <c:v>148.875</c:v>
                </c:pt>
                <c:pt idx="1247">
                  <c:v>153.76</c:v>
                </c:pt>
                <c:pt idx="1248">
                  <c:v>146.84</c:v>
                </c:pt>
                <c:pt idx="1249">
                  <c:v>145.94300000000001</c:v>
                </c:pt>
                <c:pt idx="1250">
                  <c:v>140.655</c:v>
                </c:pt>
                <c:pt idx="1251">
                  <c:v>139.19</c:v>
                </c:pt>
                <c:pt idx="1252">
                  <c:v>134.09</c:v>
                </c:pt>
                <c:pt idx="1253">
                  <c:v>131.03299999999999</c:v>
                </c:pt>
                <c:pt idx="1254">
                  <c:v>138.477</c:v>
                </c:pt>
                <c:pt idx="1255">
                  <c:v>148.565</c:v>
                </c:pt>
                <c:pt idx="1256">
                  <c:v>155.66200000000001</c:v>
                </c:pt>
                <c:pt idx="1257">
                  <c:v>157.96299999999999</c:v>
                </c:pt>
                <c:pt idx="1258">
                  <c:v>160.273</c:v>
                </c:pt>
                <c:pt idx="1259">
                  <c:v>157.52699999999999</c:v>
                </c:pt>
                <c:pt idx="1260">
                  <c:v>161.76499999999999</c:v>
                </c:pt>
                <c:pt idx="1261">
                  <c:v>162.94800000000001</c:v>
                </c:pt>
                <c:pt idx="1262">
                  <c:v>162.773</c:v>
                </c:pt>
                <c:pt idx="1263">
                  <c:v>160.11000000000001</c:v>
                </c:pt>
                <c:pt idx="1264">
                  <c:v>0.6</c:v>
                </c:pt>
                <c:pt idx="1265">
                  <c:v>0.55000000000000004</c:v>
                </c:pt>
                <c:pt idx="1266">
                  <c:v>0.45</c:v>
                </c:pt>
                <c:pt idx="1267">
                  <c:v>0.4</c:v>
                </c:pt>
                <c:pt idx="1268">
                  <c:v>0.35</c:v>
                </c:pt>
                <c:pt idx="1269">
                  <c:v>0.25</c:v>
                </c:pt>
                <c:pt idx="1270">
                  <c:v>0.2</c:v>
                </c:pt>
                <c:pt idx="1271">
                  <c:v>0.15</c:v>
                </c:pt>
                <c:pt idx="1272">
                  <c:v>7.4999999999999997E-2</c:v>
                </c:pt>
                <c:pt idx="1273">
                  <c:v>7.4999999999999997E-2</c:v>
                </c:pt>
                <c:pt idx="1274">
                  <c:v>0.12</c:v>
                </c:pt>
                <c:pt idx="1275">
                  <c:v>0.24</c:v>
                </c:pt>
                <c:pt idx="1276">
                  <c:v>50.4</c:v>
                </c:pt>
                <c:pt idx="1277">
                  <c:v>50.6</c:v>
                </c:pt>
                <c:pt idx="1278">
                  <c:v>50.72</c:v>
                </c:pt>
                <c:pt idx="1279">
                  <c:v>50.84</c:v>
                </c:pt>
                <c:pt idx="1280">
                  <c:v>58.432499999999997</c:v>
                </c:pt>
                <c:pt idx="1281">
                  <c:v>61.255000000000003</c:v>
                </c:pt>
                <c:pt idx="1282">
                  <c:v>65.305000000000007</c:v>
                </c:pt>
                <c:pt idx="1283">
                  <c:v>68.075000000000003</c:v>
                </c:pt>
                <c:pt idx="1284">
                  <c:v>77.032499999999999</c:v>
                </c:pt>
                <c:pt idx="1285">
                  <c:v>85.944999999999993</c:v>
                </c:pt>
                <c:pt idx="1286">
                  <c:v>93.644999999999996</c:v>
                </c:pt>
                <c:pt idx="1287">
                  <c:v>101.273</c:v>
                </c:pt>
                <c:pt idx="1288">
                  <c:v>98.825000000000003</c:v>
                </c:pt>
                <c:pt idx="1289">
                  <c:v>108.697</c:v>
                </c:pt>
                <c:pt idx="1290">
                  <c:v>112.69499999999999</c:v>
                </c:pt>
                <c:pt idx="1291">
                  <c:v>117.643</c:v>
                </c:pt>
                <c:pt idx="1292">
                  <c:v>227.74199999999999</c:v>
                </c:pt>
                <c:pt idx="1293">
                  <c:v>232.88300000000001</c:v>
                </c:pt>
                <c:pt idx="1294">
                  <c:v>238.005</c:v>
                </c:pt>
                <c:pt idx="1295">
                  <c:v>238.26499999999999</c:v>
                </c:pt>
                <c:pt idx="1296">
                  <c:v>240.82</c:v>
                </c:pt>
                <c:pt idx="1297">
                  <c:v>254.60499999999999</c:v>
                </c:pt>
                <c:pt idx="1298">
                  <c:v>254.62</c:v>
                </c:pt>
                <c:pt idx="1299">
                  <c:v>245.875</c:v>
                </c:pt>
                <c:pt idx="1300">
                  <c:v>232.15700000000001</c:v>
                </c:pt>
                <c:pt idx="1301">
                  <c:v>230.738</c:v>
                </c:pt>
                <c:pt idx="1302">
                  <c:v>228.23500000000001</c:v>
                </c:pt>
                <c:pt idx="1303">
                  <c:v>226.88499999999999</c:v>
                </c:pt>
                <c:pt idx="1304">
                  <c:v>229.11699999999999</c:v>
                </c:pt>
                <c:pt idx="1305">
                  <c:v>231.30500000000001</c:v>
                </c:pt>
                <c:pt idx="1306">
                  <c:v>230.97499999999999</c:v>
                </c:pt>
                <c:pt idx="1307">
                  <c:v>233.25299999999999</c:v>
                </c:pt>
                <c:pt idx="1308">
                  <c:v>233.06800000000001</c:v>
                </c:pt>
                <c:pt idx="1309">
                  <c:v>232.917</c:v>
                </c:pt>
                <c:pt idx="1310">
                  <c:v>230.27500000000001</c:v>
                </c:pt>
                <c:pt idx="1311">
                  <c:v>230.12</c:v>
                </c:pt>
                <c:pt idx="1312">
                  <c:v>132.38800000000001</c:v>
                </c:pt>
                <c:pt idx="1313">
                  <c:v>134.63</c:v>
                </c:pt>
                <c:pt idx="1314">
                  <c:v>131.875</c:v>
                </c:pt>
                <c:pt idx="1315">
                  <c:v>129.13200000000001</c:v>
                </c:pt>
                <c:pt idx="1316">
                  <c:v>0.76</c:v>
                </c:pt>
                <c:pt idx="1317">
                  <c:v>0.68</c:v>
                </c:pt>
                <c:pt idx="1318">
                  <c:v>0.6</c:v>
                </c:pt>
                <c:pt idx="1319">
                  <c:v>0.52</c:v>
                </c:pt>
                <c:pt idx="1320">
                  <c:v>0.44</c:v>
                </c:pt>
                <c:pt idx="1321">
                  <c:v>0.36</c:v>
                </c:pt>
                <c:pt idx="1322">
                  <c:v>0.24</c:v>
                </c:pt>
                <c:pt idx="1323">
                  <c:v>0.12</c:v>
                </c:pt>
                <c:pt idx="1324">
                  <c:v>7.4999999999999997E-2</c:v>
                </c:pt>
                <c:pt idx="1325">
                  <c:v>24</c:v>
                </c:pt>
                <c:pt idx="1326">
                  <c:v>24</c:v>
                </c:pt>
                <c:pt idx="1327">
                  <c:v>24</c:v>
                </c:pt>
                <c:pt idx="1328">
                  <c:v>24</c:v>
                </c:pt>
                <c:pt idx="1329">
                  <c:v>7.4999999999999997E-2</c:v>
                </c:pt>
                <c:pt idx="1330">
                  <c:v>0.1275</c:v>
                </c:pt>
                <c:pt idx="1331">
                  <c:v>0.21249999999999999</c:v>
                </c:pt>
                <c:pt idx="1332">
                  <c:v>37.755000000000003</c:v>
                </c:pt>
                <c:pt idx="1333">
                  <c:v>37.797499999999999</c:v>
                </c:pt>
                <c:pt idx="1334">
                  <c:v>37.8825</c:v>
                </c:pt>
                <c:pt idx="1335">
                  <c:v>37.967500000000001</c:v>
                </c:pt>
                <c:pt idx="1336">
                  <c:v>43.05</c:v>
                </c:pt>
                <c:pt idx="1337">
                  <c:v>43.36</c:v>
                </c:pt>
                <c:pt idx="1338">
                  <c:v>47.35</c:v>
                </c:pt>
                <c:pt idx="1339">
                  <c:v>51.252499999999998</c:v>
                </c:pt>
                <c:pt idx="1340">
                  <c:v>51.64</c:v>
                </c:pt>
                <c:pt idx="1341">
                  <c:v>51.98</c:v>
                </c:pt>
                <c:pt idx="1342">
                  <c:v>59.774999999999999</c:v>
                </c:pt>
                <c:pt idx="1343">
                  <c:v>67.592500000000001</c:v>
                </c:pt>
                <c:pt idx="1344">
                  <c:v>70.1875</c:v>
                </c:pt>
                <c:pt idx="1345">
                  <c:v>77.697500000000005</c:v>
                </c:pt>
                <c:pt idx="1346">
                  <c:v>87.84</c:v>
                </c:pt>
                <c:pt idx="1347">
                  <c:v>92.92</c:v>
                </c:pt>
                <c:pt idx="1348">
                  <c:v>202.93199999999999</c:v>
                </c:pt>
                <c:pt idx="1349">
                  <c:v>210.51499999999999</c:v>
                </c:pt>
                <c:pt idx="1350">
                  <c:v>205.54499999999999</c:v>
                </c:pt>
                <c:pt idx="1351">
                  <c:v>204.32300000000001</c:v>
                </c:pt>
                <c:pt idx="1352">
                  <c:v>206.82</c:v>
                </c:pt>
                <c:pt idx="1353">
                  <c:v>211.73</c:v>
                </c:pt>
                <c:pt idx="1354">
                  <c:v>211.75800000000001</c:v>
                </c:pt>
                <c:pt idx="1355">
                  <c:v>211.71</c:v>
                </c:pt>
                <c:pt idx="1356">
                  <c:v>211.755</c:v>
                </c:pt>
                <c:pt idx="1357">
                  <c:v>206.80799999999999</c:v>
                </c:pt>
                <c:pt idx="1358">
                  <c:v>204.29</c:v>
                </c:pt>
                <c:pt idx="1359">
                  <c:v>201.86</c:v>
                </c:pt>
                <c:pt idx="1360">
                  <c:v>206.79</c:v>
                </c:pt>
                <c:pt idx="1361">
                  <c:v>209.22</c:v>
                </c:pt>
                <c:pt idx="1362">
                  <c:v>206.59</c:v>
                </c:pt>
                <c:pt idx="1363">
                  <c:v>206.44800000000001</c:v>
                </c:pt>
                <c:pt idx="1364">
                  <c:v>208.59700000000001</c:v>
                </c:pt>
                <c:pt idx="1365">
                  <c:v>208.42500000000001</c:v>
                </c:pt>
                <c:pt idx="1366">
                  <c:v>208.19</c:v>
                </c:pt>
                <c:pt idx="1367">
                  <c:v>207.9</c:v>
                </c:pt>
                <c:pt idx="1368">
                  <c:v>105.08499999999999</c:v>
                </c:pt>
                <c:pt idx="1369">
                  <c:v>107.36799999999999</c:v>
                </c:pt>
                <c:pt idx="1370">
                  <c:v>107.117</c:v>
                </c:pt>
                <c:pt idx="1371">
                  <c:v>106.777</c:v>
                </c:pt>
                <c:pt idx="1372">
                  <c:v>0.59499999999999997</c:v>
                </c:pt>
                <c:pt idx="1373">
                  <c:v>0.51</c:v>
                </c:pt>
                <c:pt idx="1374">
                  <c:v>0.42499999999999999</c:v>
                </c:pt>
                <c:pt idx="1375">
                  <c:v>0.34</c:v>
                </c:pt>
                <c:pt idx="1376">
                  <c:v>0.255</c:v>
                </c:pt>
                <c:pt idx="1377">
                  <c:v>0.21249999999999999</c:v>
                </c:pt>
                <c:pt idx="1378">
                  <c:v>0.17</c:v>
                </c:pt>
                <c:pt idx="1379">
                  <c:v>0.1275</c:v>
                </c:pt>
                <c:pt idx="1380">
                  <c:v>7.4999999999999997E-2</c:v>
                </c:pt>
                <c:pt idx="1381">
                  <c:v>24</c:v>
                </c:pt>
                <c:pt idx="1382">
                  <c:v>24</c:v>
                </c:pt>
                <c:pt idx="1383">
                  <c:v>7.4999999999999997E-2</c:v>
                </c:pt>
                <c:pt idx="1384">
                  <c:v>0.09</c:v>
                </c:pt>
                <c:pt idx="1385">
                  <c:v>0.18</c:v>
                </c:pt>
                <c:pt idx="1386">
                  <c:v>25.24</c:v>
                </c:pt>
                <c:pt idx="1387">
                  <c:v>25.33</c:v>
                </c:pt>
                <c:pt idx="1388">
                  <c:v>25.42</c:v>
                </c:pt>
                <c:pt idx="1389">
                  <c:v>25.51</c:v>
                </c:pt>
                <c:pt idx="1390">
                  <c:v>26.842500000000001</c:v>
                </c:pt>
                <c:pt idx="1391">
                  <c:v>27.192499999999999</c:v>
                </c:pt>
                <c:pt idx="1392">
                  <c:v>27.487500000000001</c:v>
                </c:pt>
                <c:pt idx="1393">
                  <c:v>27.754999999999999</c:v>
                </c:pt>
                <c:pt idx="1394">
                  <c:v>28.047499999999999</c:v>
                </c:pt>
                <c:pt idx="1395">
                  <c:v>28.31</c:v>
                </c:pt>
                <c:pt idx="1396">
                  <c:v>36.047499999999999</c:v>
                </c:pt>
                <c:pt idx="1397">
                  <c:v>43.747500000000002</c:v>
                </c:pt>
                <c:pt idx="1398">
                  <c:v>46.372500000000002</c:v>
                </c:pt>
                <c:pt idx="1399">
                  <c:v>53.83</c:v>
                </c:pt>
                <c:pt idx="1400">
                  <c:v>61.52</c:v>
                </c:pt>
                <c:pt idx="1401">
                  <c:v>66.545000000000002</c:v>
                </c:pt>
                <c:pt idx="1402">
                  <c:v>181.58</c:v>
                </c:pt>
                <c:pt idx="1403">
                  <c:v>186.63200000000001</c:v>
                </c:pt>
                <c:pt idx="1404">
                  <c:v>189.185</c:v>
                </c:pt>
                <c:pt idx="1405">
                  <c:v>191.78299999999999</c:v>
                </c:pt>
                <c:pt idx="1406">
                  <c:v>194.28</c:v>
                </c:pt>
                <c:pt idx="1407">
                  <c:v>196.745</c:v>
                </c:pt>
                <c:pt idx="1408">
                  <c:v>196.75700000000001</c:v>
                </c:pt>
                <c:pt idx="1409">
                  <c:v>196.75</c:v>
                </c:pt>
                <c:pt idx="1410">
                  <c:v>191.86799999999999</c:v>
                </c:pt>
                <c:pt idx="1411">
                  <c:v>186.898</c:v>
                </c:pt>
                <c:pt idx="1412">
                  <c:v>181.982</c:v>
                </c:pt>
                <c:pt idx="1413">
                  <c:v>182.042</c:v>
                </c:pt>
                <c:pt idx="1414">
                  <c:v>179.38499999999999</c:v>
                </c:pt>
                <c:pt idx="1415">
                  <c:v>181.68299999999999</c:v>
                </c:pt>
                <c:pt idx="1416">
                  <c:v>186.452</c:v>
                </c:pt>
                <c:pt idx="1417">
                  <c:v>186.16</c:v>
                </c:pt>
                <c:pt idx="1418">
                  <c:v>183.39</c:v>
                </c:pt>
                <c:pt idx="1419">
                  <c:v>185.67</c:v>
                </c:pt>
                <c:pt idx="1420">
                  <c:v>185.417</c:v>
                </c:pt>
                <c:pt idx="1421">
                  <c:v>185.15799999999999</c:v>
                </c:pt>
                <c:pt idx="1422">
                  <c:v>82.364999999999995</c:v>
                </c:pt>
                <c:pt idx="1423">
                  <c:v>84.597499999999997</c:v>
                </c:pt>
                <c:pt idx="1424">
                  <c:v>84.344999999999999</c:v>
                </c:pt>
                <c:pt idx="1425">
                  <c:v>84.055000000000007</c:v>
                </c:pt>
                <c:pt idx="1426">
                  <c:v>1.325</c:v>
                </c:pt>
                <c:pt idx="1427">
                  <c:v>1.085</c:v>
                </c:pt>
                <c:pt idx="1428">
                  <c:v>0.78749999999999998</c:v>
                </c:pt>
                <c:pt idx="1429">
                  <c:v>0.62749999999999995</c:v>
                </c:pt>
                <c:pt idx="1430">
                  <c:v>0.3</c:v>
                </c:pt>
                <c:pt idx="1431">
                  <c:v>0.24</c:v>
                </c:pt>
                <c:pt idx="1432">
                  <c:v>0.18</c:v>
                </c:pt>
                <c:pt idx="1433">
                  <c:v>0.09</c:v>
                </c:pt>
                <c:pt idx="1434">
                  <c:v>7.4999999999999997E-2</c:v>
                </c:pt>
                <c:pt idx="1435">
                  <c:v>24</c:v>
                </c:pt>
                <c:pt idx="1436">
                  <c:v>24</c:v>
                </c:pt>
                <c:pt idx="1437">
                  <c:v>60</c:v>
                </c:pt>
                <c:pt idx="1438">
                  <c:v>60</c:v>
                </c:pt>
                <c:pt idx="1439">
                  <c:v>8.2500000000000004E-2</c:v>
                </c:pt>
                <c:pt idx="1440">
                  <c:v>0.16500000000000001</c:v>
                </c:pt>
                <c:pt idx="1441">
                  <c:v>0.2475</c:v>
                </c:pt>
                <c:pt idx="1442">
                  <c:v>0.33</c:v>
                </c:pt>
                <c:pt idx="1443">
                  <c:v>0.41249999999999998</c:v>
                </c:pt>
                <c:pt idx="1444">
                  <c:v>0.52249999999999996</c:v>
                </c:pt>
                <c:pt idx="1445">
                  <c:v>76.802499999999995</c:v>
                </c:pt>
                <c:pt idx="1446">
                  <c:v>77.14</c:v>
                </c:pt>
                <c:pt idx="1447">
                  <c:v>77.427499999999995</c:v>
                </c:pt>
                <c:pt idx="1448">
                  <c:v>77.707499999999996</c:v>
                </c:pt>
                <c:pt idx="1449">
                  <c:v>140.49700000000001</c:v>
                </c:pt>
                <c:pt idx="1450">
                  <c:v>145.72999999999999</c:v>
                </c:pt>
                <c:pt idx="1451">
                  <c:v>150.97</c:v>
                </c:pt>
                <c:pt idx="1452">
                  <c:v>161.215</c:v>
                </c:pt>
                <c:pt idx="1453">
                  <c:v>211.29499999999999</c:v>
                </c:pt>
                <c:pt idx="1454">
                  <c:v>221.46700000000001</c:v>
                </c:pt>
                <c:pt idx="1455">
                  <c:v>229.10499999999999</c:v>
                </c:pt>
                <c:pt idx="1456">
                  <c:v>236.715</c:v>
                </c:pt>
                <c:pt idx="1457">
                  <c:v>244.24700000000001</c:v>
                </c:pt>
                <c:pt idx="1458">
                  <c:v>251.827</c:v>
                </c:pt>
                <c:pt idx="1459">
                  <c:v>256.91199999999998</c:v>
                </c:pt>
                <c:pt idx="1460">
                  <c:v>257.005</c:v>
                </c:pt>
                <c:pt idx="1461">
                  <c:v>262.02</c:v>
                </c:pt>
                <c:pt idx="1462">
                  <c:v>264.452</c:v>
                </c:pt>
                <c:pt idx="1463">
                  <c:v>262.04000000000002</c:v>
                </c:pt>
                <c:pt idx="1464">
                  <c:v>259.39999999999998</c:v>
                </c:pt>
                <c:pt idx="1465">
                  <c:v>251.88499999999999</c:v>
                </c:pt>
                <c:pt idx="1466">
                  <c:v>249.35</c:v>
                </c:pt>
                <c:pt idx="1467">
                  <c:v>249.38</c:v>
                </c:pt>
                <c:pt idx="1468">
                  <c:v>246.74199999999999</c:v>
                </c:pt>
                <c:pt idx="1469">
                  <c:v>251.57300000000001</c:v>
                </c:pt>
                <c:pt idx="1470">
                  <c:v>253.96799999999999</c:v>
                </c:pt>
                <c:pt idx="1471">
                  <c:v>256.03699999999998</c:v>
                </c:pt>
                <c:pt idx="1472">
                  <c:v>255.738</c:v>
                </c:pt>
                <c:pt idx="1473">
                  <c:v>235.62799999999999</c:v>
                </c:pt>
                <c:pt idx="1474">
                  <c:v>235.37799999999999</c:v>
                </c:pt>
                <c:pt idx="1475">
                  <c:v>237.798</c:v>
                </c:pt>
                <c:pt idx="1476">
                  <c:v>235.05500000000001</c:v>
                </c:pt>
                <c:pt idx="1477">
                  <c:v>209.84</c:v>
                </c:pt>
                <c:pt idx="1478">
                  <c:v>209.61</c:v>
                </c:pt>
                <c:pt idx="1479">
                  <c:v>209.398</c:v>
                </c:pt>
                <c:pt idx="1480">
                  <c:v>204.16200000000001</c:v>
                </c:pt>
                <c:pt idx="1481">
                  <c:v>88.16</c:v>
                </c:pt>
                <c:pt idx="1482">
                  <c:v>88.077500000000001</c:v>
                </c:pt>
                <c:pt idx="1483">
                  <c:v>87.995000000000005</c:v>
                </c:pt>
                <c:pt idx="1484">
                  <c:v>87.912499999999994</c:v>
                </c:pt>
                <c:pt idx="1485">
                  <c:v>0.33</c:v>
                </c:pt>
                <c:pt idx="1486">
                  <c:v>0.2475</c:v>
                </c:pt>
                <c:pt idx="1487">
                  <c:v>0.16500000000000001</c:v>
                </c:pt>
                <c:pt idx="1488">
                  <c:v>8.2500000000000004E-2</c:v>
                </c:pt>
                <c:pt idx="1489">
                  <c:v>60</c:v>
                </c:pt>
                <c:pt idx="1490">
                  <c:v>75</c:v>
                </c:pt>
                <c:pt idx="1491">
                  <c:v>75</c:v>
                </c:pt>
                <c:pt idx="1492">
                  <c:v>7.4999999999999997E-2</c:v>
                </c:pt>
                <c:pt idx="1493">
                  <c:v>7.4999999999999997E-2</c:v>
                </c:pt>
                <c:pt idx="1494">
                  <c:v>0.15</c:v>
                </c:pt>
                <c:pt idx="1495">
                  <c:v>0.25</c:v>
                </c:pt>
                <c:pt idx="1496">
                  <c:v>0.35</c:v>
                </c:pt>
                <c:pt idx="1497">
                  <c:v>0.47499999999999998</c:v>
                </c:pt>
                <c:pt idx="1498">
                  <c:v>0.6</c:v>
                </c:pt>
                <c:pt idx="1499">
                  <c:v>78.894999999999996</c:v>
                </c:pt>
                <c:pt idx="1500">
                  <c:v>79.204999999999998</c:v>
                </c:pt>
                <c:pt idx="1501">
                  <c:v>79.487499999999997</c:v>
                </c:pt>
                <c:pt idx="1502">
                  <c:v>79.734999999999999</c:v>
                </c:pt>
                <c:pt idx="1503">
                  <c:v>92.534999999999997</c:v>
                </c:pt>
                <c:pt idx="1504">
                  <c:v>92.77</c:v>
                </c:pt>
                <c:pt idx="1505">
                  <c:v>93.034999999999997</c:v>
                </c:pt>
                <c:pt idx="1506">
                  <c:v>93.254999999999995</c:v>
                </c:pt>
                <c:pt idx="1507">
                  <c:v>93.38</c:v>
                </c:pt>
                <c:pt idx="1508">
                  <c:v>93.502499999999998</c:v>
                </c:pt>
                <c:pt idx="1509">
                  <c:v>93.662499999999994</c:v>
                </c:pt>
                <c:pt idx="1510">
                  <c:v>93.742500000000007</c:v>
                </c:pt>
                <c:pt idx="1511">
                  <c:v>118.723</c:v>
                </c:pt>
                <c:pt idx="1512">
                  <c:v>118.755</c:v>
                </c:pt>
                <c:pt idx="1513">
                  <c:v>118.797</c:v>
                </c:pt>
                <c:pt idx="1514">
                  <c:v>118.76</c:v>
                </c:pt>
                <c:pt idx="1515">
                  <c:v>118.572</c:v>
                </c:pt>
                <c:pt idx="1516">
                  <c:v>118.42</c:v>
                </c:pt>
                <c:pt idx="1517">
                  <c:v>118.297</c:v>
                </c:pt>
                <c:pt idx="1518">
                  <c:v>118.03700000000001</c:v>
                </c:pt>
                <c:pt idx="1519">
                  <c:v>118.01</c:v>
                </c:pt>
                <c:pt idx="1520">
                  <c:v>118.01</c:v>
                </c:pt>
                <c:pt idx="1521">
                  <c:v>117.93</c:v>
                </c:pt>
                <c:pt idx="1522">
                  <c:v>117.845</c:v>
                </c:pt>
                <c:pt idx="1523">
                  <c:v>117.902</c:v>
                </c:pt>
                <c:pt idx="1524">
                  <c:v>117.86499999999999</c:v>
                </c:pt>
                <c:pt idx="1525">
                  <c:v>117.848</c:v>
                </c:pt>
                <c:pt idx="1526">
                  <c:v>117.79300000000001</c:v>
                </c:pt>
                <c:pt idx="1527">
                  <c:v>117.66200000000001</c:v>
                </c:pt>
                <c:pt idx="1528">
                  <c:v>117.495</c:v>
                </c:pt>
                <c:pt idx="1529">
                  <c:v>117.352</c:v>
                </c:pt>
                <c:pt idx="1530">
                  <c:v>117.145</c:v>
                </c:pt>
                <c:pt idx="1531">
                  <c:v>91.89</c:v>
                </c:pt>
                <c:pt idx="1532">
                  <c:v>91.644999999999996</c:v>
                </c:pt>
                <c:pt idx="1533">
                  <c:v>91.355000000000004</c:v>
                </c:pt>
                <c:pt idx="1534">
                  <c:v>91.137500000000003</c:v>
                </c:pt>
                <c:pt idx="1535">
                  <c:v>90.2</c:v>
                </c:pt>
                <c:pt idx="1536">
                  <c:v>90.125</c:v>
                </c:pt>
                <c:pt idx="1537">
                  <c:v>90.025000000000006</c:v>
                </c:pt>
                <c:pt idx="1538">
                  <c:v>89.924999999999997</c:v>
                </c:pt>
                <c:pt idx="1539">
                  <c:v>0.35</c:v>
                </c:pt>
                <c:pt idx="1540">
                  <c:v>0.25</c:v>
                </c:pt>
                <c:pt idx="1541">
                  <c:v>0.15</c:v>
                </c:pt>
                <c:pt idx="1542">
                  <c:v>7.4999999999999997E-2</c:v>
                </c:pt>
                <c:pt idx="1543">
                  <c:v>75</c:v>
                </c:pt>
                <c:pt idx="1544">
                  <c:v>7.4999999999999997E-2</c:v>
                </c:pt>
                <c:pt idx="1545">
                  <c:v>0.09</c:v>
                </c:pt>
                <c:pt idx="1546">
                  <c:v>0.12</c:v>
                </c:pt>
                <c:pt idx="1547">
                  <c:v>0.15</c:v>
                </c:pt>
                <c:pt idx="1548">
                  <c:v>0.21</c:v>
                </c:pt>
                <c:pt idx="1549">
                  <c:v>0.27</c:v>
                </c:pt>
                <c:pt idx="1550">
                  <c:v>1.4275</c:v>
                </c:pt>
                <c:pt idx="1551">
                  <c:v>1.7175</c:v>
                </c:pt>
                <c:pt idx="1552">
                  <c:v>1.9875</c:v>
                </c:pt>
                <c:pt idx="1553">
                  <c:v>2.2250000000000001</c:v>
                </c:pt>
                <c:pt idx="1554">
                  <c:v>2.4175</c:v>
                </c:pt>
                <c:pt idx="1555">
                  <c:v>2.65</c:v>
                </c:pt>
                <c:pt idx="1556">
                  <c:v>2.9550000000000001</c:v>
                </c:pt>
                <c:pt idx="1557">
                  <c:v>3.2174999999999998</c:v>
                </c:pt>
                <c:pt idx="1558">
                  <c:v>3.4449999999999998</c:v>
                </c:pt>
                <c:pt idx="1559">
                  <c:v>3.4649999999999999</c:v>
                </c:pt>
                <c:pt idx="1560">
                  <c:v>3.5</c:v>
                </c:pt>
                <c:pt idx="1561">
                  <c:v>3.6074999999999999</c:v>
                </c:pt>
                <c:pt idx="1562">
                  <c:v>3.5750000000000002</c:v>
                </c:pt>
                <c:pt idx="1563">
                  <c:v>3.5674999999999999</c:v>
                </c:pt>
                <c:pt idx="1564">
                  <c:v>3.5649999999999999</c:v>
                </c:pt>
                <c:pt idx="1565">
                  <c:v>3.5724999999999998</c:v>
                </c:pt>
                <c:pt idx="1566">
                  <c:v>64.3</c:v>
                </c:pt>
                <c:pt idx="1567">
                  <c:v>64.3</c:v>
                </c:pt>
                <c:pt idx="1568">
                  <c:v>64.27</c:v>
                </c:pt>
                <c:pt idx="1569">
                  <c:v>64.209999999999994</c:v>
                </c:pt>
                <c:pt idx="1570">
                  <c:v>64.150000000000006</c:v>
                </c:pt>
                <c:pt idx="1571">
                  <c:v>64.09</c:v>
                </c:pt>
                <c:pt idx="1572">
                  <c:v>64.03</c:v>
                </c:pt>
                <c:pt idx="1573">
                  <c:v>63.94</c:v>
                </c:pt>
                <c:pt idx="1574">
                  <c:v>63.88</c:v>
                </c:pt>
                <c:pt idx="1575">
                  <c:v>63.82</c:v>
                </c:pt>
                <c:pt idx="1576">
                  <c:v>63.73</c:v>
                </c:pt>
                <c:pt idx="1577">
                  <c:v>2.44</c:v>
                </c:pt>
                <c:pt idx="1578">
                  <c:v>2.4224999999999999</c:v>
                </c:pt>
                <c:pt idx="1579">
                  <c:v>2.3174999999999999</c:v>
                </c:pt>
                <c:pt idx="1580">
                  <c:v>2.2174999999999998</c:v>
                </c:pt>
                <c:pt idx="1581">
                  <c:v>2.1524999999999999</c:v>
                </c:pt>
                <c:pt idx="1582">
                  <c:v>2.04</c:v>
                </c:pt>
                <c:pt idx="1583">
                  <c:v>1.8125</c:v>
                </c:pt>
                <c:pt idx="1584">
                  <c:v>1.5575000000000001</c:v>
                </c:pt>
                <c:pt idx="1585">
                  <c:v>1.4125000000000001</c:v>
                </c:pt>
                <c:pt idx="1586">
                  <c:v>0.6</c:v>
                </c:pt>
                <c:pt idx="1587">
                  <c:v>0.51</c:v>
                </c:pt>
                <c:pt idx="1588">
                  <c:v>0.42</c:v>
                </c:pt>
                <c:pt idx="1589">
                  <c:v>0.36</c:v>
                </c:pt>
                <c:pt idx="1590">
                  <c:v>0.27</c:v>
                </c:pt>
                <c:pt idx="1591">
                  <c:v>0.21</c:v>
                </c:pt>
                <c:pt idx="1592">
                  <c:v>0.15</c:v>
                </c:pt>
                <c:pt idx="1593">
                  <c:v>7.4999999999999997E-2</c:v>
                </c:pt>
                <c:pt idx="1594">
                  <c:v>52.25</c:v>
                </c:pt>
                <c:pt idx="1595">
                  <c:v>52.75</c:v>
                </c:pt>
                <c:pt idx="1596">
                  <c:v>58.25</c:v>
                </c:pt>
                <c:pt idx="1597">
                  <c:v>53</c:v>
                </c:pt>
                <c:pt idx="1598">
                  <c:v>53</c:v>
                </c:pt>
                <c:pt idx="1599">
                  <c:v>53.75</c:v>
                </c:pt>
                <c:pt idx="1600">
                  <c:v>55.25</c:v>
                </c:pt>
                <c:pt idx="1601">
                  <c:v>56.75</c:v>
                </c:pt>
                <c:pt idx="1602">
                  <c:v>62.25</c:v>
                </c:pt>
                <c:pt idx="1603">
                  <c:v>58.25</c:v>
                </c:pt>
                <c:pt idx="1604">
                  <c:v>58.825000000000003</c:v>
                </c:pt>
                <c:pt idx="1605">
                  <c:v>57.9925</c:v>
                </c:pt>
                <c:pt idx="1606">
                  <c:v>58.262500000000003</c:v>
                </c:pt>
                <c:pt idx="1607">
                  <c:v>60.24</c:v>
                </c:pt>
                <c:pt idx="1608">
                  <c:v>66.415000000000006</c:v>
                </c:pt>
                <c:pt idx="1609">
                  <c:v>60.75</c:v>
                </c:pt>
                <c:pt idx="1610">
                  <c:v>61.5</c:v>
                </c:pt>
                <c:pt idx="1611">
                  <c:v>62.25</c:v>
                </c:pt>
                <c:pt idx="1612">
                  <c:v>62.75</c:v>
                </c:pt>
                <c:pt idx="1613">
                  <c:v>63.5</c:v>
                </c:pt>
                <c:pt idx="1614">
                  <c:v>68.75</c:v>
                </c:pt>
                <c:pt idx="1615">
                  <c:v>64.25</c:v>
                </c:pt>
                <c:pt idx="1616">
                  <c:v>39.75</c:v>
                </c:pt>
                <c:pt idx="1617">
                  <c:v>41</c:v>
                </c:pt>
                <c:pt idx="1618">
                  <c:v>41.5</c:v>
                </c:pt>
                <c:pt idx="1619">
                  <c:v>41.75</c:v>
                </c:pt>
                <c:pt idx="1620">
                  <c:v>47</c:v>
                </c:pt>
                <c:pt idx="1621">
                  <c:v>42.5</c:v>
                </c:pt>
                <c:pt idx="1622">
                  <c:v>42.75</c:v>
                </c:pt>
                <c:pt idx="1623">
                  <c:v>42</c:v>
                </c:pt>
                <c:pt idx="1624">
                  <c:v>1794</c:v>
                </c:pt>
                <c:pt idx="1625">
                  <c:v>1794</c:v>
                </c:pt>
                <c:pt idx="1626">
                  <c:v>1830</c:v>
                </c:pt>
                <c:pt idx="1627">
                  <c:v>1830</c:v>
                </c:pt>
                <c:pt idx="1628" formatCode="0.00">
                  <c:v>0</c:v>
                </c:pt>
                <c:pt idx="1629">
                  <c:v>33.82</c:v>
                </c:pt>
                <c:pt idx="1630">
                  <c:v>29.237500000000001</c:v>
                </c:pt>
                <c:pt idx="1631">
                  <c:v>29.66</c:v>
                </c:pt>
                <c:pt idx="1632">
                  <c:v>30.782499999999999</c:v>
                </c:pt>
                <c:pt idx="1633">
                  <c:v>31.567499999999999</c:v>
                </c:pt>
                <c:pt idx="1634">
                  <c:v>32.462499999999999</c:v>
                </c:pt>
                <c:pt idx="1635">
                  <c:v>38.435000000000002</c:v>
                </c:pt>
                <c:pt idx="1636">
                  <c:v>34.305</c:v>
                </c:pt>
                <c:pt idx="1637">
                  <c:v>59.16</c:v>
                </c:pt>
                <c:pt idx="1638">
                  <c:v>58.972499999999997</c:v>
                </c:pt>
                <c:pt idx="1639">
                  <c:v>58.094999999999999</c:v>
                </c:pt>
                <c:pt idx="1640">
                  <c:v>58.667499999999997</c:v>
                </c:pt>
                <c:pt idx="1641">
                  <c:v>64.44</c:v>
                </c:pt>
                <c:pt idx="1642">
                  <c:v>60.155000000000001</c:v>
                </c:pt>
                <c:pt idx="1643">
                  <c:v>60.372500000000002</c:v>
                </c:pt>
                <c:pt idx="1644">
                  <c:v>59.914999999999999</c:v>
                </c:pt>
                <c:pt idx="1645">
                  <c:v>60.952500000000001</c:v>
                </c:pt>
                <c:pt idx="1646">
                  <c:v>62.445</c:v>
                </c:pt>
                <c:pt idx="1647">
                  <c:v>69.174999999999997</c:v>
                </c:pt>
                <c:pt idx="1648">
                  <c:v>65.362499999999997</c:v>
                </c:pt>
                <c:pt idx="1649">
                  <c:v>65.047499999999999</c:v>
                </c:pt>
                <c:pt idx="1650">
                  <c:v>64.637500000000003</c:v>
                </c:pt>
                <c:pt idx="1651">
                  <c:v>64.877499999999998</c:v>
                </c:pt>
                <c:pt idx="1652">
                  <c:v>65.844999999999999</c:v>
                </c:pt>
                <c:pt idx="1653">
                  <c:v>71.002499999999998</c:v>
                </c:pt>
                <c:pt idx="1654">
                  <c:v>66.527500000000003</c:v>
                </c:pt>
                <c:pt idx="1655">
                  <c:v>66.722499999999997</c:v>
                </c:pt>
                <c:pt idx="1656">
                  <c:v>67.48</c:v>
                </c:pt>
                <c:pt idx="1657">
                  <c:v>66.267499999999998</c:v>
                </c:pt>
                <c:pt idx="1658">
                  <c:v>66.474999999999994</c:v>
                </c:pt>
                <c:pt idx="1659">
                  <c:v>71.739999999999995</c:v>
                </c:pt>
                <c:pt idx="1660">
                  <c:v>67.347499999999997</c:v>
                </c:pt>
                <c:pt idx="1661">
                  <c:v>42.49</c:v>
                </c:pt>
                <c:pt idx="1662">
                  <c:v>42.897500000000001</c:v>
                </c:pt>
                <c:pt idx="1663">
                  <c:v>41.77</c:v>
                </c:pt>
                <c:pt idx="1664">
                  <c:v>42.55</c:v>
                </c:pt>
                <c:pt idx="1665">
                  <c:v>47.417499999999997</c:v>
                </c:pt>
                <c:pt idx="1666">
                  <c:v>42.807499999999997</c:v>
                </c:pt>
                <c:pt idx="1667">
                  <c:v>43.702500000000001</c:v>
                </c:pt>
                <c:pt idx="1668">
                  <c:v>43.164999999999999</c:v>
                </c:pt>
                <c:pt idx="1669">
                  <c:v>1830</c:v>
                </c:pt>
                <c:pt idx="1670">
                  <c:v>1830</c:v>
                </c:pt>
                <c:pt idx="1671">
                  <c:v>1800</c:v>
                </c:pt>
                <c:pt idx="1672">
                  <c:v>1800</c:v>
                </c:pt>
                <c:pt idx="1673">
                  <c:v>5.5E-2</c:v>
                </c:pt>
                <c:pt idx="1674">
                  <c:v>0.11</c:v>
                </c:pt>
                <c:pt idx="1675">
                  <c:v>0.19500000000000001</c:v>
                </c:pt>
                <c:pt idx="1676">
                  <c:v>0.25</c:v>
                </c:pt>
                <c:pt idx="1677">
                  <c:v>0.38</c:v>
                </c:pt>
                <c:pt idx="1678">
                  <c:v>0.54249999999999998</c:v>
                </c:pt>
                <c:pt idx="1679">
                  <c:v>0.6875</c:v>
                </c:pt>
                <c:pt idx="1680">
                  <c:v>0.85250000000000004</c:v>
                </c:pt>
                <c:pt idx="1681">
                  <c:v>55.802500000000002</c:v>
                </c:pt>
                <c:pt idx="1682">
                  <c:v>54.204999999999998</c:v>
                </c:pt>
                <c:pt idx="1683">
                  <c:v>59.737499999999997</c:v>
                </c:pt>
                <c:pt idx="1684">
                  <c:v>64.827500000000001</c:v>
                </c:pt>
                <c:pt idx="1685">
                  <c:v>70.392499999999998</c:v>
                </c:pt>
                <c:pt idx="1686">
                  <c:v>74.8125</c:v>
                </c:pt>
                <c:pt idx="1687">
                  <c:v>80.885000000000005</c:v>
                </c:pt>
                <c:pt idx="1688">
                  <c:v>77.62</c:v>
                </c:pt>
                <c:pt idx="1689">
                  <c:v>78.032499999999999</c:v>
                </c:pt>
                <c:pt idx="1690">
                  <c:v>78.94</c:v>
                </c:pt>
                <c:pt idx="1691">
                  <c:v>79.227500000000006</c:v>
                </c:pt>
                <c:pt idx="1692">
                  <c:v>80.875</c:v>
                </c:pt>
                <c:pt idx="1693">
                  <c:v>86.32</c:v>
                </c:pt>
                <c:pt idx="1694">
                  <c:v>83.594999999999999</c:v>
                </c:pt>
                <c:pt idx="1695">
                  <c:v>86.217500000000001</c:v>
                </c:pt>
                <c:pt idx="1696">
                  <c:v>87.572500000000005</c:v>
                </c:pt>
                <c:pt idx="1697">
                  <c:v>85.555000000000007</c:v>
                </c:pt>
                <c:pt idx="1698">
                  <c:v>82.504999999999995</c:v>
                </c:pt>
                <c:pt idx="1699">
                  <c:v>85.42</c:v>
                </c:pt>
                <c:pt idx="1700">
                  <c:v>78.802499999999995</c:v>
                </c:pt>
                <c:pt idx="1701">
                  <c:v>78.105000000000004</c:v>
                </c:pt>
                <c:pt idx="1702">
                  <c:v>77.877499999999998</c:v>
                </c:pt>
                <c:pt idx="1703">
                  <c:v>79.352500000000006</c:v>
                </c:pt>
                <c:pt idx="1704">
                  <c:v>80.112499999999997</c:v>
                </c:pt>
                <c:pt idx="1705">
                  <c:v>84.997500000000002</c:v>
                </c:pt>
                <c:pt idx="1706">
                  <c:v>78.797499999999999</c:v>
                </c:pt>
                <c:pt idx="1707">
                  <c:v>78.797499999999999</c:v>
                </c:pt>
                <c:pt idx="1708">
                  <c:v>77.457499999999996</c:v>
                </c:pt>
                <c:pt idx="1709">
                  <c:v>76.3</c:v>
                </c:pt>
                <c:pt idx="1710">
                  <c:v>74.212500000000006</c:v>
                </c:pt>
                <c:pt idx="1711">
                  <c:v>76.81</c:v>
                </c:pt>
                <c:pt idx="1712">
                  <c:v>70.1875</c:v>
                </c:pt>
                <c:pt idx="1713">
                  <c:v>68.92</c:v>
                </c:pt>
                <c:pt idx="1714">
                  <c:v>68.547499999999999</c:v>
                </c:pt>
                <c:pt idx="1715">
                  <c:v>59.515000000000001</c:v>
                </c:pt>
                <c:pt idx="1716">
                  <c:v>58.674999999999997</c:v>
                </c:pt>
                <c:pt idx="1717">
                  <c:v>62.7</c:v>
                </c:pt>
                <c:pt idx="1718">
                  <c:v>55.46</c:v>
                </c:pt>
                <c:pt idx="1719">
                  <c:v>53.092500000000001</c:v>
                </c:pt>
                <c:pt idx="1720">
                  <c:v>50.537500000000001</c:v>
                </c:pt>
                <c:pt idx="1721">
                  <c:v>1800</c:v>
                </c:pt>
                <c:pt idx="1722">
                  <c:v>1800</c:v>
                </c:pt>
                <c:pt idx="1723">
                  <c:v>1806</c:v>
                </c:pt>
                <c:pt idx="1724">
                  <c:v>1806</c:v>
                </c:pt>
                <c:pt idx="1725">
                  <c:v>54.147500000000001</c:v>
                </c:pt>
                <c:pt idx="1726">
                  <c:v>53.52</c:v>
                </c:pt>
                <c:pt idx="1727">
                  <c:v>57.2575</c:v>
                </c:pt>
                <c:pt idx="1728">
                  <c:v>61.484999999999999</c:v>
                </c:pt>
                <c:pt idx="1729">
                  <c:v>64.717500000000001</c:v>
                </c:pt>
                <c:pt idx="1730">
                  <c:v>69.08</c:v>
                </c:pt>
                <c:pt idx="1731">
                  <c:v>76.89</c:v>
                </c:pt>
                <c:pt idx="1732">
                  <c:v>74.652500000000003</c:v>
                </c:pt>
                <c:pt idx="1733">
                  <c:v>76.394999999999996</c:v>
                </c:pt>
                <c:pt idx="1734">
                  <c:v>78.087500000000006</c:v>
                </c:pt>
                <c:pt idx="1735">
                  <c:v>80.204999999999998</c:v>
                </c:pt>
                <c:pt idx="1736">
                  <c:v>80.922499999999999</c:v>
                </c:pt>
                <c:pt idx="1737">
                  <c:v>86.534999999999997</c:v>
                </c:pt>
                <c:pt idx="1738">
                  <c:v>82.34</c:v>
                </c:pt>
                <c:pt idx="1739">
                  <c:v>83.1</c:v>
                </c:pt>
                <c:pt idx="1740">
                  <c:v>83.53</c:v>
                </c:pt>
                <c:pt idx="1741">
                  <c:v>83.717500000000001</c:v>
                </c:pt>
                <c:pt idx="1742">
                  <c:v>82.592500000000001</c:v>
                </c:pt>
                <c:pt idx="1743">
                  <c:v>86.387500000000003</c:v>
                </c:pt>
                <c:pt idx="1744">
                  <c:v>79.22</c:v>
                </c:pt>
                <c:pt idx="1745">
                  <c:v>77.864999999999995</c:v>
                </c:pt>
                <c:pt idx="1746">
                  <c:v>75.372500000000002</c:v>
                </c:pt>
                <c:pt idx="1747">
                  <c:v>75.617500000000007</c:v>
                </c:pt>
                <c:pt idx="1748">
                  <c:v>75.775000000000006</c:v>
                </c:pt>
                <c:pt idx="1749">
                  <c:v>80.905000000000001</c:v>
                </c:pt>
                <c:pt idx="1750">
                  <c:v>75.984999999999999</c:v>
                </c:pt>
                <c:pt idx="1751">
                  <c:v>75.432500000000005</c:v>
                </c:pt>
                <c:pt idx="1752">
                  <c:v>74.922499999999999</c:v>
                </c:pt>
                <c:pt idx="1753">
                  <c:v>73.69</c:v>
                </c:pt>
                <c:pt idx="1754">
                  <c:v>72.972499999999997</c:v>
                </c:pt>
                <c:pt idx="1755">
                  <c:v>77.8125</c:v>
                </c:pt>
                <c:pt idx="1756">
                  <c:v>72.242500000000007</c:v>
                </c:pt>
                <c:pt idx="1757">
                  <c:v>70.099999999999994</c:v>
                </c:pt>
                <c:pt idx="1758">
                  <c:v>63.86</c:v>
                </c:pt>
                <c:pt idx="1759">
                  <c:v>62.375</c:v>
                </c:pt>
                <c:pt idx="1760">
                  <c:v>60.244999999999997</c:v>
                </c:pt>
                <c:pt idx="1761">
                  <c:v>63.7425</c:v>
                </c:pt>
                <c:pt idx="1762">
                  <c:v>56.244999999999997</c:v>
                </c:pt>
                <c:pt idx="1763">
                  <c:v>53.9375</c:v>
                </c:pt>
                <c:pt idx="1764">
                  <c:v>52.807499999999997</c:v>
                </c:pt>
                <c:pt idx="1765">
                  <c:v>1806</c:v>
                </c:pt>
                <c:pt idx="1766">
                  <c:v>1806</c:v>
                </c:pt>
                <c:pt idx="1767">
                  <c:v>1878</c:v>
                </c:pt>
                <c:pt idx="1768">
                  <c:v>1878</c:v>
                </c:pt>
                <c:pt idx="1769" formatCode="0.00">
                  <c:v>0</c:v>
                </c:pt>
                <c:pt idx="1770" formatCode="0.00">
                  <c:v>0</c:v>
                </c:pt>
                <c:pt idx="1771" formatCode="0.00">
                  <c:v>0</c:v>
                </c:pt>
                <c:pt idx="1772" formatCode="0.00">
                  <c:v>0</c:v>
                </c:pt>
                <c:pt idx="1773" formatCode="0.00">
                  <c:v>0</c:v>
                </c:pt>
                <c:pt idx="1774" formatCode="0.00">
                  <c:v>0</c:v>
                </c:pt>
                <c:pt idx="1775">
                  <c:v>53.95</c:v>
                </c:pt>
                <c:pt idx="1776">
                  <c:v>53.13</c:v>
                </c:pt>
                <c:pt idx="1777">
                  <c:v>57.142499999999998</c:v>
                </c:pt>
                <c:pt idx="1778">
                  <c:v>61.457500000000003</c:v>
                </c:pt>
                <c:pt idx="1779">
                  <c:v>64.510000000000005</c:v>
                </c:pt>
                <c:pt idx="1780">
                  <c:v>68.260000000000005</c:v>
                </c:pt>
                <c:pt idx="1781">
                  <c:v>75.827500000000001</c:v>
                </c:pt>
                <c:pt idx="1782">
                  <c:v>73.745000000000005</c:v>
                </c:pt>
                <c:pt idx="1783">
                  <c:v>76.334999999999994</c:v>
                </c:pt>
                <c:pt idx="1784">
                  <c:v>77.597499999999997</c:v>
                </c:pt>
                <c:pt idx="1785">
                  <c:v>80.045000000000002</c:v>
                </c:pt>
                <c:pt idx="1786">
                  <c:v>80.417500000000004</c:v>
                </c:pt>
                <c:pt idx="1787">
                  <c:v>85.33</c:v>
                </c:pt>
                <c:pt idx="1788">
                  <c:v>78.987499999999997</c:v>
                </c:pt>
                <c:pt idx="1789">
                  <c:v>77.902500000000003</c:v>
                </c:pt>
                <c:pt idx="1790">
                  <c:v>78.03</c:v>
                </c:pt>
                <c:pt idx="1791">
                  <c:v>79.132499999999993</c:v>
                </c:pt>
                <c:pt idx="1792">
                  <c:v>80.052499999999995</c:v>
                </c:pt>
                <c:pt idx="1793">
                  <c:v>86.987499999999997</c:v>
                </c:pt>
                <c:pt idx="1794">
                  <c:v>82.482500000000002</c:v>
                </c:pt>
                <c:pt idx="1795">
                  <c:v>81.61</c:v>
                </c:pt>
                <c:pt idx="1796">
                  <c:v>80.287499999999994</c:v>
                </c:pt>
                <c:pt idx="1797">
                  <c:v>80.849999999999994</c:v>
                </c:pt>
                <c:pt idx="1798">
                  <c:v>81.247500000000002</c:v>
                </c:pt>
                <c:pt idx="1799">
                  <c:v>86.527500000000003</c:v>
                </c:pt>
                <c:pt idx="1800">
                  <c:v>82.227500000000006</c:v>
                </c:pt>
                <c:pt idx="1801">
                  <c:v>81.56</c:v>
                </c:pt>
                <c:pt idx="1802">
                  <c:v>80.822500000000005</c:v>
                </c:pt>
                <c:pt idx="1803">
                  <c:v>79.105000000000004</c:v>
                </c:pt>
                <c:pt idx="1804">
                  <c:v>78.417500000000004</c:v>
                </c:pt>
                <c:pt idx="1805">
                  <c:v>83.262500000000003</c:v>
                </c:pt>
                <c:pt idx="1806">
                  <c:v>76.337500000000006</c:v>
                </c:pt>
                <c:pt idx="1807">
                  <c:v>74.635000000000005</c:v>
                </c:pt>
                <c:pt idx="1808">
                  <c:v>72.182500000000005</c:v>
                </c:pt>
                <c:pt idx="1809">
                  <c:v>71.722499999999997</c:v>
                </c:pt>
                <c:pt idx="1810">
                  <c:v>71.424999999999997</c:v>
                </c:pt>
                <c:pt idx="1811">
                  <c:v>75.48</c:v>
                </c:pt>
                <c:pt idx="1812">
                  <c:v>69.594999999999999</c:v>
                </c:pt>
                <c:pt idx="1813">
                  <c:v>68.44</c:v>
                </c:pt>
                <c:pt idx="1814">
                  <c:v>64.7</c:v>
                </c:pt>
                <c:pt idx="1815">
                  <c:v>1878</c:v>
                </c:pt>
                <c:pt idx="1816">
                  <c:v>1878</c:v>
                </c:pt>
                <c:pt idx="1817">
                  <c:v>1839</c:v>
                </c:pt>
                <c:pt idx="1818">
                  <c:v>1839</c:v>
                </c:pt>
                <c:pt idx="1819">
                  <c:v>5.5E-2</c:v>
                </c:pt>
                <c:pt idx="1820">
                  <c:v>0.2225</c:v>
                </c:pt>
                <c:pt idx="1821">
                  <c:v>0.56499999999999995</c:v>
                </c:pt>
                <c:pt idx="1822">
                  <c:v>1.32</c:v>
                </c:pt>
                <c:pt idx="1823">
                  <c:v>2.4674999999999998</c:v>
                </c:pt>
                <c:pt idx="1824">
                  <c:v>3.95</c:v>
                </c:pt>
                <c:pt idx="1825">
                  <c:v>5.6825000000000001</c:v>
                </c:pt>
                <c:pt idx="1826">
                  <c:v>32.61</c:v>
                </c:pt>
                <c:pt idx="1827">
                  <c:v>101.31</c:v>
                </c:pt>
                <c:pt idx="1828">
                  <c:v>122.99</c:v>
                </c:pt>
                <c:pt idx="1829">
                  <c:v>147.63499999999999</c:v>
                </c:pt>
                <c:pt idx="1830">
                  <c:v>172.17</c:v>
                </c:pt>
                <c:pt idx="1831">
                  <c:v>198.21299999999999</c:v>
                </c:pt>
                <c:pt idx="1832">
                  <c:v>208.827</c:v>
                </c:pt>
                <c:pt idx="1833">
                  <c:v>214.38300000000001</c:v>
                </c:pt>
                <c:pt idx="1834">
                  <c:v>210.702</c:v>
                </c:pt>
                <c:pt idx="1835">
                  <c:v>249.892</c:v>
                </c:pt>
                <c:pt idx="1836">
                  <c:v>250.73699999999999</c:v>
                </c:pt>
                <c:pt idx="1837">
                  <c:v>250.38499999999999</c:v>
                </c:pt>
                <c:pt idx="1838">
                  <c:v>249.71</c:v>
                </c:pt>
                <c:pt idx="1839">
                  <c:v>254.56200000000001</c:v>
                </c:pt>
                <c:pt idx="1840">
                  <c:v>249.245</c:v>
                </c:pt>
                <c:pt idx="1841">
                  <c:v>248.71</c:v>
                </c:pt>
                <c:pt idx="1842">
                  <c:v>248.738</c:v>
                </c:pt>
                <c:pt idx="1843">
                  <c:v>252.62299999999999</c:v>
                </c:pt>
                <c:pt idx="1844">
                  <c:v>256.40499999999997</c:v>
                </c:pt>
                <c:pt idx="1845">
                  <c:v>263.69</c:v>
                </c:pt>
                <c:pt idx="1846">
                  <c:v>259.63499999999999</c:v>
                </c:pt>
                <c:pt idx="1847">
                  <c:v>259.32499999999999</c:v>
                </c:pt>
                <c:pt idx="1848">
                  <c:v>259.06299999999999</c:v>
                </c:pt>
                <c:pt idx="1849">
                  <c:v>260.12</c:v>
                </c:pt>
                <c:pt idx="1850">
                  <c:v>261.548</c:v>
                </c:pt>
                <c:pt idx="1851">
                  <c:v>267.59500000000003</c:v>
                </c:pt>
                <c:pt idx="1852">
                  <c:v>263.20800000000003</c:v>
                </c:pt>
                <c:pt idx="1853">
                  <c:v>263.76</c:v>
                </c:pt>
                <c:pt idx="1854">
                  <c:v>263.43</c:v>
                </c:pt>
                <c:pt idx="1855">
                  <c:v>239.57499999999999</c:v>
                </c:pt>
                <c:pt idx="1856">
                  <c:v>215.62799999999999</c:v>
                </c:pt>
                <c:pt idx="1857">
                  <c:v>196.83</c:v>
                </c:pt>
                <c:pt idx="1858">
                  <c:v>167.11</c:v>
                </c:pt>
                <c:pt idx="1859">
                  <c:v>142.642</c:v>
                </c:pt>
                <c:pt idx="1860">
                  <c:v>116.997</c:v>
                </c:pt>
                <c:pt idx="1861">
                  <c:v>91.917500000000004</c:v>
                </c:pt>
                <c:pt idx="1862">
                  <c:v>65.694999999999993</c:v>
                </c:pt>
                <c:pt idx="1863">
                  <c:v>70.997500000000002</c:v>
                </c:pt>
                <c:pt idx="1864">
                  <c:v>65.652500000000003</c:v>
                </c:pt>
                <c:pt idx="1865">
                  <c:v>66.012500000000003</c:v>
                </c:pt>
                <c:pt idx="1866">
                  <c:v>64.765000000000001</c:v>
                </c:pt>
                <c:pt idx="1867">
                  <c:v>4.3150000000000004</c:v>
                </c:pt>
                <c:pt idx="1868">
                  <c:v>2.78</c:v>
                </c:pt>
                <c:pt idx="1869">
                  <c:v>1.2825</c:v>
                </c:pt>
                <c:pt idx="1870">
                  <c:v>0.53249999999999997</c:v>
                </c:pt>
                <c:pt idx="1871">
                  <c:v>1839</c:v>
                </c:pt>
                <c:pt idx="1872">
                  <c:v>1839</c:v>
                </c:pt>
                <c:pt idx="1873">
                  <c:v>2040</c:v>
                </c:pt>
                <c:pt idx="1874">
                  <c:v>2040</c:v>
                </c:pt>
                <c:pt idx="1875">
                  <c:v>5.5E-2</c:v>
                </c:pt>
                <c:pt idx="1876">
                  <c:v>0.1275</c:v>
                </c:pt>
                <c:pt idx="1877">
                  <c:v>0.26</c:v>
                </c:pt>
                <c:pt idx="1878">
                  <c:v>0.78500000000000003</c:v>
                </c:pt>
                <c:pt idx="1879">
                  <c:v>2.06</c:v>
                </c:pt>
                <c:pt idx="1880">
                  <c:v>3.5750000000000002</c:v>
                </c:pt>
                <c:pt idx="1881">
                  <c:v>5.1375000000000002</c:v>
                </c:pt>
                <c:pt idx="1882">
                  <c:v>7.6550000000000002</c:v>
                </c:pt>
                <c:pt idx="1883">
                  <c:v>15.202500000000001</c:v>
                </c:pt>
                <c:pt idx="1884">
                  <c:v>17.86</c:v>
                </c:pt>
                <c:pt idx="1885">
                  <c:v>20.664999999999999</c:v>
                </c:pt>
                <c:pt idx="1886">
                  <c:v>22.122499999999999</c:v>
                </c:pt>
                <c:pt idx="1887">
                  <c:v>24.2075</c:v>
                </c:pt>
                <c:pt idx="1888">
                  <c:v>26.512499999999999</c:v>
                </c:pt>
                <c:pt idx="1889">
                  <c:v>29.195</c:v>
                </c:pt>
                <c:pt idx="1890">
                  <c:v>31.934999999999999</c:v>
                </c:pt>
                <c:pt idx="1891">
                  <c:v>33.552500000000002</c:v>
                </c:pt>
                <c:pt idx="1892">
                  <c:v>34.604999999999997</c:v>
                </c:pt>
                <c:pt idx="1893">
                  <c:v>35.83</c:v>
                </c:pt>
                <c:pt idx="1894">
                  <c:v>36.225000000000001</c:v>
                </c:pt>
                <c:pt idx="1895">
                  <c:v>36.435000000000002</c:v>
                </c:pt>
                <c:pt idx="1896">
                  <c:v>36.924999999999997</c:v>
                </c:pt>
                <c:pt idx="1897">
                  <c:v>37.344999999999999</c:v>
                </c:pt>
                <c:pt idx="1898">
                  <c:v>38.299999999999997</c:v>
                </c:pt>
                <c:pt idx="1899">
                  <c:v>38.83</c:v>
                </c:pt>
                <c:pt idx="1900">
                  <c:v>38.79</c:v>
                </c:pt>
                <c:pt idx="1901">
                  <c:v>37.005000000000003</c:v>
                </c:pt>
                <c:pt idx="1902">
                  <c:v>36.947499999999998</c:v>
                </c:pt>
                <c:pt idx="1903">
                  <c:v>36.597499999999997</c:v>
                </c:pt>
                <c:pt idx="1904">
                  <c:v>37.232500000000002</c:v>
                </c:pt>
                <c:pt idx="1905">
                  <c:v>36.594999999999999</c:v>
                </c:pt>
                <c:pt idx="1906">
                  <c:v>35.322499999999998</c:v>
                </c:pt>
                <c:pt idx="1907">
                  <c:v>33.037500000000001</c:v>
                </c:pt>
                <c:pt idx="1908">
                  <c:v>32.645000000000003</c:v>
                </c:pt>
                <c:pt idx="1909">
                  <c:v>30.545000000000002</c:v>
                </c:pt>
                <c:pt idx="1910">
                  <c:v>30.8475</c:v>
                </c:pt>
                <c:pt idx="1911">
                  <c:v>29.295000000000002</c:v>
                </c:pt>
                <c:pt idx="1912">
                  <c:v>30.7075</c:v>
                </c:pt>
                <c:pt idx="1913">
                  <c:v>30.135000000000002</c:v>
                </c:pt>
                <c:pt idx="1914">
                  <c:v>28.572500000000002</c:v>
                </c:pt>
                <c:pt idx="1915">
                  <c:v>27.0825</c:v>
                </c:pt>
                <c:pt idx="1916">
                  <c:v>20.6875</c:v>
                </c:pt>
                <c:pt idx="1917">
                  <c:v>18.305</c:v>
                </c:pt>
                <c:pt idx="1918">
                  <c:v>15.9925</c:v>
                </c:pt>
                <c:pt idx="1919">
                  <c:v>13.2125</c:v>
                </c:pt>
                <c:pt idx="1920">
                  <c:v>10.827500000000001</c:v>
                </c:pt>
                <c:pt idx="1921">
                  <c:v>8.4049999999999994</c:v>
                </c:pt>
                <c:pt idx="1922">
                  <c:v>6.1</c:v>
                </c:pt>
                <c:pt idx="1923">
                  <c:v>4.4950000000000001</c:v>
                </c:pt>
                <c:pt idx="1924">
                  <c:v>3.0575000000000001</c:v>
                </c:pt>
                <c:pt idx="1925">
                  <c:v>1.905</c:v>
                </c:pt>
                <c:pt idx="1926">
                  <c:v>0.45250000000000001</c:v>
                </c:pt>
                <c:pt idx="1927" formatCode="0.00">
                  <c:v>0</c:v>
                </c:pt>
                <c:pt idx="1928" formatCode="0.00">
                  <c:v>0</c:v>
                </c:pt>
                <c:pt idx="1929">
                  <c:v>2046</c:v>
                </c:pt>
                <c:pt idx="1930">
                  <c:v>2040</c:v>
                </c:pt>
                <c:pt idx="1931">
                  <c:v>189</c:v>
                </c:pt>
                <c:pt idx="1932">
                  <c:v>189</c:v>
                </c:pt>
                <c:pt idx="1933">
                  <c:v>138.55500000000001</c:v>
                </c:pt>
                <c:pt idx="1934">
                  <c:v>138.37799999999999</c:v>
                </c:pt>
                <c:pt idx="1935">
                  <c:v>138.435</c:v>
                </c:pt>
                <c:pt idx="1936">
                  <c:v>138.53</c:v>
                </c:pt>
                <c:pt idx="1937">
                  <c:v>141.55500000000001</c:v>
                </c:pt>
                <c:pt idx="1938">
                  <c:v>143.05000000000001</c:v>
                </c:pt>
                <c:pt idx="1939">
                  <c:v>144.483</c:v>
                </c:pt>
                <c:pt idx="1940">
                  <c:v>146.792</c:v>
                </c:pt>
                <c:pt idx="1941">
                  <c:v>190.54300000000001</c:v>
                </c:pt>
                <c:pt idx="1942">
                  <c:v>187.03299999999999</c:v>
                </c:pt>
                <c:pt idx="1943">
                  <c:v>186.435</c:v>
                </c:pt>
                <c:pt idx="1944">
                  <c:v>185.99</c:v>
                </c:pt>
                <c:pt idx="1945">
                  <c:v>210.477</c:v>
                </c:pt>
                <c:pt idx="1946">
                  <c:v>261.41800000000001</c:v>
                </c:pt>
                <c:pt idx="1947">
                  <c:v>291.26499999999999</c:v>
                </c:pt>
                <c:pt idx="1948">
                  <c:v>312.02</c:v>
                </c:pt>
                <c:pt idx="1949">
                  <c:v>312.74</c:v>
                </c:pt>
                <c:pt idx="1950">
                  <c:v>313.42</c:v>
                </c:pt>
                <c:pt idx="1951">
                  <c:v>314.72500000000002</c:v>
                </c:pt>
                <c:pt idx="1952">
                  <c:v>315.74799999999999</c:v>
                </c:pt>
                <c:pt idx="1953">
                  <c:v>321.51499999999999</c:v>
                </c:pt>
                <c:pt idx="1954">
                  <c:v>317.173</c:v>
                </c:pt>
                <c:pt idx="1955">
                  <c:v>316.70499999999998</c:v>
                </c:pt>
                <c:pt idx="1956">
                  <c:v>317.84500000000003</c:v>
                </c:pt>
                <c:pt idx="1957">
                  <c:v>318.69299999999998</c:v>
                </c:pt>
                <c:pt idx="1958">
                  <c:v>319.613</c:v>
                </c:pt>
                <c:pt idx="1959">
                  <c:v>324.22800000000001</c:v>
                </c:pt>
                <c:pt idx="1960">
                  <c:v>317.88499999999999</c:v>
                </c:pt>
                <c:pt idx="1961">
                  <c:v>316.62799999999999</c:v>
                </c:pt>
                <c:pt idx="1962">
                  <c:v>316.065</c:v>
                </c:pt>
                <c:pt idx="1963">
                  <c:v>316.875</c:v>
                </c:pt>
                <c:pt idx="1964">
                  <c:v>317.625</c:v>
                </c:pt>
                <c:pt idx="1965">
                  <c:v>316.03199999999998</c:v>
                </c:pt>
                <c:pt idx="1966">
                  <c:v>303.88299999999998</c:v>
                </c:pt>
                <c:pt idx="1967">
                  <c:v>295.863</c:v>
                </c:pt>
                <c:pt idx="1968">
                  <c:v>288.72199999999998</c:v>
                </c:pt>
                <c:pt idx="1969">
                  <c:v>256.45</c:v>
                </c:pt>
                <c:pt idx="1970">
                  <c:v>223.91499999999999</c:v>
                </c:pt>
                <c:pt idx="1971">
                  <c:v>195.67500000000001</c:v>
                </c:pt>
                <c:pt idx="1972">
                  <c:v>158.18199999999999</c:v>
                </c:pt>
                <c:pt idx="1973">
                  <c:v>100.01300000000001</c:v>
                </c:pt>
                <c:pt idx="1974">
                  <c:v>100.68</c:v>
                </c:pt>
                <c:pt idx="1975">
                  <c:v>101.378</c:v>
                </c:pt>
                <c:pt idx="1976">
                  <c:v>102.76</c:v>
                </c:pt>
                <c:pt idx="1977">
                  <c:v>65.622500000000002</c:v>
                </c:pt>
                <c:pt idx="1978">
                  <c:v>60.435000000000002</c:v>
                </c:pt>
                <c:pt idx="1979">
                  <c:v>59.994999999999997</c:v>
                </c:pt>
                <c:pt idx="1980">
                  <c:v>60.947499999999998</c:v>
                </c:pt>
                <c:pt idx="1981">
                  <c:v>5.12</c:v>
                </c:pt>
                <c:pt idx="1982">
                  <c:v>3.0125000000000002</c:v>
                </c:pt>
                <c:pt idx="1983">
                  <c:v>1.7749999999999999</c:v>
                </c:pt>
                <c:pt idx="1984">
                  <c:v>0.3175</c:v>
                </c:pt>
                <c:pt idx="1985" formatCode="0.00">
                  <c:v>0</c:v>
                </c:pt>
                <c:pt idx="1986" formatCode="0.00">
                  <c:v>0</c:v>
                </c:pt>
                <c:pt idx="1987">
                  <c:v>189</c:v>
                </c:pt>
                <c:pt idx="1988">
                  <c:v>189</c:v>
                </c:pt>
                <c:pt idx="1989">
                  <c:v>624</c:v>
                </c:pt>
                <c:pt idx="1990">
                  <c:v>24</c:v>
                </c:pt>
                <c:pt idx="1991">
                  <c:v>4.3875000000000002</c:v>
                </c:pt>
                <c:pt idx="1992">
                  <c:v>4.2750000000000004</c:v>
                </c:pt>
                <c:pt idx="1993">
                  <c:v>4.7649999999999997</c:v>
                </c:pt>
                <c:pt idx="1994">
                  <c:v>5.0374999999999996</c:v>
                </c:pt>
                <c:pt idx="1995">
                  <c:v>55.732500000000002</c:v>
                </c:pt>
                <c:pt idx="1996">
                  <c:v>56.722499999999997</c:v>
                </c:pt>
                <c:pt idx="1997">
                  <c:v>58.052500000000002</c:v>
                </c:pt>
                <c:pt idx="1998">
                  <c:v>59.787500000000001</c:v>
                </c:pt>
                <c:pt idx="1999">
                  <c:v>225.07499999999999</c:v>
                </c:pt>
                <c:pt idx="2000">
                  <c:v>220.91499999999999</c:v>
                </c:pt>
                <c:pt idx="2001">
                  <c:v>221.47</c:v>
                </c:pt>
                <c:pt idx="2002">
                  <c:v>222.423</c:v>
                </c:pt>
                <c:pt idx="2003">
                  <c:v>171.375</c:v>
                </c:pt>
                <c:pt idx="2004">
                  <c:v>172.34200000000001</c:v>
                </c:pt>
                <c:pt idx="2005">
                  <c:v>177.55799999999999</c:v>
                </c:pt>
                <c:pt idx="2006">
                  <c:v>173.13499999999999</c:v>
                </c:pt>
                <c:pt idx="2007">
                  <c:v>226.20699999999999</c:v>
                </c:pt>
                <c:pt idx="2008">
                  <c:v>225.255</c:v>
                </c:pt>
                <c:pt idx="2009">
                  <c:v>225.035</c:v>
                </c:pt>
                <c:pt idx="2010">
                  <c:v>224.58500000000001</c:v>
                </c:pt>
                <c:pt idx="2011">
                  <c:v>230.03700000000001</c:v>
                </c:pt>
                <c:pt idx="2012">
                  <c:v>225.82499999999999</c:v>
                </c:pt>
                <c:pt idx="2013">
                  <c:v>225.303</c:v>
                </c:pt>
                <c:pt idx="2014">
                  <c:v>224.75299999999999</c:v>
                </c:pt>
                <c:pt idx="2015">
                  <c:v>225.70699999999999</c:v>
                </c:pt>
                <c:pt idx="2016">
                  <c:v>225.11</c:v>
                </c:pt>
                <c:pt idx="2017">
                  <c:v>228.81</c:v>
                </c:pt>
                <c:pt idx="2018">
                  <c:v>223.245</c:v>
                </c:pt>
                <c:pt idx="2019">
                  <c:v>222.78</c:v>
                </c:pt>
                <c:pt idx="2020">
                  <c:v>223.60300000000001</c:v>
                </c:pt>
                <c:pt idx="2021">
                  <c:v>223.23500000000001</c:v>
                </c:pt>
                <c:pt idx="2022">
                  <c:v>224.608</c:v>
                </c:pt>
                <c:pt idx="2023">
                  <c:v>230.08799999999999</c:v>
                </c:pt>
                <c:pt idx="2024">
                  <c:v>225.155</c:v>
                </c:pt>
                <c:pt idx="2025">
                  <c:v>226.142</c:v>
                </c:pt>
                <c:pt idx="2026">
                  <c:v>226.68</c:v>
                </c:pt>
                <c:pt idx="2027">
                  <c:v>275.08199999999999</c:v>
                </c:pt>
                <c:pt idx="2028">
                  <c:v>276.04300000000001</c:v>
                </c:pt>
                <c:pt idx="2029">
                  <c:v>280.99200000000002</c:v>
                </c:pt>
                <c:pt idx="2030">
                  <c:v>276.18200000000002</c:v>
                </c:pt>
                <c:pt idx="2031">
                  <c:v>225.637</c:v>
                </c:pt>
                <c:pt idx="2032">
                  <c:v>225.86799999999999</c:v>
                </c:pt>
                <c:pt idx="2033">
                  <c:v>224.69499999999999</c:v>
                </c:pt>
                <c:pt idx="2034">
                  <c:v>225.62799999999999</c:v>
                </c:pt>
                <c:pt idx="2035">
                  <c:v>56.652500000000003</c:v>
                </c:pt>
                <c:pt idx="2036">
                  <c:v>51.352499999999999</c:v>
                </c:pt>
                <c:pt idx="2037">
                  <c:v>51.225000000000001</c:v>
                </c:pt>
                <c:pt idx="2038">
                  <c:v>51.204999999999998</c:v>
                </c:pt>
                <c:pt idx="2039">
                  <c:v>3.8450000000000002</c:v>
                </c:pt>
                <c:pt idx="2040">
                  <c:v>2.6225000000000001</c:v>
                </c:pt>
                <c:pt idx="2041">
                  <c:v>1.4724999999999999</c:v>
                </c:pt>
                <c:pt idx="2042">
                  <c:v>24</c:v>
                </c:pt>
                <c:pt idx="2043">
                  <c:v>624</c:v>
                </c:pt>
                <c:pt idx="2044">
                  <c:v>51.895000000000003</c:v>
                </c:pt>
                <c:pt idx="2045">
                  <c:v>46.42</c:v>
                </c:pt>
                <c:pt idx="2046">
                  <c:v>46.45</c:v>
                </c:pt>
                <c:pt idx="2047">
                  <c:v>49.5</c:v>
                </c:pt>
                <c:pt idx="2048">
                  <c:v>53.75</c:v>
                </c:pt>
                <c:pt idx="2049">
                  <c:v>52.75</c:v>
                </c:pt>
                <c:pt idx="2050">
                  <c:v>57.25</c:v>
                </c:pt>
                <c:pt idx="2051">
                  <c:v>51.75</c:v>
                </c:pt>
                <c:pt idx="2052">
                  <c:v>49.25</c:v>
                </c:pt>
                <c:pt idx="2053">
                  <c:v>47.25</c:v>
                </c:pt>
                <c:pt idx="2054">
                  <c:v>45.5</c:v>
                </c:pt>
                <c:pt idx="2055">
                  <c:v>44</c:v>
                </c:pt>
                <c:pt idx="2056">
                  <c:v>49</c:v>
                </c:pt>
                <c:pt idx="2057">
                  <c:v>42.5</c:v>
                </c:pt>
                <c:pt idx="2058">
                  <c:v>42.25</c:v>
                </c:pt>
                <c:pt idx="2059">
                  <c:v>41.5</c:v>
                </c:pt>
                <c:pt idx="2060">
                  <c:v>115.5</c:v>
                </c:pt>
                <c:pt idx="2061">
                  <c:v>114.75</c:v>
                </c:pt>
                <c:pt idx="2062">
                  <c:v>119</c:v>
                </c:pt>
                <c:pt idx="2063">
                  <c:v>113.75</c:v>
                </c:pt>
                <c:pt idx="2064">
                  <c:v>113.25</c:v>
                </c:pt>
                <c:pt idx="2065">
                  <c:v>113.25</c:v>
                </c:pt>
                <c:pt idx="2066">
                  <c:v>115</c:v>
                </c:pt>
                <c:pt idx="2067">
                  <c:v>118</c:v>
                </c:pt>
                <c:pt idx="2068">
                  <c:v>125.5</c:v>
                </c:pt>
                <c:pt idx="2069">
                  <c:v>123</c:v>
                </c:pt>
                <c:pt idx="2070">
                  <c:v>125.5</c:v>
                </c:pt>
                <c:pt idx="2071">
                  <c:v>127</c:v>
                </c:pt>
                <c:pt idx="2072">
                  <c:v>129</c:v>
                </c:pt>
                <c:pt idx="2073">
                  <c:v>130</c:v>
                </c:pt>
                <c:pt idx="2074">
                  <c:v>136</c:v>
                </c:pt>
                <c:pt idx="2075">
                  <c:v>133.25</c:v>
                </c:pt>
                <c:pt idx="2076">
                  <c:v>51.442500000000003</c:v>
                </c:pt>
                <c:pt idx="2077">
                  <c:v>51.67</c:v>
                </c:pt>
                <c:pt idx="2078">
                  <c:v>53.397500000000001</c:v>
                </c:pt>
                <c:pt idx="2079">
                  <c:v>55.1175</c:v>
                </c:pt>
                <c:pt idx="2080">
                  <c:v>62.592500000000001</c:v>
                </c:pt>
                <c:pt idx="2081">
                  <c:v>61.07</c:v>
                </c:pt>
                <c:pt idx="2082">
                  <c:v>64.0625</c:v>
                </c:pt>
                <c:pt idx="2083">
                  <c:v>66.305000000000007</c:v>
                </c:pt>
                <c:pt idx="2084">
                  <c:v>150</c:v>
                </c:pt>
                <c:pt idx="2085">
                  <c:v>150</c:v>
                </c:pt>
                <c:pt idx="2086">
                  <c:v>150</c:v>
                </c:pt>
                <c:pt idx="2087">
                  <c:v>150</c:v>
                </c:pt>
                <c:pt idx="2088">
                  <c:v>63.5</c:v>
                </c:pt>
                <c:pt idx="2089">
                  <c:v>63</c:v>
                </c:pt>
                <c:pt idx="2090">
                  <c:v>62.5</c:v>
                </c:pt>
                <c:pt idx="2091">
                  <c:v>66</c:v>
                </c:pt>
                <c:pt idx="2092">
                  <c:v>73.75</c:v>
                </c:pt>
                <c:pt idx="2093">
                  <c:v>72.75</c:v>
                </c:pt>
                <c:pt idx="2094">
                  <c:v>73.5</c:v>
                </c:pt>
                <c:pt idx="2095">
                  <c:v>78.25</c:v>
                </c:pt>
                <c:pt idx="2096">
                  <c:v>81</c:v>
                </c:pt>
                <c:pt idx="2097">
                  <c:v>83.75</c:v>
                </c:pt>
                <c:pt idx="2098">
                  <c:v>91</c:v>
                </c:pt>
                <c:pt idx="2099">
                  <c:v>88.5</c:v>
                </c:pt>
                <c:pt idx="2100">
                  <c:v>91.75</c:v>
                </c:pt>
                <c:pt idx="2101">
                  <c:v>92</c:v>
                </c:pt>
                <c:pt idx="2102">
                  <c:v>166.25</c:v>
                </c:pt>
                <c:pt idx="2103">
                  <c:v>164.25</c:v>
                </c:pt>
                <c:pt idx="2104">
                  <c:v>166.75</c:v>
                </c:pt>
                <c:pt idx="2105">
                  <c:v>159.25</c:v>
                </c:pt>
                <c:pt idx="2106">
                  <c:v>155.75</c:v>
                </c:pt>
                <c:pt idx="2107">
                  <c:v>153.75</c:v>
                </c:pt>
                <c:pt idx="2108">
                  <c:v>152.5</c:v>
                </c:pt>
                <c:pt idx="2109">
                  <c:v>153.25</c:v>
                </c:pt>
                <c:pt idx="2110">
                  <c:v>159.5</c:v>
                </c:pt>
                <c:pt idx="2111">
                  <c:v>159.25</c:v>
                </c:pt>
                <c:pt idx="2112">
                  <c:v>163.75</c:v>
                </c:pt>
                <c:pt idx="2113">
                  <c:v>166.25</c:v>
                </c:pt>
                <c:pt idx="2114">
                  <c:v>168.75</c:v>
                </c:pt>
                <c:pt idx="2115">
                  <c:v>171.5</c:v>
                </c:pt>
                <c:pt idx="2116">
                  <c:v>152.75</c:v>
                </c:pt>
                <c:pt idx="2117">
                  <c:v>124</c:v>
                </c:pt>
                <c:pt idx="2118">
                  <c:v>102</c:v>
                </c:pt>
                <c:pt idx="2119">
                  <c:v>104</c:v>
                </c:pt>
                <c:pt idx="2120">
                  <c:v>107</c:v>
                </c:pt>
                <c:pt idx="2121">
                  <c:v>111.25</c:v>
                </c:pt>
                <c:pt idx="2122">
                  <c:v>80.75</c:v>
                </c:pt>
                <c:pt idx="2123">
                  <c:v>77.75</c:v>
                </c:pt>
                <c:pt idx="2124">
                  <c:v>80.25</c:v>
                </c:pt>
                <c:pt idx="2125">
                  <c:v>82.75</c:v>
                </c:pt>
                <c:pt idx="2126">
                  <c:v>396</c:v>
                </c:pt>
                <c:pt idx="2127">
                  <c:v>396</c:v>
                </c:pt>
                <c:pt idx="2128">
                  <c:v>396</c:v>
                </c:pt>
                <c:pt idx="2129">
                  <c:v>0</c:v>
                </c:pt>
                <c:pt idx="2130">
                  <c:v>5.5E-2</c:v>
                </c:pt>
                <c:pt idx="2131">
                  <c:v>0.11</c:v>
                </c:pt>
                <c:pt idx="2132">
                  <c:v>0.17499999999999999</c:v>
                </c:pt>
                <c:pt idx="2133">
                  <c:v>0.23250000000000001</c:v>
                </c:pt>
                <c:pt idx="2134">
                  <c:v>0.32500000000000001</c:v>
                </c:pt>
                <c:pt idx="2135">
                  <c:v>0.52749999999999997</c:v>
                </c:pt>
                <c:pt idx="2136">
                  <c:v>0.75</c:v>
                </c:pt>
                <c:pt idx="2137">
                  <c:v>0.97750000000000004</c:v>
                </c:pt>
                <c:pt idx="2138">
                  <c:v>1.0475000000000001</c:v>
                </c:pt>
                <c:pt idx="2139">
                  <c:v>13.5825</c:v>
                </c:pt>
                <c:pt idx="2140">
                  <c:v>120.188</c:v>
                </c:pt>
                <c:pt idx="2141">
                  <c:v>119.893</c:v>
                </c:pt>
                <c:pt idx="2142">
                  <c:v>118.66</c:v>
                </c:pt>
                <c:pt idx="2143">
                  <c:v>123.13500000000001</c:v>
                </c:pt>
                <c:pt idx="2144">
                  <c:v>129.303</c:v>
                </c:pt>
                <c:pt idx="2145">
                  <c:v>128.40299999999999</c:v>
                </c:pt>
                <c:pt idx="2146">
                  <c:v>125.495</c:v>
                </c:pt>
                <c:pt idx="2147">
                  <c:v>130.517</c:v>
                </c:pt>
                <c:pt idx="2148">
                  <c:v>134.11500000000001</c:v>
                </c:pt>
                <c:pt idx="2149">
                  <c:v>136.46</c:v>
                </c:pt>
                <c:pt idx="2150">
                  <c:v>144.22499999999999</c:v>
                </c:pt>
                <c:pt idx="2151">
                  <c:v>144.05000000000001</c:v>
                </c:pt>
                <c:pt idx="2152">
                  <c:v>148.977</c:v>
                </c:pt>
                <c:pt idx="2153">
                  <c:v>148.81</c:v>
                </c:pt>
                <c:pt idx="2154">
                  <c:v>224.863</c:v>
                </c:pt>
                <c:pt idx="2155">
                  <c:v>224.68</c:v>
                </c:pt>
                <c:pt idx="2156">
                  <c:v>228.375</c:v>
                </c:pt>
                <c:pt idx="2157">
                  <c:v>222.23500000000001</c:v>
                </c:pt>
                <c:pt idx="2158">
                  <c:v>216.11799999999999</c:v>
                </c:pt>
                <c:pt idx="2159">
                  <c:v>214.995</c:v>
                </c:pt>
                <c:pt idx="2160">
                  <c:v>247.97499999999999</c:v>
                </c:pt>
                <c:pt idx="2161">
                  <c:v>249.96799999999999</c:v>
                </c:pt>
                <c:pt idx="2162">
                  <c:v>255.94</c:v>
                </c:pt>
                <c:pt idx="2163">
                  <c:v>256.58199999999999</c:v>
                </c:pt>
                <c:pt idx="2164">
                  <c:v>262.05500000000001</c:v>
                </c:pt>
                <c:pt idx="2165">
                  <c:v>263.77</c:v>
                </c:pt>
                <c:pt idx="2166">
                  <c:v>267.947</c:v>
                </c:pt>
                <c:pt idx="2167">
                  <c:v>248.375</c:v>
                </c:pt>
                <c:pt idx="2168">
                  <c:v>228.84800000000001</c:v>
                </c:pt>
                <c:pt idx="2169">
                  <c:v>201.83</c:v>
                </c:pt>
                <c:pt idx="2170">
                  <c:v>175.655</c:v>
                </c:pt>
                <c:pt idx="2171">
                  <c:v>148.858</c:v>
                </c:pt>
                <c:pt idx="2172">
                  <c:v>121.47499999999999</c:v>
                </c:pt>
                <c:pt idx="2173">
                  <c:v>117.5</c:v>
                </c:pt>
                <c:pt idx="2174">
                  <c:v>82.95</c:v>
                </c:pt>
                <c:pt idx="2175">
                  <c:v>75.435000000000002</c:v>
                </c:pt>
                <c:pt idx="2176">
                  <c:v>75.040000000000006</c:v>
                </c:pt>
                <c:pt idx="2177">
                  <c:v>78.45</c:v>
                </c:pt>
                <c:pt idx="2178">
                  <c:v>5.5E-2</c:v>
                </c:pt>
                <c:pt idx="2179">
                  <c:v>5.5E-2</c:v>
                </c:pt>
                <c:pt idx="2180">
                  <c:v>0</c:v>
                </c:pt>
                <c:pt idx="2181">
                  <c:v>0</c:v>
                </c:pt>
                <c:pt idx="2182">
                  <c:v>0</c:v>
                </c:pt>
                <c:pt idx="2183">
                  <c:v>0</c:v>
                </c:pt>
                <c:pt idx="2184">
                  <c:v>756</c:v>
                </c:pt>
                <c:pt idx="2185">
                  <c:v>756</c:v>
                </c:pt>
                <c:pt idx="2186">
                  <c:v>5.5E-2</c:v>
                </c:pt>
                <c:pt idx="2187">
                  <c:v>0.17</c:v>
                </c:pt>
                <c:pt idx="2188">
                  <c:v>0.61750000000000005</c:v>
                </c:pt>
                <c:pt idx="2189">
                  <c:v>1.2549999999999999</c:v>
                </c:pt>
                <c:pt idx="2190">
                  <c:v>2.2925</c:v>
                </c:pt>
                <c:pt idx="2191">
                  <c:v>3.9125000000000001</c:v>
                </c:pt>
                <c:pt idx="2192">
                  <c:v>5.9</c:v>
                </c:pt>
                <c:pt idx="2193">
                  <c:v>8.0474999999999994</c:v>
                </c:pt>
                <c:pt idx="2194">
                  <c:v>9.9875000000000007</c:v>
                </c:pt>
                <c:pt idx="2195">
                  <c:v>11.592499999999999</c:v>
                </c:pt>
                <c:pt idx="2196">
                  <c:v>13.2675</c:v>
                </c:pt>
                <c:pt idx="2197">
                  <c:v>15.44</c:v>
                </c:pt>
                <c:pt idx="2198">
                  <c:v>19.5975</c:v>
                </c:pt>
                <c:pt idx="2199">
                  <c:v>85.577500000000001</c:v>
                </c:pt>
                <c:pt idx="2200">
                  <c:v>89.93</c:v>
                </c:pt>
                <c:pt idx="2201">
                  <c:v>99.582499999999996</c:v>
                </c:pt>
                <c:pt idx="2202">
                  <c:v>101.04</c:v>
                </c:pt>
                <c:pt idx="2203">
                  <c:v>103.05</c:v>
                </c:pt>
                <c:pt idx="2204">
                  <c:v>109.33</c:v>
                </c:pt>
                <c:pt idx="2205">
                  <c:v>112.875</c:v>
                </c:pt>
                <c:pt idx="2206">
                  <c:v>116.97799999999999</c:v>
                </c:pt>
                <c:pt idx="2207">
                  <c:v>125.348</c:v>
                </c:pt>
                <c:pt idx="2208">
                  <c:v>125.943</c:v>
                </c:pt>
                <c:pt idx="2209">
                  <c:v>125.328</c:v>
                </c:pt>
                <c:pt idx="2210">
                  <c:v>127.2</c:v>
                </c:pt>
                <c:pt idx="2211">
                  <c:v>128.28700000000001</c:v>
                </c:pt>
                <c:pt idx="2212">
                  <c:v>128.292</c:v>
                </c:pt>
                <c:pt idx="2213">
                  <c:v>133.435</c:v>
                </c:pt>
                <c:pt idx="2214">
                  <c:v>125.768</c:v>
                </c:pt>
                <c:pt idx="2215">
                  <c:v>120.72</c:v>
                </c:pt>
                <c:pt idx="2216">
                  <c:v>117.61799999999999</c:v>
                </c:pt>
                <c:pt idx="2217">
                  <c:v>115.33</c:v>
                </c:pt>
                <c:pt idx="2218">
                  <c:v>114.965</c:v>
                </c:pt>
                <c:pt idx="2219">
                  <c:v>121.10299999999999</c:v>
                </c:pt>
                <c:pt idx="2220">
                  <c:v>119.12</c:v>
                </c:pt>
                <c:pt idx="2221">
                  <c:v>122.66</c:v>
                </c:pt>
                <c:pt idx="2222">
                  <c:v>124.313</c:v>
                </c:pt>
                <c:pt idx="2223">
                  <c:v>125.595</c:v>
                </c:pt>
                <c:pt idx="2224">
                  <c:v>127.38200000000001</c:v>
                </c:pt>
                <c:pt idx="2225">
                  <c:v>132.53</c:v>
                </c:pt>
                <c:pt idx="2226">
                  <c:v>125.733</c:v>
                </c:pt>
                <c:pt idx="2227">
                  <c:v>127.943</c:v>
                </c:pt>
                <c:pt idx="2228">
                  <c:v>129.58000000000001</c:v>
                </c:pt>
                <c:pt idx="2229">
                  <c:v>128.97999999999999</c:v>
                </c:pt>
                <c:pt idx="2230">
                  <c:v>128.857</c:v>
                </c:pt>
                <c:pt idx="2231">
                  <c:v>89.53</c:v>
                </c:pt>
                <c:pt idx="2232">
                  <c:v>84.6875</c:v>
                </c:pt>
                <c:pt idx="2233">
                  <c:v>85.202500000000001</c:v>
                </c:pt>
                <c:pt idx="2234">
                  <c:v>84.802499999999995</c:v>
                </c:pt>
                <c:pt idx="2235">
                  <c:v>2.9525000000000001</c:v>
                </c:pt>
                <c:pt idx="2236">
                  <c:v>2.0249999999999999</c:v>
                </c:pt>
                <c:pt idx="2237">
                  <c:v>1.0449999999999999</c:v>
                </c:pt>
                <c:pt idx="2238">
                  <c:v>0.33</c:v>
                </c:pt>
                <c:pt idx="2239">
                  <c:v>7.0000000000000007E-2</c:v>
                </c:pt>
                <c:pt idx="2240">
                  <c:v>5.5E-2</c:v>
                </c:pt>
                <c:pt idx="2241">
                  <c:v>756</c:v>
                </c:pt>
                <c:pt idx="2242">
                  <c:v>486</c:v>
                </c:pt>
                <c:pt idx="2243">
                  <c:v>486</c:v>
                </c:pt>
                <c:pt idx="2244">
                  <c:v>5.5E-2</c:v>
                </c:pt>
                <c:pt idx="2245">
                  <c:v>0.28999999999999998</c:v>
                </c:pt>
                <c:pt idx="2246">
                  <c:v>0.71250000000000002</c:v>
                </c:pt>
                <c:pt idx="2247">
                  <c:v>1.5475000000000001</c:v>
                </c:pt>
                <c:pt idx="2248">
                  <c:v>2.92</c:v>
                </c:pt>
                <c:pt idx="2249">
                  <c:v>4.8075000000000001</c:v>
                </c:pt>
                <c:pt idx="2250">
                  <c:v>7.18</c:v>
                </c:pt>
                <c:pt idx="2251">
                  <c:v>9.67</c:v>
                </c:pt>
                <c:pt idx="2252">
                  <c:v>12.0725</c:v>
                </c:pt>
                <c:pt idx="2253">
                  <c:v>14.5525</c:v>
                </c:pt>
                <c:pt idx="2254">
                  <c:v>17.045000000000002</c:v>
                </c:pt>
                <c:pt idx="2255">
                  <c:v>19.27</c:v>
                </c:pt>
                <c:pt idx="2256">
                  <c:v>22.125</c:v>
                </c:pt>
                <c:pt idx="2257">
                  <c:v>57.77</c:v>
                </c:pt>
                <c:pt idx="2258">
                  <c:v>59.045000000000002</c:v>
                </c:pt>
                <c:pt idx="2259">
                  <c:v>62.942500000000003</c:v>
                </c:pt>
                <c:pt idx="2260">
                  <c:v>58.037500000000001</c:v>
                </c:pt>
                <c:pt idx="2261">
                  <c:v>55.222499999999997</c:v>
                </c:pt>
                <c:pt idx="2262">
                  <c:v>62.055</c:v>
                </c:pt>
                <c:pt idx="2263">
                  <c:v>68.877499999999998</c:v>
                </c:pt>
                <c:pt idx="2264">
                  <c:v>77.484999999999999</c:v>
                </c:pt>
                <c:pt idx="2265">
                  <c:v>91.112499999999997</c:v>
                </c:pt>
                <c:pt idx="2266">
                  <c:v>89.732500000000002</c:v>
                </c:pt>
                <c:pt idx="2267">
                  <c:v>93.68</c:v>
                </c:pt>
                <c:pt idx="2268">
                  <c:v>98.385000000000005</c:v>
                </c:pt>
                <c:pt idx="2269">
                  <c:v>99.862499999999997</c:v>
                </c:pt>
                <c:pt idx="2270">
                  <c:v>100.21299999999999</c:v>
                </c:pt>
                <c:pt idx="2271">
                  <c:v>104.402</c:v>
                </c:pt>
                <c:pt idx="2272">
                  <c:v>99.344999999999999</c:v>
                </c:pt>
                <c:pt idx="2273">
                  <c:v>96.352500000000006</c:v>
                </c:pt>
                <c:pt idx="2274">
                  <c:v>93.57</c:v>
                </c:pt>
                <c:pt idx="2275">
                  <c:v>95.302499999999995</c:v>
                </c:pt>
                <c:pt idx="2276">
                  <c:v>90.825000000000003</c:v>
                </c:pt>
                <c:pt idx="2277">
                  <c:v>95.495000000000005</c:v>
                </c:pt>
                <c:pt idx="2278">
                  <c:v>91.57</c:v>
                </c:pt>
                <c:pt idx="2279">
                  <c:v>97.9375</c:v>
                </c:pt>
                <c:pt idx="2280">
                  <c:v>97.74</c:v>
                </c:pt>
                <c:pt idx="2281">
                  <c:v>97.392499999999998</c:v>
                </c:pt>
                <c:pt idx="2282">
                  <c:v>98.17</c:v>
                </c:pt>
                <c:pt idx="2283">
                  <c:v>102.55800000000001</c:v>
                </c:pt>
                <c:pt idx="2284">
                  <c:v>92.885000000000005</c:v>
                </c:pt>
                <c:pt idx="2285">
                  <c:v>93.532499999999999</c:v>
                </c:pt>
                <c:pt idx="2286">
                  <c:v>98.542500000000004</c:v>
                </c:pt>
                <c:pt idx="2287">
                  <c:v>97.474999999999994</c:v>
                </c:pt>
                <c:pt idx="2288">
                  <c:v>97.71</c:v>
                </c:pt>
                <c:pt idx="2289">
                  <c:v>97.382499999999993</c:v>
                </c:pt>
                <c:pt idx="2290">
                  <c:v>96.5625</c:v>
                </c:pt>
                <c:pt idx="2291">
                  <c:v>107.325</c:v>
                </c:pt>
                <c:pt idx="2292">
                  <c:v>112.48</c:v>
                </c:pt>
                <c:pt idx="2293">
                  <c:v>3.4075000000000002</c:v>
                </c:pt>
                <c:pt idx="2294">
                  <c:v>1.9275</c:v>
                </c:pt>
                <c:pt idx="2295">
                  <c:v>0.755</c:v>
                </c:pt>
                <c:pt idx="2296" formatCode="0.00">
                  <c:v>0</c:v>
                </c:pt>
                <c:pt idx="2297" formatCode="0.00">
                  <c:v>0</c:v>
                </c:pt>
                <c:pt idx="2298" formatCode="0.00">
                  <c:v>0</c:v>
                </c:pt>
                <c:pt idx="2299">
                  <c:v>486</c:v>
                </c:pt>
                <c:pt idx="2300">
                  <c:v>1704</c:v>
                </c:pt>
                <c:pt idx="2301">
                  <c:v>1704</c:v>
                </c:pt>
                <c:pt idx="2302">
                  <c:v>0.125</c:v>
                </c:pt>
                <c:pt idx="2303">
                  <c:v>0.56000000000000005</c:v>
                </c:pt>
                <c:pt idx="2304">
                  <c:v>1.2625</c:v>
                </c:pt>
                <c:pt idx="2305">
                  <c:v>2.2025000000000001</c:v>
                </c:pt>
                <c:pt idx="2306">
                  <c:v>4.3150000000000004</c:v>
                </c:pt>
                <c:pt idx="2307">
                  <c:v>6.5449999999999999</c:v>
                </c:pt>
                <c:pt idx="2308">
                  <c:v>8.8674999999999997</c:v>
                </c:pt>
                <c:pt idx="2309">
                  <c:v>11.16</c:v>
                </c:pt>
                <c:pt idx="2310">
                  <c:v>56.407499999999999</c:v>
                </c:pt>
                <c:pt idx="2311">
                  <c:v>52.542499999999997</c:v>
                </c:pt>
                <c:pt idx="2312">
                  <c:v>54.615000000000002</c:v>
                </c:pt>
                <c:pt idx="2313">
                  <c:v>56.29</c:v>
                </c:pt>
                <c:pt idx="2314">
                  <c:v>55.497500000000002</c:v>
                </c:pt>
                <c:pt idx="2315">
                  <c:v>56.667499999999997</c:v>
                </c:pt>
                <c:pt idx="2316">
                  <c:v>62.722499999999997</c:v>
                </c:pt>
                <c:pt idx="2317">
                  <c:v>59.604999999999997</c:v>
                </c:pt>
                <c:pt idx="2318">
                  <c:v>58.497500000000002</c:v>
                </c:pt>
                <c:pt idx="2319">
                  <c:v>58.407499999999999</c:v>
                </c:pt>
                <c:pt idx="2320">
                  <c:v>60.07</c:v>
                </c:pt>
                <c:pt idx="2321">
                  <c:v>60.217500000000001</c:v>
                </c:pt>
                <c:pt idx="2322">
                  <c:v>83.64</c:v>
                </c:pt>
                <c:pt idx="2323">
                  <c:v>86.232500000000002</c:v>
                </c:pt>
                <c:pt idx="2324">
                  <c:v>93.55</c:v>
                </c:pt>
                <c:pt idx="2325">
                  <c:v>95.704999999999998</c:v>
                </c:pt>
                <c:pt idx="2326">
                  <c:v>98.917500000000004</c:v>
                </c:pt>
                <c:pt idx="2327">
                  <c:v>101.49299999999999</c:v>
                </c:pt>
                <c:pt idx="2328">
                  <c:v>110.2</c:v>
                </c:pt>
                <c:pt idx="2329">
                  <c:v>105.23</c:v>
                </c:pt>
                <c:pt idx="2330">
                  <c:v>101.30500000000001</c:v>
                </c:pt>
                <c:pt idx="2331">
                  <c:v>98.837500000000006</c:v>
                </c:pt>
                <c:pt idx="2332">
                  <c:v>97.012500000000003</c:v>
                </c:pt>
                <c:pt idx="2333">
                  <c:v>97.245000000000005</c:v>
                </c:pt>
                <c:pt idx="2334">
                  <c:v>98.435000000000002</c:v>
                </c:pt>
                <c:pt idx="2335">
                  <c:v>96.39</c:v>
                </c:pt>
                <c:pt idx="2336">
                  <c:v>101.547</c:v>
                </c:pt>
                <c:pt idx="2337">
                  <c:v>104.41500000000001</c:v>
                </c:pt>
                <c:pt idx="2338">
                  <c:v>109.337</c:v>
                </c:pt>
                <c:pt idx="2339">
                  <c:v>111.648</c:v>
                </c:pt>
                <c:pt idx="2340">
                  <c:v>114.08499999999999</c:v>
                </c:pt>
                <c:pt idx="2341">
                  <c:v>109.872</c:v>
                </c:pt>
                <c:pt idx="2342">
                  <c:v>112.965</c:v>
                </c:pt>
                <c:pt idx="2343">
                  <c:v>112.467</c:v>
                </c:pt>
                <c:pt idx="2344">
                  <c:v>113.145</c:v>
                </c:pt>
                <c:pt idx="2345">
                  <c:v>116.708</c:v>
                </c:pt>
                <c:pt idx="2346">
                  <c:v>123.172</c:v>
                </c:pt>
                <c:pt idx="2347">
                  <c:v>120.965</c:v>
                </c:pt>
                <c:pt idx="2348">
                  <c:v>131.28299999999999</c:v>
                </c:pt>
                <c:pt idx="2349">
                  <c:v>141.453</c:v>
                </c:pt>
                <c:pt idx="2350">
                  <c:v>1.73</c:v>
                </c:pt>
                <c:pt idx="2351">
                  <c:v>1.17</c:v>
                </c:pt>
                <c:pt idx="2352">
                  <c:v>0.60750000000000004</c:v>
                </c:pt>
                <c:pt idx="2353">
                  <c:v>5.5E-2</c:v>
                </c:pt>
                <c:pt idx="2354">
                  <c:v>1704</c:v>
                </c:pt>
                <c:pt idx="2355">
                  <c:v>1704</c:v>
                </c:pt>
                <c:pt idx="2356" formatCode="0.00">
                  <c:v>0</c:v>
                </c:pt>
                <c:pt idx="2357">
                  <c:v>5.5E-2</c:v>
                </c:pt>
                <c:pt idx="2358">
                  <c:v>0.1275</c:v>
                </c:pt>
                <c:pt idx="2359">
                  <c:v>0.1825</c:v>
                </c:pt>
                <c:pt idx="2360">
                  <c:v>0.26750000000000002</c:v>
                </c:pt>
                <c:pt idx="2361">
                  <c:v>0.47</c:v>
                </c:pt>
                <c:pt idx="2362">
                  <c:v>0.74</c:v>
                </c:pt>
                <c:pt idx="2363">
                  <c:v>1.095</c:v>
                </c:pt>
                <c:pt idx="2364">
                  <c:v>35.805</c:v>
                </c:pt>
                <c:pt idx="2365">
                  <c:v>30.4575</c:v>
                </c:pt>
                <c:pt idx="2366">
                  <c:v>29.26</c:v>
                </c:pt>
                <c:pt idx="2367">
                  <c:v>28.995000000000001</c:v>
                </c:pt>
                <c:pt idx="2368">
                  <c:v>27.984999999999999</c:v>
                </c:pt>
                <c:pt idx="2369">
                  <c:v>26.28</c:v>
                </c:pt>
                <c:pt idx="2370">
                  <c:v>30.225000000000001</c:v>
                </c:pt>
                <c:pt idx="2371">
                  <c:v>23.442499999999999</c:v>
                </c:pt>
                <c:pt idx="2372">
                  <c:v>21.877500000000001</c:v>
                </c:pt>
                <c:pt idx="2373">
                  <c:v>19.762499999999999</c:v>
                </c:pt>
                <c:pt idx="2374">
                  <c:v>17.8125</c:v>
                </c:pt>
                <c:pt idx="2375">
                  <c:v>17.64</c:v>
                </c:pt>
                <c:pt idx="2376">
                  <c:v>23.467500000000001</c:v>
                </c:pt>
                <c:pt idx="2377">
                  <c:v>17.842500000000001</c:v>
                </c:pt>
                <c:pt idx="2378">
                  <c:v>19.504999999999999</c:v>
                </c:pt>
                <c:pt idx="2379">
                  <c:v>20.035</c:v>
                </c:pt>
                <c:pt idx="2380">
                  <c:v>19.475000000000001</c:v>
                </c:pt>
                <c:pt idx="2381">
                  <c:v>18.447500000000002</c:v>
                </c:pt>
                <c:pt idx="2382">
                  <c:v>22.9925</c:v>
                </c:pt>
                <c:pt idx="2383">
                  <c:v>17.237500000000001</c:v>
                </c:pt>
                <c:pt idx="2384">
                  <c:v>16.09</c:v>
                </c:pt>
                <c:pt idx="2385">
                  <c:v>15.55</c:v>
                </c:pt>
                <c:pt idx="2386">
                  <c:v>17.690000000000001</c:v>
                </c:pt>
                <c:pt idx="2387">
                  <c:v>18.875</c:v>
                </c:pt>
                <c:pt idx="2388">
                  <c:v>23.897500000000001</c:v>
                </c:pt>
                <c:pt idx="2389">
                  <c:v>19.532499999999999</c:v>
                </c:pt>
                <c:pt idx="2390">
                  <c:v>20.614999999999998</c:v>
                </c:pt>
                <c:pt idx="2391">
                  <c:v>22.21</c:v>
                </c:pt>
                <c:pt idx="2392">
                  <c:v>22.905000000000001</c:v>
                </c:pt>
                <c:pt idx="2393">
                  <c:v>26.2425</c:v>
                </c:pt>
                <c:pt idx="2394">
                  <c:v>33.272500000000001</c:v>
                </c:pt>
                <c:pt idx="2395">
                  <c:v>31.48</c:v>
                </c:pt>
                <c:pt idx="2396">
                  <c:v>32.652500000000003</c:v>
                </c:pt>
                <c:pt idx="2397">
                  <c:v>34.487499999999997</c:v>
                </c:pt>
                <c:pt idx="2398">
                  <c:v>36.297499999999999</c:v>
                </c:pt>
                <c:pt idx="2399">
                  <c:v>37.844999999999999</c:v>
                </c:pt>
                <c:pt idx="2400">
                  <c:v>45.602499999999999</c:v>
                </c:pt>
                <c:pt idx="2401">
                  <c:v>40.81</c:v>
                </c:pt>
                <c:pt idx="2402">
                  <c:v>41.232500000000002</c:v>
                </c:pt>
                <c:pt idx="2403">
                  <c:v>43.427500000000002</c:v>
                </c:pt>
                <c:pt idx="2404">
                  <c:v>5.5E-2</c:v>
                </c:pt>
                <c:pt idx="2405">
                  <c:v>5.5E-2</c:v>
                </c:pt>
                <c:pt idx="2406" formatCode="0.00">
                  <c:v>0</c:v>
                </c:pt>
                <c:pt idx="2407" formatCode="0.00">
                  <c:v>0</c:v>
                </c:pt>
                <c:pt idx="2408" formatCode="0.00">
                  <c:v>0</c:v>
                </c:pt>
                <c:pt idx="2409" formatCode="0.00">
                  <c:v>0</c:v>
                </c:pt>
                <c:pt idx="2410">
                  <c:v>1890</c:v>
                </c:pt>
                <c:pt idx="2411">
                  <c:v>1890</c:v>
                </c:pt>
                <c:pt idx="2412">
                  <c:v>1890</c:v>
                </c:pt>
                <c:pt idx="2413">
                  <c:v>1890</c:v>
                </c:pt>
                <c:pt idx="2414">
                  <c:v>5.5E-2</c:v>
                </c:pt>
                <c:pt idx="2415">
                  <c:v>0.1275</c:v>
                </c:pt>
                <c:pt idx="2416">
                  <c:v>0.1825</c:v>
                </c:pt>
                <c:pt idx="2417">
                  <c:v>0.28249999999999997</c:v>
                </c:pt>
                <c:pt idx="2418">
                  <c:v>0.495</c:v>
                </c:pt>
                <c:pt idx="2419">
                  <c:v>0.79500000000000004</c:v>
                </c:pt>
                <c:pt idx="2420">
                  <c:v>1.0575000000000001</c:v>
                </c:pt>
                <c:pt idx="2421">
                  <c:v>1.3425</c:v>
                </c:pt>
                <c:pt idx="2422">
                  <c:v>1.45</c:v>
                </c:pt>
                <c:pt idx="2423">
                  <c:v>1.7875000000000001</c:v>
                </c:pt>
                <c:pt idx="2424">
                  <c:v>1.8</c:v>
                </c:pt>
                <c:pt idx="2425">
                  <c:v>2.1074999999999999</c:v>
                </c:pt>
                <c:pt idx="2426">
                  <c:v>0.80249999999999999</c:v>
                </c:pt>
                <c:pt idx="2427">
                  <c:v>18.03</c:v>
                </c:pt>
                <c:pt idx="2428">
                  <c:v>22.925000000000001</c:v>
                </c:pt>
                <c:pt idx="2429">
                  <c:v>24.524999999999999</c:v>
                </c:pt>
                <c:pt idx="2430">
                  <c:v>28.0275</c:v>
                </c:pt>
                <c:pt idx="2431">
                  <c:v>32.747500000000002</c:v>
                </c:pt>
                <c:pt idx="2432">
                  <c:v>37.1</c:v>
                </c:pt>
                <c:pt idx="2433">
                  <c:v>109.63800000000001</c:v>
                </c:pt>
                <c:pt idx="2434">
                  <c:v>108.435</c:v>
                </c:pt>
                <c:pt idx="2435">
                  <c:v>112.86</c:v>
                </c:pt>
                <c:pt idx="2436">
                  <c:v>117.15</c:v>
                </c:pt>
                <c:pt idx="2437">
                  <c:v>117.41</c:v>
                </c:pt>
                <c:pt idx="2438">
                  <c:v>117.63500000000001</c:v>
                </c:pt>
                <c:pt idx="2439">
                  <c:v>124.26</c:v>
                </c:pt>
                <c:pt idx="2440">
                  <c:v>116.02500000000001</c:v>
                </c:pt>
                <c:pt idx="2441">
                  <c:v>112.247</c:v>
                </c:pt>
                <c:pt idx="2442">
                  <c:v>110.85</c:v>
                </c:pt>
                <c:pt idx="2443">
                  <c:v>109.01</c:v>
                </c:pt>
                <c:pt idx="2444">
                  <c:v>110.065</c:v>
                </c:pt>
                <c:pt idx="2445">
                  <c:v>111.515</c:v>
                </c:pt>
                <c:pt idx="2446">
                  <c:v>109.358</c:v>
                </c:pt>
                <c:pt idx="2447">
                  <c:v>111.733</c:v>
                </c:pt>
                <c:pt idx="2448">
                  <c:v>109.825</c:v>
                </c:pt>
                <c:pt idx="2449">
                  <c:v>44.825000000000003</c:v>
                </c:pt>
                <c:pt idx="2450">
                  <c:v>45.52</c:v>
                </c:pt>
                <c:pt idx="2451">
                  <c:v>45.38</c:v>
                </c:pt>
                <c:pt idx="2452">
                  <c:v>44.75</c:v>
                </c:pt>
                <c:pt idx="2453">
                  <c:v>45.865000000000002</c:v>
                </c:pt>
                <c:pt idx="2454">
                  <c:v>47.002499999999998</c:v>
                </c:pt>
                <c:pt idx="2455">
                  <c:v>47.292499999999997</c:v>
                </c:pt>
                <c:pt idx="2456">
                  <c:v>47.137500000000003</c:v>
                </c:pt>
                <c:pt idx="2457">
                  <c:v>0.63500000000000001</c:v>
                </c:pt>
                <c:pt idx="2458">
                  <c:v>0.35</c:v>
                </c:pt>
                <c:pt idx="2459">
                  <c:v>0.245</c:v>
                </c:pt>
                <c:pt idx="2460">
                  <c:v>0.18</c:v>
                </c:pt>
                <c:pt idx="2461" formatCode="0.00">
                  <c:v>0</c:v>
                </c:pt>
                <c:pt idx="2462">
                  <c:v>12.555</c:v>
                </c:pt>
                <c:pt idx="2463">
                  <c:v>13.175000000000001</c:v>
                </c:pt>
                <c:pt idx="2464">
                  <c:v>13.8</c:v>
                </c:pt>
                <c:pt idx="2465">
                  <c:v>13.775</c:v>
                </c:pt>
                <c:pt idx="2466">
                  <c:v>13.55</c:v>
                </c:pt>
                <c:pt idx="2467">
                  <c:v>14.1</c:v>
                </c:pt>
                <c:pt idx="2468">
                  <c:v>14.425000000000001</c:v>
                </c:pt>
                <c:pt idx="2469">
                  <c:v>14.7</c:v>
                </c:pt>
                <c:pt idx="2470">
                  <c:v>15.032500000000001</c:v>
                </c:pt>
                <c:pt idx="2471">
                  <c:v>14.744999999999999</c:v>
                </c:pt>
                <c:pt idx="2472">
                  <c:v>15.33</c:v>
                </c:pt>
                <c:pt idx="2473">
                  <c:v>14.1625</c:v>
                </c:pt>
                <c:pt idx="2474">
                  <c:v>13.3025</c:v>
                </c:pt>
                <c:pt idx="2475">
                  <c:v>13.72</c:v>
                </c:pt>
                <c:pt idx="2476">
                  <c:v>15.2325</c:v>
                </c:pt>
                <c:pt idx="2477">
                  <c:v>15.265000000000001</c:v>
                </c:pt>
                <c:pt idx="2478">
                  <c:v>42.005000000000003</c:v>
                </c:pt>
                <c:pt idx="2479">
                  <c:v>41.174999999999997</c:v>
                </c:pt>
                <c:pt idx="2480">
                  <c:v>42.332500000000003</c:v>
                </c:pt>
                <c:pt idx="2481">
                  <c:v>42.62</c:v>
                </c:pt>
                <c:pt idx="2482">
                  <c:v>40.762500000000003</c:v>
                </c:pt>
                <c:pt idx="2483">
                  <c:v>41.07</c:v>
                </c:pt>
                <c:pt idx="2484">
                  <c:v>41.252499999999998</c:v>
                </c:pt>
                <c:pt idx="2485">
                  <c:v>42.142499999999998</c:v>
                </c:pt>
                <c:pt idx="2486">
                  <c:v>40.577500000000001</c:v>
                </c:pt>
                <c:pt idx="2487">
                  <c:v>40.08</c:v>
                </c:pt>
                <c:pt idx="2488">
                  <c:v>41.282499999999999</c:v>
                </c:pt>
                <c:pt idx="2489">
                  <c:v>41.82</c:v>
                </c:pt>
                <c:pt idx="2490">
                  <c:v>40.512500000000003</c:v>
                </c:pt>
                <c:pt idx="2491">
                  <c:v>40.335000000000001</c:v>
                </c:pt>
                <c:pt idx="2492">
                  <c:v>40.405000000000001</c:v>
                </c:pt>
                <c:pt idx="2493">
                  <c:v>41.442500000000003</c:v>
                </c:pt>
                <c:pt idx="2494">
                  <c:v>40.01</c:v>
                </c:pt>
                <c:pt idx="2495">
                  <c:v>40.414999999999999</c:v>
                </c:pt>
                <c:pt idx="2496">
                  <c:v>41.344999999999999</c:v>
                </c:pt>
                <c:pt idx="2497">
                  <c:v>41.424999999999997</c:v>
                </c:pt>
                <c:pt idx="2498">
                  <c:v>41.167499999999997</c:v>
                </c:pt>
                <c:pt idx="2499">
                  <c:v>41.585000000000001</c:v>
                </c:pt>
                <c:pt idx="2500">
                  <c:v>42.052500000000002</c:v>
                </c:pt>
                <c:pt idx="2501">
                  <c:v>41.912500000000001</c:v>
                </c:pt>
                <c:pt idx="2502">
                  <c:v>42.327500000000001</c:v>
                </c:pt>
                <c:pt idx="2503">
                  <c:v>40.7575</c:v>
                </c:pt>
                <c:pt idx="2504">
                  <c:v>40.947499999999998</c:v>
                </c:pt>
                <c:pt idx="2505">
                  <c:v>42.252499999999998</c:v>
                </c:pt>
                <c:pt idx="2506">
                  <c:v>40.225000000000001</c:v>
                </c:pt>
                <c:pt idx="2507">
                  <c:v>38.975000000000001</c:v>
                </c:pt>
                <c:pt idx="2508">
                  <c:v>39.25</c:v>
                </c:pt>
                <c:pt idx="2509">
                  <c:v>39.774999999999999</c:v>
                </c:pt>
                <c:pt idx="2510" formatCode="0.00">
                  <c:v>0</c:v>
                </c:pt>
                <c:pt idx="2511">
                  <c:v>0.06</c:v>
                </c:pt>
                <c:pt idx="2512">
                  <c:v>0.40250000000000002</c:v>
                </c:pt>
                <c:pt idx="2513">
                  <c:v>0.89</c:v>
                </c:pt>
                <c:pt idx="2514">
                  <c:v>2.1025</c:v>
                </c:pt>
                <c:pt idx="2515">
                  <c:v>3.9874999999999998</c:v>
                </c:pt>
                <c:pt idx="2516">
                  <c:v>5.7074999999999996</c:v>
                </c:pt>
                <c:pt idx="2517">
                  <c:v>8.0325000000000006</c:v>
                </c:pt>
                <c:pt idx="2518">
                  <c:v>10.7525</c:v>
                </c:pt>
                <c:pt idx="2519">
                  <c:v>44.25</c:v>
                </c:pt>
                <c:pt idx="2520">
                  <c:v>47.055</c:v>
                </c:pt>
                <c:pt idx="2521">
                  <c:v>49.585000000000001</c:v>
                </c:pt>
                <c:pt idx="2522">
                  <c:v>51.932499999999997</c:v>
                </c:pt>
                <c:pt idx="2523">
                  <c:v>54.162500000000001</c:v>
                </c:pt>
                <c:pt idx="2524">
                  <c:v>55.24</c:v>
                </c:pt>
                <c:pt idx="2525">
                  <c:v>58.697499999999998</c:v>
                </c:pt>
                <c:pt idx="2526">
                  <c:v>60.307499999999997</c:v>
                </c:pt>
                <c:pt idx="2527">
                  <c:v>73.927499999999995</c:v>
                </c:pt>
                <c:pt idx="2528">
                  <c:v>74.5</c:v>
                </c:pt>
                <c:pt idx="2529">
                  <c:v>76.947500000000005</c:v>
                </c:pt>
                <c:pt idx="2530">
                  <c:v>78.217500000000001</c:v>
                </c:pt>
                <c:pt idx="2531">
                  <c:v>77.302499999999995</c:v>
                </c:pt>
                <c:pt idx="2532">
                  <c:v>78.75</c:v>
                </c:pt>
                <c:pt idx="2533">
                  <c:v>79.680000000000007</c:v>
                </c:pt>
                <c:pt idx="2534">
                  <c:v>80.212500000000006</c:v>
                </c:pt>
                <c:pt idx="2535">
                  <c:v>78.522499999999994</c:v>
                </c:pt>
                <c:pt idx="2536">
                  <c:v>77.465000000000003</c:v>
                </c:pt>
                <c:pt idx="2537">
                  <c:v>76.342500000000001</c:v>
                </c:pt>
                <c:pt idx="2538">
                  <c:v>75.435000000000002</c:v>
                </c:pt>
                <c:pt idx="2539">
                  <c:v>74.215000000000003</c:v>
                </c:pt>
                <c:pt idx="2540">
                  <c:v>73.844999999999999</c:v>
                </c:pt>
                <c:pt idx="2541">
                  <c:v>74.512500000000003</c:v>
                </c:pt>
                <c:pt idx="2542">
                  <c:v>75.772499999999994</c:v>
                </c:pt>
                <c:pt idx="2543">
                  <c:v>76.777500000000003</c:v>
                </c:pt>
                <c:pt idx="2544">
                  <c:v>74.41</c:v>
                </c:pt>
                <c:pt idx="2545">
                  <c:v>74.247500000000002</c:v>
                </c:pt>
                <c:pt idx="2546">
                  <c:v>72.8125</c:v>
                </c:pt>
                <c:pt idx="2547">
                  <c:v>58.854999999999997</c:v>
                </c:pt>
                <c:pt idx="2548">
                  <c:v>57.87</c:v>
                </c:pt>
                <c:pt idx="2549">
                  <c:v>56.2</c:v>
                </c:pt>
                <c:pt idx="2550">
                  <c:v>54.134999999999998</c:v>
                </c:pt>
                <c:pt idx="2551">
                  <c:v>52.45</c:v>
                </c:pt>
                <c:pt idx="2552">
                  <c:v>49.772500000000001</c:v>
                </c:pt>
                <c:pt idx="2553">
                  <c:v>46.767499999999998</c:v>
                </c:pt>
                <c:pt idx="2554">
                  <c:v>42.252499999999998</c:v>
                </c:pt>
                <c:pt idx="2555">
                  <c:v>40.15</c:v>
                </c:pt>
                <c:pt idx="2556">
                  <c:v>37.950000000000003</c:v>
                </c:pt>
                <c:pt idx="2557">
                  <c:v>36.287500000000001</c:v>
                </c:pt>
                <c:pt idx="2558">
                  <c:v>34.755000000000003</c:v>
                </c:pt>
                <c:pt idx="2559">
                  <c:v>1.7849999999999999</c:v>
                </c:pt>
                <c:pt idx="2560">
                  <c:v>1.1975</c:v>
                </c:pt>
                <c:pt idx="2561">
                  <c:v>1023</c:v>
                </c:pt>
                <c:pt idx="2562">
                  <c:v>1023</c:v>
                </c:pt>
                <c:pt idx="2563">
                  <c:v>0</c:v>
                </c:pt>
                <c:pt idx="2564">
                  <c:v>0</c:v>
                </c:pt>
                <c:pt idx="2565">
                  <c:v>5.5E-2</c:v>
                </c:pt>
                <c:pt idx="2566">
                  <c:v>0.1925</c:v>
                </c:pt>
                <c:pt idx="2567">
                  <c:v>0.72250000000000003</c:v>
                </c:pt>
                <c:pt idx="2568">
                  <c:v>1.6725000000000001</c:v>
                </c:pt>
                <c:pt idx="2569">
                  <c:v>2.7650000000000001</c:v>
                </c:pt>
                <c:pt idx="2570">
                  <c:v>4.0525000000000002</c:v>
                </c:pt>
                <c:pt idx="2571">
                  <c:v>5.4649999999999999</c:v>
                </c:pt>
                <c:pt idx="2572">
                  <c:v>6.835</c:v>
                </c:pt>
                <c:pt idx="2573">
                  <c:v>8.09</c:v>
                </c:pt>
                <c:pt idx="2574">
                  <c:v>9.3524999999999991</c:v>
                </c:pt>
                <c:pt idx="2575">
                  <c:v>10.3325</c:v>
                </c:pt>
                <c:pt idx="2576">
                  <c:v>10.967499999999999</c:v>
                </c:pt>
                <c:pt idx="2577">
                  <c:v>11.272500000000001</c:v>
                </c:pt>
                <c:pt idx="2578">
                  <c:v>11.82</c:v>
                </c:pt>
                <c:pt idx="2579">
                  <c:v>13.18</c:v>
                </c:pt>
                <c:pt idx="2580">
                  <c:v>15.15</c:v>
                </c:pt>
                <c:pt idx="2581">
                  <c:v>18.11</c:v>
                </c:pt>
                <c:pt idx="2582">
                  <c:v>21.425000000000001</c:v>
                </c:pt>
                <c:pt idx="2583">
                  <c:v>24.72</c:v>
                </c:pt>
                <c:pt idx="2584">
                  <c:v>26.83</c:v>
                </c:pt>
                <c:pt idx="2585">
                  <c:v>27.612500000000001</c:v>
                </c:pt>
                <c:pt idx="2586">
                  <c:v>27.772500000000001</c:v>
                </c:pt>
                <c:pt idx="2587">
                  <c:v>28.022500000000001</c:v>
                </c:pt>
                <c:pt idx="2588">
                  <c:v>28.2925</c:v>
                </c:pt>
                <c:pt idx="2589">
                  <c:v>28.8825</c:v>
                </c:pt>
                <c:pt idx="2590">
                  <c:v>29.512499999999999</c:v>
                </c:pt>
                <c:pt idx="2591">
                  <c:v>30.087499999999999</c:v>
                </c:pt>
                <c:pt idx="2592">
                  <c:v>30.045000000000002</c:v>
                </c:pt>
                <c:pt idx="2593">
                  <c:v>30.0825</c:v>
                </c:pt>
                <c:pt idx="2594">
                  <c:v>29.46</c:v>
                </c:pt>
                <c:pt idx="2595">
                  <c:v>28.7575</c:v>
                </c:pt>
                <c:pt idx="2596">
                  <c:v>27.3</c:v>
                </c:pt>
                <c:pt idx="2597">
                  <c:v>25.18</c:v>
                </c:pt>
                <c:pt idx="2598">
                  <c:v>23.252500000000001</c:v>
                </c:pt>
                <c:pt idx="2599">
                  <c:v>21.9575</c:v>
                </c:pt>
                <c:pt idx="2600">
                  <c:v>21.094999999999999</c:v>
                </c:pt>
                <c:pt idx="2601">
                  <c:v>20.74</c:v>
                </c:pt>
                <c:pt idx="2602">
                  <c:v>20.399999999999999</c:v>
                </c:pt>
                <c:pt idx="2603">
                  <c:v>19.4375</c:v>
                </c:pt>
                <c:pt idx="2604">
                  <c:v>17.727499999999999</c:v>
                </c:pt>
                <c:pt idx="2605">
                  <c:v>15.3675</c:v>
                </c:pt>
                <c:pt idx="2606">
                  <c:v>12.725</c:v>
                </c:pt>
                <c:pt idx="2607">
                  <c:v>10.2125</c:v>
                </c:pt>
                <c:pt idx="2608">
                  <c:v>8.3475000000000001</c:v>
                </c:pt>
                <c:pt idx="2609">
                  <c:v>6.4874999999999998</c:v>
                </c:pt>
                <c:pt idx="2610">
                  <c:v>4.6150000000000002</c:v>
                </c:pt>
                <c:pt idx="2611">
                  <c:v>2.8025000000000002</c:v>
                </c:pt>
                <c:pt idx="2612">
                  <c:v>1.9750000000000001</c:v>
                </c:pt>
                <c:pt idx="2613">
                  <c:v>1.325</c:v>
                </c:pt>
                <c:pt idx="2614">
                  <c:v>0.68</c:v>
                </c:pt>
                <c:pt idx="2615">
                  <c:v>1023</c:v>
                </c:pt>
                <c:pt idx="2616">
                  <c:v>1023</c:v>
                </c:pt>
                <c:pt idx="2617">
                  <c:v>723</c:v>
                </c:pt>
                <c:pt idx="2618">
                  <c:v>333</c:v>
                </c:pt>
                <c:pt idx="2619">
                  <c:v>0</c:v>
                </c:pt>
                <c:pt idx="2620">
                  <c:v>0</c:v>
                </c:pt>
                <c:pt idx="2621">
                  <c:v>5.5E-2</c:v>
                </c:pt>
                <c:pt idx="2622">
                  <c:v>0.63249999999999995</c:v>
                </c:pt>
                <c:pt idx="2623">
                  <c:v>1.44</c:v>
                </c:pt>
                <c:pt idx="2624">
                  <c:v>2.58</c:v>
                </c:pt>
                <c:pt idx="2625">
                  <c:v>3.7949999999999999</c:v>
                </c:pt>
                <c:pt idx="2626">
                  <c:v>5.5824999999999996</c:v>
                </c:pt>
                <c:pt idx="2627">
                  <c:v>8.1425000000000001</c:v>
                </c:pt>
                <c:pt idx="2628">
                  <c:v>81.027500000000003</c:v>
                </c:pt>
                <c:pt idx="2629">
                  <c:v>77.704999999999998</c:v>
                </c:pt>
                <c:pt idx="2630">
                  <c:v>78.694999999999993</c:v>
                </c:pt>
                <c:pt idx="2631">
                  <c:v>76.532499999999999</c:v>
                </c:pt>
                <c:pt idx="2632">
                  <c:v>75.712500000000006</c:v>
                </c:pt>
                <c:pt idx="2633">
                  <c:v>86.704999999999998</c:v>
                </c:pt>
                <c:pt idx="2634">
                  <c:v>97.41</c:v>
                </c:pt>
                <c:pt idx="2635">
                  <c:v>101.895</c:v>
                </c:pt>
                <c:pt idx="2636">
                  <c:v>105.22499999999999</c:v>
                </c:pt>
                <c:pt idx="2637">
                  <c:v>115.598</c:v>
                </c:pt>
                <c:pt idx="2638">
                  <c:v>119.16500000000001</c:v>
                </c:pt>
                <c:pt idx="2639">
                  <c:v>122.17</c:v>
                </c:pt>
                <c:pt idx="2640">
                  <c:v>126.878</c:v>
                </c:pt>
                <c:pt idx="2641">
                  <c:v>121.14</c:v>
                </c:pt>
                <c:pt idx="2642">
                  <c:v>115.67</c:v>
                </c:pt>
                <c:pt idx="2643">
                  <c:v>107.66500000000001</c:v>
                </c:pt>
                <c:pt idx="2644">
                  <c:v>112.608</c:v>
                </c:pt>
                <c:pt idx="2645">
                  <c:v>115.572</c:v>
                </c:pt>
                <c:pt idx="2646">
                  <c:v>121.575</c:v>
                </c:pt>
                <c:pt idx="2647">
                  <c:v>113.88</c:v>
                </c:pt>
                <c:pt idx="2648">
                  <c:v>106.55</c:v>
                </c:pt>
                <c:pt idx="2649">
                  <c:v>104.77500000000001</c:v>
                </c:pt>
                <c:pt idx="2650">
                  <c:v>106.33</c:v>
                </c:pt>
                <c:pt idx="2651">
                  <c:v>107.178</c:v>
                </c:pt>
                <c:pt idx="2652">
                  <c:v>113.298</c:v>
                </c:pt>
                <c:pt idx="2653">
                  <c:v>112.46</c:v>
                </c:pt>
                <c:pt idx="2654">
                  <c:v>114.06</c:v>
                </c:pt>
                <c:pt idx="2655">
                  <c:v>117.63</c:v>
                </c:pt>
                <c:pt idx="2656">
                  <c:v>117.163</c:v>
                </c:pt>
                <c:pt idx="2657">
                  <c:v>117.955</c:v>
                </c:pt>
                <c:pt idx="2658">
                  <c:v>123.003</c:v>
                </c:pt>
                <c:pt idx="2659">
                  <c:v>118.188</c:v>
                </c:pt>
                <c:pt idx="2660">
                  <c:v>129.11000000000001</c:v>
                </c:pt>
                <c:pt idx="2661">
                  <c:v>129.393</c:v>
                </c:pt>
                <c:pt idx="2662">
                  <c:v>130.19</c:v>
                </c:pt>
                <c:pt idx="2663">
                  <c:v>130.64699999999999</c:v>
                </c:pt>
                <c:pt idx="2664">
                  <c:v>74.025000000000006</c:v>
                </c:pt>
                <c:pt idx="2665">
                  <c:v>70.087500000000006</c:v>
                </c:pt>
                <c:pt idx="2666">
                  <c:v>70.894999999999996</c:v>
                </c:pt>
                <c:pt idx="2667">
                  <c:v>71.66</c:v>
                </c:pt>
                <c:pt idx="2668">
                  <c:v>0.27250000000000002</c:v>
                </c:pt>
                <c:pt idx="2669">
                  <c:v>0.1125</c:v>
                </c:pt>
                <c:pt idx="2670">
                  <c:v>333</c:v>
                </c:pt>
                <c:pt idx="2671">
                  <c:v>723</c:v>
                </c:pt>
                <c:pt idx="2672" formatCode="0.00">
                  <c:v>0</c:v>
                </c:pt>
                <c:pt idx="2673">
                  <c:v>49.332500000000003</c:v>
                </c:pt>
                <c:pt idx="2674">
                  <c:v>49.634999999999998</c:v>
                </c:pt>
                <c:pt idx="2675">
                  <c:v>50.27</c:v>
                </c:pt>
                <c:pt idx="2676">
                  <c:v>51.08</c:v>
                </c:pt>
                <c:pt idx="2677">
                  <c:v>52.897500000000001</c:v>
                </c:pt>
                <c:pt idx="2678">
                  <c:v>54.755000000000003</c:v>
                </c:pt>
                <c:pt idx="2679">
                  <c:v>56.645000000000003</c:v>
                </c:pt>
                <c:pt idx="2680">
                  <c:v>59.047499999999999</c:v>
                </c:pt>
                <c:pt idx="2681">
                  <c:v>141.24</c:v>
                </c:pt>
                <c:pt idx="2682">
                  <c:v>136.46</c:v>
                </c:pt>
                <c:pt idx="2683">
                  <c:v>134.577</c:v>
                </c:pt>
                <c:pt idx="2684">
                  <c:v>132.38999999999999</c:v>
                </c:pt>
                <c:pt idx="2685">
                  <c:v>143.69300000000001</c:v>
                </c:pt>
                <c:pt idx="2686">
                  <c:v>151.79300000000001</c:v>
                </c:pt>
                <c:pt idx="2687">
                  <c:v>161.65700000000001</c:v>
                </c:pt>
                <c:pt idx="2688">
                  <c:v>162.595</c:v>
                </c:pt>
                <c:pt idx="2689">
                  <c:v>167.125</c:v>
                </c:pt>
                <c:pt idx="2690">
                  <c:v>170.17</c:v>
                </c:pt>
                <c:pt idx="2691">
                  <c:v>180.08</c:v>
                </c:pt>
                <c:pt idx="2692">
                  <c:v>189.97200000000001</c:v>
                </c:pt>
                <c:pt idx="2693">
                  <c:v>200.63499999999999</c:v>
                </c:pt>
                <c:pt idx="2694">
                  <c:v>203.14</c:v>
                </c:pt>
                <c:pt idx="2695">
                  <c:v>208.98</c:v>
                </c:pt>
                <c:pt idx="2696">
                  <c:v>213.81</c:v>
                </c:pt>
                <c:pt idx="2697">
                  <c:v>217.89500000000001</c:v>
                </c:pt>
                <c:pt idx="2698">
                  <c:v>222.48500000000001</c:v>
                </c:pt>
                <c:pt idx="2699">
                  <c:v>229.405</c:v>
                </c:pt>
                <c:pt idx="2700">
                  <c:v>223.667</c:v>
                </c:pt>
                <c:pt idx="2701">
                  <c:v>214.66</c:v>
                </c:pt>
                <c:pt idx="2702">
                  <c:v>210.17500000000001</c:v>
                </c:pt>
                <c:pt idx="2703">
                  <c:v>183.35499999999999</c:v>
                </c:pt>
                <c:pt idx="2704">
                  <c:v>161.54300000000001</c:v>
                </c:pt>
                <c:pt idx="2705">
                  <c:v>164.49700000000001</c:v>
                </c:pt>
                <c:pt idx="2706">
                  <c:v>162.84</c:v>
                </c:pt>
                <c:pt idx="2707">
                  <c:v>170.267</c:v>
                </c:pt>
                <c:pt idx="2708">
                  <c:v>173.24700000000001</c:v>
                </c:pt>
                <c:pt idx="2709">
                  <c:v>174.625</c:v>
                </c:pt>
                <c:pt idx="2710">
                  <c:v>175.43</c:v>
                </c:pt>
                <c:pt idx="2711">
                  <c:v>180.74</c:v>
                </c:pt>
                <c:pt idx="2712">
                  <c:v>174.18799999999999</c:v>
                </c:pt>
                <c:pt idx="2713">
                  <c:v>173.52799999999999</c:v>
                </c:pt>
                <c:pt idx="2714">
                  <c:v>173.887</c:v>
                </c:pt>
                <c:pt idx="2715">
                  <c:v>174.625</c:v>
                </c:pt>
                <c:pt idx="2716">
                  <c:v>173.33799999999999</c:v>
                </c:pt>
                <c:pt idx="2717">
                  <c:v>117.66</c:v>
                </c:pt>
                <c:pt idx="2718">
                  <c:v>112.655</c:v>
                </c:pt>
                <c:pt idx="2719">
                  <c:v>92.9375</c:v>
                </c:pt>
                <c:pt idx="2720">
                  <c:v>93.532499999999999</c:v>
                </c:pt>
                <c:pt idx="2721">
                  <c:v>1.2424999999999999</c:v>
                </c:pt>
                <c:pt idx="2722">
                  <c:v>0.6925</c:v>
                </c:pt>
                <c:pt idx="2723">
                  <c:v>0.26250000000000001</c:v>
                </c:pt>
                <c:pt idx="2724">
                  <c:v>0.28749999999999998</c:v>
                </c:pt>
                <c:pt idx="2725">
                  <c:v>0.57499999999999996</c:v>
                </c:pt>
                <c:pt idx="2726">
                  <c:v>2.7475000000000001</c:v>
                </c:pt>
                <c:pt idx="2727">
                  <c:v>5.04</c:v>
                </c:pt>
                <c:pt idx="2728">
                  <c:v>8.2100000000000009</c:v>
                </c:pt>
                <c:pt idx="2729">
                  <c:v>11.4125</c:v>
                </c:pt>
                <c:pt idx="2730">
                  <c:v>14.9175</c:v>
                </c:pt>
                <c:pt idx="2731">
                  <c:v>19.8</c:v>
                </c:pt>
                <c:pt idx="2732">
                  <c:v>23.38</c:v>
                </c:pt>
                <c:pt idx="2733">
                  <c:v>26.967500000000001</c:v>
                </c:pt>
                <c:pt idx="2734">
                  <c:v>30.18</c:v>
                </c:pt>
                <c:pt idx="2735">
                  <c:v>33.322499999999998</c:v>
                </c:pt>
                <c:pt idx="2736">
                  <c:v>35.7425</c:v>
                </c:pt>
                <c:pt idx="2737">
                  <c:v>38.11</c:v>
                </c:pt>
                <c:pt idx="2738">
                  <c:v>39.82</c:v>
                </c:pt>
                <c:pt idx="2739">
                  <c:v>133.33500000000001</c:v>
                </c:pt>
                <c:pt idx="2740">
                  <c:v>133.61000000000001</c:v>
                </c:pt>
                <c:pt idx="2741">
                  <c:v>134.18199999999999</c:v>
                </c:pt>
                <c:pt idx="2742">
                  <c:v>134.255</c:v>
                </c:pt>
                <c:pt idx="2743">
                  <c:v>155.75700000000001</c:v>
                </c:pt>
                <c:pt idx="2744">
                  <c:v>149.56299999999999</c:v>
                </c:pt>
                <c:pt idx="2745">
                  <c:v>150.78700000000001</c:v>
                </c:pt>
                <c:pt idx="2746">
                  <c:v>150.53700000000001</c:v>
                </c:pt>
                <c:pt idx="2747">
                  <c:v>151.91200000000001</c:v>
                </c:pt>
                <c:pt idx="2748">
                  <c:v>153.965</c:v>
                </c:pt>
                <c:pt idx="2749">
                  <c:v>160.86000000000001</c:v>
                </c:pt>
                <c:pt idx="2750">
                  <c:v>155.44999999999999</c:v>
                </c:pt>
                <c:pt idx="2751">
                  <c:v>154.702</c:v>
                </c:pt>
                <c:pt idx="2752">
                  <c:v>154.82</c:v>
                </c:pt>
                <c:pt idx="2753">
                  <c:v>163.44800000000001</c:v>
                </c:pt>
                <c:pt idx="2754">
                  <c:v>163.63800000000001</c:v>
                </c:pt>
                <c:pt idx="2755">
                  <c:v>167.94300000000001</c:v>
                </c:pt>
                <c:pt idx="2756">
                  <c:v>163.71299999999999</c:v>
                </c:pt>
                <c:pt idx="2757">
                  <c:v>163.76499999999999</c:v>
                </c:pt>
                <c:pt idx="2758">
                  <c:v>163.815</c:v>
                </c:pt>
                <c:pt idx="2759">
                  <c:v>35.85</c:v>
                </c:pt>
                <c:pt idx="2760">
                  <c:v>33.862499999999997</c:v>
                </c:pt>
                <c:pt idx="2761">
                  <c:v>31.3825</c:v>
                </c:pt>
                <c:pt idx="2762">
                  <c:v>28.52</c:v>
                </c:pt>
                <c:pt idx="2763">
                  <c:v>25.925000000000001</c:v>
                </c:pt>
                <c:pt idx="2764">
                  <c:v>19.682500000000001</c:v>
                </c:pt>
                <c:pt idx="2765">
                  <c:v>18.3</c:v>
                </c:pt>
                <c:pt idx="2766">
                  <c:v>15.5175</c:v>
                </c:pt>
                <c:pt idx="2767">
                  <c:v>12.717499999999999</c:v>
                </c:pt>
                <c:pt idx="2768">
                  <c:v>9.94</c:v>
                </c:pt>
                <c:pt idx="2769">
                  <c:v>7.9474999999999998</c:v>
                </c:pt>
                <c:pt idx="2770">
                  <c:v>4.8550000000000004</c:v>
                </c:pt>
                <c:pt idx="2771">
                  <c:v>2.1749999999999998</c:v>
                </c:pt>
                <c:pt idx="2772">
                  <c:v>0.85250000000000004</c:v>
                </c:pt>
                <c:pt idx="2773" formatCode="0.00">
                  <c:v>0</c:v>
                </c:pt>
                <c:pt idx="2774" formatCode="0.00">
                  <c:v>0</c:v>
                </c:pt>
                <c:pt idx="2775">
                  <c:v>0.45</c:v>
                </c:pt>
                <c:pt idx="2776">
                  <c:v>0.89749999999999996</c:v>
                </c:pt>
                <c:pt idx="2777">
                  <c:v>3.0950000000000002</c:v>
                </c:pt>
                <c:pt idx="2778">
                  <c:v>5.6375000000000002</c:v>
                </c:pt>
                <c:pt idx="2779">
                  <c:v>9.0525000000000002</c:v>
                </c:pt>
                <c:pt idx="2780">
                  <c:v>12.487500000000001</c:v>
                </c:pt>
                <c:pt idx="2781">
                  <c:v>16.204999999999998</c:v>
                </c:pt>
                <c:pt idx="2782">
                  <c:v>19.942499999999999</c:v>
                </c:pt>
                <c:pt idx="2783">
                  <c:v>23.53</c:v>
                </c:pt>
                <c:pt idx="2784">
                  <c:v>27.15</c:v>
                </c:pt>
                <c:pt idx="2785">
                  <c:v>30.462499999999999</c:v>
                </c:pt>
                <c:pt idx="2786">
                  <c:v>33.067500000000003</c:v>
                </c:pt>
                <c:pt idx="2787">
                  <c:v>36.7575</c:v>
                </c:pt>
                <c:pt idx="2788">
                  <c:v>39.712499999999999</c:v>
                </c:pt>
                <c:pt idx="2789">
                  <c:v>41.222499999999997</c:v>
                </c:pt>
                <c:pt idx="2790">
                  <c:v>42.547499999999999</c:v>
                </c:pt>
                <c:pt idx="2791">
                  <c:v>44.357500000000002</c:v>
                </c:pt>
                <c:pt idx="2792">
                  <c:v>266.685</c:v>
                </c:pt>
                <c:pt idx="2793">
                  <c:v>274.89800000000002</c:v>
                </c:pt>
                <c:pt idx="2794">
                  <c:v>281.24200000000002</c:v>
                </c:pt>
                <c:pt idx="2795">
                  <c:v>289.24</c:v>
                </c:pt>
                <c:pt idx="2796">
                  <c:v>292.38499999999999</c:v>
                </c:pt>
                <c:pt idx="2797">
                  <c:v>295.57</c:v>
                </c:pt>
                <c:pt idx="2798">
                  <c:v>304.512</c:v>
                </c:pt>
                <c:pt idx="2799">
                  <c:v>307.798</c:v>
                </c:pt>
                <c:pt idx="2800">
                  <c:v>310.35000000000002</c:v>
                </c:pt>
                <c:pt idx="2801">
                  <c:v>308.24799999999999</c:v>
                </c:pt>
                <c:pt idx="2802">
                  <c:v>301.68</c:v>
                </c:pt>
                <c:pt idx="2803">
                  <c:v>298.142</c:v>
                </c:pt>
                <c:pt idx="2804">
                  <c:v>293.38499999999999</c:v>
                </c:pt>
                <c:pt idx="2805">
                  <c:v>291.47000000000003</c:v>
                </c:pt>
                <c:pt idx="2806">
                  <c:v>289.24799999999999</c:v>
                </c:pt>
                <c:pt idx="2807">
                  <c:v>290.08999999999997</c:v>
                </c:pt>
                <c:pt idx="2808">
                  <c:v>291.10500000000002</c:v>
                </c:pt>
                <c:pt idx="2809">
                  <c:v>291.88499999999999</c:v>
                </c:pt>
                <c:pt idx="2810">
                  <c:v>34.402500000000003</c:v>
                </c:pt>
                <c:pt idx="2811">
                  <c:v>31.27</c:v>
                </c:pt>
                <c:pt idx="2812">
                  <c:v>29.8675</c:v>
                </c:pt>
                <c:pt idx="2813">
                  <c:v>27.47</c:v>
                </c:pt>
                <c:pt idx="2814">
                  <c:v>25.342500000000001</c:v>
                </c:pt>
                <c:pt idx="2815">
                  <c:v>22.05</c:v>
                </c:pt>
                <c:pt idx="2816">
                  <c:v>18.855</c:v>
                </c:pt>
                <c:pt idx="2817">
                  <c:v>16.675000000000001</c:v>
                </c:pt>
                <c:pt idx="2818">
                  <c:v>14.785</c:v>
                </c:pt>
                <c:pt idx="2819">
                  <c:v>11.305</c:v>
                </c:pt>
                <c:pt idx="2820">
                  <c:v>7.9424999999999999</c:v>
                </c:pt>
                <c:pt idx="2821">
                  <c:v>4.74</c:v>
                </c:pt>
                <c:pt idx="2822">
                  <c:v>2.0674999999999999</c:v>
                </c:pt>
                <c:pt idx="2823">
                  <c:v>0.78249999999999997</c:v>
                </c:pt>
                <c:pt idx="2824">
                  <c:v>120</c:v>
                </c:pt>
                <c:pt idx="2825">
                  <c:v>120</c:v>
                </c:pt>
                <c:pt idx="2826" formatCode="0.00">
                  <c:v>0</c:v>
                </c:pt>
                <c:pt idx="2827">
                  <c:v>169.25</c:v>
                </c:pt>
                <c:pt idx="2828">
                  <c:v>169.48</c:v>
                </c:pt>
                <c:pt idx="2829">
                  <c:v>169.45699999999999</c:v>
                </c:pt>
                <c:pt idx="2830">
                  <c:v>169.84</c:v>
                </c:pt>
                <c:pt idx="2831">
                  <c:v>170.39500000000001</c:v>
                </c:pt>
                <c:pt idx="2832">
                  <c:v>170.65199999999999</c:v>
                </c:pt>
                <c:pt idx="2833">
                  <c:v>170.66200000000001</c:v>
                </c:pt>
                <c:pt idx="2834">
                  <c:v>170.99</c:v>
                </c:pt>
                <c:pt idx="2835">
                  <c:v>21.855</c:v>
                </c:pt>
                <c:pt idx="2836">
                  <c:v>25.78</c:v>
                </c:pt>
                <c:pt idx="2837">
                  <c:v>29.782499999999999</c:v>
                </c:pt>
                <c:pt idx="2838">
                  <c:v>33.407499999999999</c:v>
                </c:pt>
                <c:pt idx="2839">
                  <c:v>36.034999999999997</c:v>
                </c:pt>
                <c:pt idx="2840">
                  <c:v>40.307499999999997</c:v>
                </c:pt>
                <c:pt idx="2841">
                  <c:v>43.7</c:v>
                </c:pt>
                <c:pt idx="2842">
                  <c:v>45.322499999999998</c:v>
                </c:pt>
                <c:pt idx="2843">
                  <c:v>262.47199999999998</c:v>
                </c:pt>
                <c:pt idx="2844">
                  <c:v>270.42700000000002</c:v>
                </c:pt>
                <c:pt idx="2845">
                  <c:v>298.21199999999999</c:v>
                </c:pt>
                <c:pt idx="2846">
                  <c:v>306.05700000000002</c:v>
                </c:pt>
                <c:pt idx="2847">
                  <c:v>313.7</c:v>
                </c:pt>
                <c:pt idx="2848">
                  <c:v>312.84199999999998</c:v>
                </c:pt>
                <c:pt idx="2849">
                  <c:v>316.25200000000001</c:v>
                </c:pt>
                <c:pt idx="2850">
                  <c:v>315.53500000000003</c:v>
                </c:pt>
                <c:pt idx="2851">
                  <c:v>316.77999999999997</c:v>
                </c:pt>
                <c:pt idx="2852">
                  <c:v>316.12700000000001</c:v>
                </c:pt>
                <c:pt idx="2853">
                  <c:v>320.58499999999998</c:v>
                </c:pt>
                <c:pt idx="2854">
                  <c:v>314.74</c:v>
                </c:pt>
                <c:pt idx="2855">
                  <c:v>306.16300000000001</c:v>
                </c:pt>
                <c:pt idx="2856">
                  <c:v>301.43</c:v>
                </c:pt>
                <c:pt idx="2857">
                  <c:v>298.03500000000003</c:v>
                </c:pt>
                <c:pt idx="2858">
                  <c:v>294.69299999999998</c:v>
                </c:pt>
                <c:pt idx="2859">
                  <c:v>294.29199999999997</c:v>
                </c:pt>
                <c:pt idx="2860">
                  <c:v>296.53800000000001</c:v>
                </c:pt>
                <c:pt idx="2861">
                  <c:v>299.58699999999999</c:v>
                </c:pt>
                <c:pt idx="2862">
                  <c:v>299.233</c:v>
                </c:pt>
                <c:pt idx="2863">
                  <c:v>281.54500000000002</c:v>
                </c:pt>
                <c:pt idx="2864">
                  <c:v>281.67700000000002</c:v>
                </c:pt>
                <c:pt idx="2865">
                  <c:v>287.07299999999998</c:v>
                </c:pt>
                <c:pt idx="2866">
                  <c:v>281.23500000000001</c:v>
                </c:pt>
                <c:pt idx="2867">
                  <c:v>284.495</c:v>
                </c:pt>
                <c:pt idx="2868">
                  <c:v>287.185</c:v>
                </c:pt>
                <c:pt idx="2869">
                  <c:v>287.8</c:v>
                </c:pt>
                <c:pt idx="2870">
                  <c:v>288.63299999999998</c:v>
                </c:pt>
                <c:pt idx="2871">
                  <c:v>255.988</c:v>
                </c:pt>
                <c:pt idx="2872">
                  <c:v>236.25800000000001</c:v>
                </c:pt>
                <c:pt idx="2873">
                  <c:v>222.86500000000001</c:v>
                </c:pt>
                <c:pt idx="2874">
                  <c:v>206.17</c:v>
                </c:pt>
                <c:pt idx="2875">
                  <c:v>2.2174999999999998</c:v>
                </c:pt>
                <c:pt idx="2876">
                  <c:v>0.86</c:v>
                </c:pt>
                <c:pt idx="2877">
                  <c:v>120</c:v>
                </c:pt>
                <c:pt idx="2878">
                  <c:v>120</c:v>
                </c:pt>
                <c:pt idx="2879">
                  <c:v>450</c:v>
                </c:pt>
                <c:pt idx="2880">
                  <c:v>450</c:v>
                </c:pt>
                <c:pt idx="2881" formatCode="0.00">
                  <c:v>0</c:v>
                </c:pt>
                <c:pt idx="2882">
                  <c:v>190.25</c:v>
                </c:pt>
                <c:pt idx="2883">
                  <c:v>190.12200000000001</c:v>
                </c:pt>
                <c:pt idx="2884">
                  <c:v>190.21299999999999</c:v>
                </c:pt>
                <c:pt idx="2885">
                  <c:v>190.428</c:v>
                </c:pt>
                <c:pt idx="2886">
                  <c:v>190.49</c:v>
                </c:pt>
                <c:pt idx="2887">
                  <c:v>190.608</c:v>
                </c:pt>
                <c:pt idx="2888">
                  <c:v>190.8</c:v>
                </c:pt>
                <c:pt idx="2889">
                  <c:v>191.005</c:v>
                </c:pt>
                <c:pt idx="2890">
                  <c:v>190.94499999999999</c:v>
                </c:pt>
                <c:pt idx="2891">
                  <c:v>190.87200000000001</c:v>
                </c:pt>
                <c:pt idx="2892">
                  <c:v>190.91499999999999</c:v>
                </c:pt>
                <c:pt idx="2893">
                  <c:v>190.93799999999999</c:v>
                </c:pt>
                <c:pt idx="2894">
                  <c:v>196.125</c:v>
                </c:pt>
                <c:pt idx="2895">
                  <c:v>201.46</c:v>
                </c:pt>
                <c:pt idx="2896">
                  <c:v>205.31200000000001</c:v>
                </c:pt>
                <c:pt idx="2897">
                  <c:v>215.71799999999999</c:v>
                </c:pt>
                <c:pt idx="2898">
                  <c:v>218.102</c:v>
                </c:pt>
                <c:pt idx="2899">
                  <c:v>226.8</c:v>
                </c:pt>
                <c:pt idx="2900">
                  <c:v>235.47499999999999</c:v>
                </c:pt>
                <c:pt idx="2901">
                  <c:v>244.452</c:v>
                </c:pt>
                <c:pt idx="2902">
                  <c:v>248.77500000000001</c:v>
                </c:pt>
                <c:pt idx="2903">
                  <c:v>254.185</c:v>
                </c:pt>
                <c:pt idx="2904">
                  <c:v>259.39800000000002</c:v>
                </c:pt>
                <c:pt idx="2905">
                  <c:v>261.88499999999999</c:v>
                </c:pt>
                <c:pt idx="2906">
                  <c:v>266.45699999999999</c:v>
                </c:pt>
                <c:pt idx="2907">
                  <c:v>266.267</c:v>
                </c:pt>
                <c:pt idx="2908">
                  <c:v>267.97199999999998</c:v>
                </c:pt>
                <c:pt idx="2909">
                  <c:v>266.81799999999998</c:v>
                </c:pt>
                <c:pt idx="2910">
                  <c:v>258.72800000000001</c:v>
                </c:pt>
                <c:pt idx="2911">
                  <c:v>253.95500000000001</c:v>
                </c:pt>
                <c:pt idx="2912">
                  <c:v>248.35499999999999</c:v>
                </c:pt>
                <c:pt idx="2913">
                  <c:v>246.13</c:v>
                </c:pt>
                <c:pt idx="2914">
                  <c:v>240.577</c:v>
                </c:pt>
                <c:pt idx="2915">
                  <c:v>243.75299999999999</c:v>
                </c:pt>
                <c:pt idx="2916">
                  <c:v>245.21</c:v>
                </c:pt>
                <c:pt idx="2917">
                  <c:v>247.7</c:v>
                </c:pt>
                <c:pt idx="2918">
                  <c:v>245.40700000000001</c:v>
                </c:pt>
                <c:pt idx="2919">
                  <c:v>245.648</c:v>
                </c:pt>
                <c:pt idx="2920">
                  <c:v>245.702</c:v>
                </c:pt>
                <c:pt idx="2921">
                  <c:v>242.96</c:v>
                </c:pt>
                <c:pt idx="2922">
                  <c:v>247.267</c:v>
                </c:pt>
                <c:pt idx="2923">
                  <c:v>251.827</c:v>
                </c:pt>
                <c:pt idx="2924">
                  <c:v>251.815</c:v>
                </c:pt>
                <c:pt idx="2925">
                  <c:v>251.81200000000001</c:v>
                </c:pt>
                <c:pt idx="2926">
                  <c:v>215.36699999999999</c:v>
                </c:pt>
                <c:pt idx="2927">
                  <c:v>184.738</c:v>
                </c:pt>
                <c:pt idx="2928">
                  <c:v>177.80500000000001</c:v>
                </c:pt>
                <c:pt idx="2929">
                  <c:v>160.77699999999999</c:v>
                </c:pt>
                <c:pt idx="2930">
                  <c:v>2.2774999999999999</c:v>
                </c:pt>
                <c:pt idx="2931">
                  <c:v>0.86</c:v>
                </c:pt>
                <c:pt idx="2932">
                  <c:v>450</c:v>
                </c:pt>
                <c:pt idx="2933">
                  <c:v>450</c:v>
                </c:pt>
                <c:pt idx="2934">
                  <c:v>5.5E-2</c:v>
                </c:pt>
                <c:pt idx="2935">
                  <c:v>5.5E-2</c:v>
                </c:pt>
                <c:pt idx="2936">
                  <c:v>0.44750000000000001</c:v>
                </c:pt>
                <c:pt idx="2937">
                  <c:v>0.995</c:v>
                </c:pt>
                <c:pt idx="2938">
                  <c:v>3.3475000000000001</c:v>
                </c:pt>
                <c:pt idx="2939">
                  <c:v>6.14</c:v>
                </c:pt>
                <c:pt idx="2940">
                  <c:v>9.7624999999999993</c:v>
                </c:pt>
                <c:pt idx="2941">
                  <c:v>13.4975</c:v>
                </c:pt>
                <c:pt idx="2942">
                  <c:v>17.43</c:v>
                </c:pt>
                <c:pt idx="2943">
                  <c:v>21.3475</c:v>
                </c:pt>
                <c:pt idx="2944">
                  <c:v>24.855</c:v>
                </c:pt>
                <c:pt idx="2945">
                  <c:v>28.737500000000001</c:v>
                </c:pt>
                <c:pt idx="2946">
                  <c:v>31.2925</c:v>
                </c:pt>
                <c:pt idx="2947">
                  <c:v>40.252499999999998</c:v>
                </c:pt>
                <c:pt idx="2948">
                  <c:v>45.672499999999999</c:v>
                </c:pt>
                <c:pt idx="2949">
                  <c:v>51.002499999999998</c:v>
                </c:pt>
                <c:pt idx="2950">
                  <c:v>55.69</c:v>
                </c:pt>
                <c:pt idx="2951">
                  <c:v>271.29500000000002</c:v>
                </c:pt>
                <c:pt idx="2952">
                  <c:v>282.863</c:v>
                </c:pt>
                <c:pt idx="2953">
                  <c:v>294.58999999999997</c:v>
                </c:pt>
                <c:pt idx="2954">
                  <c:v>303.42700000000002</c:v>
                </c:pt>
                <c:pt idx="2955">
                  <c:v>310.91000000000003</c:v>
                </c:pt>
                <c:pt idx="2956">
                  <c:v>319.05700000000002</c:v>
                </c:pt>
                <c:pt idx="2957">
                  <c:v>323.47000000000003</c:v>
                </c:pt>
                <c:pt idx="2958">
                  <c:v>325.065</c:v>
                </c:pt>
                <c:pt idx="2959">
                  <c:v>326.80700000000002</c:v>
                </c:pt>
                <c:pt idx="2960">
                  <c:v>326.233</c:v>
                </c:pt>
                <c:pt idx="2961">
                  <c:v>332.1</c:v>
                </c:pt>
                <c:pt idx="2962">
                  <c:v>322.92200000000003</c:v>
                </c:pt>
                <c:pt idx="2963">
                  <c:v>320.19499999999999</c:v>
                </c:pt>
                <c:pt idx="2964">
                  <c:v>313.73500000000001</c:v>
                </c:pt>
                <c:pt idx="2965">
                  <c:v>312.43200000000002</c:v>
                </c:pt>
                <c:pt idx="2966">
                  <c:v>306.74700000000001</c:v>
                </c:pt>
                <c:pt idx="2967">
                  <c:v>296.93</c:v>
                </c:pt>
                <c:pt idx="2968">
                  <c:v>299.697</c:v>
                </c:pt>
                <c:pt idx="2969">
                  <c:v>302.41300000000001</c:v>
                </c:pt>
                <c:pt idx="2970">
                  <c:v>300.49700000000001</c:v>
                </c:pt>
                <c:pt idx="2971">
                  <c:v>30.122499999999999</c:v>
                </c:pt>
                <c:pt idx="2972">
                  <c:v>26.215</c:v>
                </c:pt>
                <c:pt idx="2973">
                  <c:v>23.462499999999999</c:v>
                </c:pt>
                <c:pt idx="2974">
                  <c:v>21.824999999999999</c:v>
                </c:pt>
                <c:pt idx="2975">
                  <c:v>20.237500000000001</c:v>
                </c:pt>
                <c:pt idx="2976">
                  <c:v>18.0275</c:v>
                </c:pt>
                <c:pt idx="2977">
                  <c:v>15.82</c:v>
                </c:pt>
                <c:pt idx="2978">
                  <c:v>13.34</c:v>
                </c:pt>
                <c:pt idx="2979">
                  <c:v>11.1975</c:v>
                </c:pt>
                <c:pt idx="2980">
                  <c:v>8.4499999999999993</c:v>
                </c:pt>
                <c:pt idx="2981">
                  <c:v>5.7925000000000004</c:v>
                </c:pt>
                <c:pt idx="2982">
                  <c:v>3.47</c:v>
                </c:pt>
                <c:pt idx="2983">
                  <c:v>1.7150000000000001</c:v>
                </c:pt>
                <c:pt idx="2984">
                  <c:v>0.58250000000000002</c:v>
                </c:pt>
                <c:pt idx="2985" formatCode="0.00">
                  <c:v>0</c:v>
                </c:pt>
                <c:pt idx="2986" formatCode="0.00">
                  <c:v>0</c:v>
                </c:pt>
                <c:pt idx="2987">
                  <c:v>0.17249999999999999</c:v>
                </c:pt>
                <c:pt idx="2988">
                  <c:v>0.85750000000000004</c:v>
                </c:pt>
                <c:pt idx="2989">
                  <c:v>2.2324999999999999</c:v>
                </c:pt>
                <c:pt idx="2990">
                  <c:v>4.585</c:v>
                </c:pt>
                <c:pt idx="2991">
                  <c:v>7.6150000000000002</c:v>
                </c:pt>
                <c:pt idx="2992">
                  <c:v>11.487500000000001</c:v>
                </c:pt>
                <c:pt idx="2993">
                  <c:v>15.445</c:v>
                </c:pt>
                <c:pt idx="2994">
                  <c:v>19.54</c:v>
                </c:pt>
                <c:pt idx="2995">
                  <c:v>23.4575</c:v>
                </c:pt>
                <c:pt idx="2996">
                  <c:v>28.065000000000001</c:v>
                </c:pt>
                <c:pt idx="2997">
                  <c:v>32.185000000000002</c:v>
                </c:pt>
                <c:pt idx="2998">
                  <c:v>35.01</c:v>
                </c:pt>
                <c:pt idx="2999">
                  <c:v>39.3125</c:v>
                </c:pt>
                <c:pt idx="3000">
                  <c:v>42.585000000000001</c:v>
                </c:pt>
                <c:pt idx="3001">
                  <c:v>46.0075</c:v>
                </c:pt>
                <c:pt idx="3002">
                  <c:v>47.337499999999999</c:v>
                </c:pt>
                <c:pt idx="3003">
                  <c:v>47.862499999999997</c:v>
                </c:pt>
                <c:pt idx="3004">
                  <c:v>48.5625</c:v>
                </c:pt>
                <c:pt idx="3005">
                  <c:v>49.557499999999997</c:v>
                </c:pt>
                <c:pt idx="3006">
                  <c:v>219.92500000000001</c:v>
                </c:pt>
                <c:pt idx="3007">
                  <c:v>225.11699999999999</c:v>
                </c:pt>
                <c:pt idx="3008">
                  <c:v>227.94499999999999</c:v>
                </c:pt>
                <c:pt idx="3009">
                  <c:v>233.22800000000001</c:v>
                </c:pt>
                <c:pt idx="3010">
                  <c:v>232.78700000000001</c:v>
                </c:pt>
                <c:pt idx="3011">
                  <c:v>232.71</c:v>
                </c:pt>
                <c:pt idx="3012">
                  <c:v>235.74</c:v>
                </c:pt>
                <c:pt idx="3013">
                  <c:v>230.66</c:v>
                </c:pt>
                <c:pt idx="3014">
                  <c:v>224.988</c:v>
                </c:pt>
                <c:pt idx="3015">
                  <c:v>227.49</c:v>
                </c:pt>
                <c:pt idx="3016">
                  <c:v>224.70500000000001</c:v>
                </c:pt>
                <c:pt idx="3017">
                  <c:v>224.94</c:v>
                </c:pt>
                <c:pt idx="3018">
                  <c:v>221.43</c:v>
                </c:pt>
                <c:pt idx="3019">
                  <c:v>226.91</c:v>
                </c:pt>
                <c:pt idx="3020">
                  <c:v>53.557499999999997</c:v>
                </c:pt>
                <c:pt idx="3021">
                  <c:v>52.45</c:v>
                </c:pt>
                <c:pt idx="3022">
                  <c:v>38.887500000000003</c:v>
                </c:pt>
                <c:pt idx="3023">
                  <c:v>35.67</c:v>
                </c:pt>
                <c:pt idx="3024">
                  <c:v>32.362499999999997</c:v>
                </c:pt>
                <c:pt idx="3025">
                  <c:v>29.412500000000001</c:v>
                </c:pt>
                <c:pt idx="3026">
                  <c:v>27.015000000000001</c:v>
                </c:pt>
                <c:pt idx="3027">
                  <c:v>22.135000000000002</c:v>
                </c:pt>
                <c:pt idx="3028">
                  <c:v>17.862500000000001</c:v>
                </c:pt>
                <c:pt idx="3029">
                  <c:v>14.27</c:v>
                </c:pt>
                <c:pt idx="3030">
                  <c:v>11.9125</c:v>
                </c:pt>
                <c:pt idx="3031">
                  <c:v>9.2874999999999996</c:v>
                </c:pt>
                <c:pt idx="3032">
                  <c:v>6.6174999999999997</c:v>
                </c:pt>
                <c:pt idx="3033">
                  <c:v>3.75</c:v>
                </c:pt>
                <c:pt idx="3034">
                  <c:v>1.9350000000000001</c:v>
                </c:pt>
                <c:pt idx="3035">
                  <c:v>0.53249999999999997</c:v>
                </c:pt>
                <c:pt idx="3036">
                  <c:v>5.7500000000000002E-2</c:v>
                </c:pt>
                <c:pt idx="3037">
                  <c:v>30.092500000000001</c:v>
                </c:pt>
                <c:pt idx="3038">
                  <c:v>0.59499999999999997</c:v>
                </c:pt>
                <c:pt idx="3039">
                  <c:v>1.3374999999999999</c:v>
                </c:pt>
                <c:pt idx="3040">
                  <c:v>3.1124999999999998</c:v>
                </c:pt>
                <c:pt idx="3041">
                  <c:v>5.9375</c:v>
                </c:pt>
                <c:pt idx="3042">
                  <c:v>9.43</c:v>
                </c:pt>
                <c:pt idx="3043">
                  <c:v>13.3725</c:v>
                </c:pt>
                <c:pt idx="3044">
                  <c:v>17.495000000000001</c:v>
                </c:pt>
                <c:pt idx="3045">
                  <c:v>21.787500000000001</c:v>
                </c:pt>
                <c:pt idx="3046">
                  <c:v>26.14</c:v>
                </c:pt>
                <c:pt idx="3047">
                  <c:v>30.5625</c:v>
                </c:pt>
                <c:pt idx="3048">
                  <c:v>34.590000000000003</c:v>
                </c:pt>
                <c:pt idx="3049">
                  <c:v>38.472499999999997</c:v>
                </c:pt>
                <c:pt idx="3050">
                  <c:v>42.347499999999997</c:v>
                </c:pt>
                <c:pt idx="3051">
                  <c:v>46.26</c:v>
                </c:pt>
                <c:pt idx="3052">
                  <c:v>49.432499999999997</c:v>
                </c:pt>
                <c:pt idx="3053">
                  <c:v>51.4925</c:v>
                </c:pt>
                <c:pt idx="3054">
                  <c:v>52.537500000000001</c:v>
                </c:pt>
                <c:pt idx="3055">
                  <c:v>53.317500000000003</c:v>
                </c:pt>
                <c:pt idx="3056">
                  <c:v>53.8</c:v>
                </c:pt>
                <c:pt idx="3057">
                  <c:v>93.034999999999997</c:v>
                </c:pt>
                <c:pt idx="3058">
                  <c:v>93.352500000000006</c:v>
                </c:pt>
                <c:pt idx="3059">
                  <c:v>93.487499999999997</c:v>
                </c:pt>
                <c:pt idx="3060">
                  <c:v>95.995000000000005</c:v>
                </c:pt>
                <c:pt idx="3061">
                  <c:v>95.862499999999997</c:v>
                </c:pt>
                <c:pt idx="3062">
                  <c:v>95.394999999999996</c:v>
                </c:pt>
                <c:pt idx="3063">
                  <c:v>97.242500000000007</c:v>
                </c:pt>
                <c:pt idx="3064">
                  <c:v>96.465000000000003</c:v>
                </c:pt>
                <c:pt idx="3065">
                  <c:v>95.587500000000006</c:v>
                </c:pt>
                <c:pt idx="3066">
                  <c:v>95.7</c:v>
                </c:pt>
                <c:pt idx="3067">
                  <c:v>95.602500000000006</c:v>
                </c:pt>
                <c:pt idx="3068">
                  <c:v>95.252499999999998</c:v>
                </c:pt>
                <c:pt idx="3069">
                  <c:v>94.722499999999997</c:v>
                </c:pt>
                <c:pt idx="3070">
                  <c:v>74.974999999999994</c:v>
                </c:pt>
                <c:pt idx="3071">
                  <c:v>74</c:v>
                </c:pt>
                <c:pt idx="3072">
                  <c:v>72.234999999999999</c:v>
                </c:pt>
                <c:pt idx="3073">
                  <c:v>44.032499999999999</c:v>
                </c:pt>
                <c:pt idx="3074">
                  <c:v>39.17</c:v>
                </c:pt>
                <c:pt idx="3075">
                  <c:v>34.284999999999997</c:v>
                </c:pt>
                <c:pt idx="3076">
                  <c:v>30.087499999999999</c:v>
                </c:pt>
                <c:pt idx="3077">
                  <c:v>26.64</c:v>
                </c:pt>
                <c:pt idx="3078">
                  <c:v>23.327500000000001</c:v>
                </c:pt>
                <c:pt idx="3079">
                  <c:v>20.5</c:v>
                </c:pt>
                <c:pt idx="3080">
                  <c:v>17.9175</c:v>
                </c:pt>
                <c:pt idx="3081">
                  <c:v>15.275</c:v>
                </c:pt>
                <c:pt idx="3082">
                  <c:v>11.755000000000001</c:v>
                </c:pt>
                <c:pt idx="3083">
                  <c:v>8.1575000000000006</c:v>
                </c:pt>
                <c:pt idx="3084">
                  <c:v>4.7824999999999998</c:v>
                </c:pt>
                <c:pt idx="3085">
                  <c:v>2.4950000000000001</c:v>
                </c:pt>
                <c:pt idx="3086">
                  <c:v>0.86750000000000005</c:v>
                </c:pt>
                <c:pt idx="3087">
                  <c:v>0.26</c:v>
                </c:pt>
                <c:pt idx="3088">
                  <c:v>5.5E-2</c:v>
                </c:pt>
                <c:pt idx="3089">
                  <c:v>154.59</c:v>
                </c:pt>
                <c:pt idx="3090">
                  <c:v>154.833</c:v>
                </c:pt>
                <c:pt idx="3091">
                  <c:v>154.80699999999999</c:v>
                </c:pt>
                <c:pt idx="3092">
                  <c:v>155.49299999999999</c:v>
                </c:pt>
                <c:pt idx="3093">
                  <c:v>156.40799999999999</c:v>
                </c:pt>
                <c:pt idx="3094">
                  <c:v>157.19499999999999</c:v>
                </c:pt>
                <c:pt idx="3095">
                  <c:v>158.27500000000001</c:v>
                </c:pt>
                <c:pt idx="3096">
                  <c:v>159.34700000000001</c:v>
                </c:pt>
                <c:pt idx="3097">
                  <c:v>160.49700000000001</c:v>
                </c:pt>
                <c:pt idx="3098">
                  <c:v>161.66200000000001</c:v>
                </c:pt>
                <c:pt idx="3099">
                  <c:v>162.66200000000001</c:v>
                </c:pt>
                <c:pt idx="3100">
                  <c:v>163.52699999999999</c:v>
                </c:pt>
                <c:pt idx="3101">
                  <c:v>164.37799999999999</c:v>
                </c:pt>
                <c:pt idx="3102">
                  <c:v>165.3</c:v>
                </c:pt>
                <c:pt idx="3103">
                  <c:v>166.083</c:v>
                </c:pt>
                <c:pt idx="3104">
                  <c:v>166.68</c:v>
                </c:pt>
                <c:pt idx="3105">
                  <c:v>167.07</c:v>
                </c:pt>
                <c:pt idx="3106">
                  <c:v>167.42699999999999</c:v>
                </c:pt>
                <c:pt idx="3107">
                  <c:v>167.84200000000001</c:v>
                </c:pt>
                <c:pt idx="3108">
                  <c:v>168.05</c:v>
                </c:pt>
                <c:pt idx="3109">
                  <c:v>167.88</c:v>
                </c:pt>
                <c:pt idx="3110">
                  <c:v>168.32300000000001</c:v>
                </c:pt>
                <c:pt idx="3111">
                  <c:v>173.30199999999999</c:v>
                </c:pt>
                <c:pt idx="3112">
                  <c:v>183.41800000000001</c:v>
                </c:pt>
                <c:pt idx="3113">
                  <c:v>311.01499999999999</c:v>
                </c:pt>
                <c:pt idx="3114">
                  <c:v>318.55200000000002</c:v>
                </c:pt>
                <c:pt idx="3115">
                  <c:v>320.90499999999997</c:v>
                </c:pt>
                <c:pt idx="3116">
                  <c:v>318.39</c:v>
                </c:pt>
                <c:pt idx="3117">
                  <c:v>315.87200000000001</c:v>
                </c:pt>
                <c:pt idx="3118">
                  <c:v>310.63</c:v>
                </c:pt>
                <c:pt idx="3119">
                  <c:v>315.31</c:v>
                </c:pt>
                <c:pt idx="3120">
                  <c:v>310.19799999999998</c:v>
                </c:pt>
                <c:pt idx="3121">
                  <c:v>179.8</c:v>
                </c:pt>
                <c:pt idx="3122">
                  <c:v>179.595</c:v>
                </c:pt>
                <c:pt idx="3123">
                  <c:v>184.00299999999999</c:v>
                </c:pt>
                <c:pt idx="3124">
                  <c:v>188.33199999999999</c:v>
                </c:pt>
                <c:pt idx="3125">
                  <c:v>192.68</c:v>
                </c:pt>
                <c:pt idx="3126">
                  <c:v>197.02</c:v>
                </c:pt>
                <c:pt idx="3127">
                  <c:v>193.62200000000001</c:v>
                </c:pt>
                <c:pt idx="3128">
                  <c:v>190.113</c:v>
                </c:pt>
                <c:pt idx="3129">
                  <c:v>189.61</c:v>
                </c:pt>
                <c:pt idx="3130">
                  <c:v>188.39500000000001</c:v>
                </c:pt>
                <c:pt idx="3131">
                  <c:v>165.50299999999999</c:v>
                </c:pt>
                <c:pt idx="3132">
                  <c:v>140.03</c:v>
                </c:pt>
                <c:pt idx="3133">
                  <c:v>91.635000000000005</c:v>
                </c:pt>
                <c:pt idx="3134">
                  <c:v>78.64</c:v>
                </c:pt>
                <c:pt idx="3135">
                  <c:v>70.817499999999995</c:v>
                </c:pt>
                <c:pt idx="3136">
                  <c:v>64.627499999999998</c:v>
                </c:pt>
                <c:pt idx="3137">
                  <c:v>2.4874999999999998</c:v>
                </c:pt>
                <c:pt idx="3138">
                  <c:v>0.77500000000000002</c:v>
                </c:pt>
                <c:pt idx="3139">
                  <c:v>0.1925</c:v>
                </c:pt>
                <c:pt idx="3140" formatCode="0.00">
                  <c:v>0</c:v>
                </c:pt>
                <c:pt idx="3141" formatCode="0.00">
                  <c:v>0</c:v>
                </c:pt>
                <c:pt idx="3142">
                  <c:v>0.1225</c:v>
                </c:pt>
                <c:pt idx="3143">
                  <c:v>0.315</c:v>
                </c:pt>
                <c:pt idx="3144">
                  <c:v>1.4850000000000001</c:v>
                </c:pt>
                <c:pt idx="3145">
                  <c:v>3.855</c:v>
                </c:pt>
                <c:pt idx="3146">
                  <c:v>6.9450000000000003</c:v>
                </c:pt>
                <c:pt idx="3147">
                  <c:v>10.7425</c:v>
                </c:pt>
                <c:pt idx="3148">
                  <c:v>15.1075</c:v>
                </c:pt>
                <c:pt idx="3149">
                  <c:v>19.572500000000002</c:v>
                </c:pt>
                <c:pt idx="3150">
                  <c:v>23.92</c:v>
                </c:pt>
                <c:pt idx="3151">
                  <c:v>33.31</c:v>
                </c:pt>
                <c:pt idx="3152">
                  <c:v>42.55</c:v>
                </c:pt>
                <c:pt idx="3153">
                  <c:v>58.822499999999998</c:v>
                </c:pt>
                <c:pt idx="3154">
                  <c:v>72.625</c:v>
                </c:pt>
                <c:pt idx="3155">
                  <c:v>70.989999999999995</c:v>
                </c:pt>
                <c:pt idx="3156">
                  <c:v>74.057500000000005</c:v>
                </c:pt>
                <c:pt idx="3157">
                  <c:v>81.83</c:v>
                </c:pt>
                <c:pt idx="3158">
                  <c:v>94.077500000000001</c:v>
                </c:pt>
                <c:pt idx="3159">
                  <c:v>103.465</c:v>
                </c:pt>
                <c:pt idx="3160">
                  <c:v>112.11</c:v>
                </c:pt>
                <c:pt idx="3161">
                  <c:v>120.18</c:v>
                </c:pt>
                <c:pt idx="3162">
                  <c:v>125.64</c:v>
                </c:pt>
                <c:pt idx="3163">
                  <c:v>127.908</c:v>
                </c:pt>
                <c:pt idx="3164">
                  <c:v>131.36500000000001</c:v>
                </c:pt>
                <c:pt idx="3165">
                  <c:v>135.96</c:v>
                </c:pt>
                <c:pt idx="3166">
                  <c:v>139.07</c:v>
                </c:pt>
                <c:pt idx="3167">
                  <c:v>136.37799999999999</c:v>
                </c:pt>
                <c:pt idx="3168">
                  <c:v>134.05500000000001</c:v>
                </c:pt>
                <c:pt idx="3169">
                  <c:v>123.895</c:v>
                </c:pt>
                <c:pt idx="3170">
                  <c:v>123.712</c:v>
                </c:pt>
                <c:pt idx="3171">
                  <c:v>120.82</c:v>
                </c:pt>
                <c:pt idx="3172">
                  <c:v>117.858</c:v>
                </c:pt>
                <c:pt idx="3173">
                  <c:v>119.62</c:v>
                </c:pt>
                <c:pt idx="3174">
                  <c:v>125.97499999999999</c:v>
                </c:pt>
                <c:pt idx="3175">
                  <c:v>127.17</c:v>
                </c:pt>
                <c:pt idx="3176">
                  <c:v>124.69</c:v>
                </c:pt>
                <c:pt idx="3177">
                  <c:v>46.137500000000003</c:v>
                </c:pt>
                <c:pt idx="3178">
                  <c:v>44.26</c:v>
                </c:pt>
                <c:pt idx="3179">
                  <c:v>41.247500000000002</c:v>
                </c:pt>
                <c:pt idx="3180">
                  <c:v>35.1875</c:v>
                </c:pt>
                <c:pt idx="3181">
                  <c:v>32.942500000000003</c:v>
                </c:pt>
                <c:pt idx="3182">
                  <c:v>28.57</c:v>
                </c:pt>
                <c:pt idx="3183">
                  <c:v>23.397500000000001</c:v>
                </c:pt>
                <c:pt idx="3184">
                  <c:v>19.66</c:v>
                </c:pt>
                <c:pt idx="3185">
                  <c:v>16.102499999999999</c:v>
                </c:pt>
                <c:pt idx="3186">
                  <c:v>13.02</c:v>
                </c:pt>
                <c:pt idx="3187">
                  <c:v>9.3774999999999995</c:v>
                </c:pt>
                <c:pt idx="3188">
                  <c:v>5.1749999999999998</c:v>
                </c:pt>
                <c:pt idx="3189">
                  <c:v>2.5550000000000002</c:v>
                </c:pt>
                <c:pt idx="3190">
                  <c:v>0.53</c:v>
                </c:pt>
                <c:pt idx="3191" formatCode="0.00">
                  <c:v>0</c:v>
                </c:pt>
                <c:pt idx="3192" formatCode="0.00">
                  <c:v>0</c:v>
                </c:pt>
                <c:pt idx="3193">
                  <c:v>0.4325</c:v>
                </c:pt>
                <c:pt idx="3194">
                  <c:v>0.81</c:v>
                </c:pt>
                <c:pt idx="3195">
                  <c:v>3.02</c:v>
                </c:pt>
                <c:pt idx="3196">
                  <c:v>5.6624999999999996</c:v>
                </c:pt>
                <c:pt idx="3197">
                  <c:v>9.4250000000000007</c:v>
                </c:pt>
                <c:pt idx="3198">
                  <c:v>13.275</c:v>
                </c:pt>
                <c:pt idx="3199">
                  <c:v>17.452500000000001</c:v>
                </c:pt>
                <c:pt idx="3200">
                  <c:v>21.434999999999999</c:v>
                </c:pt>
                <c:pt idx="3201">
                  <c:v>25.557500000000001</c:v>
                </c:pt>
                <c:pt idx="3202">
                  <c:v>29.405000000000001</c:v>
                </c:pt>
                <c:pt idx="3203">
                  <c:v>33.262500000000003</c:v>
                </c:pt>
                <c:pt idx="3204">
                  <c:v>36.862499999999997</c:v>
                </c:pt>
                <c:pt idx="3205">
                  <c:v>40.295000000000002</c:v>
                </c:pt>
                <c:pt idx="3206">
                  <c:v>43.524999999999999</c:v>
                </c:pt>
                <c:pt idx="3207">
                  <c:v>46.46</c:v>
                </c:pt>
                <c:pt idx="3208">
                  <c:v>101.753</c:v>
                </c:pt>
                <c:pt idx="3209">
                  <c:v>114.035</c:v>
                </c:pt>
                <c:pt idx="3210">
                  <c:v>123.83</c:v>
                </c:pt>
                <c:pt idx="3211">
                  <c:v>135.47499999999999</c:v>
                </c:pt>
                <c:pt idx="3212">
                  <c:v>142.125</c:v>
                </c:pt>
                <c:pt idx="3213">
                  <c:v>147.58000000000001</c:v>
                </c:pt>
                <c:pt idx="3214">
                  <c:v>150.63</c:v>
                </c:pt>
                <c:pt idx="3215">
                  <c:v>153.13200000000001</c:v>
                </c:pt>
                <c:pt idx="3216">
                  <c:v>150.68199999999999</c:v>
                </c:pt>
                <c:pt idx="3217">
                  <c:v>153.12799999999999</c:v>
                </c:pt>
                <c:pt idx="3218">
                  <c:v>150.38200000000001</c:v>
                </c:pt>
                <c:pt idx="3219">
                  <c:v>147.57499999999999</c:v>
                </c:pt>
                <c:pt idx="3220">
                  <c:v>137.28</c:v>
                </c:pt>
                <c:pt idx="3221">
                  <c:v>136.648</c:v>
                </c:pt>
                <c:pt idx="3222">
                  <c:v>128.572</c:v>
                </c:pt>
                <c:pt idx="3223">
                  <c:v>125.11199999999999</c:v>
                </c:pt>
                <c:pt idx="3224">
                  <c:v>126.355</c:v>
                </c:pt>
                <c:pt idx="3225">
                  <c:v>134.31800000000001</c:v>
                </c:pt>
                <c:pt idx="3226">
                  <c:v>134.63200000000001</c:v>
                </c:pt>
                <c:pt idx="3227">
                  <c:v>131.49700000000001</c:v>
                </c:pt>
                <c:pt idx="3228">
                  <c:v>43.572499999999998</c:v>
                </c:pt>
                <c:pt idx="3229">
                  <c:v>40.305</c:v>
                </c:pt>
                <c:pt idx="3230">
                  <c:v>36.907499999999999</c:v>
                </c:pt>
                <c:pt idx="3231">
                  <c:v>33.424999999999997</c:v>
                </c:pt>
                <c:pt idx="3232">
                  <c:v>30.037500000000001</c:v>
                </c:pt>
                <c:pt idx="3233">
                  <c:v>26.02</c:v>
                </c:pt>
                <c:pt idx="3234">
                  <c:v>22</c:v>
                </c:pt>
                <c:pt idx="3235">
                  <c:v>18.0275</c:v>
                </c:pt>
                <c:pt idx="3236">
                  <c:v>14.362500000000001</c:v>
                </c:pt>
                <c:pt idx="3237">
                  <c:v>10.547499999999999</c:v>
                </c:pt>
                <c:pt idx="3238">
                  <c:v>6.9</c:v>
                </c:pt>
                <c:pt idx="3239">
                  <c:v>3.83</c:v>
                </c:pt>
                <c:pt idx="3240">
                  <c:v>1.36</c:v>
                </c:pt>
                <c:pt idx="3241">
                  <c:v>0.38250000000000001</c:v>
                </c:pt>
                <c:pt idx="3242" formatCode="0.00">
                  <c:v>0</c:v>
                </c:pt>
                <c:pt idx="3243">
                  <c:v>0.2525</c:v>
                </c:pt>
                <c:pt idx="3244">
                  <c:v>0.49</c:v>
                </c:pt>
                <c:pt idx="3245">
                  <c:v>2.31</c:v>
                </c:pt>
                <c:pt idx="3246">
                  <c:v>4.1124999999999998</c:v>
                </c:pt>
                <c:pt idx="3247">
                  <c:v>6.96</c:v>
                </c:pt>
                <c:pt idx="3248">
                  <c:v>9.82</c:v>
                </c:pt>
                <c:pt idx="3249">
                  <c:v>12.965</c:v>
                </c:pt>
                <c:pt idx="3250">
                  <c:v>16.212499999999999</c:v>
                </c:pt>
                <c:pt idx="3251">
                  <c:v>19.420000000000002</c:v>
                </c:pt>
                <c:pt idx="3252">
                  <c:v>22.67</c:v>
                </c:pt>
                <c:pt idx="3253">
                  <c:v>25.762499999999999</c:v>
                </c:pt>
                <c:pt idx="3254">
                  <c:v>38.72</c:v>
                </c:pt>
                <c:pt idx="3255">
                  <c:v>46.487499999999997</c:v>
                </c:pt>
                <c:pt idx="3256">
                  <c:v>49.18</c:v>
                </c:pt>
                <c:pt idx="3257">
                  <c:v>49.012500000000003</c:v>
                </c:pt>
                <c:pt idx="3258">
                  <c:v>63.977499999999999</c:v>
                </c:pt>
                <c:pt idx="3259">
                  <c:v>76.057500000000005</c:v>
                </c:pt>
                <c:pt idx="3260">
                  <c:v>80.655000000000001</c:v>
                </c:pt>
                <c:pt idx="3261">
                  <c:v>92.277500000000003</c:v>
                </c:pt>
                <c:pt idx="3262">
                  <c:v>89.252499999999998</c:v>
                </c:pt>
                <c:pt idx="3263">
                  <c:v>94.427499999999995</c:v>
                </c:pt>
                <c:pt idx="3264">
                  <c:v>99.652500000000003</c:v>
                </c:pt>
                <c:pt idx="3265">
                  <c:v>104.675</c:v>
                </c:pt>
                <c:pt idx="3266">
                  <c:v>104.783</c:v>
                </c:pt>
                <c:pt idx="3267">
                  <c:v>104.66</c:v>
                </c:pt>
                <c:pt idx="3268">
                  <c:v>104.66500000000001</c:v>
                </c:pt>
                <c:pt idx="3269">
                  <c:v>101.783</c:v>
                </c:pt>
                <c:pt idx="3270">
                  <c:v>99.025000000000006</c:v>
                </c:pt>
                <c:pt idx="3271">
                  <c:v>93.362499999999997</c:v>
                </c:pt>
                <c:pt idx="3272">
                  <c:v>90.52</c:v>
                </c:pt>
                <c:pt idx="3273">
                  <c:v>87.157499999999999</c:v>
                </c:pt>
                <c:pt idx="3274">
                  <c:v>88.665000000000006</c:v>
                </c:pt>
                <c:pt idx="3275">
                  <c:v>91.902500000000003</c:v>
                </c:pt>
                <c:pt idx="3276">
                  <c:v>95.092500000000001</c:v>
                </c:pt>
                <c:pt idx="3277">
                  <c:v>102.443</c:v>
                </c:pt>
                <c:pt idx="3278">
                  <c:v>34.840000000000003</c:v>
                </c:pt>
                <c:pt idx="3279">
                  <c:v>32.25</c:v>
                </c:pt>
                <c:pt idx="3280">
                  <c:v>29.6675</c:v>
                </c:pt>
                <c:pt idx="3281">
                  <c:v>26.92</c:v>
                </c:pt>
                <c:pt idx="3282">
                  <c:v>23.827500000000001</c:v>
                </c:pt>
                <c:pt idx="3283">
                  <c:v>20.622499999999999</c:v>
                </c:pt>
                <c:pt idx="3284">
                  <c:v>17.489999999999998</c:v>
                </c:pt>
                <c:pt idx="3285">
                  <c:v>14.285</c:v>
                </c:pt>
                <c:pt idx="3286">
                  <c:v>11.09</c:v>
                </c:pt>
                <c:pt idx="3287">
                  <c:v>8.07</c:v>
                </c:pt>
                <c:pt idx="3288">
                  <c:v>5.0774999999999997</c:v>
                </c:pt>
                <c:pt idx="3289">
                  <c:v>2.9424999999999999</c:v>
                </c:pt>
                <c:pt idx="3290">
                  <c:v>0.8</c:v>
                </c:pt>
                <c:pt idx="3291">
                  <c:v>0.39750000000000002</c:v>
                </c:pt>
                <c:pt idx="3292">
                  <c:v>867</c:v>
                </c:pt>
                <c:pt idx="3293" formatCode="0.00">
                  <c:v>0</c:v>
                </c:pt>
                <c:pt idx="3294">
                  <c:v>0.245</c:v>
                </c:pt>
                <c:pt idx="3295">
                  <c:v>0.65749999999999997</c:v>
                </c:pt>
                <c:pt idx="3296">
                  <c:v>2.0874999999999999</c:v>
                </c:pt>
                <c:pt idx="3297">
                  <c:v>4.1399999999999997</c:v>
                </c:pt>
                <c:pt idx="3298">
                  <c:v>6.9325000000000001</c:v>
                </c:pt>
                <c:pt idx="3299">
                  <c:v>10.032500000000001</c:v>
                </c:pt>
                <c:pt idx="3300">
                  <c:v>13.55</c:v>
                </c:pt>
                <c:pt idx="3301">
                  <c:v>17.302499999999998</c:v>
                </c:pt>
                <c:pt idx="3302">
                  <c:v>20.787500000000001</c:v>
                </c:pt>
                <c:pt idx="3303">
                  <c:v>25.202500000000001</c:v>
                </c:pt>
                <c:pt idx="3304">
                  <c:v>29.092500000000001</c:v>
                </c:pt>
                <c:pt idx="3305">
                  <c:v>32.917499999999997</c:v>
                </c:pt>
                <c:pt idx="3306">
                  <c:v>36.5625</c:v>
                </c:pt>
                <c:pt idx="3307">
                  <c:v>39.827500000000001</c:v>
                </c:pt>
                <c:pt idx="3308">
                  <c:v>42.462499999999999</c:v>
                </c:pt>
                <c:pt idx="3309">
                  <c:v>44.79</c:v>
                </c:pt>
                <c:pt idx="3310">
                  <c:v>47.284999999999997</c:v>
                </c:pt>
                <c:pt idx="3311">
                  <c:v>49.217500000000001</c:v>
                </c:pt>
                <c:pt idx="3312">
                  <c:v>49.857500000000002</c:v>
                </c:pt>
                <c:pt idx="3313">
                  <c:v>50.18</c:v>
                </c:pt>
                <c:pt idx="3314">
                  <c:v>50.472499999999997</c:v>
                </c:pt>
                <c:pt idx="3315">
                  <c:v>50.462499999999999</c:v>
                </c:pt>
                <c:pt idx="3316">
                  <c:v>50.58</c:v>
                </c:pt>
                <c:pt idx="3317">
                  <c:v>50.634999999999998</c:v>
                </c:pt>
                <c:pt idx="3318">
                  <c:v>50.795000000000002</c:v>
                </c:pt>
                <c:pt idx="3319">
                  <c:v>50.787500000000001</c:v>
                </c:pt>
                <c:pt idx="3320">
                  <c:v>50.842500000000001</c:v>
                </c:pt>
                <c:pt idx="3321">
                  <c:v>50.702500000000001</c:v>
                </c:pt>
                <c:pt idx="3322">
                  <c:v>50.634999999999998</c:v>
                </c:pt>
                <c:pt idx="3323">
                  <c:v>50.45</c:v>
                </c:pt>
                <c:pt idx="3324">
                  <c:v>50.505000000000003</c:v>
                </c:pt>
                <c:pt idx="3325">
                  <c:v>49.77</c:v>
                </c:pt>
                <c:pt idx="3326">
                  <c:v>48.58</c:v>
                </c:pt>
                <c:pt idx="3327">
                  <c:v>46.634999999999998</c:v>
                </c:pt>
                <c:pt idx="3328">
                  <c:v>44.212499999999999</c:v>
                </c:pt>
                <c:pt idx="3329">
                  <c:v>41.557499999999997</c:v>
                </c:pt>
                <c:pt idx="3330">
                  <c:v>38.752499999999998</c:v>
                </c:pt>
                <c:pt idx="3331">
                  <c:v>35.7575</c:v>
                </c:pt>
                <c:pt idx="3332">
                  <c:v>32.427500000000002</c:v>
                </c:pt>
                <c:pt idx="3333">
                  <c:v>28.9025</c:v>
                </c:pt>
                <c:pt idx="3334">
                  <c:v>25.17</c:v>
                </c:pt>
                <c:pt idx="3335">
                  <c:v>21.237500000000001</c:v>
                </c:pt>
                <c:pt idx="3336">
                  <c:v>17.234999999999999</c:v>
                </c:pt>
                <c:pt idx="3337">
                  <c:v>13.147500000000001</c:v>
                </c:pt>
                <c:pt idx="3338">
                  <c:v>9.5124999999999993</c:v>
                </c:pt>
                <c:pt idx="3339">
                  <c:v>6.1025</c:v>
                </c:pt>
                <c:pt idx="3340">
                  <c:v>3.36</c:v>
                </c:pt>
                <c:pt idx="3341">
                  <c:v>1.33</c:v>
                </c:pt>
                <c:pt idx="3342">
                  <c:v>0.28499999999999998</c:v>
                </c:pt>
                <c:pt idx="3343">
                  <c:v>867</c:v>
                </c:pt>
                <c:pt idx="3344">
                  <c:v>7.4999999999999997E-2</c:v>
                </c:pt>
                <c:pt idx="3345">
                  <c:v>0.4975</c:v>
                </c:pt>
                <c:pt idx="3346">
                  <c:v>1.1675</c:v>
                </c:pt>
                <c:pt idx="3347">
                  <c:v>3.4725000000000001</c:v>
                </c:pt>
                <c:pt idx="3348">
                  <c:v>7.4050000000000002</c:v>
                </c:pt>
                <c:pt idx="3349">
                  <c:v>12.112500000000001</c:v>
                </c:pt>
                <c:pt idx="3350">
                  <c:v>17.0625</c:v>
                </c:pt>
                <c:pt idx="3351">
                  <c:v>22.16</c:v>
                </c:pt>
                <c:pt idx="3352">
                  <c:v>27.614999999999998</c:v>
                </c:pt>
                <c:pt idx="3353">
                  <c:v>32.817500000000003</c:v>
                </c:pt>
                <c:pt idx="3354">
                  <c:v>37.770000000000003</c:v>
                </c:pt>
                <c:pt idx="3355">
                  <c:v>42.777500000000003</c:v>
                </c:pt>
                <c:pt idx="3356">
                  <c:v>47.56</c:v>
                </c:pt>
                <c:pt idx="3357">
                  <c:v>52.125</c:v>
                </c:pt>
                <c:pt idx="3358">
                  <c:v>56.494999999999997</c:v>
                </c:pt>
                <c:pt idx="3359">
                  <c:v>60.452500000000001</c:v>
                </c:pt>
                <c:pt idx="3360">
                  <c:v>116.17700000000001</c:v>
                </c:pt>
                <c:pt idx="3361">
                  <c:v>118.895</c:v>
                </c:pt>
                <c:pt idx="3362">
                  <c:v>121.26</c:v>
                </c:pt>
                <c:pt idx="3363">
                  <c:v>121.785</c:v>
                </c:pt>
                <c:pt idx="3364">
                  <c:v>122.86199999999999</c:v>
                </c:pt>
                <c:pt idx="3365">
                  <c:v>123.258</c:v>
                </c:pt>
                <c:pt idx="3366">
                  <c:v>123.465</c:v>
                </c:pt>
                <c:pt idx="3367">
                  <c:v>123.578</c:v>
                </c:pt>
                <c:pt idx="3368">
                  <c:v>123.872</c:v>
                </c:pt>
                <c:pt idx="3369">
                  <c:v>123.943</c:v>
                </c:pt>
                <c:pt idx="3370">
                  <c:v>123.977</c:v>
                </c:pt>
                <c:pt idx="3371">
                  <c:v>124.05500000000001</c:v>
                </c:pt>
                <c:pt idx="3372">
                  <c:v>123.88500000000001</c:v>
                </c:pt>
                <c:pt idx="3373">
                  <c:v>123.34</c:v>
                </c:pt>
                <c:pt idx="3374">
                  <c:v>122.688</c:v>
                </c:pt>
                <c:pt idx="3375">
                  <c:v>122.148</c:v>
                </c:pt>
                <c:pt idx="3376">
                  <c:v>121.568</c:v>
                </c:pt>
                <c:pt idx="3377">
                  <c:v>119.715</c:v>
                </c:pt>
                <c:pt idx="3378">
                  <c:v>116.917</c:v>
                </c:pt>
                <c:pt idx="3379">
                  <c:v>113.495</c:v>
                </c:pt>
                <c:pt idx="3380">
                  <c:v>56.65</c:v>
                </c:pt>
                <c:pt idx="3381">
                  <c:v>52.265000000000001</c:v>
                </c:pt>
                <c:pt idx="3382">
                  <c:v>47.655000000000001</c:v>
                </c:pt>
                <c:pt idx="3383">
                  <c:v>43.125</c:v>
                </c:pt>
                <c:pt idx="3384">
                  <c:v>37.667499999999997</c:v>
                </c:pt>
                <c:pt idx="3385">
                  <c:v>32.524999999999999</c:v>
                </c:pt>
                <c:pt idx="3386">
                  <c:v>27.36</c:v>
                </c:pt>
                <c:pt idx="3387">
                  <c:v>22.0075</c:v>
                </c:pt>
                <c:pt idx="3388">
                  <c:v>16.934999999999999</c:v>
                </c:pt>
                <c:pt idx="3389">
                  <c:v>12.045</c:v>
                </c:pt>
                <c:pt idx="3390">
                  <c:v>7.4874999999999998</c:v>
                </c:pt>
                <c:pt idx="3391">
                  <c:v>3.6425000000000001</c:v>
                </c:pt>
                <c:pt idx="3392">
                  <c:v>1.3625</c:v>
                </c:pt>
                <c:pt idx="3393">
                  <c:v>0.56999999999999995</c:v>
                </c:pt>
                <c:pt idx="3394">
                  <c:v>9.5000000000000001E-2</c:v>
                </c:pt>
                <c:pt idx="3395" formatCode="0.00">
                  <c:v>0</c:v>
                </c:pt>
                <c:pt idx="3396">
                  <c:v>7.4999999999999997E-2</c:v>
                </c:pt>
                <c:pt idx="3397">
                  <c:v>0.5575</c:v>
                </c:pt>
                <c:pt idx="3398">
                  <c:v>1.23</c:v>
                </c:pt>
                <c:pt idx="3399">
                  <c:v>3.56</c:v>
                </c:pt>
                <c:pt idx="3400">
                  <c:v>7.5549999999999997</c:v>
                </c:pt>
                <c:pt idx="3401">
                  <c:v>12.532500000000001</c:v>
                </c:pt>
                <c:pt idx="3402">
                  <c:v>17.635000000000002</c:v>
                </c:pt>
                <c:pt idx="3403">
                  <c:v>22.844999999999999</c:v>
                </c:pt>
                <c:pt idx="3404">
                  <c:v>28.4375</c:v>
                </c:pt>
                <c:pt idx="3405">
                  <c:v>33.58</c:v>
                </c:pt>
                <c:pt idx="3406">
                  <c:v>38.587499999999999</c:v>
                </c:pt>
                <c:pt idx="3407">
                  <c:v>43.365000000000002</c:v>
                </c:pt>
                <c:pt idx="3408">
                  <c:v>47.22</c:v>
                </c:pt>
                <c:pt idx="3409">
                  <c:v>52.452500000000001</c:v>
                </c:pt>
                <c:pt idx="3410">
                  <c:v>56.807499999999997</c:v>
                </c:pt>
                <c:pt idx="3411">
                  <c:v>61.167499999999997</c:v>
                </c:pt>
                <c:pt idx="3412">
                  <c:v>64.237499999999997</c:v>
                </c:pt>
                <c:pt idx="3413">
                  <c:v>66.877499999999998</c:v>
                </c:pt>
                <c:pt idx="3414">
                  <c:v>69.482500000000002</c:v>
                </c:pt>
                <c:pt idx="3415">
                  <c:v>71.185000000000002</c:v>
                </c:pt>
                <c:pt idx="3416">
                  <c:v>72.3</c:v>
                </c:pt>
                <c:pt idx="3417">
                  <c:v>73.75</c:v>
                </c:pt>
                <c:pt idx="3418">
                  <c:v>74.3</c:v>
                </c:pt>
                <c:pt idx="3419">
                  <c:v>74.72</c:v>
                </c:pt>
                <c:pt idx="3420">
                  <c:v>74.737499999999997</c:v>
                </c:pt>
                <c:pt idx="3421">
                  <c:v>74.822500000000005</c:v>
                </c:pt>
                <c:pt idx="3422">
                  <c:v>75.497500000000002</c:v>
                </c:pt>
                <c:pt idx="3423">
                  <c:v>75.275000000000006</c:v>
                </c:pt>
                <c:pt idx="3424">
                  <c:v>74.497500000000002</c:v>
                </c:pt>
                <c:pt idx="3425">
                  <c:v>73.844999999999999</c:v>
                </c:pt>
                <c:pt idx="3426">
                  <c:v>72.709999999999994</c:v>
                </c:pt>
                <c:pt idx="3427">
                  <c:v>71.564999999999998</c:v>
                </c:pt>
                <c:pt idx="3428">
                  <c:v>68.702500000000001</c:v>
                </c:pt>
                <c:pt idx="3429">
                  <c:v>66.787499999999994</c:v>
                </c:pt>
                <c:pt idx="3430">
                  <c:v>64.042500000000004</c:v>
                </c:pt>
                <c:pt idx="3431">
                  <c:v>61.042499999999997</c:v>
                </c:pt>
                <c:pt idx="3432">
                  <c:v>56.807499999999997</c:v>
                </c:pt>
                <c:pt idx="3433">
                  <c:v>52.3</c:v>
                </c:pt>
                <c:pt idx="3434">
                  <c:v>47.897500000000001</c:v>
                </c:pt>
                <c:pt idx="3435">
                  <c:v>43.3125</c:v>
                </c:pt>
                <c:pt idx="3436">
                  <c:v>38.17</c:v>
                </c:pt>
                <c:pt idx="3437">
                  <c:v>33.017499999999998</c:v>
                </c:pt>
                <c:pt idx="3438">
                  <c:v>27.75</c:v>
                </c:pt>
                <c:pt idx="3439">
                  <c:v>22.282499999999999</c:v>
                </c:pt>
                <c:pt idx="3440">
                  <c:v>17.14</c:v>
                </c:pt>
                <c:pt idx="3441">
                  <c:v>12.2225</c:v>
                </c:pt>
                <c:pt idx="3442">
                  <c:v>7.6150000000000002</c:v>
                </c:pt>
                <c:pt idx="3443">
                  <c:v>3.7450000000000001</c:v>
                </c:pt>
                <c:pt idx="3444">
                  <c:v>1.38</c:v>
                </c:pt>
                <c:pt idx="3445">
                  <c:v>0.57750000000000001</c:v>
                </c:pt>
                <c:pt idx="3446">
                  <c:v>9.7500000000000003E-2</c:v>
                </c:pt>
                <c:pt idx="3447" formatCode="0.00">
                  <c:v>0</c:v>
                </c:pt>
                <c:pt idx="3448">
                  <c:v>0.41749999999999998</c:v>
                </c:pt>
                <c:pt idx="3449">
                  <c:v>0.89500000000000002</c:v>
                </c:pt>
                <c:pt idx="3450">
                  <c:v>3.1775000000000002</c:v>
                </c:pt>
                <c:pt idx="3451">
                  <c:v>6.6174999999999997</c:v>
                </c:pt>
                <c:pt idx="3452">
                  <c:v>11.1425</c:v>
                </c:pt>
                <c:pt idx="3453">
                  <c:v>16.2</c:v>
                </c:pt>
                <c:pt idx="3454">
                  <c:v>21.6325</c:v>
                </c:pt>
                <c:pt idx="3455">
                  <c:v>27.22</c:v>
                </c:pt>
                <c:pt idx="3456">
                  <c:v>32.597499999999997</c:v>
                </c:pt>
                <c:pt idx="3457">
                  <c:v>38.512500000000003</c:v>
                </c:pt>
                <c:pt idx="3458">
                  <c:v>43.847499999999997</c:v>
                </c:pt>
                <c:pt idx="3459">
                  <c:v>49.21</c:v>
                </c:pt>
                <c:pt idx="3460">
                  <c:v>54.107500000000002</c:v>
                </c:pt>
                <c:pt idx="3461">
                  <c:v>58.667499999999997</c:v>
                </c:pt>
                <c:pt idx="3462">
                  <c:v>62.465000000000003</c:v>
                </c:pt>
                <c:pt idx="3463">
                  <c:v>65.602500000000006</c:v>
                </c:pt>
                <c:pt idx="3464">
                  <c:v>68.972499999999997</c:v>
                </c:pt>
                <c:pt idx="3465">
                  <c:v>71.680000000000007</c:v>
                </c:pt>
                <c:pt idx="3466">
                  <c:v>72.842500000000001</c:v>
                </c:pt>
                <c:pt idx="3467">
                  <c:v>73.534999999999997</c:v>
                </c:pt>
                <c:pt idx="3468">
                  <c:v>74.25</c:v>
                </c:pt>
                <c:pt idx="3469">
                  <c:v>74.4375</c:v>
                </c:pt>
                <c:pt idx="3470">
                  <c:v>74.72</c:v>
                </c:pt>
                <c:pt idx="3471">
                  <c:v>74.642499999999998</c:v>
                </c:pt>
                <c:pt idx="3472">
                  <c:v>74.552499999999995</c:v>
                </c:pt>
                <c:pt idx="3473">
                  <c:v>74.367500000000007</c:v>
                </c:pt>
                <c:pt idx="3474">
                  <c:v>74.224999999999994</c:v>
                </c:pt>
                <c:pt idx="3475">
                  <c:v>74.040000000000006</c:v>
                </c:pt>
                <c:pt idx="3476">
                  <c:v>73.882499999999993</c:v>
                </c:pt>
                <c:pt idx="3477">
                  <c:v>73.23</c:v>
                </c:pt>
                <c:pt idx="3478">
                  <c:v>72.760000000000005</c:v>
                </c:pt>
                <c:pt idx="3479">
                  <c:v>71.44</c:v>
                </c:pt>
                <c:pt idx="3480">
                  <c:v>69.347499999999997</c:v>
                </c:pt>
                <c:pt idx="3481">
                  <c:v>66.517499999999998</c:v>
                </c:pt>
                <c:pt idx="3482">
                  <c:v>63.17</c:v>
                </c:pt>
                <c:pt idx="3483">
                  <c:v>59.195</c:v>
                </c:pt>
                <c:pt idx="3484">
                  <c:v>55.134999999999998</c:v>
                </c:pt>
                <c:pt idx="3485">
                  <c:v>50.69</c:v>
                </c:pt>
                <c:pt idx="3486">
                  <c:v>46.11</c:v>
                </c:pt>
                <c:pt idx="3487">
                  <c:v>40.905000000000001</c:v>
                </c:pt>
                <c:pt idx="3488">
                  <c:v>35.532499999999999</c:v>
                </c:pt>
                <c:pt idx="3489">
                  <c:v>29.704999999999998</c:v>
                </c:pt>
                <c:pt idx="3490">
                  <c:v>23.797499999999999</c:v>
                </c:pt>
                <c:pt idx="3491">
                  <c:v>17.984999999999999</c:v>
                </c:pt>
                <c:pt idx="3492">
                  <c:v>12.772500000000001</c:v>
                </c:pt>
                <c:pt idx="3493">
                  <c:v>8.0950000000000006</c:v>
                </c:pt>
                <c:pt idx="3494">
                  <c:v>4.2824999999999998</c:v>
                </c:pt>
                <c:pt idx="3495">
                  <c:v>1.55</c:v>
                </c:pt>
                <c:pt idx="3496">
                  <c:v>0.315</c:v>
                </c:pt>
                <c:pt idx="3497">
                  <c:v>0</c:v>
                </c:pt>
                <c:pt idx="3498">
                  <c:v>12.5725</c:v>
                </c:pt>
                <c:pt idx="3499">
                  <c:v>13.0525</c:v>
                </c:pt>
                <c:pt idx="3500">
                  <c:v>1.2150000000000001</c:v>
                </c:pt>
                <c:pt idx="3501">
                  <c:v>3.5249999999999999</c:v>
                </c:pt>
                <c:pt idx="3502">
                  <c:v>7.4874999999999998</c:v>
                </c:pt>
                <c:pt idx="3503">
                  <c:v>12.37</c:v>
                </c:pt>
                <c:pt idx="3504">
                  <c:v>17.425000000000001</c:v>
                </c:pt>
                <c:pt idx="3505">
                  <c:v>22.607500000000002</c:v>
                </c:pt>
                <c:pt idx="3506">
                  <c:v>27.997499999999999</c:v>
                </c:pt>
                <c:pt idx="3507">
                  <c:v>33.274999999999999</c:v>
                </c:pt>
                <c:pt idx="3508">
                  <c:v>50.667499999999997</c:v>
                </c:pt>
                <c:pt idx="3509">
                  <c:v>55.612499999999997</c:v>
                </c:pt>
                <c:pt idx="3510">
                  <c:v>60.36</c:v>
                </c:pt>
                <c:pt idx="3511">
                  <c:v>64.81</c:v>
                </c:pt>
                <c:pt idx="3512">
                  <c:v>69.2</c:v>
                </c:pt>
                <c:pt idx="3513">
                  <c:v>73.252499999999998</c:v>
                </c:pt>
                <c:pt idx="3514">
                  <c:v>76.487499999999997</c:v>
                </c:pt>
                <c:pt idx="3515">
                  <c:v>79.150000000000006</c:v>
                </c:pt>
                <c:pt idx="3516">
                  <c:v>81.752499999999998</c:v>
                </c:pt>
                <c:pt idx="3517">
                  <c:v>83.504999999999995</c:v>
                </c:pt>
                <c:pt idx="3518">
                  <c:v>85.254999999999995</c:v>
                </c:pt>
                <c:pt idx="3519">
                  <c:v>86.87</c:v>
                </c:pt>
                <c:pt idx="3520">
                  <c:v>87.47</c:v>
                </c:pt>
                <c:pt idx="3521">
                  <c:v>87.742500000000007</c:v>
                </c:pt>
                <c:pt idx="3522">
                  <c:v>88.055000000000007</c:v>
                </c:pt>
                <c:pt idx="3523">
                  <c:v>87.992500000000007</c:v>
                </c:pt>
                <c:pt idx="3524">
                  <c:v>87.954999999999998</c:v>
                </c:pt>
                <c:pt idx="3525">
                  <c:v>87.7</c:v>
                </c:pt>
                <c:pt idx="3526">
                  <c:v>87.467500000000001</c:v>
                </c:pt>
                <c:pt idx="3527">
                  <c:v>87.204999999999998</c:v>
                </c:pt>
                <c:pt idx="3528">
                  <c:v>85.862499999999997</c:v>
                </c:pt>
                <c:pt idx="3529">
                  <c:v>84.19</c:v>
                </c:pt>
                <c:pt idx="3530">
                  <c:v>81.73</c:v>
                </c:pt>
                <c:pt idx="3531">
                  <c:v>79.06</c:v>
                </c:pt>
                <c:pt idx="3532">
                  <c:v>76.382499999999993</c:v>
                </c:pt>
                <c:pt idx="3533">
                  <c:v>73.010000000000005</c:v>
                </c:pt>
                <c:pt idx="3534">
                  <c:v>68.662499999999994</c:v>
                </c:pt>
                <c:pt idx="3535">
                  <c:v>64.282499999999999</c:v>
                </c:pt>
                <c:pt idx="3536">
                  <c:v>59.737499999999997</c:v>
                </c:pt>
                <c:pt idx="3537">
                  <c:v>55.262500000000003</c:v>
                </c:pt>
                <c:pt idx="3538">
                  <c:v>37.69</c:v>
                </c:pt>
                <c:pt idx="3539">
                  <c:v>32.577500000000001</c:v>
                </c:pt>
                <c:pt idx="3540">
                  <c:v>27.36</c:v>
                </c:pt>
                <c:pt idx="3541">
                  <c:v>21.947500000000002</c:v>
                </c:pt>
                <c:pt idx="3542">
                  <c:v>16.8675</c:v>
                </c:pt>
                <c:pt idx="3543">
                  <c:v>12.01</c:v>
                </c:pt>
                <c:pt idx="3544">
                  <c:v>7.4924999999999997</c:v>
                </c:pt>
                <c:pt idx="3545">
                  <c:v>3.6924999999999999</c:v>
                </c:pt>
                <c:pt idx="3546">
                  <c:v>1.3574999999999999</c:v>
                </c:pt>
                <c:pt idx="3547">
                  <c:v>0.56499999999999995</c:v>
                </c:pt>
                <c:pt idx="3548">
                  <c:v>9.5000000000000001E-2</c:v>
                </c:pt>
                <c:pt idx="3549" formatCode="0.00">
                  <c:v>0</c:v>
                </c:pt>
                <c:pt idx="3550" formatCode="0.00">
                  <c:v>0</c:v>
                </c:pt>
                <c:pt idx="3551">
                  <c:v>0.1525</c:v>
                </c:pt>
                <c:pt idx="3552">
                  <c:v>0.30499999999999999</c:v>
                </c:pt>
                <c:pt idx="3553">
                  <c:v>9.4075000000000006</c:v>
                </c:pt>
                <c:pt idx="3554">
                  <c:v>14.085000000000001</c:v>
                </c:pt>
                <c:pt idx="3555">
                  <c:v>23.357500000000002</c:v>
                </c:pt>
                <c:pt idx="3556">
                  <c:v>29.17</c:v>
                </c:pt>
                <c:pt idx="3557">
                  <c:v>36.130000000000003</c:v>
                </c:pt>
                <c:pt idx="3558">
                  <c:v>42.8675</c:v>
                </c:pt>
                <c:pt idx="3559">
                  <c:v>49.817500000000003</c:v>
                </c:pt>
                <c:pt idx="3560">
                  <c:v>55.7</c:v>
                </c:pt>
                <c:pt idx="3561">
                  <c:v>61.892499999999998</c:v>
                </c:pt>
                <c:pt idx="3562">
                  <c:v>100.30500000000001</c:v>
                </c:pt>
                <c:pt idx="3563">
                  <c:v>98.617500000000007</c:v>
                </c:pt>
                <c:pt idx="3564">
                  <c:v>96.472499999999997</c:v>
                </c:pt>
                <c:pt idx="3565">
                  <c:v>94.314999999999998</c:v>
                </c:pt>
                <c:pt idx="3566">
                  <c:v>102.63</c:v>
                </c:pt>
                <c:pt idx="3567">
                  <c:v>98.954999999999998</c:v>
                </c:pt>
                <c:pt idx="3568">
                  <c:v>94.14</c:v>
                </c:pt>
                <c:pt idx="3569">
                  <c:v>96.375</c:v>
                </c:pt>
                <c:pt idx="3570">
                  <c:v>97.842500000000001</c:v>
                </c:pt>
                <c:pt idx="3571">
                  <c:v>99.162499999999994</c:v>
                </c:pt>
                <c:pt idx="3572">
                  <c:v>100.17700000000001</c:v>
                </c:pt>
                <c:pt idx="3573">
                  <c:v>100.58799999999999</c:v>
                </c:pt>
                <c:pt idx="3574">
                  <c:v>100.977</c:v>
                </c:pt>
                <c:pt idx="3575">
                  <c:v>100.895</c:v>
                </c:pt>
                <c:pt idx="3576">
                  <c:v>100.36199999999999</c:v>
                </c:pt>
                <c:pt idx="3577">
                  <c:v>99.607500000000002</c:v>
                </c:pt>
                <c:pt idx="3578">
                  <c:v>98.82</c:v>
                </c:pt>
                <c:pt idx="3579">
                  <c:v>97.67</c:v>
                </c:pt>
                <c:pt idx="3580">
                  <c:v>96.422499999999999</c:v>
                </c:pt>
                <c:pt idx="3581">
                  <c:v>94.78</c:v>
                </c:pt>
                <c:pt idx="3582">
                  <c:v>92.715000000000003</c:v>
                </c:pt>
                <c:pt idx="3583">
                  <c:v>89.53</c:v>
                </c:pt>
                <c:pt idx="3584">
                  <c:v>86.025000000000006</c:v>
                </c:pt>
                <c:pt idx="3585">
                  <c:v>81.510000000000005</c:v>
                </c:pt>
                <c:pt idx="3586">
                  <c:v>77.002499999999998</c:v>
                </c:pt>
                <c:pt idx="3587">
                  <c:v>72.015000000000001</c:v>
                </c:pt>
                <c:pt idx="3588">
                  <c:v>66.387500000000003</c:v>
                </c:pt>
                <c:pt idx="3589">
                  <c:v>60.8125</c:v>
                </c:pt>
                <c:pt idx="3590">
                  <c:v>54.76</c:v>
                </c:pt>
                <c:pt idx="3591">
                  <c:v>48.322499999999998</c:v>
                </c:pt>
                <c:pt idx="3592">
                  <c:v>41.482500000000002</c:v>
                </c:pt>
                <c:pt idx="3593">
                  <c:v>34.85</c:v>
                </c:pt>
                <c:pt idx="3594">
                  <c:v>28.66</c:v>
                </c:pt>
                <c:pt idx="3595">
                  <c:v>22.675000000000001</c:v>
                </c:pt>
                <c:pt idx="3596">
                  <c:v>17.37</c:v>
                </c:pt>
                <c:pt idx="3597">
                  <c:v>12.5275</c:v>
                </c:pt>
                <c:pt idx="3598">
                  <c:v>5.14</c:v>
                </c:pt>
                <c:pt idx="3599">
                  <c:v>0.08</c:v>
                </c:pt>
                <c:pt idx="3600">
                  <c:v>0.12</c:v>
                </c:pt>
                <c:pt idx="3601">
                  <c:v>0.37</c:v>
                </c:pt>
                <c:pt idx="3602">
                  <c:v>0.83750000000000002</c:v>
                </c:pt>
                <c:pt idx="3603">
                  <c:v>2.4</c:v>
                </c:pt>
                <c:pt idx="3604">
                  <c:v>6.08</c:v>
                </c:pt>
                <c:pt idx="3605">
                  <c:v>10.625</c:v>
                </c:pt>
                <c:pt idx="3606">
                  <c:v>15.8375</c:v>
                </c:pt>
                <c:pt idx="3607">
                  <c:v>21.28</c:v>
                </c:pt>
                <c:pt idx="3608">
                  <c:v>27.15</c:v>
                </c:pt>
                <c:pt idx="3609">
                  <c:v>33.015000000000001</c:v>
                </c:pt>
                <c:pt idx="3610">
                  <c:v>38.692500000000003</c:v>
                </c:pt>
                <c:pt idx="3611">
                  <c:v>44.03</c:v>
                </c:pt>
                <c:pt idx="3612">
                  <c:v>48.91</c:v>
                </c:pt>
                <c:pt idx="3613">
                  <c:v>53.6325</c:v>
                </c:pt>
                <c:pt idx="3614">
                  <c:v>58.1</c:v>
                </c:pt>
                <c:pt idx="3615">
                  <c:v>62.24</c:v>
                </c:pt>
                <c:pt idx="3616">
                  <c:v>65.900000000000006</c:v>
                </c:pt>
                <c:pt idx="3617">
                  <c:v>69.302499999999995</c:v>
                </c:pt>
                <c:pt idx="3618">
                  <c:v>72.144999999999996</c:v>
                </c:pt>
                <c:pt idx="3619">
                  <c:v>74.715000000000003</c:v>
                </c:pt>
                <c:pt idx="3620">
                  <c:v>75.344999999999999</c:v>
                </c:pt>
                <c:pt idx="3621">
                  <c:v>75.92</c:v>
                </c:pt>
                <c:pt idx="3622">
                  <c:v>76.325000000000003</c:v>
                </c:pt>
                <c:pt idx="3623">
                  <c:v>76.287499999999994</c:v>
                </c:pt>
                <c:pt idx="3624">
                  <c:v>76.322500000000005</c:v>
                </c:pt>
                <c:pt idx="3625">
                  <c:v>76.297499999999999</c:v>
                </c:pt>
                <c:pt idx="3626">
                  <c:v>76.185000000000002</c:v>
                </c:pt>
                <c:pt idx="3627">
                  <c:v>75.8</c:v>
                </c:pt>
                <c:pt idx="3628">
                  <c:v>75.287499999999994</c:v>
                </c:pt>
                <c:pt idx="3629">
                  <c:v>74.849999999999994</c:v>
                </c:pt>
                <c:pt idx="3630">
                  <c:v>74.125</c:v>
                </c:pt>
                <c:pt idx="3631">
                  <c:v>72.907499999999999</c:v>
                </c:pt>
                <c:pt idx="3632">
                  <c:v>71.064999999999998</c:v>
                </c:pt>
                <c:pt idx="3633">
                  <c:v>68.12</c:v>
                </c:pt>
                <c:pt idx="3634">
                  <c:v>65.174999999999997</c:v>
                </c:pt>
                <c:pt idx="3635">
                  <c:v>61.672499999999999</c:v>
                </c:pt>
                <c:pt idx="3636">
                  <c:v>57.532499999999999</c:v>
                </c:pt>
                <c:pt idx="3637">
                  <c:v>53.017499999999998</c:v>
                </c:pt>
                <c:pt idx="3638">
                  <c:v>48.552500000000002</c:v>
                </c:pt>
                <c:pt idx="3639">
                  <c:v>43.572499999999998</c:v>
                </c:pt>
                <c:pt idx="3640">
                  <c:v>38.549999999999997</c:v>
                </c:pt>
                <c:pt idx="3641">
                  <c:v>33.012500000000003</c:v>
                </c:pt>
                <c:pt idx="3642">
                  <c:v>27.142499999999998</c:v>
                </c:pt>
                <c:pt idx="3643">
                  <c:v>21.422499999999999</c:v>
                </c:pt>
                <c:pt idx="3644">
                  <c:v>16.195</c:v>
                </c:pt>
                <c:pt idx="3645">
                  <c:v>11.305</c:v>
                </c:pt>
                <c:pt idx="3646">
                  <c:v>6.8550000000000004</c:v>
                </c:pt>
                <c:pt idx="3647">
                  <c:v>3.0674999999999999</c:v>
                </c:pt>
                <c:pt idx="3648">
                  <c:v>1.3125</c:v>
                </c:pt>
                <c:pt idx="3649">
                  <c:v>0.08</c:v>
                </c:pt>
                <c:pt idx="3650">
                  <c:v>103.19</c:v>
                </c:pt>
                <c:pt idx="3651">
                  <c:v>103.26</c:v>
                </c:pt>
                <c:pt idx="3652">
                  <c:v>103.39</c:v>
                </c:pt>
                <c:pt idx="3653">
                  <c:v>104.15300000000001</c:v>
                </c:pt>
                <c:pt idx="3654">
                  <c:v>107.39</c:v>
                </c:pt>
                <c:pt idx="3655">
                  <c:v>108.96299999999999</c:v>
                </c:pt>
                <c:pt idx="3656">
                  <c:v>110.833</c:v>
                </c:pt>
                <c:pt idx="3657">
                  <c:v>112.583</c:v>
                </c:pt>
                <c:pt idx="3658">
                  <c:v>114.27800000000001</c:v>
                </c:pt>
                <c:pt idx="3659">
                  <c:v>115.943</c:v>
                </c:pt>
                <c:pt idx="3660">
                  <c:v>117.47799999999999</c:v>
                </c:pt>
                <c:pt idx="3661">
                  <c:v>118.958</c:v>
                </c:pt>
                <c:pt idx="3662">
                  <c:v>120.248</c:v>
                </c:pt>
                <c:pt idx="3663">
                  <c:v>121.515</c:v>
                </c:pt>
                <c:pt idx="3664">
                  <c:v>122.53700000000001</c:v>
                </c:pt>
                <c:pt idx="3665">
                  <c:v>123.46299999999999</c:v>
                </c:pt>
                <c:pt idx="3666">
                  <c:v>124.43</c:v>
                </c:pt>
                <c:pt idx="3667">
                  <c:v>125.13500000000001</c:v>
                </c:pt>
                <c:pt idx="3668">
                  <c:v>125.72799999999999</c:v>
                </c:pt>
                <c:pt idx="3669">
                  <c:v>126.36</c:v>
                </c:pt>
                <c:pt idx="3670">
                  <c:v>126.58</c:v>
                </c:pt>
                <c:pt idx="3671">
                  <c:v>126.77</c:v>
                </c:pt>
                <c:pt idx="3672">
                  <c:v>126.98</c:v>
                </c:pt>
                <c:pt idx="3673">
                  <c:v>127.15300000000001</c:v>
                </c:pt>
                <c:pt idx="3674">
                  <c:v>119.78</c:v>
                </c:pt>
                <c:pt idx="3675">
                  <c:v>112.66200000000001</c:v>
                </c:pt>
                <c:pt idx="3676">
                  <c:v>104.85</c:v>
                </c:pt>
                <c:pt idx="3677">
                  <c:v>97.66</c:v>
                </c:pt>
                <c:pt idx="3678">
                  <c:v>90.027500000000003</c:v>
                </c:pt>
                <c:pt idx="3679">
                  <c:v>82.022499999999994</c:v>
                </c:pt>
                <c:pt idx="3680">
                  <c:v>75.724999999999994</c:v>
                </c:pt>
                <c:pt idx="3681">
                  <c:v>75.17</c:v>
                </c:pt>
                <c:pt idx="3682">
                  <c:v>74.19</c:v>
                </c:pt>
                <c:pt idx="3683">
                  <c:v>73.254999999999995</c:v>
                </c:pt>
                <c:pt idx="3684">
                  <c:v>71.612499999999997</c:v>
                </c:pt>
                <c:pt idx="3685">
                  <c:v>67.88</c:v>
                </c:pt>
                <c:pt idx="3686">
                  <c:v>63.817500000000003</c:v>
                </c:pt>
                <c:pt idx="3687">
                  <c:v>60.77</c:v>
                </c:pt>
                <c:pt idx="3688">
                  <c:v>59.46</c:v>
                </c:pt>
                <c:pt idx="3689">
                  <c:v>57.93</c:v>
                </c:pt>
                <c:pt idx="3690">
                  <c:v>56.642499999999998</c:v>
                </c:pt>
                <c:pt idx="3691">
                  <c:v>55.03</c:v>
                </c:pt>
                <c:pt idx="3692">
                  <c:v>53.272500000000001</c:v>
                </c:pt>
                <c:pt idx="3693">
                  <c:v>51.585000000000001</c:v>
                </c:pt>
                <c:pt idx="3694">
                  <c:v>50.2425</c:v>
                </c:pt>
                <c:pt idx="3695">
                  <c:v>49.045000000000002</c:v>
                </c:pt>
                <c:pt idx="3696">
                  <c:v>48.087499999999999</c:v>
                </c:pt>
                <c:pt idx="3697">
                  <c:v>47.417499999999997</c:v>
                </c:pt>
                <c:pt idx="3698">
                  <c:v>0.64</c:v>
                </c:pt>
                <c:pt idx="3699">
                  <c:v>225</c:v>
                </c:pt>
                <c:pt idx="3700">
                  <c:v>225</c:v>
                </c:pt>
                <c:pt idx="3701">
                  <c:v>161.75</c:v>
                </c:pt>
                <c:pt idx="3702">
                  <c:v>161.62799999999999</c:v>
                </c:pt>
                <c:pt idx="3703">
                  <c:v>161.815</c:v>
                </c:pt>
                <c:pt idx="3704">
                  <c:v>162.655</c:v>
                </c:pt>
                <c:pt idx="3705">
                  <c:v>163.12799999999999</c:v>
                </c:pt>
                <c:pt idx="3706">
                  <c:v>164.65700000000001</c:v>
                </c:pt>
                <c:pt idx="3707">
                  <c:v>165.553</c:v>
                </c:pt>
                <c:pt idx="3708">
                  <c:v>166.91</c:v>
                </c:pt>
                <c:pt idx="3709">
                  <c:v>168.273</c:v>
                </c:pt>
                <c:pt idx="3710">
                  <c:v>169.53700000000001</c:v>
                </c:pt>
                <c:pt idx="3711">
                  <c:v>170.83799999999999</c:v>
                </c:pt>
                <c:pt idx="3712">
                  <c:v>172.27500000000001</c:v>
                </c:pt>
                <c:pt idx="3713">
                  <c:v>186.36500000000001</c:v>
                </c:pt>
                <c:pt idx="3714">
                  <c:v>188.673</c:v>
                </c:pt>
                <c:pt idx="3715">
                  <c:v>190.465</c:v>
                </c:pt>
                <c:pt idx="3716">
                  <c:v>192.24700000000001</c:v>
                </c:pt>
                <c:pt idx="3717">
                  <c:v>194.24700000000001</c:v>
                </c:pt>
                <c:pt idx="3718">
                  <c:v>195.69300000000001</c:v>
                </c:pt>
                <c:pt idx="3719">
                  <c:v>246.822</c:v>
                </c:pt>
                <c:pt idx="3720">
                  <c:v>248.297</c:v>
                </c:pt>
                <c:pt idx="3721">
                  <c:v>198.94800000000001</c:v>
                </c:pt>
                <c:pt idx="3722">
                  <c:v>249.565</c:v>
                </c:pt>
                <c:pt idx="3723">
                  <c:v>200.18</c:v>
                </c:pt>
                <c:pt idx="3724">
                  <c:v>275.39999999999998</c:v>
                </c:pt>
                <c:pt idx="3725">
                  <c:v>336.95499999999998</c:v>
                </c:pt>
                <c:pt idx="3726">
                  <c:v>336.93200000000002</c:v>
                </c:pt>
                <c:pt idx="3727">
                  <c:v>337.09699999999998</c:v>
                </c:pt>
                <c:pt idx="3728">
                  <c:v>337.11700000000002</c:v>
                </c:pt>
                <c:pt idx="3729">
                  <c:v>337.08300000000003</c:v>
                </c:pt>
                <c:pt idx="3730">
                  <c:v>336.892</c:v>
                </c:pt>
                <c:pt idx="3731">
                  <c:v>337.13499999999999</c:v>
                </c:pt>
                <c:pt idx="3732">
                  <c:v>246.905</c:v>
                </c:pt>
                <c:pt idx="3733">
                  <c:v>195.53200000000001</c:v>
                </c:pt>
                <c:pt idx="3734">
                  <c:v>194.18700000000001</c:v>
                </c:pt>
                <c:pt idx="3735">
                  <c:v>192.28700000000001</c:v>
                </c:pt>
                <c:pt idx="3736">
                  <c:v>176.54</c:v>
                </c:pt>
                <c:pt idx="3737">
                  <c:v>188.715</c:v>
                </c:pt>
                <c:pt idx="3738">
                  <c:v>186.33500000000001</c:v>
                </c:pt>
                <c:pt idx="3739">
                  <c:v>173.33</c:v>
                </c:pt>
                <c:pt idx="3740">
                  <c:v>172.15299999999999</c:v>
                </c:pt>
                <c:pt idx="3741">
                  <c:v>170.922</c:v>
                </c:pt>
                <c:pt idx="3742">
                  <c:v>169.36699999999999</c:v>
                </c:pt>
                <c:pt idx="3743">
                  <c:v>168.07300000000001</c:v>
                </c:pt>
                <c:pt idx="3744">
                  <c:v>166.833</c:v>
                </c:pt>
                <c:pt idx="3745">
                  <c:v>165.71700000000001</c:v>
                </c:pt>
                <c:pt idx="3746">
                  <c:v>142.55699999999999</c:v>
                </c:pt>
                <c:pt idx="3747">
                  <c:v>119.63500000000001</c:v>
                </c:pt>
                <c:pt idx="3748">
                  <c:v>97.185000000000002</c:v>
                </c:pt>
                <c:pt idx="3749">
                  <c:v>4.7949999999999999</c:v>
                </c:pt>
                <c:pt idx="3750">
                  <c:v>3.6475</c:v>
                </c:pt>
                <c:pt idx="3751">
                  <c:v>2.5</c:v>
                </c:pt>
                <c:pt idx="3752">
                  <c:v>1.5</c:v>
                </c:pt>
                <c:pt idx="3753">
                  <c:v>225</c:v>
                </c:pt>
                <c:pt idx="3754">
                  <c:v>225</c:v>
                </c:pt>
                <c:pt idx="3755">
                  <c:v>645</c:v>
                </c:pt>
                <c:pt idx="3756">
                  <c:v>645</c:v>
                </c:pt>
                <c:pt idx="3757">
                  <c:v>166.25</c:v>
                </c:pt>
                <c:pt idx="3758">
                  <c:v>166.25</c:v>
                </c:pt>
                <c:pt idx="3759">
                  <c:v>166.31</c:v>
                </c:pt>
                <c:pt idx="3760">
                  <c:v>166.505</c:v>
                </c:pt>
                <c:pt idx="3761">
                  <c:v>168.38800000000001</c:v>
                </c:pt>
                <c:pt idx="3762">
                  <c:v>168.643</c:v>
                </c:pt>
                <c:pt idx="3763">
                  <c:v>168.69499999999999</c:v>
                </c:pt>
                <c:pt idx="3764">
                  <c:v>168.82</c:v>
                </c:pt>
                <c:pt idx="3765">
                  <c:v>183.51300000000001</c:v>
                </c:pt>
                <c:pt idx="3766">
                  <c:v>198.102</c:v>
                </c:pt>
                <c:pt idx="3767">
                  <c:v>217.815</c:v>
                </c:pt>
                <c:pt idx="3768">
                  <c:v>217.94</c:v>
                </c:pt>
                <c:pt idx="3769">
                  <c:v>218.07499999999999</c:v>
                </c:pt>
                <c:pt idx="3770">
                  <c:v>218.273</c:v>
                </c:pt>
                <c:pt idx="3771">
                  <c:v>218.358</c:v>
                </c:pt>
                <c:pt idx="3772">
                  <c:v>218.46</c:v>
                </c:pt>
                <c:pt idx="3773">
                  <c:v>218.66</c:v>
                </c:pt>
                <c:pt idx="3774">
                  <c:v>218.68299999999999</c:v>
                </c:pt>
                <c:pt idx="3775">
                  <c:v>218.53</c:v>
                </c:pt>
                <c:pt idx="3776">
                  <c:v>218.74299999999999</c:v>
                </c:pt>
                <c:pt idx="3777">
                  <c:v>226.04499999999999</c:v>
                </c:pt>
                <c:pt idx="3778">
                  <c:v>226.24799999999999</c:v>
                </c:pt>
                <c:pt idx="3779">
                  <c:v>226.42500000000001</c:v>
                </c:pt>
                <c:pt idx="3780">
                  <c:v>226.62</c:v>
                </c:pt>
                <c:pt idx="3781">
                  <c:v>226.52699999999999</c:v>
                </c:pt>
                <c:pt idx="3782">
                  <c:v>226.38</c:v>
                </c:pt>
                <c:pt idx="3783">
                  <c:v>226.55799999999999</c:v>
                </c:pt>
                <c:pt idx="3784">
                  <c:v>226.512</c:v>
                </c:pt>
                <c:pt idx="3785">
                  <c:v>245.035</c:v>
                </c:pt>
                <c:pt idx="3786">
                  <c:v>244.94800000000001</c:v>
                </c:pt>
                <c:pt idx="3787">
                  <c:v>228.12</c:v>
                </c:pt>
                <c:pt idx="3788">
                  <c:v>226.37799999999999</c:v>
                </c:pt>
                <c:pt idx="3789">
                  <c:v>226.26499999999999</c:v>
                </c:pt>
                <c:pt idx="3790">
                  <c:v>226.017</c:v>
                </c:pt>
                <c:pt idx="3791">
                  <c:v>226.07</c:v>
                </c:pt>
                <c:pt idx="3792">
                  <c:v>226.095</c:v>
                </c:pt>
                <c:pt idx="3793">
                  <c:v>225.97499999999999</c:v>
                </c:pt>
                <c:pt idx="3794">
                  <c:v>225.98500000000001</c:v>
                </c:pt>
                <c:pt idx="3795">
                  <c:v>218.048</c:v>
                </c:pt>
                <c:pt idx="3796">
                  <c:v>218.042</c:v>
                </c:pt>
                <c:pt idx="3797">
                  <c:v>217.858</c:v>
                </c:pt>
                <c:pt idx="3798">
                  <c:v>217.64500000000001</c:v>
                </c:pt>
                <c:pt idx="3799">
                  <c:v>217.6</c:v>
                </c:pt>
                <c:pt idx="3800">
                  <c:v>202.69</c:v>
                </c:pt>
                <c:pt idx="3801">
                  <c:v>158.53</c:v>
                </c:pt>
                <c:pt idx="3802">
                  <c:v>138.97800000000001</c:v>
                </c:pt>
                <c:pt idx="3803">
                  <c:v>138.97999999999999</c:v>
                </c:pt>
                <c:pt idx="3804">
                  <c:v>138.93299999999999</c:v>
                </c:pt>
                <c:pt idx="3805">
                  <c:v>6.7024999999999997</c:v>
                </c:pt>
                <c:pt idx="3806">
                  <c:v>4.25</c:v>
                </c:pt>
                <c:pt idx="3807">
                  <c:v>2.5</c:v>
                </c:pt>
                <c:pt idx="3808">
                  <c:v>1.5</c:v>
                </c:pt>
                <c:pt idx="3809">
                  <c:v>645</c:v>
                </c:pt>
                <c:pt idx="3810">
                  <c:v>645</c:v>
                </c:pt>
                <c:pt idx="3811">
                  <c:v>780</c:v>
                </c:pt>
                <c:pt idx="3812">
                  <c:v>780</c:v>
                </c:pt>
                <c:pt idx="3813">
                  <c:v>234.80500000000001</c:v>
                </c:pt>
                <c:pt idx="3814">
                  <c:v>234.69</c:v>
                </c:pt>
                <c:pt idx="3815">
                  <c:v>234.84800000000001</c:v>
                </c:pt>
                <c:pt idx="3816">
                  <c:v>235.565</c:v>
                </c:pt>
                <c:pt idx="3817">
                  <c:v>236.815</c:v>
                </c:pt>
                <c:pt idx="3818">
                  <c:v>238.29</c:v>
                </c:pt>
                <c:pt idx="3819">
                  <c:v>240.13</c:v>
                </c:pt>
                <c:pt idx="3820">
                  <c:v>241.87200000000001</c:v>
                </c:pt>
                <c:pt idx="3821">
                  <c:v>243.68</c:v>
                </c:pt>
                <c:pt idx="3822">
                  <c:v>245.7</c:v>
                </c:pt>
                <c:pt idx="3823">
                  <c:v>247.267</c:v>
                </c:pt>
                <c:pt idx="3824">
                  <c:v>248.732</c:v>
                </c:pt>
                <c:pt idx="3825">
                  <c:v>250.18</c:v>
                </c:pt>
                <c:pt idx="3826">
                  <c:v>251.297</c:v>
                </c:pt>
                <c:pt idx="3827">
                  <c:v>252.28299999999999</c:v>
                </c:pt>
                <c:pt idx="3828">
                  <c:v>253.083</c:v>
                </c:pt>
                <c:pt idx="3829">
                  <c:v>254.14</c:v>
                </c:pt>
                <c:pt idx="3830">
                  <c:v>254.827</c:v>
                </c:pt>
                <c:pt idx="3831">
                  <c:v>255.29</c:v>
                </c:pt>
                <c:pt idx="3832">
                  <c:v>256.01299999999998</c:v>
                </c:pt>
                <c:pt idx="3833">
                  <c:v>263.79000000000002</c:v>
                </c:pt>
                <c:pt idx="3834">
                  <c:v>264.08999999999997</c:v>
                </c:pt>
                <c:pt idx="3835">
                  <c:v>264.363</c:v>
                </c:pt>
                <c:pt idx="3836">
                  <c:v>264.37799999999999</c:v>
                </c:pt>
                <c:pt idx="3837">
                  <c:v>264.36799999999999</c:v>
                </c:pt>
                <c:pt idx="3838">
                  <c:v>264.37299999999999</c:v>
                </c:pt>
                <c:pt idx="3839">
                  <c:v>264.58</c:v>
                </c:pt>
                <c:pt idx="3840">
                  <c:v>264.27499999999998</c:v>
                </c:pt>
                <c:pt idx="3841">
                  <c:v>263.79300000000001</c:v>
                </c:pt>
                <c:pt idx="3842">
                  <c:v>263.63499999999999</c:v>
                </c:pt>
                <c:pt idx="3843">
                  <c:v>263.00700000000001</c:v>
                </c:pt>
                <c:pt idx="3844">
                  <c:v>262.77800000000002</c:v>
                </c:pt>
                <c:pt idx="3845">
                  <c:v>261.65800000000002</c:v>
                </c:pt>
                <c:pt idx="3846">
                  <c:v>260.673</c:v>
                </c:pt>
                <c:pt idx="3847">
                  <c:v>259.548</c:v>
                </c:pt>
                <c:pt idx="3848">
                  <c:v>251.512</c:v>
                </c:pt>
                <c:pt idx="3849">
                  <c:v>250.488</c:v>
                </c:pt>
                <c:pt idx="3850">
                  <c:v>249.29</c:v>
                </c:pt>
                <c:pt idx="3851">
                  <c:v>247.87299999999999</c:v>
                </c:pt>
                <c:pt idx="3852">
                  <c:v>246.37299999999999</c:v>
                </c:pt>
                <c:pt idx="3853">
                  <c:v>244.24799999999999</c:v>
                </c:pt>
                <c:pt idx="3854">
                  <c:v>242.83699999999999</c:v>
                </c:pt>
                <c:pt idx="3855">
                  <c:v>241.12799999999999</c:v>
                </c:pt>
                <c:pt idx="3856">
                  <c:v>239.345</c:v>
                </c:pt>
                <c:pt idx="3857">
                  <c:v>223.453</c:v>
                </c:pt>
                <c:pt idx="3858">
                  <c:v>207.62</c:v>
                </c:pt>
                <c:pt idx="3859">
                  <c:v>192.20500000000001</c:v>
                </c:pt>
                <c:pt idx="3860">
                  <c:v>176.86500000000001</c:v>
                </c:pt>
                <c:pt idx="3861">
                  <c:v>4.1399999999999997</c:v>
                </c:pt>
                <c:pt idx="3862">
                  <c:v>3</c:v>
                </c:pt>
                <c:pt idx="3863">
                  <c:v>2</c:v>
                </c:pt>
                <c:pt idx="3864">
                  <c:v>2</c:v>
                </c:pt>
                <c:pt idx="3865">
                  <c:v>780</c:v>
                </c:pt>
                <c:pt idx="3866">
                  <c:v>780</c:v>
                </c:pt>
                <c:pt idx="3867">
                  <c:v>1005</c:v>
                </c:pt>
                <c:pt idx="3868">
                  <c:v>1005</c:v>
                </c:pt>
                <c:pt idx="3869">
                  <c:v>0</c:v>
                </c:pt>
                <c:pt idx="3870">
                  <c:v>230.80500000000001</c:v>
                </c:pt>
                <c:pt idx="3871">
                  <c:v>230.43299999999999</c:v>
                </c:pt>
                <c:pt idx="3872">
                  <c:v>230.36799999999999</c:v>
                </c:pt>
                <c:pt idx="3873">
                  <c:v>228.36500000000001</c:v>
                </c:pt>
                <c:pt idx="3874">
                  <c:v>218.96</c:v>
                </c:pt>
                <c:pt idx="3875">
                  <c:v>210.39500000000001</c:v>
                </c:pt>
                <c:pt idx="3876">
                  <c:v>204.85300000000001</c:v>
                </c:pt>
                <c:pt idx="3877">
                  <c:v>200.625</c:v>
                </c:pt>
                <c:pt idx="3878">
                  <c:v>195.95500000000001</c:v>
                </c:pt>
                <c:pt idx="3879">
                  <c:v>191.75700000000001</c:v>
                </c:pt>
                <c:pt idx="3880">
                  <c:v>187.172</c:v>
                </c:pt>
                <c:pt idx="3881">
                  <c:v>182.09299999999999</c:v>
                </c:pt>
                <c:pt idx="3882">
                  <c:v>177.893</c:v>
                </c:pt>
                <c:pt idx="3883">
                  <c:v>173.26499999999999</c:v>
                </c:pt>
                <c:pt idx="3884">
                  <c:v>168.643</c:v>
                </c:pt>
                <c:pt idx="3885">
                  <c:v>164.52</c:v>
                </c:pt>
                <c:pt idx="3886">
                  <c:v>160.72</c:v>
                </c:pt>
                <c:pt idx="3887">
                  <c:v>158.16800000000001</c:v>
                </c:pt>
                <c:pt idx="3888">
                  <c:v>154.91200000000001</c:v>
                </c:pt>
                <c:pt idx="3889">
                  <c:v>152.857</c:v>
                </c:pt>
                <c:pt idx="3890">
                  <c:v>160.63499999999999</c:v>
                </c:pt>
                <c:pt idx="3891">
                  <c:v>172.34800000000001</c:v>
                </c:pt>
                <c:pt idx="3892">
                  <c:v>222.21700000000001</c:v>
                </c:pt>
                <c:pt idx="3893">
                  <c:v>247.023</c:v>
                </c:pt>
                <c:pt idx="3894">
                  <c:v>312.49299999999999</c:v>
                </c:pt>
                <c:pt idx="3895">
                  <c:v>312.50700000000001</c:v>
                </c:pt>
                <c:pt idx="3896">
                  <c:v>311.298</c:v>
                </c:pt>
                <c:pt idx="3897">
                  <c:v>311.09199999999998</c:v>
                </c:pt>
                <c:pt idx="3898">
                  <c:v>310.57</c:v>
                </c:pt>
                <c:pt idx="3899">
                  <c:v>306.68799999999999</c:v>
                </c:pt>
                <c:pt idx="3900">
                  <c:v>282.04500000000002</c:v>
                </c:pt>
                <c:pt idx="3901">
                  <c:v>271.32799999999997</c:v>
                </c:pt>
                <c:pt idx="3902">
                  <c:v>236.43199999999999</c:v>
                </c:pt>
                <c:pt idx="3903">
                  <c:v>214.923</c:v>
                </c:pt>
                <c:pt idx="3904">
                  <c:v>191.673</c:v>
                </c:pt>
                <c:pt idx="3905">
                  <c:v>170.58199999999999</c:v>
                </c:pt>
                <c:pt idx="3906">
                  <c:v>173.19300000000001</c:v>
                </c:pt>
                <c:pt idx="3907">
                  <c:v>176.83699999999999</c:v>
                </c:pt>
                <c:pt idx="3908">
                  <c:v>180.19300000000001</c:v>
                </c:pt>
                <c:pt idx="3909">
                  <c:v>184.245</c:v>
                </c:pt>
                <c:pt idx="3910">
                  <c:v>177.85499999999999</c:v>
                </c:pt>
                <c:pt idx="3911">
                  <c:v>182.53200000000001</c:v>
                </c:pt>
                <c:pt idx="3912">
                  <c:v>186.27500000000001</c:v>
                </c:pt>
                <c:pt idx="3913">
                  <c:v>191.35</c:v>
                </c:pt>
                <c:pt idx="3914">
                  <c:v>182.238</c:v>
                </c:pt>
                <c:pt idx="3915">
                  <c:v>173.18799999999999</c:v>
                </c:pt>
                <c:pt idx="3916">
                  <c:v>165.267</c:v>
                </c:pt>
                <c:pt idx="3917">
                  <c:v>158.30799999999999</c:v>
                </c:pt>
                <c:pt idx="3918">
                  <c:v>0.435</c:v>
                </c:pt>
                <c:pt idx="3919">
                  <c:v>0.14749999999999999</c:v>
                </c:pt>
                <c:pt idx="3920">
                  <c:v>1005</c:v>
                </c:pt>
                <c:pt idx="3921">
                  <c:v>1005</c:v>
                </c:pt>
                <c:pt idx="3922">
                  <c:v>3243</c:v>
                </c:pt>
                <c:pt idx="3923">
                  <c:v>3243</c:v>
                </c:pt>
                <c:pt idx="3924">
                  <c:v>5.7500000000000002E-2</c:v>
                </c:pt>
                <c:pt idx="3925">
                  <c:v>0.24</c:v>
                </c:pt>
                <c:pt idx="3926">
                  <c:v>0.505</c:v>
                </c:pt>
                <c:pt idx="3927">
                  <c:v>1.4650000000000001</c:v>
                </c:pt>
                <c:pt idx="3928">
                  <c:v>4.1849999999999996</c:v>
                </c:pt>
                <c:pt idx="3929">
                  <c:v>8.6125000000000007</c:v>
                </c:pt>
                <c:pt idx="3930">
                  <c:v>14.4025</c:v>
                </c:pt>
                <c:pt idx="3931">
                  <c:v>20.6175</c:v>
                </c:pt>
                <c:pt idx="3932">
                  <c:v>27.78</c:v>
                </c:pt>
                <c:pt idx="3933">
                  <c:v>45.884999999999998</c:v>
                </c:pt>
                <c:pt idx="3934">
                  <c:v>88.742500000000007</c:v>
                </c:pt>
                <c:pt idx="3935">
                  <c:v>131.47499999999999</c:v>
                </c:pt>
                <c:pt idx="3936">
                  <c:v>174.29300000000001</c:v>
                </c:pt>
                <c:pt idx="3937">
                  <c:v>206.03700000000001</c:v>
                </c:pt>
                <c:pt idx="3938">
                  <c:v>206.16200000000001</c:v>
                </c:pt>
                <c:pt idx="3939">
                  <c:v>206.375</c:v>
                </c:pt>
                <c:pt idx="3940">
                  <c:v>206.25</c:v>
                </c:pt>
                <c:pt idx="3941">
                  <c:v>206.17500000000001</c:v>
                </c:pt>
                <c:pt idx="3942">
                  <c:v>206.238</c:v>
                </c:pt>
                <c:pt idx="3943">
                  <c:v>206.137</c:v>
                </c:pt>
                <c:pt idx="3944">
                  <c:v>218.113</c:v>
                </c:pt>
                <c:pt idx="3945">
                  <c:v>218.137</c:v>
                </c:pt>
                <c:pt idx="3946">
                  <c:v>218.25</c:v>
                </c:pt>
                <c:pt idx="3947">
                  <c:v>218.53800000000001</c:v>
                </c:pt>
                <c:pt idx="3948">
                  <c:v>213.32499999999999</c:v>
                </c:pt>
                <c:pt idx="3949">
                  <c:v>213.33699999999999</c:v>
                </c:pt>
                <c:pt idx="3950">
                  <c:v>213.91300000000001</c:v>
                </c:pt>
                <c:pt idx="3951">
                  <c:v>213.75</c:v>
                </c:pt>
                <c:pt idx="3952">
                  <c:v>213.15</c:v>
                </c:pt>
                <c:pt idx="3953">
                  <c:v>212.82499999999999</c:v>
                </c:pt>
                <c:pt idx="3954">
                  <c:v>217.91300000000001</c:v>
                </c:pt>
                <c:pt idx="3955">
                  <c:v>218.488</c:v>
                </c:pt>
                <c:pt idx="3956">
                  <c:v>217.762</c:v>
                </c:pt>
                <c:pt idx="3957">
                  <c:v>217.29</c:v>
                </c:pt>
                <c:pt idx="3958">
                  <c:v>188.625</c:v>
                </c:pt>
                <c:pt idx="3959">
                  <c:v>159.767</c:v>
                </c:pt>
                <c:pt idx="3960">
                  <c:v>130.63300000000001</c:v>
                </c:pt>
                <c:pt idx="3961">
                  <c:v>101.072</c:v>
                </c:pt>
                <c:pt idx="3962">
                  <c:v>46.37</c:v>
                </c:pt>
                <c:pt idx="3963">
                  <c:v>41.145000000000003</c:v>
                </c:pt>
                <c:pt idx="3964">
                  <c:v>35.93</c:v>
                </c:pt>
                <c:pt idx="3965">
                  <c:v>30.5275</c:v>
                </c:pt>
                <c:pt idx="3966">
                  <c:v>24.66</c:v>
                </c:pt>
                <c:pt idx="3967">
                  <c:v>19.147500000000001</c:v>
                </c:pt>
                <c:pt idx="3968">
                  <c:v>14.1275</c:v>
                </c:pt>
                <c:pt idx="3969">
                  <c:v>9.5500000000000007</c:v>
                </c:pt>
                <c:pt idx="3970">
                  <c:v>5.165</c:v>
                </c:pt>
                <c:pt idx="3971">
                  <c:v>2.6124999999999998</c:v>
                </c:pt>
                <c:pt idx="3972">
                  <c:v>0.435</c:v>
                </c:pt>
                <c:pt idx="3973">
                  <c:v>0.14749999999999999</c:v>
                </c:pt>
                <c:pt idx="3974">
                  <c:v>3243</c:v>
                </c:pt>
                <c:pt idx="3975">
                  <c:v>3243</c:v>
                </c:pt>
                <c:pt idx="3976">
                  <c:v>28.055</c:v>
                </c:pt>
                <c:pt idx="3977">
                  <c:v>0.185</c:v>
                </c:pt>
                <c:pt idx="3978">
                  <c:v>0.36749999999999999</c:v>
                </c:pt>
                <c:pt idx="3979">
                  <c:v>1.4025000000000001</c:v>
                </c:pt>
                <c:pt idx="3980">
                  <c:v>4.1449999999999996</c:v>
                </c:pt>
                <c:pt idx="3981">
                  <c:v>8.5124999999999993</c:v>
                </c:pt>
                <c:pt idx="3982">
                  <c:v>14.285</c:v>
                </c:pt>
                <c:pt idx="3983">
                  <c:v>20.465</c:v>
                </c:pt>
                <c:pt idx="3984">
                  <c:v>27.4375</c:v>
                </c:pt>
                <c:pt idx="3985">
                  <c:v>32.935000000000002</c:v>
                </c:pt>
                <c:pt idx="3986">
                  <c:v>38.24</c:v>
                </c:pt>
                <c:pt idx="3987">
                  <c:v>43.442500000000003</c:v>
                </c:pt>
                <c:pt idx="3988">
                  <c:v>70.967500000000001</c:v>
                </c:pt>
                <c:pt idx="3989">
                  <c:v>80.650000000000006</c:v>
                </c:pt>
                <c:pt idx="3990">
                  <c:v>85.122500000000002</c:v>
                </c:pt>
                <c:pt idx="3991">
                  <c:v>88.822500000000005</c:v>
                </c:pt>
                <c:pt idx="3992">
                  <c:v>92.525000000000006</c:v>
                </c:pt>
                <c:pt idx="3993">
                  <c:v>95.762500000000003</c:v>
                </c:pt>
                <c:pt idx="3994">
                  <c:v>98.867500000000007</c:v>
                </c:pt>
                <c:pt idx="3995">
                  <c:v>106.28</c:v>
                </c:pt>
                <c:pt idx="3996">
                  <c:v>146.41</c:v>
                </c:pt>
                <c:pt idx="3997">
                  <c:v>146.82499999999999</c:v>
                </c:pt>
                <c:pt idx="3998">
                  <c:v>147.75299999999999</c:v>
                </c:pt>
                <c:pt idx="3999">
                  <c:v>147.91200000000001</c:v>
                </c:pt>
                <c:pt idx="4000">
                  <c:v>147.84299999999999</c:v>
                </c:pt>
                <c:pt idx="4001">
                  <c:v>147.50299999999999</c:v>
                </c:pt>
                <c:pt idx="4002">
                  <c:v>147.44</c:v>
                </c:pt>
                <c:pt idx="4003">
                  <c:v>146.65299999999999</c:v>
                </c:pt>
                <c:pt idx="4004">
                  <c:v>145.798</c:v>
                </c:pt>
                <c:pt idx="4005">
                  <c:v>144.64500000000001</c:v>
                </c:pt>
                <c:pt idx="4006">
                  <c:v>143.74299999999999</c:v>
                </c:pt>
                <c:pt idx="4007">
                  <c:v>142.13999999999999</c:v>
                </c:pt>
                <c:pt idx="4008">
                  <c:v>140.1</c:v>
                </c:pt>
                <c:pt idx="4009">
                  <c:v>136.80199999999999</c:v>
                </c:pt>
                <c:pt idx="4010">
                  <c:v>105.38800000000001</c:v>
                </c:pt>
                <c:pt idx="4011">
                  <c:v>100.083</c:v>
                </c:pt>
                <c:pt idx="4012">
                  <c:v>81.332499999999996</c:v>
                </c:pt>
                <c:pt idx="4013">
                  <c:v>76.922499999999999</c:v>
                </c:pt>
                <c:pt idx="4014">
                  <c:v>72.38</c:v>
                </c:pt>
                <c:pt idx="4015">
                  <c:v>67.327500000000001</c:v>
                </c:pt>
                <c:pt idx="4016">
                  <c:v>62.85</c:v>
                </c:pt>
                <c:pt idx="4017">
                  <c:v>57.46</c:v>
                </c:pt>
                <c:pt idx="4018">
                  <c:v>24.4575</c:v>
                </c:pt>
                <c:pt idx="4019">
                  <c:v>19.0275</c:v>
                </c:pt>
                <c:pt idx="4020">
                  <c:v>14.05</c:v>
                </c:pt>
                <c:pt idx="4021">
                  <c:v>9.5024999999999995</c:v>
                </c:pt>
                <c:pt idx="4022">
                  <c:v>5.1124999999999998</c:v>
                </c:pt>
                <c:pt idx="4023">
                  <c:v>2.5724999999999998</c:v>
                </c:pt>
                <c:pt idx="4024">
                  <c:v>0.435</c:v>
                </c:pt>
                <c:pt idx="4025">
                  <c:v>0.15</c:v>
                </c:pt>
                <c:pt idx="4026">
                  <c:v>5.5E-2</c:v>
                </c:pt>
                <c:pt idx="4027">
                  <c:v>0.30499999999999999</c:v>
                </c:pt>
                <c:pt idx="4028">
                  <c:v>0.42249999999999999</c:v>
                </c:pt>
                <c:pt idx="4029">
                  <c:v>1.4175</c:v>
                </c:pt>
                <c:pt idx="4030">
                  <c:v>7.6425000000000001</c:v>
                </c:pt>
                <c:pt idx="4031">
                  <c:v>14.585000000000001</c:v>
                </c:pt>
                <c:pt idx="4032">
                  <c:v>20.997499999999999</c:v>
                </c:pt>
                <c:pt idx="4033">
                  <c:v>26.875</c:v>
                </c:pt>
                <c:pt idx="4034">
                  <c:v>33.972499999999997</c:v>
                </c:pt>
                <c:pt idx="4035">
                  <c:v>49.48</c:v>
                </c:pt>
                <c:pt idx="4036">
                  <c:v>55.467500000000001</c:v>
                </c:pt>
                <c:pt idx="4037">
                  <c:v>61.4</c:v>
                </c:pt>
                <c:pt idx="4038">
                  <c:v>67.427499999999995</c:v>
                </c:pt>
                <c:pt idx="4039">
                  <c:v>72.897499999999994</c:v>
                </c:pt>
                <c:pt idx="4040">
                  <c:v>78.1875</c:v>
                </c:pt>
                <c:pt idx="4041">
                  <c:v>82.355000000000004</c:v>
                </c:pt>
                <c:pt idx="4042">
                  <c:v>86.29</c:v>
                </c:pt>
                <c:pt idx="4043">
                  <c:v>89.844999999999999</c:v>
                </c:pt>
                <c:pt idx="4044">
                  <c:v>93.515000000000001</c:v>
                </c:pt>
                <c:pt idx="4045">
                  <c:v>96.017499999999998</c:v>
                </c:pt>
                <c:pt idx="4046">
                  <c:v>110.45</c:v>
                </c:pt>
                <c:pt idx="4047">
                  <c:v>111.63</c:v>
                </c:pt>
                <c:pt idx="4048">
                  <c:v>112.63500000000001</c:v>
                </c:pt>
                <c:pt idx="4049">
                  <c:v>113.955</c:v>
                </c:pt>
                <c:pt idx="4050">
                  <c:v>114.44</c:v>
                </c:pt>
                <c:pt idx="4051">
                  <c:v>114.41500000000001</c:v>
                </c:pt>
                <c:pt idx="4052">
                  <c:v>115.03700000000001</c:v>
                </c:pt>
                <c:pt idx="4053">
                  <c:v>114.072</c:v>
                </c:pt>
                <c:pt idx="4054">
                  <c:v>113.12</c:v>
                </c:pt>
                <c:pt idx="4055">
                  <c:v>111.315</c:v>
                </c:pt>
                <c:pt idx="4056">
                  <c:v>109.83799999999999</c:v>
                </c:pt>
                <c:pt idx="4057">
                  <c:v>83.47</c:v>
                </c:pt>
                <c:pt idx="4058">
                  <c:v>81.48</c:v>
                </c:pt>
                <c:pt idx="4059">
                  <c:v>78.319999999999993</c:v>
                </c:pt>
                <c:pt idx="4060">
                  <c:v>74.795000000000002</c:v>
                </c:pt>
                <c:pt idx="4061">
                  <c:v>71.292500000000004</c:v>
                </c:pt>
                <c:pt idx="4062">
                  <c:v>66.917500000000004</c:v>
                </c:pt>
                <c:pt idx="4063">
                  <c:v>62.3825</c:v>
                </c:pt>
                <c:pt idx="4064">
                  <c:v>57.622500000000002</c:v>
                </c:pt>
                <c:pt idx="4065">
                  <c:v>52.5075</c:v>
                </c:pt>
                <c:pt idx="4066">
                  <c:v>46.77</c:v>
                </c:pt>
                <c:pt idx="4067">
                  <c:v>41.182499999999997</c:v>
                </c:pt>
                <c:pt idx="4068">
                  <c:v>34.74</c:v>
                </c:pt>
                <c:pt idx="4069">
                  <c:v>28.36</c:v>
                </c:pt>
                <c:pt idx="4070">
                  <c:v>22.48</c:v>
                </c:pt>
                <c:pt idx="4071">
                  <c:v>17.3125</c:v>
                </c:pt>
                <c:pt idx="4072">
                  <c:v>11.205</c:v>
                </c:pt>
                <c:pt idx="4073">
                  <c:v>5.85</c:v>
                </c:pt>
                <c:pt idx="4074">
                  <c:v>3.9275000000000002</c:v>
                </c:pt>
                <c:pt idx="4075">
                  <c:v>3.3250000000000002</c:v>
                </c:pt>
                <c:pt idx="4076">
                  <c:v>5.5E-2</c:v>
                </c:pt>
                <c:pt idx="4077">
                  <c:v>5.5E-2</c:v>
                </c:pt>
                <c:pt idx="4078">
                  <c:v>0.1075</c:v>
                </c:pt>
                <c:pt idx="4079">
                  <c:v>1.2050000000000001</c:v>
                </c:pt>
                <c:pt idx="4080">
                  <c:v>3.7075</c:v>
                </c:pt>
                <c:pt idx="4081">
                  <c:v>7.6924999999999999</c:v>
                </c:pt>
                <c:pt idx="4082">
                  <c:v>12.865</c:v>
                </c:pt>
                <c:pt idx="4083">
                  <c:v>18.395</c:v>
                </c:pt>
                <c:pt idx="4084">
                  <c:v>32.2425</c:v>
                </c:pt>
                <c:pt idx="4085">
                  <c:v>38.227499999999999</c:v>
                </c:pt>
                <c:pt idx="4086">
                  <c:v>43.932499999999997</c:v>
                </c:pt>
                <c:pt idx="4087">
                  <c:v>49.424999999999997</c:v>
                </c:pt>
                <c:pt idx="4088">
                  <c:v>54.917499999999997</c:v>
                </c:pt>
                <c:pt idx="4089">
                  <c:v>59.662500000000001</c:v>
                </c:pt>
                <c:pt idx="4090">
                  <c:v>63.712499999999999</c:v>
                </c:pt>
                <c:pt idx="4091">
                  <c:v>68.252499999999998</c:v>
                </c:pt>
                <c:pt idx="4092">
                  <c:v>121.985</c:v>
                </c:pt>
                <c:pt idx="4093">
                  <c:v>132.803</c:v>
                </c:pt>
                <c:pt idx="4094">
                  <c:v>133.13499999999999</c:v>
                </c:pt>
                <c:pt idx="4095">
                  <c:v>133.16499999999999</c:v>
                </c:pt>
                <c:pt idx="4096">
                  <c:v>137.83500000000001</c:v>
                </c:pt>
                <c:pt idx="4097">
                  <c:v>146.62200000000001</c:v>
                </c:pt>
                <c:pt idx="4098">
                  <c:v>152.59</c:v>
                </c:pt>
                <c:pt idx="4099">
                  <c:v>155.71</c:v>
                </c:pt>
                <c:pt idx="4100">
                  <c:v>155.79</c:v>
                </c:pt>
                <c:pt idx="4101">
                  <c:v>158.702</c:v>
                </c:pt>
                <c:pt idx="4102">
                  <c:v>161.05699999999999</c:v>
                </c:pt>
                <c:pt idx="4103">
                  <c:v>193.23</c:v>
                </c:pt>
                <c:pt idx="4104">
                  <c:v>300.18</c:v>
                </c:pt>
                <c:pt idx="4105">
                  <c:v>269.22500000000002</c:v>
                </c:pt>
                <c:pt idx="4106">
                  <c:v>162.70500000000001</c:v>
                </c:pt>
                <c:pt idx="4107">
                  <c:v>136.08000000000001</c:v>
                </c:pt>
                <c:pt idx="4108">
                  <c:v>136.76499999999999</c:v>
                </c:pt>
                <c:pt idx="4109">
                  <c:v>113.378</c:v>
                </c:pt>
                <c:pt idx="4110">
                  <c:v>112.583</c:v>
                </c:pt>
                <c:pt idx="4111">
                  <c:v>109.155</c:v>
                </c:pt>
                <c:pt idx="4112">
                  <c:v>110.078</c:v>
                </c:pt>
                <c:pt idx="4113">
                  <c:v>104.185</c:v>
                </c:pt>
                <c:pt idx="4114">
                  <c:v>99.72</c:v>
                </c:pt>
                <c:pt idx="4115">
                  <c:v>92.572500000000005</c:v>
                </c:pt>
                <c:pt idx="4116">
                  <c:v>85.444999999999993</c:v>
                </c:pt>
                <c:pt idx="4117">
                  <c:v>82.24</c:v>
                </c:pt>
                <c:pt idx="4118">
                  <c:v>81.064999999999998</c:v>
                </c:pt>
                <c:pt idx="4119">
                  <c:v>77.702500000000001</c:v>
                </c:pt>
                <c:pt idx="4120">
                  <c:v>87.307500000000005</c:v>
                </c:pt>
                <c:pt idx="4121">
                  <c:v>92.215000000000003</c:v>
                </c:pt>
                <c:pt idx="4122">
                  <c:v>95.27</c:v>
                </c:pt>
                <c:pt idx="4123">
                  <c:v>97.152500000000003</c:v>
                </c:pt>
                <c:pt idx="4124">
                  <c:v>0.55000000000000004</c:v>
                </c:pt>
                <c:pt idx="4125" formatCode="0.00">
                  <c:v>0</c:v>
                </c:pt>
                <c:pt idx="4126">
                  <c:v>5.5E-2</c:v>
                </c:pt>
                <c:pt idx="4127">
                  <c:v>5.5E-2</c:v>
                </c:pt>
                <c:pt idx="4128">
                  <c:v>0.1075</c:v>
                </c:pt>
                <c:pt idx="4129">
                  <c:v>1.1375</c:v>
                </c:pt>
                <c:pt idx="4130">
                  <c:v>11.785</c:v>
                </c:pt>
                <c:pt idx="4131">
                  <c:v>21.3125</c:v>
                </c:pt>
                <c:pt idx="4132">
                  <c:v>27.647500000000001</c:v>
                </c:pt>
                <c:pt idx="4133">
                  <c:v>34.037500000000001</c:v>
                </c:pt>
                <c:pt idx="4134">
                  <c:v>40.615000000000002</c:v>
                </c:pt>
                <c:pt idx="4135">
                  <c:v>46.865000000000002</c:v>
                </c:pt>
                <c:pt idx="4136">
                  <c:v>53.602499999999999</c:v>
                </c:pt>
                <c:pt idx="4137">
                  <c:v>59.664999999999999</c:v>
                </c:pt>
                <c:pt idx="4138">
                  <c:v>65.465000000000003</c:v>
                </c:pt>
                <c:pt idx="4139">
                  <c:v>71.412499999999994</c:v>
                </c:pt>
                <c:pt idx="4140">
                  <c:v>77.052499999999995</c:v>
                </c:pt>
                <c:pt idx="4141">
                  <c:v>168.58500000000001</c:v>
                </c:pt>
                <c:pt idx="4142">
                  <c:v>85.194999999999993</c:v>
                </c:pt>
                <c:pt idx="4143">
                  <c:v>262.50299999999999</c:v>
                </c:pt>
                <c:pt idx="4144">
                  <c:v>277.06799999999998</c:v>
                </c:pt>
                <c:pt idx="4145">
                  <c:v>279.48</c:v>
                </c:pt>
                <c:pt idx="4146">
                  <c:v>287.53500000000003</c:v>
                </c:pt>
                <c:pt idx="4147">
                  <c:v>293.82299999999998</c:v>
                </c:pt>
                <c:pt idx="4148">
                  <c:v>299.69299999999998</c:v>
                </c:pt>
                <c:pt idx="4149">
                  <c:v>303.52499999999998</c:v>
                </c:pt>
                <c:pt idx="4150">
                  <c:v>306.72699999999998</c:v>
                </c:pt>
                <c:pt idx="4151">
                  <c:v>311.55700000000002</c:v>
                </c:pt>
                <c:pt idx="4152">
                  <c:v>311.94</c:v>
                </c:pt>
                <c:pt idx="4153">
                  <c:v>306.012</c:v>
                </c:pt>
                <c:pt idx="4154">
                  <c:v>305.35000000000002</c:v>
                </c:pt>
                <c:pt idx="4155">
                  <c:v>292.113</c:v>
                </c:pt>
                <c:pt idx="4156">
                  <c:v>277.65699999999998</c:v>
                </c:pt>
                <c:pt idx="4157">
                  <c:v>252.42500000000001</c:v>
                </c:pt>
                <c:pt idx="4158">
                  <c:v>238.04</c:v>
                </c:pt>
                <c:pt idx="4159">
                  <c:v>246.79</c:v>
                </c:pt>
                <c:pt idx="4160">
                  <c:v>94.012500000000003</c:v>
                </c:pt>
                <c:pt idx="4161">
                  <c:v>90.612499999999997</c:v>
                </c:pt>
                <c:pt idx="4162">
                  <c:v>78.657499999999999</c:v>
                </c:pt>
                <c:pt idx="4163">
                  <c:v>73.122500000000002</c:v>
                </c:pt>
                <c:pt idx="4164">
                  <c:v>68.672499999999999</c:v>
                </c:pt>
                <c:pt idx="4165">
                  <c:v>62.612499999999997</c:v>
                </c:pt>
                <c:pt idx="4166">
                  <c:v>56.604999999999997</c:v>
                </c:pt>
                <c:pt idx="4167">
                  <c:v>50.217500000000001</c:v>
                </c:pt>
                <c:pt idx="4168">
                  <c:v>43.78</c:v>
                </c:pt>
                <c:pt idx="4169">
                  <c:v>36.647500000000001</c:v>
                </c:pt>
                <c:pt idx="4170">
                  <c:v>30.3825</c:v>
                </c:pt>
                <c:pt idx="4171">
                  <c:v>23.75</c:v>
                </c:pt>
                <c:pt idx="4172">
                  <c:v>17.375</c:v>
                </c:pt>
                <c:pt idx="4173">
                  <c:v>7.9775</c:v>
                </c:pt>
                <c:pt idx="4174">
                  <c:v>6.4850000000000003</c:v>
                </c:pt>
                <c:pt idx="4175">
                  <c:v>5.75</c:v>
                </c:pt>
                <c:pt idx="4176">
                  <c:v>5.5</c:v>
                </c:pt>
                <c:pt idx="4177" formatCode="0.00">
                  <c:v>0</c:v>
                </c:pt>
                <c:pt idx="4178" formatCode="0.00">
                  <c:v>0</c:v>
                </c:pt>
                <c:pt idx="4179">
                  <c:v>9.2499999999999999E-2</c:v>
                </c:pt>
                <c:pt idx="4180">
                  <c:v>1.1475</c:v>
                </c:pt>
                <c:pt idx="4181">
                  <c:v>8.23</c:v>
                </c:pt>
                <c:pt idx="4182">
                  <c:v>15.487500000000001</c:v>
                </c:pt>
                <c:pt idx="4183">
                  <c:v>22.7925</c:v>
                </c:pt>
                <c:pt idx="4184">
                  <c:v>29.875</c:v>
                </c:pt>
                <c:pt idx="4185">
                  <c:v>211.137</c:v>
                </c:pt>
                <c:pt idx="4186">
                  <c:v>217.845</c:v>
                </c:pt>
                <c:pt idx="4187">
                  <c:v>224.542</c:v>
                </c:pt>
                <c:pt idx="4188">
                  <c:v>231.28</c:v>
                </c:pt>
                <c:pt idx="4189">
                  <c:v>237.43299999999999</c:v>
                </c:pt>
                <c:pt idx="4190">
                  <c:v>243.22</c:v>
                </c:pt>
                <c:pt idx="4191">
                  <c:v>248.1</c:v>
                </c:pt>
                <c:pt idx="4192">
                  <c:v>253.49</c:v>
                </c:pt>
                <c:pt idx="4193">
                  <c:v>257.81</c:v>
                </c:pt>
                <c:pt idx="4194">
                  <c:v>261.49299999999999</c:v>
                </c:pt>
                <c:pt idx="4195">
                  <c:v>264.72300000000001</c:v>
                </c:pt>
                <c:pt idx="4196">
                  <c:v>267.40499999999997</c:v>
                </c:pt>
                <c:pt idx="4197">
                  <c:v>270.81799999999998</c:v>
                </c:pt>
                <c:pt idx="4198">
                  <c:v>271.98500000000001</c:v>
                </c:pt>
                <c:pt idx="4199">
                  <c:v>273.32499999999999</c:v>
                </c:pt>
                <c:pt idx="4200">
                  <c:v>273.29500000000002</c:v>
                </c:pt>
                <c:pt idx="4201">
                  <c:v>273.72300000000001</c:v>
                </c:pt>
                <c:pt idx="4202">
                  <c:v>274.46499999999997</c:v>
                </c:pt>
                <c:pt idx="4203">
                  <c:v>274.322</c:v>
                </c:pt>
                <c:pt idx="4204">
                  <c:v>274.27199999999999</c:v>
                </c:pt>
                <c:pt idx="4205">
                  <c:v>273.95499999999998</c:v>
                </c:pt>
                <c:pt idx="4206">
                  <c:v>272.61500000000001</c:v>
                </c:pt>
                <c:pt idx="4207">
                  <c:v>271.113</c:v>
                </c:pt>
                <c:pt idx="4208">
                  <c:v>269.363</c:v>
                </c:pt>
                <c:pt idx="4209">
                  <c:v>267.928</c:v>
                </c:pt>
                <c:pt idx="4210">
                  <c:v>264.47500000000002</c:v>
                </c:pt>
                <c:pt idx="4211">
                  <c:v>260.98</c:v>
                </c:pt>
                <c:pt idx="4212">
                  <c:v>256.98</c:v>
                </c:pt>
                <c:pt idx="4213">
                  <c:v>251.57499999999999</c:v>
                </c:pt>
                <c:pt idx="4214">
                  <c:v>244.90799999999999</c:v>
                </c:pt>
                <c:pt idx="4215">
                  <c:v>239.17500000000001</c:v>
                </c:pt>
                <c:pt idx="4216">
                  <c:v>233.52799999999999</c:v>
                </c:pt>
                <c:pt idx="4217">
                  <c:v>203.428</c:v>
                </c:pt>
                <c:pt idx="4218">
                  <c:v>158.90799999999999</c:v>
                </c:pt>
                <c:pt idx="4219">
                  <c:v>38.58</c:v>
                </c:pt>
                <c:pt idx="4220">
                  <c:v>31.46</c:v>
                </c:pt>
                <c:pt idx="4221">
                  <c:v>24.607500000000002</c:v>
                </c:pt>
                <c:pt idx="4222">
                  <c:v>18.197500000000002</c:v>
                </c:pt>
                <c:pt idx="4223">
                  <c:v>12.577500000000001</c:v>
                </c:pt>
                <c:pt idx="4224">
                  <c:v>6.35</c:v>
                </c:pt>
                <c:pt idx="4225">
                  <c:v>4.53</c:v>
                </c:pt>
                <c:pt idx="4226">
                  <c:v>3.25</c:v>
                </c:pt>
                <c:pt idx="4227">
                  <c:v>2.25</c:v>
                </c:pt>
                <c:pt idx="4228">
                  <c:v>0.13750000000000001</c:v>
                </c:pt>
                <c:pt idx="4229">
                  <c:v>0.38250000000000001</c:v>
                </c:pt>
                <c:pt idx="4230">
                  <c:v>0.79749999999999999</c:v>
                </c:pt>
                <c:pt idx="4231">
                  <c:v>2.4624999999999999</c:v>
                </c:pt>
                <c:pt idx="4232">
                  <c:v>9.24</c:v>
                </c:pt>
                <c:pt idx="4233">
                  <c:v>16.2425</c:v>
                </c:pt>
                <c:pt idx="4234">
                  <c:v>21.852499999999999</c:v>
                </c:pt>
                <c:pt idx="4235">
                  <c:v>27.254999999999999</c:v>
                </c:pt>
                <c:pt idx="4236">
                  <c:v>56.45</c:v>
                </c:pt>
                <c:pt idx="4237">
                  <c:v>61.975000000000001</c:v>
                </c:pt>
                <c:pt idx="4238">
                  <c:v>68.422499999999999</c:v>
                </c:pt>
                <c:pt idx="4239">
                  <c:v>73.400000000000006</c:v>
                </c:pt>
                <c:pt idx="4240">
                  <c:v>78.314999999999998</c:v>
                </c:pt>
                <c:pt idx="4241">
                  <c:v>84.025000000000006</c:v>
                </c:pt>
                <c:pt idx="4242">
                  <c:v>91.897499999999994</c:v>
                </c:pt>
                <c:pt idx="4243">
                  <c:v>105.97799999999999</c:v>
                </c:pt>
                <c:pt idx="4244">
                  <c:v>285.74299999999999</c:v>
                </c:pt>
                <c:pt idx="4245">
                  <c:v>298.86500000000001</c:v>
                </c:pt>
                <c:pt idx="4246">
                  <c:v>310.03300000000002</c:v>
                </c:pt>
                <c:pt idx="4247">
                  <c:v>322.42500000000001</c:v>
                </c:pt>
                <c:pt idx="4248">
                  <c:v>345.59500000000003</c:v>
                </c:pt>
                <c:pt idx="4249">
                  <c:v>356.15499999999997</c:v>
                </c:pt>
                <c:pt idx="4250">
                  <c:v>364.93299999999999</c:v>
                </c:pt>
                <c:pt idx="4251">
                  <c:v>370.21499999999997</c:v>
                </c:pt>
                <c:pt idx="4252">
                  <c:v>370.495</c:v>
                </c:pt>
                <c:pt idx="4253">
                  <c:v>372.065</c:v>
                </c:pt>
                <c:pt idx="4254">
                  <c:v>374.01</c:v>
                </c:pt>
                <c:pt idx="4255">
                  <c:v>372.928</c:v>
                </c:pt>
                <c:pt idx="4256">
                  <c:v>365.85500000000002</c:v>
                </c:pt>
                <c:pt idx="4257">
                  <c:v>359.41800000000001</c:v>
                </c:pt>
                <c:pt idx="4258">
                  <c:v>351.99299999999999</c:v>
                </c:pt>
                <c:pt idx="4259">
                  <c:v>350.81299999999999</c:v>
                </c:pt>
                <c:pt idx="4260">
                  <c:v>347.46499999999997</c:v>
                </c:pt>
                <c:pt idx="4261">
                  <c:v>345.47300000000001</c:v>
                </c:pt>
                <c:pt idx="4262">
                  <c:v>346.96199999999999</c:v>
                </c:pt>
                <c:pt idx="4263">
                  <c:v>346.8</c:v>
                </c:pt>
                <c:pt idx="4264">
                  <c:v>150.74</c:v>
                </c:pt>
                <c:pt idx="4265">
                  <c:v>146.697</c:v>
                </c:pt>
                <c:pt idx="4266">
                  <c:v>126.438</c:v>
                </c:pt>
                <c:pt idx="4267">
                  <c:v>96.482500000000002</c:v>
                </c:pt>
                <c:pt idx="4268">
                  <c:v>78.877499999999998</c:v>
                </c:pt>
                <c:pt idx="4269">
                  <c:v>35.92</c:v>
                </c:pt>
                <c:pt idx="4270">
                  <c:v>30.79</c:v>
                </c:pt>
                <c:pt idx="4271">
                  <c:v>25.102499999999999</c:v>
                </c:pt>
                <c:pt idx="4272">
                  <c:v>20.227499999999999</c:v>
                </c:pt>
                <c:pt idx="4273">
                  <c:v>15.557499999999999</c:v>
                </c:pt>
                <c:pt idx="4274">
                  <c:v>10.682499999999999</c:v>
                </c:pt>
                <c:pt idx="4275">
                  <c:v>4.8949999999999996</c:v>
                </c:pt>
                <c:pt idx="4276">
                  <c:v>3.4125000000000001</c:v>
                </c:pt>
                <c:pt idx="4277">
                  <c:v>2.7</c:v>
                </c:pt>
                <c:pt idx="4278">
                  <c:v>1.5</c:v>
                </c:pt>
                <c:pt idx="4279" formatCode="0.00">
                  <c:v>0</c:v>
                </c:pt>
                <c:pt idx="4280">
                  <c:v>5.5E-2</c:v>
                </c:pt>
                <c:pt idx="4281">
                  <c:v>0.11</c:v>
                </c:pt>
                <c:pt idx="4282">
                  <c:v>0.2175</c:v>
                </c:pt>
                <c:pt idx="4283">
                  <c:v>1.76</c:v>
                </c:pt>
                <c:pt idx="4284">
                  <c:v>12.6625</c:v>
                </c:pt>
                <c:pt idx="4285">
                  <c:v>21.842500000000001</c:v>
                </c:pt>
                <c:pt idx="4286">
                  <c:v>30.0275</c:v>
                </c:pt>
                <c:pt idx="4287">
                  <c:v>36.467500000000001</c:v>
                </c:pt>
                <c:pt idx="4288">
                  <c:v>43.237499999999997</c:v>
                </c:pt>
                <c:pt idx="4289">
                  <c:v>49.462499999999999</c:v>
                </c:pt>
                <c:pt idx="4290">
                  <c:v>56.1</c:v>
                </c:pt>
                <c:pt idx="4291">
                  <c:v>62.505000000000003</c:v>
                </c:pt>
                <c:pt idx="4292">
                  <c:v>325.76</c:v>
                </c:pt>
                <c:pt idx="4293">
                  <c:v>372.47500000000002</c:v>
                </c:pt>
                <c:pt idx="4294">
                  <c:v>418.52</c:v>
                </c:pt>
                <c:pt idx="4295">
                  <c:v>414.702</c:v>
                </c:pt>
                <c:pt idx="4296">
                  <c:v>420.53</c:v>
                </c:pt>
                <c:pt idx="4297">
                  <c:v>419.858</c:v>
                </c:pt>
                <c:pt idx="4298">
                  <c:v>426.245</c:v>
                </c:pt>
                <c:pt idx="4299">
                  <c:v>434.642</c:v>
                </c:pt>
                <c:pt idx="4300">
                  <c:v>454.59300000000002</c:v>
                </c:pt>
                <c:pt idx="4301">
                  <c:v>461.27</c:v>
                </c:pt>
                <c:pt idx="4302">
                  <c:v>465.77</c:v>
                </c:pt>
                <c:pt idx="4303">
                  <c:v>468.58499999999998</c:v>
                </c:pt>
                <c:pt idx="4304">
                  <c:v>468.69200000000001</c:v>
                </c:pt>
                <c:pt idx="4305">
                  <c:v>470.767</c:v>
                </c:pt>
                <c:pt idx="4306">
                  <c:v>473.88</c:v>
                </c:pt>
                <c:pt idx="4307">
                  <c:v>471.27199999999999</c:v>
                </c:pt>
                <c:pt idx="4308">
                  <c:v>465.77499999999998</c:v>
                </c:pt>
                <c:pt idx="4309">
                  <c:v>460.64</c:v>
                </c:pt>
                <c:pt idx="4310">
                  <c:v>459.39</c:v>
                </c:pt>
                <c:pt idx="4311">
                  <c:v>459.83499999999998</c:v>
                </c:pt>
                <c:pt idx="4312">
                  <c:v>455.94499999999999</c:v>
                </c:pt>
                <c:pt idx="4313">
                  <c:v>439.005</c:v>
                </c:pt>
                <c:pt idx="4314">
                  <c:v>379.02800000000002</c:v>
                </c:pt>
                <c:pt idx="4315">
                  <c:v>344.30200000000002</c:v>
                </c:pt>
                <c:pt idx="4316">
                  <c:v>182.9</c:v>
                </c:pt>
                <c:pt idx="4317">
                  <c:v>164.64500000000001</c:v>
                </c:pt>
                <c:pt idx="4318">
                  <c:v>122.855</c:v>
                </c:pt>
                <c:pt idx="4319">
                  <c:v>77.915000000000006</c:v>
                </c:pt>
                <c:pt idx="4320">
                  <c:v>56.9</c:v>
                </c:pt>
                <c:pt idx="4321">
                  <c:v>50.164999999999999</c:v>
                </c:pt>
                <c:pt idx="4322">
                  <c:v>43.192500000000003</c:v>
                </c:pt>
                <c:pt idx="4323">
                  <c:v>35.802500000000002</c:v>
                </c:pt>
                <c:pt idx="4324">
                  <c:v>29.4925</c:v>
                </c:pt>
                <c:pt idx="4325">
                  <c:v>23.8675</c:v>
                </c:pt>
                <c:pt idx="4326">
                  <c:v>15.2925</c:v>
                </c:pt>
                <c:pt idx="4327">
                  <c:v>9.6425000000000001</c:v>
                </c:pt>
                <c:pt idx="4328">
                  <c:v>7.7649999999999997</c:v>
                </c:pt>
                <c:pt idx="4329">
                  <c:v>7</c:v>
                </c:pt>
                <c:pt idx="4330">
                  <c:v>6</c:v>
                </c:pt>
                <c:pt idx="4331" formatCode="0.00">
                  <c:v>0</c:v>
                </c:pt>
                <c:pt idx="4332">
                  <c:v>5.5E-2</c:v>
                </c:pt>
                <c:pt idx="4333">
                  <c:v>0.30499999999999999</c:v>
                </c:pt>
                <c:pt idx="4334">
                  <c:v>0.4425</c:v>
                </c:pt>
                <c:pt idx="4335">
                  <c:v>1.6525000000000001</c:v>
                </c:pt>
                <c:pt idx="4336">
                  <c:v>12.21</c:v>
                </c:pt>
                <c:pt idx="4337">
                  <c:v>21.282499999999999</c:v>
                </c:pt>
                <c:pt idx="4338">
                  <c:v>27.155000000000001</c:v>
                </c:pt>
                <c:pt idx="4339">
                  <c:v>33.854999999999997</c:v>
                </c:pt>
                <c:pt idx="4340">
                  <c:v>40.755000000000003</c:v>
                </c:pt>
                <c:pt idx="4341">
                  <c:v>47.534999999999997</c:v>
                </c:pt>
                <c:pt idx="4342">
                  <c:v>54.26</c:v>
                </c:pt>
                <c:pt idx="4343">
                  <c:v>59.307499999999997</c:v>
                </c:pt>
                <c:pt idx="4344">
                  <c:v>341.42500000000001</c:v>
                </c:pt>
                <c:pt idx="4345">
                  <c:v>359.815</c:v>
                </c:pt>
                <c:pt idx="4346">
                  <c:v>356.387</c:v>
                </c:pt>
                <c:pt idx="4347">
                  <c:v>354.03300000000002</c:v>
                </c:pt>
                <c:pt idx="4348">
                  <c:v>349.78800000000001</c:v>
                </c:pt>
                <c:pt idx="4349">
                  <c:v>348.74299999999999</c:v>
                </c:pt>
                <c:pt idx="4350">
                  <c:v>354.96499999999997</c:v>
                </c:pt>
                <c:pt idx="4351">
                  <c:v>363.35500000000002</c:v>
                </c:pt>
                <c:pt idx="4352">
                  <c:v>383.78500000000003</c:v>
                </c:pt>
                <c:pt idx="4353">
                  <c:v>390.8</c:v>
                </c:pt>
                <c:pt idx="4354">
                  <c:v>395.83699999999999</c:v>
                </c:pt>
                <c:pt idx="4355">
                  <c:v>399</c:v>
                </c:pt>
                <c:pt idx="4356">
                  <c:v>398.858</c:v>
                </c:pt>
                <c:pt idx="4357">
                  <c:v>401.14499999999998</c:v>
                </c:pt>
                <c:pt idx="4358">
                  <c:v>404.34300000000002</c:v>
                </c:pt>
                <c:pt idx="4359">
                  <c:v>401.358</c:v>
                </c:pt>
                <c:pt idx="4360">
                  <c:v>395.73</c:v>
                </c:pt>
                <c:pt idx="4361">
                  <c:v>389.86799999999999</c:v>
                </c:pt>
                <c:pt idx="4362">
                  <c:v>388.03300000000002</c:v>
                </c:pt>
                <c:pt idx="4363">
                  <c:v>388.03800000000001</c:v>
                </c:pt>
                <c:pt idx="4364">
                  <c:v>384.30799999999999</c:v>
                </c:pt>
                <c:pt idx="4365">
                  <c:v>394.26499999999999</c:v>
                </c:pt>
                <c:pt idx="4366">
                  <c:v>327.44799999999998</c:v>
                </c:pt>
                <c:pt idx="4367">
                  <c:v>285.80500000000001</c:v>
                </c:pt>
                <c:pt idx="4368">
                  <c:v>252.398</c:v>
                </c:pt>
                <c:pt idx="4369">
                  <c:v>256.32</c:v>
                </c:pt>
                <c:pt idx="4370">
                  <c:v>81.297499999999999</c:v>
                </c:pt>
                <c:pt idx="4371">
                  <c:v>77.342500000000001</c:v>
                </c:pt>
                <c:pt idx="4372">
                  <c:v>54.83</c:v>
                </c:pt>
                <c:pt idx="4373">
                  <c:v>48.202500000000001</c:v>
                </c:pt>
                <c:pt idx="4374">
                  <c:v>40.97</c:v>
                </c:pt>
                <c:pt idx="4375">
                  <c:v>34.03</c:v>
                </c:pt>
                <c:pt idx="4376">
                  <c:v>27.375</c:v>
                </c:pt>
                <c:pt idx="4377">
                  <c:v>24.052499999999998</c:v>
                </c:pt>
                <c:pt idx="4378">
                  <c:v>15.1075</c:v>
                </c:pt>
                <c:pt idx="4379">
                  <c:v>9.73</c:v>
                </c:pt>
                <c:pt idx="4380">
                  <c:v>7.8375000000000004</c:v>
                </c:pt>
                <c:pt idx="4381">
                  <c:v>6.5</c:v>
                </c:pt>
                <c:pt idx="4382">
                  <c:v>5.75</c:v>
                </c:pt>
                <c:pt idx="4383">
                  <c:v>249</c:v>
                </c:pt>
                <c:pt idx="4384">
                  <c:v>249</c:v>
                </c:pt>
                <c:pt idx="4385" formatCode="0.00">
                  <c:v>0</c:v>
                </c:pt>
                <c:pt idx="4386" formatCode="0.00">
                  <c:v>0</c:v>
                </c:pt>
                <c:pt idx="4387" formatCode="0.00">
                  <c:v>0</c:v>
                </c:pt>
                <c:pt idx="4388" formatCode="0.00">
                  <c:v>0</c:v>
                </c:pt>
                <c:pt idx="4389">
                  <c:v>0.3125</c:v>
                </c:pt>
                <c:pt idx="4390">
                  <c:v>10.56</c:v>
                </c:pt>
                <c:pt idx="4391">
                  <c:v>14.032500000000001</c:v>
                </c:pt>
                <c:pt idx="4392">
                  <c:v>21.45</c:v>
                </c:pt>
                <c:pt idx="4393">
                  <c:v>26.0275</c:v>
                </c:pt>
                <c:pt idx="4394">
                  <c:v>31.012499999999999</c:v>
                </c:pt>
                <c:pt idx="4395">
                  <c:v>37.945</c:v>
                </c:pt>
                <c:pt idx="4396">
                  <c:v>180.667</c:v>
                </c:pt>
                <c:pt idx="4397">
                  <c:v>222.75800000000001</c:v>
                </c:pt>
                <c:pt idx="4398">
                  <c:v>387.23500000000001</c:v>
                </c:pt>
                <c:pt idx="4399">
                  <c:v>384.53800000000001</c:v>
                </c:pt>
                <c:pt idx="4400">
                  <c:v>381.15300000000002</c:v>
                </c:pt>
                <c:pt idx="4401">
                  <c:v>377.07299999999998</c:v>
                </c:pt>
                <c:pt idx="4402">
                  <c:v>374.05</c:v>
                </c:pt>
                <c:pt idx="4403">
                  <c:v>376.59199999999998</c:v>
                </c:pt>
                <c:pt idx="4404">
                  <c:v>382.68700000000001</c:v>
                </c:pt>
                <c:pt idx="4405">
                  <c:v>387.44799999999998</c:v>
                </c:pt>
                <c:pt idx="4406">
                  <c:v>408.16</c:v>
                </c:pt>
                <c:pt idx="4407">
                  <c:v>417.36</c:v>
                </c:pt>
                <c:pt idx="4408">
                  <c:v>422.23500000000001</c:v>
                </c:pt>
                <c:pt idx="4409">
                  <c:v>425.66</c:v>
                </c:pt>
                <c:pt idx="4410">
                  <c:v>423.39699999999999</c:v>
                </c:pt>
                <c:pt idx="4411">
                  <c:v>425.38</c:v>
                </c:pt>
                <c:pt idx="4412">
                  <c:v>428.57799999999997</c:v>
                </c:pt>
                <c:pt idx="4413">
                  <c:v>425.85500000000002</c:v>
                </c:pt>
                <c:pt idx="4414">
                  <c:v>417.43799999999999</c:v>
                </c:pt>
                <c:pt idx="4415">
                  <c:v>410.34199999999998</c:v>
                </c:pt>
                <c:pt idx="4416">
                  <c:v>408.25</c:v>
                </c:pt>
                <c:pt idx="4417">
                  <c:v>409.185</c:v>
                </c:pt>
                <c:pt idx="4418">
                  <c:v>404.51499999999999</c:v>
                </c:pt>
                <c:pt idx="4419">
                  <c:v>411.54</c:v>
                </c:pt>
                <c:pt idx="4420">
                  <c:v>418.34500000000003</c:v>
                </c:pt>
                <c:pt idx="4421">
                  <c:v>426.30500000000001</c:v>
                </c:pt>
                <c:pt idx="4422">
                  <c:v>431.995</c:v>
                </c:pt>
                <c:pt idx="4423">
                  <c:v>436.51499999999999</c:v>
                </c:pt>
                <c:pt idx="4424">
                  <c:v>56.674999999999997</c:v>
                </c:pt>
                <c:pt idx="4425">
                  <c:v>52.3675</c:v>
                </c:pt>
                <c:pt idx="4426">
                  <c:v>47.032499999999999</c:v>
                </c:pt>
                <c:pt idx="4427">
                  <c:v>41.847499999999997</c:v>
                </c:pt>
                <c:pt idx="4428">
                  <c:v>33.484999999999999</c:v>
                </c:pt>
                <c:pt idx="4429">
                  <c:v>28.33</c:v>
                </c:pt>
                <c:pt idx="4430">
                  <c:v>22.712499999999999</c:v>
                </c:pt>
                <c:pt idx="4431">
                  <c:v>18.434999999999999</c:v>
                </c:pt>
                <c:pt idx="4432">
                  <c:v>10.91</c:v>
                </c:pt>
                <c:pt idx="4433">
                  <c:v>9.2274999999999991</c:v>
                </c:pt>
                <c:pt idx="4434">
                  <c:v>7.3425000000000002</c:v>
                </c:pt>
                <c:pt idx="4435">
                  <c:v>6.5</c:v>
                </c:pt>
                <c:pt idx="4436">
                  <c:v>6.25</c:v>
                </c:pt>
                <c:pt idx="4437" formatCode="0.00">
                  <c:v>0</c:v>
                </c:pt>
                <c:pt idx="4438" formatCode="0.00">
                  <c:v>0</c:v>
                </c:pt>
                <c:pt idx="4439" formatCode="0.00">
                  <c:v>0</c:v>
                </c:pt>
                <c:pt idx="4440" formatCode="0.00">
                  <c:v>0</c:v>
                </c:pt>
                <c:pt idx="4441">
                  <c:v>1.0425</c:v>
                </c:pt>
                <c:pt idx="4442">
                  <c:v>2.1124999999999998</c:v>
                </c:pt>
                <c:pt idx="4443">
                  <c:v>2.7549999999999999</c:v>
                </c:pt>
                <c:pt idx="4444">
                  <c:v>6.8849999999999998</c:v>
                </c:pt>
                <c:pt idx="4445">
                  <c:v>10.035</c:v>
                </c:pt>
                <c:pt idx="4446">
                  <c:v>233.66200000000001</c:v>
                </c:pt>
                <c:pt idx="4447">
                  <c:v>231.637</c:v>
                </c:pt>
                <c:pt idx="4448">
                  <c:v>230.738</c:v>
                </c:pt>
                <c:pt idx="4449">
                  <c:v>228.125</c:v>
                </c:pt>
                <c:pt idx="4450">
                  <c:v>441.57499999999999</c:v>
                </c:pt>
                <c:pt idx="4451">
                  <c:v>441.3</c:v>
                </c:pt>
                <c:pt idx="4452">
                  <c:v>442.7</c:v>
                </c:pt>
                <c:pt idx="4453">
                  <c:v>451.25</c:v>
                </c:pt>
                <c:pt idx="4454">
                  <c:v>455.45</c:v>
                </c:pt>
                <c:pt idx="4455">
                  <c:v>461.887</c:v>
                </c:pt>
                <c:pt idx="4456">
                  <c:v>480.012</c:v>
                </c:pt>
                <c:pt idx="4457">
                  <c:v>487.18799999999999</c:v>
                </c:pt>
                <c:pt idx="4458">
                  <c:v>508.35</c:v>
                </c:pt>
                <c:pt idx="4459">
                  <c:v>515.625</c:v>
                </c:pt>
                <c:pt idx="4460">
                  <c:v>533.125</c:v>
                </c:pt>
                <c:pt idx="4461">
                  <c:v>536.66300000000001</c:v>
                </c:pt>
                <c:pt idx="4462">
                  <c:v>536.29999999999995</c:v>
                </c:pt>
                <c:pt idx="4463">
                  <c:v>538.41300000000001</c:v>
                </c:pt>
                <c:pt idx="4464">
                  <c:v>541.57500000000005</c:v>
                </c:pt>
                <c:pt idx="4465">
                  <c:v>538.375</c:v>
                </c:pt>
                <c:pt idx="4466">
                  <c:v>530.18799999999999</c:v>
                </c:pt>
                <c:pt idx="4467">
                  <c:v>521.85</c:v>
                </c:pt>
                <c:pt idx="4468">
                  <c:v>519.35</c:v>
                </c:pt>
                <c:pt idx="4469">
                  <c:v>518.04999999999995</c:v>
                </c:pt>
                <c:pt idx="4470">
                  <c:v>494.35</c:v>
                </c:pt>
                <c:pt idx="4471">
                  <c:v>497.1</c:v>
                </c:pt>
                <c:pt idx="4472">
                  <c:v>502.65</c:v>
                </c:pt>
                <c:pt idx="4473">
                  <c:v>511.55</c:v>
                </c:pt>
                <c:pt idx="4474">
                  <c:v>120.102</c:v>
                </c:pt>
                <c:pt idx="4475">
                  <c:v>117.608</c:v>
                </c:pt>
                <c:pt idx="4476">
                  <c:v>118.04</c:v>
                </c:pt>
                <c:pt idx="4477">
                  <c:v>115.495</c:v>
                </c:pt>
                <c:pt idx="4478">
                  <c:v>103.215</c:v>
                </c:pt>
                <c:pt idx="4479">
                  <c:v>96.87</c:v>
                </c:pt>
                <c:pt idx="4480">
                  <c:v>94.617500000000007</c:v>
                </c:pt>
                <c:pt idx="4481">
                  <c:v>84.692499999999995</c:v>
                </c:pt>
                <c:pt idx="4482">
                  <c:v>43.365000000000002</c:v>
                </c:pt>
                <c:pt idx="4483">
                  <c:v>2.6349999999999998</c:v>
                </c:pt>
                <c:pt idx="4484">
                  <c:v>0.13250000000000001</c:v>
                </c:pt>
                <c:pt idx="4485">
                  <c:v>0.96750000000000003</c:v>
                </c:pt>
                <c:pt idx="4486">
                  <c:v>9.2499999999999999E-2</c:v>
                </c:pt>
                <c:pt idx="4487" formatCode="0.00">
                  <c:v>0</c:v>
                </c:pt>
                <c:pt idx="4488" formatCode="0.00">
                  <c:v>0</c:v>
                </c:pt>
                <c:pt idx="4489">
                  <c:v>5.5E-2</c:v>
                </c:pt>
                <c:pt idx="4490">
                  <c:v>5.5E-2</c:v>
                </c:pt>
                <c:pt idx="4491">
                  <c:v>0.1075</c:v>
                </c:pt>
                <c:pt idx="4492">
                  <c:v>0.995</c:v>
                </c:pt>
                <c:pt idx="4493">
                  <c:v>3.4824999999999999</c:v>
                </c:pt>
                <c:pt idx="4494">
                  <c:v>7</c:v>
                </c:pt>
                <c:pt idx="4495">
                  <c:v>12.135</c:v>
                </c:pt>
                <c:pt idx="4496">
                  <c:v>14.942500000000001</c:v>
                </c:pt>
                <c:pt idx="4497">
                  <c:v>20.3475</c:v>
                </c:pt>
                <c:pt idx="4498">
                  <c:v>25.6875</c:v>
                </c:pt>
                <c:pt idx="4499">
                  <c:v>33.822499999999998</c:v>
                </c:pt>
                <c:pt idx="4500">
                  <c:v>39.064999999999998</c:v>
                </c:pt>
                <c:pt idx="4501">
                  <c:v>44.2575</c:v>
                </c:pt>
                <c:pt idx="4502">
                  <c:v>111.363</c:v>
                </c:pt>
                <c:pt idx="4503">
                  <c:v>153.167</c:v>
                </c:pt>
                <c:pt idx="4504">
                  <c:v>286.77499999999998</c:v>
                </c:pt>
                <c:pt idx="4505">
                  <c:v>286.488</c:v>
                </c:pt>
                <c:pt idx="4506">
                  <c:v>285.887</c:v>
                </c:pt>
                <c:pt idx="4507">
                  <c:v>480.017</c:v>
                </c:pt>
                <c:pt idx="4508">
                  <c:v>481.43799999999999</c:v>
                </c:pt>
                <c:pt idx="4509">
                  <c:v>491.25</c:v>
                </c:pt>
                <c:pt idx="4510">
                  <c:v>491.28800000000001</c:v>
                </c:pt>
                <c:pt idx="4511">
                  <c:v>491.27499999999998</c:v>
                </c:pt>
                <c:pt idx="4512">
                  <c:v>499.875</c:v>
                </c:pt>
                <c:pt idx="4513">
                  <c:v>499.67500000000001</c:v>
                </c:pt>
                <c:pt idx="4514">
                  <c:v>499.35</c:v>
                </c:pt>
                <c:pt idx="4515">
                  <c:v>499.97500000000002</c:v>
                </c:pt>
                <c:pt idx="4516">
                  <c:v>499.55</c:v>
                </c:pt>
                <c:pt idx="4517">
                  <c:v>498.55</c:v>
                </c:pt>
                <c:pt idx="4518">
                  <c:v>497.77</c:v>
                </c:pt>
                <c:pt idx="4519">
                  <c:v>495.93</c:v>
                </c:pt>
                <c:pt idx="4520">
                  <c:v>496.202</c:v>
                </c:pt>
                <c:pt idx="4521">
                  <c:v>493.52699999999999</c:v>
                </c:pt>
                <c:pt idx="4522">
                  <c:v>491.238</c:v>
                </c:pt>
                <c:pt idx="4523">
                  <c:v>498.27499999999998</c:v>
                </c:pt>
                <c:pt idx="4524">
                  <c:v>499.45</c:v>
                </c:pt>
                <c:pt idx="4525">
                  <c:v>499.47500000000002</c:v>
                </c:pt>
                <c:pt idx="4526">
                  <c:v>473.12299999999999</c:v>
                </c:pt>
                <c:pt idx="4527">
                  <c:v>298.637</c:v>
                </c:pt>
                <c:pt idx="4528">
                  <c:v>263.66000000000003</c:v>
                </c:pt>
                <c:pt idx="4529">
                  <c:v>233.005</c:v>
                </c:pt>
                <c:pt idx="4530">
                  <c:v>162.505</c:v>
                </c:pt>
                <c:pt idx="4531">
                  <c:v>23.175000000000001</c:v>
                </c:pt>
                <c:pt idx="4532">
                  <c:v>13.81</c:v>
                </c:pt>
                <c:pt idx="4533">
                  <c:v>8.77</c:v>
                </c:pt>
                <c:pt idx="4534">
                  <c:v>6.9325000000000001</c:v>
                </c:pt>
                <c:pt idx="4535">
                  <c:v>3.5874999999999999</c:v>
                </c:pt>
                <c:pt idx="4536">
                  <c:v>1.34</c:v>
                </c:pt>
                <c:pt idx="4537">
                  <c:v>0.22750000000000001</c:v>
                </c:pt>
                <c:pt idx="4538" formatCode="0.00">
                  <c:v>0</c:v>
                </c:pt>
                <c:pt idx="4539" formatCode="0.00">
                  <c:v>0</c:v>
                </c:pt>
                <c:pt idx="4540">
                  <c:v>5.5E-2</c:v>
                </c:pt>
                <c:pt idx="4541">
                  <c:v>5.5E-2</c:v>
                </c:pt>
                <c:pt idx="4542">
                  <c:v>0.1075</c:v>
                </c:pt>
                <c:pt idx="4543">
                  <c:v>1.05</c:v>
                </c:pt>
                <c:pt idx="4544">
                  <c:v>28.54</c:v>
                </c:pt>
                <c:pt idx="4545">
                  <c:v>69.575000000000003</c:v>
                </c:pt>
                <c:pt idx="4546">
                  <c:v>124.58</c:v>
                </c:pt>
                <c:pt idx="4547">
                  <c:v>128.85</c:v>
                </c:pt>
                <c:pt idx="4548">
                  <c:v>136.33199999999999</c:v>
                </c:pt>
                <c:pt idx="4549">
                  <c:v>135.68199999999999</c:v>
                </c:pt>
                <c:pt idx="4550">
                  <c:v>135.81700000000001</c:v>
                </c:pt>
                <c:pt idx="4551">
                  <c:v>134.75</c:v>
                </c:pt>
                <c:pt idx="4552">
                  <c:v>134.43199999999999</c:v>
                </c:pt>
                <c:pt idx="4553">
                  <c:v>135.56800000000001</c:v>
                </c:pt>
                <c:pt idx="4554">
                  <c:v>135.767</c:v>
                </c:pt>
                <c:pt idx="4555">
                  <c:v>135.58199999999999</c:v>
                </c:pt>
                <c:pt idx="4556">
                  <c:v>310.53300000000002</c:v>
                </c:pt>
                <c:pt idx="4557">
                  <c:v>309.767</c:v>
                </c:pt>
                <c:pt idx="4558">
                  <c:v>310.85000000000002</c:v>
                </c:pt>
                <c:pt idx="4559">
                  <c:v>310.5</c:v>
                </c:pt>
                <c:pt idx="4560">
                  <c:v>310.13200000000001</c:v>
                </c:pt>
                <c:pt idx="4561">
                  <c:v>319.14999999999998</c:v>
                </c:pt>
                <c:pt idx="4562">
                  <c:v>319.11799999999999</c:v>
                </c:pt>
                <c:pt idx="4563">
                  <c:v>320.33300000000003</c:v>
                </c:pt>
                <c:pt idx="4564">
                  <c:v>311.43200000000002</c:v>
                </c:pt>
                <c:pt idx="4565">
                  <c:v>320.08300000000003</c:v>
                </c:pt>
                <c:pt idx="4566">
                  <c:v>320.63200000000001</c:v>
                </c:pt>
                <c:pt idx="4567">
                  <c:v>320.11799999999999</c:v>
                </c:pt>
                <c:pt idx="4568">
                  <c:v>310.28300000000002</c:v>
                </c:pt>
                <c:pt idx="4569">
                  <c:v>317.46699999999998</c:v>
                </c:pt>
                <c:pt idx="4570">
                  <c:v>318</c:v>
                </c:pt>
                <c:pt idx="4571">
                  <c:v>319.767</c:v>
                </c:pt>
                <c:pt idx="4572">
                  <c:v>308.95800000000003</c:v>
                </c:pt>
                <c:pt idx="4573">
                  <c:v>318.483</c:v>
                </c:pt>
                <c:pt idx="4574">
                  <c:v>318.85000000000002</c:v>
                </c:pt>
                <c:pt idx="4575">
                  <c:v>320.517</c:v>
                </c:pt>
                <c:pt idx="4576">
                  <c:v>137.05000000000001</c:v>
                </c:pt>
                <c:pt idx="4577">
                  <c:v>144.31800000000001</c:v>
                </c:pt>
                <c:pt idx="4578">
                  <c:v>145.017</c:v>
                </c:pt>
                <c:pt idx="4579">
                  <c:v>137.733</c:v>
                </c:pt>
                <c:pt idx="4580">
                  <c:v>130.30000000000001</c:v>
                </c:pt>
                <c:pt idx="4581">
                  <c:v>128.80000000000001</c:v>
                </c:pt>
                <c:pt idx="4582">
                  <c:v>119.017</c:v>
                </c:pt>
                <c:pt idx="4583">
                  <c:v>63.795000000000002</c:v>
                </c:pt>
                <c:pt idx="4584">
                  <c:v>46.2575</c:v>
                </c:pt>
                <c:pt idx="4585">
                  <c:v>31.94</c:v>
                </c:pt>
                <c:pt idx="4586">
                  <c:v>16.0625</c:v>
                </c:pt>
                <c:pt idx="4587">
                  <c:v>1.3325</c:v>
                </c:pt>
                <c:pt idx="4588">
                  <c:v>0.22750000000000001</c:v>
                </c:pt>
                <c:pt idx="4589" formatCode="0.00">
                  <c:v>0</c:v>
                </c:pt>
                <c:pt idx="4590">
                  <c:v>5.5E-2</c:v>
                </c:pt>
                <c:pt idx="4591">
                  <c:v>0.13250000000000001</c:v>
                </c:pt>
                <c:pt idx="4592">
                  <c:v>0.2225</c:v>
                </c:pt>
                <c:pt idx="4593">
                  <c:v>1.0349999999999999</c:v>
                </c:pt>
                <c:pt idx="4594">
                  <c:v>3.0950000000000002</c:v>
                </c:pt>
                <c:pt idx="4595">
                  <c:v>6.4749999999999996</c:v>
                </c:pt>
                <c:pt idx="4596">
                  <c:v>11.217499999999999</c:v>
                </c:pt>
                <c:pt idx="4597">
                  <c:v>17.094999999999999</c:v>
                </c:pt>
                <c:pt idx="4598">
                  <c:v>23.002500000000001</c:v>
                </c:pt>
                <c:pt idx="4599">
                  <c:v>28.96</c:v>
                </c:pt>
                <c:pt idx="4600">
                  <c:v>34.744999999999997</c:v>
                </c:pt>
                <c:pt idx="4601">
                  <c:v>40.2425</c:v>
                </c:pt>
                <c:pt idx="4602">
                  <c:v>257.197</c:v>
                </c:pt>
                <c:pt idx="4603">
                  <c:v>260.88</c:v>
                </c:pt>
                <c:pt idx="4604">
                  <c:v>264.31799999999998</c:v>
                </c:pt>
                <c:pt idx="4605">
                  <c:v>267.392</c:v>
                </c:pt>
                <c:pt idx="4606">
                  <c:v>326.38299999999998</c:v>
                </c:pt>
                <c:pt idx="4607">
                  <c:v>330.375</c:v>
                </c:pt>
                <c:pt idx="4608">
                  <c:v>344.798</c:v>
                </c:pt>
                <c:pt idx="4609">
                  <c:v>352.21800000000002</c:v>
                </c:pt>
                <c:pt idx="4610">
                  <c:v>358.84699999999998</c:v>
                </c:pt>
                <c:pt idx="4611">
                  <c:v>360.06</c:v>
                </c:pt>
                <c:pt idx="4612">
                  <c:v>362.73500000000001</c:v>
                </c:pt>
                <c:pt idx="4613">
                  <c:v>367.798</c:v>
                </c:pt>
                <c:pt idx="4614">
                  <c:v>374.97699999999998</c:v>
                </c:pt>
                <c:pt idx="4615">
                  <c:v>379.83199999999999</c:v>
                </c:pt>
                <c:pt idx="4616">
                  <c:v>382.30200000000002</c:v>
                </c:pt>
                <c:pt idx="4617">
                  <c:v>382.03300000000002</c:v>
                </c:pt>
                <c:pt idx="4618">
                  <c:v>376.98500000000001</c:v>
                </c:pt>
                <c:pt idx="4619">
                  <c:v>369.20699999999999</c:v>
                </c:pt>
                <c:pt idx="4620">
                  <c:v>364.17700000000002</c:v>
                </c:pt>
                <c:pt idx="4621">
                  <c:v>364.09199999999998</c:v>
                </c:pt>
                <c:pt idx="4622">
                  <c:v>365.35</c:v>
                </c:pt>
                <c:pt idx="4623">
                  <c:v>370.233</c:v>
                </c:pt>
                <c:pt idx="4624">
                  <c:v>354.91199999999998</c:v>
                </c:pt>
                <c:pt idx="4625">
                  <c:v>354.96499999999997</c:v>
                </c:pt>
                <c:pt idx="4626">
                  <c:v>346.36500000000001</c:v>
                </c:pt>
                <c:pt idx="4627">
                  <c:v>319.12799999999999</c:v>
                </c:pt>
                <c:pt idx="4628">
                  <c:v>220.977</c:v>
                </c:pt>
                <c:pt idx="4629">
                  <c:v>40.58</c:v>
                </c:pt>
                <c:pt idx="4630">
                  <c:v>35.29</c:v>
                </c:pt>
                <c:pt idx="4631">
                  <c:v>29.897500000000001</c:v>
                </c:pt>
                <c:pt idx="4632">
                  <c:v>24.112500000000001</c:v>
                </c:pt>
                <c:pt idx="4633">
                  <c:v>18.260000000000002</c:v>
                </c:pt>
                <c:pt idx="4634">
                  <c:v>12.615</c:v>
                </c:pt>
                <c:pt idx="4635">
                  <c:v>7.1849999999999996</c:v>
                </c:pt>
                <c:pt idx="4636">
                  <c:v>3.36</c:v>
                </c:pt>
                <c:pt idx="4637">
                  <c:v>1.0525</c:v>
                </c:pt>
                <c:pt idx="4638">
                  <c:v>0.13</c:v>
                </c:pt>
                <c:pt idx="4639" formatCode="0.00">
                  <c:v>0</c:v>
                </c:pt>
                <c:pt idx="4640">
                  <c:v>138.072</c:v>
                </c:pt>
                <c:pt idx="4641">
                  <c:v>127.05500000000001</c:v>
                </c:pt>
                <c:pt idx="4642">
                  <c:v>117.47799999999999</c:v>
                </c:pt>
                <c:pt idx="4643">
                  <c:v>109.58499999999999</c:v>
                </c:pt>
                <c:pt idx="4644">
                  <c:v>106.44</c:v>
                </c:pt>
                <c:pt idx="4645">
                  <c:v>103.348</c:v>
                </c:pt>
                <c:pt idx="4646">
                  <c:v>99.65</c:v>
                </c:pt>
                <c:pt idx="4647">
                  <c:v>97.82</c:v>
                </c:pt>
                <c:pt idx="4648">
                  <c:v>93.457499999999996</c:v>
                </c:pt>
                <c:pt idx="4649">
                  <c:v>89.027500000000003</c:v>
                </c:pt>
                <c:pt idx="4650">
                  <c:v>78.704999999999998</c:v>
                </c:pt>
                <c:pt idx="4651">
                  <c:v>14.14</c:v>
                </c:pt>
                <c:pt idx="4652">
                  <c:v>11.1625</c:v>
                </c:pt>
                <c:pt idx="4653">
                  <c:v>7.1675000000000004</c:v>
                </c:pt>
                <c:pt idx="4654">
                  <c:v>4.6475</c:v>
                </c:pt>
                <c:pt idx="4655">
                  <c:v>2.1924999999999999</c:v>
                </c:pt>
                <c:pt idx="4656">
                  <c:v>1.26</c:v>
                </c:pt>
                <c:pt idx="4657">
                  <c:v>0.88749999999999996</c:v>
                </c:pt>
                <c:pt idx="4658">
                  <c:v>0.22</c:v>
                </c:pt>
                <c:pt idx="4659">
                  <c:v>7.4999999999999997E-2</c:v>
                </c:pt>
                <c:pt idx="4660">
                  <c:v>0</c:v>
                </c:pt>
                <c:pt idx="4661">
                  <c:v>0</c:v>
                </c:pt>
                <c:pt idx="4662">
                  <c:v>0</c:v>
                </c:pt>
                <c:pt idx="4663">
                  <c:v>0</c:v>
                </c:pt>
                <c:pt idx="4664">
                  <c:v>0.16</c:v>
                </c:pt>
                <c:pt idx="4665">
                  <c:v>0.35</c:v>
                </c:pt>
                <c:pt idx="4666">
                  <c:v>0.61499999999999999</c:v>
                </c:pt>
                <c:pt idx="4667">
                  <c:v>1.2725</c:v>
                </c:pt>
                <c:pt idx="4668">
                  <c:v>2.19</c:v>
                </c:pt>
                <c:pt idx="4669">
                  <c:v>3.1349999999999998</c:v>
                </c:pt>
                <c:pt idx="4670">
                  <c:v>4.2625000000000002</c:v>
                </c:pt>
                <c:pt idx="4671">
                  <c:v>5.3475000000000001</c:v>
                </c:pt>
                <c:pt idx="4672">
                  <c:v>6.56</c:v>
                </c:pt>
                <c:pt idx="4673">
                  <c:v>7.69</c:v>
                </c:pt>
                <c:pt idx="4674">
                  <c:v>73.504999999999995</c:v>
                </c:pt>
                <c:pt idx="4675">
                  <c:v>60.482500000000002</c:v>
                </c:pt>
                <c:pt idx="4676">
                  <c:v>57.62</c:v>
                </c:pt>
                <c:pt idx="4677">
                  <c:v>46.015000000000001</c:v>
                </c:pt>
                <c:pt idx="4678">
                  <c:v>43.79</c:v>
                </c:pt>
                <c:pt idx="4679">
                  <c:v>41.237499999999997</c:v>
                </c:pt>
                <c:pt idx="4680">
                  <c:v>39.57</c:v>
                </c:pt>
                <c:pt idx="4681">
                  <c:v>39.147500000000001</c:v>
                </c:pt>
                <c:pt idx="4682">
                  <c:v>38.752499999999998</c:v>
                </c:pt>
                <c:pt idx="4683">
                  <c:v>38.327500000000001</c:v>
                </c:pt>
                <c:pt idx="4684">
                  <c:v>38.232500000000002</c:v>
                </c:pt>
                <c:pt idx="4685">
                  <c:v>37.587499999999999</c:v>
                </c:pt>
                <c:pt idx="4686">
                  <c:v>37.762500000000003</c:v>
                </c:pt>
                <c:pt idx="4687">
                  <c:v>37.615000000000002</c:v>
                </c:pt>
                <c:pt idx="4688">
                  <c:v>37.6875</c:v>
                </c:pt>
                <c:pt idx="4689">
                  <c:v>37.49</c:v>
                </c:pt>
                <c:pt idx="4690">
                  <c:v>37.767499999999998</c:v>
                </c:pt>
                <c:pt idx="4691">
                  <c:v>37.822499999999998</c:v>
                </c:pt>
                <c:pt idx="4692">
                  <c:v>38.002499999999998</c:v>
                </c:pt>
                <c:pt idx="4693">
                  <c:v>39.9375</c:v>
                </c:pt>
                <c:pt idx="4694">
                  <c:v>42.23</c:v>
                </c:pt>
                <c:pt idx="4695">
                  <c:v>44.457500000000003</c:v>
                </c:pt>
                <c:pt idx="4696">
                  <c:v>46.844999999999999</c:v>
                </c:pt>
                <c:pt idx="4697">
                  <c:v>58.41</c:v>
                </c:pt>
                <c:pt idx="4698">
                  <c:v>61.805</c:v>
                </c:pt>
                <c:pt idx="4699">
                  <c:v>64.77</c:v>
                </c:pt>
                <c:pt idx="4700">
                  <c:v>77.89</c:v>
                </c:pt>
                <c:pt idx="4701">
                  <c:v>6.04</c:v>
                </c:pt>
                <c:pt idx="4702">
                  <c:v>4.9000000000000004</c:v>
                </c:pt>
                <c:pt idx="4703">
                  <c:v>3.6949999999999998</c:v>
                </c:pt>
                <c:pt idx="4704">
                  <c:v>2.5924999999999998</c:v>
                </c:pt>
                <c:pt idx="4705">
                  <c:v>1.6425000000000001</c:v>
                </c:pt>
                <c:pt idx="4706">
                  <c:v>0.93500000000000005</c:v>
                </c:pt>
                <c:pt idx="4707">
                  <c:v>0.375</c:v>
                </c:pt>
                <c:pt idx="4708">
                  <c:v>0.125</c:v>
                </c:pt>
                <c:pt idx="4709">
                  <c:v>7.4999999999999997E-2</c:v>
                </c:pt>
                <c:pt idx="4710">
                  <c:v>0</c:v>
                </c:pt>
                <c:pt idx="4711">
                  <c:v>8.2500000000000004E-2</c:v>
                </c:pt>
                <c:pt idx="4712">
                  <c:v>8.2500000000000004E-2</c:v>
                </c:pt>
                <c:pt idx="4713">
                  <c:v>0.14499999999999999</c:v>
                </c:pt>
                <c:pt idx="4714">
                  <c:v>0.29749999999999999</c:v>
                </c:pt>
                <c:pt idx="4715">
                  <c:v>0.98750000000000004</c:v>
                </c:pt>
                <c:pt idx="4716">
                  <c:v>2.3199999999999998</c:v>
                </c:pt>
                <c:pt idx="4717">
                  <c:v>4.8099999999999996</c:v>
                </c:pt>
                <c:pt idx="4718">
                  <c:v>7.8525</c:v>
                </c:pt>
                <c:pt idx="4719">
                  <c:v>11.24</c:v>
                </c:pt>
                <c:pt idx="4720">
                  <c:v>14.842499999999999</c:v>
                </c:pt>
                <c:pt idx="4721">
                  <c:v>19.162500000000001</c:v>
                </c:pt>
                <c:pt idx="4722">
                  <c:v>23.077500000000001</c:v>
                </c:pt>
                <c:pt idx="4723">
                  <c:v>26.984999999999999</c:v>
                </c:pt>
                <c:pt idx="4724">
                  <c:v>31.567499999999999</c:v>
                </c:pt>
                <c:pt idx="4725">
                  <c:v>98.834999999999994</c:v>
                </c:pt>
                <c:pt idx="4726">
                  <c:v>93.04</c:v>
                </c:pt>
                <c:pt idx="4727">
                  <c:v>72.27</c:v>
                </c:pt>
                <c:pt idx="4728">
                  <c:v>71.467500000000001</c:v>
                </c:pt>
                <c:pt idx="4729">
                  <c:v>70.540000000000006</c:v>
                </c:pt>
                <c:pt idx="4730">
                  <c:v>69.72</c:v>
                </c:pt>
                <c:pt idx="4731">
                  <c:v>71.655000000000001</c:v>
                </c:pt>
                <c:pt idx="4732">
                  <c:v>71.207499999999996</c:v>
                </c:pt>
                <c:pt idx="4733">
                  <c:v>71.102500000000006</c:v>
                </c:pt>
                <c:pt idx="4734">
                  <c:v>70.760000000000005</c:v>
                </c:pt>
                <c:pt idx="4735">
                  <c:v>71.760000000000005</c:v>
                </c:pt>
                <c:pt idx="4736">
                  <c:v>71.6875</c:v>
                </c:pt>
                <c:pt idx="4737">
                  <c:v>71.47</c:v>
                </c:pt>
                <c:pt idx="4738">
                  <c:v>71.427499999999995</c:v>
                </c:pt>
                <c:pt idx="4739">
                  <c:v>70.987499999999997</c:v>
                </c:pt>
                <c:pt idx="4740">
                  <c:v>69.739999999999995</c:v>
                </c:pt>
                <c:pt idx="4741">
                  <c:v>68.52</c:v>
                </c:pt>
                <c:pt idx="4742">
                  <c:v>67.25</c:v>
                </c:pt>
                <c:pt idx="4743">
                  <c:v>69.055000000000007</c:v>
                </c:pt>
                <c:pt idx="4744">
                  <c:v>69.177499999999995</c:v>
                </c:pt>
                <c:pt idx="4745">
                  <c:v>69.42</c:v>
                </c:pt>
                <c:pt idx="4746">
                  <c:v>69.512500000000003</c:v>
                </c:pt>
                <c:pt idx="4747">
                  <c:v>70.792500000000004</c:v>
                </c:pt>
                <c:pt idx="4748">
                  <c:v>84.35</c:v>
                </c:pt>
                <c:pt idx="4749">
                  <c:v>91.954999999999998</c:v>
                </c:pt>
                <c:pt idx="4750">
                  <c:v>96.297499999999999</c:v>
                </c:pt>
                <c:pt idx="4751">
                  <c:v>18.782499999999999</c:v>
                </c:pt>
                <c:pt idx="4752">
                  <c:v>15.032500000000001</c:v>
                </c:pt>
                <c:pt idx="4753">
                  <c:v>11.0425</c:v>
                </c:pt>
                <c:pt idx="4754">
                  <c:v>7.2225000000000001</c:v>
                </c:pt>
                <c:pt idx="4755">
                  <c:v>4.4325000000000001</c:v>
                </c:pt>
                <c:pt idx="4756">
                  <c:v>2.2324999999999999</c:v>
                </c:pt>
                <c:pt idx="4757">
                  <c:v>0.90749999999999997</c:v>
                </c:pt>
                <c:pt idx="4758">
                  <c:v>0.35749999999999998</c:v>
                </c:pt>
                <c:pt idx="4759">
                  <c:v>7.4999999999999997E-2</c:v>
                </c:pt>
                <c:pt idx="4760">
                  <c:v>0</c:v>
                </c:pt>
                <c:pt idx="4761">
                  <c:v>0.08</c:v>
                </c:pt>
                <c:pt idx="4762">
                  <c:v>0.08</c:v>
                </c:pt>
                <c:pt idx="4763">
                  <c:v>0.08</c:v>
                </c:pt>
                <c:pt idx="4764">
                  <c:v>0.155</c:v>
                </c:pt>
                <c:pt idx="4765">
                  <c:v>0.69750000000000001</c:v>
                </c:pt>
                <c:pt idx="4766">
                  <c:v>2.1074999999999999</c:v>
                </c:pt>
                <c:pt idx="4767">
                  <c:v>4.6524999999999999</c:v>
                </c:pt>
                <c:pt idx="4768">
                  <c:v>7.96</c:v>
                </c:pt>
                <c:pt idx="4769">
                  <c:v>11.3725</c:v>
                </c:pt>
                <c:pt idx="4770">
                  <c:v>15.422499999999999</c:v>
                </c:pt>
                <c:pt idx="4771">
                  <c:v>20.234999999999999</c:v>
                </c:pt>
                <c:pt idx="4772">
                  <c:v>24.4025</c:v>
                </c:pt>
                <c:pt idx="4773">
                  <c:v>96.372500000000002</c:v>
                </c:pt>
                <c:pt idx="4774">
                  <c:v>89.57</c:v>
                </c:pt>
                <c:pt idx="4775">
                  <c:v>208.78700000000001</c:v>
                </c:pt>
                <c:pt idx="4776">
                  <c:v>252.285</c:v>
                </c:pt>
                <c:pt idx="4777">
                  <c:v>188.33199999999999</c:v>
                </c:pt>
                <c:pt idx="4778">
                  <c:v>218.99799999999999</c:v>
                </c:pt>
                <c:pt idx="4779">
                  <c:v>217.37</c:v>
                </c:pt>
                <c:pt idx="4780">
                  <c:v>266.142</c:v>
                </c:pt>
                <c:pt idx="4781">
                  <c:v>252.21</c:v>
                </c:pt>
                <c:pt idx="4782">
                  <c:v>250.29499999999999</c:v>
                </c:pt>
                <c:pt idx="4783">
                  <c:v>280.25</c:v>
                </c:pt>
                <c:pt idx="4784">
                  <c:v>278.91000000000003</c:v>
                </c:pt>
                <c:pt idx="4785">
                  <c:v>278.29199999999997</c:v>
                </c:pt>
                <c:pt idx="4786">
                  <c:v>278.33199999999999</c:v>
                </c:pt>
                <c:pt idx="4787">
                  <c:v>278.25</c:v>
                </c:pt>
                <c:pt idx="4788">
                  <c:v>277.58499999999998</c:v>
                </c:pt>
                <c:pt idx="4789">
                  <c:v>277.46699999999998</c:v>
                </c:pt>
                <c:pt idx="4790">
                  <c:v>293.31299999999999</c:v>
                </c:pt>
                <c:pt idx="4791">
                  <c:v>277.11</c:v>
                </c:pt>
                <c:pt idx="4792">
                  <c:v>277.88299999999998</c:v>
                </c:pt>
                <c:pt idx="4793">
                  <c:v>285.19</c:v>
                </c:pt>
                <c:pt idx="4794">
                  <c:v>281.05700000000002</c:v>
                </c:pt>
                <c:pt idx="4795">
                  <c:v>200.065</c:v>
                </c:pt>
                <c:pt idx="4796">
                  <c:v>176.33199999999999</c:v>
                </c:pt>
                <c:pt idx="4797">
                  <c:v>176.90199999999999</c:v>
                </c:pt>
                <c:pt idx="4798">
                  <c:v>140.53299999999999</c:v>
                </c:pt>
                <c:pt idx="4799">
                  <c:v>89.92</c:v>
                </c:pt>
                <c:pt idx="4800">
                  <c:v>88.882499999999993</c:v>
                </c:pt>
                <c:pt idx="4801">
                  <c:v>116.175</c:v>
                </c:pt>
                <c:pt idx="4802">
                  <c:v>16.47</c:v>
                </c:pt>
                <c:pt idx="4803">
                  <c:v>12.13</c:v>
                </c:pt>
                <c:pt idx="4804">
                  <c:v>7.9775</c:v>
                </c:pt>
                <c:pt idx="4805">
                  <c:v>4.8775000000000004</c:v>
                </c:pt>
                <c:pt idx="4806">
                  <c:v>2.3650000000000002</c:v>
                </c:pt>
                <c:pt idx="4807">
                  <c:v>1.1850000000000001</c:v>
                </c:pt>
                <c:pt idx="4808">
                  <c:v>0.47499999999999998</c:v>
                </c:pt>
                <c:pt idx="4809">
                  <c:v>7.4999999999999997E-2</c:v>
                </c:pt>
                <c:pt idx="4810" formatCode="0.00">
                  <c:v>0</c:v>
                </c:pt>
                <c:pt idx="4811">
                  <c:v>8.5000000000000006E-2</c:v>
                </c:pt>
                <c:pt idx="4812">
                  <c:v>8.5000000000000006E-2</c:v>
                </c:pt>
                <c:pt idx="4813">
                  <c:v>8.5000000000000006E-2</c:v>
                </c:pt>
                <c:pt idx="4814">
                  <c:v>0.16</c:v>
                </c:pt>
                <c:pt idx="4815">
                  <c:v>0.69</c:v>
                </c:pt>
                <c:pt idx="4816">
                  <c:v>1.9824999999999999</c:v>
                </c:pt>
                <c:pt idx="4817">
                  <c:v>4.4375</c:v>
                </c:pt>
                <c:pt idx="4818">
                  <c:v>6.29</c:v>
                </c:pt>
                <c:pt idx="4819">
                  <c:v>8.9725000000000001</c:v>
                </c:pt>
                <c:pt idx="4820">
                  <c:v>12.145</c:v>
                </c:pt>
                <c:pt idx="4821">
                  <c:v>14.015000000000001</c:v>
                </c:pt>
                <c:pt idx="4822">
                  <c:v>19.2925</c:v>
                </c:pt>
                <c:pt idx="4823">
                  <c:v>22.0625</c:v>
                </c:pt>
                <c:pt idx="4824">
                  <c:v>26.76</c:v>
                </c:pt>
                <c:pt idx="4825">
                  <c:v>44.274999999999999</c:v>
                </c:pt>
                <c:pt idx="4826">
                  <c:v>51.667499999999997</c:v>
                </c:pt>
                <c:pt idx="4827">
                  <c:v>119.852</c:v>
                </c:pt>
                <c:pt idx="4828">
                  <c:v>124.57</c:v>
                </c:pt>
                <c:pt idx="4829">
                  <c:v>129.03299999999999</c:v>
                </c:pt>
                <c:pt idx="4830">
                  <c:v>133.07499999999999</c:v>
                </c:pt>
                <c:pt idx="4831">
                  <c:v>213.99</c:v>
                </c:pt>
                <c:pt idx="4832">
                  <c:v>253.21</c:v>
                </c:pt>
                <c:pt idx="4833">
                  <c:v>305.02199999999999</c:v>
                </c:pt>
                <c:pt idx="4834">
                  <c:v>318.41000000000003</c:v>
                </c:pt>
                <c:pt idx="4835">
                  <c:v>318.05</c:v>
                </c:pt>
                <c:pt idx="4836">
                  <c:v>317.79000000000002</c:v>
                </c:pt>
                <c:pt idx="4837">
                  <c:v>306.267</c:v>
                </c:pt>
                <c:pt idx="4838">
                  <c:v>306.09300000000002</c:v>
                </c:pt>
                <c:pt idx="4839">
                  <c:v>292.33</c:v>
                </c:pt>
                <c:pt idx="4840">
                  <c:v>290.61</c:v>
                </c:pt>
                <c:pt idx="4841">
                  <c:v>251.39</c:v>
                </c:pt>
                <c:pt idx="4842">
                  <c:v>237.065</c:v>
                </c:pt>
                <c:pt idx="4843">
                  <c:v>208.523</c:v>
                </c:pt>
                <c:pt idx="4844">
                  <c:v>167.148</c:v>
                </c:pt>
                <c:pt idx="4845">
                  <c:v>112.8</c:v>
                </c:pt>
                <c:pt idx="4846">
                  <c:v>108.523</c:v>
                </c:pt>
                <c:pt idx="4847">
                  <c:v>109.44</c:v>
                </c:pt>
                <c:pt idx="4848">
                  <c:v>103.253</c:v>
                </c:pt>
                <c:pt idx="4849">
                  <c:v>32.615000000000002</c:v>
                </c:pt>
                <c:pt idx="4850">
                  <c:v>21.182500000000001</c:v>
                </c:pt>
                <c:pt idx="4851">
                  <c:v>14.3575</c:v>
                </c:pt>
                <c:pt idx="4852">
                  <c:v>11.7325</c:v>
                </c:pt>
                <c:pt idx="4853">
                  <c:v>8.8874999999999993</c:v>
                </c:pt>
                <c:pt idx="4854">
                  <c:v>6.2474999999999996</c:v>
                </c:pt>
                <c:pt idx="4855">
                  <c:v>3.3450000000000002</c:v>
                </c:pt>
                <c:pt idx="4856">
                  <c:v>2.27</c:v>
                </c:pt>
                <c:pt idx="4857">
                  <c:v>0.99750000000000005</c:v>
                </c:pt>
                <c:pt idx="4858">
                  <c:v>0.3775</c:v>
                </c:pt>
                <c:pt idx="4859">
                  <c:v>7.4999999999999997E-2</c:v>
                </c:pt>
                <c:pt idx="4860" formatCode="0.00">
                  <c:v>0</c:v>
                </c:pt>
                <c:pt idx="4861">
                  <c:v>8.5000000000000006E-2</c:v>
                </c:pt>
                <c:pt idx="4862">
                  <c:v>8.5000000000000006E-2</c:v>
                </c:pt>
                <c:pt idx="4863">
                  <c:v>8.5000000000000006E-2</c:v>
                </c:pt>
                <c:pt idx="4864">
                  <c:v>0.185</c:v>
                </c:pt>
                <c:pt idx="4865">
                  <c:v>0.6875</c:v>
                </c:pt>
                <c:pt idx="4866">
                  <c:v>1.72</c:v>
                </c:pt>
                <c:pt idx="4867">
                  <c:v>3.5550000000000002</c:v>
                </c:pt>
                <c:pt idx="4868">
                  <c:v>5.8</c:v>
                </c:pt>
                <c:pt idx="4869">
                  <c:v>8.3074999999999992</c:v>
                </c:pt>
                <c:pt idx="4870">
                  <c:v>10.9375</c:v>
                </c:pt>
                <c:pt idx="4871">
                  <c:v>13.664999999999999</c:v>
                </c:pt>
                <c:pt idx="4872">
                  <c:v>16.585000000000001</c:v>
                </c:pt>
                <c:pt idx="4873">
                  <c:v>34.299999999999997</c:v>
                </c:pt>
                <c:pt idx="4874">
                  <c:v>22.454999999999998</c:v>
                </c:pt>
                <c:pt idx="4875">
                  <c:v>25.327500000000001</c:v>
                </c:pt>
                <c:pt idx="4876">
                  <c:v>27.675000000000001</c:v>
                </c:pt>
                <c:pt idx="4877">
                  <c:v>89.55</c:v>
                </c:pt>
                <c:pt idx="4878">
                  <c:v>88.875</c:v>
                </c:pt>
                <c:pt idx="4879">
                  <c:v>89.95</c:v>
                </c:pt>
                <c:pt idx="4880">
                  <c:v>89.6</c:v>
                </c:pt>
                <c:pt idx="4881">
                  <c:v>88.724999999999994</c:v>
                </c:pt>
                <c:pt idx="4882">
                  <c:v>88.75</c:v>
                </c:pt>
                <c:pt idx="4883">
                  <c:v>88.924999999999997</c:v>
                </c:pt>
                <c:pt idx="4884">
                  <c:v>89.35</c:v>
                </c:pt>
                <c:pt idx="4885">
                  <c:v>89</c:v>
                </c:pt>
                <c:pt idx="4886">
                  <c:v>89.075000000000003</c:v>
                </c:pt>
                <c:pt idx="4887">
                  <c:v>89.4</c:v>
                </c:pt>
                <c:pt idx="4888">
                  <c:v>89.55</c:v>
                </c:pt>
                <c:pt idx="4889">
                  <c:v>88.7</c:v>
                </c:pt>
                <c:pt idx="4890">
                  <c:v>88.7</c:v>
                </c:pt>
                <c:pt idx="4891">
                  <c:v>88.75</c:v>
                </c:pt>
                <c:pt idx="4892">
                  <c:v>89.2</c:v>
                </c:pt>
                <c:pt idx="4893">
                  <c:v>88.674999999999997</c:v>
                </c:pt>
                <c:pt idx="4894">
                  <c:v>88.65</c:v>
                </c:pt>
                <c:pt idx="4895">
                  <c:v>88.674999999999997</c:v>
                </c:pt>
                <c:pt idx="4896">
                  <c:v>89.75</c:v>
                </c:pt>
                <c:pt idx="4897">
                  <c:v>75.8125</c:v>
                </c:pt>
                <c:pt idx="4898">
                  <c:v>74.362499999999997</c:v>
                </c:pt>
                <c:pt idx="4899">
                  <c:v>20.5425</c:v>
                </c:pt>
                <c:pt idx="4900">
                  <c:v>17.675000000000001</c:v>
                </c:pt>
                <c:pt idx="4901">
                  <c:v>15.494999999999999</c:v>
                </c:pt>
                <c:pt idx="4902">
                  <c:v>10.7</c:v>
                </c:pt>
                <c:pt idx="4903">
                  <c:v>7.94</c:v>
                </c:pt>
                <c:pt idx="4904">
                  <c:v>5.3650000000000002</c:v>
                </c:pt>
                <c:pt idx="4905">
                  <c:v>3.22</c:v>
                </c:pt>
                <c:pt idx="4906">
                  <c:v>1.7</c:v>
                </c:pt>
                <c:pt idx="4907">
                  <c:v>0.70250000000000001</c:v>
                </c:pt>
                <c:pt idx="4908">
                  <c:v>0.3</c:v>
                </c:pt>
                <c:pt idx="4909">
                  <c:v>0.1</c:v>
                </c:pt>
                <c:pt idx="4910" formatCode="0.00">
                  <c:v>0</c:v>
                </c:pt>
                <c:pt idx="4911">
                  <c:v>8.2500000000000004E-2</c:v>
                </c:pt>
                <c:pt idx="4912">
                  <c:v>8.2500000000000004E-2</c:v>
                </c:pt>
                <c:pt idx="4913">
                  <c:v>8.2500000000000004E-2</c:v>
                </c:pt>
                <c:pt idx="4914">
                  <c:v>0.1825</c:v>
                </c:pt>
                <c:pt idx="4915">
                  <c:v>0.68</c:v>
                </c:pt>
                <c:pt idx="4916">
                  <c:v>1.7224999999999999</c:v>
                </c:pt>
                <c:pt idx="4917">
                  <c:v>3.5874999999999999</c:v>
                </c:pt>
                <c:pt idx="4918">
                  <c:v>5.8849999999999998</c:v>
                </c:pt>
                <c:pt idx="4919">
                  <c:v>8.4450000000000003</c:v>
                </c:pt>
                <c:pt idx="4920">
                  <c:v>11.125</c:v>
                </c:pt>
                <c:pt idx="4921">
                  <c:v>13.925000000000001</c:v>
                </c:pt>
                <c:pt idx="4922">
                  <c:v>23.145</c:v>
                </c:pt>
                <c:pt idx="4923">
                  <c:v>51.012500000000003</c:v>
                </c:pt>
                <c:pt idx="4924">
                  <c:v>57.024999999999999</c:v>
                </c:pt>
                <c:pt idx="4925">
                  <c:v>47.65</c:v>
                </c:pt>
                <c:pt idx="4926">
                  <c:v>66.400000000000006</c:v>
                </c:pt>
                <c:pt idx="4927">
                  <c:v>153.44999999999999</c:v>
                </c:pt>
                <c:pt idx="4928">
                  <c:v>139.57499999999999</c:v>
                </c:pt>
                <c:pt idx="4929">
                  <c:v>141.648</c:v>
                </c:pt>
                <c:pt idx="4930">
                  <c:v>167.76499999999999</c:v>
                </c:pt>
                <c:pt idx="4931">
                  <c:v>93.7</c:v>
                </c:pt>
                <c:pt idx="4932">
                  <c:v>94.65</c:v>
                </c:pt>
                <c:pt idx="4933">
                  <c:v>95.415000000000006</c:v>
                </c:pt>
                <c:pt idx="4934">
                  <c:v>96.53</c:v>
                </c:pt>
                <c:pt idx="4935">
                  <c:v>96.142499999999998</c:v>
                </c:pt>
                <c:pt idx="4936">
                  <c:v>96.182500000000005</c:v>
                </c:pt>
                <c:pt idx="4937">
                  <c:v>96.672499999999999</c:v>
                </c:pt>
                <c:pt idx="4938">
                  <c:v>96.4</c:v>
                </c:pt>
                <c:pt idx="4939">
                  <c:v>94.972499999999997</c:v>
                </c:pt>
                <c:pt idx="4940">
                  <c:v>94.002499999999998</c:v>
                </c:pt>
                <c:pt idx="4941">
                  <c:v>93.5</c:v>
                </c:pt>
                <c:pt idx="4942">
                  <c:v>94.025000000000006</c:v>
                </c:pt>
                <c:pt idx="4943">
                  <c:v>93.5</c:v>
                </c:pt>
                <c:pt idx="4944">
                  <c:v>93.5</c:v>
                </c:pt>
                <c:pt idx="4945">
                  <c:v>93.5</c:v>
                </c:pt>
                <c:pt idx="4946">
                  <c:v>94.45</c:v>
                </c:pt>
                <c:pt idx="4947">
                  <c:v>137.13</c:v>
                </c:pt>
                <c:pt idx="4948">
                  <c:v>166.15</c:v>
                </c:pt>
                <c:pt idx="4949">
                  <c:v>50.28</c:v>
                </c:pt>
                <c:pt idx="4950">
                  <c:v>34.837499999999999</c:v>
                </c:pt>
                <c:pt idx="4951">
                  <c:v>25.21</c:v>
                </c:pt>
                <c:pt idx="4952">
                  <c:v>22.267499999999998</c:v>
                </c:pt>
                <c:pt idx="4953">
                  <c:v>19.43</c:v>
                </c:pt>
                <c:pt idx="4954">
                  <c:v>16.802499999999998</c:v>
                </c:pt>
                <c:pt idx="4955">
                  <c:v>3.35</c:v>
                </c:pt>
                <c:pt idx="4956">
                  <c:v>1.7649999999999999</c:v>
                </c:pt>
                <c:pt idx="4957">
                  <c:v>0.75</c:v>
                </c:pt>
                <c:pt idx="4958">
                  <c:v>0.26750000000000002</c:v>
                </c:pt>
                <c:pt idx="4959">
                  <c:v>0.1</c:v>
                </c:pt>
                <c:pt idx="4960" formatCode="0.00">
                  <c:v>0</c:v>
                </c:pt>
                <c:pt idx="4961">
                  <c:v>0</c:v>
                </c:pt>
                <c:pt idx="4962">
                  <c:v>0</c:v>
                </c:pt>
                <c:pt idx="4963">
                  <c:v>0</c:v>
                </c:pt>
                <c:pt idx="4964">
                  <c:v>0.1</c:v>
                </c:pt>
                <c:pt idx="4965">
                  <c:v>0.22500000000000001</c:v>
                </c:pt>
                <c:pt idx="4966">
                  <c:v>0.52500000000000002</c:v>
                </c:pt>
                <c:pt idx="4967">
                  <c:v>1.4</c:v>
                </c:pt>
                <c:pt idx="4968">
                  <c:v>2.6</c:v>
                </c:pt>
                <c:pt idx="4969">
                  <c:v>3.9249999999999998</c:v>
                </c:pt>
                <c:pt idx="4970">
                  <c:v>5.4249999999999998</c:v>
                </c:pt>
                <c:pt idx="4971">
                  <c:v>6.85</c:v>
                </c:pt>
                <c:pt idx="4972">
                  <c:v>8.5</c:v>
                </c:pt>
                <c:pt idx="4973">
                  <c:v>10.125</c:v>
                </c:pt>
                <c:pt idx="4974">
                  <c:v>11.65</c:v>
                </c:pt>
                <c:pt idx="4975">
                  <c:v>86.775000000000006</c:v>
                </c:pt>
                <c:pt idx="4976">
                  <c:v>86.9</c:v>
                </c:pt>
                <c:pt idx="4977">
                  <c:v>164</c:v>
                </c:pt>
                <c:pt idx="4978">
                  <c:v>112.75</c:v>
                </c:pt>
                <c:pt idx="4979">
                  <c:v>112.72499999999999</c:v>
                </c:pt>
                <c:pt idx="4980">
                  <c:v>112.75</c:v>
                </c:pt>
                <c:pt idx="4981">
                  <c:v>237.55</c:v>
                </c:pt>
                <c:pt idx="4982">
                  <c:v>287.60000000000002</c:v>
                </c:pt>
                <c:pt idx="4983">
                  <c:v>162.57499999999999</c:v>
                </c:pt>
                <c:pt idx="4984">
                  <c:v>163.44999999999999</c:v>
                </c:pt>
                <c:pt idx="4985">
                  <c:v>174.25</c:v>
                </c:pt>
                <c:pt idx="4986">
                  <c:v>173.97499999999999</c:v>
                </c:pt>
                <c:pt idx="4987">
                  <c:v>174.52500000000001</c:v>
                </c:pt>
                <c:pt idx="4988">
                  <c:v>174.45</c:v>
                </c:pt>
                <c:pt idx="4989">
                  <c:v>173.55</c:v>
                </c:pt>
                <c:pt idx="4990">
                  <c:v>173.1</c:v>
                </c:pt>
                <c:pt idx="4991">
                  <c:v>173.125</c:v>
                </c:pt>
                <c:pt idx="4992">
                  <c:v>173.9</c:v>
                </c:pt>
                <c:pt idx="4993">
                  <c:v>172.92500000000001</c:v>
                </c:pt>
                <c:pt idx="4994">
                  <c:v>173.07499999999999</c:v>
                </c:pt>
                <c:pt idx="4995">
                  <c:v>173</c:v>
                </c:pt>
                <c:pt idx="4996">
                  <c:v>174.45</c:v>
                </c:pt>
                <c:pt idx="4997">
                  <c:v>124.5</c:v>
                </c:pt>
                <c:pt idx="4998">
                  <c:v>123.85</c:v>
                </c:pt>
                <c:pt idx="4999">
                  <c:v>131.30000000000001</c:v>
                </c:pt>
                <c:pt idx="5000">
                  <c:v>135.67500000000001</c:v>
                </c:pt>
                <c:pt idx="5001">
                  <c:v>8.4</c:v>
                </c:pt>
                <c:pt idx="5002">
                  <c:v>6.7750000000000004</c:v>
                </c:pt>
                <c:pt idx="5003">
                  <c:v>5.1749999999999998</c:v>
                </c:pt>
                <c:pt idx="5004">
                  <c:v>3.6749999999999998</c:v>
                </c:pt>
                <c:pt idx="5005">
                  <c:v>2.2999999999999998</c:v>
                </c:pt>
                <c:pt idx="5006">
                  <c:v>1.3</c:v>
                </c:pt>
                <c:pt idx="5007">
                  <c:v>0.57499999999999996</c:v>
                </c:pt>
                <c:pt idx="5008">
                  <c:v>0.2</c:v>
                </c:pt>
                <c:pt idx="5009">
                  <c:v>0.1</c:v>
                </c:pt>
                <c:pt idx="5010">
                  <c:v>0</c:v>
                </c:pt>
                <c:pt idx="5011">
                  <c:v>0</c:v>
                </c:pt>
                <c:pt idx="5012">
                  <c:v>0</c:v>
                </c:pt>
                <c:pt idx="5013">
                  <c:v>0</c:v>
                </c:pt>
                <c:pt idx="5014">
                  <c:v>0.1</c:v>
                </c:pt>
                <c:pt idx="5015">
                  <c:v>0.22500000000000001</c:v>
                </c:pt>
                <c:pt idx="5016">
                  <c:v>0.55000000000000004</c:v>
                </c:pt>
                <c:pt idx="5017">
                  <c:v>1.425</c:v>
                </c:pt>
                <c:pt idx="5018">
                  <c:v>2.65</c:v>
                </c:pt>
                <c:pt idx="5019">
                  <c:v>4.25</c:v>
                </c:pt>
                <c:pt idx="5020">
                  <c:v>5.7750000000000004</c:v>
                </c:pt>
                <c:pt idx="5021">
                  <c:v>7.2249999999999996</c:v>
                </c:pt>
                <c:pt idx="5022">
                  <c:v>8.9</c:v>
                </c:pt>
                <c:pt idx="5023">
                  <c:v>10.775</c:v>
                </c:pt>
                <c:pt idx="5024">
                  <c:v>12.324999999999999</c:v>
                </c:pt>
                <c:pt idx="5025">
                  <c:v>87.5</c:v>
                </c:pt>
                <c:pt idx="5026">
                  <c:v>88.9</c:v>
                </c:pt>
                <c:pt idx="5027">
                  <c:v>141.875</c:v>
                </c:pt>
                <c:pt idx="5028">
                  <c:v>143.02500000000001</c:v>
                </c:pt>
                <c:pt idx="5029">
                  <c:v>144</c:v>
                </c:pt>
                <c:pt idx="5030">
                  <c:v>144.80000000000001</c:v>
                </c:pt>
                <c:pt idx="5031">
                  <c:v>145.6</c:v>
                </c:pt>
                <c:pt idx="5032">
                  <c:v>145.92500000000001</c:v>
                </c:pt>
                <c:pt idx="5033">
                  <c:v>146.17500000000001</c:v>
                </c:pt>
                <c:pt idx="5034">
                  <c:v>147.30000000000001</c:v>
                </c:pt>
                <c:pt idx="5035">
                  <c:v>160</c:v>
                </c:pt>
                <c:pt idx="5036">
                  <c:v>160.65</c:v>
                </c:pt>
                <c:pt idx="5037">
                  <c:v>161.17500000000001</c:v>
                </c:pt>
                <c:pt idx="5038">
                  <c:v>160.94999999999999</c:v>
                </c:pt>
                <c:pt idx="5039">
                  <c:v>160.07499999999999</c:v>
                </c:pt>
                <c:pt idx="5040">
                  <c:v>159.6</c:v>
                </c:pt>
                <c:pt idx="5041">
                  <c:v>158.82499999999999</c:v>
                </c:pt>
                <c:pt idx="5042">
                  <c:v>157.125</c:v>
                </c:pt>
                <c:pt idx="5043">
                  <c:v>156.22499999999999</c:v>
                </c:pt>
                <c:pt idx="5044">
                  <c:v>155.875</c:v>
                </c:pt>
                <c:pt idx="5045">
                  <c:v>155.4</c:v>
                </c:pt>
                <c:pt idx="5046">
                  <c:v>140.80000000000001</c:v>
                </c:pt>
                <c:pt idx="5047">
                  <c:v>139.25</c:v>
                </c:pt>
                <c:pt idx="5048">
                  <c:v>138.05000000000001</c:v>
                </c:pt>
                <c:pt idx="5049">
                  <c:v>136.72499999999999</c:v>
                </c:pt>
                <c:pt idx="5050">
                  <c:v>149.82499999999999</c:v>
                </c:pt>
                <c:pt idx="5051">
                  <c:v>9.0500000000000007</c:v>
                </c:pt>
                <c:pt idx="5052">
                  <c:v>7.15</c:v>
                </c:pt>
                <c:pt idx="5053">
                  <c:v>5.5</c:v>
                </c:pt>
                <c:pt idx="5054">
                  <c:v>4</c:v>
                </c:pt>
                <c:pt idx="5055">
                  <c:v>2.5750000000000002</c:v>
                </c:pt>
                <c:pt idx="5056">
                  <c:v>1.325</c:v>
                </c:pt>
                <c:pt idx="5057">
                  <c:v>0.6</c:v>
                </c:pt>
                <c:pt idx="5058">
                  <c:v>0.2</c:v>
                </c:pt>
                <c:pt idx="5059">
                  <c:v>0.1</c:v>
                </c:pt>
                <c:pt idx="5060">
                  <c:v>0</c:v>
                </c:pt>
                <c:pt idx="5061">
                  <c:v>0</c:v>
                </c:pt>
                <c:pt idx="5062" formatCode="0.00">
                  <c:v>0</c:v>
                </c:pt>
                <c:pt idx="5063" formatCode="0.00">
                  <c:v>0</c:v>
                </c:pt>
                <c:pt idx="5064" formatCode="0.00">
                  <c:v>0</c:v>
                </c:pt>
                <c:pt idx="5065" formatCode="0.00">
                  <c:v>0</c:v>
                </c:pt>
                <c:pt idx="5066">
                  <c:v>0.13750000000000001</c:v>
                </c:pt>
                <c:pt idx="5067">
                  <c:v>0.27</c:v>
                </c:pt>
                <c:pt idx="5068">
                  <c:v>1.365</c:v>
                </c:pt>
                <c:pt idx="5069">
                  <c:v>3</c:v>
                </c:pt>
                <c:pt idx="5070">
                  <c:v>5.3925000000000001</c:v>
                </c:pt>
                <c:pt idx="5071">
                  <c:v>8.1575000000000006</c:v>
                </c:pt>
                <c:pt idx="5072">
                  <c:v>11.022500000000001</c:v>
                </c:pt>
                <c:pt idx="5073">
                  <c:v>12.865</c:v>
                </c:pt>
                <c:pt idx="5074">
                  <c:v>102.875</c:v>
                </c:pt>
                <c:pt idx="5075">
                  <c:v>99.21</c:v>
                </c:pt>
                <c:pt idx="5076">
                  <c:v>134.72999999999999</c:v>
                </c:pt>
                <c:pt idx="5077">
                  <c:v>130.89500000000001</c:v>
                </c:pt>
                <c:pt idx="5078">
                  <c:v>116.622</c:v>
                </c:pt>
                <c:pt idx="5079">
                  <c:v>118.688</c:v>
                </c:pt>
                <c:pt idx="5080">
                  <c:v>174.06299999999999</c:v>
                </c:pt>
                <c:pt idx="5081">
                  <c:v>174.875</c:v>
                </c:pt>
                <c:pt idx="5082">
                  <c:v>175.17</c:v>
                </c:pt>
                <c:pt idx="5083">
                  <c:v>176.17</c:v>
                </c:pt>
                <c:pt idx="5084">
                  <c:v>177.24700000000001</c:v>
                </c:pt>
                <c:pt idx="5085">
                  <c:v>179.02699999999999</c:v>
                </c:pt>
                <c:pt idx="5086">
                  <c:v>183.108</c:v>
                </c:pt>
                <c:pt idx="5087">
                  <c:v>183.233</c:v>
                </c:pt>
                <c:pt idx="5088">
                  <c:v>183.34800000000001</c:v>
                </c:pt>
                <c:pt idx="5089">
                  <c:v>183.10499999999999</c:v>
                </c:pt>
                <c:pt idx="5090">
                  <c:v>181.82499999999999</c:v>
                </c:pt>
                <c:pt idx="5091">
                  <c:v>180.148</c:v>
                </c:pt>
                <c:pt idx="5092">
                  <c:v>178.87200000000001</c:v>
                </c:pt>
                <c:pt idx="5093">
                  <c:v>177.93199999999999</c:v>
                </c:pt>
                <c:pt idx="5094">
                  <c:v>175.41800000000001</c:v>
                </c:pt>
                <c:pt idx="5095">
                  <c:v>173.19499999999999</c:v>
                </c:pt>
                <c:pt idx="5096">
                  <c:v>170.32</c:v>
                </c:pt>
                <c:pt idx="5097">
                  <c:v>168.523</c:v>
                </c:pt>
                <c:pt idx="5098">
                  <c:v>111.13</c:v>
                </c:pt>
                <c:pt idx="5099">
                  <c:v>108.36499999999999</c:v>
                </c:pt>
                <c:pt idx="5100">
                  <c:v>105.285</c:v>
                </c:pt>
                <c:pt idx="5101">
                  <c:v>102.22499999999999</c:v>
                </c:pt>
                <c:pt idx="5102">
                  <c:v>10.077500000000001</c:v>
                </c:pt>
                <c:pt idx="5103">
                  <c:v>7.04</c:v>
                </c:pt>
                <c:pt idx="5104">
                  <c:v>4.3025000000000002</c:v>
                </c:pt>
                <c:pt idx="5105">
                  <c:v>2.7349999999999999</c:v>
                </c:pt>
                <c:pt idx="5106">
                  <c:v>1.36</c:v>
                </c:pt>
                <c:pt idx="5107">
                  <c:v>0.5575</c:v>
                </c:pt>
                <c:pt idx="5108">
                  <c:v>0.1825</c:v>
                </c:pt>
                <c:pt idx="5109" formatCode="0.00">
                  <c:v>0</c:v>
                </c:pt>
                <c:pt idx="5110" formatCode="0.00">
                  <c:v>0</c:v>
                </c:pt>
                <c:pt idx="5111" formatCode="0.00">
                  <c:v>0</c:v>
                </c:pt>
                <c:pt idx="5112">
                  <c:v>50</c:v>
                </c:pt>
                <c:pt idx="5113">
                  <c:v>50</c:v>
                </c:pt>
                <c:pt idx="5114">
                  <c:v>50</c:v>
                </c:pt>
                <c:pt idx="5115">
                  <c:v>50.067500000000003</c:v>
                </c:pt>
                <c:pt idx="5116">
                  <c:v>50.274999999999999</c:v>
                </c:pt>
                <c:pt idx="5117">
                  <c:v>50.48</c:v>
                </c:pt>
                <c:pt idx="5118">
                  <c:v>51.677500000000002</c:v>
                </c:pt>
                <c:pt idx="5119">
                  <c:v>53.34</c:v>
                </c:pt>
                <c:pt idx="5120">
                  <c:v>55.744999999999997</c:v>
                </c:pt>
                <c:pt idx="5121">
                  <c:v>58.55</c:v>
                </c:pt>
                <c:pt idx="5122">
                  <c:v>61.354999999999997</c:v>
                </c:pt>
                <c:pt idx="5123">
                  <c:v>63.104999999999997</c:v>
                </c:pt>
                <c:pt idx="5124">
                  <c:v>65.89</c:v>
                </c:pt>
                <c:pt idx="5125">
                  <c:v>68.892499999999998</c:v>
                </c:pt>
                <c:pt idx="5126">
                  <c:v>72.622500000000002</c:v>
                </c:pt>
                <c:pt idx="5127">
                  <c:v>76.092500000000001</c:v>
                </c:pt>
                <c:pt idx="5128">
                  <c:v>79.477500000000006</c:v>
                </c:pt>
                <c:pt idx="5129">
                  <c:v>82.192499999999995</c:v>
                </c:pt>
                <c:pt idx="5130">
                  <c:v>84.075000000000003</c:v>
                </c:pt>
                <c:pt idx="5131">
                  <c:v>85.332499999999996</c:v>
                </c:pt>
                <c:pt idx="5132">
                  <c:v>136.62200000000001</c:v>
                </c:pt>
                <c:pt idx="5133">
                  <c:v>137.49</c:v>
                </c:pt>
                <c:pt idx="5134">
                  <c:v>138.43799999999999</c:v>
                </c:pt>
                <c:pt idx="5135">
                  <c:v>139.227</c:v>
                </c:pt>
                <c:pt idx="5136">
                  <c:v>141.74299999999999</c:v>
                </c:pt>
                <c:pt idx="5137">
                  <c:v>141.785</c:v>
                </c:pt>
                <c:pt idx="5138">
                  <c:v>141.405</c:v>
                </c:pt>
                <c:pt idx="5139">
                  <c:v>140.97499999999999</c:v>
                </c:pt>
                <c:pt idx="5140">
                  <c:v>140.11799999999999</c:v>
                </c:pt>
                <c:pt idx="5141">
                  <c:v>138.62799999999999</c:v>
                </c:pt>
                <c:pt idx="5142">
                  <c:v>137.21799999999999</c:v>
                </c:pt>
                <c:pt idx="5143">
                  <c:v>135.54499999999999</c:v>
                </c:pt>
                <c:pt idx="5144">
                  <c:v>133.785</c:v>
                </c:pt>
                <c:pt idx="5145">
                  <c:v>131.72300000000001</c:v>
                </c:pt>
                <c:pt idx="5146">
                  <c:v>129.03700000000001</c:v>
                </c:pt>
                <c:pt idx="5147">
                  <c:v>126.24</c:v>
                </c:pt>
                <c:pt idx="5148">
                  <c:v>71.102500000000006</c:v>
                </c:pt>
                <c:pt idx="5149">
                  <c:v>68.8125</c:v>
                </c:pt>
                <c:pt idx="5150">
                  <c:v>65.12</c:v>
                </c:pt>
                <c:pt idx="5151">
                  <c:v>62.325000000000003</c:v>
                </c:pt>
                <c:pt idx="5152">
                  <c:v>59.697499999999998</c:v>
                </c:pt>
                <c:pt idx="5153">
                  <c:v>56.792499999999997</c:v>
                </c:pt>
                <c:pt idx="5154">
                  <c:v>54.204999999999998</c:v>
                </c:pt>
                <c:pt idx="5155">
                  <c:v>52.692500000000003</c:v>
                </c:pt>
                <c:pt idx="5156">
                  <c:v>51.357500000000002</c:v>
                </c:pt>
                <c:pt idx="5157">
                  <c:v>50.575000000000003</c:v>
                </c:pt>
                <c:pt idx="5158">
                  <c:v>50.155000000000001</c:v>
                </c:pt>
                <c:pt idx="5159">
                  <c:v>50</c:v>
                </c:pt>
                <c:pt idx="5160" formatCode="0.00">
                  <c:v>0</c:v>
                </c:pt>
                <c:pt idx="5161" formatCode="0.00">
                  <c:v>0</c:v>
                </c:pt>
                <c:pt idx="5162" formatCode="0.00">
                  <c:v>0</c:v>
                </c:pt>
                <c:pt idx="5163" formatCode="0.00">
                  <c:v>0</c:v>
                </c:pt>
                <c:pt idx="5164" formatCode="0.00">
                  <c:v>0</c:v>
                </c:pt>
                <c:pt idx="5165" formatCode="0.00">
                  <c:v>0</c:v>
                </c:pt>
                <c:pt idx="5166">
                  <c:v>7.4999999999999997E-2</c:v>
                </c:pt>
                <c:pt idx="5167">
                  <c:v>0.125</c:v>
                </c:pt>
                <c:pt idx="5168">
                  <c:v>0.7</c:v>
                </c:pt>
                <c:pt idx="5169">
                  <c:v>1.6</c:v>
                </c:pt>
                <c:pt idx="5170">
                  <c:v>3</c:v>
                </c:pt>
                <c:pt idx="5171">
                  <c:v>4.7750000000000004</c:v>
                </c:pt>
                <c:pt idx="5172">
                  <c:v>6.75</c:v>
                </c:pt>
                <c:pt idx="5173">
                  <c:v>8.3000000000000007</c:v>
                </c:pt>
                <c:pt idx="5174">
                  <c:v>9.85</c:v>
                </c:pt>
                <c:pt idx="5175">
                  <c:v>11.3</c:v>
                </c:pt>
                <c:pt idx="5176">
                  <c:v>12.85</c:v>
                </c:pt>
                <c:pt idx="5177">
                  <c:v>14.1</c:v>
                </c:pt>
                <c:pt idx="5178">
                  <c:v>15.225</c:v>
                </c:pt>
                <c:pt idx="5179">
                  <c:v>16.375</c:v>
                </c:pt>
                <c:pt idx="5180">
                  <c:v>17.024999999999999</c:v>
                </c:pt>
                <c:pt idx="5181">
                  <c:v>17.625</c:v>
                </c:pt>
                <c:pt idx="5182">
                  <c:v>18.274999999999999</c:v>
                </c:pt>
                <c:pt idx="5183">
                  <c:v>18.774999999999999</c:v>
                </c:pt>
                <c:pt idx="5184">
                  <c:v>19.324999999999999</c:v>
                </c:pt>
                <c:pt idx="5185">
                  <c:v>19.850000000000001</c:v>
                </c:pt>
                <c:pt idx="5186">
                  <c:v>20.074999999999999</c:v>
                </c:pt>
                <c:pt idx="5187">
                  <c:v>20.25</c:v>
                </c:pt>
                <c:pt idx="5188">
                  <c:v>32.225000000000001</c:v>
                </c:pt>
                <c:pt idx="5189">
                  <c:v>32.1</c:v>
                </c:pt>
                <c:pt idx="5190">
                  <c:v>31.15</c:v>
                </c:pt>
                <c:pt idx="5191">
                  <c:v>30.15</c:v>
                </c:pt>
                <c:pt idx="5192">
                  <c:v>29.5</c:v>
                </c:pt>
                <c:pt idx="5193">
                  <c:v>29.35</c:v>
                </c:pt>
                <c:pt idx="5194">
                  <c:v>27.75</c:v>
                </c:pt>
                <c:pt idx="5195">
                  <c:v>26.625</c:v>
                </c:pt>
                <c:pt idx="5196">
                  <c:v>25.175000000000001</c:v>
                </c:pt>
                <c:pt idx="5197">
                  <c:v>24.824999999999999</c:v>
                </c:pt>
                <c:pt idx="5198">
                  <c:v>23.55</c:v>
                </c:pt>
                <c:pt idx="5199">
                  <c:v>21.9</c:v>
                </c:pt>
                <c:pt idx="5200">
                  <c:v>7.9749999999999996</c:v>
                </c:pt>
                <c:pt idx="5201">
                  <c:v>6.4749999999999996</c:v>
                </c:pt>
                <c:pt idx="5202">
                  <c:v>5.0999999999999996</c:v>
                </c:pt>
                <c:pt idx="5203">
                  <c:v>3.55</c:v>
                </c:pt>
                <c:pt idx="5204">
                  <c:v>2.1749999999999998</c:v>
                </c:pt>
                <c:pt idx="5205">
                  <c:v>1.375</c:v>
                </c:pt>
                <c:pt idx="5206">
                  <c:v>0.67500000000000004</c:v>
                </c:pt>
                <c:pt idx="5207">
                  <c:v>0.27500000000000002</c:v>
                </c:pt>
                <c:pt idx="5208">
                  <c:v>0.1</c:v>
                </c:pt>
                <c:pt idx="5209" formatCode="0.00">
                  <c:v>0</c:v>
                </c:pt>
                <c:pt idx="5210" formatCode="0.00">
                  <c:v>0</c:v>
                </c:pt>
                <c:pt idx="5211" formatCode="0.00">
                  <c:v>0</c:v>
                </c:pt>
                <c:pt idx="5212" formatCode="0.00">
                  <c:v>0</c:v>
                </c:pt>
                <c:pt idx="5213" formatCode="0.00">
                  <c:v>0</c:v>
                </c:pt>
                <c:pt idx="5214" formatCode="0.00">
                  <c:v>0</c:v>
                </c:pt>
                <c:pt idx="5215">
                  <c:v>8.2500000000000004E-2</c:v>
                </c:pt>
                <c:pt idx="5216">
                  <c:v>0.245</c:v>
                </c:pt>
                <c:pt idx="5217">
                  <c:v>0.47249999999999998</c:v>
                </c:pt>
                <c:pt idx="5218">
                  <c:v>1.3474999999999999</c:v>
                </c:pt>
                <c:pt idx="5219">
                  <c:v>3.1225000000000001</c:v>
                </c:pt>
                <c:pt idx="5220">
                  <c:v>5.7474999999999996</c:v>
                </c:pt>
                <c:pt idx="5221">
                  <c:v>8.7149999999999999</c:v>
                </c:pt>
                <c:pt idx="5222">
                  <c:v>12.27</c:v>
                </c:pt>
                <c:pt idx="5223">
                  <c:v>15.6325</c:v>
                </c:pt>
                <c:pt idx="5224">
                  <c:v>18.77</c:v>
                </c:pt>
                <c:pt idx="5225">
                  <c:v>22.0275</c:v>
                </c:pt>
                <c:pt idx="5226">
                  <c:v>50.287500000000001</c:v>
                </c:pt>
                <c:pt idx="5227">
                  <c:v>52.88</c:v>
                </c:pt>
                <c:pt idx="5228">
                  <c:v>56.217500000000001</c:v>
                </c:pt>
                <c:pt idx="5229">
                  <c:v>58.47</c:v>
                </c:pt>
                <c:pt idx="5230">
                  <c:v>59.282499999999999</c:v>
                </c:pt>
                <c:pt idx="5231">
                  <c:v>61.642499999999998</c:v>
                </c:pt>
                <c:pt idx="5232">
                  <c:v>62.442500000000003</c:v>
                </c:pt>
                <c:pt idx="5233">
                  <c:v>62.484999999999999</c:v>
                </c:pt>
                <c:pt idx="5234">
                  <c:v>63.427500000000002</c:v>
                </c:pt>
                <c:pt idx="5235">
                  <c:v>64.314999999999998</c:v>
                </c:pt>
                <c:pt idx="5236">
                  <c:v>126.702</c:v>
                </c:pt>
                <c:pt idx="5237">
                  <c:v>126.89</c:v>
                </c:pt>
                <c:pt idx="5238">
                  <c:v>126.50700000000001</c:v>
                </c:pt>
                <c:pt idx="5239">
                  <c:v>126.75700000000001</c:v>
                </c:pt>
                <c:pt idx="5240">
                  <c:v>126.182</c:v>
                </c:pt>
                <c:pt idx="5241">
                  <c:v>124.505</c:v>
                </c:pt>
                <c:pt idx="5242">
                  <c:v>123.042</c:v>
                </c:pt>
                <c:pt idx="5243">
                  <c:v>121.727</c:v>
                </c:pt>
                <c:pt idx="5244">
                  <c:v>120.7</c:v>
                </c:pt>
                <c:pt idx="5245">
                  <c:v>118.098</c:v>
                </c:pt>
                <c:pt idx="5246">
                  <c:v>115.643</c:v>
                </c:pt>
                <c:pt idx="5247">
                  <c:v>89.19</c:v>
                </c:pt>
                <c:pt idx="5248">
                  <c:v>61.547499999999999</c:v>
                </c:pt>
                <c:pt idx="5249">
                  <c:v>46.587499999999999</c:v>
                </c:pt>
                <c:pt idx="5250">
                  <c:v>42.975000000000001</c:v>
                </c:pt>
                <c:pt idx="5251">
                  <c:v>39.784999999999997</c:v>
                </c:pt>
                <c:pt idx="5252">
                  <c:v>11.57</c:v>
                </c:pt>
                <c:pt idx="5253">
                  <c:v>8.2575000000000003</c:v>
                </c:pt>
                <c:pt idx="5254">
                  <c:v>5.29</c:v>
                </c:pt>
                <c:pt idx="5255">
                  <c:v>3.4175</c:v>
                </c:pt>
                <c:pt idx="5256">
                  <c:v>1.8225</c:v>
                </c:pt>
                <c:pt idx="5257">
                  <c:v>0.70250000000000001</c:v>
                </c:pt>
                <c:pt idx="5258">
                  <c:v>0.1825</c:v>
                </c:pt>
                <c:pt idx="5259" formatCode="0.00">
                  <c:v>0</c:v>
                </c:pt>
                <c:pt idx="5260" formatCode="0.00">
                  <c:v>0</c:v>
                </c:pt>
                <c:pt idx="5261" formatCode="0.00">
                  <c:v>0</c:v>
                </c:pt>
                <c:pt idx="5262" formatCode="0.00">
                  <c:v>0</c:v>
                </c:pt>
                <c:pt idx="5263" formatCode="0.00">
                  <c:v>0</c:v>
                </c:pt>
                <c:pt idx="5264" formatCode="0.00">
                  <c:v>0</c:v>
                </c:pt>
                <c:pt idx="5265" formatCode="0.00">
                  <c:v>0</c:v>
                </c:pt>
                <c:pt idx="5266">
                  <c:v>0.13750000000000001</c:v>
                </c:pt>
                <c:pt idx="5267">
                  <c:v>0.26750000000000002</c:v>
                </c:pt>
                <c:pt idx="5268">
                  <c:v>1.4075</c:v>
                </c:pt>
                <c:pt idx="5269">
                  <c:v>3.1850000000000001</c:v>
                </c:pt>
                <c:pt idx="5270">
                  <c:v>6.01</c:v>
                </c:pt>
                <c:pt idx="5271">
                  <c:v>9.59</c:v>
                </c:pt>
                <c:pt idx="5272">
                  <c:v>13.55</c:v>
                </c:pt>
                <c:pt idx="5273">
                  <c:v>16.647500000000001</c:v>
                </c:pt>
                <c:pt idx="5274">
                  <c:v>19.7425</c:v>
                </c:pt>
                <c:pt idx="5275">
                  <c:v>22.695</c:v>
                </c:pt>
                <c:pt idx="5276">
                  <c:v>25.797499999999999</c:v>
                </c:pt>
                <c:pt idx="5277">
                  <c:v>28.297499999999999</c:v>
                </c:pt>
                <c:pt idx="5278">
                  <c:v>30.5275</c:v>
                </c:pt>
                <c:pt idx="5279">
                  <c:v>32.842500000000001</c:v>
                </c:pt>
                <c:pt idx="5280">
                  <c:v>34.167499999999997</c:v>
                </c:pt>
                <c:pt idx="5281">
                  <c:v>35.387500000000003</c:v>
                </c:pt>
                <c:pt idx="5282">
                  <c:v>36.664999999999999</c:v>
                </c:pt>
                <c:pt idx="5283">
                  <c:v>37.674999999999997</c:v>
                </c:pt>
                <c:pt idx="5284">
                  <c:v>38.762500000000003</c:v>
                </c:pt>
                <c:pt idx="5285">
                  <c:v>39.85</c:v>
                </c:pt>
                <c:pt idx="5286">
                  <c:v>40.299999999999997</c:v>
                </c:pt>
                <c:pt idx="5287">
                  <c:v>40.619999999999997</c:v>
                </c:pt>
                <c:pt idx="5288">
                  <c:v>40.217500000000001</c:v>
                </c:pt>
                <c:pt idx="5289">
                  <c:v>39.950000000000003</c:v>
                </c:pt>
                <c:pt idx="5290">
                  <c:v>50.5075</c:v>
                </c:pt>
                <c:pt idx="5291">
                  <c:v>49.15</c:v>
                </c:pt>
                <c:pt idx="5292">
                  <c:v>47.8675</c:v>
                </c:pt>
                <c:pt idx="5293">
                  <c:v>46.274999999999999</c:v>
                </c:pt>
                <c:pt idx="5294">
                  <c:v>44.362499999999997</c:v>
                </c:pt>
                <c:pt idx="5295">
                  <c:v>42.1</c:v>
                </c:pt>
                <c:pt idx="5296">
                  <c:v>39.19</c:v>
                </c:pt>
                <c:pt idx="5297">
                  <c:v>36.26</c:v>
                </c:pt>
                <c:pt idx="5298">
                  <c:v>22.21</c:v>
                </c:pt>
                <c:pt idx="5299">
                  <c:v>19.877500000000001</c:v>
                </c:pt>
                <c:pt idx="5300">
                  <c:v>16.004999999999999</c:v>
                </c:pt>
                <c:pt idx="5301">
                  <c:v>13.012499999999999</c:v>
                </c:pt>
                <c:pt idx="5302">
                  <c:v>10.23</c:v>
                </c:pt>
                <c:pt idx="5303">
                  <c:v>7.1375000000000002</c:v>
                </c:pt>
                <c:pt idx="5304">
                  <c:v>4.3624999999999998</c:v>
                </c:pt>
                <c:pt idx="5305">
                  <c:v>2.77</c:v>
                </c:pt>
                <c:pt idx="5306">
                  <c:v>1.365</c:v>
                </c:pt>
                <c:pt idx="5307">
                  <c:v>0.54749999999999999</c:v>
                </c:pt>
                <c:pt idx="5308">
                  <c:v>0.18</c:v>
                </c:pt>
                <c:pt idx="5309" formatCode="0.00">
                  <c:v>0</c:v>
                </c:pt>
                <c:pt idx="5310" formatCode="0.00">
                  <c:v>0</c:v>
                </c:pt>
                <c:pt idx="5311" formatCode="0.00">
                  <c:v>0</c:v>
                </c:pt>
                <c:pt idx="5312" formatCode="0.00">
                  <c:v>0</c:v>
                </c:pt>
                <c:pt idx="5313" formatCode="0.00">
                  <c:v>0</c:v>
                </c:pt>
                <c:pt idx="5314" formatCode="0.00">
                  <c:v>0</c:v>
                </c:pt>
                <c:pt idx="5315" formatCode="0.00">
                  <c:v>0</c:v>
                </c:pt>
                <c:pt idx="5316">
                  <c:v>0.13750000000000001</c:v>
                </c:pt>
                <c:pt idx="5317">
                  <c:v>0.27</c:v>
                </c:pt>
                <c:pt idx="5318">
                  <c:v>1.5375000000000001</c:v>
                </c:pt>
                <c:pt idx="5319">
                  <c:v>3.5625</c:v>
                </c:pt>
                <c:pt idx="5320">
                  <c:v>6.9124999999999996</c:v>
                </c:pt>
                <c:pt idx="5321">
                  <c:v>10.83</c:v>
                </c:pt>
                <c:pt idx="5322">
                  <c:v>15.21</c:v>
                </c:pt>
                <c:pt idx="5323">
                  <c:v>18.772500000000001</c:v>
                </c:pt>
                <c:pt idx="5324">
                  <c:v>22.3475</c:v>
                </c:pt>
                <c:pt idx="5325">
                  <c:v>25.7925</c:v>
                </c:pt>
                <c:pt idx="5326">
                  <c:v>29.39</c:v>
                </c:pt>
                <c:pt idx="5327">
                  <c:v>32.417499999999997</c:v>
                </c:pt>
                <c:pt idx="5328">
                  <c:v>35.172499999999999</c:v>
                </c:pt>
                <c:pt idx="5329">
                  <c:v>37.85</c:v>
                </c:pt>
                <c:pt idx="5330">
                  <c:v>39.377499999999998</c:v>
                </c:pt>
                <c:pt idx="5331">
                  <c:v>40.840000000000003</c:v>
                </c:pt>
                <c:pt idx="5332">
                  <c:v>42.337499999999999</c:v>
                </c:pt>
                <c:pt idx="5333">
                  <c:v>43.482500000000002</c:v>
                </c:pt>
                <c:pt idx="5334">
                  <c:v>44.685000000000002</c:v>
                </c:pt>
                <c:pt idx="5335">
                  <c:v>46.884999999999998</c:v>
                </c:pt>
                <c:pt idx="5336">
                  <c:v>58.552500000000002</c:v>
                </c:pt>
                <c:pt idx="5337">
                  <c:v>58.907499999999999</c:v>
                </c:pt>
                <c:pt idx="5338">
                  <c:v>58.7575</c:v>
                </c:pt>
                <c:pt idx="5339">
                  <c:v>58.582500000000003</c:v>
                </c:pt>
                <c:pt idx="5340">
                  <c:v>57.1875</c:v>
                </c:pt>
                <c:pt idx="5341">
                  <c:v>55.125</c:v>
                </c:pt>
                <c:pt idx="5342">
                  <c:v>53.655000000000001</c:v>
                </c:pt>
                <c:pt idx="5343">
                  <c:v>52.762500000000003</c:v>
                </c:pt>
                <c:pt idx="5344">
                  <c:v>49.707500000000003</c:v>
                </c:pt>
                <c:pt idx="5345">
                  <c:v>47.36</c:v>
                </c:pt>
                <c:pt idx="5346">
                  <c:v>44.167499999999997</c:v>
                </c:pt>
                <c:pt idx="5347">
                  <c:v>42.287500000000001</c:v>
                </c:pt>
                <c:pt idx="5348">
                  <c:v>39.265000000000001</c:v>
                </c:pt>
                <c:pt idx="5349">
                  <c:v>35.89</c:v>
                </c:pt>
                <c:pt idx="5350">
                  <c:v>19.12</c:v>
                </c:pt>
                <c:pt idx="5351">
                  <c:v>15.695</c:v>
                </c:pt>
                <c:pt idx="5352">
                  <c:v>12.164999999999999</c:v>
                </c:pt>
                <c:pt idx="5353">
                  <c:v>8.5875000000000004</c:v>
                </c:pt>
                <c:pt idx="5354">
                  <c:v>5.4474999999999998</c:v>
                </c:pt>
                <c:pt idx="5355">
                  <c:v>3.4925000000000002</c:v>
                </c:pt>
                <c:pt idx="5356">
                  <c:v>1.8174999999999999</c:v>
                </c:pt>
                <c:pt idx="5357">
                  <c:v>0.76500000000000001</c:v>
                </c:pt>
                <c:pt idx="5358">
                  <c:v>0.24</c:v>
                </c:pt>
                <c:pt idx="5359" formatCode="0.00">
                  <c:v>0</c:v>
                </c:pt>
                <c:pt idx="5360" formatCode="0.00">
                  <c:v>0</c:v>
                </c:pt>
                <c:pt idx="5361" formatCode="0.00">
                  <c:v>0</c:v>
                </c:pt>
                <c:pt idx="5362" formatCode="0.00">
                  <c:v>0</c:v>
                </c:pt>
                <c:pt idx="5363" formatCode="0.00">
                  <c:v>0</c:v>
                </c:pt>
                <c:pt idx="5364" formatCode="0.00">
                  <c:v>0</c:v>
                </c:pt>
                <c:pt idx="5365">
                  <c:v>0.1</c:v>
                </c:pt>
                <c:pt idx="5366">
                  <c:v>0.53749999999999998</c:v>
                </c:pt>
                <c:pt idx="5367">
                  <c:v>1.0175000000000001</c:v>
                </c:pt>
                <c:pt idx="5368">
                  <c:v>2.1025</c:v>
                </c:pt>
                <c:pt idx="5369">
                  <c:v>4.6725000000000003</c:v>
                </c:pt>
                <c:pt idx="5370">
                  <c:v>8.8350000000000009</c:v>
                </c:pt>
                <c:pt idx="5371">
                  <c:v>12.9575</c:v>
                </c:pt>
                <c:pt idx="5372">
                  <c:v>17.047499999999999</c:v>
                </c:pt>
                <c:pt idx="5373">
                  <c:v>22.577500000000001</c:v>
                </c:pt>
                <c:pt idx="5374">
                  <c:v>27.545000000000002</c:v>
                </c:pt>
                <c:pt idx="5375">
                  <c:v>33.445</c:v>
                </c:pt>
                <c:pt idx="5376">
                  <c:v>39.274999999999999</c:v>
                </c:pt>
                <c:pt idx="5377">
                  <c:v>43.957500000000003</c:v>
                </c:pt>
                <c:pt idx="5378">
                  <c:v>47.78</c:v>
                </c:pt>
                <c:pt idx="5379">
                  <c:v>49.984999999999999</c:v>
                </c:pt>
                <c:pt idx="5380">
                  <c:v>52.657499999999999</c:v>
                </c:pt>
                <c:pt idx="5381">
                  <c:v>55.122500000000002</c:v>
                </c:pt>
                <c:pt idx="5382">
                  <c:v>57.295000000000002</c:v>
                </c:pt>
                <c:pt idx="5383">
                  <c:v>58.88</c:v>
                </c:pt>
                <c:pt idx="5384">
                  <c:v>60.2575</c:v>
                </c:pt>
                <c:pt idx="5385">
                  <c:v>62.59</c:v>
                </c:pt>
                <c:pt idx="5386">
                  <c:v>123.16500000000001</c:v>
                </c:pt>
                <c:pt idx="5387">
                  <c:v>123.708</c:v>
                </c:pt>
                <c:pt idx="5388">
                  <c:v>123.783</c:v>
                </c:pt>
                <c:pt idx="5389">
                  <c:v>123.643</c:v>
                </c:pt>
                <c:pt idx="5390">
                  <c:v>122.25</c:v>
                </c:pt>
                <c:pt idx="5391">
                  <c:v>120.123</c:v>
                </c:pt>
                <c:pt idx="5392">
                  <c:v>118.69799999999999</c:v>
                </c:pt>
                <c:pt idx="5393">
                  <c:v>117.58499999999999</c:v>
                </c:pt>
                <c:pt idx="5394">
                  <c:v>114.30500000000001</c:v>
                </c:pt>
                <c:pt idx="5395">
                  <c:v>111.72499999999999</c:v>
                </c:pt>
                <c:pt idx="5396">
                  <c:v>107.985</c:v>
                </c:pt>
                <c:pt idx="5397">
                  <c:v>105.61</c:v>
                </c:pt>
                <c:pt idx="5398">
                  <c:v>101.82</c:v>
                </c:pt>
                <c:pt idx="5399">
                  <c:v>97.547499999999999</c:v>
                </c:pt>
                <c:pt idx="5400">
                  <c:v>31.39</c:v>
                </c:pt>
                <c:pt idx="5401">
                  <c:v>26.335000000000001</c:v>
                </c:pt>
                <c:pt idx="5402">
                  <c:v>21.69</c:v>
                </c:pt>
                <c:pt idx="5403">
                  <c:v>16.482500000000002</c:v>
                </c:pt>
                <c:pt idx="5404">
                  <c:v>11.395</c:v>
                </c:pt>
                <c:pt idx="5405">
                  <c:v>7.6849999999999996</c:v>
                </c:pt>
                <c:pt idx="5406">
                  <c:v>4.4850000000000003</c:v>
                </c:pt>
                <c:pt idx="5407">
                  <c:v>2.0225</c:v>
                </c:pt>
                <c:pt idx="5408">
                  <c:v>0.67749999999999999</c:v>
                </c:pt>
                <c:pt idx="5409">
                  <c:v>0.25</c:v>
                </c:pt>
                <c:pt idx="5410" formatCode="0.00">
                  <c:v>0</c:v>
                </c:pt>
                <c:pt idx="5411" formatCode="0.00">
                  <c:v>0</c:v>
                </c:pt>
                <c:pt idx="5412" formatCode="0.00">
                  <c:v>0</c:v>
                </c:pt>
                <c:pt idx="5413" formatCode="0.00">
                  <c:v>0</c:v>
                </c:pt>
                <c:pt idx="5414">
                  <c:v>5.5E-2</c:v>
                </c:pt>
                <c:pt idx="5415">
                  <c:v>0.27</c:v>
                </c:pt>
                <c:pt idx="5416">
                  <c:v>0.58750000000000002</c:v>
                </c:pt>
                <c:pt idx="5417">
                  <c:v>1.0325</c:v>
                </c:pt>
                <c:pt idx="5418">
                  <c:v>1.7175</c:v>
                </c:pt>
                <c:pt idx="5419">
                  <c:v>3.6625000000000001</c:v>
                </c:pt>
                <c:pt idx="5420">
                  <c:v>6.2925000000000004</c:v>
                </c:pt>
                <c:pt idx="5421">
                  <c:v>8.7274999999999991</c:v>
                </c:pt>
                <c:pt idx="5422">
                  <c:v>11.9925</c:v>
                </c:pt>
                <c:pt idx="5423">
                  <c:v>15.8925</c:v>
                </c:pt>
                <c:pt idx="5424">
                  <c:v>19.3325</c:v>
                </c:pt>
                <c:pt idx="5425">
                  <c:v>23.1525</c:v>
                </c:pt>
                <c:pt idx="5426">
                  <c:v>26.76</c:v>
                </c:pt>
                <c:pt idx="5427">
                  <c:v>31</c:v>
                </c:pt>
                <c:pt idx="5428">
                  <c:v>33.549999999999997</c:v>
                </c:pt>
                <c:pt idx="5429">
                  <c:v>34.96</c:v>
                </c:pt>
                <c:pt idx="5430">
                  <c:v>37.762500000000003</c:v>
                </c:pt>
                <c:pt idx="5431">
                  <c:v>39.027500000000003</c:v>
                </c:pt>
                <c:pt idx="5432">
                  <c:v>39.215000000000003</c:v>
                </c:pt>
                <c:pt idx="5433">
                  <c:v>40.1</c:v>
                </c:pt>
                <c:pt idx="5434">
                  <c:v>40.8675</c:v>
                </c:pt>
                <c:pt idx="5435">
                  <c:v>42.515000000000001</c:v>
                </c:pt>
                <c:pt idx="5436">
                  <c:v>48.9925</c:v>
                </c:pt>
                <c:pt idx="5437">
                  <c:v>49.327500000000001</c:v>
                </c:pt>
                <c:pt idx="5438">
                  <c:v>49.505000000000003</c:v>
                </c:pt>
                <c:pt idx="5439">
                  <c:v>49.452500000000001</c:v>
                </c:pt>
                <c:pt idx="5440">
                  <c:v>48.405000000000001</c:v>
                </c:pt>
                <c:pt idx="5441">
                  <c:v>47</c:v>
                </c:pt>
                <c:pt idx="5442">
                  <c:v>45.9</c:v>
                </c:pt>
                <c:pt idx="5443">
                  <c:v>45.784999999999997</c:v>
                </c:pt>
                <c:pt idx="5444">
                  <c:v>43.424999999999997</c:v>
                </c:pt>
                <c:pt idx="5445">
                  <c:v>41.872500000000002</c:v>
                </c:pt>
                <c:pt idx="5446">
                  <c:v>39.634999999999998</c:v>
                </c:pt>
                <c:pt idx="5447">
                  <c:v>38.424999999999997</c:v>
                </c:pt>
                <c:pt idx="5448">
                  <c:v>35.835000000000001</c:v>
                </c:pt>
                <c:pt idx="5449">
                  <c:v>25.324999999999999</c:v>
                </c:pt>
                <c:pt idx="5450">
                  <c:v>21.822500000000002</c:v>
                </c:pt>
                <c:pt idx="5451">
                  <c:v>18.149999999999999</c:v>
                </c:pt>
                <c:pt idx="5452">
                  <c:v>14.2</c:v>
                </c:pt>
                <c:pt idx="5453">
                  <c:v>10.395</c:v>
                </c:pt>
                <c:pt idx="5454">
                  <c:v>7.01</c:v>
                </c:pt>
                <c:pt idx="5455">
                  <c:v>4.6475</c:v>
                </c:pt>
                <c:pt idx="5456">
                  <c:v>2.6475</c:v>
                </c:pt>
                <c:pt idx="5457">
                  <c:v>1.06</c:v>
                </c:pt>
                <c:pt idx="5458">
                  <c:v>0.25</c:v>
                </c:pt>
                <c:pt idx="5459" formatCode="0.00">
                  <c:v>0</c:v>
                </c:pt>
                <c:pt idx="5460" formatCode="0.00">
                  <c:v>0</c:v>
                </c:pt>
                <c:pt idx="5461" formatCode="0.00">
                  <c:v>0</c:v>
                </c:pt>
                <c:pt idx="5462" formatCode="0.00">
                  <c:v>0</c:v>
                </c:pt>
                <c:pt idx="5463" formatCode="0.00">
                  <c:v>0</c:v>
                </c:pt>
                <c:pt idx="5464">
                  <c:v>5.5E-2</c:v>
                </c:pt>
                <c:pt idx="5465">
                  <c:v>0.26</c:v>
                </c:pt>
                <c:pt idx="5466">
                  <c:v>0.56999999999999995</c:v>
                </c:pt>
                <c:pt idx="5467">
                  <c:v>1.0249999999999999</c:v>
                </c:pt>
                <c:pt idx="5468">
                  <c:v>1.7075</c:v>
                </c:pt>
                <c:pt idx="5469">
                  <c:v>3.26</c:v>
                </c:pt>
                <c:pt idx="5470">
                  <c:v>5.5724999999999998</c:v>
                </c:pt>
                <c:pt idx="5471">
                  <c:v>7.8650000000000002</c:v>
                </c:pt>
                <c:pt idx="5472">
                  <c:v>10.305</c:v>
                </c:pt>
                <c:pt idx="5473">
                  <c:v>13.73</c:v>
                </c:pt>
                <c:pt idx="5474">
                  <c:v>17.397500000000001</c:v>
                </c:pt>
                <c:pt idx="5475">
                  <c:v>21.467500000000001</c:v>
                </c:pt>
                <c:pt idx="5476">
                  <c:v>25.317499999999999</c:v>
                </c:pt>
                <c:pt idx="5477">
                  <c:v>28.447500000000002</c:v>
                </c:pt>
                <c:pt idx="5478">
                  <c:v>54.77</c:v>
                </c:pt>
                <c:pt idx="5479">
                  <c:v>57.02</c:v>
                </c:pt>
                <c:pt idx="5480">
                  <c:v>59.08</c:v>
                </c:pt>
                <c:pt idx="5481">
                  <c:v>60.862499999999997</c:v>
                </c:pt>
                <c:pt idx="5482">
                  <c:v>95.93</c:v>
                </c:pt>
                <c:pt idx="5483">
                  <c:v>97.922499999999999</c:v>
                </c:pt>
                <c:pt idx="5484">
                  <c:v>99.474999999999994</c:v>
                </c:pt>
                <c:pt idx="5485">
                  <c:v>100.773</c:v>
                </c:pt>
                <c:pt idx="5486">
                  <c:v>67.617500000000007</c:v>
                </c:pt>
                <c:pt idx="5487">
                  <c:v>67.927499999999995</c:v>
                </c:pt>
                <c:pt idx="5488">
                  <c:v>67.922499999999999</c:v>
                </c:pt>
                <c:pt idx="5489">
                  <c:v>67.745000000000005</c:v>
                </c:pt>
                <c:pt idx="5490">
                  <c:v>67.322500000000005</c:v>
                </c:pt>
                <c:pt idx="5491">
                  <c:v>66.444999999999993</c:v>
                </c:pt>
                <c:pt idx="5492">
                  <c:v>65.307500000000005</c:v>
                </c:pt>
                <c:pt idx="5493">
                  <c:v>64.247500000000002</c:v>
                </c:pt>
                <c:pt idx="5494">
                  <c:v>62.77</c:v>
                </c:pt>
                <c:pt idx="5495">
                  <c:v>60.945</c:v>
                </c:pt>
                <c:pt idx="5496">
                  <c:v>58.792499999999997</c:v>
                </c:pt>
                <c:pt idx="5497">
                  <c:v>56.17</c:v>
                </c:pt>
                <c:pt idx="5498">
                  <c:v>53.43</c:v>
                </c:pt>
                <c:pt idx="5499">
                  <c:v>50.552500000000002</c:v>
                </c:pt>
                <c:pt idx="5500">
                  <c:v>46.917499999999997</c:v>
                </c:pt>
                <c:pt idx="5501">
                  <c:v>18.7225</c:v>
                </c:pt>
                <c:pt idx="5502">
                  <c:v>14.4925</c:v>
                </c:pt>
                <c:pt idx="5503">
                  <c:v>11.682499999999999</c:v>
                </c:pt>
                <c:pt idx="5504">
                  <c:v>9.3424999999999994</c:v>
                </c:pt>
                <c:pt idx="5505">
                  <c:v>7.0175000000000001</c:v>
                </c:pt>
                <c:pt idx="5506">
                  <c:v>2.57</c:v>
                </c:pt>
                <c:pt idx="5507">
                  <c:v>1.02</c:v>
                </c:pt>
                <c:pt idx="5508">
                  <c:v>0.24249999999999999</c:v>
                </c:pt>
                <c:pt idx="5509" formatCode="0.00">
                  <c:v>0</c:v>
                </c:pt>
                <c:pt idx="5510" formatCode="0.00">
                  <c:v>0</c:v>
                </c:pt>
                <c:pt idx="5511" formatCode="0.00">
                  <c:v>0</c:v>
                </c:pt>
                <c:pt idx="5512">
                  <c:v>0</c:v>
                </c:pt>
                <c:pt idx="5513">
                  <c:v>0</c:v>
                </c:pt>
                <c:pt idx="5514">
                  <c:v>0</c:v>
                </c:pt>
                <c:pt idx="5515">
                  <c:v>0.1</c:v>
                </c:pt>
                <c:pt idx="5516">
                  <c:v>0.22500000000000001</c:v>
                </c:pt>
                <c:pt idx="5517">
                  <c:v>0.42499999999999999</c:v>
                </c:pt>
                <c:pt idx="5518">
                  <c:v>0.77500000000000002</c:v>
                </c:pt>
                <c:pt idx="5519">
                  <c:v>1.425</c:v>
                </c:pt>
                <c:pt idx="5520">
                  <c:v>2.5499999999999998</c:v>
                </c:pt>
                <c:pt idx="5521">
                  <c:v>3.7749999999999999</c:v>
                </c:pt>
                <c:pt idx="5522">
                  <c:v>4.7249999999999996</c:v>
                </c:pt>
                <c:pt idx="5523">
                  <c:v>6.4249999999999998</c:v>
                </c:pt>
                <c:pt idx="5524">
                  <c:v>8.6</c:v>
                </c:pt>
                <c:pt idx="5525">
                  <c:v>11</c:v>
                </c:pt>
                <c:pt idx="5526">
                  <c:v>13.3</c:v>
                </c:pt>
                <c:pt idx="5527">
                  <c:v>15.15</c:v>
                </c:pt>
                <c:pt idx="5528">
                  <c:v>79.224999999999994</c:v>
                </c:pt>
                <c:pt idx="5529">
                  <c:v>86</c:v>
                </c:pt>
                <c:pt idx="5530">
                  <c:v>86.7</c:v>
                </c:pt>
                <c:pt idx="5531">
                  <c:v>86.3</c:v>
                </c:pt>
                <c:pt idx="5532">
                  <c:v>85.375</c:v>
                </c:pt>
                <c:pt idx="5533">
                  <c:v>85.204999999999998</c:v>
                </c:pt>
                <c:pt idx="5534">
                  <c:v>85.15</c:v>
                </c:pt>
                <c:pt idx="5535">
                  <c:v>86.15</c:v>
                </c:pt>
                <c:pt idx="5536">
                  <c:v>99.825000000000003</c:v>
                </c:pt>
                <c:pt idx="5537">
                  <c:v>99.9</c:v>
                </c:pt>
                <c:pt idx="5538">
                  <c:v>100.02500000000001</c:v>
                </c:pt>
                <c:pt idx="5539">
                  <c:v>100.15</c:v>
                </c:pt>
                <c:pt idx="5540">
                  <c:v>99.474999999999994</c:v>
                </c:pt>
                <c:pt idx="5541">
                  <c:v>98.9</c:v>
                </c:pt>
                <c:pt idx="5542">
                  <c:v>98.9</c:v>
                </c:pt>
                <c:pt idx="5543">
                  <c:v>99.8</c:v>
                </c:pt>
                <c:pt idx="5544">
                  <c:v>98.9</c:v>
                </c:pt>
                <c:pt idx="5545">
                  <c:v>99.15</c:v>
                </c:pt>
                <c:pt idx="5546">
                  <c:v>98.974999999999994</c:v>
                </c:pt>
                <c:pt idx="5547">
                  <c:v>100.27500000000001</c:v>
                </c:pt>
                <c:pt idx="5548">
                  <c:v>39.4</c:v>
                </c:pt>
                <c:pt idx="5549">
                  <c:v>25.15</c:v>
                </c:pt>
                <c:pt idx="5550">
                  <c:v>10.45</c:v>
                </c:pt>
                <c:pt idx="5551">
                  <c:v>8.125</c:v>
                </c:pt>
                <c:pt idx="5552">
                  <c:v>5.625</c:v>
                </c:pt>
                <c:pt idx="5553">
                  <c:v>4.5</c:v>
                </c:pt>
                <c:pt idx="5554">
                  <c:v>3.65</c:v>
                </c:pt>
                <c:pt idx="5555">
                  <c:v>2.4</c:v>
                </c:pt>
                <c:pt idx="5556">
                  <c:v>1.35</c:v>
                </c:pt>
                <c:pt idx="5557">
                  <c:v>0.5</c:v>
                </c:pt>
                <c:pt idx="5558">
                  <c:v>0.1</c:v>
                </c:pt>
                <c:pt idx="5559">
                  <c:v>0</c:v>
                </c:pt>
                <c:pt idx="5560">
                  <c:v>0</c:v>
                </c:pt>
                <c:pt idx="5561">
                  <c:v>0</c:v>
                </c:pt>
                <c:pt idx="5562">
                  <c:v>0</c:v>
                </c:pt>
                <c:pt idx="5563">
                  <c:v>0</c:v>
                </c:pt>
                <c:pt idx="5564">
                  <c:v>0</c:v>
                </c:pt>
                <c:pt idx="5565">
                  <c:v>0.1</c:v>
                </c:pt>
                <c:pt idx="5566">
                  <c:v>0.22500000000000001</c:v>
                </c:pt>
                <c:pt idx="5567">
                  <c:v>0.42499999999999999</c:v>
                </c:pt>
                <c:pt idx="5568">
                  <c:v>0.75</c:v>
                </c:pt>
                <c:pt idx="5569">
                  <c:v>1.4</c:v>
                </c:pt>
                <c:pt idx="5570">
                  <c:v>2.5249999999999999</c:v>
                </c:pt>
                <c:pt idx="5571">
                  <c:v>3.7250000000000001</c:v>
                </c:pt>
                <c:pt idx="5572">
                  <c:v>4.6749999999999998</c:v>
                </c:pt>
                <c:pt idx="5573">
                  <c:v>6.375</c:v>
                </c:pt>
                <c:pt idx="5574">
                  <c:v>8.5</c:v>
                </c:pt>
                <c:pt idx="5575">
                  <c:v>10.9</c:v>
                </c:pt>
                <c:pt idx="5576">
                  <c:v>13.175000000000001</c:v>
                </c:pt>
                <c:pt idx="5577">
                  <c:v>15</c:v>
                </c:pt>
                <c:pt idx="5578">
                  <c:v>16.55</c:v>
                </c:pt>
                <c:pt idx="5579">
                  <c:v>17.899999999999999</c:v>
                </c:pt>
                <c:pt idx="5580">
                  <c:v>19.125</c:v>
                </c:pt>
                <c:pt idx="5581">
                  <c:v>20.2</c:v>
                </c:pt>
                <c:pt idx="5582">
                  <c:v>20.9</c:v>
                </c:pt>
                <c:pt idx="5583">
                  <c:v>21.55</c:v>
                </c:pt>
                <c:pt idx="5584">
                  <c:v>34.549999999999997</c:v>
                </c:pt>
                <c:pt idx="5585">
                  <c:v>59.975000000000001</c:v>
                </c:pt>
                <c:pt idx="5586">
                  <c:v>81.25</c:v>
                </c:pt>
                <c:pt idx="5587">
                  <c:v>81.25</c:v>
                </c:pt>
                <c:pt idx="5588">
                  <c:v>81.25</c:v>
                </c:pt>
                <c:pt idx="5589">
                  <c:v>81.25</c:v>
                </c:pt>
                <c:pt idx="5590">
                  <c:v>81.25</c:v>
                </c:pt>
                <c:pt idx="5591">
                  <c:v>81.25</c:v>
                </c:pt>
                <c:pt idx="5592">
                  <c:v>81.25</c:v>
                </c:pt>
                <c:pt idx="5593">
                  <c:v>81.25</c:v>
                </c:pt>
                <c:pt idx="5594">
                  <c:v>81.25</c:v>
                </c:pt>
                <c:pt idx="5595">
                  <c:v>81.25</c:v>
                </c:pt>
                <c:pt idx="5596">
                  <c:v>81.25</c:v>
                </c:pt>
                <c:pt idx="5597">
                  <c:v>81.25</c:v>
                </c:pt>
                <c:pt idx="5598">
                  <c:v>51.75</c:v>
                </c:pt>
                <c:pt idx="5599">
                  <c:v>37.524999999999999</c:v>
                </c:pt>
                <c:pt idx="5600">
                  <c:v>10.35</c:v>
                </c:pt>
                <c:pt idx="5601">
                  <c:v>8.0500000000000007</c:v>
                </c:pt>
                <c:pt idx="5602">
                  <c:v>5.5750000000000002</c:v>
                </c:pt>
                <c:pt idx="5603">
                  <c:v>4.45</c:v>
                </c:pt>
                <c:pt idx="5604">
                  <c:v>3.625</c:v>
                </c:pt>
                <c:pt idx="5605">
                  <c:v>2.375</c:v>
                </c:pt>
                <c:pt idx="5606">
                  <c:v>1.325</c:v>
                </c:pt>
                <c:pt idx="5607">
                  <c:v>0.5</c:v>
                </c:pt>
                <c:pt idx="5608">
                  <c:v>0.1</c:v>
                </c:pt>
                <c:pt idx="5609">
                  <c:v>0</c:v>
                </c:pt>
                <c:pt idx="5610">
                  <c:v>0</c:v>
                </c:pt>
                <c:pt idx="5611">
                  <c:v>0</c:v>
                </c:pt>
                <c:pt idx="5612" formatCode="0.00">
                  <c:v>0</c:v>
                </c:pt>
                <c:pt idx="5613" formatCode="0.00">
                  <c:v>0</c:v>
                </c:pt>
                <c:pt idx="5614" formatCode="0.00">
                  <c:v>0</c:v>
                </c:pt>
                <c:pt idx="5615">
                  <c:v>0.1</c:v>
                </c:pt>
                <c:pt idx="5616">
                  <c:v>0.22500000000000001</c:v>
                </c:pt>
                <c:pt idx="5617">
                  <c:v>0.42499999999999999</c:v>
                </c:pt>
                <c:pt idx="5618">
                  <c:v>0.77500000000000002</c:v>
                </c:pt>
                <c:pt idx="5619">
                  <c:v>1.425</c:v>
                </c:pt>
                <c:pt idx="5620">
                  <c:v>2.5499999999999998</c:v>
                </c:pt>
                <c:pt idx="5621">
                  <c:v>3.7749999999999999</c:v>
                </c:pt>
                <c:pt idx="5622">
                  <c:v>4.7249999999999996</c:v>
                </c:pt>
                <c:pt idx="5623">
                  <c:v>6.4249999999999998</c:v>
                </c:pt>
                <c:pt idx="5624">
                  <c:v>8.6</c:v>
                </c:pt>
                <c:pt idx="5625">
                  <c:v>11</c:v>
                </c:pt>
                <c:pt idx="5626">
                  <c:v>13.3</c:v>
                </c:pt>
                <c:pt idx="5627">
                  <c:v>15.15</c:v>
                </c:pt>
                <c:pt idx="5628">
                  <c:v>16.7</c:v>
                </c:pt>
                <c:pt idx="5629">
                  <c:v>18.074999999999999</c:v>
                </c:pt>
                <c:pt idx="5630">
                  <c:v>19.324999999999999</c:v>
                </c:pt>
                <c:pt idx="5631">
                  <c:v>20.399999999999999</c:v>
                </c:pt>
                <c:pt idx="5632">
                  <c:v>21.1</c:v>
                </c:pt>
                <c:pt idx="5633">
                  <c:v>21.75</c:v>
                </c:pt>
                <c:pt idx="5634">
                  <c:v>22.274999999999999</c:v>
                </c:pt>
                <c:pt idx="5635">
                  <c:v>22.7</c:v>
                </c:pt>
                <c:pt idx="5636">
                  <c:v>37.200000000000003</c:v>
                </c:pt>
                <c:pt idx="5637">
                  <c:v>35.674999999999997</c:v>
                </c:pt>
                <c:pt idx="5638">
                  <c:v>37.6</c:v>
                </c:pt>
                <c:pt idx="5639">
                  <c:v>37.575000000000003</c:v>
                </c:pt>
                <c:pt idx="5640">
                  <c:v>36.700000000000003</c:v>
                </c:pt>
                <c:pt idx="5641">
                  <c:v>36.024999999999999</c:v>
                </c:pt>
                <c:pt idx="5642">
                  <c:v>35.325000000000003</c:v>
                </c:pt>
                <c:pt idx="5643">
                  <c:v>35.15</c:v>
                </c:pt>
                <c:pt idx="5644">
                  <c:v>33.799999999999997</c:v>
                </c:pt>
                <c:pt idx="5645">
                  <c:v>32.674999999999997</c:v>
                </c:pt>
                <c:pt idx="5646">
                  <c:v>31.375</c:v>
                </c:pt>
                <c:pt idx="5647">
                  <c:v>28.55</c:v>
                </c:pt>
                <c:pt idx="5648">
                  <c:v>14.4</c:v>
                </c:pt>
                <c:pt idx="5649">
                  <c:v>12.65</c:v>
                </c:pt>
                <c:pt idx="5650">
                  <c:v>10.45</c:v>
                </c:pt>
                <c:pt idx="5651">
                  <c:v>8.125</c:v>
                </c:pt>
                <c:pt idx="5652">
                  <c:v>5.625</c:v>
                </c:pt>
                <c:pt idx="5653">
                  <c:v>4.5</c:v>
                </c:pt>
                <c:pt idx="5654">
                  <c:v>3.65</c:v>
                </c:pt>
                <c:pt idx="5655">
                  <c:v>2.4</c:v>
                </c:pt>
                <c:pt idx="5656">
                  <c:v>1.35</c:v>
                </c:pt>
                <c:pt idx="5657">
                  <c:v>0.5</c:v>
                </c:pt>
                <c:pt idx="5658">
                  <c:v>0.1</c:v>
                </c:pt>
                <c:pt idx="5659" formatCode="0.00">
                  <c:v>0</c:v>
                </c:pt>
                <c:pt idx="5660" formatCode="0.00">
                  <c:v>0</c:v>
                </c:pt>
                <c:pt idx="5661" formatCode="0.00">
                  <c:v>0</c:v>
                </c:pt>
                <c:pt idx="5662" formatCode="0.00">
                  <c:v>0</c:v>
                </c:pt>
                <c:pt idx="5663" formatCode="0.00">
                  <c:v>0</c:v>
                </c:pt>
                <c:pt idx="5664">
                  <c:v>5.5E-2</c:v>
                </c:pt>
                <c:pt idx="5665">
                  <c:v>0.155</c:v>
                </c:pt>
                <c:pt idx="5666">
                  <c:v>0.32500000000000001</c:v>
                </c:pt>
                <c:pt idx="5667">
                  <c:v>0.62</c:v>
                </c:pt>
                <c:pt idx="5668">
                  <c:v>0.77500000000000002</c:v>
                </c:pt>
                <c:pt idx="5669">
                  <c:v>1.2749999999999999</c:v>
                </c:pt>
                <c:pt idx="5670">
                  <c:v>2.8149999999999999</c:v>
                </c:pt>
                <c:pt idx="5671">
                  <c:v>3.97</c:v>
                </c:pt>
                <c:pt idx="5672">
                  <c:v>4.9225000000000003</c:v>
                </c:pt>
                <c:pt idx="5673">
                  <c:v>6.5</c:v>
                </c:pt>
                <c:pt idx="5674">
                  <c:v>8.44</c:v>
                </c:pt>
                <c:pt idx="5675">
                  <c:v>10.58</c:v>
                </c:pt>
                <c:pt idx="5676">
                  <c:v>12.6275</c:v>
                </c:pt>
                <c:pt idx="5677">
                  <c:v>14.265000000000001</c:v>
                </c:pt>
                <c:pt idx="5678">
                  <c:v>15.69</c:v>
                </c:pt>
                <c:pt idx="5679">
                  <c:v>16.914999999999999</c:v>
                </c:pt>
                <c:pt idx="5680">
                  <c:v>18.079999999999998</c:v>
                </c:pt>
                <c:pt idx="5681">
                  <c:v>19.0075</c:v>
                </c:pt>
                <c:pt idx="5682">
                  <c:v>19.637499999999999</c:v>
                </c:pt>
                <c:pt idx="5683">
                  <c:v>20.23</c:v>
                </c:pt>
                <c:pt idx="5684">
                  <c:v>20.6875</c:v>
                </c:pt>
                <c:pt idx="5685">
                  <c:v>21.614999999999998</c:v>
                </c:pt>
                <c:pt idx="5686">
                  <c:v>21.704999999999998</c:v>
                </c:pt>
                <c:pt idx="5687">
                  <c:v>22.02</c:v>
                </c:pt>
                <c:pt idx="5688">
                  <c:v>22.1175</c:v>
                </c:pt>
                <c:pt idx="5689">
                  <c:v>22.102499999999999</c:v>
                </c:pt>
                <c:pt idx="5690">
                  <c:v>127.675</c:v>
                </c:pt>
                <c:pt idx="5691">
                  <c:v>127.5</c:v>
                </c:pt>
                <c:pt idx="5692">
                  <c:v>127.5</c:v>
                </c:pt>
                <c:pt idx="5693">
                  <c:v>127.97499999999999</c:v>
                </c:pt>
                <c:pt idx="5694">
                  <c:v>127.5</c:v>
                </c:pt>
                <c:pt idx="5695">
                  <c:v>127.5</c:v>
                </c:pt>
                <c:pt idx="5696">
                  <c:v>78.842500000000001</c:v>
                </c:pt>
                <c:pt idx="5697">
                  <c:v>52.41</c:v>
                </c:pt>
                <c:pt idx="5698">
                  <c:v>13.147500000000001</c:v>
                </c:pt>
                <c:pt idx="5699">
                  <c:v>11.16</c:v>
                </c:pt>
                <c:pt idx="5700">
                  <c:v>9.8224999999999998</c:v>
                </c:pt>
                <c:pt idx="5701">
                  <c:v>7.7450000000000001</c:v>
                </c:pt>
                <c:pt idx="5702">
                  <c:v>5.4924999999999997</c:v>
                </c:pt>
                <c:pt idx="5703">
                  <c:v>4.3925000000000001</c:v>
                </c:pt>
                <c:pt idx="5704">
                  <c:v>3.5425</c:v>
                </c:pt>
                <c:pt idx="5705">
                  <c:v>2.3525</c:v>
                </c:pt>
                <c:pt idx="5706">
                  <c:v>1.355</c:v>
                </c:pt>
                <c:pt idx="5707">
                  <c:v>0.55000000000000004</c:v>
                </c:pt>
                <c:pt idx="5708">
                  <c:v>0.155</c:v>
                </c:pt>
                <c:pt idx="5709" formatCode="0.00">
                  <c:v>0</c:v>
                </c:pt>
                <c:pt idx="5710" formatCode="0.00">
                  <c:v>0</c:v>
                </c:pt>
                <c:pt idx="5711" formatCode="0.00">
                  <c:v>0</c:v>
                </c:pt>
                <c:pt idx="5712" formatCode="0.00">
                  <c:v>0</c:v>
                </c:pt>
                <c:pt idx="5713" formatCode="0.00">
                  <c:v>0</c:v>
                </c:pt>
                <c:pt idx="5714" formatCode="0.00">
                  <c:v>0</c:v>
                </c:pt>
                <c:pt idx="5715" formatCode="0.00">
                  <c:v>0</c:v>
                </c:pt>
                <c:pt idx="5716" formatCode="0.00">
                  <c:v>0</c:v>
                </c:pt>
                <c:pt idx="5717" formatCode="0.00">
                  <c:v>0</c:v>
                </c:pt>
                <c:pt idx="5718" formatCode="0.00">
                  <c:v>0</c:v>
                </c:pt>
                <c:pt idx="5719" formatCode="0.00">
                  <c:v>0</c:v>
                </c:pt>
                <c:pt idx="5720" formatCode="0.00">
                  <c:v>0</c:v>
                </c:pt>
                <c:pt idx="5721" formatCode="0.00">
                  <c:v>0</c:v>
                </c:pt>
                <c:pt idx="5722" formatCode="0.00">
                  <c:v>0</c:v>
                </c:pt>
                <c:pt idx="5723" formatCode="0.00">
                  <c:v>0</c:v>
                </c:pt>
                <c:pt idx="5724" formatCode="0.00">
                  <c:v>0</c:v>
                </c:pt>
                <c:pt idx="5725" formatCode="0.00">
                  <c:v>0</c:v>
                </c:pt>
                <c:pt idx="5726" formatCode="0.00">
                  <c:v>0</c:v>
                </c:pt>
                <c:pt idx="5727" formatCode="0.00">
                  <c:v>0</c:v>
                </c:pt>
                <c:pt idx="5728" formatCode="0.00">
                  <c:v>0</c:v>
                </c:pt>
                <c:pt idx="5729" formatCode="0.00">
                  <c:v>0</c:v>
                </c:pt>
                <c:pt idx="5730" formatCode="0.00">
                  <c:v>0</c:v>
                </c:pt>
                <c:pt idx="5731" formatCode="0.00">
                  <c:v>0</c:v>
                </c:pt>
                <c:pt idx="5732">
                  <c:v>0.67500000000000004</c:v>
                </c:pt>
                <c:pt idx="5733" formatCode="0.00">
                  <c:v>0</c:v>
                </c:pt>
                <c:pt idx="5734" formatCode="0.00">
                  <c:v>0</c:v>
                </c:pt>
                <c:pt idx="5735" formatCode="0.00">
                  <c:v>0</c:v>
                </c:pt>
                <c:pt idx="5736">
                  <c:v>15.55</c:v>
                </c:pt>
                <c:pt idx="5737">
                  <c:v>15.45</c:v>
                </c:pt>
                <c:pt idx="5738">
                  <c:v>15.574999999999999</c:v>
                </c:pt>
                <c:pt idx="5739">
                  <c:v>15.7</c:v>
                </c:pt>
                <c:pt idx="5740">
                  <c:v>15.775</c:v>
                </c:pt>
                <c:pt idx="5741">
                  <c:v>15.175000000000001</c:v>
                </c:pt>
                <c:pt idx="5742">
                  <c:v>15</c:v>
                </c:pt>
                <c:pt idx="5743">
                  <c:v>15</c:v>
                </c:pt>
                <c:pt idx="5744">
                  <c:v>15.475</c:v>
                </c:pt>
                <c:pt idx="5745">
                  <c:v>15</c:v>
                </c:pt>
                <c:pt idx="5746" formatCode="0.00">
                  <c:v>0</c:v>
                </c:pt>
                <c:pt idx="5747" formatCode="0.00">
                  <c:v>0</c:v>
                </c:pt>
                <c:pt idx="5748" formatCode="0.00">
                  <c:v>0</c:v>
                </c:pt>
                <c:pt idx="5749" formatCode="0.00">
                  <c:v>0</c:v>
                </c:pt>
                <c:pt idx="5750" formatCode="0.00">
                  <c:v>0</c:v>
                </c:pt>
                <c:pt idx="5751" formatCode="0.00">
                  <c:v>0</c:v>
                </c:pt>
                <c:pt idx="5752" formatCode="0.00">
                  <c:v>0</c:v>
                </c:pt>
                <c:pt idx="5753" formatCode="0.00">
                  <c:v>0</c:v>
                </c:pt>
                <c:pt idx="5754" formatCode="0.00">
                  <c:v>0</c:v>
                </c:pt>
                <c:pt idx="5755" formatCode="0.00">
                  <c:v>0</c:v>
                </c:pt>
                <c:pt idx="5756" formatCode="0.00">
                  <c:v>0</c:v>
                </c:pt>
                <c:pt idx="5757" formatCode="0.00">
                  <c:v>0</c:v>
                </c:pt>
                <c:pt idx="5758" formatCode="0.00">
                  <c:v>0</c:v>
                </c:pt>
                <c:pt idx="5759" formatCode="0.00">
                  <c:v>0</c:v>
                </c:pt>
                <c:pt idx="5760" formatCode="0.00">
                  <c:v>0</c:v>
                </c:pt>
                <c:pt idx="5761" formatCode="0.00">
                  <c:v>0</c:v>
                </c:pt>
                <c:pt idx="5762" formatCode="0.00">
                  <c:v>0</c:v>
                </c:pt>
                <c:pt idx="5763" formatCode="0.00">
                  <c:v>0</c:v>
                </c:pt>
                <c:pt idx="5764" formatCode="0.00">
                  <c:v>0</c:v>
                </c:pt>
                <c:pt idx="5765">
                  <c:v>5.5E-2</c:v>
                </c:pt>
                <c:pt idx="5766">
                  <c:v>0.13500000000000001</c:v>
                </c:pt>
                <c:pt idx="5767">
                  <c:v>0.23749999999999999</c:v>
                </c:pt>
                <c:pt idx="5768">
                  <c:v>0.35</c:v>
                </c:pt>
                <c:pt idx="5769">
                  <c:v>0.48249999999999998</c:v>
                </c:pt>
                <c:pt idx="5770">
                  <c:v>0.625</c:v>
                </c:pt>
                <c:pt idx="5771">
                  <c:v>0.76500000000000001</c:v>
                </c:pt>
                <c:pt idx="5772">
                  <c:v>0.91</c:v>
                </c:pt>
                <c:pt idx="5773">
                  <c:v>1.0525</c:v>
                </c:pt>
                <c:pt idx="5774">
                  <c:v>1.18</c:v>
                </c:pt>
                <c:pt idx="5775">
                  <c:v>1.3</c:v>
                </c:pt>
                <c:pt idx="5776">
                  <c:v>1.4125000000000001</c:v>
                </c:pt>
                <c:pt idx="5777">
                  <c:v>1.53</c:v>
                </c:pt>
                <c:pt idx="5778">
                  <c:v>1.6225000000000001</c:v>
                </c:pt>
                <c:pt idx="5779">
                  <c:v>1.6875</c:v>
                </c:pt>
                <c:pt idx="5780">
                  <c:v>1.78</c:v>
                </c:pt>
                <c:pt idx="5781">
                  <c:v>1.855</c:v>
                </c:pt>
                <c:pt idx="5782">
                  <c:v>1.8825000000000001</c:v>
                </c:pt>
                <c:pt idx="5783">
                  <c:v>1.91</c:v>
                </c:pt>
                <c:pt idx="5784">
                  <c:v>1.9450000000000001</c:v>
                </c:pt>
                <c:pt idx="5785">
                  <c:v>1.9550000000000001</c:v>
                </c:pt>
                <c:pt idx="5786">
                  <c:v>11.965</c:v>
                </c:pt>
                <c:pt idx="5787">
                  <c:v>11.952500000000001</c:v>
                </c:pt>
                <c:pt idx="5788">
                  <c:v>11.9275</c:v>
                </c:pt>
                <c:pt idx="5789">
                  <c:v>11.925000000000001</c:v>
                </c:pt>
                <c:pt idx="5790">
                  <c:v>11.9</c:v>
                </c:pt>
                <c:pt idx="5791">
                  <c:v>11.862500000000001</c:v>
                </c:pt>
                <c:pt idx="5792">
                  <c:v>11.824999999999999</c:v>
                </c:pt>
                <c:pt idx="5793">
                  <c:v>11.772500000000001</c:v>
                </c:pt>
                <c:pt idx="5794">
                  <c:v>11.695</c:v>
                </c:pt>
                <c:pt idx="5795">
                  <c:v>11.61</c:v>
                </c:pt>
                <c:pt idx="5796">
                  <c:v>11.512499999999999</c:v>
                </c:pt>
                <c:pt idx="5797">
                  <c:v>11.397500000000001</c:v>
                </c:pt>
                <c:pt idx="5798">
                  <c:v>1.2775000000000001</c:v>
                </c:pt>
                <c:pt idx="5799">
                  <c:v>1.1675</c:v>
                </c:pt>
                <c:pt idx="5800">
                  <c:v>1.0375000000000001</c:v>
                </c:pt>
                <c:pt idx="5801">
                  <c:v>0.89249999999999996</c:v>
                </c:pt>
                <c:pt idx="5802">
                  <c:v>0.74750000000000005</c:v>
                </c:pt>
                <c:pt idx="5803">
                  <c:v>0.60250000000000004</c:v>
                </c:pt>
                <c:pt idx="5804">
                  <c:v>0.46</c:v>
                </c:pt>
                <c:pt idx="5805">
                  <c:v>0.32500000000000001</c:v>
                </c:pt>
                <c:pt idx="5806">
                  <c:v>0.2175</c:v>
                </c:pt>
                <c:pt idx="5807">
                  <c:v>0.13</c:v>
                </c:pt>
                <c:pt idx="5808">
                  <c:v>6.25E-2</c:v>
                </c:pt>
                <c:pt idx="5809" formatCode="0.00">
                  <c:v>0</c:v>
                </c:pt>
                <c:pt idx="5810" formatCode="0.00">
                  <c:v>0</c:v>
                </c:pt>
                <c:pt idx="5811" formatCode="0.00">
                  <c:v>0</c:v>
                </c:pt>
                <c:pt idx="5812" formatCode="0.00">
                  <c:v>0</c:v>
                </c:pt>
                <c:pt idx="5813" formatCode="0.00">
                  <c:v>0</c:v>
                </c:pt>
                <c:pt idx="5814" formatCode="0.00">
                  <c:v>0</c:v>
                </c:pt>
                <c:pt idx="5815">
                  <c:v>0.1575</c:v>
                </c:pt>
                <c:pt idx="5816">
                  <c:v>0.35</c:v>
                </c:pt>
                <c:pt idx="5817">
                  <c:v>0.65</c:v>
                </c:pt>
                <c:pt idx="5818">
                  <c:v>1.07</c:v>
                </c:pt>
                <c:pt idx="5819">
                  <c:v>1.7975000000000001</c:v>
                </c:pt>
                <c:pt idx="5820">
                  <c:v>2.99</c:v>
                </c:pt>
                <c:pt idx="5821">
                  <c:v>4.2324999999999999</c:v>
                </c:pt>
                <c:pt idx="5822">
                  <c:v>5.2774999999999999</c:v>
                </c:pt>
                <c:pt idx="5823">
                  <c:v>6.9675000000000002</c:v>
                </c:pt>
                <c:pt idx="5824">
                  <c:v>9.09</c:v>
                </c:pt>
                <c:pt idx="5825">
                  <c:v>11.4125</c:v>
                </c:pt>
                <c:pt idx="5826">
                  <c:v>13.6525</c:v>
                </c:pt>
                <c:pt idx="5827">
                  <c:v>15.465</c:v>
                </c:pt>
                <c:pt idx="5828">
                  <c:v>16.98</c:v>
                </c:pt>
                <c:pt idx="5829">
                  <c:v>18.327500000000001</c:v>
                </c:pt>
                <c:pt idx="5830">
                  <c:v>19.537500000000001</c:v>
                </c:pt>
                <c:pt idx="5831">
                  <c:v>20.607500000000002</c:v>
                </c:pt>
                <c:pt idx="5832">
                  <c:v>21.28</c:v>
                </c:pt>
                <c:pt idx="5833">
                  <c:v>21.912500000000001</c:v>
                </c:pt>
                <c:pt idx="5834">
                  <c:v>22.4175</c:v>
                </c:pt>
                <c:pt idx="5835">
                  <c:v>22.805</c:v>
                </c:pt>
                <c:pt idx="5836">
                  <c:v>23.08</c:v>
                </c:pt>
                <c:pt idx="5837">
                  <c:v>23.245000000000001</c:v>
                </c:pt>
                <c:pt idx="5838">
                  <c:v>23.22</c:v>
                </c:pt>
                <c:pt idx="5839">
                  <c:v>23.12</c:v>
                </c:pt>
                <c:pt idx="5840">
                  <c:v>22.8325</c:v>
                </c:pt>
                <c:pt idx="5841">
                  <c:v>22.32</c:v>
                </c:pt>
                <c:pt idx="5842">
                  <c:v>21.655000000000001</c:v>
                </c:pt>
                <c:pt idx="5843">
                  <c:v>20.995000000000001</c:v>
                </c:pt>
                <c:pt idx="5844">
                  <c:v>20.0825</c:v>
                </c:pt>
                <c:pt idx="5845">
                  <c:v>18.97</c:v>
                </c:pt>
                <c:pt idx="5846">
                  <c:v>17.670000000000002</c:v>
                </c:pt>
                <c:pt idx="5847">
                  <c:v>16.107500000000002</c:v>
                </c:pt>
                <c:pt idx="5848">
                  <c:v>14.4725</c:v>
                </c:pt>
                <c:pt idx="5849">
                  <c:v>12.77</c:v>
                </c:pt>
                <c:pt idx="5850">
                  <c:v>10.6225</c:v>
                </c:pt>
                <c:pt idx="5851">
                  <c:v>8.3674999999999997</c:v>
                </c:pt>
                <c:pt idx="5852">
                  <c:v>5.9225000000000003</c:v>
                </c:pt>
                <c:pt idx="5853">
                  <c:v>4.7575000000000003</c:v>
                </c:pt>
                <c:pt idx="5854">
                  <c:v>3.8424999999999998</c:v>
                </c:pt>
                <c:pt idx="5855">
                  <c:v>2.5575000000000001</c:v>
                </c:pt>
                <c:pt idx="5856">
                  <c:v>1.48</c:v>
                </c:pt>
                <c:pt idx="5857">
                  <c:v>0.61750000000000005</c:v>
                </c:pt>
                <c:pt idx="5858">
                  <c:v>0.17249999999999999</c:v>
                </c:pt>
                <c:pt idx="5859" formatCode="0.00">
                  <c:v>0</c:v>
                </c:pt>
                <c:pt idx="5860" formatCode="0.00">
                  <c:v>0</c:v>
                </c:pt>
                <c:pt idx="5861" formatCode="0.00">
                  <c:v>0</c:v>
                </c:pt>
                <c:pt idx="5862" formatCode="0.00">
                  <c:v>0</c:v>
                </c:pt>
                <c:pt idx="5863" formatCode="0.00">
                  <c:v>0</c:v>
                </c:pt>
                <c:pt idx="5864">
                  <c:v>5.5E-2</c:v>
                </c:pt>
                <c:pt idx="5865">
                  <c:v>0.17749999999999999</c:v>
                </c:pt>
                <c:pt idx="5866">
                  <c:v>0.38750000000000001</c:v>
                </c:pt>
                <c:pt idx="5867">
                  <c:v>0.69750000000000001</c:v>
                </c:pt>
                <c:pt idx="5868">
                  <c:v>1.1100000000000001</c:v>
                </c:pt>
                <c:pt idx="5869">
                  <c:v>1.84</c:v>
                </c:pt>
                <c:pt idx="5870">
                  <c:v>3.0225</c:v>
                </c:pt>
                <c:pt idx="5871">
                  <c:v>4.2774999999999999</c:v>
                </c:pt>
                <c:pt idx="5872">
                  <c:v>5.3049999999999997</c:v>
                </c:pt>
                <c:pt idx="5873">
                  <c:v>7.01</c:v>
                </c:pt>
                <c:pt idx="5874">
                  <c:v>9.1425000000000001</c:v>
                </c:pt>
                <c:pt idx="5875">
                  <c:v>11.477499999999999</c:v>
                </c:pt>
                <c:pt idx="5876">
                  <c:v>13.737500000000001</c:v>
                </c:pt>
                <c:pt idx="5877">
                  <c:v>15.574999999999999</c:v>
                </c:pt>
                <c:pt idx="5878">
                  <c:v>17.0975</c:v>
                </c:pt>
                <c:pt idx="5879">
                  <c:v>18.45</c:v>
                </c:pt>
                <c:pt idx="5880">
                  <c:v>19.677499999999998</c:v>
                </c:pt>
                <c:pt idx="5881">
                  <c:v>20.75</c:v>
                </c:pt>
                <c:pt idx="5882">
                  <c:v>21.43</c:v>
                </c:pt>
                <c:pt idx="5883">
                  <c:v>22.04</c:v>
                </c:pt>
                <c:pt idx="5884">
                  <c:v>22.535</c:v>
                </c:pt>
                <c:pt idx="5885">
                  <c:v>22.93</c:v>
                </c:pt>
                <c:pt idx="5886">
                  <c:v>23.184999999999999</c:v>
                </c:pt>
                <c:pt idx="5887">
                  <c:v>22.28</c:v>
                </c:pt>
                <c:pt idx="5888">
                  <c:v>21.725000000000001</c:v>
                </c:pt>
                <c:pt idx="5889">
                  <c:v>21.105</c:v>
                </c:pt>
                <c:pt idx="5890">
                  <c:v>20.32</c:v>
                </c:pt>
                <c:pt idx="5891">
                  <c:v>19.344999999999999</c:v>
                </c:pt>
                <c:pt idx="5892">
                  <c:v>18.8</c:v>
                </c:pt>
                <c:pt idx="5893">
                  <c:v>18.232500000000002</c:v>
                </c:pt>
                <c:pt idx="5894">
                  <c:v>17.4375</c:v>
                </c:pt>
                <c:pt idx="5895">
                  <c:v>16.4725</c:v>
                </c:pt>
                <c:pt idx="5896">
                  <c:v>15.352499999999999</c:v>
                </c:pt>
                <c:pt idx="5897">
                  <c:v>13.984999999999999</c:v>
                </c:pt>
                <c:pt idx="5898">
                  <c:v>12.57</c:v>
                </c:pt>
                <c:pt idx="5899">
                  <c:v>11.08</c:v>
                </c:pt>
                <c:pt idx="5900">
                  <c:v>9.2174999999999994</c:v>
                </c:pt>
                <c:pt idx="5901">
                  <c:v>7.2750000000000004</c:v>
                </c:pt>
                <c:pt idx="5902">
                  <c:v>5.1725000000000003</c:v>
                </c:pt>
                <c:pt idx="5903">
                  <c:v>4.1425000000000001</c:v>
                </c:pt>
                <c:pt idx="5904">
                  <c:v>3.3624999999999998</c:v>
                </c:pt>
                <c:pt idx="5905">
                  <c:v>2.2324999999999999</c:v>
                </c:pt>
                <c:pt idx="5906">
                  <c:v>1.3274999999999999</c:v>
                </c:pt>
                <c:pt idx="5907">
                  <c:v>0.57750000000000001</c:v>
                </c:pt>
                <c:pt idx="5908">
                  <c:v>0.17</c:v>
                </c:pt>
                <c:pt idx="5909" formatCode="0.00">
                  <c:v>0</c:v>
                </c:pt>
                <c:pt idx="5910" formatCode="0.00">
                  <c:v>0</c:v>
                </c:pt>
                <c:pt idx="5911" formatCode="0.00">
                  <c:v>0</c:v>
                </c:pt>
                <c:pt idx="5912" formatCode="0.00">
                  <c:v>0</c:v>
                </c:pt>
                <c:pt idx="5913" formatCode="0.00">
                  <c:v>0</c:v>
                </c:pt>
                <c:pt idx="5914" formatCode="0.00">
                  <c:v>0</c:v>
                </c:pt>
                <c:pt idx="5915">
                  <c:v>0.1</c:v>
                </c:pt>
                <c:pt idx="5916">
                  <c:v>0.2</c:v>
                </c:pt>
                <c:pt idx="5917">
                  <c:v>0.4</c:v>
                </c:pt>
                <c:pt idx="5918">
                  <c:v>0.7</c:v>
                </c:pt>
                <c:pt idx="5919">
                  <c:v>1.325</c:v>
                </c:pt>
                <c:pt idx="5920">
                  <c:v>2.375</c:v>
                </c:pt>
                <c:pt idx="5921">
                  <c:v>3.5</c:v>
                </c:pt>
                <c:pt idx="5922">
                  <c:v>4.4000000000000004</c:v>
                </c:pt>
                <c:pt idx="5923">
                  <c:v>5.9749999999999996</c:v>
                </c:pt>
                <c:pt idx="5924">
                  <c:v>8</c:v>
                </c:pt>
                <c:pt idx="5925">
                  <c:v>10.225</c:v>
                </c:pt>
                <c:pt idx="5926">
                  <c:v>12.375</c:v>
                </c:pt>
                <c:pt idx="5927">
                  <c:v>14.1</c:v>
                </c:pt>
                <c:pt idx="5928">
                  <c:v>15.55</c:v>
                </c:pt>
                <c:pt idx="5929">
                  <c:v>16.824999999999999</c:v>
                </c:pt>
                <c:pt idx="5930">
                  <c:v>17.975000000000001</c:v>
                </c:pt>
                <c:pt idx="5931">
                  <c:v>18.975000000000001</c:v>
                </c:pt>
                <c:pt idx="5932">
                  <c:v>19.649999999999999</c:v>
                </c:pt>
                <c:pt idx="5933">
                  <c:v>20.25</c:v>
                </c:pt>
                <c:pt idx="5934">
                  <c:v>20.725000000000001</c:v>
                </c:pt>
                <c:pt idx="5935">
                  <c:v>21.1</c:v>
                </c:pt>
                <c:pt idx="5936">
                  <c:v>21.375</c:v>
                </c:pt>
                <c:pt idx="5937">
                  <c:v>21.55</c:v>
                </c:pt>
                <c:pt idx="5938">
                  <c:v>21.55</c:v>
                </c:pt>
                <c:pt idx="5939">
                  <c:v>21.45</c:v>
                </c:pt>
                <c:pt idx="5940">
                  <c:v>21.2</c:v>
                </c:pt>
                <c:pt idx="5941">
                  <c:v>20.725000000000001</c:v>
                </c:pt>
                <c:pt idx="5942">
                  <c:v>20.074999999999999</c:v>
                </c:pt>
                <c:pt idx="5943">
                  <c:v>19.475000000000001</c:v>
                </c:pt>
                <c:pt idx="5944">
                  <c:v>18.649999999999999</c:v>
                </c:pt>
                <c:pt idx="5945">
                  <c:v>17.625</c:v>
                </c:pt>
                <c:pt idx="5946">
                  <c:v>16.399999999999999</c:v>
                </c:pt>
                <c:pt idx="5947">
                  <c:v>14.925000000000001</c:v>
                </c:pt>
                <c:pt idx="5948">
                  <c:v>13.4</c:v>
                </c:pt>
                <c:pt idx="5949">
                  <c:v>11.75</c:v>
                </c:pt>
                <c:pt idx="5950">
                  <c:v>9.7249999999999996</c:v>
                </c:pt>
                <c:pt idx="5951">
                  <c:v>7.5750000000000002</c:v>
                </c:pt>
                <c:pt idx="5952">
                  <c:v>5.25</c:v>
                </c:pt>
                <c:pt idx="5953">
                  <c:v>4.2</c:v>
                </c:pt>
                <c:pt idx="5954">
                  <c:v>3.4</c:v>
                </c:pt>
                <c:pt idx="5955">
                  <c:v>2.25</c:v>
                </c:pt>
                <c:pt idx="5956">
                  <c:v>1.25</c:v>
                </c:pt>
                <c:pt idx="5957">
                  <c:v>0.47499999999999998</c:v>
                </c:pt>
                <c:pt idx="5958">
                  <c:v>0.1</c:v>
                </c:pt>
                <c:pt idx="5959" formatCode="0.00">
                  <c:v>0</c:v>
                </c:pt>
                <c:pt idx="5960" formatCode="0.00">
                  <c:v>0</c:v>
                </c:pt>
                <c:pt idx="5961" formatCode="0.00">
                  <c:v>0</c:v>
                </c:pt>
                <c:pt idx="5962" formatCode="0.00">
                  <c:v>0</c:v>
                </c:pt>
                <c:pt idx="5963" formatCode="0.00">
                  <c:v>0</c:v>
                </c:pt>
                <c:pt idx="5964" formatCode="0.00">
                  <c:v>0</c:v>
                </c:pt>
                <c:pt idx="5965">
                  <c:v>0.13</c:v>
                </c:pt>
                <c:pt idx="5966">
                  <c:v>0.28749999999999998</c:v>
                </c:pt>
                <c:pt idx="5967">
                  <c:v>0.53500000000000003</c:v>
                </c:pt>
                <c:pt idx="5968">
                  <c:v>0.88</c:v>
                </c:pt>
                <c:pt idx="5969">
                  <c:v>1.49</c:v>
                </c:pt>
                <c:pt idx="5970">
                  <c:v>2.4900000000000002</c:v>
                </c:pt>
                <c:pt idx="5971">
                  <c:v>3.5074999999999998</c:v>
                </c:pt>
                <c:pt idx="5972">
                  <c:v>4.3574999999999999</c:v>
                </c:pt>
                <c:pt idx="5973">
                  <c:v>5.7474999999999996</c:v>
                </c:pt>
                <c:pt idx="5974">
                  <c:v>6.78</c:v>
                </c:pt>
                <c:pt idx="5975">
                  <c:v>7.9074999999999998</c:v>
                </c:pt>
                <c:pt idx="5976">
                  <c:v>9.0474999999999994</c:v>
                </c:pt>
                <c:pt idx="5977">
                  <c:v>10.6</c:v>
                </c:pt>
                <c:pt idx="5978">
                  <c:v>12.07</c:v>
                </c:pt>
                <c:pt idx="5979">
                  <c:v>13.484999999999999</c:v>
                </c:pt>
                <c:pt idx="5980">
                  <c:v>14.855</c:v>
                </c:pt>
                <c:pt idx="5981">
                  <c:v>15.6775</c:v>
                </c:pt>
                <c:pt idx="5982">
                  <c:v>16.467500000000001</c:v>
                </c:pt>
                <c:pt idx="5983">
                  <c:v>17.53</c:v>
                </c:pt>
                <c:pt idx="5984">
                  <c:v>18.202500000000001</c:v>
                </c:pt>
                <c:pt idx="5985">
                  <c:v>18.829999999999998</c:v>
                </c:pt>
                <c:pt idx="5986">
                  <c:v>19.329999999999998</c:v>
                </c:pt>
                <c:pt idx="5987">
                  <c:v>19.782499999999999</c:v>
                </c:pt>
                <c:pt idx="5988">
                  <c:v>20.074999999999999</c:v>
                </c:pt>
                <c:pt idx="5989">
                  <c:v>19.982500000000002</c:v>
                </c:pt>
                <c:pt idx="5990">
                  <c:v>19.7225</c:v>
                </c:pt>
                <c:pt idx="5991">
                  <c:v>19.28</c:v>
                </c:pt>
                <c:pt idx="5992">
                  <c:v>18.702500000000001</c:v>
                </c:pt>
                <c:pt idx="5993">
                  <c:v>18.142499999999998</c:v>
                </c:pt>
                <c:pt idx="5994">
                  <c:v>17.385000000000002</c:v>
                </c:pt>
                <c:pt idx="5995">
                  <c:v>16.422499999999999</c:v>
                </c:pt>
                <c:pt idx="5996">
                  <c:v>15.3</c:v>
                </c:pt>
                <c:pt idx="5997">
                  <c:v>13.95</c:v>
                </c:pt>
                <c:pt idx="5998">
                  <c:v>12.555</c:v>
                </c:pt>
                <c:pt idx="5999">
                  <c:v>11.065</c:v>
                </c:pt>
                <c:pt idx="6000">
                  <c:v>9.2074999999999996</c:v>
                </c:pt>
                <c:pt idx="6001">
                  <c:v>7.2625000000000002</c:v>
                </c:pt>
                <c:pt idx="6002">
                  <c:v>5.1725000000000003</c:v>
                </c:pt>
                <c:pt idx="6003">
                  <c:v>4.1475</c:v>
                </c:pt>
                <c:pt idx="6004">
                  <c:v>3.3275000000000001</c:v>
                </c:pt>
                <c:pt idx="6005">
                  <c:v>2.2149999999999999</c:v>
                </c:pt>
                <c:pt idx="6006">
                  <c:v>1.27</c:v>
                </c:pt>
                <c:pt idx="6007">
                  <c:v>0.52500000000000002</c:v>
                </c:pt>
                <c:pt idx="6008">
                  <c:v>0.13750000000000001</c:v>
                </c:pt>
                <c:pt idx="6009" formatCode="0.00">
                  <c:v>0</c:v>
                </c:pt>
                <c:pt idx="6010" formatCode="0.00">
                  <c:v>0</c:v>
                </c:pt>
                <c:pt idx="6011" formatCode="0.00">
                  <c:v>0</c:v>
                </c:pt>
                <c:pt idx="6012">
                  <c:v>0.06</c:v>
                </c:pt>
                <c:pt idx="6013">
                  <c:v>0.115</c:v>
                </c:pt>
                <c:pt idx="6014">
                  <c:v>0.24249999999999999</c:v>
                </c:pt>
                <c:pt idx="6015">
                  <c:v>0.34499999999999997</c:v>
                </c:pt>
                <c:pt idx="6016">
                  <c:v>0.38</c:v>
                </c:pt>
                <c:pt idx="6017">
                  <c:v>0.59499999999999997</c:v>
                </c:pt>
                <c:pt idx="6018">
                  <c:v>1.34</c:v>
                </c:pt>
                <c:pt idx="6019">
                  <c:v>1.8625</c:v>
                </c:pt>
                <c:pt idx="6020">
                  <c:v>2.0024999999999999</c:v>
                </c:pt>
                <c:pt idx="6021">
                  <c:v>2.2025000000000001</c:v>
                </c:pt>
                <c:pt idx="6022">
                  <c:v>3.0724999999999998</c:v>
                </c:pt>
                <c:pt idx="6023">
                  <c:v>4.3775000000000004</c:v>
                </c:pt>
                <c:pt idx="6024">
                  <c:v>14.355</c:v>
                </c:pt>
                <c:pt idx="6025">
                  <c:v>17.484999999999999</c:v>
                </c:pt>
                <c:pt idx="6026">
                  <c:v>21.295000000000002</c:v>
                </c:pt>
                <c:pt idx="6027">
                  <c:v>24.8325</c:v>
                </c:pt>
                <c:pt idx="6028">
                  <c:v>27.774999999999999</c:v>
                </c:pt>
                <c:pt idx="6029">
                  <c:v>31.0825</c:v>
                </c:pt>
                <c:pt idx="6030">
                  <c:v>35.052500000000002</c:v>
                </c:pt>
                <c:pt idx="6031">
                  <c:v>43.017499999999998</c:v>
                </c:pt>
                <c:pt idx="6032">
                  <c:v>46.1875</c:v>
                </c:pt>
                <c:pt idx="6033">
                  <c:v>59.914999999999999</c:v>
                </c:pt>
                <c:pt idx="6034">
                  <c:v>78.650000000000006</c:v>
                </c:pt>
                <c:pt idx="6035">
                  <c:v>79.319999999999993</c:v>
                </c:pt>
                <c:pt idx="6036">
                  <c:v>79.587500000000006</c:v>
                </c:pt>
                <c:pt idx="6037">
                  <c:v>79.452500000000001</c:v>
                </c:pt>
                <c:pt idx="6038">
                  <c:v>78.569999999999993</c:v>
                </c:pt>
                <c:pt idx="6039">
                  <c:v>76.852500000000006</c:v>
                </c:pt>
                <c:pt idx="6040">
                  <c:v>75.52</c:v>
                </c:pt>
                <c:pt idx="6041">
                  <c:v>73.752499999999998</c:v>
                </c:pt>
                <c:pt idx="6042">
                  <c:v>70.204999999999998</c:v>
                </c:pt>
                <c:pt idx="6043">
                  <c:v>65.61</c:v>
                </c:pt>
                <c:pt idx="6044">
                  <c:v>62.207500000000003</c:v>
                </c:pt>
                <c:pt idx="6045">
                  <c:v>41.265000000000001</c:v>
                </c:pt>
                <c:pt idx="6046">
                  <c:v>23.547499999999999</c:v>
                </c:pt>
                <c:pt idx="6047">
                  <c:v>19.512499999999999</c:v>
                </c:pt>
                <c:pt idx="6048">
                  <c:v>15.085000000000001</c:v>
                </c:pt>
                <c:pt idx="6049">
                  <c:v>12.2925</c:v>
                </c:pt>
                <c:pt idx="6050">
                  <c:v>3.1575000000000002</c:v>
                </c:pt>
                <c:pt idx="6051">
                  <c:v>2.4325000000000001</c:v>
                </c:pt>
                <c:pt idx="6052">
                  <c:v>1.4125000000000001</c:v>
                </c:pt>
                <c:pt idx="6053">
                  <c:v>1.1475</c:v>
                </c:pt>
                <c:pt idx="6054">
                  <c:v>0.6875</c:v>
                </c:pt>
                <c:pt idx="6055">
                  <c:v>0.67749999999999999</c:v>
                </c:pt>
                <c:pt idx="6056">
                  <c:v>0.6925</c:v>
                </c:pt>
                <c:pt idx="6057">
                  <c:v>0.51500000000000001</c:v>
                </c:pt>
                <c:pt idx="6058">
                  <c:v>7.4999999999999997E-2</c:v>
                </c:pt>
                <c:pt idx="6059">
                  <c:v>0.17499999999999999</c:v>
                </c:pt>
                <c:pt idx="6060">
                  <c:v>0.3</c:v>
                </c:pt>
                <c:pt idx="6061">
                  <c:v>0.55000000000000004</c:v>
                </c:pt>
                <c:pt idx="6062">
                  <c:v>1.0249999999999999</c:v>
                </c:pt>
                <c:pt idx="6063">
                  <c:v>1.7</c:v>
                </c:pt>
                <c:pt idx="6064">
                  <c:v>2.5249999999999999</c:v>
                </c:pt>
                <c:pt idx="6065">
                  <c:v>3.15</c:v>
                </c:pt>
                <c:pt idx="6066">
                  <c:v>4.125</c:v>
                </c:pt>
                <c:pt idx="6067">
                  <c:v>6.2850000000000001</c:v>
                </c:pt>
                <c:pt idx="6068">
                  <c:v>7.8425000000000002</c:v>
                </c:pt>
                <c:pt idx="6069">
                  <c:v>9.0150000000000006</c:v>
                </c:pt>
                <c:pt idx="6070">
                  <c:v>10.55</c:v>
                </c:pt>
                <c:pt idx="6071">
                  <c:v>12.01</c:v>
                </c:pt>
                <c:pt idx="6072">
                  <c:v>13.41</c:v>
                </c:pt>
                <c:pt idx="6073">
                  <c:v>14.78</c:v>
                </c:pt>
                <c:pt idx="6074">
                  <c:v>15.555</c:v>
                </c:pt>
                <c:pt idx="6075">
                  <c:v>16.305</c:v>
                </c:pt>
                <c:pt idx="6076">
                  <c:v>17.305</c:v>
                </c:pt>
                <c:pt idx="6077">
                  <c:v>17.93</c:v>
                </c:pt>
                <c:pt idx="6078">
                  <c:v>18.53</c:v>
                </c:pt>
                <c:pt idx="6079">
                  <c:v>34.03</c:v>
                </c:pt>
                <c:pt idx="6080">
                  <c:v>34.479999999999997</c:v>
                </c:pt>
                <c:pt idx="6081">
                  <c:v>34.655000000000001</c:v>
                </c:pt>
                <c:pt idx="6082">
                  <c:v>34.68</c:v>
                </c:pt>
                <c:pt idx="6083">
                  <c:v>34.479999999999997</c:v>
                </c:pt>
                <c:pt idx="6084">
                  <c:v>34.08</c:v>
                </c:pt>
                <c:pt idx="6085">
                  <c:v>33.555</c:v>
                </c:pt>
                <c:pt idx="6086">
                  <c:v>33.024999999999999</c:v>
                </c:pt>
                <c:pt idx="6087">
                  <c:v>32.282499999999999</c:v>
                </c:pt>
                <c:pt idx="6088">
                  <c:v>31.315000000000001</c:v>
                </c:pt>
                <c:pt idx="6089">
                  <c:v>30.212499999999999</c:v>
                </c:pt>
                <c:pt idx="6090">
                  <c:v>28.88</c:v>
                </c:pt>
                <c:pt idx="6091">
                  <c:v>26.232500000000002</c:v>
                </c:pt>
                <c:pt idx="6092">
                  <c:v>24.774999999999999</c:v>
                </c:pt>
                <c:pt idx="6093">
                  <c:v>22.934999999999999</c:v>
                </c:pt>
                <c:pt idx="6094">
                  <c:v>21</c:v>
                </c:pt>
                <c:pt idx="6095">
                  <c:v>4.3499999999999996</c:v>
                </c:pt>
                <c:pt idx="6096">
                  <c:v>3.4750000000000001</c:v>
                </c:pt>
                <c:pt idx="6097">
                  <c:v>2.8250000000000002</c:v>
                </c:pt>
                <c:pt idx="6098">
                  <c:v>1.85</c:v>
                </c:pt>
                <c:pt idx="6099">
                  <c:v>1.05</c:v>
                </c:pt>
                <c:pt idx="6100">
                  <c:v>0.4</c:v>
                </c:pt>
                <c:pt idx="6101">
                  <c:v>7.4999999999999997E-2</c:v>
                </c:pt>
                <c:pt idx="6102">
                  <c:v>0.1</c:v>
                </c:pt>
                <c:pt idx="6103">
                  <c:v>0.22500000000000001</c:v>
                </c:pt>
                <c:pt idx="6104">
                  <c:v>0.42499999999999999</c:v>
                </c:pt>
                <c:pt idx="6105">
                  <c:v>0.77500000000000002</c:v>
                </c:pt>
                <c:pt idx="6106">
                  <c:v>1.425</c:v>
                </c:pt>
                <c:pt idx="6107">
                  <c:v>2.5499999999999998</c:v>
                </c:pt>
                <c:pt idx="6108">
                  <c:v>3.7749999999999999</c:v>
                </c:pt>
                <c:pt idx="6109">
                  <c:v>4.7249999999999996</c:v>
                </c:pt>
                <c:pt idx="6110">
                  <c:v>6.4249999999999998</c:v>
                </c:pt>
                <c:pt idx="6111">
                  <c:v>9.5724999999999998</c:v>
                </c:pt>
                <c:pt idx="6112">
                  <c:v>12.115</c:v>
                </c:pt>
                <c:pt idx="6113">
                  <c:v>14.56</c:v>
                </c:pt>
                <c:pt idx="6114">
                  <c:v>16.504999999999999</c:v>
                </c:pt>
                <c:pt idx="6115">
                  <c:v>18.172499999999999</c:v>
                </c:pt>
                <c:pt idx="6116">
                  <c:v>19.59</c:v>
                </c:pt>
                <c:pt idx="6117">
                  <c:v>20.907499999999999</c:v>
                </c:pt>
                <c:pt idx="6118">
                  <c:v>22.06</c:v>
                </c:pt>
                <c:pt idx="6119">
                  <c:v>22.765000000000001</c:v>
                </c:pt>
                <c:pt idx="6120">
                  <c:v>23.484999999999999</c:v>
                </c:pt>
                <c:pt idx="6121">
                  <c:v>24.032499999999999</c:v>
                </c:pt>
                <c:pt idx="6122">
                  <c:v>24.44</c:v>
                </c:pt>
                <c:pt idx="6123">
                  <c:v>24.704999999999998</c:v>
                </c:pt>
                <c:pt idx="6124">
                  <c:v>24.887499999999999</c:v>
                </c:pt>
                <c:pt idx="6125">
                  <c:v>24.877500000000001</c:v>
                </c:pt>
                <c:pt idx="6126">
                  <c:v>24.7075</c:v>
                </c:pt>
                <c:pt idx="6127">
                  <c:v>24.357500000000002</c:v>
                </c:pt>
                <c:pt idx="6128">
                  <c:v>23.697500000000002</c:v>
                </c:pt>
                <c:pt idx="6129">
                  <c:v>22.885000000000002</c:v>
                </c:pt>
                <c:pt idx="6130">
                  <c:v>22.13</c:v>
                </c:pt>
                <c:pt idx="6131">
                  <c:v>21.1175</c:v>
                </c:pt>
                <c:pt idx="6132">
                  <c:v>19.98</c:v>
                </c:pt>
                <c:pt idx="6133">
                  <c:v>18.670000000000002</c:v>
                </c:pt>
                <c:pt idx="6134">
                  <c:v>16.954999999999998</c:v>
                </c:pt>
                <c:pt idx="6135">
                  <c:v>15.1425</c:v>
                </c:pt>
                <c:pt idx="6136">
                  <c:v>13.3025</c:v>
                </c:pt>
                <c:pt idx="6137">
                  <c:v>11.015000000000001</c:v>
                </c:pt>
                <c:pt idx="6138">
                  <c:v>8.5950000000000006</c:v>
                </c:pt>
                <c:pt idx="6139">
                  <c:v>5.625</c:v>
                </c:pt>
                <c:pt idx="6140">
                  <c:v>4.5</c:v>
                </c:pt>
                <c:pt idx="6141">
                  <c:v>3.65</c:v>
                </c:pt>
                <c:pt idx="6142">
                  <c:v>2.4</c:v>
                </c:pt>
                <c:pt idx="6143">
                  <c:v>1.35</c:v>
                </c:pt>
                <c:pt idx="6144">
                  <c:v>0.5</c:v>
                </c:pt>
                <c:pt idx="6145">
                  <c:v>0.1</c:v>
                </c:pt>
                <c:pt idx="6146">
                  <c:v>0.13750000000000001</c:v>
                </c:pt>
                <c:pt idx="6147">
                  <c:v>0.23749999999999999</c:v>
                </c:pt>
                <c:pt idx="6148">
                  <c:v>0.51</c:v>
                </c:pt>
                <c:pt idx="6149">
                  <c:v>0.96750000000000003</c:v>
                </c:pt>
                <c:pt idx="6150">
                  <c:v>1.7124999999999999</c:v>
                </c:pt>
                <c:pt idx="6151">
                  <c:v>3.6124999999999998</c:v>
                </c:pt>
                <c:pt idx="6152">
                  <c:v>6.5225</c:v>
                </c:pt>
                <c:pt idx="6153">
                  <c:v>9.3949999999999996</c:v>
                </c:pt>
                <c:pt idx="6154">
                  <c:v>12.47</c:v>
                </c:pt>
                <c:pt idx="6155">
                  <c:v>16.827500000000001</c:v>
                </c:pt>
                <c:pt idx="6156">
                  <c:v>22.3675</c:v>
                </c:pt>
                <c:pt idx="6157">
                  <c:v>27.787500000000001</c:v>
                </c:pt>
                <c:pt idx="6158">
                  <c:v>32.8825</c:v>
                </c:pt>
                <c:pt idx="6159">
                  <c:v>36.897500000000001</c:v>
                </c:pt>
                <c:pt idx="6160">
                  <c:v>40.344999999999999</c:v>
                </c:pt>
                <c:pt idx="6161">
                  <c:v>43.337499999999999</c:v>
                </c:pt>
                <c:pt idx="6162">
                  <c:v>46.082500000000003</c:v>
                </c:pt>
                <c:pt idx="6163">
                  <c:v>48.417499999999997</c:v>
                </c:pt>
                <c:pt idx="6164">
                  <c:v>54.982500000000002</c:v>
                </c:pt>
                <c:pt idx="6165">
                  <c:v>56.397500000000001</c:v>
                </c:pt>
                <c:pt idx="6166">
                  <c:v>57.5075</c:v>
                </c:pt>
                <c:pt idx="6167">
                  <c:v>58.42</c:v>
                </c:pt>
                <c:pt idx="6168">
                  <c:v>59.034999999999997</c:v>
                </c:pt>
                <c:pt idx="6169">
                  <c:v>59.487499999999997</c:v>
                </c:pt>
                <c:pt idx="6170">
                  <c:v>59.472499999999997</c:v>
                </c:pt>
                <c:pt idx="6171">
                  <c:v>59.234999999999999</c:v>
                </c:pt>
                <c:pt idx="6172">
                  <c:v>58.645000000000003</c:v>
                </c:pt>
                <c:pt idx="6173">
                  <c:v>57.48</c:v>
                </c:pt>
                <c:pt idx="6174">
                  <c:v>55.942500000000003</c:v>
                </c:pt>
                <c:pt idx="6175">
                  <c:v>54.497500000000002</c:v>
                </c:pt>
                <c:pt idx="6176">
                  <c:v>52.5</c:v>
                </c:pt>
                <c:pt idx="6177">
                  <c:v>50.057499999999997</c:v>
                </c:pt>
                <c:pt idx="6178">
                  <c:v>47.1875</c:v>
                </c:pt>
                <c:pt idx="6179">
                  <c:v>43.72</c:v>
                </c:pt>
                <c:pt idx="6180">
                  <c:v>40.0625</c:v>
                </c:pt>
                <c:pt idx="6181">
                  <c:v>36.212499999999999</c:v>
                </c:pt>
                <c:pt idx="6182">
                  <c:v>31.375</c:v>
                </c:pt>
                <c:pt idx="6183">
                  <c:v>26.305</c:v>
                </c:pt>
                <c:pt idx="6184">
                  <c:v>15.115</c:v>
                </c:pt>
                <c:pt idx="6185">
                  <c:v>11.49</c:v>
                </c:pt>
                <c:pt idx="6186">
                  <c:v>8.48</c:v>
                </c:pt>
                <c:pt idx="6187">
                  <c:v>5.585</c:v>
                </c:pt>
                <c:pt idx="6188">
                  <c:v>3.1225000000000001</c:v>
                </c:pt>
                <c:pt idx="6189">
                  <c:v>1.18</c:v>
                </c:pt>
                <c:pt idx="6190">
                  <c:v>0.23749999999999999</c:v>
                </c:pt>
                <c:pt idx="6191">
                  <c:v>5.5E-2</c:v>
                </c:pt>
                <c:pt idx="6192">
                  <c:v>0.13750000000000001</c:v>
                </c:pt>
                <c:pt idx="6193">
                  <c:v>0.23749999999999999</c:v>
                </c:pt>
                <c:pt idx="6194">
                  <c:v>0.51249999999999996</c:v>
                </c:pt>
                <c:pt idx="6195">
                  <c:v>0.97250000000000003</c:v>
                </c:pt>
                <c:pt idx="6196">
                  <c:v>1.8774999999999999</c:v>
                </c:pt>
                <c:pt idx="6197">
                  <c:v>4.0075000000000003</c:v>
                </c:pt>
                <c:pt idx="6198">
                  <c:v>7.7824999999999998</c:v>
                </c:pt>
                <c:pt idx="6199">
                  <c:v>11.175000000000001</c:v>
                </c:pt>
                <c:pt idx="6200">
                  <c:v>15.135</c:v>
                </c:pt>
                <c:pt idx="6201">
                  <c:v>20.762499999999999</c:v>
                </c:pt>
                <c:pt idx="6202">
                  <c:v>26.487500000000001</c:v>
                </c:pt>
                <c:pt idx="6203">
                  <c:v>33.317500000000003</c:v>
                </c:pt>
                <c:pt idx="6204">
                  <c:v>39.704999999999998</c:v>
                </c:pt>
                <c:pt idx="6205">
                  <c:v>44.78</c:v>
                </c:pt>
                <c:pt idx="6206">
                  <c:v>49.782499999999999</c:v>
                </c:pt>
                <c:pt idx="6207">
                  <c:v>54.244999999999997</c:v>
                </c:pt>
                <c:pt idx="6208">
                  <c:v>58.42</c:v>
                </c:pt>
                <c:pt idx="6209">
                  <c:v>64.515000000000001</c:v>
                </c:pt>
                <c:pt idx="6210">
                  <c:v>76.017499999999998</c:v>
                </c:pt>
                <c:pt idx="6211">
                  <c:v>89.287499999999994</c:v>
                </c:pt>
                <c:pt idx="6212">
                  <c:v>100.91</c:v>
                </c:pt>
                <c:pt idx="6213">
                  <c:v>102.708</c:v>
                </c:pt>
                <c:pt idx="6214">
                  <c:v>104.215</c:v>
                </c:pt>
                <c:pt idx="6215">
                  <c:v>105.13500000000001</c:v>
                </c:pt>
                <c:pt idx="6216">
                  <c:v>104.95</c:v>
                </c:pt>
                <c:pt idx="6217">
                  <c:v>103.925</c:v>
                </c:pt>
                <c:pt idx="6218">
                  <c:v>102.173</c:v>
                </c:pt>
                <c:pt idx="6219">
                  <c:v>100.068</c:v>
                </c:pt>
                <c:pt idx="6220">
                  <c:v>97.734999999999999</c:v>
                </c:pt>
                <c:pt idx="6221">
                  <c:v>94.572500000000005</c:v>
                </c:pt>
                <c:pt idx="6222">
                  <c:v>89.697500000000005</c:v>
                </c:pt>
                <c:pt idx="6223">
                  <c:v>84.24</c:v>
                </c:pt>
                <c:pt idx="6224">
                  <c:v>78.555000000000007</c:v>
                </c:pt>
                <c:pt idx="6225">
                  <c:v>71.2</c:v>
                </c:pt>
                <c:pt idx="6226">
                  <c:v>48.987499999999997</c:v>
                </c:pt>
                <c:pt idx="6227">
                  <c:v>43.017499999999998</c:v>
                </c:pt>
                <c:pt idx="6228">
                  <c:v>34.1325</c:v>
                </c:pt>
                <c:pt idx="6229">
                  <c:v>26.46</c:v>
                </c:pt>
                <c:pt idx="6230">
                  <c:v>18.977499999999999</c:v>
                </c:pt>
                <c:pt idx="6231">
                  <c:v>13.225</c:v>
                </c:pt>
                <c:pt idx="6232">
                  <c:v>9.3975000000000009</c:v>
                </c:pt>
                <c:pt idx="6233">
                  <c:v>6.1275000000000004</c:v>
                </c:pt>
                <c:pt idx="6234">
                  <c:v>3.54</c:v>
                </c:pt>
                <c:pt idx="6235">
                  <c:v>1.71</c:v>
                </c:pt>
                <c:pt idx="6236">
                  <c:v>0.36</c:v>
                </c:pt>
                <c:pt idx="6237">
                  <c:v>0.26250000000000001</c:v>
                </c:pt>
                <c:pt idx="6238">
                  <c:v>0.1075</c:v>
                </c:pt>
                <c:pt idx="6239">
                  <c:v>0.13500000000000001</c:v>
                </c:pt>
                <c:pt idx="6240">
                  <c:v>0.23</c:v>
                </c:pt>
                <c:pt idx="6241">
                  <c:v>0.47249999999999998</c:v>
                </c:pt>
                <c:pt idx="6242">
                  <c:v>0.87</c:v>
                </c:pt>
                <c:pt idx="6243">
                  <c:v>1.72</c:v>
                </c:pt>
                <c:pt idx="6244">
                  <c:v>3.7225000000000001</c:v>
                </c:pt>
                <c:pt idx="6245">
                  <c:v>6.75</c:v>
                </c:pt>
                <c:pt idx="6246">
                  <c:v>9.9250000000000007</c:v>
                </c:pt>
                <c:pt idx="6247">
                  <c:v>13.387499999999999</c:v>
                </c:pt>
                <c:pt idx="6248">
                  <c:v>18.524999999999999</c:v>
                </c:pt>
                <c:pt idx="6249">
                  <c:v>24.522500000000001</c:v>
                </c:pt>
                <c:pt idx="6250">
                  <c:v>30.215</c:v>
                </c:pt>
                <c:pt idx="6251">
                  <c:v>36.54</c:v>
                </c:pt>
                <c:pt idx="6252">
                  <c:v>41.817500000000003</c:v>
                </c:pt>
                <c:pt idx="6253">
                  <c:v>46.015000000000001</c:v>
                </c:pt>
                <c:pt idx="6254">
                  <c:v>51.104999999999997</c:v>
                </c:pt>
                <c:pt idx="6255">
                  <c:v>55.962499999999999</c:v>
                </c:pt>
                <c:pt idx="6256">
                  <c:v>60.892499999999998</c:v>
                </c:pt>
                <c:pt idx="6257">
                  <c:v>65.322500000000005</c:v>
                </c:pt>
                <c:pt idx="6258">
                  <c:v>70.319999999999993</c:v>
                </c:pt>
                <c:pt idx="6259">
                  <c:v>78.022499999999994</c:v>
                </c:pt>
                <c:pt idx="6260">
                  <c:v>85.584999999999994</c:v>
                </c:pt>
                <c:pt idx="6261">
                  <c:v>87.215000000000003</c:v>
                </c:pt>
                <c:pt idx="6262">
                  <c:v>88.24</c:v>
                </c:pt>
                <c:pt idx="6263">
                  <c:v>88.33</c:v>
                </c:pt>
                <c:pt idx="6264">
                  <c:v>87.537499999999994</c:v>
                </c:pt>
                <c:pt idx="6265">
                  <c:v>86.592500000000001</c:v>
                </c:pt>
                <c:pt idx="6266">
                  <c:v>84.732500000000002</c:v>
                </c:pt>
                <c:pt idx="6267">
                  <c:v>82.59</c:v>
                </c:pt>
                <c:pt idx="6268">
                  <c:v>79.655000000000001</c:v>
                </c:pt>
                <c:pt idx="6269">
                  <c:v>75.305000000000007</c:v>
                </c:pt>
                <c:pt idx="6270">
                  <c:v>69.984999999999999</c:v>
                </c:pt>
                <c:pt idx="6271">
                  <c:v>64.627499999999998</c:v>
                </c:pt>
                <c:pt idx="6272">
                  <c:v>58.045000000000002</c:v>
                </c:pt>
                <c:pt idx="6273">
                  <c:v>44.59</c:v>
                </c:pt>
                <c:pt idx="6274">
                  <c:v>37.652500000000003</c:v>
                </c:pt>
                <c:pt idx="6275">
                  <c:v>30.677499999999998</c:v>
                </c:pt>
                <c:pt idx="6276">
                  <c:v>25.58</c:v>
                </c:pt>
                <c:pt idx="6277">
                  <c:v>19.46</c:v>
                </c:pt>
                <c:pt idx="6278">
                  <c:v>14.737500000000001</c:v>
                </c:pt>
                <c:pt idx="6279">
                  <c:v>10.6425</c:v>
                </c:pt>
                <c:pt idx="6280">
                  <c:v>7.23</c:v>
                </c:pt>
                <c:pt idx="6281">
                  <c:v>3.9849999999999999</c:v>
                </c:pt>
                <c:pt idx="6282">
                  <c:v>1.8225</c:v>
                </c:pt>
                <c:pt idx="6283">
                  <c:v>0.34250000000000003</c:v>
                </c:pt>
                <c:pt idx="6284">
                  <c:v>0.17499999999999999</c:v>
                </c:pt>
                <c:pt idx="6285">
                  <c:v>7.4999999999999997E-2</c:v>
                </c:pt>
                <c:pt idx="6286">
                  <c:v>0.15</c:v>
                </c:pt>
                <c:pt idx="6287">
                  <c:v>0.3</c:v>
                </c:pt>
                <c:pt idx="6288">
                  <c:v>0.52500000000000002</c:v>
                </c:pt>
                <c:pt idx="6289">
                  <c:v>0.97499999999999998</c:v>
                </c:pt>
                <c:pt idx="6290">
                  <c:v>1.75</c:v>
                </c:pt>
                <c:pt idx="6291">
                  <c:v>2.5499999999999998</c:v>
                </c:pt>
                <c:pt idx="6292">
                  <c:v>3.2250000000000001</c:v>
                </c:pt>
                <c:pt idx="6293">
                  <c:v>4.375</c:v>
                </c:pt>
                <c:pt idx="6294">
                  <c:v>7.1025</c:v>
                </c:pt>
                <c:pt idx="6295">
                  <c:v>8.84</c:v>
                </c:pt>
                <c:pt idx="6296">
                  <c:v>10.512499999999999</c:v>
                </c:pt>
                <c:pt idx="6297">
                  <c:v>11.8375</c:v>
                </c:pt>
                <c:pt idx="6298">
                  <c:v>13.0025</c:v>
                </c:pt>
                <c:pt idx="6299">
                  <c:v>14.005000000000001</c:v>
                </c:pt>
                <c:pt idx="6300">
                  <c:v>14.955</c:v>
                </c:pt>
                <c:pt idx="6301">
                  <c:v>15.71</c:v>
                </c:pt>
                <c:pt idx="6302">
                  <c:v>16.164999999999999</c:v>
                </c:pt>
                <c:pt idx="6303">
                  <c:v>16.600000000000001</c:v>
                </c:pt>
                <c:pt idx="6304">
                  <c:v>16.952500000000001</c:v>
                </c:pt>
                <c:pt idx="6305">
                  <c:v>17.225000000000001</c:v>
                </c:pt>
                <c:pt idx="6306">
                  <c:v>17.4175</c:v>
                </c:pt>
                <c:pt idx="6307">
                  <c:v>17.522500000000001</c:v>
                </c:pt>
                <c:pt idx="6308">
                  <c:v>17.515000000000001</c:v>
                </c:pt>
                <c:pt idx="6309">
                  <c:v>17.420000000000002</c:v>
                </c:pt>
                <c:pt idx="6310">
                  <c:v>17.237500000000001</c:v>
                </c:pt>
                <c:pt idx="6311">
                  <c:v>16.862500000000001</c:v>
                </c:pt>
                <c:pt idx="6312">
                  <c:v>16.342500000000001</c:v>
                </c:pt>
                <c:pt idx="6313">
                  <c:v>15.852499999999999</c:v>
                </c:pt>
                <c:pt idx="6314">
                  <c:v>15.17</c:v>
                </c:pt>
                <c:pt idx="6315">
                  <c:v>14.352499999999999</c:v>
                </c:pt>
                <c:pt idx="6316">
                  <c:v>13.41</c:v>
                </c:pt>
                <c:pt idx="6317">
                  <c:v>12.202500000000001</c:v>
                </c:pt>
                <c:pt idx="6318">
                  <c:v>10.987500000000001</c:v>
                </c:pt>
                <c:pt idx="6319">
                  <c:v>9.6875</c:v>
                </c:pt>
                <c:pt idx="6320">
                  <c:v>8.0875000000000004</c:v>
                </c:pt>
                <c:pt idx="6321">
                  <c:v>6.38</c:v>
                </c:pt>
                <c:pt idx="6322">
                  <c:v>3.8250000000000002</c:v>
                </c:pt>
                <c:pt idx="6323">
                  <c:v>3.0750000000000002</c:v>
                </c:pt>
                <c:pt idx="6324">
                  <c:v>2.5</c:v>
                </c:pt>
                <c:pt idx="6325">
                  <c:v>1.65</c:v>
                </c:pt>
                <c:pt idx="6326">
                  <c:v>0.92500000000000004</c:v>
                </c:pt>
                <c:pt idx="6327">
                  <c:v>0.35</c:v>
                </c:pt>
                <c:pt idx="6328">
                  <c:v>7.4999999999999997E-2</c:v>
                </c:pt>
                <c:pt idx="6329">
                  <c:v>1.1325000000000001</c:v>
                </c:pt>
                <c:pt idx="6330">
                  <c:v>1.3025</c:v>
                </c:pt>
                <c:pt idx="6331">
                  <c:v>1.33</c:v>
                </c:pt>
                <c:pt idx="6332">
                  <c:v>1.46</c:v>
                </c:pt>
                <c:pt idx="6333">
                  <c:v>1.595</c:v>
                </c:pt>
                <c:pt idx="6334">
                  <c:v>1.5649999999999999</c:v>
                </c:pt>
                <c:pt idx="6335">
                  <c:v>1.7524999999999999</c:v>
                </c:pt>
                <c:pt idx="6336">
                  <c:v>1.855</c:v>
                </c:pt>
                <c:pt idx="6337">
                  <c:v>8.1174999999999997</c:v>
                </c:pt>
                <c:pt idx="6338">
                  <c:v>8.0850000000000009</c:v>
                </c:pt>
                <c:pt idx="6339">
                  <c:v>8.0274999999999999</c:v>
                </c:pt>
                <c:pt idx="6340">
                  <c:v>8.0675000000000008</c:v>
                </c:pt>
                <c:pt idx="6341">
                  <c:v>8.0950000000000006</c:v>
                </c:pt>
                <c:pt idx="6342">
                  <c:v>8.0075000000000003</c:v>
                </c:pt>
                <c:pt idx="6343">
                  <c:v>7.9950000000000001</c:v>
                </c:pt>
                <c:pt idx="6344">
                  <c:v>8.0024999999999995</c:v>
                </c:pt>
                <c:pt idx="6345">
                  <c:v>8.0175000000000001</c:v>
                </c:pt>
                <c:pt idx="6346">
                  <c:v>8.02</c:v>
                </c:pt>
                <c:pt idx="6347">
                  <c:v>8</c:v>
                </c:pt>
                <c:pt idx="6348">
                  <c:v>7.915</c:v>
                </c:pt>
                <c:pt idx="6349">
                  <c:v>6.6150000000000002</c:v>
                </c:pt>
                <c:pt idx="6350">
                  <c:v>6.5525000000000002</c:v>
                </c:pt>
                <c:pt idx="6351">
                  <c:v>6.52</c:v>
                </c:pt>
                <c:pt idx="6352">
                  <c:v>6.3375000000000004</c:v>
                </c:pt>
                <c:pt idx="6353">
                  <c:v>3.82</c:v>
                </c:pt>
                <c:pt idx="6354">
                  <c:v>3.7324999999999999</c:v>
                </c:pt>
                <c:pt idx="6355" formatCode="0.00">
                  <c:v>0</c:v>
                </c:pt>
                <c:pt idx="6356" formatCode="0.00">
                  <c:v>0</c:v>
                </c:pt>
                <c:pt idx="6357" formatCode="0.00">
                  <c:v>0</c:v>
                </c:pt>
                <c:pt idx="6358" formatCode="0.00">
                  <c:v>0</c:v>
                </c:pt>
                <c:pt idx="6359" formatCode="0.00">
                  <c:v>0</c:v>
                </c:pt>
                <c:pt idx="6360" formatCode="0.00">
                  <c:v>0</c:v>
                </c:pt>
                <c:pt idx="6361">
                  <c:v>16.25</c:v>
                </c:pt>
                <c:pt idx="6362">
                  <c:v>16.25</c:v>
                </c:pt>
                <c:pt idx="6363">
                  <c:v>16.25</c:v>
                </c:pt>
                <c:pt idx="6364">
                  <c:v>16.25</c:v>
                </c:pt>
                <c:pt idx="6365">
                  <c:v>16.25</c:v>
                </c:pt>
                <c:pt idx="6366">
                  <c:v>16.25</c:v>
                </c:pt>
                <c:pt idx="6367">
                  <c:v>16.25</c:v>
                </c:pt>
                <c:pt idx="6368">
                  <c:v>16.25</c:v>
                </c:pt>
                <c:pt idx="6369">
                  <c:v>16.25</c:v>
                </c:pt>
                <c:pt idx="6370">
                  <c:v>16.25</c:v>
                </c:pt>
                <c:pt idx="6371">
                  <c:v>16.25</c:v>
                </c:pt>
                <c:pt idx="6372">
                  <c:v>16.25</c:v>
                </c:pt>
                <c:pt idx="6373" formatCode="0.00">
                  <c:v>0</c:v>
                </c:pt>
                <c:pt idx="6374" formatCode="0.00">
                  <c:v>0</c:v>
                </c:pt>
                <c:pt idx="6375" formatCode="0.00">
                  <c:v>0</c:v>
                </c:pt>
                <c:pt idx="6376" formatCode="0.00">
                  <c:v>0</c:v>
                </c:pt>
                <c:pt idx="6377" formatCode="0.00">
                  <c:v>0</c:v>
                </c:pt>
                <c:pt idx="6378" formatCode="0.00">
                  <c:v>0</c:v>
                </c:pt>
                <c:pt idx="6379" formatCode="0.00">
                  <c:v>0</c:v>
                </c:pt>
                <c:pt idx="6380" formatCode="0.00">
                  <c:v>0</c:v>
                </c:pt>
                <c:pt idx="6381" formatCode="0.00">
                  <c:v>0</c:v>
                </c:pt>
                <c:pt idx="6382" formatCode="0.00">
                  <c:v>0</c:v>
                </c:pt>
                <c:pt idx="6383" formatCode="0.00">
                  <c:v>0</c:v>
                </c:pt>
                <c:pt idx="6384" formatCode="0.00">
                  <c:v>0</c:v>
                </c:pt>
                <c:pt idx="6385" formatCode="0.00">
                  <c:v>0</c:v>
                </c:pt>
                <c:pt idx="6386" formatCode="0.00">
                  <c:v>0</c:v>
                </c:pt>
                <c:pt idx="6387" formatCode="0.00">
                  <c:v>0</c:v>
                </c:pt>
                <c:pt idx="6388" formatCode="0.00">
                  <c:v>0</c:v>
                </c:pt>
                <c:pt idx="6389" formatCode="0.00">
                  <c:v>0</c:v>
                </c:pt>
                <c:pt idx="6390" formatCode="0.00">
                  <c:v>0</c:v>
                </c:pt>
                <c:pt idx="6391" formatCode="0.00">
                  <c:v>0</c:v>
                </c:pt>
                <c:pt idx="6392" formatCode="0.00">
                  <c:v>0</c:v>
                </c:pt>
                <c:pt idx="6393" formatCode="0.00">
                  <c:v>0</c:v>
                </c:pt>
                <c:pt idx="6394" formatCode="0.00">
                  <c:v>0</c:v>
                </c:pt>
                <c:pt idx="6395" formatCode="0.00">
                  <c:v>0</c:v>
                </c:pt>
                <c:pt idx="6396" formatCode="0.00">
                  <c:v>0</c:v>
                </c:pt>
                <c:pt idx="6397">
                  <c:v>0.11</c:v>
                </c:pt>
                <c:pt idx="6398">
                  <c:v>0.4</c:v>
                </c:pt>
                <c:pt idx="6399">
                  <c:v>0.76500000000000001</c:v>
                </c:pt>
                <c:pt idx="6400">
                  <c:v>1.2849999999999999</c:v>
                </c:pt>
                <c:pt idx="6401">
                  <c:v>1.9975000000000001</c:v>
                </c:pt>
                <c:pt idx="6402">
                  <c:v>3.07</c:v>
                </c:pt>
                <c:pt idx="6403">
                  <c:v>4.4124999999999996</c:v>
                </c:pt>
                <c:pt idx="6404">
                  <c:v>6.6924999999999999</c:v>
                </c:pt>
                <c:pt idx="6405">
                  <c:v>8.2575000000000003</c:v>
                </c:pt>
                <c:pt idx="6406">
                  <c:v>10.0075</c:v>
                </c:pt>
                <c:pt idx="6407">
                  <c:v>12.567500000000001</c:v>
                </c:pt>
                <c:pt idx="6408">
                  <c:v>14.5025</c:v>
                </c:pt>
                <c:pt idx="6409">
                  <c:v>17.895</c:v>
                </c:pt>
                <c:pt idx="6410">
                  <c:v>21.567499999999999</c:v>
                </c:pt>
                <c:pt idx="6411">
                  <c:v>23.385000000000002</c:v>
                </c:pt>
                <c:pt idx="6412">
                  <c:v>56.65</c:v>
                </c:pt>
                <c:pt idx="6413">
                  <c:v>56.395000000000003</c:v>
                </c:pt>
                <c:pt idx="6414">
                  <c:v>55.667499999999997</c:v>
                </c:pt>
                <c:pt idx="6415">
                  <c:v>56.082500000000003</c:v>
                </c:pt>
                <c:pt idx="6416">
                  <c:v>56.642499999999998</c:v>
                </c:pt>
                <c:pt idx="6417">
                  <c:v>55.672499999999999</c:v>
                </c:pt>
                <c:pt idx="6418">
                  <c:v>65.575000000000003</c:v>
                </c:pt>
                <c:pt idx="6419">
                  <c:v>71.082499999999996</c:v>
                </c:pt>
                <c:pt idx="6420">
                  <c:v>79.222499999999997</c:v>
                </c:pt>
                <c:pt idx="6421">
                  <c:v>87.697500000000005</c:v>
                </c:pt>
                <c:pt idx="6422">
                  <c:v>86.817499999999995</c:v>
                </c:pt>
                <c:pt idx="6423">
                  <c:v>85.127499999999998</c:v>
                </c:pt>
                <c:pt idx="6424">
                  <c:v>82.087500000000006</c:v>
                </c:pt>
                <c:pt idx="6425">
                  <c:v>77.86</c:v>
                </c:pt>
                <c:pt idx="6426">
                  <c:v>74.19</c:v>
                </c:pt>
                <c:pt idx="6427">
                  <c:v>68.012500000000003</c:v>
                </c:pt>
                <c:pt idx="6428">
                  <c:v>63.19</c:v>
                </c:pt>
                <c:pt idx="6429">
                  <c:v>54.185000000000002</c:v>
                </c:pt>
                <c:pt idx="6430">
                  <c:v>36.357500000000002</c:v>
                </c:pt>
                <c:pt idx="6431">
                  <c:v>30.004999999999999</c:v>
                </c:pt>
                <c:pt idx="6432">
                  <c:v>25.112500000000001</c:v>
                </c:pt>
                <c:pt idx="6433">
                  <c:v>19.664999999999999</c:v>
                </c:pt>
                <c:pt idx="6434">
                  <c:v>15.035</c:v>
                </c:pt>
                <c:pt idx="6435">
                  <c:v>11.1275</c:v>
                </c:pt>
                <c:pt idx="6436">
                  <c:v>7.71</c:v>
                </c:pt>
                <c:pt idx="6437">
                  <c:v>4.9524999999999997</c:v>
                </c:pt>
                <c:pt idx="6438">
                  <c:v>2.5625</c:v>
                </c:pt>
                <c:pt idx="6439">
                  <c:v>1.1625000000000001</c:v>
                </c:pt>
                <c:pt idx="6440" formatCode="0.00">
                  <c:v>0</c:v>
                </c:pt>
                <c:pt idx="6441" formatCode="0.00">
                  <c:v>0</c:v>
                </c:pt>
                <c:pt idx="6442" formatCode="0.00">
                  <c:v>0</c:v>
                </c:pt>
                <c:pt idx="6443" formatCode="0.00">
                  <c:v>0</c:v>
                </c:pt>
                <c:pt idx="6444" formatCode="0.00">
                  <c:v>0</c:v>
                </c:pt>
                <c:pt idx="6445" formatCode="0.00">
                  <c:v>0</c:v>
                </c:pt>
                <c:pt idx="6446" formatCode="0.00">
                  <c:v>0</c:v>
                </c:pt>
                <c:pt idx="6447" formatCode="0.00">
                  <c:v>0</c:v>
                </c:pt>
                <c:pt idx="6448" formatCode="0.00">
                  <c:v>0</c:v>
                </c:pt>
                <c:pt idx="6449" formatCode="0.00">
                  <c:v>0</c:v>
                </c:pt>
                <c:pt idx="6450" formatCode="0.00">
                  <c:v>0</c:v>
                </c:pt>
                <c:pt idx="6451" formatCode="0.00">
                  <c:v>0</c:v>
                </c:pt>
                <c:pt idx="6452" formatCode="0.00">
                  <c:v>0</c:v>
                </c:pt>
                <c:pt idx="6453" formatCode="0.00">
                  <c:v>0</c:v>
                </c:pt>
                <c:pt idx="6454" formatCode="0.00">
                  <c:v>0</c:v>
                </c:pt>
                <c:pt idx="6455" formatCode="0.00">
                  <c:v>0</c:v>
                </c:pt>
                <c:pt idx="6456" formatCode="0.00">
                  <c:v>0</c:v>
                </c:pt>
                <c:pt idx="6457" formatCode="0.00">
                  <c:v>0</c:v>
                </c:pt>
                <c:pt idx="6458">
                  <c:v>16.25</c:v>
                </c:pt>
                <c:pt idx="6459">
                  <c:v>16.25</c:v>
                </c:pt>
                <c:pt idx="6460">
                  <c:v>16.25</c:v>
                </c:pt>
                <c:pt idx="6461">
                  <c:v>16.25</c:v>
                </c:pt>
                <c:pt idx="6462">
                  <c:v>16.25</c:v>
                </c:pt>
                <c:pt idx="6463">
                  <c:v>16.25</c:v>
                </c:pt>
                <c:pt idx="6464">
                  <c:v>16.25</c:v>
                </c:pt>
                <c:pt idx="6465">
                  <c:v>16.25</c:v>
                </c:pt>
                <c:pt idx="6466">
                  <c:v>15</c:v>
                </c:pt>
                <c:pt idx="6467">
                  <c:v>15</c:v>
                </c:pt>
                <c:pt idx="6468">
                  <c:v>15</c:v>
                </c:pt>
                <c:pt idx="6469">
                  <c:v>15</c:v>
                </c:pt>
                <c:pt idx="6470">
                  <c:v>15</c:v>
                </c:pt>
                <c:pt idx="6471">
                  <c:v>15</c:v>
                </c:pt>
                <c:pt idx="6472">
                  <c:v>15</c:v>
                </c:pt>
                <c:pt idx="6473">
                  <c:v>15</c:v>
                </c:pt>
                <c:pt idx="6474">
                  <c:v>12.5</c:v>
                </c:pt>
                <c:pt idx="6475">
                  <c:v>12.5</c:v>
                </c:pt>
                <c:pt idx="6476">
                  <c:v>12.5</c:v>
                </c:pt>
                <c:pt idx="6477">
                  <c:v>12.5</c:v>
                </c:pt>
                <c:pt idx="6478" formatCode="0.00">
                  <c:v>0</c:v>
                </c:pt>
                <c:pt idx="6479" formatCode="0.00">
                  <c:v>0</c:v>
                </c:pt>
                <c:pt idx="6480" formatCode="0.00">
                  <c:v>0</c:v>
                </c:pt>
                <c:pt idx="6481" formatCode="0.00">
                  <c:v>0</c:v>
                </c:pt>
                <c:pt idx="6482" formatCode="0.00">
                  <c:v>0</c:v>
                </c:pt>
                <c:pt idx="6483" formatCode="0.00">
                  <c:v>0</c:v>
                </c:pt>
                <c:pt idx="6484" formatCode="0.00">
                  <c:v>0</c:v>
                </c:pt>
                <c:pt idx="6485" formatCode="0.00">
                  <c:v>0</c:v>
                </c:pt>
                <c:pt idx="6486" formatCode="0.00">
                  <c:v>0</c:v>
                </c:pt>
                <c:pt idx="6487" formatCode="0.00">
                  <c:v>0</c:v>
                </c:pt>
                <c:pt idx="6488" formatCode="0.00">
                  <c:v>0</c:v>
                </c:pt>
                <c:pt idx="6489" formatCode="0.00">
                  <c:v>0</c:v>
                </c:pt>
                <c:pt idx="6490" formatCode="0.00">
                  <c:v>0</c:v>
                </c:pt>
                <c:pt idx="6491" formatCode="0.00">
                  <c:v>0</c:v>
                </c:pt>
                <c:pt idx="6492" formatCode="0.00">
                  <c:v>0</c:v>
                </c:pt>
                <c:pt idx="6493" formatCode="0.00">
                  <c:v>0</c:v>
                </c:pt>
                <c:pt idx="6494" formatCode="0.00">
                  <c:v>0</c:v>
                </c:pt>
                <c:pt idx="6495" formatCode="0.00">
                  <c:v>0</c:v>
                </c:pt>
                <c:pt idx="6496" formatCode="0.00">
                  <c:v>0</c:v>
                </c:pt>
                <c:pt idx="6497" formatCode="0.00">
                  <c:v>0</c:v>
                </c:pt>
                <c:pt idx="6498" formatCode="0.00">
                  <c:v>0</c:v>
                </c:pt>
                <c:pt idx="6499" formatCode="0.00">
                  <c:v>0</c:v>
                </c:pt>
                <c:pt idx="6500" formatCode="0.00">
                  <c:v>0</c:v>
                </c:pt>
                <c:pt idx="6501" formatCode="0.00">
                  <c:v>0</c:v>
                </c:pt>
                <c:pt idx="6502" formatCode="0.00">
                  <c:v>0</c:v>
                </c:pt>
                <c:pt idx="6503" formatCode="0.00">
                  <c:v>0</c:v>
                </c:pt>
                <c:pt idx="6504" formatCode="0.00">
                  <c:v>0</c:v>
                </c:pt>
                <c:pt idx="6505" formatCode="0.00">
                  <c:v>0</c:v>
                </c:pt>
                <c:pt idx="6506" formatCode="0.00">
                  <c:v>0</c:v>
                </c:pt>
                <c:pt idx="6507" formatCode="0.00">
                  <c:v>0</c:v>
                </c:pt>
                <c:pt idx="6508" formatCode="0.00">
                  <c:v>0</c:v>
                </c:pt>
                <c:pt idx="6509" formatCode="0.00">
                  <c:v>0</c:v>
                </c:pt>
                <c:pt idx="6510" formatCode="0.00">
                  <c:v>0</c:v>
                </c:pt>
                <c:pt idx="6511" formatCode="0.00">
                  <c:v>0</c:v>
                </c:pt>
                <c:pt idx="6512" formatCode="0.00">
                  <c:v>0</c:v>
                </c:pt>
                <c:pt idx="6513" formatCode="0.00">
                  <c:v>0</c:v>
                </c:pt>
                <c:pt idx="6514" formatCode="0.00">
                  <c:v>0</c:v>
                </c:pt>
                <c:pt idx="6515" formatCode="0.00">
                  <c:v>0</c:v>
                </c:pt>
                <c:pt idx="6516" formatCode="0.00">
                  <c:v>0</c:v>
                </c:pt>
                <c:pt idx="6517" formatCode="0.00">
                  <c:v>0</c:v>
                </c:pt>
                <c:pt idx="6518" formatCode="0.00">
                  <c:v>0</c:v>
                </c:pt>
                <c:pt idx="6519">
                  <c:v>10.975</c:v>
                </c:pt>
                <c:pt idx="6520">
                  <c:v>12.45</c:v>
                </c:pt>
                <c:pt idx="6521">
                  <c:v>12.05</c:v>
                </c:pt>
                <c:pt idx="6522">
                  <c:v>10.725</c:v>
                </c:pt>
                <c:pt idx="6523">
                  <c:v>9.0250000000000004</c:v>
                </c:pt>
                <c:pt idx="6524">
                  <c:v>7.125</c:v>
                </c:pt>
                <c:pt idx="6525">
                  <c:v>5.2750000000000004</c:v>
                </c:pt>
                <c:pt idx="6526" formatCode="0.00">
                  <c:v>0</c:v>
                </c:pt>
                <c:pt idx="6527" formatCode="0.00">
                  <c:v>0</c:v>
                </c:pt>
                <c:pt idx="6528" formatCode="0.00">
                  <c:v>0</c:v>
                </c:pt>
                <c:pt idx="6529" formatCode="0.00">
                  <c:v>0</c:v>
                </c:pt>
                <c:pt idx="6530" formatCode="0.00">
                  <c:v>0</c:v>
                </c:pt>
                <c:pt idx="6531" formatCode="0.00">
                  <c:v>0</c:v>
                </c:pt>
                <c:pt idx="6532" formatCode="0.00">
                  <c:v>0</c:v>
                </c:pt>
                <c:pt idx="6533" formatCode="0.00">
                  <c:v>0</c:v>
                </c:pt>
                <c:pt idx="6534">
                  <c:v>7.4999999999999997E-2</c:v>
                </c:pt>
                <c:pt idx="6535">
                  <c:v>0.15</c:v>
                </c:pt>
                <c:pt idx="6536">
                  <c:v>0.32500000000000001</c:v>
                </c:pt>
                <c:pt idx="6537">
                  <c:v>0.6</c:v>
                </c:pt>
                <c:pt idx="6538">
                  <c:v>1.075</c:v>
                </c:pt>
                <c:pt idx="6539">
                  <c:v>2</c:v>
                </c:pt>
                <c:pt idx="6540">
                  <c:v>3.6</c:v>
                </c:pt>
                <c:pt idx="6541">
                  <c:v>5.3</c:v>
                </c:pt>
                <c:pt idx="6542">
                  <c:v>6.65</c:v>
                </c:pt>
                <c:pt idx="6543">
                  <c:v>9.0500000000000007</c:v>
                </c:pt>
                <c:pt idx="6544">
                  <c:v>12.074999999999999</c:v>
                </c:pt>
                <c:pt idx="6545">
                  <c:v>15.475</c:v>
                </c:pt>
                <c:pt idx="6546">
                  <c:v>18.725000000000001</c:v>
                </c:pt>
                <c:pt idx="6547">
                  <c:v>21.3</c:v>
                </c:pt>
                <c:pt idx="6548">
                  <c:v>23.524999999999999</c:v>
                </c:pt>
                <c:pt idx="6549">
                  <c:v>25.45</c:v>
                </c:pt>
                <c:pt idx="6550">
                  <c:v>27.175000000000001</c:v>
                </c:pt>
                <c:pt idx="6551">
                  <c:v>28.7</c:v>
                </c:pt>
                <c:pt idx="6552">
                  <c:v>29.7</c:v>
                </c:pt>
                <c:pt idx="6553">
                  <c:v>30.625</c:v>
                </c:pt>
                <c:pt idx="6554">
                  <c:v>31.324999999999999</c:v>
                </c:pt>
                <c:pt idx="6555">
                  <c:v>31.925000000000001</c:v>
                </c:pt>
                <c:pt idx="6556">
                  <c:v>32.299999999999997</c:v>
                </c:pt>
                <c:pt idx="6557">
                  <c:v>32.6</c:v>
                </c:pt>
                <c:pt idx="6558">
                  <c:v>32.6</c:v>
                </c:pt>
                <c:pt idx="6559">
                  <c:v>32.424999999999997</c:v>
                </c:pt>
                <c:pt idx="6560">
                  <c:v>32.075000000000003</c:v>
                </c:pt>
                <c:pt idx="6561">
                  <c:v>31.324999999999999</c:v>
                </c:pt>
                <c:pt idx="6562">
                  <c:v>30.375</c:v>
                </c:pt>
                <c:pt idx="6563">
                  <c:v>29.45</c:v>
                </c:pt>
                <c:pt idx="6564">
                  <c:v>28.2</c:v>
                </c:pt>
                <c:pt idx="6565">
                  <c:v>26.65</c:v>
                </c:pt>
                <c:pt idx="6566">
                  <c:v>24.8</c:v>
                </c:pt>
                <c:pt idx="6567">
                  <c:v>22.574999999999999</c:v>
                </c:pt>
                <c:pt idx="6568">
                  <c:v>20.25</c:v>
                </c:pt>
                <c:pt idx="6569">
                  <c:v>17.8</c:v>
                </c:pt>
                <c:pt idx="6570">
                  <c:v>14.7</c:v>
                </c:pt>
                <c:pt idx="6571">
                  <c:v>11.45</c:v>
                </c:pt>
                <c:pt idx="6572">
                  <c:v>7.9249999999999998</c:v>
                </c:pt>
                <c:pt idx="6573">
                  <c:v>6.3250000000000002</c:v>
                </c:pt>
                <c:pt idx="6574">
                  <c:v>5.15</c:v>
                </c:pt>
                <c:pt idx="6575">
                  <c:v>3.4</c:v>
                </c:pt>
                <c:pt idx="6576">
                  <c:v>1.9</c:v>
                </c:pt>
                <c:pt idx="6577">
                  <c:v>0.72499999999999998</c:v>
                </c:pt>
                <c:pt idx="6578">
                  <c:v>0.15</c:v>
                </c:pt>
                <c:pt idx="6579">
                  <c:v>7.4999999999999997E-2</c:v>
                </c:pt>
                <c:pt idx="6580" formatCode="0.00">
                  <c:v>0</c:v>
                </c:pt>
                <c:pt idx="6581" formatCode="0.00">
                  <c:v>0</c:v>
                </c:pt>
                <c:pt idx="6582" formatCode="0.00">
                  <c:v>0</c:v>
                </c:pt>
                <c:pt idx="6583" formatCode="0.00">
                  <c:v>0</c:v>
                </c:pt>
                <c:pt idx="6584" formatCode="0.00">
                  <c:v>0</c:v>
                </c:pt>
                <c:pt idx="6585" formatCode="0.00">
                  <c:v>0</c:v>
                </c:pt>
                <c:pt idx="6586" formatCode="0.00">
                  <c:v>0</c:v>
                </c:pt>
                <c:pt idx="6587" formatCode="0.00">
                  <c:v>0</c:v>
                </c:pt>
                <c:pt idx="6588">
                  <c:v>5</c:v>
                </c:pt>
                <c:pt idx="6589">
                  <c:v>5</c:v>
                </c:pt>
                <c:pt idx="6590">
                  <c:v>5</c:v>
                </c:pt>
                <c:pt idx="6591">
                  <c:v>5</c:v>
                </c:pt>
                <c:pt idx="6592">
                  <c:v>5</c:v>
                </c:pt>
                <c:pt idx="6593">
                  <c:v>5</c:v>
                </c:pt>
                <c:pt idx="6594">
                  <c:v>5</c:v>
                </c:pt>
                <c:pt idx="6595">
                  <c:v>5</c:v>
                </c:pt>
                <c:pt idx="6596">
                  <c:v>5</c:v>
                </c:pt>
                <c:pt idx="6597">
                  <c:v>5</c:v>
                </c:pt>
                <c:pt idx="6598">
                  <c:v>5</c:v>
                </c:pt>
                <c:pt idx="6599">
                  <c:v>5</c:v>
                </c:pt>
                <c:pt idx="6600">
                  <c:v>5</c:v>
                </c:pt>
                <c:pt idx="6601">
                  <c:v>5</c:v>
                </c:pt>
                <c:pt idx="6602">
                  <c:v>5</c:v>
                </c:pt>
                <c:pt idx="6603">
                  <c:v>5</c:v>
                </c:pt>
                <c:pt idx="6604">
                  <c:v>5</c:v>
                </c:pt>
                <c:pt idx="6605">
                  <c:v>5</c:v>
                </c:pt>
                <c:pt idx="6606">
                  <c:v>5</c:v>
                </c:pt>
                <c:pt idx="6607">
                  <c:v>5</c:v>
                </c:pt>
                <c:pt idx="6608">
                  <c:v>7.5</c:v>
                </c:pt>
                <c:pt idx="6609">
                  <c:v>7.5</c:v>
                </c:pt>
                <c:pt idx="6610">
                  <c:v>7.5</c:v>
                </c:pt>
                <c:pt idx="6611">
                  <c:v>7.5</c:v>
                </c:pt>
                <c:pt idx="6612">
                  <c:v>7.5</c:v>
                </c:pt>
                <c:pt idx="6613">
                  <c:v>7.5</c:v>
                </c:pt>
                <c:pt idx="6614">
                  <c:v>7.5</c:v>
                </c:pt>
                <c:pt idx="6615">
                  <c:v>7.5</c:v>
                </c:pt>
                <c:pt idx="6616">
                  <c:v>7.5</c:v>
                </c:pt>
                <c:pt idx="6617">
                  <c:v>7.5</c:v>
                </c:pt>
                <c:pt idx="6618">
                  <c:v>7.5</c:v>
                </c:pt>
                <c:pt idx="6619">
                  <c:v>7.5</c:v>
                </c:pt>
                <c:pt idx="6620">
                  <c:v>7.5</c:v>
                </c:pt>
                <c:pt idx="6621">
                  <c:v>7.5</c:v>
                </c:pt>
                <c:pt idx="6622">
                  <c:v>7.5</c:v>
                </c:pt>
                <c:pt idx="6623">
                  <c:v>7.5</c:v>
                </c:pt>
                <c:pt idx="6624">
                  <c:v>7.5</c:v>
                </c:pt>
                <c:pt idx="6625">
                  <c:v>7.5</c:v>
                </c:pt>
                <c:pt idx="6626">
                  <c:v>7.5</c:v>
                </c:pt>
                <c:pt idx="6627">
                  <c:v>7.5</c:v>
                </c:pt>
                <c:pt idx="6628">
                  <c:v>5.5E-2</c:v>
                </c:pt>
                <c:pt idx="6629">
                  <c:v>0.1</c:v>
                </c:pt>
                <c:pt idx="6630">
                  <c:v>0.34749999999999998</c:v>
                </c:pt>
                <c:pt idx="6631">
                  <c:v>0.50249999999999995</c:v>
                </c:pt>
                <c:pt idx="6632">
                  <c:v>0.95250000000000001</c:v>
                </c:pt>
                <c:pt idx="6633">
                  <c:v>1.1125</c:v>
                </c:pt>
                <c:pt idx="6634">
                  <c:v>1.7050000000000001</c:v>
                </c:pt>
                <c:pt idx="6635">
                  <c:v>8.3049999999999997</c:v>
                </c:pt>
                <c:pt idx="6636">
                  <c:v>9.1174999999999997</c:v>
                </c:pt>
                <c:pt idx="6637">
                  <c:v>9.33</c:v>
                </c:pt>
                <c:pt idx="6638">
                  <c:v>9.73</c:v>
                </c:pt>
                <c:pt idx="6639">
                  <c:v>12.955</c:v>
                </c:pt>
                <c:pt idx="6640">
                  <c:v>16.36</c:v>
                </c:pt>
                <c:pt idx="6641">
                  <c:v>19.395</c:v>
                </c:pt>
                <c:pt idx="6642">
                  <c:v>29.614999999999998</c:v>
                </c:pt>
                <c:pt idx="6643">
                  <c:v>58.6</c:v>
                </c:pt>
                <c:pt idx="6644">
                  <c:v>70.957499999999996</c:v>
                </c:pt>
                <c:pt idx="6645">
                  <c:v>80.517499999999998</c:v>
                </c:pt>
                <c:pt idx="6646">
                  <c:v>84.132499999999993</c:v>
                </c:pt>
                <c:pt idx="6647">
                  <c:v>85.94</c:v>
                </c:pt>
                <c:pt idx="6648">
                  <c:v>86.665000000000006</c:v>
                </c:pt>
                <c:pt idx="6649">
                  <c:v>92.665000000000006</c:v>
                </c:pt>
                <c:pt idx="6650">
                  <c:v>92.742500000000007</c:v>
                </c:pt>
                <c:pt idx="6651">
                  <c:v>91.977500000000006</c:v>
                </c:pt>
                <c:pt idx="6652">
                  <c:v>89.844999999999999</c:v>
                </c:pt>
                <c:pt idx="6653">
                  <c:v>86.367500000000007</c:v>
                </c:pt>
                <c:pt idx="6654">
                  <c:v>84.185000000000002</c:v>
                </c:pt>
                <c:pt idx="6655">
                  <c:v>79.905000000000001</c:v>
                </c:pt>
                <c:pt idx="6656">
                  <c:v>73.497500000000002</c:v>
                </c:pt>
                <c:pt idx="6657">
                  <c:v>67.545000000000002</c:v>
                </c:pt>
                <c:pt idx="6658">
                  <c:v>53.422499999999999</c:v>
                </c:pt>
                <c:pt idx="6659">
                  <c:v>31.6</c:v>
                </c:pt>
                <c:pt idx="6660">
                  <c:v>22.747499999999999</c:v>
                </c:pt>
                <c:pt idx="6661">
                  <c:v>18.422499999999999</c:v>
                </c:pt>
                <c:pt idx="6662">
                  <c:v>13.765000000000001</c:v>
                </c:pt>
                <c:pt idx="6663">
                  <c:v>2.0150000000000001</c:v>
                </c:pt>
                <c:pt idx="6664">
                  <c:v>1.4675</c:v>
                </c:pt>
                <c:pt idx="6665">
                  <c:v>1.2375</c:v>
                </c:pt>
                <c:pt idx="6666">
                  <c:v>0.77749999999999997</c:v>
                </c:pt>
                <c:pt idx="6667">
                  <c:v>0.53</c:v>
                </c:pt>
                <c:pt idx="6668">
                  <c:v>0.40500000000000003</c:v>
                </c:pt>
                <c:pt idx="6669">
                  <c:v>0.1575</c:v>
                </c:pt>
                <c:pt idx="6670">
                  <c:v>7.4999999999999997E-2</c:v>
                </c:pt>
                <c:pt idx="6671">
                  <c:v>0.15</c:v>
                </c:pt>
                <c:pt idx="6672">
                  <c:v>0.32500000000000001</c:v>
                </c:pt>
                <c:pt idx="6673">
                  <c:v>0.65500000000000003</c:v>
                </c:pt>
                <c:pt idx="6674">
                  <c:v>1.2250000000000001</c:v>
                </c:pt>
                <c:pt idx="6675">
                  <c:v>2.41</c:v>
                </c:pt>
                <c:pt idx="6676">
                  <c:v>4.2125000000000004</c:v>
                </c:pt>
                <c:pt idx="6677">
                  <c:v>6.4050000000000002</c:v>
                </c:pt>
                <c:pt idx="6678">
                  <c:v>7.97</c:v>
                </c:pt>
                <c:pt idx="6679">
                  <c:v>11.0075</c:v>
                </c:pt>
                <c:pt idx="6680">
                  <c:v>14.42</c:v>
                </c:pt>
                <c:pt idx="6681">
                  <c:v>17.89</c:v>
                </c:pt>
                <c:pt idx="6682">
                  <c:v>21.96</c:v>
                </c:pt>
                <c:pt idx="6683">
                  <c:v>25.934999999999999</c:v>
                </c:pt>
                <c:pt idx="6684">
                  <c:v>29.954999999999998</c:v>
                </c:pt>
                <c:pt idx="6685">
                  <c:v>35.032499999999999</c:v>
                </c:pt>
                <c:pt idx="6686">
                  <c:v>39.957500000000003</c:v>
                </c:pt>
                <c:pt idx="6687">
                  <c:v>46.467500000000001</c:v>
                </c:pt>
                <c:pt idx="6688">
                  <c:v>62.29</c:v>
                </c:pt>
                <c:pt idx="6689">
                  <c:v>64.59</c:v>
                </c:pt>
                <c:pt idx="6690">
                  <c:v>67.16</c:v>
                </c:pt>
                <c:pt idx="6691">
                  <c:v>70.112499999999997</c:v>
                </c:pt>
                <c:pt idx="6692">
                  <c:v>70.325000000000003</c:v>
                </c:pt>
                <c:pt idx="6693">
                  <c:v>68.267499999999998</c:v>
                </c:pt>
                <c:pt idx="6694">
                  <c:v>65.987499999999997</c:v>
                </c:pt>
                <c:pt idx="6695">
                  <c:v>65.91</c:v>
                </c:pt>
                <c:pt idx="6696">
                  <c:v>65.605000000000004</c:v>
                </c:pt>
                <c:pt idx="6697">
                  <c:v>65.362499999999997</c:v>
                </c:pt>
                <c:pt idx="6698">
                  <c:v>64.52</c:v>
                </c:pt>
                <c:pt idx="6699">
                  <c:v>63.272500000000001</c:v>
                </c:pt>
                <c:pt idx="6700">
                  <c:v>60.414999999999999</c:v>
                </c:pt>
                <c:pt idx="6701">
                  <c:v>55.42</c:v>
                </c:pt>
                <c:pt idx="6702">
                  <c:v>50.604999999999997</c:v>
                </c:pt>
                <c:pt idx="6703">
                  <c:v>46.63</c:v>
                </c:pt>
                <c:pt idx="6704">
                  <c:v>36.43</c:v>
                </c:pt>
                <c:pt idx="6705">
                  <c:v>31.594999999999999</c:v>
                </c:pt>
                <c:pt idx="6706">
                  <c:v>21.072500000000002</c:v>
                </c:pt>
                <c:pt idx="6707">
                  <c:v>15.77</c:v>
                </c:pt>
                <c:pt idx="6708">
                  <c:v>9.4250000000000007</c:v>
                </c:pt>
                <c:pt idx="6709">
                  <c:v>7.5549999999999997</c:v>
                </c:pt>
                <c:pt idx="6710">
                  <c:v>6.1</c:v>
                </c:pt>
                <c:pt idx="6711">
                  <c:v>4.3650000000000002</c:v>
                </c:pt>
                <c:pt idx="6712">
                  <c:v>2.5499999999999998</c:v>
                </c:pt>
                <c:pt idx="6713">
                  <c:v>1.1850000000000001</c:v>
                </c:pt>
                <c:pt idx="6714">
                  <c:v>0.15</c:v>
                </c:pt>
                <c:pt idx="6715">
                  <c:v>7.4999999999999997E-2</c:v>
                </c:pt>
                <c:pt idx="6716">
                  <c:v>0.1</c:v>
                </c:pt>
                <c:pt idx="6717">
                  <c:v>0.17499999999999999</c:v>
                </c:pt>
                <c:pt idx="6718">
                  <c:v>0.375</c:v>
                </c:pt>
                <c:pt idx="6719">
                  <c:v>0.7</c:v>
                </c:pt>
                <c:pt idx="6720">
                  <c:v>1.3125</c:v>
                </c:pt>
                <c:pt idx="6721">
                  <c:v>2.4750000000000001</c:v>
                </c:pt>
                <c:pt idx="6722">
                  <c:v>4.5674999999999999</c:v>
                </c:pt>
                <c:pt idx="6723">
                  <c:v>6.7024999999999997</c:v>
                </c:pt>
                <c:pt idx="6724">
                  <c:v>8.6225000000000005</c:v>
                </c:pt>
                <c:pt idx="6725">
                  <c:v>11.9475</c:v>
                </c:pt>
                <c:pt idx="6726">
                  <c:v>17.045000000000002</c:v>
                </c:pt>
                <c:pt idx="6727">
                  <c:v>21.52</c:v>
                </c:pt>
                <c:pt idx="6728">
                  <c:v>25.81</c:v>
                </c:pt>
                <c:pt idx="6729">
                  <c:v>29.31</c:v>
                </c:pt>
                <c:pt idx="6730">
                  <c:v>32.700000000000003</c:v>
                </c:pt>
                <c:pt idx="6731">
                  <c:v>38.255000000000003</c:v>
                </c:pt>
                <c:pt idx="6732">
                  <c:v>47.197499999999998</c:v>
                </c:pt>
                <c:pt idx="6733">
                  <c:v>51.715000000000003</c:v>
                </c:pt>
                <c:pt idx="6734">
                  <c:v>57.575000000000003</c:v>
                </c:pt>
                <c:pt idx="6735">
                  <c:v>61.134999999999998</c:v>
                </c:pt>
                <c:pt idx="6736">
                  <c:v>70.069999999999993</c:v>
                </c:pt>
                <c:pt idx="6737">
                  <c:v>72.61</c:v>
                </c:pt>
                <c:pt idx="6738">
                  <c:v>74.192499999999995</c:v>
                </c:pt>
                <c:pt idx="6739">
                  <c:v>74.932500000000005</c:v>
                </c:pt>
                <c:pt idx="6740">
                  <c:v>72.685000000000002</c:v>
                </c:pt>
                <c:pt idx="6741">
                  <c:v>71.777500000000003</c:v>
                </c:pt>
                <c:pt idx="6742">
                  <c:v>71.215000000000003</c:v>
                </c:pt>
                <c:pt idx="6743">
                  <c:v>71.487499999999997</c:v>
                </c:pt>
                <c:pt idx="6744">
                  <c:v>66.53</c:v>
                </c:pt>
                <c:pt idx="6745">
                  <c:v>66.045000000000002</c:v>
                </c:pt>
                <c:pt idx="6746">
                  <c:v>63.965000000000003</c:v>
                </c:pt>
                <c:pt idx="6747">
                  <c:v>58.857500000000002</c:v>
                </c:pt>
                <c:pt idx="6748">
                  <c:v>51.897500000000001</c:v>
                </c:pt>
                <c:pt idx="6749">
                  <c:v>46.337499999999999</c:v>
                </c:pt>
                <c:pt idx="6750">
                  <c:v>42.0625</c:v>
                </c:pt>
                <c:pt idx="6751">
                  <c:v>37.04</c:v>
                </c:pt>
                <c:pt idx="6752">
                  <c:v>28.135000000000002</c:v>
                </c:pt>
                <c:pt idx="6753">
                  <c:v>21.445</c:v>
                </c:pt>
                <c:pt idx="6754">
                  <c:v>12.262499999999999</c:v>
                </c:pt>
                <c:pt idx="6755">
                  <c:v>10.14</c:v>
                </c:pt>
                <c:pt idx="6756">
                  <c:v>8.5449999999999999</c:v>
                </c:pt>
                <c:pt idx="6757">
                  <c:v>6.3475000000000001</c:v>
                </c:pt>
                <c:pt idx="6758">
                  <c:v>3.8925000000000001</c:v>
                </c:pt>
                <c:pt idx="6759">
                  <c:v>1.9575</c:v>
                </c:pt>
                <c:pt idx="6760">
                  <c:v>0.44750000000000001</c:v>
                </c:pt>
                <c:pt idx="6761">
                  <c:v>0.20250000000000001</c:v>
                </c:pt>
                <c:pt idx="6762">
                  <c:v>7.4999999999999997E-2</c:v>
                </c:pt>
                <c:pt idx="6763">
                  <c:v>1.32</c:v>
                </c:pt>
                <c:pt idx="6764">
                  <c:v>1.4325000000000001</c:v>
                </c:pt>
                <c:pt idx="6765">
                  <c:v>1.5449999999999999</c:v>
                </c:pt>
                <c:pt idx="6766">
                  <c:v>1.635</c:v>
                </c:pt>
                <c:pt idx="6767">
                  <c:v>1.7350000000000001</c:v>
                </c:pt>
                <c:pt idx="6768">
                  <c:v>1.86</c:v>
                </c:pt>
                <c:pt idx="6769">
                  <c:v>1.9824999999999999</c:v>
                </c:pt>
                <c:pt idx="6770">
                  <c:v>2.0249999999999999</c:v>
                </c:pt>
                <c:pt idx="6771">
                  <c:v>1.9750000000000001</c:v>
                </c:pt>
                <c:pt idx="6772">
                  <c:v>2.0150000000000001</c:v>
                </c:pt>
                <c:pt idx="6773">
                  <c:v>2.0575000000000001</c:v>
                </c:pt>
                <c:pt idx="6774">
                  <c:v>2.0125000000000002</c:v>
                </c:pt>
                <c:pt idx="6775">
                  <c:v>1.99</c:v>
                </c:pt>
                <c:pt idx="6776">
                  <c:v>1.88</c:v>
                </c:pt>
                <c:pt idx="6777">
                  <c:v>1.7775000000000001</c:v>
                </c:pt>
                <c:pt idx="6778">
                  <c:v>1.8574999999999999</c:v>
                </c:pt>
                <c:pt idx="6779">
                  <c:v>1.915</c:v>
                </c:pt>
                <c:pt idx="6780">
                  <c:v>1.92</c:v>
                </c:pt>
                <c:pt idx="6781">
                  <c:v>1.9325000000000001</c:v>
                </c:pt>
                <c:pt idx="6782">
                  <c:v>1.8975</c:v>
                </c:pt>
                <c:pt idx="6783">
                  <c:v>1.83</c:v>
                </c:pt>
                <c:pt idx="6784">
                  <c:v>1.7524999999999999</c:v>
                </c:pt>
                <c:pt idx="6785">
                  <c:v>1.675</c:v>
                </c:pt>
                <c:pt idx="6786">
                  <c:v>1.5125</c:v>
                </c:pt>
                <c:pt idx="6787">
                  <c:v>1.32</c:v>
                </c:pt>
                <c:pt idx="6788">
                  <c:v>1.2050000000000001</c:v>
                </c:pt>
                <c:pt idx="6789">
                  <c:v>1.0874999999999999</c:v>
                </c:pt>
                <c:pt idx="6790">
                  <c:v>0.99250000000000005</c:v>
                </c:pt>
                <c:pt idx="6791">
                  <c:v>1.2875000000000001</c:v>
                </c:pt>
                <c:pt idx="6792">
                  <c:v>1.42</c:v>
                </c:pt>
                <c:pt idx="6793">
                  <c:v>1.5525</c:v>
                </c:pt>
                <c:pt idx="6794">
                  <c:v>1.6850000000000001</c:v>
                </c:pt>
                <c:pt idx="6795">
                  <c:v>1.7775000000000001</c:v>
                </c:pt>
                <c:pt idx="6796">
                  <c:v>1.875</c:v>
                </c:pt>
                <c:pt idx="6797">
                  <c:v>1.97</c:v>
                </c:pt>
                <c:pt idx="6798">
                  <c:v>2.0499999999999998</c:v>
                </c:pt>
                <c:pt idx="6799">
                  <c:v>2.0724999999999998</c:v>
                </c:pt>
                <c:pt idx="6800">
                  <c:v>2.0924999999999998</c:v>
                </c:pt>
                <c:pt idx="6801">
                  <c:v>2.12</c:v>
                </c:pt>
                <c:pt idx="6802">
                  <c:v>2.1475</c:v>
                </c:pt>
                <c:pt idx="6803">
                  <c:v>2.14</c:v>
                </c:pt>
                <c:pt idx="6804">
                  <c:v>2.1349999999999998</c:v>
                </c:pt>
                <c:pt idx="6805">
                  <c:v>2.1375000000000002</c:v>
                </c:pt>
                <c:pt idx="6806">
                  <c:v>2.1475</c:v>
                </c:pt>
                <c:pt idx="6807">
                  <c:v>2.1225000000000001</c:v>
                </c:pt>
                <c:pt idx="6808">
                  <c:v>2.1025</c:v>
                </c:pt>
                <c:pt idx="6809">
                  <c:v>2.09</c:v>
                </c:pt>
                <c:pt idx="6810">
                  <c:v>2.0499999999999998</c:v>
                </c:pt>
                <c:pt idx="6811">
                  <c:v>1.9524999999999999</c:v>
                </c:pt>
                <c:pt idx="6812">
                  <c:v>1.8574999999999999</c:v>
                </c:pt>
                <c:pt idx="6813">
                  <c:v>1.76</c:v>
                </c:pt>
                <c:pt idx="6814">
                  <c:v>1.66</c:v>
                </c:pt>
                <c:pt idx="6815">
                  <c:v>1.53</c:v>
                </c:pt>
                <c:pt idx="6816">
                  <c:v>1.395</c:v>
                </c:pt>
                <c:pt idx="6817">
                  <c:v>1.2625</c:v>
                </c:pt>
                <c:pt idx="6818">
                  <c:v>1.1274999999999999</c:v>
                </c:pt>
                <c:pt idx="6819">
                  <c:v>1.2749999999999999</c:v>
                </c:pt>
                <c:pt idx="6820">
                  <c:v>1.41</c:v>
                </c:pt>
                <c:pt idx="6821">
                  <c:v>1.5425</c:v>
                </c:pt>
                <c:pt idx="6822">
                  <c:v>1.6675</c:v>
                </c:pt>
                <c:pt idx="6823">
                  <c:v>1.7875000000000001</c:v>
                </c:pt>
                <c:pt idx="6824">
                  <c:v>1.915</c:v>
                </c:pt>
                <c:pt idx="6825">
                  <c:v>1.9950000000000001</c:v>
                </c:pt>
                <c:pt idx="6826">
                  <c:v>2.0325000000000002</c:v>
                </c:pt>
                <c:pt idx="6827">
                  <c:v>4.5625</c:v>
                </c:pt>
                <c:pt idx="6828">
                  <c:v>4.6074999999999999</c:v>
                </c:pt>
                <c:pt idx="6829">
                  <c:v>4.57</c:v>
                </c:pt>
                <c:pt idx="6830">
                  <c:v>4.5824999999999996</c:v>
                </c:pt>
                <c:pt idx="6831">
                  <c:v>4.6624999999999996</c:v>
                </c:pt>
                <c:pt idx="6832">
                  <c:v>4.6325000000000003</c:v>
                </c:pt>
                <c:pt idx="6833">
                  <c:v>4.6174999999999997</c:v>
                </c:pt>
                <c:pt idx="6834">
                  <c:v>4.625</c:v>
                </c:pt>
                <c:pt idx="6835">
                  <c:v>4.6224999999999996</c:v>
                </c:pt>
                <c:pt idx="6836">
                  <c:v>4.6349999999999998</c:v>
                </c:pt>
                <c:pt idx="6837">
                  <c:v>4.6100000000000003</c:v>
                </c:pt>
                <c:pt idx="6838">
                  <c:v>4.5525000000000002</c:v>
                </c:pt>
                <c:pt idx="6839">
                  <c:v>4.4375</c:v>
                </c:pt>
                <c:pt idx="6840">
                  <c:v>4.3775000000000004</c:v>
                </c:pt>
                <c:pt idx="6841">
                  <c:v>4.2774999999999999</c:v>
                </c:pt>
                <c:pt idx="6842">
                  <c:v>4.2374999999999998</c:v>
                </c:pt>
                <c:pt idx="6843">
                  <c:v>4.1050000000000004</c:v>
                </c:pt>
                <c:pt idx="6844">
                  <c:v>3.9125000000000001</c:v>
                </c:pt>
                <c:pt idx="6845">
                  <c:v>3.8050000000000002</c:v>
                </c:pt>
                <c:pt idx="6846">
                  <c:v>3.6924999999999999</c:v>
                </c:pt>
                <c:pt idx="6847">
                  <c:v>0</c:v>
                </c:pt>
                <c:pt idx="6848">
                  <c:v>0.34499999999999997</c:v>
                </c:pt>
                <c:pt idx="6849">
                  <c:v>1.41</c:v>
                </c:pt>
                <c:pt idx="6850">
                  <c:v>1.7375</c:v>
                </c:pt>
                <c:pt idx="6851">
                  <c:v>2.2599999999999998</c:v>
                </c:pt>
                <c:pt idx="6852">
                  <c:v>2.5</c:v>
                </c:pt>
                <c:pt idx="6853">
                  <c:v>2.5</c:v>
                </c:pt>
                <c:pt idx="6854">
                  <c:v>2.5</c:v>
                </c:pt>
                <c:pt idx="6855">
                  <c:v>1.25</c:v>
                </c:pt>
                <c:pt idx="6856">
                  <c:v>1.25</c:v>
                </c:pt>
                <c:pt idx="6857">
                  <c:v>1.25</c:v>
                </c:pt>
                <c:pt idx="6858">
                  <c:v>1.25</c:v>
                </c:pt>
                <c:pt idx="6859">
                  <c:v>1.25</c:v>
                </c:pt>
                <c:pt idx="6860">
                  <c:v>1.25</c:v>
                </c:pt>
                <c:pt idx="6861">
                  <c:v>1.25</c:v>
                </c:pt>
                <c:pt idx="6862">
                  <c:v>1.25</c:v>
                </c:pt>
                <c:pt idx="6863">
                  <c:v>1.25</c:v>
                </c:pt>
                <c:pt idx="6864">
                  <c:v>1.25</c:v>
                </c:pt>
                <c:pt idx="6865">
                  <c:v>1.25</c:v>
                </c:pt>
                <c:pt idx="6866">
                  <c:v>1.25</c:v>
                </c:pt>
                <c:pt idx="6867">
                  <c:v>0</c:v>
                </c:pt>
                <c:pt idx="6868">
                  <c:v>0</c:v>
                </c:pt>
                <c:pt idx="6869">
                  <c:v>0</c:v>
                </c:pt>
                <c:pt idx="6870">
                  <c:v>0</c:v>
                </c:pt>
                <c:pt idx="6871">
                  <c:v>0</c:v>
                </c:pt>
                <c:pt idx="6872">
                  <c:v>0</c:v>
                </c:pt>
                <c:pt idx="6873">
                  <c:v>0</c:v>
                </c:pt>
                <c:pt idx="6874">
                  <c:v>0</c:v>
                </c:pt>
                <c:pt idx="6875">
                  <c:v>0</c:v>
                </c:pt>
                <c:pt idx="6876" formatCode="0.00">
                  <c:v>0</c:v>
                </c:pt>
                <c:pt idx="6877" formatCode="0.00">
                  <c:v>0</c:v>
                </c:pt>
                <c:pt idx="6878" formatCode="0.00">
                  <c:v>0</c:v>
                </c:pt>
                <c:pt idx="6879" formatCode="0.00">
                  <c:v>0</c:v>
                </c:pt>
                <c:pt idx="6880" formatCode="0.00">
                  <c:v>0</c:v>
                </c:pt>
                <c:pt idx="6881">
                  <c:v>6.25</c:v>
                </c:pt>
                <c:pt idx="6882">
                  <c:v>6.25</c:v>
                </c:pt>
                <c:pt idx="6883">
                  <c:v>6.25</c:v>
                </c:pt>
                <c:pt idx="6884">
                  <c:v>6.25</c:v>
                </c:pt>
                <c:pt idx="6885">
                  <c:v>5</c:v>
                </c:pt>
                <c:pt idx="6886">
                  <c:v>5</c:v>
                </c:pt>
                <c:pt idx="6887">
                  <c:v>5</c:v>
                </c:pt>
                <c:pt idx="6888">
                  <c:v>5</c:v>
                </c:pt>
                <c:pt idx="6889">
                  <c:v>3.75</c:v>
                </c:pt>
                <c:pt idx="6890">
                  <c:v>3.75</c:v>
                </c:pt>
                <c:pt idx="6891">
                  <c:v>3.75</c:v>
                </c:pt>
                <c:pt idx="6892">
                  <c:v>3.75</c:v>
                </c:pt>
                <c:pt idx="6893">
                  <c:v>3.75</c:v>
                </c:pt>
                <c:pt idx="6894">
                  <c:v>3.75</c:v>
                </c:pt>
                <c:pt idx="6895">
                  <c:v>3.75</c:v>
                </c:pt>
                <c:pt idx="6896">
                  <c:v>3.75</c:v>
                </c:pt>
                <c:pt idx="6897">
                  <c:v>2.5</c:v>
                </c:pt>
                <c:pt idx="6898">
                  <c:v>2.5</c:v>
                </c:pt>
                <c:pt idx="6899">
                  <c:v>2.5</c:v>
                </c:pt>
                <c:pt idx="6900">
                  <c:v>2.5</c:v>
                </c:pt>
                <c:pt idx="6901" formatCode="0.00">
                  <c:v>0</c:v>
                </c:pt>
                <c:pt idx="6902" formatCode="0.00">
                  <c:v>0</c:v>
                </c:pt>
                <c:pt idx="6903" formatCode="0.00">
                  <c:v>0</c:v>
                </c:pt>
                <c:pt idx="6904" formatCode="0.00">
                  <c:v>0</c:v>
                </c:pt>
                <c:pt idx="6905" formatCode="0.00">
                  <c:v>0</c:v>
                </c:pt>
                <c:pt idx="6906" formatCode="0.00">
                  <c:v>0</c:v>
                </c:pt>
                <c:pt idx="6907" formatCode="0.00">
                  <c:v>0</c:v>
                </c:pt>
                <c:pt idx="6908" formatCode="0.00">
                  <c:v>0</c:v>
                </c:pt>
                <c:pt idx="6909" formatCode="0.00">
                  <c:v>0</c:v>
                </c:pt>
                <c:pt idx="6910" formatCode="0.00">
                  <c:v>0</c:v>
                </c:pt>
                <c:pt idx="6911" formatCode="0.00">
                  <c:v>0</c:v>
                </c:pt>
                <c:pt idx="6912" formatCode="0.00">
                  <c:v>0</c:v>
                </c:pt>
                <c:pt idx="6913" formatCode="0.00">
                  <c:v>0</c:v>
                </c:pt>
                <c:pt idx="6914" formatCode="0.00">
                  <c:v>0</c:v>
                </c:pt>
                <c:pt idx="6915" formatCode="0.00">
                  <c:v>0</c:v>
                </c:pt>
                <c:pt idx="6916" formatCode="0.00">
                  <c:v>0</c:v>
                </c:pt>
                <c:pt idx="6917" formatCode="0.00">
                  <c:v>0</c:v>
                </c:pt>
                <c:pt idx="6918">
                  <c:v>2.5</c:v>
                </c:pt>
                <c:pt idx="6919">
                  <c:v>2.5</c:v>
                </c:pt>
                <c:pt idx="6920">
                  <c:v>2.5</c:v>
                </c:pt>
                <c:pt idx="6921">
                  <c:v>2.5</c:v>
                </c:pt>
                <c:pt idx="6922">
                  <c:v>2.5</c:v>
                </c:pt>
                <c:pt idx="6923">
                  <c:v>2.5</c:v>
                </c:pt>
                <c:pt idx="6924">
                  <c:v>5</c:v>
                </c:pt>
                <c:pt idx="6925">
                  <c:v>5</c:v>
                </c:pt>
                <c:pt idx="6926">
                  <c:v>5</c:v>
                </c:pt>
                <c:pt idx="6927">
                  <c:v>5</c:v>
                </c:pt>
                <c:pt idx="6928">
                  <c:v>5</c:v>
                </c:pt>
                <c:pt idx="6929">
                  <c:v>5</c:v>
                </c:pt>
                <c:pt idx="6930">
                  <c:v>5</c:v>
                </c:pt>
                <c:pt idx="6931">
                  <c:v>5</c:v>
                </c:pt>
                <c:pt idx="6932">
                  <c:v>2.5</c:v>
                </c:pt>
                <c:pt idx="6933">
                  <c:v>2.5</c:v>
                </c:pt>
                <c:pt idx="6934">
                  <c:v>2.5</c:v>
                </c:pt>
                <c:pt idx="6935">
                  <c:v>2.5</c:v>
                </c:pt>
                <c:pt idx="6936">
                  <c:v>2.5</c:v>
                </c:pt>
                <c:pt idx="6937">
                  <c:v>2.5</c:v>
                </c:pt>
                <c:pt idx="6938" formatCode="0.00">
                  <c:v>0</c:v>
                </c:pt>
                <c:pt idx="6939" formatCode="0.00">
                  <c:v>0</c:v>
                </c:pt>
                <c:pt idx="6940" formatCode="0.00">
                  <c:v>0</c:v>
                </c:pt>
                <c:pt idx="6941" formatCode="0.00">
                  <c:v>0</c:v>
                </c:pt>
                <c:pt idx="6942" formatCode="0.00">
                  <c:v>0</c:v>
                </c:pt>
                <c:pt idx="6943" formatCode="0.00">
                  <c:v>0</c:v>
                </c:pt>
                <c:pt idx="6944" formatCode="0.00">
                  <c:v>0</c:v>
                </c:pt>
                <c:pt idx="6945" formatCode="0.00">
                  <c:v>0</c:v>
                </c:pt>
                <c:pt idx="6946">
                  <c:v>10</c:v>
                </c:pt>
                <c:pt idx="6947">
                  <c:v>6.25</c:v>
                </c:pt>
                <c:pt idx="6948">
                  <c:v>10</c:v>
                </c:pt>
                <c:pt idx="6949">
                  <c:v>10</c:v>
                </c:pt>
                <c:pt idx="6950">
                  <c:v>10</c:v>
                </c:pt>
                <c:pt idx="6951">
                  <c:v>10</c:v>
                </c:pt>
                <c:pt idx="6952">
                  <c:v>10</c:v>
                </c:pt>
                <c:pt idx="6953">
                  <c:v>10</c:v>
                </c:pt>
                <c:pt idx="6954">
                  <c:v>10</c:v>
                </c:pt>
                <c:pt idx="6955">
                  <c:v>10</c:v>
                </c:pt>
                <c:pt idx="6956">
                  <c:v>10</c:v>
                </c:pt>
                <c:pt idx="6957">
                  <c:v>10</c:v>
                </c:pt>
                <c:pt idx="6958">
                  <c:v>10</c:v>
                </c:pt>
                <c:pt idx="6959">
                  <c:v>10</c:v>
                </c:pt>
                <c:pt idx="6960">
                  <c:v>10</c:v>
                </c:pt>
                <c:pt idx="6961">
                  <c:v>10</c:v>
                </c:pt>
                <c:pt idx="6962">
                  <c:v>10</c:v>
                </c:pt>
                <c:pt idx="6963">
                  <c:v>10</c:v>
                </c:pt>
                <c:pt idx="6964">
                  <c:v>10</c:v>
                </c:pt>
                <c:pt idx="6965">
                  <c:v>10</c:v>
                </c:pt>
                <c:pt idx="6966">
                  <c:v>16</c:v>
                </c:pt>
                <c:pt idx="6967">
                  <c:v>16</c:v>
                </c:pt>
                <c:pt idx="6968">
                  <c:v>16</c:v>
                </c:pt>
                <c:pt idx="6969">
                  <c:v>16</c:v>
                </c:pt>
                <c:pt idx="6970">
                  <c:v>14.75</c:v>
                </c:pt>
                <c:pt idx="6971">
                  <c:v>14.75</c:v>
                </c:pt>
                <c:pt idx="6972">
                  <c:v>14.75</c:v>
                </c:pt>
                <c:pt idx="6973">
                  <c:v>14.75</c:v>
                </c:pt>
                <c:pt idx="6974">
                  <c:v>13.5</c:v>
                </c:pt>
                <c:pt idx="6975">
                  <c:v>13.5</c:v>
                </c:pt>
                <c:pt idx="6976">
                  <c:v>13.5</c:v>
                </c:pt>
                <c:pt idx="6977">
                  <c:v>13.5</c:v>
                </c:pt>
                <c:pt idx="6978">
                  <c:v>12.25</c:v>
                </c:pt>
                <c:pt idx="6979">
                  <c:v>12.25</c:v>
                </c:pt>
                <c:pt idx="6980">
                  <c:v>12.25</c:v>
                </c:pt>
                <c:pt idx="6981">
                  <c:v>12.25</c:v>
                </c:pt>
                <c:pt idx="6982">
                  <c:v>12.25</c:v>
                </c:pt>
                <c:pt idx="6983">
                  <c:v>12.25</c:v>
                </c:pt>
                <c:pt idx="6984">
                  <c:v>6.25</c:v>
                </c:pt>
                <c:pt idx="6985">
                  <c:v>6.25</c:v>
                </c:pt>
                <c:pt idx="6986" formatCode="0.00">
                  <c:v>0</c:v>
                </c:pt>
                <c:pt idx="6987" formatCode="0.00">
                  <c:v>0</c:v>
                </c:pt>
                <c:pt idx="6988" formatCode="0.00">
                  <c:v>0</c:v>
                </c:pt>
                <c:pt idx="6989" formatCode="0.00">
                  <c:v>0</c:v>
                </c:pt>
                <c:pt idx="6990" formatCode="0.00">
                  <c:v>0</c:v>
                </c:pt>
                <c:pt idx="6991" formatCode="0.00">
                  <c:v>0</c:v>
                </c:pt>
                <c:pt idx="6992" formatCode="0.00">
                  <c:v>0</c:v>
                </c:pt>
                <c:pt idx="6993" formatCode="0.00">
                  <c:v>0</c:v>
                </c:pt>
                <c:pt idx="6994" formatCode="0.00">
                  <c:v>0</c:v>
                </c:pt>
                <c:pt idx="6995" formatCode="0.00">
                  <c:v>0</c:v>
                </c:pt>
                <c:pt idx="6996">
                  <c:v>40</c:v>
                </c:pt>
                <c:pt idx="6997">
                  <c:v>40</c:v>
                </c:pt>
                <c:pt idx="6998">
                  <c:v>40</c:v>
                </c:pt>
                <c:pt idx="6999">
                  <c:v>40</c:v>
                </c:pt>
                <c:pt idx="7000">
                  <c:v>40</c:v>
                </c:pt>
                <c:pt idx="7001">
                  <c:v>40</c:v>
                </c:pt>
                <c:pt idx="7002">
                  <c:v>40</c:v>
                </c:pt>
                <c:pt idx="7003">
                  <c:v>40</c:v>
                </c:pt>
                <c:pt idx="7004">
                  <c:v>40</c:v>
                </c:pt>
                <c:pt idx="7005">
                  <c:v>40</c:v>
                </c:pt>
                <c:pt idx="7006">
                  <c:v>40</c:v>
                </c:pt>
                <c:pt idx="7007">
                  <c:v>40</c:v>
                </c:pt>
                <c:pt idx="7008">
                  <c:v>40</c:v>
                </c:pt>
                <c:pt idx="7009">
                  <c:v>38.5</c:v>
                </c:pt>
                <c:pt idx="7010">
                  <c:v>15</c:v>
                </c:pt>
                <c:pt idx="7011">
                  <c:v>15</c:v>
                </c:pt>
                <c:pt idx="7012">
                  <c:v>100</c:v>
                </c:pt>
                <c:pt idx="7013">
                  <c:v>100</c:v>
                </c:pt>
                <c:pt idx="7014">
                  <c:v>60</c:v>
                </c:pt>
                <c:pt idx="7015" formatCode="0.00">
                  <c:v>0</c:v>
                </c:pt>
                <c:pt idx="7016" formatCode="0.00">
                  <c:v>0</c:v>
                </c:pt>
                <c:pt idx="7017" formatCode="0.00">
                  <c:v>0</c:v>
                </c:pt>
                <c:pt idx="7018" formatCode="0.00">
                  <c:v>0</c:v>
                </c:pt>
                <c:pt idx="7019" formatCode="0.00">
                  <c:v>0</c:v>
                </c:pt>
                <c:pt idx="7020" formatCode="0.00">
                  <c:v>0</c:v>
                </c:pt>
                <c:pt idx="7021" formatCode="0.00">
                  <c:v>0</c:v>
                </c:pt>
                <c:pt idx="7022" formatCode="0.00">
                  <c:v>0</c:v>
                </c:pt>
                <c:pt idx="7023">
                  <c:v>2.5924999999999998</c:v>
                </c:pt>
                <c:pt idx="7024">
                  <c:v>9.2624999999999993</c:v>
                </c:pt>
                <c:pt idx="7025">
                  <c:v>36.452500000000001</c:v>
                </c:pt>
                <c:pt idx="7026">
                  <c:v>41.524999999999999</c:v>
                </c:pt>
                <c:pt idx="7027">
                  <c:v>44.064999999999998</c:v>
                </c:pt>
                <c:pt idx="7028">
                  <c:v>48.237499999999997</c:v>
                </c:pt>
                <c:pt idx="7029">
                  <c:v>48.475000000000001</c:v>
                </c:pt>
                <c:pt idx="7030">
                  <c:v>59.247500000000002</c:v>
                </c:pt>
                <c:pt idx="7031">
                  <c:v>50</c:v>
                </c:pt>
                <c:pt idx="7032">
                  <c:v>50</c:v>
                </c:pt>
                <c:pt idx="7033">
                  <c:v>50</c:v>
                </c:pt>
                <c:pt idx="7034">
                  <c:v>50</c:v>
                </c:pt>
                <c:pt idx="7035">
                  <c:v>50</c:v>
                </c:pt>
                <c:pt idx="7036">
                  <c:v>50</c:v>
                </c:pt>
                <c:pt idx="7037">
                  <c:v>50</c:v>
                </c:pt>
                <c:pt idx="7038">
                  <c:v>47.702500000000001</c:v>
                </c:pt>
                <c:pt idx="7039">
                  <c:v>43.982500000000002</c:v>
                </c:pt>
                <c:pt idx="7040">
                  <c:v>46.1325</c:v>
                </c:pt>
                <c:pt idx="7041">
                  <c:v>39.5075</c:v>
                </c:pt>
                <c:pt idx="7042">
                  <c:v>33.28</c:v>
                </c:pt>
                <c:pt idx="7043">
                  <c:v>25</c:v>
                </c:pt>
                <c:pt idx="7044">
                  <c:v>21</c:v>
                </c:pt>
                <c:pt idx="7045">
                  <c:v>110</c:v>
                </c:pt>
                <c:pt idx="7046">
                  <c:v>110</c:v>
                </c:pt>
                <c:pt idx="7047">
                  <c:v>110</c:v>
                </c:pt>
                <c:pt idx="7048">
                  <c:v>110</c:v>
                </c:pt>
                <c:pt idx="7049">
                  <c:v>110</c:v>
                </c:pt>
                <c:pt idx="7050" formatCode="0.00">
                  <c:v>0</c:v>
                </c:pt>
                <c:pt idx="7051" formatCode="0.00">
                  <c:v>0</c:v>
                </c:pt>
                <c:pt idx="7052" formatCode="0.00">
                  <c:v>0</c:v>
                </c:pt>
                <c:pt idx="7053" formatCode="0.00">
                  <c:v>0</c:v>
                </c:pt>
                <c:pt idx="7054" formatCode="0.00">
                  <c:v>0</c:v>
                </c:pt>
                <c:pt idx="7055" formatCode="0.00">
                  <c:v>0</c:v>
                </c:pt>
                <c:pt idx="7056" formatCode="0.00">
                  <c:v>0</c:v>
                </c:pt>
                <c:pt idx="7057" formatCode="0.00">
                  <c:v>0</c:v>
                </c:pt>
                <c:pt idx="7058" formatCode="0.00">
                  <c:v>0</c:v>
                </c:pt>
                <c:pt idx="7059" formatCode="0.00">
                  <c:v>0</c:v>
                </c:pt>
                <c:pt idx="7060" formatCode="0.00">
                  <c:v>0</c:v>
                </c:pt>
                <c:pt idx="7061" formatCode="0.00">
                  <c:v>0</c:v>
                </c:pt>
                <c:pt idx="7062">
                  <c:v>14.6</c:v>
                </c:pt>
                <c:pt idx="7063">
                  <c:v>18.850000000000001</c:v>
                </c:pt>
                <c:pt idx="7064">
                  <c:v>18.850000000000001</c:v>
                </c:pt>
                <c:pt idx="7065">
                  <c:v>22.05</c:v>
                </c:pt>
                <c:pt idx="7066">
                  <c:v>34.25</c:v>
                </c:pt>
                <c:pt idx="7067">
                  <c:v>34.25</c:v>
                </c:pt>
                <c:pt idx="7068">
                  <c:v>49.5</c:v>
                </c:pt>
                <c:pt idx="7069">
                  <c:v>48.674999999999997</c:v>
                </c:pt>
                <c:pt idx="7070">
                  <c:v>63</c:v>
                </c:pt>
                <c:pt idx="7071">
                  <c:v>63</c:v>
                </c:pt>
                <c:pt idx="7072">
                  <c:v>63</c:v>
                </c:pt>
                <c:pt idx="7073">
                  <c:v>62.825000000000003</c:v>
                </c:pt>
                <c:pt idx="7074">
                  <c:v>54.174999999999997</c:v>
                </c:pt>
                <c:pt idx="7075">
                  <c:v>36</c:v>
                </c:pt>
                <c:pt idx="7076">
                  <c:v>19.899999999999999</c:v>
                </c:pt>
                <c:pt idx="7077">
                  <c:v>14.175000000000001</c:v>
                </c:pt>
                <c:pt idx="7078">
                  <c:v>7.37</c:v>
                </c:pt>
                <c:pt idx="7079">
                  <c:v>10.7525</c:v>
                </c:pt>
                <c:pt idx="7080">
                  <c:v>5.6475</c:v>
                </c:pt>
                <c:pt idx="7081">
                  <c:v>8.1024999999999991</c:v>
                </c:pt>
                <c:pt idx="7082">
                  <c:v>13.05</c:v>
                </c:pt>
                <c:pt idx="7083">
                  <c:v>16.164999999999999</c:v>
                </c:pt>
                <c:pt idx="7084">
                  <c:v>18.664999999999999</c:v>
                </c:pt>
                <c:pt idx="7085">
                  <c:v>21.68</c:v>
                </c:pt>
                <c:pt idx="7086">
                  <c:v>24.6875</c:v>
                </c:pt>
                <c:pt idx="7087">
                  <c:v>27.535</c:v>
                </c:pt>
                <c:pt idx="7088">
                  <c:v>42.715000000000003</c:v>
                </c:pt>
                <c:pt idx="7089">
                  <c:v>70.552499999999995</c:v>
                </c:pt>
                <c:pt idx="7090">
                  <c:v>85.575000000000003</c:v>
                </c:pt>
                <c:pt idx="7091">
                  <c:v>105.325</c:v>
                </c:pt>
                <c:pt idx="7092">
                  <c:v>105.675</c:v>
                </c:pt>
                <c:pt idx="7093">
                  <c:v>117.25</c:v>
                </c:pt>
                <c:pt idx="7094">
                  <c:v>112.5</c:v>
                </c:pt>
                <c:pt idx="7095">
                  <c:v>107.5</c:v>
                </c:pt>
                <c:pt idx="7096">
                  <c:v>58.75</c:v>
                </c:pt>
                <c:pt idx="7097">
                  <c:v>56.25</c:v>
                </c:pt>
                <c:pt idx="7098">
                  <c:v>56.25</c:v>
                </c:pt>
                <c:pt idx="7099">
                  <c:v>56.25</c:v>
                </c:pt>
                <c:pt idx="7100">
                  <c:v>56.25</c:v>
                </c:pt>
                <c:pt idx="7101">
                  <c:v>56.25</c:v>
                </c:pt>
                <c:pt idx="7102">
                  <c:v>56.25</c:v>
                </c:pt>
                <c:pt idx="7103">
                  <c:v>56.25</c:v>
                </c:pt>
                <c:pt idx="7104">
                  <c:v>56.25</c:v>
                </c:pt>
                <c:pt idx="7105">
                  <c:v>46.825000000000003</c:v>
                </c:pt>
                <c:pt idx="7106">
                  <c:v>31.675000000000001</c:v>
                </c:pt>
                <c:pt idx="7107">
                  <c:v>30.074999999999999</c:v>
                </c:pt>
                <c:pt idx="7108">
                  <c:v>1.84</c:v>
                </c:pt>
                <c:pt idx="7109">
                  <c:v>3.3174999999999999</c:v>
                </c:pt>
                <c:pt idx="7110">
                  <c:v>4.8375000000000004</c:v>
                </c:pt>
                <c:pt idx="7111">
                  <c:v>2.605</c:v>
                </c:pt>
                <c:pt idx="7112">
                  <c:v>4.0625</c:v>
                </c:pt>
                <c:pt idx="7113">
                  <c:v>5.9024999999999999</c:v>
                </c:pt>
                <c:pt idx="7114">
                  <c:v>7.5175000000000001</c:v>
                </c:pt>
                <c:pt idx="7115">
                  <c:v>8.9275000000000002</c:v>
                </c:pt>
                <c:pt idx="7116">
                  <c:v>10.305</c:v>
                </c:pt>
                <c:pt idx="7117">
                  <c:v>11.305</c:v>
                </c:pt>
                <c:pt idx="7118">
                  <c:v>12.42</c:v>
                </c:pt>
                <c:pt idx="7119">
                  <c:v>30.737500000000001</c:v>
                </c:pt>
                <c:pt idx="7120">
                  <c:v>31.4725</c:v>
                </c:pt>
                <c:pt idx="7121">
                  <c:v>31.987500000000001</c:v>
                </c:pt>
                <c:pt idx="7122">
                  <c:v>32.497500000000002</c:v>
                </c:pt>
                <c:pt idx="7123">
                  <c:v>32.607500000000002</c:v>
                </c:pt>
                <c:pt idx="7124">
                  <c:v>32.5</c:v>
                </c:pt>
                <c:pt idx="7125">
                  <c:v>27.5</c:v>
                </c:pt>
                <c:pt idx="7126">
                  <c:v>51.05</c:v>
                </c:pt>
                <c:pt idx="7127">
                  <c:v>42.5</c:v>
                </c:pt>
                <c:pt idx="7128">
                  <c:v>42.5</c:v>
                </c:pt>
                <c:pt idx="7129">
                  <c:v>42.5</c:v>
                </c:pt>
                <c:pt idx="7130">
                  <c:v>42.5</c:v>
                </c:pt>
                <c:pt idx="7131">
                  <c:v>42.5</c:v>
                </c:pt>
                <c:pt idx="7132">
                  <c:v>42.5</c:v>
                </c:pt>
                <c:pt idx="7133">
                  <c:v>37.174999999999997</c:v>
                </c:pt>
                <c:pt idx="7134">
                  <c:v>31.875</c:v>
                </c:pt>
                <c:pt idx="7135">
                  <c:v>24.675000000000001</c:v>
                </c:pt>
                <c:pt idx="7136">
                  <c:v>22.475000000000001</c:v>
                </c:pt>
                <c:pt idx="7137">
                  <c:v>15.975</c:v>
                </c:pt>
                <c:pt idx="7138">
                  <c:v>20.125</c:v>
                </c:pt>
                <c:pt idx="7139" formatCode="0.00">
                  <c:v>0</c:v>
                </c:pt>
                <c:pt idx="7140" formatCode="0.00">
                  <c:v>0</c:v>
                </c:pt>
                <c:pt idx="7141" formatCode="0.00">
                  <c:v>0</c:v>
                </c:pt>
                <c:pt idx="7142" formatCode="0.00">
                  <c:v>0</c:v>
                </c:pt>
                <c:pt idx="7143" formatCode="0.00">
                  <c:v>0</c:v>
                </c:pt>
                <c:pt idx="7144" formatCode="0.00">
                  <c:v>0</c:v>
                </c:pt>
                <c:pt idx="7145" formatCode="0.00">
                  <c:v>0</c:v>
                </c:pt>
                <c:pt idx="7146" formatCode="0.00">
                  <c:v>0</c:v>
                </c:pt>
                <c:pt idx="7147">
                  <c:v>5</c:v>
                </c:pt>
                <c:pt idx="7148">
                  <c:v>5</c:v>
                </c:pt>
                <c:pt idx="7149">
                  <c:v>5</c:v>
                </c:pt>
                <c:pt idx="7150">
                  <c:v>5</c:v>
                </c:pt>
                <c:pt idx="7151">
                  <c:v>5</c:v>
                </c:pt>
                <c:pt idx="7152">
                  <c:v>5</c:v>
                </c:pt>
                <c:pt idx="7153">
                  <c:v>5</c:v>
                </c:pt>
                <c:pt idx="7154">
                  <c:v>17.5</c:v>
                </c:pt>
                <c:pt idx="7155">
                  <c:v>17.5</c:v>
                </c:pt>
                <c:pt idx="7156">
                  <c:v>17.5</c:v>
                </c:pt>
                <c:pt idx="7157">
                  <c:v>17.5</c:v>
                </c:pt>
                <c:pt idx="7158">
                  <c:v>5</c:v>
                </c:pt>
                <c:pt idx="7159">
                  <c:v>5</c:v>
                </c:pt>
                <c:pt idx="7160">
                  <c:v>5</c:v>
                </c:pt>
                <c:pt idx="7161">
                  <c:v>5</c:v>
                </c:pt>
                <c:pt idx="7162">
                  <c:v>5</c:v>
                </c:pt>
                <c:pt idx="7163">
                  <c:v>5</c:v>
                </c:pt>
                <c:pt idx="7164">
                  <c:v>5</c:v>
                </c:pt>
                <c:pt idx="7165">
                  <c:v>5</c:v>
                </c:pt>
                <c:pt idx="7166">
                  <c:v>5</c:v>
                </c:pt>
                <c:pt idx="7167" formatCode="0.00">
                  <c:v>0</c:v>
                </c:pt>
                <c:pt idx="7168" formatCode="0.00">
                  <c:v>0</c:v>
                </c:pt>
                <c:pt idx="7169" formatCode="0.00">
                  <c:v>0</c:v>
                </c:pt>
                <c:pt idx="7170" formatCode="0.00">
                  <c:v>0</c:v>
                </c:pt>
                <c:pt idx="7171" formatCode="0.00">
                  <c:v>0</c:v>
                </c:pt>
                <c:pt idx="7172" formatCode="0.00">
                  <c:v>0</c:v>
                </c:pt>
                <c:pt idx="7173" formatCode="0.00">
                  <c:v>0</c:v>
                </c:pt>
                <c:pt idx="7174" formatCode="0.00">
                  <c:v>0</c:v>
                </c:pt>
                <c:pt idx="7175" formatCode="0.00">
                  <c:v>0</c:v>
                </c:pt>
                <c:pt idx="7176" formatCode="0.00">
                  <c:v>0</c:v>
                </c:pt>
                <c:pt idx="7177">
                  <c:v>5</c:v>
                </c:pt>
                <c:pt idx="7178">
                  <c:v>8.25</c:v>
                </c:pt>
                <c:pt idx="7179">
                  <c:v>11.5</c:v>
                </c:pt>
                <c:pt idx="7180">
                  <c:v>12.5</c:v>
                </c:pt>
                <c:pt idx="7181">
                  <c:v>13.75</c:v>
                </c:pt>
                <c:pt idx="7182">
                  <c:v>13.75</c:v>
                </c:pt>
                <c:pt idx="7183">
                  <c:v>13.75</c:v>
                </c:pt>
                <c:pt idx="7184">
                  <c:v>13.75</c:v>
                </c:pt>
                <c:pt idx="7185">
                  <c:v>20.65</c:v>
                </c:pt>
                <c:pt idx="7186">
                  <c:v>24.7</c:v>
                </c:pt>
                <c:pt idx="7187">
                  <c:v>24.324999999999999</c:v>
                </c:pt>
                <c:pt idx="7188">
                  <c:v>23.375</c:v>
                </c:pt>
                <c:pt idx="7189">
                  <c:v>21.425000000000001</c:v>
                </c:pt>
                <c:pt idx="7190">
                  <c:v>18.324999999999999</c:v>
                </c:pt>
                <c:pt idx="7191">
                  <c:v>18.95</c:v>
                </c:pt>
                <c:pt idx="7192">
                  <c:v>13.75</c:v>
                </c:pt>
                <c:pt idx="7193">
                  <c:v>8.75</c:v>
                </c:pt>
                <c:pt idx="7194">
                  <c:v>5</c:v>
                </c:pt>
                <c:pt idx="7195">
                  <c:v>5</c:v>
                </c:pt>
                <c:pt idx="7196">
                  <c:v>5</c:v>
                </c:pt>
                <c:pt idx="7197" formatCode="0.00">
                  <c:v>0</c:v>
                </c:pt>
                <c:pt idx="7198" formatCode="0.00">
                  <c:v>0</c:v>
                </c:pt>
                <c:pt idx="7199" formatCode="0.00">
                  <c:v>0</c:v>
                </c:pt>
                <c:pt idx="7200" formatCode="0.00">
                  <c:v>0</c:v>
                </c:pt>
                <c:pt idx="7201" formatCode="0.00">
                  <c:v>0</c:v>
                </c:pt>
                <c:pt idx="7202" formatCode="0.00">
                  <c:v>0</c:v>
                </c:pt>
                <c:pt idx="7203" formatCode="0.00">
                  <c:v>0</c:v>
                </c:pt>
                <c:pt idx="7204" formatCode="0.00">
                  <c:v>0</c:v>
                </c:pt>
                <c:pt idx="7205" formatCode="0.00">
                  <c:v>0</c:v>
                </c:pt>
                <c:pt idx="7206" formatCode="0.00">
                  <c:v>0</c:v>
                </c:pt>
                <c:pt idx="7207" formatCode="0.00">
                  <c:v>0</c:v>
                </c:pt>
                <c:pt idx="7208" formatCode="0.00">
                  <c:v>0</c:v>
                </c:pt>
                <c:pt idx="7209" formatCode="0.00">
                  <c:v>0</c:v>
                </c:pt>
                <c:pt idx="7210" formatCode="0.00">
                  <c:v>0</c:v>
                </c:pt>
                <c:pt idx="7211" formatCode="0.00">
                  <c:v>0</c:v>
                </c:pt>
                <c:pt idx="7212" formatCode="0.00">
                  <c:v>0</c:v>
                </c:pt>
                <c:pt idx="7213" formatCode="0.00">
                  <c:v>0</c:v>
                </c:pt>
                <c:pt idx="7214" formatCode="0.00">
                  <c:v>0</c:v>
                </c:pt>
                <c:pt idx="7215" formatCode="0.00">
                  <c:v>0</c:v>
                </c:pt>
                <c:pt idx="7216" formatCode="0.00">
                  <c:v>0</c:v>
                </c:pt>
                <c:pt idx="7217" formatCode="0.00">
                  <c:v>0</c:v>
                </c:pt>
                <c:pt idx="7218" formatCode="0.00">
                  <c:v>0</c:v>
                </c:pt>
                <c:pt idx="7219" formatCode="0.00">
                  <c:v>0</c:v>
                </c:pt>
                <c:pt idx="7220" formatCode="0.00">
                  <c:v>0</c:v>
                </c:pt>
                <c:pt idx="7221" formatCode="0.00">
                  <c:v>0</c:v>
                </c:pt>
                <c:pt idx="7222" formatCode="0.00">
                  <c:v>0</c:v>
                </c:pt>
                <c:pt idx="7223" formatCode="0.00">
                  <c:v>0</c:v>
                </c:pt>
                <c:pt idx="7224" formatCode="0.00">
                  <c:v>0</c:v>
                </c:pt>
                <c:pt idx="7225" formatCode="0.00">
                  <c:v>0</c:v>
                </c:pt>
                <c:pt idx="7226" formatCode="0.00">
                  <c:v>0</c:v>
                </c:pt>
                <c:pt idx="7227" formatCode="0.00">
                  <c:v>0</c:v>
                </c:pt>
                <c:pt idx="7228" formatCode="0.00">
                  <c:v>0</c:v>
                </c:pt>
                <c:pt idx="7229" formatCode="0.00">
                  <c:v>0</c:v>
                </c:pt>
                <c:pt idx="7230" formatCode="0.00">
                  <c:v>0</c:v>
                </c:pt>
                <c:pt idx="7231" formatCode="0.00">
                  <c:v>0</c:v>
                </c:pt>
                <c:pt idx="7232" formatCode="0.00">
                  <c:v>0</c:v>
                </c:pt>
                <c:pt idx="7233">
                  <c:v>9.5</c:v>
                </c:pt>
                <c:pt idx="7234">
                  <c:v>9.5</c:v>
                </c:pt>
                <c:pt idx="7235">
                  <c:v>9.5</c:v>
                </c:pt>
                <c:pt idx="7236">
                  <c:v>9.5</c:v>
                </c:pt>
                <c:pt idx="7237">
                  <c:v>9.5</c:v>
                </c:pt>
                <c:pt idx="7238">
                  <c:v>9.5</c:v>
                </c:pt>
                <c:pt idx="7239">
                  <c:v>9.5</c:v>
                </c:pt>
                <c:pt idx="7240">
                  <c:v>9.5</c:v>
                </c:pt>
                <c:pt idx="7241">
                  <c:v>9.5</c:v>
                </c:pt>
                <c:pt idx="7242">
                  <c:v>9.5</c:v>
                </c:pt>
                <c:pt idx="7243">
                  <c:v>9.5</c:v>
                </c:pt>
                <c:pt idx="7244">
                  <c:v>9.5</c:v>
                </c:pt>
                <c:pt idx="7245">
                  <c:v>9.5</c:v>
                </c:pt>
                <c:pt idx="7246">
                  <c:v>9.5</c:v>
                </c:pt>
                <c:pt idx="7247">
                  <c:v>9.5</c:v>
                </c:pt>
                <c:pt idx="7248">
                  <c:v>9.5</c:v>
                </c:pt>
                <c:pt idx="7249">
                  <c:v>7</c:v>
                </c:pt>
                <c:pt idx="7250">
                  <c:v>7</c:v>
                </c:pt>
                <c:pt idx="7251">
                  <c:v>7</c:v>
                </c:pt>
                <c:pt idx="7252">
                  <c:v>7</c:v>
                </c:pt>
                <c:pt idx="7253" formatCode="0.00">
                  <c:v>0</c:v>
                </c:pt>
                <c:pt idx="7254" formatCode="0.00">
                  <c:v>0</c:v>
                </c:pt>
                <c:pt idx="7255" formatCode="0.00">
                  <c:v>0</c:v>
                </c:pt>
                <c:pt idx="7256" formatCode="0.00">
                  <c:v>0</c:v>
                </c:pt>
                <c:pt idx="7257" formatCode="0.00">
                  <c:v>0</c:v>
                </c:pt>
                <c:pt idx="7258" formatCode="0.00">
                  <c:v>0</c:v>
                </c:pt>
                <c:pt idx="7259" formatCode="0.00">
                  <c:v>0</c:v>
                </c:pt>
                <c:pt idx="7260" formatCode="0.00">
                  <c:v>0</c:v>
                </c:pt>
                <c:pt idx="7261" formatCode="0.00">
                  <c:v>0</c:v>
                </c:pt>
                <c:pt idx="7262" formatCode="0.00">
                  <c:v>0</c:v>
                </c:pt>
                <c:pt idx="7263" formatCode="0.00">
                  <c:v>0</c:v>
                </c:pt>
                <c:pt idx="7264" formatCode="0.00">
                  <c:v>0</c:v>
                </c:pt>
                <c:pt idx="7265">
                  <c:v>10</c:v>
                </c:pt>
                <c:pt idx="7266">
                  <c:v>10</c:v>
                </c:pt>
                <c:pt idx="7267">
                  <c:v>12.5</c:v>
                </c:pt>
                <c:pt idx="7268">
                  <c:v>12.5</c:v>
                </c:pt>
                <c:pt idx="7269">
                  <c:v>12.5</c:v>
                </c:pt>
                <c:pt idx="7270">
                  <c:v>12.5</c:v>
                </c:pt>
                <c:pt idx="7271">
                  <c:v>12.5</c:v>
                </c:pt>
                <c:pt idx="7272">
                  <c:v>12.5</c:v>
                </c:pt>
                <c:pt idx="7273">
                  <c:v>11.25</c:v>
                </c:pt>
                <c:pt idx="7274">
                  <c:v>11.25</c:v>
                </c:pt>
                <c:pt idx="7275">
                  <c:v>11.25</c:v>
                </c:pt>
                <c:pt idx="7276">
                  <c:v>11.25</c:v>
                </c:pt>
                <c:pt idx="7277">
                  <c:v>8.75</c:v>
                </c:pt>
                <c:pt idx="7278">
                  <c:v>8.75</c:v>
                </c:pt>
                <c:pt idx="7279">
                  <c:v>8.75</c:v>
                </c:pt>
                <c:pt idx="7280">
                  <c:v>8.75</c:v>
                </c:pt>
                <c:pt idx="7281">
                  <c:v>7.5</c:v>
                </c:pt>
                <c:pt idx="7282">
                  <c:v>7.5</c:v>
                </c:pt>
                <c:pt idx="7283">
                  <c:v>5</c:v>
                </c:pt>
                <c:pt idx="7284">
                  <c:v>5</c:v>
                </c:pt>
                <c:pt idx="7285">
                  <c:v>54.25</c:v>
                </c:pt>
                <c:pt idx="7286">
                  <c:v>53.122500000000002</c:v>
                </c:pt>
                <c:pt idx="7287">
                  <c:v>51.384999999999998</c:v>
                </c:pt>
                <c:pt idx="7288">
                  <c:v>47.075000000000003</c:v>
                </c:pt>
                <c:pt idx="7289">
                  <c:v>40.51</c:v>
                </c:pt>
                <c:pt idx="7290">
                  <c:v>32.087499999999999</c:v>
                </c:pt>
                <c:pt idx="7291">
                  <c:v>23.09</c:v>
                </c:pt>
                <c:pt idx="7292">
                  <c:v>15.5025</c:v>
                </c:pt>
                <c:pt idx="7293">
                  <c:v>13.56</c:v>
                </c:pt>
                <c:pt idx="7294">
                  <c:v>9.2050000000000001</c:v>
                </c:pt>
                <c:pt idx="7295">
                  <c:v>5.0724999999999998</c:v>
                </c:pt>
                <c:pt idx="7296">
                  <c:v>1.8274999999999999</c:v>
                </c:pt>
                <c:pt idx="7297">
                  <c:v>0.95250000000000001</c:v>
                </c:pt>
                <c:pt idx="7298">
                  <c:v>13.425000000000001</c:v>
                </c:pt>
                <c:pt idx="7299">
                  <c:v>14.475</c:v>
                </c:pt>
                <c:pt idx="7300">
                  <c:v>7.5</c:v>
                </c:pt>
                <c:pt idx="7301">
                  <c:v>7.5</c:v>
                </c:pt>
                <c:pt idx="7302">
                  <c:v>7.5</c:v>
                </c:pt>
                <c:pt idx="7303">
                  <c:v>7.5</c:v>
                </c:pt>
                <c:pt idx="7304">
                  <c:v>42.5</c:v>
                </c:pt>
                <c:pt idx="7305">
                  <c:v>42.5</c:v>
                </c:pt>
                <c:pt idx="7306">
                  <c:v>42.5</c:v>
                </c:pt>
                <c:pt idx="7307">
                  <c:v>44.5</c:v>
                </c:pt>
                <c:pt idx="7308">
                  <c:v>44.475000000000001</c:v>
                </c:pt>
                <c:pt idx="7309">
                  <c:v>27.725000000000001</c:v>
                </c:pt>
                <c:pt idx="7310">
                  <c:v>26.675000000000001</c:v>
                </c:pt>
                <c:pt idx="7311">
                  <c:v>7</c:v>
                </c:pt>
                <c:pt idx="7312">
                  <c:v>5.75</c:v>
                </c:pt>
                <c:pt idx="7313">
                  <c:v>5.75</c:v>
                </c:pt>
                <c:pt idx="7314">
                  <c:v>5.75</c:v>
                </c:pt>
                <c:pt idx="7315">
                  <c:v>5.75</c:v>
                </c:pt>
                <c:pt idx="7316">
                  <c:v>5.75</c:v>
                </c:pt>
                <c:pt idx="7317">
                  <c:v>5.75</c:v>
                </c:pt>
                <c:pt idx="7318">
                  <c:v>5.75</c:v>
                </c:pt>
                <c:pt idx="7319">
                  <c:v>5.75</c:v>
                </c:pt>
                <c:pt idx="7320">
                  <c:v>18.785</c:v>
                </c:pt>
                <c:pt idx="7321">
                  <c:v>19.754999999999999</c:v>
                </c:pt>
                <c:pt idx="7322">
                  <c:v>20.752500000000001</c:v>
                </c:pt>
                <c:pt idx="7323">
                  <c:v>22.055</c:v>
                </c:pt>
                <c:pt idx="7324">
                  <c:v>13.1875</c:v>
                </c:pt>
                <c:pt idx="7325">
                  <c:v>23.8475</c:v>
                </c:pt>
                <c:pt idx="7326">
                  <c:v>34.725000000000001</c:v>
                </c:pt>
                <c:pt idx="7327">
                  <c:v>42.112499999999997</c:v>
                </c:pt>
                <c:pt idx="7328">
                  <c:v>49.292499999999997</c:v>
                </c:pt>
                <c:pt idx="7329">
                  <c:v>53.092500000000001</c:v>
                </c:pt>
                <c:pt idx="7330" formatCode="0.00">
                  <c:v>0</c:v>
                </c:pt>
                <c:pt idx="7331" formatCode="0.00">
                  <c:v>0</c:v>
                </c:pt>
                <c:pt idx="7332" formatCode="0.00">
                  <c:v>0</c:v>
                </c:pt>
                <c:pt idx="7333" formatCode="0.00">
                  <c:v>0</c:v>
                </c:pt>
                <c:pt idx="7334">
                  <c:v>18.25</c:v>
                </c:pt>
                <c:pt idx="7335">
                  <c:v>20.25</c:v>
                </c:pt>
                <c:pt idx="7336">
                  <c:v>22.5</c:v>
                </c:pt>
                <c:pt idx="7337">
                  <c:v>22.5</c:v>
                </c:pt>
                <c:pt idx="7338">
                  <c:v>21.25</c:v>
                </c:pt>
                <c:pt idx="7339">
                  <c:v>21.25</c:v>
                </c:pt>
                <c:pt idx="7340">
                  <c:v>21.25</c:v>
                </c:pt>
                <c:pt idx="7341">
                  <c:v>21.25</c:v>
                </c:pt>
                <c:pt idx="7342">
                  <c:v>20</c:v>
                </c:pt>
                <c:pt idx="7343">
                  <c:v>20</c:v>
                </c:pt>
                <c:pt idx="7344">
                  <c:v>20</c:v>
                </c:pt>
                <c:pt idx="7345">
                  <c:v>20</c:v>
                </c:pt>
                <c:pt idx="7346">
                  <c:v>18.75</c:v>
                </c:pt>
                <c:pt idx="7347">
                  <c:v>18.75</c:v>
                </c:pt>
                <c:pt idx="7348">
                  <c:v>18.75</c:v>
                </c:pt>
                <c:pt idx="7349">
                  <c:v>17.125</c:v>
                </c:pt>
                <c:pt idx="7350">
                  <c:v>13.75</c:v>
                </c:pt>
                <c:pt idx="7351">
                  <c:v>10.125</c:v>
                </c:pt>
                <c:pt idx="7352">
                  <c:v>6</c:v>
                </c:pt>
                <c:pt idx="7353">
                  <c:v>1.75</c:v>
                </c:pt>
                <c:pt idx="7354" formatCode="0.00">
                  <c:v>0</c:v>
                </c:pt>
                <c:pt idx="7355" formatCode="0.00">
                  <c:v>0</c:v>
                </c:pt>
                <c:pt idx="7356" formatCode="0.00">
                  <c:v>0</c:v>
                </c:pt>
                <c:pt idx="7357" formatCode="0.00">
                  <c:v>0</c:v>
                </c:pt>
                <c:pt idx="7358" formatCode="0.00">
                  <c:v>0</c:v>
                </c:pt>
                <c:pt idx="7359" formatCode="0.00">
                  <c:v>0</c:v>
                </c:pt>
                <c:pt idx="7360">
                  <c:v>3.5</c:v>
                </c:pt>
                <c:pt idx="7361">
                  <c:v>8.75</c:v>
                </c:pt>
                <c:pt idx="7362">
                  <c:v>13.5</c:v>
                </c:pt>
                <c:pt idx="7363">
                  <c:v>17.5</c:v>
                </c:pt>
                <c:pt idx="7364">
                  <c:v>21.75</c:v>
                </c:pt>
                <c:pt idx="7365">
                  <c:v>25.25</c:v>
                </c:pt>
                <c:pt idx="7366">
                  <c:v>40.657499999999999</c:v>
                </c:pt>
                <c:pt idx="7367">
                  <c:v>44</c:v>
                </c:pt>
                <c:pt idx="7368">
                  <c:v>45.3125</c:v>
                </c:pt>
                <c:pt idx="7369">
                  <c:v>46.3125</c:v>
                </c:pt>
                <c:pt idx="7370">
                  <c:v>47.3125</c:v>
                </c:pt>
                <c:pt idx="7371">
                  <c:v>48.3125</c:v>
                </c:pt>
                <c:pt idx="7372">
                  <c:v>48.8125</c:v>
                </c:pt>
                <c:pt idx="7373">
                  <c:v>48.0625</c:v>
                </c:pt>
                <c:pt idx="7374">
                  <c:v>47.3125</c:v>
                </c:pt>
                <c:pt idx="7375">
                  <c:v>46.8125</c:v>
                </c:pt>
                <c:pt idx="7376">
                  <c:v>46.0625</c:v>
                </c:pt>
                <c:pt idx="7377">
                  <c:v>45.3125</c:v>
                </c:pt>
                <c:pt idx="7378">
                  <c:v>42.3125</c:v>
                </c:pt>
                <c:pt idx="7379">
                  <c:v>37.25</c:v>
                </c:pt>
                <c:pt idx="7380">
                  <c:v>31.6675</c:v>
                </c:pt>
                <c:pt idx="7381">
                  <c:v>26.4375</c:v>
                </c:pt>
                <c:pt idx="7382">
                  <c:v>18.75</c:v>
                </c:pt>
                <c:pt idx="7383">
                  <c:v>14.5</c:v>
                </c:pt>
                <c:pt idx="7384">
                  <c:v>9.75</c:v>
                </c:pt>
                <c:pt idx="7385">
                  <c:v>5.5</c:v>
                </c:pt>
                <c:pt idx="7386">
                  <c:v>0.75</c:v>
                </c:pt>
                <c:pt idx="7387">
                  <c:v>165</c:v>
                </c:pt>
                <c:pt idx="7388">
                  <c:v>200</c:v>
                </c:pt>
                <c:pt idx="7389">
                  <c:v>1.25</c:v>
                </c:pt>
                <c:pt idx="7390">
                  <c:v>1.25</c:v>
                </c:pt>
                <c:pt idx="7391">
                  <c:v>1.25</c:v>
                </c:pt>
                <c:pt idx="7392">
                  <c:v>5</c:v>
                </c:pt>
                <c:pt idx="7393">
                  <c:v>5</c:v>
                </c:pt>
                <c:pt idx="7394">
                  <c:v>5</c:v>
                </c:pt>
                <c:pt idx="7395">
                  <c:v>5</c:v>
                </c:pt>
                <c:pt idx="7396">
                  <c:v>5</c:v>
                </c:pt>
                <c:pt idx="7397">
                  <c:v>23.75</c:v>
                </c:pt>
                <c:pt idx="7398">
                  <c:v>23.75</c:v>
                </c:pt>
                <c:pt idx="7399">
                  <c:v>24.324999999999999</c:v>
                </c:pt>
                <c:pt idx="7400">
                  <c:v>31.925000000000001</c:v>
                </c:pt>
                <c:pt idx="7401">
                  <c:v>36.924999999999997</c:v>
                </c:pt>
                <c:pt idx="7402">
                  <c:v>33.799999999999997</c:v>
                </c:pt>
                <c:pt idx="7403">
                  <c:v>32.225000000000001</c:v>
                </c:pt>
                <c:pt idx="7404">
                  <c:v>32.975000000000001</c:v>
                </c:pt>
                <c:pt idx="7405">
                  <c:v>41.25</c:v>
                </c:pt>
                <c:pt idx="7406">
                  <c:v>39.924999999999997</c:v>
                </c:pt>
                <c:pt idx="7407">
                  <c:v>37.875</c:v>
                </c:pt>
                <c:pt idx="7408">
                  <c:v>34.375</c:v>
                </c:pt>
                <c:pt idx="7409">
                  <c:v>27.524999999999999</c:v>
                </c:pt>
                <c:pt idx="7410">
                  <c:v>27.5</c:v>
                </c:pt>
                <c:pt idx="7411">
                  <c:v>27.15</c:v>
                </c:pt>
                <c:pt idx="7412">
                  <c:v>22.8</c:v>
                </c:pt>
                <c:pt idx="7413">
                  <c:v>29.25</c:v>
                </c:pt>
                <c:pt idx="7414">
                  <c:v>24.55</c:v>
                </c:pt>
                <c:pt idx="7415">
                  <c:v>19.399999999999999</c:v>
                </c:pt>
                <c:pt idx="7416">
                  <c:v>15.375</c:v>
                </c:pt>
                <c:pt idx="7417">
                  <c:v>1.92</c:v>
                </c:pt>
                <c:pt idx="7418">
                  <c:v>4.5475000000000003</c:v>
                </c:pt>
                <c:pt idx="7419">
                  <c:v>8.2675000000000001</c:v>
                </c:pt>
                <c:pt idx="7420">
                  <c:v>10.945</c:v>
                </c:pt>
                <c:pt idx="7421">
                  <c:v>14.6875</c:v>
                </c:pt>
                <c:pt idx="7422">
                  <c:v>17.612500000000001</c:v>
                </c:pt>
                <c:pt idx="7423">
                  <c:v>26.352499999999999</c:v>
                </c:pt>
                <c:pt idx="7424">
                  <c:v>28.7575</c:v>
                </c:pt>
                <c:pt idx="7425">
                  <c:v>38.119999999999997</c:v>
                </c:pt>
                <c:pt idx="7426">
                  <c:v>42.085000000000001</c:v>
                </c:pt>
                <c:pt idx="7427">
                  <c:v>43.077500000000001</c:v>
                </c:pt>
                <c:pt idx="7428">
                  <c:v>41.667499999999997</c:v>
                </c:pt>
                <c:pt idx="7429">
                  <c:v>41.672499999999999</c:v>
                </c:pt>
                <c:pt idx="7430">
                  <c:v>43.197499999999998</c:v>
                </c:pt>
                <c:pt idx="7431">
                  <c:v>51.247500000000002</c:v>
                </c:pt>
                <c:pt idx="7432">
                  <c:v>50.282499999999999</c:v>
                </c:pt>
                <c:pt idx="7433">
                  <c:v>58.8</c:v>
                </c:pt>
                <c:pt idx="7434">
                  <c:v>58.43</c:v>
                </c:pt>
                <c:pt idx="7435">
                  <c:v>56.954999999999998</c:v>
                </c:pt>
                <c:pt idx="7436">
                  <c:v>55.612499999999997</c:v>
                </c:pt>
                <c:pt idx="7437">
                  <c:v>52.667499999999997</c:v>
                </c:pt>
                <c:pt idx="7438">
                  <c:v>48.612499999999997</c:v>
                </c:pt>
                <c:pt idx="7439">
                  <c:v>40.147500000000001</c:v>
                </c:pt>
                <c:pt idx="7440">
                  <c:v>31.41</c:v>
                </c:pt>
                <c:pt idx="7441">
                  <c:v>26.637499999999999</c:v>
                </c:pt>
                <c:pt idx="7442">
                  <c:v>21.732500000000002</c:v>
                </c:pt>
                <c:pt idx="7443">
                  <c:v>10.9375</c:v>
                </c:pt>
                <c:pt idx="7444">
                  <c:v>6.5125000000000002</c:v>
                </c:pt>
                <c:pt idx="7445">
                  <c:v>6.02</c:v>
                </c:pt>
                <c:pt idx="7446">
                  <c:v>1.64</c:v>
                </c:pt>
                <c:pt idx="7447">
                  <c:v>0.11</c:v>
                </c:pt>
                <c:pt idx="7448">
                  <c:v>0.2525</c:v>
                </c:pt>
                <c:pt idx="7449">
                  <c:v>0.49249999999999999</c:v>
                </c:pt>
                <c:pt idx="7450">
                  <c:v>1.3149999999999999</c:v>
                </c:pt>
                <c:pt idx="7451">
                  <c:v>2.4500000000000002</c:v>
                </c:pt>
                <c:pt idx="7452">
                  <c:v>3.6549999999999998</c:v>
                </c:pt>
                <c:pt idx="7453">
                  <c:v>5.0750000000000002</c:v>
                </c:pt>
                <c:pt idx="7454">
                  <c:v>6.42</c:v>
                </c:pt>
                <c:pt idx="7455">
                  <c:v>7.9474999999999998</c:v>
                </c:pt>
                <c:pt idx="7456">
                  <c:v>9.4350000000000005</c:v>
                </c:pt>
                <c:pt idx="7457">
                  <c:v>10.89</c:v>
                </c:pt>
                <c:pt idx="7458">
                  <c:v>12.172499999999999</c:v>
                </c:pt>
                <c:pt idx="7459">
                  <c:v>13.4825</c:v>
                </c:pt>
                <c:pt idx="7460">
                  <c:v>14.5825</c:v>
                </c:pt>
                <c:pt idx="7461">
                  <c:v>15.645</c:v>
                </c:pt>
                <c:pt idx="7462">
                  <c:v>16.567499999999999</c:v>
                </c:pt>
                <c:pt idx="7463">
                  <c:v>17.2775</c:v>
                </c:pt>
                <c:pt idx="7464">
                  <c:v>33.022500000000001</c:v>
                </c:pt>
                <c:pt idx="7465">
                  <c:v>33.552500000000002</c:v>
                </c:pt>
                <c:pt idx="7466">
                  <c:v>52.39</c:v>
                </c:pt>
                <c:pt idx="7467">
                  <c:v>53.407499999999999</c:v>
                </c:pt>
                <c:pt idx="7468">
                  <c:v>74.432500000000005</c:v>
                </c:pt>
                <c:pt idx="7469">
                  <c:v>70.132499999999993</c:v>
                </c:pt>
                <c:pt idx="7470">
                  <c:v>67.257499999999993</c:v>
                </c:pt>
                <c:pt idx="7471">
                  <c:v>75.532499999999999</c:v>
                </c:pt>
                <c:pt idx="7472">
                  <c:v>75.407499999999999</c:v>
                </c:pt>
                <c:pt idx="7473">
                  <c:v>59.015000000000001</c:v>
                </c:pt>
                <c:pt idx="7474">
                  <c:v>58.552500000000002</c:v>
                </c:pt>
                <c:pt idx="7475">
                  <c:v>57.772500000000001</c:v>
                </c:pt>
                <c:pt idx="7476">
                  <c:v>57.207500000000003</c:v>
                </c:pt>
                <c:pt idx="7477">
                  <c:v>56.424999999999997</c:v>
                </c:pt>
                <c:pt idx="7478">
                  <c:v>55.432499999999997</c:v>
                </c:pt>
                <c:pt idx="7479">
                  <c:v>54.297499999999999</c:v>
                </c:pt>
                <c:pt idx="7480">
                  <c:v>49.337499999999999</c:v>
                </c:pt>
                <c:pt idx="7481">
                  <c:v>48.24</c:v>
                </c:pt>
                <c:pt idx="7482">
                  <c:v>47.03</c:v>
                </c:pt>
                <c:pt idx="7483">
                  <c:v>41.557499999999997</c:v>
                </c:pt>
                <c:pt idx="7484">
                  <c:v>31.442499999999999</c:v>
                </c:pt>
                <c:pt idx="7485">
                  <c:v>15.775</c:v>
                </c:pt>
                <c:pt idx="7486">
                  <c:v>13.1525</c:v>
                </c:pt>
                <c:pt idx="7487">
                  <c:v>3.4424999999999999</c:v>
                </c:pt>
                <c:pt idx="7488">
                  <c:v>2.1625000000000001</c:v>
                </c:pt>
                <c:pt idx="7489">
                  <c:v>1.2050000000000001</c:v>
                </c:pt>
                <c:pt idx="7490">
                  <c:v>0.53500000000000003</c:v>
                </c:pt>
                <c:pt idx="7491">
                  <c:v>0.18</c:v>
                </c:pt>
                <c:pt idx="7492">
                  <c:v>0.11</c:v>
                </c:pt>
                <c:pt idx="7493">
                  <c:v>8.7499999999999994E-2</c:v>
                </c:pt>
                <c:pt idx="7494">
                  <c:v>0.20250000000000001</c:v>
                </c:pt>
                <c:pt idx="7495">
                  <c:v>0.39500000000000002</c:v>
                </c:pt>
                <c:pt idx="7496">
                  <c:v>1.0525</c:v>
                </c:pt>
                <c:pt idx="7497">
                  <c:v>1.96</c:v>
                </c:pt>
                <c:pt idx="7498">
                  <c:v>2.9249999999999998</c:v>
                </c:pt>
                <c:pt idx="7499">
                  <c:v>4.0599999999999996</c:v>
                </c:pt>
                <c:pt idx="7500">
                  <c:v>5.1349999999999998</c:v>
                </c:pt>
                <c:pt idx="7501">
                  <c:v>6.3574999999999999</c:v>
                </c:pt>
                <c:pt idx="7502">
                  <c:v>7.5475000000000003</c:v>
                </c:pt>
                <c:pt idx="7503">
                  <c:v>8.7125000000000004</c:v>
                </c:pt>
                <c:pt idx="7504">
                  <c:v>9.7375000000000007</c:v>
                </c:pt>
                <c:pt idx="7505">
                  <c:v>10.785</c:v>
                </c:pt>
                <c:pt idx="7506">
                  <c:v>11.664999999999999</c:v>
                </c:pt>
                <c:pt idx="7507">
                  <c:v>12.515000000000001</c:v>
                </c:pt>
                <c:pt idx="7508">
                  <c:v>13.255000000000001</c:v>
                </c:pt>
                <c:pt idx="7509">
                  <c:v>13.8225</c:v>
                </c:pt>
                <c:pt idx="7510">
                  <c:v>18.1675</c:v>
                </c:pt>
                <c:pt idx="7511">
                  <c:v>28.592500000000001</c:v>
                </c:pt>
                <c:pt idx="7512">
                  <c:v>28.962499999999999</c:v>
                </c:pt>
                <c:pt idx="7513">
                  <c:v>29.215</c:v>
                </c:pt>
                <c:pt idx="7514">
                  <c:v>19.215</c:v>
                </c:pt>
                <c:pt idx="7515">
                  <c:v>29.215</c:v>
                </c:pt>
                <c:pt idx="7516">
                  <c:v>29.215</c:v>
                </c:pt>
                <c:pt idx="7517">
                  <c:v>29.215</c:v>
                </c:pt>
                <c:pt idx="7518">
                  <c:v>17.965</c:v>
                </c:pt>
                <c:pt idx="7519">
                  <c:v>26.462499999999999</c:v>
                </c:pt>
                <c:pt idx="7520">
                  <c:v>26.092500000000001</c:v>
                </c:pt>
                <c:pt idx="7521">
                  <c:v>25.467500000000001</c:v>
                </c:pt>
                <c:pt idx="7522">
                  <c:v>15.015000000000001</c:v>
                </c:pt>
                <c:pt idx="7523">
                  <c:v>24.39</c:v>
                </c:pt>
                <c:pt idx="7524">
                  <c:v>23.594999999999999</c:v>
                </c:pt>
                <c:pt idx="7525">
                  <c:v>22.6875</c:v>
                </c:pt>
                <c:pt idx="7526">
                  <c:v>11.72</c:v>
                </c:pt>
                <c:pt idx="7527">
                  <c:v>17.092500000000001</c:v>
                </c:pt>
                <c:pt idx="7528">
                  <c:v>16.125</c:v>
                </c:pt>
                <c:pt idx="7529">
                  <c:v>14.904999999999999</c:v>
                </c:pt>
                <c:pt idx="7530">
                  <c:v>6.2750000000000004</c:v>
                </c:pt>
                <c:pt idx="7531">
                  <c:v>5.08</c:v>
                </c:pt>
                <c:pt idx="7532">
                  <c:v>3.8624999999999998</c:v>
                </c:pt>
                <c:pt idx="7533">
                  <c:v>2.7549999999999999</c:v>
                </c:pt>
                <c:pt idx="7534">
                  <c:v>1.73</c:v>
                </c:pt>
                <c:pt idx="7535">
                  <c:v>0.96499999999999997</c:v>
                </c:pt>
                <c:pt idx="7536">
                  <c:v>0.42749999999999999</c:v>
                </c:pt>
                <c:pt idx="7537">
                  <c:v>0.14499999999999999</c:v>
                </c:pt>
                <c:pt idx="7538">
                  <c:v>8.7499999999999994E-2</c:v>
                </c:pt>
                <c:pt idx="7539">
                  <c:v>0.38250000000000001</c:v>
                </c:pt>
                <c:pt idx="7540">
                  <c:v>0.77249999999999996</c:v>
                </c:pt>
                <c:pt idx="7541">
                  <c:v>1.2524999999999999</c:v>
                </c:pt>
                <c:pt idx="7542">
                  <c:v>2.2075</c:v>
                </c:pt>
                <c:pt idx="7543">
                  <c:v>4.1924999999999999</c:v>
                </c:pt>
                <c:pt idx="7544">
                  <c:v>5.25</c:v>
                </c:pt>
                <c:pt idx="7545">
                  <c:v>7.7625000000000002</c:v>
                </c:pt>
                <c:pt idx="7546">
                  <c:v>1.875</c:v>
                </c:pt>
                <c:pt idx="7547">
                  <c:v>6.5250000000000004</c:v>
                </c:pt>
                <c:pt idx="7548">
                  <c:v>7.7750000000000004</c:v>
                </c:pt>
                <c:pt idx="7549">
                  <c:v>9.4250000000000007</c:v>
                </c:pt>
                <c:pt idx="7550">
                  <c:v>11.375</c:v>
                </c:pt>
                <c:pt idx="7551">
                  <c:v>13.2</c:v>
                </c:pt>
                <c:pt idx="7552">
                  <c:v>38.375</c:v>
                </c:pt>
                <c:pt idx="7553">
                  <c:v>38.950000000000003</c:v>
                </c:pt>
                <c:pt idx="7554">
                  <c:v>35.625</c:v>
                </c:pt>
                <c:pt idx="7555">
                  <c:v>42.075000000000003</c:v>
                </c:pt>
                <c:pt idx="7556">
                  <c:v>38.549999999999997</c:v>
                </c:pt>
                <c:pt idx="7557">
                  <c:v>38.825000000000003</c:v>
                </c:pt>
                <c:pt idx="7558">
                  <c:v>39.35</c:v>
                </c:pt>
                <c:pt idx="7559">
                  <c:v>43.475000000000001</c:v>
                </c:pt>
                <c:pt idx="7560">
                  <c:v>38.625</c:v>
                </c:pt>
                <c:pt idx="7561">
                  <c:v>38.524999999999999</c:v>
                </c:pt>
                <c:pt idx="7562">
                  <c:v>38.424999999999997</c:v>
                </c:pt>
                <c:pt idx="7563">
                  <c:v>67.5</c:v>
                </c:pt>
                <c:pt idx="7564">
                  <c:v>72.599999999999994</c:v>
                </c:pt>
                <c:pt idx="7565">
                  <c:v>76.349999999999994</c:v>
                </c:pt>
                <c:pt idx="7566">
                  <c:v>74.5</c:v>
                </c:pt>
                <c:pt idx="7567">
                  <c:v>71.650000000000006</c:v>
                </c:pt>
                <c:pt idx="7568">
                  <c:v>57.4</c:v>
                </c:pt>
                <c:pt idx="7569">
                  <c:v>42.975000000000001</c:v>
                </c:pt>
                <c:pt idx="7570">
                  <c:v>28.675000000000001</c:v>
                </c:pt>
                <c:pt idx="7571">
                  <c:v>23.524999999999999</c:v>
                </c:pt>
                <c:pt idx="7572">
                  <c:v>18.574999999999999</c:v>
                </c:pt>
                <c:pt idx="7573">
                  <c:v>5.7249999999999996</c:v>
                </c:pt>
                <c:pt idx="7574">
                  <c:v>6</c:v>
                </c:pt>
                <c:pt idx="7575">
                  <c:v>2.75</c:v>
                </c:pt>
                <c:pt idx="7576">
                  <c:v>8.75</c:v>
                </c:pt>
                <c:pt idx="7577">
                  <c:v>7.05</c:v>
                </c:pt>
                <c:pt idx="7578">
                  <c:v>3.9874999999999998</c:v>
                </c:pt>
                <c:pt idx="7579">
                  <c:v>1.2549999999999999</c:v>
                </c:pt>
                <c:pt idx="7580">
                  <c:v>0.13</c:v>
                </c:pt>
                <c:pt idx="7581">
                  <c:v>15</c:v>
                </c:pt>
                <c:pt idx="7582">
                  <c:v>15</c:v>
                </c:pt>
                <c:pt idx="7583">
                  <c:v>19.725000000000001</c:v>
                </c:pt>
                <c:pt idx="7584">
                  <c:v>20.7</c:v>
                </c:pt>
                <c:pt idx="7585">
                  <c:v>24.2</c:v>
                </c:pt>
                <c:pt idx="7586">
                  <c:v>23.5</c:v>
                </c:pt>
                <c:pt idx="7587">
                  <c:v>29.35</c:v>
                </c:pt>
                <c:pt idx="7588">
                  <c:v>30.225000000000001</c:v>
                </c:pt>
                <c:pt idx="7589">
                  <c:v>29.625</c:v>
                </c:pt>
                <c:pt idx="7590">
                  <c:v>30.75</c:v>
                </c:pt>
                <c:pt idx="7591">
                  <c:v>29.975000000000001</c:v>
                </c:pt>
                <c:pt idx="7592">
                  <c:v>29.25</c:v>
                </c:pt>
                <c:pt idx="7593">
                  <c:v>28.45</c:v>
                </c:pt>
                <c:pt idx="7594">
                  <c:v>28.024999999999999</c:v>
                </c:pt>
                <c:pt idx="7595">
                  <c:v>28.125</c:v>
                </c:pt>
                <c:pt idx="7596">
                  <c:v>22.85</c:v>
                </c:pt>
                <c:pt idx="7597">
                  <c:v>19.024999999999999</c:v>
                </c:pt>
                <c:pt idx="7598">
                  <c:v>15</c:v>
                </c:pt>
                <c:pt idx="7599">
                  <c:v>15</c:v>
                </c:pt>
                <c:pt idx="7600">
                  <c:v>15</c:v>
                </c:pt>
                <c:pt idx="7601">
                  <c:v>5.05</c:v>
                </c:pt>
                <c:pt idx="7602">
                  <c:v>12.675000000000001</c:v>
                </c:pt>
                <c:pt idx="7603">
                  <c:v>17.75</c:v>
                </c:pt>
                <c:pt idx="7604">
                  <c:v>20.149999999999999</c:v>
                </c:pt>
                <c:pt idx="7605">
                  <c:v>29.75</c:v>
                </c:pt>
                <c:pt idx="7606">
                  <c:v>31.024999999999999</c:v>
                </c:pt>
                <c:pt idx="7607">
                  <c:v>31.15</c:v>
                </c:pt>
                <c:pt idx="7608">
                  <c:v>31.4</c:v>
                </c:pt>
                <c:pt idx="7609">
                  <c:v>41.45</c:v>
                </c:pt>
                <c:pt idx="7610">
                  <c:v>44.475000000000001</c:v>
                </c:pt>
                <c:pt idx="7611">
                  <c:v>47.475000000000001</c:v>
                </c:pt>
                <c:pt idx="7612">
                  <c:v>47.424999999999997</c:v>
                </c:pt>
                <c:pt idx="7613">
                  <c:v>47</c:v>
                </c:pt>
                <c:pt idx="7614">
                  <c:v>47.2</c:v>
                </c:pt>
                <c:pt idx="7615">
                  <c:v>46.825000000000003</c:v>
                </c:pt>
                <c:pt idx="7616">
                  <c:v>47.8</c:v>
                </c:pt>
                <c:pt idx="7617">
                  <c:v>48.15</c:v>
                </c:pt>
                <c:pt idx="7618">
                  <c:v>48.3</c:v>
                </c:pt>
                <c:pt idx="7619">
                  <c:v>58.825000000000003</c:v>
                </c:pt>
                <c:pt idx="7620">
                  <c:v>51.125</c:v>
                </c:pt>
                <c:pt idx="7621">
                  <c:v>39.15</c:v>
                </c:pt>
                <c:pt idx="7622">
                  <c:v>32.65</c:v>
                </c:pt>
                <c:pt idx="7623">
                  <c:v>31.475000000000001</c:v>
                </c:pt>
                <c:pt idx="7624">
                  <c:v>19.774999999999999</c:v>
                </c:pt>
                <c:pt idx="7625">
                  <c:v>12.9</c:v>
                </c:pt>
                <c:pt idx="7626">
                  <c:v>7.5750000000000002</c:v>
                </c:pt>
                <c:pt idx="7627">
                  <c:v>2.5750000000000002</c:v>
                </c:pt>
                <c:pt idx="7628">
                  <c:v>1.8</c:v>
                </c:pt>
                <c:pt idx="7629">
                  <c:v>0.97499999999999998</c:v>
                </c:pt>
                <c:pt idx="7630">
                  <c:v>12.5</c:v>
                </c:pt>
                <c:pt idx="7631">
                  <c:v>12.5</c:v>
                </c:pt>
                <c:pt idx="7632">
                  <c:v>12.5</c:v>
                </c:pt>
                <c:pt idx="7633">
                  <c:v>12.5</c:v>
                </c:pt>
                <c:pt idx="7634">
                  <c:v>12.5</c:v>
                </c:pt>
                <c:pt idx="7635">
                  <c:v>12.5</c:v>
                </c:pt>
                <c:pt idx="7636">
                  <c:v>12.5</c:v>
                </c:pt>
                <c:pt idx="7637">
                  <c:v>12.5</c:v>
                </c:pt>
                <c:pt idx="7638">
                  <c:v>12.5</c:v>
                </c:pt>
                <c:pt idx="7639">
                  <c:v>12.5</c:v>
                </c:pt>
                <c:pt idx="7640">
                  <c:v>12.5</c:v>
                </c:pt>
                <c:pt idx="7641">
                  <c:v>12.5</c:v>
                </c:pt>
                <c:pt idx="7642">
                  <c:v>12.5</c:v>
                </c:pt>
                <c:pt idx="7643">
                  <c:v>12.5</c:v>
                </c:pt>
                <c:pt idx="7644">
                  <c:v>12.5</c:v>
                </c:pt>
                <c:pt idx="7645">
                  <c:v>12.5</c:v>
                </c:pt>
                <c:pt idx="7646">
                  <c:v>12.5</c:v>
                </c:pt>
                <c:pt idx="7647">
                  <c:v>12.5</c:v>
                </c:pt>
                <c:pt idx="7648">
                  <c:v>12.5</c:v>
                </c:pt>
                <c:pt idx="7649">
                  <c:v>12.5</c:v>
                </c:pt>
                <c:pt idx="7650">
                  <c:v>0.17499999999999999</c:v>
                </c:pt>
                <c:pt idx="7651">
                  <c:v>0.40749999999999997</c:v>
                </c:pt>
                <c:pt idx="7652">
                  <c:v>0.66500000000000004</c:v>
                </c:pt>
                <c:pt idx="7653">
                  <c:v>0.94499999999999995</c:v>
                </c:pt>
                <c:pt idx="7654">
                  <c:v>1.2375</c:v>
                </c:pt>
                <c:pt idx="7655">
                  <c:v>1.5325</c:v>
                </c:pt>
                <c:pt idx="7656">
                  <c:v>1.825</c:v>
                </c:pt>
                <c:pt idx="7657">
                  <c:v>2.1074999999999999</c:v>
                </c:pt>
                <c:pt idx="7658">
                  <c:v>2.3774999999999999</c:v>
                </c:pt>
                <c:pt idx="7659">
                  <c:v>2.63</c:v>
                </c:pt>
                <c:pt idx="7660">
                  <c:v>2.86</c:v>
                </c:pt>
                <c:pt idx="7661">
                  <c:v>3.0724999999999998</c:v>
                </c:pt>
                <c:pt idx="7662">
                  <c:v>3.2625000000000002</c:v>
                </c:pt>
                <c:pt idx="7663">
                  <c:v>3.43</c:v>
                </c:pt>
                <c:pt idx="7664">
                  <c:v>16.072500000000002</c:v>
                </c:pt>
                <c:pt idx="7665">
                  <c:v>16.192499999999999</c:v>
                </c:pt>
                <c:pt idx="7666">
                  <c:v>16.295000000000002</c:v>
                </c:pt>
                <c:pt idx="7667">
                  <c:v>17.905000000000001</c:v>
                </c:pt>
                <c:pt idx="7668">
                  <c:v>23.065000000000001</c:v>
                </c:pt>
                <c:pt idx="7669">
                  <c:v>23.08</c:v>
                </c:pt>
                <c:pt idx="7670">
                  <c:v>23.182500000000001</c:v>
                </c:pt>
                <c:pt idx="7671">
                  <c:v>29.2225</c:v>
                </c:pt>
                <c:pt idx="7672">
                  <c:v>49.597499999999997</c:v>
                </c:pt>
                <c:pt idx="7673">
                  <c:v>49.557499999999997</c:v>
                </c:pt>
                <c:pt idx="7674">
                  <c:v>49.517499999999998</c:v>
                </c:pt>
                <c:pt idx="7675">
                  <c:v>49.032499999999999</c:v>
                </c:pt>
                <c:pt idx="7676">
                  <c:v>48.604999999999997</c:v>
                </c:pt>
                <c:pt idx="7677">
                  <c:v>48.482500000000002</c:v>
                </c:pt>
                <c:pt idx="7678">
                  <c:v>47.22</c:v>
                </c:pt>
                <c:pt idx="7679">
                  <c:v>46.987499999999997</c:v>
                </c:pt>
                <c:pt idx="7680">
                  <c:v>45.037500000000001</c:v>
                </c:pt>
                <c:pt idx="7681">
                  <c:v>38.715000000000003</c:v>
                </c:pt>
                <c:pt idx="7682">
                  <c:v>29.664999999999999</c:v>
                </c:pt>
                <c:pt idx="7683">
                  <c:v>26.6</c:v>
                </c:pt>
                <c:pt idx="7684">
                  <c:v>15.092499999999999</c:v>
                </c:pt>
                <c:pt idx="7685">
                  <c:v>8.8874999999999993</c:v>
                </c:pt>
                <c:pt idx="7686">
                  <c:v>1.99</c:v>
                </c:pt>
                <c:pt idx="7687">
                  <c:v>1.6975</c:v>
                </c:pt>
                <c:pt idx="7688">
                  <c:v>1.3925000000000001</c:v>
                </c:pt>
                <c:pt idx="7689">
                  <c:v>1.0874999999999999</c:v>
                </c:pt>
                <c:pt idx="7690">
                  <c:v>0.79249999999999998</c:v>
                </c:pt>
                <c:pt idx="7691">
                  <c:v>0.52</c:v>
                </c:pt>
                <c:pt idx="7692">
                  <c:v>0.26500000000000001</c:v>
                </c:pt>
                <c:pt idx="7693">
                  <c:v>0</c:v>
                </c:pt>
                <c:pt idx="7694">
                  <c:v>0</c:v>
                </c:pt>
                <c:pt idx="7695">
                  <c:v>0</c:v>
                </c:pt>
                <c:pt idx="7696">
                  <c:v>0</c:v>
                </c:pt>
                <c:pt idx="7697">
                  <c:v>0</c:v>
                </c:pt>
                <c:pt idx="7698">
                  <c:v>0</c:v>
                </c:pt>
                <c:pt idx="7699">
                  <c:v>0.20749999999999999</c:v>
                </c:pt>
                <c:pt idx="7700">
                  <c:v>0.47249999999999998</c:v>
                </c:pt>
                <c:pt idx="7701">
                  <c:v>0.76249999999999996</c:v>
                </c:pt>
                <c:pt idx="7702">
                  <c:v>1.8725000000000001</c:v>
                </c:pt>
                <c:pt idx="7703">
                  <c:v>3.3849999999999998</c:v>
                </c:pt>
                <c:pt idx="7704">
                  <c:v>4.8925000000000001</c:v>
                </c:pt>
                <c:pt idx="7705">
                  <c:v>3.64</c:v>
                </c:pt>
                <c:pt idx="7706">
                  <c:v>5.0975000000000001</c:v>
                </c:pt>
                <c:pt idx="7707">
                  <c:v>6.4974999999999996</c:v>
                </c:pt>
                <c:pt idx="7708">
                  <c:v>7.665</c:v>
                </c:pt>
                <c:pt idx="7709">
                  <c:v>8.85</c:v>
                </c:pt>
                <c:pt idx="7710">
                  <c:v>9.9499999999999993</c:v>
                </c:pt>
                <c:pt idx="7711">
                  <c:v>10.875</c:v>
                </c:pt>
                <c:pt idx="7712">
                  <c:v>11.727499999999999</c:v>
                </c:pt>
                <c:pt idx="7713">
                  <c:v>24.965</c:v>
                </c:pt>
                <c:pt idx="7714">
                  <c:v>25.58</c:v>
                </c:pt>
                <c:pt idx="7715">
                  <c:v>25.864999999999998</c:v>
                </c:pt>
                <c:pt idx="7716">
                  <c:v>26.262499999999999</c:v>
                </c:pt>
                <c:pt idx="7717">
                  <c:v>50.002499999999998</c:v>
                </c:pt>
                <c:pt idx="7718">
                  <c:v>50.032499999999999</c:v>
                </c:pt>
                <c:pt idx="7719">
                  <c:v>50.1325</c:v>
                </c:pt>
                <c:pt idx="7720">
                  <c:v>50.075000000000003</c:v>
                </c:pt>
                <c:pt idx="7721">
                  <c:v>50.022500000000001</c:v>
                </c:pt>
                <c:pt idx="7722">
                  <c:v>50</c:v>
                </c:pt>
                <c:pt idx="7723">
                  <c:v>49.615000000000002</c:v>
                </c:pt>
                <c:pt idx="7724">
                  <c:v>49.477499999999999</c:v>
                </c:pt>
                <c:pt idx="7725">
                  <c:v>48.95</c:v>
                </c:pt>
                <c:pt idx="7726">
                  <c:v>48.327500000000001</c:v>
                </c:pt>
                <c:pt idx="7727">
                  <c:v>47.962499999999999</c:v>
                </c:pt>
                <c:pt idx="7728">
                  <c:v>46.222499999999997</c:v>
                </c:pt>
                <c:pt idx="7729">
                  <c:v>45.13</c:v>
                </c:pt>
                <c:pt idx="7730">
                  <c:v>43.017499999999998</c:v>
                </c:pt>
                <c:pt idx="7731">
                  <c:v>40.405000000000001</c:v>
                </c:pt>
                <c:pt idx="7732">
                  <c:v>37.549999999999997</c:v>
                </c:pt>
                <c:pt idx="7733">
                  <c:v>23.047499999999999</c:v>
                </c:pt>
                <c:pt idx="7734">
                  <c:v>19.914999999999999</c:v>
                </c:pt>
                <c:pt idx="7735">
                  <c:v>27.245000000000001</c:v>
                </c:pt>
                <c:pt idx="7736">
                  <c:v>23.22</c:v>
                </c:pt>
                <c:pt idx="7737">
                  <c:v>17.87</c:v>
                </c:pt>
                <c:pt idx="7738">
                  <c:v>12.66</c:v>
                </c:pt>
                <c:pt idx="7739">
                  <c:v>7.53</c:v>
                </c:pt>
                <c:pt idx="7740">
                  <c:v>3.5074999999999998</c:v>
                </c:pt>
                <c:pt idx="7741">
                  <c:v>0.28249999999999997</c:v>
                </c:pt>
                <c:pt idx="7742">
                  <c:v>0</c:v>
                </c:pt>
                <c:pt idx="7743">
                  <c:v>0.28000000000000003</c:v>
                </c:pt>
                <c:pt idx="7744">
                  <c:v>0.60499999999999998</c:v>
                </c:pt>
                <c:pt idx="7745">
                  <c:v>0.96</c:v>
                </c:pt>
                <c:pt idx="7746">
                  <c:v>1.3425</c:v>
                </c:pt>
                <c:pt idx="7747">
                  <c:v>1.7524999999999999</c:v>
                </c:pt>
                <c:pt idx="7748">
                  <c:v>2.1800000000000002</c:v>
                </c:pt>
                <c:pt idx="7749">
                  <c:v>2.6025</c:v>
                </c:pt>
                <c:pt idx="7750">
                  <c:v>3.0049999999999999</c:v>
                </c:pt>
                <c:pt idx="7751">
                  <c:v>3.39</c:v>
                </c:pt>
                <c:pt idx="7752">
                  <c:v>3.7524999999999999</c:v>
                </c:pt>
                <c:pt idx="7753">
                  <c:v>4.0949999999999998</c:v>
                </c:pt>
                <c:pt idx="7754">
                  <c:v>4.42</c:v>
                </c:pt>
                <c:pt idx="7755">
                  <c:v>4.7175000000000002</c:v>
                </c:pt>
                <c:pt idx="7756">
                  <c:v>4.9824999999999999</c:v>
                </c:pt>
                <c:pt idx="7757">
                  <c:v>15.217499999999999</c:v>
                </c:pt>
                <c:pt idx="7758">
                  <c:v>15.42</c:v>
                </c:pt>
                <c:pt idx="7759">
                  <c:v>15.595000000000001</c:v>
                </c:pt>
                <c:pt idx="7760">
                  <c:v>15.7425</c:v>
                </c:pt>
                <c:pt idx="7761">
                  <c:v>15.865</c:v>
                </c:pt>
                <c:pt idx="7762">
                  <c:v>15.955</c:v>
                </c:pt>
                <c:pt idx="7763">
                  <c:v>16</c:v>
                </c:pt>
                <c:pt idx="7764">
                  <c:v>16.0275</c:v>
                </c:pt>
                <c:pt idx="7765">
                  <c:v>13.532500000000001</c:v>
                </c:pt>
                <c:pt idx="7766">
                  <c:v>13.52</c:v>
                </c:pt>
                <c:pt idx="7767">
                  <c:v>13.46</c:v>
                </c:pt>
                <c:pt idx="7768">
                  <c:v>13.37</c:v>
                </c:pt>
                <c:pt idx="7769">
                  <c:v>11.9975</c:v>
                </c:pt>
                <c:pt idx="7770">
                  <c:v>11.85</c:v>
                </c:pt>
                <c:pt idx="7771">
                  <c:v>11.672499999999999</c:v>
                </c:pt>
                <c:pt idx="7772">
                  <c:v>11.465</c:v>
                </c:pt>
                <c:pt idx="7773">
                  <c:v>9.9749999999999996</c:v>
                </c:pt>
                <c:pt idx="7774">
                  <c:v>9.7074999999999996</c:v>
                </c:pt>
                <c:pt idx="7775">
                  <c:v>9.4049999999999994</c:v>
                </c:pt>
                <c:pt idx="7776">
                  <c:v>9.0724999999999998</c:v>
                </c:pt>
                <c:pt idx="7777">
                  <c:v>3.71</c:v>
                </c:pt>
                <c:pt idx="7778">
                  <c:v>3.3174999999999999</c:v>
                </c:pt>
                <c:pt idx="7779">
                  <c:v>2.9024999999999999</c:v>
                </c:pt>
                <c:pt idx="7780">
                  <c:v>2.4700000000000002</c:v>
                </c:pt>
                <c:pt idx="7781">
                  <c:v>2.0225</c:v>
                </c:pt>
                <c:pt idx="7782">
                  <c:v>1.5725</c:v>
                </c:pt>
                <c:pt idx="7783">
                  <c:v>1.1499999999999999</c:v>
                </c:pt>
                <c:pt idx="7784">
                  <c:v>0.76749999999999996</c:v>
                </c:pt>
                <c:pt idx="7785">
                  <c:v>0.41</c:v>
                </c:pt>
                <c:pt idx="7786" formatCode="0.00">
                  <c:v>0</c:v>
                </c:pt>
                <c:pt idx="7787" formatCode="0.00">
                  <c:v>0</c:v>
                </c:pt>
                <c:pt idx="7788" formatCode="0.00">
                  <c:v>0</c:v>
                </c:pt>
                <c:pt idx="7789" formatCode="0.00">
                  <c:v>0</c:v>
                </c:pt>
                <c:pt idx="7790" formatCode="0.00">
                  <c:v>0</c:v>
                </c:pt>
                <c:pt idx="7791" formatCode="0.00">
                  <c:v>0</c:v>
                </c:pt>
                <c:pt idx="7792">
                  <c:v>0.32750000000000001</c:v>
                </c:pt>
                <c:pt idx="7793">
                  <c:v>0.71</c:v>
                </c:pt>
                <c:pt idx="7794">
                  <c:v>1.125</c:v>
                </c:pt>
                <c:pt idx="7795">
                  <c:v>1.575</c:v>
                </c:pt>
                <c:pt idx="7796">
                  <c:v>2.0525000000000002</c:v>
                </c:pt>
                <c:pt idx="7797">
                  <c:v>2.5550000000000002</c:v>
                </c:pt>
                <c:pt idx="7798">
                  <c:v>3.05</c:v>
                </c:pt>
                <c:pt idx="7799">
                  <c:v>3.5249999999999999</c:v>
                </c:pt>
                <c:pt idx="7800">
                  <c:v>3.9750000000000001</c:v>
                </c:pt>
                <c:pt idx="7801">
                  <c:v>4.4000000000000004</c:v>
                </c:pt>
                <c:pt idx="7802">
                  <c:v>4.8025000000000002</c:v>
                </c:pt>
                <c:pt idx="7803">
                  <c:v>5.18</c:v>
                </c:pt>
                <c:pt idx="7804">
                  <c:v>5.53</c:v>
                </c:pt>
                <c:pt idx="7805">
                  <c:v>5.8425000000000002</c:v>
                </c:pt>
                <c:pt idx="7806">
                  <c:v>8.6174999999999997</c:v>
                </c:pt>
                <c:pt idx="7807">
                  <c:v>9.5024999999999995</c:v>
                </c:pt>
                <c:pt idx="7808">
                  <c:v>12.734999999999999</c:v>
                </c:pt>
                <c:pt idx="7809">
                  <c:v>12.9825</c:v>
                </c:pt>
                <c:pt idx="7810">
                  <c:v>13.35</c:v>
                </c:pt>
                <c:pt idx="7811">
                  <c:v>13.505000000000001</c:v>
                </c:pt>
                <c:pt idx="7812">
                  <c:v>13.385</c:v>
                </c:pt>
                <c:pt idx="7813">
                  <c:v>13.6675</c:v>
                </c:pt>
                <c:pt idx="7814">
                  <c:v>63.725000000000001</c:v>
                </c:pt>
                <c:pt idx="7815">
                  <c:v>63.682499999999997</c:v>
                </c:pt>
                <c:pt idx="7816">
                  <c:v>63.362499999999997</c:v>
                </c:pt>
                <c:pt idx="7817">
                  <c:v>63.23</c:v>
                </c:pt>
                <c:pt idx="7818">
                  <c:v>61.365000000000002</c:v>
                </c:pt>
                <c:pt idx="7819">
                  <c:v>61.115000000000002</c:v>
                </c:pt>
                <c:pt idx="7820">
                  <c:v>59.88</c:v>
                </c:pt>
                <c:pt idx="7821">
                  <c:v>59.49</c:v>
                </c:pt>
                <c:pt idx="7822">
                  <c:v>15.1325</c:v>
                </c:pt>
                <c:pt idx="7823">
                  <c:v>14.0425</c:v>
                </c:pt>
                <c:pt idx="7824">
                  <c:v>11.592499999999999</c:v>
                </c:pt>
                <c:pt idx="7825">
                  <c:v>9.3000000000000007</c:v>
                </c:pt>
                <c:pt idx="7826">
                  <c:v>11</c:v>
                </c:pt>
                <c:pt idx="7827">
                  <c:v>7.0650000000000004</c:v>
                </c:pt>
                <c:pt idx="7828">
                  <c:v>11.452500000000001</c:v>
                </c:pt>
                <c:pt idx="7829">
                  <c:v>6.5425000000000004</c:v>
                </c:pt>
                <c:pt idx="7830">
                  <c:v>16.672499999999999</c:v>
                </c:pt>
                <c:pt idx="7831">
                  <c:v>8.7949999999999999</c:v>
                </c:pt>
                <c:pt idx="7832">
                  <c:v>1.35</c:v>
                </c:pt>
                <c:pt idx="7833">
                  <c:v>0.9</c:v>
                </c:pt>
                <c:pt idx="7834">
                  <c:v>0.48</c:v>
                </c:pt>
                <c:pt idx="7835">
                  <c:v>0.14499999999999999</c:v>
                </c:pt>
                <c:pt idx="7836" formatCode="0.00">
                  <c:v>0</c:v>
                </c:pt>
                <c:pt idx="7837" formatCode="0.00">
                  <c:v>0</c:v>
                </c:pt>
                <c:pt idx="7838" formatCode="0.00">
                  <c:v>0</c:v>
                </c:pt>
                <c:pt idx="7839" formatCode="0.00">
                  <c:v>0</c:v>
                </c:pt>
                <c:pt idx="7840" formatCode="0.00">
                  <c:v>0</c:v>
                </c:pt>
                <c:pt idx="7841" formatCode="0.00">
                  <c:v>0</c:v>
                </c:pt>
                <c:pt idx="7842">
                  <c:v>0.32750000000000001</c:v>
                </c:pt>
                <c:pt idx="7843">
                  <c:v>0.71</c:v>
                </c:pt>
                <c:pt idx="7844">
                  <c:v>1.125</c:v>
                </c:pt>
                <c:pt idx="7845">
                  <c:v>1.575</c:v>
                </c:pt>
                <c:pt idx="7846">
                  <c:v>2.0525000000000002</c:v>
                </c:pt>
                <c:pt idx="7847">
                  <c:v>2.5550000000000002</c:v>
                </c:pt>
                <c:pt idx="7848">
                  <c:v>3.05</c:v>
                </c:pt>
                <c:pt idx="7849">
                  <c:v>3.5249999999999999</c:v>
                </c:pt>
                <c:pt idx="7850">
                  <c:v>3.9750000000000001</c:v>
                </c:pt>
                <c:pt idx="7851">
                  <c:v>4.4000000000000004</c:v>
                </c:pt>
                <c:pt idx="7852">
                  <c:v>4.8025000000000002</c:v>
                </c:pt>
                <c:pt idx="7853">
                  <c:v>5.18</c:v>
                </c:pt>
                <c:pt idx="7854">
                  <c:v>5.53</c:v>
                </c:pt>
                <c:pt idx="7855">
                  <c:v>5.8425000000000002</c:v>
                </c:pt>
                <c:pt idx="7856">
                  <c:v>11.1175</c:v>
                </c:pt>
                <c:pt idx="7857">
                  <c:v>11.352499999999999</c:v>
                </c:pt>
                <c:pt idx="7858">
                  <c:v>12.56</c:v>
                </c:pt>
                <c:pt idx="7859">
                  <c:v>14.2325</c:v>
                </c:pt>
                <c:pt idx="7860">
                  <c:v>15.375</c:v>
                </c:pt>
                <c:pt idx="7861">
                  <c:v>15.73</c:v>
                </c:pt>
                <c:pt idx="7862">
                  <c:v>15.785</c:v>
                </c:pt>
                <c:pt idx="7863">
                  <c:v>15.817500000000001</c:v>
                </c:pt>
                <c:pt idx="7864">
                  <c:v>21.475000000000001</c:v>
                </c:pt>
                <c:pt idx="7865">
                  <c:v>21.682500000000001</c:v>
                </c:pt>
                <c:pt idx="7866">
                  <c:v>26.862500000000001</c:v>
                </c:pt>
                <c:pt idx="7867">
                  <c:v>25.66</c:v>
                </c:pt>
                <c:pt idx="7868">
                  <c:v>23.4575</c:v>
                </c:pt>
                <c:pt idx="7869">
                  <c:v>24.4575</c:v>
                </c:pt>
                <c:pt idx="7870">
                  <c:v>20.587499999999999</c:v>
                </c:pt>
                <c:pt idx="7871">
                  <c:v>18.982500000000002</c:v>
                </c:pt>
                <c:pt idx="7872">
                  <c:v>17.4025</c:v>
                </c:pt>
                <c:pt idx="7873">
                  <c:v>17.164999999999999</c:v>
                </c:pt>
                <c:pt idx="7874">
                  <c:v>15.18</c:v>
                </c:pt>
                <c:pt idx="7875">
                  <c:v>13.1325</c:v>
                </c:pt>
                <c:pt idx="7876">
                  <c:v>4.3499999999999996</c:v>
                </c:pt>
                <c:pt idx="7877">
                  <c:v>3.89</c:v>
                </c:pt>
                <c:pt idx="7878">
                  <c:v>3.4024999999999999</c:v>
                </c:pt>
                <c:pt idx="7879">
                  <c:v>2.8925000000000001</c:v>
                </c:pt>
                <c:pt idx="7880">
                  <c:v>4.0750000000000002</c:v>
                </c:pt>
                <c:pt idx="7881">
                  <c:v>1.845</c:v>
                </c:pt>
                <c:pt idx="7882">
                  <c:v>1.35</c:v>
                </c:pt>
                <c:pt idx="7883">
                  <c:v>0.9</c:v>
                </c:pt>
                <c:pt idx="7884">
                  <c:v>0.48</c:v>
                </c:pt>
                <c:pt idx="7885">
                  <c:v>0.14499999999999999</c:v>
                </c:pt>
                <c:pt idx="7886">
                  <c:v>0</c:v>
                </c:pt>
                <c:pt idx="7887">
                  <c:v>0</c:v>
                </c:pt>
                <c:pt idx="7888">
                  <c:v>0</c:v>
                </c:pt>
                <c:pt idx="7889">
                  <c:v>0</c:v>
                </c:pt>
                <c:pt idx="7890">
                  <c:v>0</c:v>
                </c:pt>
                <c:pt idx="7891">
                  <c:v>0</c:v>
                </c:pt>
                <c:pt idx="7892">
                  <c:v>0.45250000000000001</c:v>
                </c:pt>
                <c:pt idx="7893">
                  <c:v>0.98</c:v>
                </c:pt>
                <c:pt idx="7894">
                  <c:v>1.5549999999999999</c:v>
                </c:pt>
                <c:pt idx="7895">
                  <c:v>2.1775000000000002</c:v>
                </c:pt>
                <c:pt idx="7896">
                  <c:v>2.835</c:v>
                </c:pt>
                <c:pt idx="7897">
                  <c:v>3.53</c:v>
                </c:pt>
                <c:pt idx="7898">
                  <c:v>4.2149999999999999</c:v>
                </c:pt>
                <c:pt idx="7899">
                  <c:v>4.87</c:v>
                </c:pt>
                <c:pt idx="7900">
                  <c:v>5.4924999999999997</c:v>
                </c:pt>
                <c:pt idx="7901">
                  <c:v>6.08</c:v>
                </c:pt>
                <c:pt idx="7902">
                  <c:v>6.6349999999999998</c:v>
                </c:pt>
                <c:pt idx="7903">
                  <c:v>7.1574999999999998</c:v>
                </c:pt>
                <c:pt idx="7904">
                  <c:v>7.64</c:v>
                </c:pt>
                <c:pt idx="7905">
                  <c:v>8.0724999999999998</c:v>
                </c:pt>
                <c:pt idx="7906">
                  <c:v>17.202500000000001</c:v>
                </c:pt>
                <c:pt idx="7907">
                  <c:v>17.5275</c:v>
                </c:pt>
                <c:pt idx="7908">
                  <c:v>17.815000000000001</c:v>
                </c:pt>
                <c:pt idx="7909">
                  <c:v>18.052499999999998</c:v>
                </c:pt>
                <c:pt idx="7910">
                  <c:v>18.25</c:v>
                </c:pt>
                <c:pt idx="7911">
                  <c:v>18.395</c:v>
                </c:pt>
                <c:pt idx="7912">
                  <c:v>18.47</c:v>
                </c:pt>
                <c:pt idx="7913">
                  <c:v>18.515000000000001</c:v>
                </c:pt>
                <c:pt idx="7914">
                  <c:v>26.982500000000002</c:v>
                </c:pt>
                <c:pt idx="7915">
                  <c:v>26.952500000000001</c:v>
                </c:pt>
                <c:pt idx="7916">
                  <c:v>26.842500000000001</c:v>
                </c:pt>
                <c:pt idx="7917">
                  <c:v>28.56</c:v>
                </c:pt>
                <c:pt idx="7918">
                  <c:v>28.44</c:v>
                </c:pt>
                <c:pt idx="7919">
                  <c:v>30.465</c:v>
                </c:pt>
                <c:pt idx="7920">
                  <c:v>27.287500000000001</c:v>
                </c:pt>
                <c:pt idx="7921">
                  <c:v>26.785</c:v>
                </c:pt>
                <c:pt idx="7922">
                  <c:v>25.08</c:v>
                </c:pt>
                <c:pt idx="7923">
                  <c:v>23.76</c:v>
                </c:pt>
                <c:pt idx="7924">
                  <c:v>22.4025</c:v>
                </c:pt>
                <c:pt idx="7925">
                  <c:v>20.67</c:v>
                </c:pt>
                <c:pt idx="7926">
                  <c:v>23.305</c:v>
                </c:pt>
                <c:pt idx="7927">
                  <c:v>19.285</c:v>
                </c:pt>
                <c:pt idx="7928">
                  <c:v>7.0724999999999998</c:v>
                </c:pt>
                <c:pt idx="7929">
                  <c:v>3.9975000000000001</c:v>
                </c:pt>
                <c:pt idx="7930">
                  <c:v>4.5250000000000004</c:v>
                </c:pt>
                <c:pt idx="7931">
                  <c:v>3.59</c:v>
                </c:pt>
                <c:pt idx="7932">
                  <c:v>1.865</c:v>
                </c:pt>
                <c:pt idx="7933">
                  <c:v>1.2424999999999999</c:v>
                </c:pt>
                <c:pt idx="7934">
                  <c:v>0.66249999999999998</c:v>
                </c:pt>
                <c:pt idx="7935">
                  <c:v>0.2</c:v>
                </c:pt>
                <c:pt idx="7936">
                  <c:v>0</c:v>
                </c:pt>
                <c:pt idx="7937">
                  <c:v>0</c:v>
                </c:pt>
                <c:pt idx="7938">
                  <c:v>0</c:v>
                </c:pt>
                <c:pt idx="7939">
                  <c:v>0</c:v>
                </c:pt>
                <c:pt idx="7940">
                  <c:v>0</c:v>
                </c:pt>
                <c:pt idx="7941">
                  <c:v>0</c:v>
                </c:pt>
                <c:pt idx="7942">
                  <c:v>0.45250000000000001</c:v>
                </c:pt>
                <c:pt idx="7943">
                  <c:v>0.98</c:v>
                </c:pt>
                <c:pt idx="7944">
                  <c:v>1.5549999999999999</c:v>
                </c:pt>
                <c:pt idx="7945">
                  <c:v>2.1775000000000002</c:v>
                </c:pt>
                <c:pt idx="7946">
                  <c:v>2.835</c:v>
                </c:pt>
                <c:pt idx="7947">
                  <c:v>3.53</c:v>
                </c:pt>
                <c:pt idx="7948">
                  <c:v>4.2149999999999999</c:v>
                </c:pt>
                <c:pt idx="7949">
                  <c:v>4.87</c:v>
                </c:pt>
                <c:pt idx="7950">
                  <c:v>5.4924999999999997</c:v>
                </c:pt>
                <c:pt idx="7951">
                  <c:v>6.08</c:v>
                </c:pt>
                <c:pt idx="7952">
                  <c:v>6.6349999999999998</c:v>
                </c:pt>
                <c:pt idx="7953">
                  <c:v>7.1574999999999998</c:v>
                </c:pt>
                <c:pt idx="7954">
                  <c:v>7.64</c:v>
                </c:pt>
                <c:pt idx="7955">
                  <c:v>8.0724999999999998</c:v>
                </c:pt>
                <c:pt idx="7956">
                  <c:v>17.202500000000001</c:v>
                </c:pt>
                <c:pt idx="7957">
                  <c:v>17.5275</c:v>
                </c:pt>
                <c:pt idx="7958">
                  <c:v>17.815000000000001</c:v>
                </c:pt>
                <c:pt idx="7959">
                  <c:v>18.052499999999998</c:v>
                </c:pt>
                <c:pt idx="7960">
                  <c:v>18.25</c:v>
                </c:pt>
                <c:pt idx="7961">
                  <c:v>18.395</c:v>
                </c:pt>
                <c:pt idx="7962">
                  <c:v>18.47</c:v>
                </c:pt>
                <c:pt idx="7963">
                  <c:v>18.515000000000001</c:v>
                </c:pt>
                <c:pt idx="7964">
                  <c:v>18.524999999999999</c:v>
                </c:pt>
                <c:pt idx="7965">
                  <c:v>18.502500000000001</c:v>
                </c:pt>
                <c:pt idx="7966">
                  <c:v>18.405000000000001</c:v>
                </c:pt>
                <c:pt idx="7967">
                  <c:v>18.2575</c:v>
                </c:pt>
                <c:pt idx="7968">
                  <c:v>18.0625</c:v>
                </c:pt>
                <c:pt idx="7969">
                  <c:v>17.82</c:v>
                </c:pt>
                <c:pt idx="7970">
                  <c:v>17.53</c:v>
                </c:pt>
                <c:pt idx="7971">
                  <c:v>17.2</c:v>
                </c:pt>
                <c:pt idx="7972">
                  <c:v>16.809999999999999</c:v>
                </c:pt>
                <c:pt idx="7973">
                  <c:v>16.375</c:v>
                </c:pt>
                <c:pt idx="7974">
                  <c:v>15.89</c:v>
                </c:pt>
                <c:pt idx="7975">
                  <c:v>15.3475</c:v>
                </c:pt>
                <c:pt idx="7976">
                  <c:v>6.01</c:v>
                </c:pt>
                <c:pt idx="7977">
                  <c:v>5.375</c:v>
                </c:pt>
                <c:pt idx="7978">
                  <c:v>4.7024999999999997</c:v>
                </c:pt>
                <c:pt idx="7979">
                  <c:v>3.9975000000000001</c:v>
                </c:pt>
                <c:pt idx="7980">
                  <c:v>3.2774999999999999</c:v>
                </c:pt>
                <c:pt idx="7981">
                  <c:v>2.5499999999999998</c:v>
                </c:pt>
                <c:pt idx="7982">
                  <c:v>1.865</c:v>
                </c:pt>
                <c:pt idx="7983">
                  <c:v>1.2424999999999999</c:v>
                </c:pt>
                <c:pt idx="7984">
                  <c:v>0.66249999999999998</c:v>
                </c:pt>
                <c:pt idx="7985">
                  <c:v>0.2</c:v>
                </c:pt>
                <c:pt idx="7986" formatCode="0.00">
                  <c:v>0</c:v>
                </c:pt>
                <c:pt idx="7987" formatCode="0.00">
                  <c:v>0</c:v>
                </c:pt>
                <c:pt idx="7988" formatCode="0.00">
                  <c:v>0</c:v>
                </c:pt>
                <c:pt idx="7989" formatCode="0.00">
                  <c:v>0</c:v>
                </c:pt>
                <c:pt idx="7990" formatCode="0.00">
                  <c:v>0</c:v>
                </c:pt>
                <c:pt idx="7991" formatCode="0.00">
                  <c:v>0</c:v>
                </c:pt>
                <c:pt idx="7992" formatCode="0.00">
                  <c:v>0</c:v>
                </c:pt>
                <c:pt idx="7993" formatCode="0.00">
                  <c:v>0</c:v>
                </c:pt>
                <c:pt idx="7994" formatCode="0.00">
                  <c:v>0</c:v>
                </c:pt>
                <c:pt idx="7995" formatCode="0.00">
                  <c:v>0</c:v>
                </c:pt>
                <c:pt idx="7996" formatCode="0.00">
                  <c:v>0</c:v>
                </c:pt>
                <c:pt idx="7997" formatCode="0.00">
                  <c:v>0</c:v>
                </c:pt>
                <c:pt idx="7998" formatCode="0.00">
                  <c:v>0</c:v>
                </c:pt>
                <c:pt idx="7999">
                  <c:v>1.25</c:v>
                </c:pt>
                <c:pt idx="8000">
                  <c:v>12</c:v>
                </c:pt>
                <c:pt idx="8001">
                  <c:v>21.75</c:v>
                </c:pt>
                <c:pt idx="8002">
                  <c:v>13</c:v>
                </c:pt>
                <c:pt idx="8003">
                  <c:v>20.5</c:v>
                </c:pt>
                <c:pt idx="8004">
                  <c:v>27</c:v>
                </c:pt>
                <c:pt idx="8005">
                  <c:v>31.5</c:v>
                </c:pt>
                <c:pt idx="8006">
                  <c:v>46</c:v>
                </c:pt>
                <c:pt idx="8007">
                  <c:v>48.5</c:v>
                </c:pt>
                <c:pt idx="8008">
                  <c:v>36.25</c:v>
                </c:pt>
                <c:pt idx="8009">
                  <c:v>28.75</c:v>
                </c:pt>
                <c:pt idx="8010">
                  <c:v>38.75</c:v>
                </c:pt>
                <c:pt idx="8011">
                  <c:v>28.75</c:v>
                </c:pt>
                <c:pt idx="8012">
                  <c:v>11.25</c:v>
                </c:pt>
                <c:pt idx="8013">
                  <c:v>11.25</c:v>
                </c:pt>
                <c:pt idx="8014">
                  <c:v>15.5875</c:v>
                </c:pt>
                <c:pt idx="8015">
                  <c:v>15.6</c:v>
                </c:pt>
                <c:pt idx="8016">
                  <c:v>15.5825</c:v>
                </c:pt>
                <c:pt idx="8017">
                  <c:v>15.8025</c:v>
                </c:pt>
                <c:pt idx="8018">
                  <c:v>16.405000000000001</c:v>
                </c:pt>
                <c:pt idx="8019">
                  <c:v>15.8775</c:v>
                </c:pt>
                <c:pt idx="8020">
                  <c:v>15.2475</c:v>
                </c:pt>
                <c:pt idx="8021">
                  <c:v>15.3675</c:v>
                </c:pt>
                <c:pt idx="8022">
                  <c:v>14.775</c:v>
                </c:pt>
                <c:pt idx="8023">
                  <c:v>10.82</c:v>
                </c:pt>
                <c:pt idx="8024">
                  <c:v>10.067500000000001</c:v>
                </c:pt>
                <c:pt idx="8025">
                  <c:v>10</c:v>
                </c:pt>
                <c:pt idx="8026" formatCode="0.00">
                  <c:v>0</c:v>
                </c:pt>
                <c:pt idx="8027" formatCode="0.00">
                  <c:v>0</c:v>
                </c:pt>
                <c:pt idx="8028" formatCode="0.00">
                  <c:v>0</c:v>
                </c:pt>
                <c:pt idx="8029" formatCode="0.00">
                  <c:v>0</c:v>
                </c:pt>
                <c:pt idx="8030" formatCode="0.00">
                  <c:v>0</c:v>
                </c:pt>
                <c:pt idx="8031" formatCode="0.00">
                  <c:v>0</c:v>
                </c:pt>
                <c:pt idx="8032" formatCode="0.00">
                  <c:v>0</c:v>
                </c:pt>
                <c:pt idx="8033" formatCode="0.00">
                  <c:v>0</c:v>
                </c:pt>
                <c:pt idx="8034" formatCode="0.00">
                  <c:v>0</c:v>
                </c:pt>
                <c:pt idx="8035" formatCode="0.00">
                  <c:v>0</c:v>
                </c:pt>
                <c:pt idx="8036" formatCode="0.00">
                  <c:v>0</c:v>
                </c:pt>
                <c:pt idx="8037">
                  <c:v>0.115</c:v>
                </c:pt>
                <c:pt idx="8038">
                  <c:v>0.27</c:v>
                </c:pt>
                <c:pt idx="8039">
                  <c:v>0.90249999999999997</c:v>
                </c:pt>
                <c:pt idx="8040">
                  <c:v>2.0550000000000002</c:v>
                </c:pt>
                <c:pt idx="8041">
                  <c:v>3.4575</c:v>
                </c:pt>
                <c:pt idx="8042">
                  <c:v>6.85</c:v>
                </c:pt>
                <c:pt idx="8043">
                  <c:v>11.505000000000001</c:v>
                </c:pt>
                <c:pt idx="8044">
                  <c:v>17.172499999999999</c:v>
                </c:pt>
                <c:pt idx="8045">
                  <c:v>22.645</c:v>
                </c:pt>
                <c:pt idx="8046">
                  <c:v>23.4</c:v>
                </c:pt>
                <c:pt idx="8047">
                  <c:v>28.912500000000001</c:v>
                </c:pt>
                <c:pt idx="8048">
                  <c:v>34.234999999999999</c:v>
                </c:pt>
                <c:pt idx="8049">
                  <c:v>39.284999999999997</c:v>
                </c:pt>
                <c:pt idx="8050">
                  <c:v>44.052500000000002</c:v>
                </c:pt>
                <c:pt idx="8051">
                  <c:v>47.827500000000001</c:v>
                </c:pt>
                <c:pt idx="8052">
                  <c:v>51.717500000000001</c:v>
                </c:pt>
                <c:pt idx="8053">
                  <c:v>55.077500000000001</c:v>
                </c:pt>
                <c:pt idx="8054">
                  <c:v>69.12</c:v>
                </c:pt>
                <c:pt idx="8055">
                  <c:v>70.965000000000003</c:v>
                </c:pt>
                <c:pt idx="8056">
                  <c:v>71.897499999999994</c:v>
                </c:pt>
                <c:pt idx="8057">
                  <c:v>71.992500000000007</c:v>
                </c:pt>
                <c:pt idx="8058">
                  <c:v>72.037499999999994</c:v>
                </c:pt>
                <c:pt idx="8059">
                  <c:v>72.052499999999995</c:v>
                </c:pt>
                <c:pt idx="8060">
                  <c:v>72.067499999999995</c:v>
                </c:pt>
                <c:pt idx="8061">
                  <c:v>72.069999999999993</c:v>
                </c:pt>
                <c:pt idx="8062">
                  <c:v>70.775000000000006</c:v>
                </c:pt>
                <c:pt idx="8063">
                  <c:v>70.709999999999994</c:v>
                </c:pt>
                <c:pt idx="8064">
                  <c:v>70.625</c:v>
                </c:pt>
                <c:pt idx="8065">
                  <c:v>70.497500000000002</c:v>
                </c:pt>
                <c:pt idx="8066">
                  <c:v>70.0625</c:v>
                </c:pt>
                <c:pt idx="8067">
                  <c:v>69.542500000000004</c:v>
                </c:pt>
                <c:pt idx="8068">
                  <c:v>68.504999999999995</c:v>
                </c:pt>
                <c:pt idx="8069">
                  <c:v>66.864999999999995</c:v>
                </c:pt>
                <c:pt idx="8070">
                  <c:v>64.952500000000001</c:v>
                </c:pt>
                <c:pt idx="8071">
                  <c:v>62.75</c:v>
                </c:pt>
                <c:pt idx="8072">
                  <c:v>59.29</c:v>
                </c:pt>
                <c:pt idx="8073">
                  <c:v>55.712499999999999</c:v>
                </c:pt>
                <c:pt idx="8074">
                  <c:v>40.935000000000002</c:v>
                </c:pt>
                <c:pt idx="8075">
                  <c:v>36.112499999999997</c:v>
                </c:pt>
                <c:pt idx="8076">
                  <c:v>36.082500000000003</c:v>
                </c:pt>
                <c:pt idx="8077">
                  <c:v>30.695</c:v>
                </c:pt>
                <c:pt idx="8078">
                  <c:v>25.102499999999999</c:v>
                </c:pt>
                <c:pt idx="8079">
                  <c:v>19.88</c:v>
                </c:pt>
                <c:pt idx="8080">
                  <c:v>14.234999999999999</c:v>
                </c:pt>
                <c:pt idx="8081">
                  <c:v>9.4499999999999993</c:v>
                </c:pt>
                <c:pt idx="8082">
                  <c:v>5.1974999999999998</c:v>
                </c:pt>
                <c:pt idx="8083">
                  <c:v>2.3925000000000001</c:v>
                </c:pt>
                <c:pt idx="8084">
                  <c:v>0.73750000000000004</c:v>
                </c:pt>
                <c:pt idx="8085" formatCode="0.00">
                  <c:v>0</c:v>
                </c:pt>
                <c:pt idx="8086" formatCode="0.00">
                  <c:v>0</c:v>
                </c:pt>
                <c:pt idx="8087" formatCode="0.00">
                  <c:v>0</c:v>
                </c:pt>
                <c:pt idx="8088">
                  <c:v>0.1125</c:v>
                </c:pt>
                <c:pt idx="8089">
                  <c:v>0.26250000000000001</c:v>
                </c:pt>
                <c:pt idx="8090">
                  <c:v>0.875</c:v>
                </c:pt>
                <c:pt idx="8091">
                  <c:v>1.9924999999999999</c:v>
                </c:pt>
                <c:pt idx="8092">
                  <c:v>3.3525</c:v>
                </c:pt>
                <c:pt idx="8093">
                  <c:v>6.6449999999999996</c:v>
                </c:pt>
                <c:pt idx="8094">
                  <c:v>11.16</c:v>
                </c:pt>
                <c:pt idx="8095">
                  <c:v>16.66</c:v>
                </c:pt>
                <c:pt idx="8096">
                  <c:v>21.967500000000001</c:v>
                </c:pt>
                <c:pt idx="8097">
                  <c:v>27.392499999999998</c:v>
                </c:pt>
                <c:pt idx="8098">
                  <c:v>32.722499999999997</c:v>
                </c:pt>
                <c:pt idx="8099">
                  <c:v>37.585000000000001</c:v>
                </c:pt>
                <c:pt idx="8100">
                  <c:v>42.022500000000001</c:v>
                </c:pt>
                <c:pt idx="8101">
                  <c:v>46.322499999999998</c:v>
                </c:pt>
                <c:pt idx="8102">
                  <c:v>49.87</c:v>
                </c:pt>
                <c:pt idx="8103">
                  <c:v>53.427500000000002</c:v>
                </c:pt>
                <c:pt idx="8104">
                  <c:v>56.49</c:v>
                </c:pt>
                <c:pt idx="8105">
                  <c:v>66.62</c:v>
                </c:pt>
                <c:pt idx="8106">
                  <c:v>68.297499999999999</c:v>
                </c:pt>
                <c:pt idx="8107">
                  <c:v>69.162499999999994</c:v>
                </c:pt>
                <c:pt idx="8108">
                  <c:v>69.162499999999994</c:v>
                </c:pt>
                <c:pt idx="8109">
                  <c:v>69.162499999999994</c:v>
                </c:pt>
                <c:pt idx="8110">
                  <c:v>69.162499999999994</c:v>
                </c:pt>
                <c:pt idx="8111">
                  <c:v>69.162499999999994</c:v>
                </c:pt>
                <c:pt idx="8112">
                  <c:v>69.162499999999994</c:v>
                </c:pt>
                <c:pt idx="8113">
                  <c:v>69.162499999999994</c:v>
                </c:pt>
                <c:pt idx="8114">
                  <c:v>69.162499999999994</c:v>
                </c:pt>
                <c:pt idx="8115">
                  <c:v>69.162499999999994</c:v>
                </c:pt>
                <c:pt idx="8116">
                  <c:v>69.162499999999994</c:v>
                </c:pt>
                <c:pt idx="8117">
                  <c:v>68.837500000000006</c:v>
                </c:pt>
                <c:pt idx="8118">
                  <c:v>68.452500000000001</c:v>
                </c:pt>
                <c:pt idx="8119">
                  <c:v>67.597499999999997</c:v>
                </c:pt>
                <c:pt idx="8120">
                  <c:v>66.127499999999998</c:v>
                </c:pt>
                <c:pt idx="8121">
                  <c:v>64.430000000000007</c:v>
                </c:pt>
                <c:pt idx="8122">
                  <c:v>62.515000000000001</c:v>
                </c:pt>
                <c:pt idx="8123">
                  <c:v>59.38</c:v>
                </c:pt>
                <c:pt idx="8124">
                  <c:v>56.155000000000001</c:v>
                </c:pt>
                <c:pt idx="8125">
                  <c:v>44.252499999999998</c:v>
                </c:pt>
                <c:pt idx="8126">
                  <c:v>39.802500000000002</c:v>
                </c:pt>
                <c:pt idx="8127">
                  <c:v>34.997500000000002</c:v>
                </c:pt>
                <c:pt idx="8128">
                  <c:v>29.774999999999999</c:v>
                </c:pt>
                <c:pt idx="8129">
                  <c:v>24.35</c:v>
                </c:pt>
                <c:pt idx="8130">
                  <c:v>19.285</c:v>
                </c:pt>
                <c:pt idx="8131">
                  <c:v>13.805</c:v>
                </c:pt>
                <c:pt idx="8132">
                  <c:v>9.1649999999999991</c:v>
                </c:pt>
                <c:pt idx="8133">
                  <c:v>5.0425000000000004</c:v>
                </c:pt>
                <c:pt idx="8134">
                  <c:v>2.3224999999999998</c:v>
                </c:pt>
                <c:pt idx="8135">
                  <c:v>0.71499999999999997</c:v>
                </c:pt>
                <c:pt idx="8136" formatCode="0.00">
                  <c:v>0</c:v>
                </c:pt>
                <c:pt idx="8137" formatCode="0.00">
                  <c:v>0</c:v>
                </c:pt>
                <c:pt idx="8138" formatCode="0.00">
                  <c:v>0</c:v>
                </c:pt>
                <c:pt idx="8139">
                  <c:v>0.115</c:v>
                </c:pt>
                <c:pt idx="8140">
                  <c:v>0.27</c:v>
                </c:pt>
                <c:pt idx="8141">
                  <c:v>0.90249999999999997</c:v>
                </c:pt>
                <c:pt idx="8142">
                  <c:v>2.0525000000000002</c:v>
                </c:pt>
                <c:pt idx="8143">
                  <c:v>3.4550000000000001</c:v>
                </c:pt>
                <c:pt idx="8144">
                  <c:v>6.8475000000000001</c:v>
                </c:pt>
                <c:pt idx="8145">
                  <c:v>11.5</c:v>
                </c:pt>
                <c:pt idx="8146">
                  <c:v>17.04</c:v>
                </c:pt>
                <c:pt idx="8147">
                  <c:v>22.512499999999999</c:v>
                </c:pt>
                <c:pt idx="8148">
                  <c:v>27.9725</c:v>
                </c:pt>
                <c:pt idx="8149">
                  <c:v>33.465000000000003</c:v>
                </c:pt>
                <c:pt idx="8150">
                  <c:v>38.35</c:v>
                </c:pt>
                <c:pt idx="8151">
                  <c:v>42.922499999999999</c:v>
                </c:pt>
                <c:pt idx="8152">
                  <c:v>46.765000000000001</c:v>
                </c:pt>
                <c:pt idx="8153">
                  <c:v>50.417499999999997</c:v>
                </c:pt>
                <c:pt idx="8154">
                  <c:v>54.085000000000001</c:v>
                </c:pt>
                <c:pt idx="8155">
                  <c:v>57.2425</c:v>
                </c:pt>
                <c:pt idx="8156">
                  <c:v>64.95</c:v>
                </c:pt>
                <c:pt idx="8157">
                  <c:v>66.680000000000007</c:v>
                </c:pt>
                <c:pt idx="8158">
                  <c:v>67.572500000000005</c:v>
                </c:pt>
                <c:pt idx="8159">
                  <c:v>67.572500000000005</c:v>
                </c:pt>
                <c:pt idx="8160">
                  <c:v>67.572500000000005</c:v>
                </c:pt>
                <c:pt idx="8161">
                  <c:v>67.572500000000005</c:v>
                </c:pt>
                <c:pt idx="8162">
                  <c:v>67.572500000000005</c:v>
                </c:pt>
                <c:pt idx="8163">
                  <c:v>67.572500000000005</c:v>
                </c:pt>
                <c:pt idx="8164">
                  <c:v>67.572500000000005</c:v>
                </c:pt>
                <c:pt idx="8165">
                  <c:v>67.572500000000005</c:v>
                </c:pt>
                <c:pt idx="8166">
                  <c:v>67.572500000000005</c:v>
                </c:pt>
                <c:pt idx="8167">
                  <c:v>67.572500000000005</c:v>
                </c:pt>
                <c:pt idx="8168">
                  <c:v>67.572500000000005</c:v>
                </c:pt>
                <c:pt idx="8169">
                  <c:v>67.174999999999997</c:v>
                </c:pt>
                <c:pt idx="8170">
                  <c:v>66.424999999999997</c:v>
                </c:pt>
                <c:pt idx="8171">
                  <c:v>64.907499999999999</c:v>
                </c:pt>
                <c:pt idx="8172">
                  <c:v>63.417499999999997</c:v>
                </c:pt>
                <c:pt idx="8173">
                  <c:v>61.445</c:v>
                </c:pt>
                <c:pt idx="8174">
                  <c:v>58.47</c:v>
                </c:pt>
                <c:pt idx="8175">
                  <c:v>55.147500000000001</c:v>
                </c:pt>
                <c:pt idx="8176">
                  <c:v>45.61</c:v>
                </c:pt>
                <c:pt idx="8177">
                  <c:v>41.022500000000001</c:v>
                </c:pt>
                <c:pt idx="8178">
                  <c:v>36.075000000000003</c:v>
                </c:pt>
                <c:pt idx="8179">
                  <c:v>30.6875</c:v>
                </c:pt>
                <c:pt idx="8180">
                  <c:v>25.1</c:v>
                </c:pt>
                <c:pt idx="8181">
                  <c:v>19.877500000000001</c:v>
                </c:pt>
                <c:pt idx="8182">
                  <c:v>14.2325</c:v>
                </c:pt>
                <c:pt idx="8183">
                  <c:v>9.4499999999999993</c:v>
                </c:pt>
                <c:pt idx="8184">
                  <c:v>5.1974999999999998</c:v>
                </c:pt>
                <c:pt idx="8185">
                  <c:v>2.3925000000000001</c:v>
                </c:pt>
                <c:pt idx="8186">
                  <c:v>0.73750000000000004</c:v>
                </c:pt>
                <c:pt idx="8187" formatCode="0.00">
                  <c:v>0</c:v>
                </c:pt>
                <c:pt idx="8188" formatCode="0.00">
                  <c:v>0</c:v>
                </c:pt>
                <c:pt idx="8189" formatCode="0.00">
                  <c:v>0</c:v>
                </c:pt>
                <c:pt idx="8190" formatCode="0.00">
                  <c:v>0</c:v>
                </c:pt>
                <c:pt idx="8191" formatCode="0.00">
                  <c:v>0</c:v>
                </c:pt>
                <c:pt idx="8192">
                  <c:v>0.55000000000000004</c:v>
                </c:pt>
                <c:pt idx="8193">
                  <c:v>1.3149999999999999</c:v>
                </c:pt>
                <c:pt idx="8194">
                  <c:v>2.3849999999999998</c:v>
                </c:pt>
                <c:pt idx="8195">
                  <c:v>5.5350000000000001</c:v>
                </c:pt>
                <c:pt idx="8196">
                  <c:v>9.9975000000000005</c:v>
                </c:pt>
                <c:pt idx="8197">
                  <c:v>15.637499999999999</c:v>
                </c:pt>
                <c:pt idx="8198">
                  <c:v>21.162500000000001</c:v>
                </c:pt>
                <c:pt idx="8199">
                  <c:v>26.8825</c:v>
                </c:pt>
                <c:pt idx="8200">
                  <c:v>32.452500000000001</c:v>
                </c:pt>
                <c:pt idx="8201">
                  <c:v>37.619999999999997</c:v>
                </c:pt>
                <c:pt idx="8202">
                  <c:v>42.215000000000003</c:v>
                </c:pt>
                <c:pt idx="8203">
                  <c:v>46.072499999999998</c:v>
                </c:pt>
                <c:pt idx="8204">
                  <c:v>49.78</c:v>
                </c:pt>
                <c:pt idx="8205">
                  <c:v>53.467500000000001</c:v>
                </c:pt>
                <c:pt idx="8206">
                  <c:v>56.7575</c:v>
                </c:pt>
                <c:pt idx="8207">
                  <c:v>59.414999999999999</c:v>
                </c:pt>
                <c:pt idx="8208">
                  <c:v>61.115000000000002</c:v>
                </c:pt>
                <c:pt idx="8209">
                  <c:v>61.987499999999997</c:v>
                </c:pt>
                <c:pt idx="8210">
                  <c:v>62.094999999999999</c:v>
                </c:pt>
                <c:pt idx="8211">
                  <c:v>62.112499999999997</c:v>
                </c:pt>
                <c:pt idx="8212">
                  <c:v>62.067500000000003</c:v>
                </c:pt>
                <c:pt idx="8213">
                  <c:v>62.215000000000003</c:v>
                </c:pt>
                <c:pt idx="8214">
                  <c:v>62.227499999999999</c:v>
                </c:pt>
                <c:pt idx="8215">
                  <c:v>62.237499999999997</c:v>
                </c:pt>
                <c:pt idx="8216">
                  <c:v>62.244999999999997</c:v>
                </c:pt>
                <c:pt idx="8217">
                  <c:v>94.41</c:v>
                </c:pt>
                <c:pt idx="8218">
                  <c:v>94.07</c:v>
                </c:pt>
                <c:pt idx="8219">
                  <c:v>93.915000000000006</c:v>
                </c:pt>
                <c:pt idx="8220">
                  <c:v>92.96</c:v>
                </c:pt>
                <c:pt idx="8221">
                  <c:v>91.677499999999995</c:v>
                </c:pt>
                <c:pt idx="8222">
                  <c:v>89.967500000000001</c:v>
                </c:pt>
                <c:pt idx="8223">
                  <c:v>87.28</c:v>
                </c:pt>
                <c:pt idx="8224">
                  <c:v>55.852499999999999</c:v>
                </c:pt>
                <c:pt idx="8225">
                  <c:v>52.914999999999999</c:v>
                </c:pt>
                <c:pt idx="8226">
                  <c:v>49.62</c:v>
                </c:pt>
                <c:pt idx="8227">
                  <c:v>45.9</c:v>
                </c:pt>
                <c:pt idx="8228">
                  <c:v>41.4925</c:v>
                </c:pt>
                <c:pt idx="8229">
                  <c:v>36.927500000000002</c:v>
                </c:pt>
                <c:pt idx="8230">
                  <c:v>32.237499999999997</c:v>
                </c:pt>
                <c:pt idx="8231">
                  <c:v>27.137499999999999</c:v>
                </c:pt>
                <c:pt idx="8232">
                  <c:v>21.817499999999999</c:v>
                </c:pt>
                <c:pt idx="8233">
                  <c:v>16.149999999999999</c:v>
                </c:pt>
                <c:pt idx="8234">
                  <c:v>10.715</c:v>
                </c:pt>
                <c:pt idx="8235">
                  <c:v>6.2549999999999999</c:v>
                </c:pt>
                <c:pt idx="8236">
                  <c:v>2.86</c:v>
                </c:pt>
                <c:pt idx="8237">
                  <c:v>0.82499999999999996</c:v>
                </c:pt>
                <c:pt idx="8238" formatCode="0.00">
                  <c:v>0</c:v>
                </c:pt>
                <c:pt idx="8239" formatCode="0.00">
                  <c:v>0</c:v>
                </c:pt>
                <c:pt idx="8240" formatCode="0.00">
                  <c:v>0</c:v>
                </c:pt>
                <c:pt idx="8241" formatCode="0.00">
                  <c:v>0</c:v>
                </c:pt>
                <c:pt idx="8242" formatCode="0.00">
                  <c:v>0</c:v>
                </c:pt>
                <c:pt idx="8243">
                  <c:v>0.73750000000000004</c:v>
                </c:pt>
                <c:pt idx="8244">
                  <c:v>1.7875000000000001</c:v>
                </c:pt>
                <c:pt idx="8245">
                  <c:v>3.2949999999999999</c:v>
                </c:pt>
                <c:pt idx="8246">
                  <c:v>7.16</c:v>
                </c:pt>
                <c:pt idx="8247">
                  <c:v>12.3225</c:v>
                </c:pt>
                <c:pt idx="8248">
                  <c:v>18.344999999999999</c:v>
                </c:pt>
                <c:pt idx="8249">
                  <c:v>24.17</c:v>
                </c:pt>
                <c:pt idx="8250">
                  <c:v>30.12</c:v>
                </c:pt>
                <c:pt idx="8251">
                  <c:v>36.075000000000003</c:v>
                </c:pt>
                <c:pt idx="8252">
                  <c:v>41.424999999999997</c:v>
                </c:pt>
                <c:pt idx="8253">
                  <c:v>46.372500000000002</c:v>
                </c:pt>
                <c:pt idx="8254">
                  <c:v>50.627499999999998</c:v>
                </c:pt>
                <c:pt idx="8255">
                  <c:v>54.577500000000001</c:v>
                </c:pt>
                <c:pt idx="8256">
                  <c:v>58.607500000000002</c:v>
                </c:pt>
                <c:pt idx="8257">
                  <c:v>62.022500000000001</c:v>
                </c:pt>
                <c:pt idx="8258">
                  <c:v>69.52</c:v>
                </c:pt>
                <c:pt idx="8259">
                  <c:v>70.922499999999999</c:v>
                </c:pt>
                <c:pt idx="8260">
                  <c:v>71.477500000000006</c:v>
                </c:pt>
                <c:pt idx="8261">
                  <c:v>71.572500000000005</c:v>
                </c:pt>
                <c:pt idx="8262">
                  <c:v>71.627499999999998</c:v>
                </c:pt>
                <c:pt idx="8263">
                  <c:v>71.55</c:v>
                </c:pt>
                <c:pt idx="8264">
                  <c:v>71.599999999999994</c:v>
                </c:pt>
                <c:pt idx="8265">
                  <c:v>71.847499999999997</c:v>
                </c:pt>
                <c:pt idx="8266">
                  <c:v>71.872500000000002</c:v>
                </c:pt>
                <c:pt idx="8267">
                  <c:v>71.885000000000005</c:v>
                </c:pt>
                <c:pt idx="8268">
                  <c:v>71.877499999999998</c:v>
                </c:pt>
                <c:pt idx="8269">
                  <c:v>71.877499999999998</c:v>
                </c:pt>
                <c:pt idx="8270">
                  <c:v>71.882499999999993</c:v>
                </c:pt>
                <c:pt idx="8271">
                  <c:v>71.767499999999998</c:v>
                </c:pt>
                <c:pt idx="8272">
                  <c:v>71.385000000000005</c:v>
                </c:pt>
                <c:pt idx="8273">
                  <c:v>70.03</c:v>
                </c:pt>
                <c:pt idx="8274">
                  <c:v>68.522499999999994</c:v>
                </c:pt>
                <c:pt idx="8275">
                  <c:v>66.257499999999993</c:v>
                </c:pt>
                <c:pt idx="8276">
                  <c:v>63.077500000000001</c:v>
                </c:pt>
                <c:pt idx="8277">
                  <c:v>59.3675</c:v>
                </c:pt>
                <c:pt idx="8278">
                  <c:v>50.314999999999998</c:v>
                </c:pt>
                <c:pt idx="8279">
                  <c:v>45.79</c:v>
                </c:pt>
                <c:pt idx="8280">
                  <c:v>40.994999999999997</c:v>
                </c:pt>
                <c:pt idx="8281">
                  <c:v>35.887500000000003</c:v>
                </c:pt>
                <c:pt idx="8282">
                  <c:v>30.337499999999999</c:v>
                </c:pt>
                <c:pt idx="8283">
                  <c:v>24.6175</c:v>
                </c:pt>
                <c:pt idx="8284">
                  <c:v>18.55</c:v>
                </c:pt>
                <c:pt idx="8285">
                  <c:v>12.45</c:v>
                </c:pt>
                <c:pt idx="8286">
                  <c:v>7.3049999999999997</c:v>
                </c:pt>
                <c:pt idx="8287">
                  <c:v>3.3275000000000001</c:v>
                </c:pt>
                <c:pt idx="8288">
                  <c:v>0.97</c:v>
                </c:pt>
                <c:pt idx="8289" formatCode="0.00">
                  <c:v>0</c:v>
                </c:pt>
                <c:pt idx="8290" formatCode="0.00">
                  <c:v>0</c:v>
                </c:pt>
                <c:pt idx="8291" formatCode="0.00">
                  <c:v>0</c:v>
                </c:pt>
                <c:pt idx="8292" formatCode="0.00">
                  <c:v>0</c:v>
                </c:pt>
                <c:pt idx="8293" formatCode="0.00">
                  <c:v>0</c:v>
                </c:pt>
                <c:pt idx="8294">
                  <c:v>0.70499999999999996</c:v>
                </c:pt>
                <c:pt idx="8295">
                  <c:v>1.6950000000000001</c:v>
                </c:pt>
                <c:pt idx="8296">
                  <c:v>3.0449999999999999</c:v>
                </c:pt>
                <c:pt idx="8297">
                  <c:v>6.9424999999999999</c:v>
                </c:pt>
                <c:pt idx="8298">
                  <c:v>11.592499999999999</c:v>
                </c:pt>
                <c:pt idx="8299">
                  <c:v>17.5825</c:v>
                </c:pt>
                <c:pt idx="8300">
                  <c:v>23.142499999999998</c:v>
                </c:pt>
                <c:pt idx="8301">
                  <c:v>28.9375</c:v>
                </c:pt>
                <c:pt idx="8302">
                  <c:v>34.672499999999999</c:v>
                </c:pt>
                <c:pt idx="8303">
                  <c:v>39.869999999999997</c:v>
                </c:pt>
                <c:pt idx="8304">
                  <c:v>44.642499999999998</c:v>
                </c:pt>
                <c:pt idx="8305">
                  <c:v>48.707500000000003</c:v>
                </c:pt>
                <c:pt idx="8306">
                  <c:v>52.707500000000003</c:v>
                </c:pt>
                <c:pt idx="8307">
                  <c:v>56.572499999999998</c:v>
                </c:pt>
                <c:pt idx="8308">
                  <c:v>59.972499999999997</c:v>
                </c:pt>
                <c:pt idx="8309">
                  <c:v>62.67</c:v>
                </c:pt>
                <c:pt idx="8310">
                  <c:v>64.537499999999994</c:v>
                </c:pt>
                <c:pt idx="8311">
                  <c:v>65.497500000000002</c:v>
                </c:pt>
                <c:pt idx="8312">
                  <c:v>65.802499999999995</c:v>
                </c:pt>
                <c:pt idx="8313">
                  <c:v>65.967500000000001</c:v>
                </c:pt>
                <c:pt idx="8314">
                  <c:v>66.025000000000006</c:v>
                </c:pt>
                <c:pt idx="8315">
                  <c:v>65.7</c:v>
                </c:pt>
                <c:pt idx="8316">
                  <c:v>65.400000000000006</c:v>
                </c:pt>
                <c:pt idx="8317">
                  <c:v>65.099999999999994</c:v>
                </c:pt>
                <c:pt idx="8318">
                  <c:v>64.8</c:v>
                </c:pt>
                <c:pt idx="8319">
                  <c:v>64.5</c:v>
                </c:pt>
                <c:pt idx="8320">
                  <c:v>64.099999999999994</c:v>
                </c:pt>
                <c:pt idx="8321">
                  <c:v>63.5</c:v>
                </c:pt>
                <c:pt idx="8322">
                  <c:v>62.7</c:v>
                </c:pt>
                <c:pt idx="8323">
                  <c:v>62.015000000000001</c:v>
                </c:pt>
                <c:pt idx="8324">
                  <c:v>60.445</c:v>
                </c:pt>
                <c:pt idx="8325">
                  <c:v>58.3125</c:v>
                </c:pt>
                <c:pt idx="8326">
                  <c:v>55.732500000000002</c:v>
                </c:pt>
                <c:pt idx="8327">
                  <c:v>52.762500000000003</c:v>
                </c:pt>
                <c:pt idx="8328">
                  <c:v>49.4375</c:v>
                </c:pt>
                <c:pt idx="8329">
                  <c:v>46.125</c:v>
                </c:pt>
                <c:pt idx="8330">
                  <c:v>41.96</c:v>
                </c:pt>
                <c:pt idx="8331">
                  <c:v>37.747500000000002</c:v>
                </c:pt>
                <c:pt idx="8332">
                  <c:v>32.9</c:v>
                </c:pt>
                <c:pt idx="8333">
                  <c:v>27.942499999999999</c:v>
                </c:pt>
                <c:pt idx="8334">
                  <c:v>23.177499999999998</c:v>
                </c:pt>
                <c:pt idx="8335">
                  <c:v>16.97</c:v>
                </c:pt>
                <c:pt idx="8336">
                  <c:v>11.66</c:v>
                </c:pt>
                <c:pt idx="8337">
                  <c:v>6.7949999999999999</c:v>
                </c:pt>
                <c:pt idx="8338">
                  <c:v>3.07</c:v>
                </c:pt>
                <c:pt idx="8339">
                  <c:v>0.87749999999999995</c:v>
                </c:pt>
                <c:pt idx="8340" formatCode="0.00">
                  <c:v>0</c:v>
                </c:pt>
                <c:pt idx="8341" formatCode="0.00">
                  <c:v>0</c:v>
                </c:pt>
                <c:pt idx="8342" formatCode="0.00">
                  <c:v>0</c:v>
                </c:pt>
                <c:pt idx="8343" formatCode="0.00">
                  <c:v>0</c:v>
                </c:pt>
                <c:pt idx="8344" formatCode="0.00">
                  <c:v>0</c:v>
                </c:pt>
                <c:pt idx="8345">
                  <c:v>0.57499999999999996</c:v>
                </c:pt>
                <c:pt idx="8346">
                  <c:v>1.4325000000000001</c:v>
                </c:pt>
                <c:pt idx="8347">
                  <c:v>2.6850000000000001</c:v>
                </c:pt>
                <c:pt idx="8348">
                  <c:v>5.9775</c:v>
                </c:pt>
                <c:pt idx="8349">
                  <c:v>10.5975</c:v>
                </c:pt>
                <c:pt idx="8350">
                  <c:v>16.405000000000001</c:v>
                </c:pt>
                <c:pt idx="8351">
                  <c:v>22.14</c:v>
                </c:pt>
                <c:pt idx="8352">
                  <c:v>28.105</c:v>
                </c:pt>
                <c:pt idx="8353">
                  <c:v>33.8675</c:v>
                </c:pt>
                <c:pt idx="8354">
                  <c:v>39.797499999999999</c:v>
                </c:pt>
                <c:pt idx="8355">
                  <c:v>44.53</c:v>
                </c:pt>
                <c:pt idx="8356">
                  <c:v>48.475000000000001</c:v>
                </c:pt>
                <c:pt idx="8357">
                  <c:v>52.342500000000001</c:v>
                </c:pt>
                <c:pt idx="8358">
                  <c:v>56.204999999999998</c:v>
                </c:pt>
                <c:pt idx="8359">
                  <c:v>59.672499999999999</c:v>
                </c:pt>
                <c:pt idx="8360">
                  <c:v>62.335000000000001</c:v>
                </c:pt>
                <c:pt idx="8361">
                  <c:v>64.185000000000002</c:v>
                </c:pt>
                <c:pt idx="8362">
                  <c:v>65.064999999999998</c:v>
                </c:pt>
                <c:pt idx="8363">
                  <c:v>65.165000000000006</c:v>
                </c:pt>
                <c:pt idx="8364">
                  <c:v>65.165000000000006</c:v>
                </c:pt>
                <c:pt idx="8365">
                  <c:v>65.165000000000006</c:v>
                </c:pt>
                <c:pt idx="8366">
                  <c:v>65.165000000000006</c:v>
                </c:pt>
                <c:pt idx="8367">
                  <c:v>65.165000000000006</c:v>
                </c:pt>
                <c:pt idx="8368">
                  <c:v>65.165000000000006</c:v>
                </c:pt>
                <c:pt idx="8369">
                  <c:v>65.165000000000006</c:v>
                </c:pt>
                <c:pt idx="8370">
                  <c:v>65.142499999999998</c:v>
                </c:pt>
                <c:pt idx="8371">
                  <c:v>65.165000000000006</c:v>
                </c:pt>
                <c:pt idx="8372">
                  <c:v>65.064999999999998</c:v>
                </c:pt>
                <c:pt idx="8373">
                  <c:v>64.572500000000005</c:v>
                </c:pt>
                <c:pt idx="8374">
                  <c:v>63.805</c:v>
                </c:pt>
                <c:pt idx="8375">
                  <c:v>62.515000000000001</c:v>
                </c:pt>
                <c:pt idx="8376">
                  <c:v>60.782499999999999</c:v>
                </c:pt>
                <c:pt idx="8377">
                  <c:v>58.44</c:v>
                </c:pt>
                <c:pt idx="8378">
                  <c:v>55.27</c:v>
                </c:pt>
                <c:pt idx="8379">
                  <c:v>51.7</c:v>
                </c:pt>
                <c:pt idx="8380">
                  <c:v>47.7575</c:v>
                </c:pt>
                <c:pt idx="8381">
                  <c:v>43.31</c:v>
                </c:pt>
                <c:pt idx="8382">
                  <c:v>38.69</c:v>
                </c:pt>
                <c:pt idx="8383">
                  <c:v>33.619999999999997</c:v>
                </c:pt>
                <c:pt idx="8384">
                  <c:v>28.377500000000001</c:v>
                </c:pt>
                <c:pt idx="8385">
                  <c:v>22.9175</c:v>
                </c:pt>
                <c:pt idx="8386">
                  <c:v>17.125</c:v>
                </c:pt>
                <c:pt idx="8387">
                  <c:v>11.4</c:v>
                </c:pt>
                <c:pt idx="8388">
                  <c:v>6.81</c:v>
                </c:pt>
                <c:pt idx="8389">
                  <c:v>3.2425000000000002</c:v>
                </c:pt>
                <c:pt idx="8390">
                  <c:v>0.70499999999999996</c:v>
                </c:pt>
                <c:pt idx="8391" formatCode="0.00">
                  <c:v>0</c:v>
                </c:pt>
                <c:pt idx="8392" formatCode="0.00">
                  <c:v>0</c:v>
                </c:pt>
                <c:pt idx="8393" formatCode="0.00">
                  <c:v>0</c:v>
                </c:pt>
                <c:pt idx="8394" formatCode="0.00">
                  <c:v>0</c:v>
                </c:pt>
                <c:pt idx="8395">
                  <c:v>0.27750000000000002</c:v>
                </c:pt>
                <c:pt idx="8396">
                  <c:v>1.1025</c:v>
                </c:pt>
                <c:pt idx="8397">
                  <c:v>2.44</c:v>
                </c:pt>
                <c:pt idx="8398">
                  <c:v>4.1875</c:v>
                </c:pt>
                <c:pt idx="8399">
                  <c:v>8.1449999999999996</c:v>
                </c:pt>
                <c:pt idx="8400">
                  <c:v>13.6175</c:v>
                </c:pt>
                <c:pt idx="8401">
                  <c:v>19.984999999999999</c:v>
                </c:pt>
                <c:pt idx="8402">
                  <c:v>26.21</c:v>
                </c:pt>
                <c:pt idx="8403">
                  <c:v>32.484999999999999</c:v>
                </c:pt>
                <c:pt idx="8404">
                  <c:v>38.69</c:v>
                </c:pt>
                <c:pt idx="8405">
                  <c:v>44.652500000000003</c:v>
                </c:pt>
                <c:pt idx="8406">
                  <c:v>50.19</c:v>
                </c:pt>
                <c:pt idx="8407">
                  <c:v>54.727499999999999</c:v>
                </c:pt>
                <c:pt idx="8408">
                  <c:v>66.64</c:v>
                </c:pt>
                <c:pt idx="8409">
                  <c:v>70.545000000000002</c:v>
                </c:pt>
                <c:pt idx="8410">
                  <c:v>74.302499999999995</c:v>
                </c:pt>
                <c:pt idx="8411">
                  <c:v>77.53</c:v>
                </c:pt>
                <c:pt idx="8412">
                  <c:v>79.655000000000001</c:v>
                </c:pt>
                <c:pt idx="8413">
                  <c:v>80.527500000000003</c:v>
                </c:pt>
                <c:pt idx="8414">
                  <c:v>73.5</c:v>
                </c:pt>
                <c:pt idx="8415">
                  <c:v>74</c:v>
                </c:pt>
                <c:pt idx="8416">
                  <c:v>74</c:v>
                </c:pt>
                <c:pt idx="8417">
                  <c:v>74</c:v>
                </c:pt>
                <c:pt idx="8418">
                  <c:v>74</c:v>
                </c:pt>
                <c:pt idx="8419">
                  <c:v>74</c:v>
                </c:pt>
                <c:pt idx="8420">
                  <c:v>74</c:v>
                </c:pt>
                <c:pt idx="8421">
                  <c:v>74</c:v>
                </c:pt>
                <c:pt idx="8422">
                  <c:v>73.75</c:v>
                </c:pt>
                <c:pt idx="8423">
                  <c:v>94.612499999999997</c:v>
                </c:pt>
                <c:pt idx="8424">
                  <c:v>92.995000000000005</c:v>
                </c:pt>
                <c:pt idx="8425">
                  <c:v>90.32</c:v>
                </c:pt>
                <c:pt idx="8426">
                  <c:v>70.217500000000001</c:v>
                </c:pt>
                <c:pt idx="8427">
                  <c:v>68.004999999999995</c:v>
                </c:pt>
                <c:pt idx="8428">
                  <c:v>65.284999999999997</c:v>
                </c:pt>
                <c:pt idx="8429">
                  <c:v>61.68</c:v>
                </c:pt>
                <c:pt idx="8430">
                  <c:v>57.697499999999998</c:v>
                </c:pt>
                <c:pt idx="8431">
                  <c:v>53.17</c:v>
                </c:pt>
                <c:pt idx="8432">
                  <c:v>48.352499999999999</c:v>
                </c:pt>
                <c:pt idx="8433">
                  <c:v>43.3825</c:v>
                </c:pt>
                <c:pt idx="8434">
                  <c:v>37.625</c:v>
                </c:pt>
                <c:pt idx="8435">
                  <c:v>31.0275</c:v>
                </c:pt>
                <c:pt idx="8436">
                  <c:v>24.984999999999999</c:v>
                </c:pt>
                <c:pt idx="8437">
                  <c:v>18.600000000000001</c:v>
                </c:pt>
                <c:pt idx="8438">
                  <c:v>12.32</c:v>
                </c:pt>
                <c:pt idx="8439">
                  <c:v>7.43</c:v>
                </c:pt>
                <c:pt idx="8440">
                  <c:v>3.82</c:v>
                </c:pt>
                <c:pt idx="8441">
                  <c:v>0.98750000000000004</c:v>
                </c:pt>
                <c:pt idx="8442" formatCode="0.00">
                  <c:v>0</c:v>
                </c:pt>
                <c:pt idx="8443" formatCode="0.00">
                  <c:v>0</c:v>
                </c:pt>
                <c:pt idx="8444" formatCode="0.00">
                  <c:v>0</c:v>
                </c:pt>
                <c:pt idx="8445" formatCode="0.00">
                  <c:v>0</c:v>
                </c:pt>
                <c:pt idx="8446">
                  <c:v>0.19</c:v>
                </c:pt>
                <c:pt idx="8447">
                  <c:v>0.65749999999999997</c:v>
                </c:pt>
                <c:pt idx="8448">
                  <c:v>1.8525</c:v>
                </c:pt>
                <c:pt idx="8449">
                  <c:v>3.68</c:v>
                </c:pt>
                <c:pt idx="8450">
                  <c:v>7.0650000000000004</c:v>
                </c:pt>
                <c:pt idx="8451">
                  <c:v>9.7725000000000009</c:v>
                </c:pt>
                <c:pt idx="8452">
                  <c:v>12.45</c:v>
                </c:pt>
                <c:pt idx="8453">
                  <c:v>15.362500000000001</c:v>
                </c:pt>
                <c:pt idx="8454">
                  <c:v>23.305</c:v>
                </c:pt>
                <c:pt idx="8455">
                  <c:v>26.055</c:v>
                </c:pt>
                <c:pt idx="8456">
                  <c:v>29.1325</c:v>
                </c:pt>
                <c:pt idx="8457">
                  <c:v>31.857500000000002</c:v>
                </c:pt>
                <c:pt idx="8458">
                  <c:v>37.802500000000002</c:v>
                </c:pt>
                <c:pt idx="8459">
                  <c:v>39.975000000000001</c:v>
                </c:pt>
                <c:pt idx="8460">
                  <c:v>41.482500000000002</c:v>
                </c:pt>
                <c:pt idx="8461">
                  <c:v>43.05</c:v>
                </c:pt>
                <c:pt idx="8462">
                  <c:v>52.795000000000002</c:v>
                </c:pt>
                <c:pt idx="8463">
                  <c:v>56.572499999999998</c:v>
                </c:pt>
                <c:pt idx="8464">
                  <c:v>57.432499999999997</c:v>
                </c:pt>
                <c:pt idx="8465">
                  <c:v>57.865000000000002</c:v>
                </c:pt>
                <c:pt idx="8466">
                  <c:v>50.977499999999999</c:v>
                </c:pt>
                <c:pt idx="8467">
                  <c:v>50.622500000000002</c:v>
                </c:pt>
                <c:pt idx="8468">
                  <c:v>45.72</c:v>
                </c:pt>
                <c:pt idx="8469">
                  <c:v>61.545000000000002</c:v>
                </c:pt>
                <c:pt idx="8470">
                  <c:v>54.832500000000003</c:v>
                </c:pt>
                <c:pt idx="8471">
                  <c:v>59.68</c:v>
                </c:pt>
                <c:pt idx="8472">
                  <c:v>59.922499999999999</c:v>
                </c:pt>
                <c:pt idx="8473">
                  <c:v>61.22</c:v>
                </c:pt>
                <c:pt idx="8474">
                  <c:v>111.758</c:v>
                </c:pt>
                <c:pt idx="8475">
                  <c:v>103.218</c:v>
                </c:pt>
                <c:pt idx="8476">
                  <c:v>93.254999999999995</c:v>
                </c:pt>
                <c:pt idx="8477">
                  <c:v>78.855000000000004</c:v>
                </c:pt>
                <c:pt idx="8478">
                  <c:v>64.877499999999998</c:v>
                </c:pt>
                <c:pt idx="8479">
                  <c:v>68.405000000000001</c:v>
                </c:pt>
                <c:pt idx="8480">
                  <c:v>60.2425</c:v>
                </c:pt>
                <c:pt idx="8481">
                  <c:v>58.744999999999997</c:v>
                </c:pt>
                <c:pt idx="8482">
                  <c:v>37.15</c:v>
                </c:pt>
                <c:pt idx="8483">
                  <c:v>22.63</c:v>
                </c:pt>
                <c:pt idx="8484">
                  <c:v>19.18</c:v>
                </c:pt>
                <c:pt idx="8485">
                  <c:v>16.267499999999998</c:v>
                </c:pt>
                <c:pt idx="8486">
                  <c:v>13.31</c:v>
                </c:pt>
                <c:pt idx="8487">
                  <c:v>10.545</c:v>
                </c:pt>
                <c:pt idx="8488">
                  <c:v>7.8375000000000004</c:v>
                </c:pt>
                <c:pt idx="8489">
                  <c:v>5.2249999999999996</c:v>
                </c:pt>
                <c:pt idx="8490">
                  <c:v>3.2850000000000001</c:v>
                </c:pt>
                <c:pt idx="8491">
                  <c:v>1.8774999999999999</c:v>
                </c:pt>
                <c:pt idx="8492">
                  <c:v>0.25</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0.32500000000000001</c:v>
                </c:pt>
                <c:pt idx="8548">
                  <c:v>0.8</c:v>
                </c:pt>
                <c:pt idx="8549">
                  <c:v>1.125</c:v>
                </c:pt>
                <c:pt idx="8550">
                  <c:v>1.75</c:v>
                </c:pt>
                <c:pt idx="8551">
                  <c:v>2.125</c:v>
                </c:pt>
                <c:pt idx="8552">
                  <c:v>2.75</c:v>
                </c:pt>
                <c:pt idx="8553">
                  <c:v>3.25</c:v>
                </c:pt>
                <c:pt idx="8554">
                  <c:v>3.75</c:v>
                </c:pt>
                <c:pt idx="8555">
                  <c:v>4.5</c:v>
                </c:pt>
                <c:pt idx="8556">
                  <c:v>5.25</c:v>
                </c:pt>
                <c:pt idx="8557">
                  <c:v>9.5</c:v>
                </c:pt>
                <c:pt idx="8558">
                  <c:v>10</c:v>
                </c:pt>
                <c:pt idx="8559">
                  <c:v>10</c:v>
                </c:pt>
                <c:pt idx="8560">
                  <c:v>10.25</c:v>
                </c:pt>
                <c:pt idx="8561">
                  <c:v>14.5</c:v>
                </c:pt>
                <c:pt idx="8562">
                  <c:v>14.75</c:v>
                </c:pt>
                <c:pt idx="8563">
                  <c:v>15</c:v>
                </c:pt>
                <c:pt idx="8564">
                  <c:v>17.3125</c:v>
                </c:pt>
                <c:pt idx="8565">
                  <c:v>8.2899999999999991</c:v>
                </c:pt>
                <c:pt idx="8566">
                  <c:v>8</c:v>
                </c:pt>
                <c:pt idx="8567">
                  <c:v>12.7675</c:v>
                </c:pt>
                <c:pt idx="8568">
                  <c:v>16.925000000000001</c:v>
                </c:pt>
                <c:pt idx="8569">
                  <c:v>32.225000000000001</c:v>
                </c:pt>
                <c:pt idx="8570">
                  <c:v>32.450000000000003</c:v>
                </c:pt>
                <c:pt idx="8571">
                  <c:v>31.95</c:v>
                </c:pt>
                <c:pt idx="8572">
                  <c:v>13.045</c:v>
                </c:pt>
                <c:pt idx="8573">
                  <c:v>12.66</c:v>
                </c:pt>
                <c:pt idx="8574">
                  <c:v>12.487500000000001</c:v>
                </c:pt>
                <c:pt idx="8575">
                  <c:v>12.022500000000001</c:v>
                </c:pt>
                <c:pt idx="8576">
                  <c:v>11.244999999999999</c:v>
                </c:pt>
                <c:pt idx="8577">
                  <c:v>10.272500000000001</c:v>
                </c:pt>
                <c:pt idx="8578">
                  <c:v>9.1374999999999993</c:v>
                </c:pt>
                <c:pt idx="8579">
                  <c:v>7.1375000000000002</c:v>
                </c:pt>
                <c:pt idx="8580">
                  <c:v>6.0625</c:v>
                </c:pt>
                <c:pt idx="8581">
                  <c:v>5.55</c:v>
                </c:pt>
                <c:pt idx="8582">
                  <c:v>4.75</c:v>
                </c:pt>
                <c:pt idx="8583">
                  <c:v>4.25</c:v>
                </c:pt>
                <c:pt idx="8584">
                  <c:v>3.5</c:v>
                </c:pt>
                <c:pt idx="8585">
                  <c:v>2.75</c:v>
                </c:pt>
                <c:pt idx="8586">
                  <c:v>2.25</c:v>
                </c:pt>
                <c:pt idx="8587">
                  <c:v>1.75</c:v>
                </c:pt>
                <c:pt idx="8588">
                  <c:v>1.25</c:v>
                </c:pt>
                <c:pt idx="8589">
                  <c:v>0.75</c:v>
                </c:pt>
                <c:pt idx="8590">
                  <c:v>0.5</c:v>
                </c:pt>
                <c:pt idx="8591">
                  <c:v>0.25</c:v>
                </c:pt>
                <c:pt idx="8592" formatCode="0.00">
                  <c:v>0</c:v>
                </c:pt>
                <c:pt idx="8593" formatCode="0.00">
                  <c:v>0</c:v>
                </c:pt>
                <c:pt idx="8594" formatCode="0.00">
                  <c:v>0</c:v>
                </c:pt>
                <c:pt idx="8595" formatCode="0.00">
                  <c:v>0</c:v>
                </c:pt>
                <c:pt idx="8596" formatCode="0.00">
                  <c:v>0</c:v>
                </c:pt>
                <c:pt idx="8597" formatCode="0.00">
                  <c:v>0</c:v>
                </c:pt>
                <c:pt idx="8598">
                  <c:v>0.25</c:v>
                </c:pt>
                <c:pt idx="8599">
                  <c:v>0.5</c:v>
                </c:pt>
                <c:pt idx="8600">
                  <c:v>1.175</c:v>
                </c:pt>
                <c:pt idx="8601">
                  <c:v>1.8</c:v>
                </c:pt>
                <c:pt idx="8602">
                  <c:v>1.7275</c:v>
                </c:pt>
                <c:pt idx="8603">
                  <c:v>2.3125</c:v>
                </c:pt>
                <c:pt idx="8604">
                  <c:v>3.0274999999999999</c:v>
                </c:pt>
                <c:pt idx="8605">
                  <c:v>4</c:v>
                </c:pt>
                <c:pt idx="8606">
                  <c:v>3.96</c:v>
                </c:pt>
                <c:pt idx="8607">
                  <c:v>4.7225000000000001</c:v>
                </c:pt>
                <c:pt idx="8608">
                  <c:v>8.93</c:v>
                </c:pt>
                <c:pt idx="8609">
                  <c:v>9.5850000000000009</c:v>
                </c:pt>
                <c:pt idx="8610">
                  <c:v>9.7550000000000008</c:v>
                </c:pt>
                <c:pt idx="8611">
                  <c:v>10.2225</c:v>
                </c:pt>
                <c:pt idx="8612">
                  <c:v>14.692500000000001</c:v>
                </c:pt>
                <c:pt idx="8613">
                  <c:v>14.78</c:v>
                </c:pt>
                <c:pt idx="8614">
                  <c:v>17.47</c:v>
                </c:pt>
                <c:pt idx="8615">
                  <c:v>18.422499999999999</c:v>
                </c:pt>
                <c:pt idx="8616">
                  <c:v>12.164999999999999</c:v>
                </c:pt>
                <c:pt idx="8617">
                  <c:v>13.7875</c:v>
                </c:pt>
                <c:pt idx="8618">
                  <c:v>18.2925</c:v>
                </c:pt>
                <c:pt idx="8619">
                  <c:v>18.8675</c:v>
                </c:pt>
                <c:pt idx="8620">
                  <c:v>70</c:v>
                </c:pt>
                <c:pt idx="8621">
                  <c:v>78.375</c:v>
                </c:pt>
                <c:pt idx="8622">
                  <c:v>83.125</c:v>
                </c:pt>
                <c:pt idx="8623">
                  <c:v>84.625</c:v>
                </c:pt>
                <c:pt idx="8624">
                  <c:v>81.7</c:v>
                </c:pt>
                <c:pt idx="8625">
                  <c:v>85.25</c:v>
                </c:pt>
                <c:pt idx="8626">
                  <c:v>83.9</c:v>
                </c:pt>
                <c:pt idx="8627">
                  <c:v>76.25</c:v>
                </c:pt>
                <c:pt idx="8628">
                  <c:v>46.602499999999999</c:v>
                </c:pt>
                <c:pt idx="8629">
                  <c:v>33.704999999999998</c:v>
                </c:pt>
                <c:pt idx="8630">
                  <c:v>13.11</c:v>
                </c:pt>
                <c:pt idx="8631">
                  <c:v>10.8775</c:v>
                </c:pt>
                <c:pt idx="8632">
                  <c:v>8.2174999999999994</c:v>
                </c:pt>
                <c:pt idx="8633">
                  <c:v>6.1050000000000004</c:v>
                </c:pt>
                <c:pt idx="8634">
                  <c:v>4.1875</c:v>
                </c:pt>
                <c:pt idx="8635">
                  <c:v>2.9674999999999998</c:v>
                </c:pt>
                <c:pt idx="8636">
                  <c:v>2.0950000000000002</c:v>
                </c:pt>
                <c:pt idx="8637">
                  <c:v>1.5049999999999999</c:v>
                </c:pt>
                <c:pt idx="8638">
                  <c:v>2.0125000000000002</c:v>
                </c:pt>
                <c:pt idx="8639">
                  <c:v>1.25</c:v>
                </c:pt>
                <c:pt idx="8640">
                  <c:v>1.61</c:v>
                </c:pt>
                <c:pt idx="8641">
                  <c:v>0.76</c:v>
                </c:pt>
                <c:pt idx="8642">
                  <c:v>0.33250000000000002</c:v>
                </c:pt>
                <c:pt idx="8643">
                  <c:v>0.32500000000000001</c:v>
                </c:pt>
                <c:pt idx="8644">
                  <c:v>0.8</c:v>
                </c:pt>
                <c:pt idx="8645">
                  <c:v>2.375</c:v>
                </c:pt>
                <c:pt idx="8646">
                  <c:v>3</c:v>
                </c:pt>
                <c:pt idx="8647">
                  <c:v>3.375</c:v>
                </c:pt>
                <c:pt idx="8648">
                  <c:v>4</c:v>
                </c:pt>
                <c:pt idx="8649">
                  <c:v>9.5</c:v>
                </c:pt>
                <c:pt idx="8650">
                  <c:v>10</c:v>
                </c:pt>
                <c:pt idx="8651">
                  <c:v>10.75</c:v>
                </c:pt>
                <c:pt idx="8652">
                  <c:v>11.5</c:v>
                </c:pt>
                <c:pt idx="8653">
                  <c:v>13.25</c:v>
                </c:pt>
                <c:pt idx="8654">
                  <c:v>13.75</c:v>
                </c:pt>
                <c:pt idx="8655">
                  <c:v>13.75</c:v>
                </c:pt>
                <c:pt idx="8656">
                  <c:v>14</c:v>
                </c:pt>
                <c:pt idx="8657">
                  <c:v>30.0625</c:v>
                </c:pt>
                <c:pt idx="8658">
                  <c:v>35.622500000000002</c:v>
                </c:pt>
                <c:pt idx="8659">
                  <c:v>44</c:v>
                </c:pt>
                <c:pt idx="8660">
                  <c:v>51.237499999999997</c:v>
                </c:pt>
                <c:pt idx="8661">
                  <c:v>50.774999999999999</c:v>
                </c:pt>
                <c:pt idx="8662">
                  <c:v>54.932499999999997</c:v>
                </c:pt>
                <c:pt idx="8663">
                  <c:v>60.432499999999997</c:v>
                </c:pt>
                <c:pt idx="8664">
                  <c:v>64.174999999999997</c:v>
                </c:pt>
                <c:pt idx="8665">
                  <c:v>66.817499999999995</c:v>
                </c:pt>
                <c:pt idx="8666">
                  <c:v>74.760000000000005</c:v>
                </c:pt>
                <c:pt idx="8667">
                  <c:v>78.077500000000001</c:v>
                </c:pt>
                <c:pt idx="8668">
                  <c:v>78.55</c:v>
                </c:pt>
                <c:pt idx="8669">
                  <c:v>81.239999999999995</c:v>
                </c:pt>
                <c:pt idx="8670">
                  <c:v>80.727500000000006</c:v>
                </c:pt>
                <c:pt idx="8671">
                  <c:v>79.492500000000007</c:v>
                </c:pt>
                <c:pt idx="8672">
                  <c:v>77.375</c:v>
                </c:pt>
                <c:pt idx="8673">
                  <c:v>73.98</c:v>
                </c:pt>
                <c:pt idx="8674">
                  <c:v>70.207499999999996</c:v>
                </c:pt>
                <c:pt idx="8675">
                  <c:v>65.787499999999994</c:v>
                </c:pt>
                <c:pt idx="8676">
                  <c:v>57.497500000000002</c:v>
                </c:pt>
                <c:pt idx="8677">
                  <c:v>49.707500000000003</c:v>
                </c:pt>
                <c:pt idx="8678">
                  <c:v>43.197499999999998</c:v>
                </c:pt>
                <c:pt idx="8679">
                  <c:v>27.355</c:v>
                </c:pt>
                <c:pt idx="8680">
                  <c:v>10.45</c:v>
                </c:pt>
                <c:pt idx="8681">
                  <c:v>2.75</c:v>
                </c:pt>
                <c:pt idx="8682">
                  <c:v>2.25</c:v>
                </c:pt>
                <c:pt idx="8683">
                  <c:v>1.75</c:v>
                </c:pt>
                <c:pt idx="8684">
                  <c:v>1.25</c:v>
                </c:pt>
                <c:pt idx="8685">
                  <c:v>0.75</c:v>
                </c:pt>
                <c:pt idx="8686">
                  <c:v>0.5</c:v>
                </c:pt>
                <c:pt idx="8687">
                  <c:v>0.25</c:v>
                </c:pt>
                <c:pt idx="8688" formatCode="0.00">
                  <c:v>0</c:v>
                </c:pt>
                <c:pt idx="8689" formatCode="0.00">
                  <c:v>0</c:v>
                </c:pt>
                <c:pt idx="8690" formatCode="0.00">
                  <c:v>0</c:v>
                </c:pt>
                <c:pt idx="8691" formatCode="0.00">
                  <c:v>0</c:v>
                </c:pt>
                <c:pt idx="8692" formatCode="0.00">
                  <c:v>0</c:v>
                </c:pt>
                <c:pt idx="8693" formatCode="0.00">
                  <c:v>0</c:v>
                </c:pt>
                <c:pt idx="8694">
                  <c:v>0.5</c:v>
                </c:pt>
                <c:pt idx="8695">
                  <c:v>0.75</c:v>
                </c:pt>
                <c:pt idx="8696">
                  <c:v>2.5</c:v>
                </c:pt>
                <c:pt idx="8697">
                  <c:v>3.25</c:v>
                </c:pt>
                <c:pt idx="8698">
                  <c:v>3.75</c:v>
                </c:pt>
                <c:pt idx="8699">
                  <c:v>4.25</c:v>
                </c:pt>
                <c:pt idx="8700">
                  <c:v>10</c:v>
                </c:pt>
                <c:pt idx="8701">
                  <c:v>10.5</c:v>
                </c:pt>
                <c:pt idx="8702">
                  <c:v>11</c:v>
                </c:pt>
                <c:pt idx="8703">
                  <c:v>11.75</c:v>
                </c:pt>
                <c:pt idx="8704">
                  <c:v>13.5</c:v>
                </c:pt>
                <c:pt idx="8705">
                  <c:v>13.75</c:v>
                </c:pt>
                <c:pt idx="8706">
                  <c:v>14.25</c:v>
                </c:pt>
                <c:pt idx="8707">
                  <c:v>14.75</c:v>
                </c:pt>
                <c:pt idx="8708">
                  <c:v>27.445</c:v>
                </c:pt>
                <c:pt idx="8709">
                  <c:v>30.57</c:v>
                </c:pt>
                <c:pt idx="8710">
                  <c:v>37.947499999999998</c:v>
                </c:pt>
                <c:pt idx="8711">
                  <c:v>39.435000000000002</c:v>
                </c:pt>
                <c:pt idx="8712">
                  <c:v>48.522500000000001</c:v>
                </c:pt>
                <c:pt idx="8713">
                  <c:v>53.68</c:v>
                </c:pt>
                <c:pt idx="8714">
                  <c:v>56.68</c:v>
                </c:pt>
                <c:pt idx="8715">
                  <c:v>61.672499999999999</c:v>
                </c:pt>
                <c:pt idx="8716">
                  <c:v>74.314999999999998</c:v>
                </c:pt>
                <c:pt idx="8717">
                  <c:v>77.674999999999997</c:v>
                </c:pt>
                <c:pt idx="8718">
                  <c:v>78.674999999999997</c:v>
                </c:pt>
                <c:pt idx="8719">
                  <c:v>78.674999999999997</c:v>
                </c:pt>
                <c:pt idx="8720">
                  <c:v>86.174999999999997</c:v>
                </c:pt>
                <c:pt idx="8721">
                  <c:v>81.424999999999997</c:v>
                </c:pt>
                <c:pt idx="8722">
                  <c:v>81.592500000000001</c:v>
                </c:pt>
                <c:pt idx="8723">
                  <c:v>79.527500000000003</c:v>
                </c:pt>
                <c:pt idx="8724">
                  <c:v>71.197500000000005</c:v>
                </c:pt>
                <c:pt idx="8725">
                  <c:v>62.354999999999997</c:v>
                </c:pt>
                <c:pt idx="8726">
                  <c:v>47.43</c:v>
                </c:pt>
                <c:pt idx="8727">
                  <c:v>38.3825</c:v>
                </c:pt>
                <c:pt idx="8728">
                  <c:v>25.0075</c:v>
                </c:pt>
                <c:pt idx="8729">
                  <c:v>11.775</c:v>
                </c:pt>
                <c:pt idx="8730">
                  <c:v>4.75</c:v>
                </c:pt>
                <c:pt idx="8731">
                  <c:v>4</c:v>
                </c:pt>
                <c:pt idx="8732">
                  <c:v>3.5</c:v>
                </c:pt>
                <c:pt idx="8733">
                  <c:v>3</c:v>
                </c:pt>
                <c:pt idx="8734">
                  <c:v>2.25</c:v>
                </c:pt>
                <c:pt idx="8735">
                  <c:v>1.75</c:v>
                </c:pt>
                <c:pt idx="8736">
                  <c:v>1.25</c:v>
                </c:pt>
                <c:pt idx="8737">
                  <c:v>0.75</c:v>
                </c:pt>
                <c:pt idx="8738">
                  <c:v>0.25</c:v>
                </c:pt>
                <c:pt idx="8739" formatCode="0.00">
                  <c:v>0</c:v>
                </c:pt>
                <c:pt idx="8740" formatCode="0.00">
                  <c:v>0</c:v>
                </c:pt>
                <c:pt idx="8741" formatCode="0.00">
                  <c:v>0</c:v>
                </c:pt>
                <c:pt idx="8742" formatCode="0.00">
                  <c:v>0</c:v>
                </c:pt>
                <c:pt idx="8743" formatCode="0.00">
                  <c:v>0</c:v>
                </c:pt>
                <c:pt idx="8744" formatCode="0.00">
                  <c:v>0</c:v>
                </c:pt>
                <c:pt idx="8745">
                  <c:v>0.5</c:v>
                </c:pt>
                <c:pt idx="8746">
                  <c:v>0.75</c:v>
                </c:pt>
                <c:pt idx="8747">
                  <c:v>2.5</c:v>
                </c:pt>
                <c:pt idx="8748">
                  <c:v>3.25</c:v>
                </c:pt>
                <c:pt idx="8749">
                  <c:v>3.75</c:v>
                </c:pt>
                <c:pt idx="8750">
                  <c:v>4.25</c:v>
                </c:pt>
                <c:pt idx="8751">
                  <c:v>10</c:v>
                </c:pt>
                <c:pt idx="8752">
                  <c:v>10.5</c:v>
                </c:pt>
                <c:pt idx="8753">
                  <c:v>11</c:v>
                </c:pt>
                <c:pt idx="8754">
                  <c:v>11.75</c:v>
                </c:pt>
                <c:pt idx="8755">
                  <c:v>13.5</c:v>
                </c:pt>
                <c:pt idx="8756">
                  <c:v>13.75</c:v>
                </c:pt>
                <c:pt idx="8757">
                  <c:v>14.25</c:v>
                </c:pt>
                <c:pt idx="8758">
                  <c:v>14.75</c:v>
                </c:pt>
                <c:pt idx="8759">
                  <c:v>20</c:v>
                </c:pt>
                <c:pt idx="8760">
                  <c:v>20.25</c:v>
                </c:pt>
                <c:pt idx="8761">
                  <c:v>20.5</c:v>
                </c:pt>
                <c:pt idx="8762">
                  <c:v>20.75</c:v>
                </c:pt>
                <c:pt idx="8763">
                  <c:v>8.25</c:v>
                </c:pt>
                <c:pt idx="8764">
                  <c:v>8.5</c:v>
                </c:pt>
                <c:pt idx="8765">
                  <c:v>8.5</c:v>
                </c:pt>
                <c:pt idx="8766">
                  <c:v>8.5</c:v>
                </c:pt>
                <c:pt idx="8767">
                  <c:v>8.5</c:v>
                </c:pt>
                <c:pt idx="8768">
                  <c:v>8.5</c:v>
                </c:pt>
                <c:pt idx="8769">
                  <c:v>8.5</c:v>
                </c:pt>
                <c:pt idx="8770">
                  <c:v>8.5</c:v>
                </c:pt>
                <c:pt idx="8771">
                  <c:v>8.25</c:v>
                </c:pt>
                <c:pt idx="8772">
                  <c:v>8</c:v>
                </c:pt>
                <c:pt idx="8773">
                  <c:v>7.75</c:v>
                </c:pt>
                <c:pt idx="8774">
                  <c:v>7.5</c:v>
                </c:pt>
                <c:pt idx="8775">
                  <c:v>7.25</c:v>
                </c:pt>
                <c:pt idx="8776">
                  <c:v>7</c:v>
                </c:pt>
                <c:pt idx="8777">
                  <c:v>6.5</c:v>
                </c:pt>
                <c:pt idx="8778">
                  <c:v>6.25</c:v>
                </c:pt>
                <c:pt idx="8779">
                  <c:v>5.75</c:v>
                </c:pt>
                <c:pt idx="8780">
                  <c:v>5.25</c:v>
                </c:pt>
                <c:pt idx="8781">
                  <c:v>4.75</c:v>
                </c:pt>
                <c:pt idx="8782">
                  <c:v>4</c:v>
                </c:pt>
                <c:pt idx="8783">
                  <c:v>3.5</c:v>
                </c:pt>
                <c:pt idx="8784">
                  <c:v>3</c:v>
                </c:pt>
                <c:pt idx="8785">
                  <c:v>2.25</c:v>
                </c:pt>
                <c:pt idx="8786">
                  <c:v>1.75</c:v>
                </c:pt>
                <c:pt idx="8787">
                  <c:v>1.25</c:v>
                </c:pt>
                <c:pt idx="8788">
                  <c:v>0.75</c:v>
                </c:pt>
                <c:pt idx="8789">
                  <c:v>0.25</c:v>
                </c:pt>
                <c:pt idx="8790">
                  <c:v>0.5</c:v>
                </c:pt>
                <c:pt idx="8791">
                  <c:v>0.75</c:v>
                </c:pt>
                <c:pt idx="8792">
                  <c:v>9</c:v>
                </c:pt>
                <c:pt idx="8793">
                  <c:v>9.25</c:v>
                </c:pt>
                <c:pt idx="8794">
                  <c:v>9.5</c:v>
                </c:pt>
                <c:pt idx="8795">
                  <c:v>10.25</c:v>
                </c:pt>
                <c:pt idx="8796">
                  <c:v>11</c:v>
                </c:pt>
                <c:pt idx="8797">
                  <c:v>11.75</c:v>
                </c:pt>
                <c:pt idx="8798">
                  <c:v>12.25</c:v>
                </c:pt>
                <c:pt idx="8799">
                  <c:v>13</c:v>
                </c:pt>
                <c:pt idx="8800">
                  <c:v>13.25</c:v>
                </c:pt>
                <c:pt idx="8801">
                  <c:v>13.75</c:v>
                </c:pt>
                <c:pt idx="8802">
                  <c:v>14</c:v>
                </c:pt>
                <c:pt idx="8803">
                  <c:v>14.75</c:v>
                </c:pt>
                <c:pt idx="8804">
                  <c:v>16.452500000000001</c:v>
                </c:pt>
                <c:pt idx="8805">
                  <c:v>15.685</c:v>
                </c:pt>
                <c:pt idx="8806">
                  <c:v>15.74</c:v>
                </c:pt>
                <c:pt idx="8807">
                  <c:v>15.75</c:v>
                </c:pt>
                <c:pt idx="8808">
                  <c:v>8.3375000000000004</c:v>
                </c:pt>
                <c:pt idx="8809">
                  <c:v>8.3350000000000009</c:v>
                </c:pt>
                <c:pt idx="8810">
                  <c:v>8.25</c:v>
                </c:pt>
                <c:pt idx="8811">
                  <c:v>8.9749999999999996</c:v>
                </c:pt>
                <c:pt idx="8812">
                  <c:v>9.9824999999999999</c:v>
                </c:pt>
                <c:pt idx="8813">
                  <c:v>21.135000000000002</c:v>
                </c:pt>
                <c:pt idx="8814">
                  <c:v>29.545000000000002</c:v>
                </c:pt>
                <c:pt idx="8815">
                  <c:v>33.825000000000003</c:v>
                </c:pt>
                <c:pt idx="8816">
                  <c:v>33.01</c:v>
                </c:pt>
                <c:pt idx="8817">
                  <c:v>28.864999999999998</c:v>
                </c:pt>
                <c:pt idx="8818">
                  <c:v>22.035</c:v>
                </c:pt>
                <c:pt idx="8819">
                  <c:v>18.414999999999999</c:v>
                </c:pt>
                <c:pt idx="8820">
                  <c:v>40.797499999999999</c:v>
                </c:pt>
                <c:pt idx="8821">
                  <c:v>24.335000000000001</c:v>
                </c:pt>
                <c:pt idx="8822">
                  <c:v>6.96</c:v>
                </c:pt>
                <c:pt idx="8823">
                  <c:v>6.4924999999999997</c:v>
                </c:pt>
                <c:pt idx="8824">
                  <c:v>5.75</c:v>
                </c:pt>
                <c:pt idx="8825">
                  <c:v>5.25</c:v>
                </c:pt>
                <c:pt idx="8826">
                  <c:v>4.75</c:v>
                </c:pt>
                <c:pt idx="8827">
                  <c:v>4</c:v>
                </c:pt>
                <c:pt idx="8828">
                  <c:v>3.5</c:v>
                </c:pt>
                <c:pt idx="8829">
                  <c:v>3</c:v>
                </c:pt>
                <c:pt idx="8830">
                  <c:v>2.5</c:v>
                </c:pt>
                <c:pt idx="8831">
                  <c:v>2</c:v>
                </c:pt>
                <c:pt idx="8832">
                  <c:v>1.25</c:v>
                </c:pt>
                <c:pt idx="8833">
                  <c:v>0.75</c:v>
                </c:pt>
                <c:pt idx="8834">
                  <c:v>0.5</c:v>
                </c:pt>
                <c:pt idx="8835">
                  <c:v>0.5</c:v>
                </c:pt>
                <c:pt idx="8836">
                  <c:v>0.75</c:v>
                </c:pt>
                <c:pt idx="8837">
                  <c:v>5.25</c:v>
                </c:pt>
                <c:pt idx="8838">
                  <c:v>5.5</c:v>
                </c:pt>
                <c:pt idx="8839">
                  <c:v>5.75</c:v>
                </c:pt>
                <c:pt idx="8840">
                  <c:v>6.5</c:v>
                </c:pt>
                <c:pt idx="8841">
                  <c:v>7.25</c:v>
                </c:pt>
                <c:pt idx="8842">
                  <c:v>8</c:v>
                </c:pt>
                <c:pt idx="8843">
                  <c:v>8.5</c:v>
                </c:pt>
                <c:pt idx="8844">
                  <c:v>9.25</c:v>
                </c:pt>
                <c:pt idx="8845">
                  <c:v>9.5</c:v>
                </c:pt>
                <c:pt idx="8846">
                  <c:v>10</c:v>
                </c:pt>
                <c:pt idx="8847">
                  <c:v>10.25</c:v>
                </c:pt>
                <c:pt idx="8848">
                  <c:v>11</c:v>
                </c:pt>
                <c:pt idx="8849">
                  <c:v>10.75</c:v>
                </c:pt>
                <c:pt idx="8850">
                  <c:v>11.25</c:v>
                </c:pt>
                <c:pt idx="8851">
                  <c:v>11.75</c:v>
                </c:pt>
                <c:pt idx="8852">
                  <c:v>13.07</c:v>
                </c:pt>
                <c:pt idx="8853">
                  <c:v>12.9725</c:v>
                </c:pt>
                <c:pt idx="8854">
                  <c:v>16.922499999999999</c:v>
                </c:pt>
                <c:pt idx="8855">
                  <c:v>28.445</c:v>
                </c:pt>
                <c:pt idx="8856">
                  <c:v>33.325000000000003</c:v>
                </c:pt>
                <c:pt idx="8857">
                  <c:v>44.837499999999999</c:v>
                </c:pt>
                <c:pt idx="8858">
                  <c:v>50.292499999999997</c:v>
                </c:pt>
                <c:pt idx="8859">
                  <c:v>51.515000000000001</c:v>
                </c:pt>
                <c:pt idx="8860">
                  <c:v>52.682499999999997</c:v>
                </c:pt>
                <c:pt idx="8861">
                  <c:v>56.37</c:v>
                </c:pt>
                <c:pt idx="8862">
                  <c:v>13.55</c:v>
                </c:pt>
                <c:pt idx="8863">
                  <c:v>12.315</c:v>
                </c:pt>
                <c:pt idx="8864">
                  <c:v>10.445</c:v>
                </c:pt>
                <c:pt idx="8865">
                  <c:v>7</c:v>
                </c:pt>
                <c:pt idx="8866">
                  <c:v>6.75</c:v>
                </c:pt>
                <c:pt idx="8867">
                  <c:v>6.25</c:v>
                </c:pt>
                <c:pt idx="8868">
                  <c:v>34.43</c:v>
                </c:pt>
                <c:pt idx="8869">
                  <c:v>30.9575</c:v>
                </c:pt>
                <c:pt idx="8870">
                  <c:v>22.032499999999999</c:v>
                </c:pt>
                <c:pt idx="8871">
                  <c:v>6.585</c:v>
                </c:pt>
                <c:pt idx="8872">
                  <c:v>4</c:v>
                </c:pt>
                <c:pt idx="8873">
                  <c:v>3.5</c:v>
                </c:pt>
                <c:pt idx="8874">
                  <c:v>2.75</c:v>
                </c:pt>
                <c:pt idx="8875">
                  <c:v>2.25</c:v>
                </c:pt>
                <c:pt idx="8876">
                  <c:v>1.75</c:v>
                </c:pt>
                <c:pt idx="8877">
                  <c:v>1.25</c:v>
                </c:pt>
                <c:pt idx="8878">
                  <c:v>0.75</c:v>
                </c:pt>
                <c:pt idx="8879">
                  <c:v>0.5</c:v>
                </c:pt>
                <c:pt idx="8880" formatCode="0.00">
                  <c:v>0</c:v>
                </c:pt>
                <c:pt idx="8881" formatCode="0.00">
                  <c:v>0</c:v>
                </c:pt>
                <c:pt idx="8882" formatCode="0.00">
                  <c:v>0</c:v>
                </c:pt>
                <c:pt idx="8883" formatCode="0.00">
                  <c:v>0</c:v>
                </c:pt>
                <c:pt idx="8884" formatCode="0.00">
                  <c:v>0</c:v>
                </c:pt>
                <c:pt idx="8885" formatCode="0.00">
                  <c:v>0</c:v>
                </c:pt>
                <c:pt idx="8886" formatCode="0.00">
                  <c:v>0</c:v>
                </c:pt>
                <c:pt idx="8887" formatCode="0.00">
                  <c:v>0</c:v>
                </c:pt>
                <c:pt idx="8888" formatCode="0.00">
                  <c:v>0</c:v>
                </c:pt>
                <c:pt idx="8889" formatCode="0.00">
                  <c:v>0</c:v>
                </c:pt>
                <c:pt idx="8890" formatCode="0.00">
                  <c:v>0</c:v>
                </c:pt>
                <c:pt idx="8891" formatCode="0.00">
                  <c:v>0</c:v>
                </c:pt>
                <c:pt idx="8892" formatCode="0.00">
                  <c:v>0</c:v>
                </c:pt>
                <c:pt idx="8893" formatCode="0.00">
                  <c:v>0</c:v>
                </c:pt>
                <c:pt idx="8894" formatCode="0.00">
                  <c:v>0</c:v>
                </c:pt>
                <c:pt idx="8895" formatCode="0.00">
                  <c:v>0</c:v>
                </c:pt>
                <c:pt idx="8896" formatCode="0.00">
                  <c:v>0</c:v>
                </c:pt>
                <c:pt idx="8897" formatCode="0.00">
                  <c:v>0</c:v>
                </c:pt>
                <c:pt idx="8898" formatCode="0.00">
                  <c:v>0</c:v>
                </c:pt>
                <c:pt idx="8899" formatCode="0.00">
                  <c:v>0</c:v>
                </c:pt>
                <c:pt idx="8900" formatCode="0.00">
                  <c:v>0</c:v>
                </c:pt>
                <c:pt idx="8901" formatCode="0.00">
                  <c:v>0</c:v>
                </c:pt>
                <c:pt idx="8902" formatCode="0.00">
                  <c:v>0</c:v>
                </c:pt>
                <c:pt idx="8903" formatCode="0.00">
                  <c:v>0</c:v>
                </c:pt>
                <c:pt idx="8904" formatCode="0.00">
                  <c:v>0</c:v>
                </c:pt>
                <c:pt idx="8905" formatCode="0.00">
                  <c:v>0</c:v>
                </c:pt>
                <c:pt idx="8906" formatCode="0.00">
                  <c:v>0</c:v>
                </c:pt>
                <c:pt idx="8907" formatCode="0.00">
                  <c:v>0</c:v>
                </c:pt>
                <c:pt idx="8908" formatCode="0.00">
                  <c:v>0</c:v>
                </c:pt>
                <c:pt idx="8909" formatCode="0.00">
                  <c:v>0</c:v>
                </c:pt>
                <c:pt idx="8910" formatCode="0.00">
                  <c:v>0</c:v>
                </c:pt>
                <c:pt idx="8911" formatCode="0.00">
                  <c:v>0</c:v>
                </c:pt>
                <c:pt idx="8912" formatCode="0.00">
                  <c:v>0</c:v>
                </c:pt>
                <c:pt idx="8913" formatCode="0.00">
                  <c:v>0</c:v>
                </c:pt>
                <c:pt idx="8914" formatCode="0.00">
                  <c:v>0</c:v>
                </c:pt>
                <c:pt idx="8915" formatCode="0.00">
                  <c:v>0</c:v>
                </c:pt>
                <c:pt idx="8916" formatCode="0.00">
                  <c:v>0</c:v>
                </c:pt>
                <c:pt idx="8917" formatCode="0.00">
                  <c:v>0</c:v>
                </c:pt>
                <c:pt idx="8918" formatCode="0.00">
                  <c:v>0</c:v>
                </c:pt>
                <c:pt idx="8919" formatCode="0.00">
                  <c:v>0</c:v>
                </c:pt>
                <c:pt idx="8920" formatCode="0.00">
                  <c:v>0</c:v>
                </c:pt>
                <c:pt idx="8921" formatCode="0.00">
                  <c:v>0</c:v>
                </c:pt>
                <c:pt idx="8922" formatCode="0.00">
                  <c:v>0</c:v>
                </c:pt>
                <c:pt idx="8923" formatCode="0.00">
                  <c:v>0</c:v>
                </c:pt>
                <c:pt idx="8924" formatCode="0.00">
                  <c:v>0</c:v>
                </c:pt>
                <c:pt idx="8925" formatCode="0.00">
                  <c:v>0</c:v>
                </c:pt>
                <c:pt idx="8926" formatCode="0.00">
                  <c:v>0</c:v>
                </c:pt>
                <c:pt idx="8927" formatCode="0.00">
                  <c:v>0</c:v>
                </c:pt>
                <c:pt idx="8928" formatCode="0.00">
                  <c:v>0</c:v>
                </c:pt>
                <c:pt idx="8929" formatCode="0.00">
                  <c:v>0</c:v>
                </c:pt>
                <c:pt idx="8930" formatCode="0.00">
                  <c:v>0</c:v>
                </c:pt>
                <c:pt idx="8931" formatCode="0.00">
                  <c:v>0</c:v>
                </c:pt>
                <c:pt idx="8932" formatCode="0.00">
                  <c:v>0</c:v>
                </c:pt>
                <c:pt idx="8933" formatCode="0.00">
                  <c:v>0</c:v>
                </c:pt>
                <c:pt idx="8934" formatCode="0.00">
                  <c:v>0</c:v>
                </c:pt>
                <c:pt idx="8935" formatCode="0.00">
                  <c:v>0</c:v>
                </c:pt>
                <c:pt idx="8936" formatCode="0.00">
                  <c:v>0</c:v>
                </c:pt>
                <c:pt idx="8937" formatCode="0.00">
                  <c:v>0</c:v>
                </c:pt>
                <c:pt idx="8938" formatCode="0.00">
                  <c:v>0</c:v>
                </c:pt>
                <c:pt idx="8939">
                  <c:v>21.852499999999999</c:v>
                </c:pt>
                <c:pt idx="8940">
                  <c:v>45.182499999999997</c:v>
                </c:pt>
                <c:pt idx="8941">
                  <c:v>46.372500000000002</c:v>
                </c:pt>
                <c:pt idx="8942">
                  <c:v>48.115000000000002</c:v>
                </c:pt>
                <c:pt idx="8943">
                  <c:v>48.395000000000003</c:v>
                </c:pt>
                <c:pt idx="8944">
                  <c:v>38.662500000000001</c:v>
                </c:pt>
                <c:pt idx="8945">
                  <c:v>16.68</c:v>
                </c:pt>
                <c:pt idx="8946">
                  <c:v>6.4675000000000002</c:v>
                </c:pt>
                <c:pt idx="8947">
                  <c:v>4.0575000000000001</c:v>
                </c:pt>
                <c:pt idx="8948" formatCode="0.00">
                  <c:v>0</c:v>
                </c:pt>
                <c:pt idx="8949" formatCode="0.00">
                  <c:v>0</c:v>
                </c:pt>
                <c:pt idx="8950" formatCode="0.00">
                  <c:v>0</c:v>
                </c:pt>
                <c:pt idx="8951" formatCode="0.00">
                  <c:v>0</c:v>
                </c:pt>
                <c:pt idx="8952" formatCode="0.00">
                  <c:v>0</c:v>
                </c:pt>
                <c:pt idx="8953" formatCode="0.00">
                  <c:v>0</c:v>
                </c:pt>
                <c:pt idx="8954" formatCode="0.00">
                  <c:v>0</c:v>
                </c:pt>
                <c:pt idx="8955" formatCode="0.00">
                  <c:v>0</c:v>
                </c:pt>
                <c:pt idx="8956" formatCode="0.00">
                  <c:v>0</c:v>
                </c:pt>
                <c:pt idx="8957" formatCode="0.00">
                  <c:v>0</c:v>
                </c:pt>
                <c:pt idx="8958" formatCode="0.00">
                  <c:v>0</c:v>
                </c:pt>
                <c:pt idx="8959" formatCode="0.00">
                  <c:v>0</c:v>
                </c:pt>
                <c:pt idx="8960">
                  <c:v>0.25</c:v>
                </c:pt>
                <c:pt idx="8961">
                  <c:v>1.75</c:v>
                </c:pt>
                <c:pt idx="8962">
                  <c:v>5</c:v>
                </c:pt>
                <c:pt idx="8963">
                  <c:v>9</c:v>
                </c:pt>
                <c:pt idx="8964">
                  <c:v>13.75</c:v>
                </c:pt>
                <c:pt idx="8965">
                  <c:v>19.25</c:v>
                </c:pt>
                <c:pt idx="8966">
                  <c:v>25</c:v>
                </c:pt>
                <c:pt idx="8967">
                  <c:v>30.25</c:v>
                </c:pt>
                <c:pt idx="8968">
                  <c:v>36.25</c:v>
                </c:pt>
                <c:pt idx="8969">
                  <c:v>41.5</c:v>
                </c:pt>
                <c:pt idx="8970">
                  <c:v>46.5</c:v>
                </c:pt>
                <c:pt idx="8971">
                  <c:v>51.5</c:v>
                </c:pt>
                <c:pt idx="8972">
                  <c:v>55.25</c:v>
                </c:pt>
                <c:pt idx="8973">
                  <c:v>59.5</c:v>
                </c:pt>
                <c:pt idx="8974">
                  <c:v>63.25</c:v>
                </c:pt>
                <c:pt idx="8975">
                  <c:v>65.75</c:v>
                </c:pt>
                <c:pt idx="8976">
                  <c:v>67.25</c:v>
                </c:pt>
                <c:pt idx="8977">
                  <c:v>67.75</c:v>
                </c:pt>
                <c:pt idx="8978">
                  <c:v>68.25</c:v>
                </c:pt>
                <c:pt idx="8979">
                  <c:v>67.75</c:v>
                </c:pt>
                <c:pt idx="8980">
                  <c:v>68</c:v>
                </c:pt>
                <c:pt idx="8981">
                  <c:v>67.75</c:v>
                </c:pt>
                <c:pt idx="8982">
                  <c:v>67.75</c:v>
                </c:pt>
                <c:pt idx="8983">
                  <c:v>68</c:v>
                </c:pt>
                <c:pt idx="8984">
                  <c:v>67.75</c:v>
                </c:pt>
                <c:pt idx="8985">
                  <c:v>73.625</c:v>
                </c:pt>
                <c:pt idx="8986">
                  <c:v>81.317499999999995</c:v>
                </c:pt>
                <c:pt idx="8987">
                  <c:v>85.495000000000005</c:v>
                </c:pt>
                <c:pt idx="8988">
                  <c:v>86.202500000000001</c:v>
                </c:pt>
                <c:pt idx="8989">
                  <c:v>84.69</c:v>
                </c:pt>
                <c:pt idx="8990">
                  <c:v>82.57</c:v>
                </c:pt>
                <c:pt idx="8991">
                  <c:v>79.897499999999994</c:v>
                </c:pt>
                <c:pt idx="8992">
                  <c:v>72.344999999999999</c:v>
                </c:pt>
                <c:pt idx="8993">
                  <c:v>62.25</c:v>
                </c:pt>
                <c:pt idx="8994">
                  <c:v>58.75</c:v>
                </c:pt>
                <c:pt idx="8995">
                  <c:v>54.75</c:v>
                </c:pt>
                <c:pt idx="8996">
                  <c:v>50.25</c:v>
                </c:pt>
                <c:pt idx="8997">
                  <c:v>46</c:v>
                </c:pt>
                <c:pt idx="8998">
                  <c:v>41.25</c:v>
                </c:pt>
                <c:pt idx="8999">
                  <c:v>36</c:v>
                </c:pt>
                <c:pt idx="9000">
                  <c:v>30.75</c:v>
                </c:pt>
                <c:pt idx="9001">
                  <c:v>25</c:v>
                </c:pt>
                <c:pt idx="9002">
                  <c:v>19.5</c:v>
                </c:pt>
                <c:pt idx="9003">
                  <c:v>14</c:v>
                </c:pt>
                <c:pt idx="9004">
                  <c:v>9</c:v>
                </c:pt>
                <c:pt idx="9005">
                  <c:v>4.75</c:v>
                </c:pt>
                <c:pt idx="9006">
                  <c:v>2</c:v>
                </c:pt>
                <c:pt idx="9007">
                  <c:v>0.5</c:v>
                </c:pt>
                <c:pt idx="9008">
                  <c:v>0.25</c:v>
                </c:pt>
                <c:pt idx="9009">
                  <c:v>2</c:v>
                </c:pt>
                <c:pt idx="9010">
                  <c:v>5.25</c:v>
                </c:pt>
                <c:pt idx="9011">
                  <c:v>9.5</c:v>
                </c:pt>
                <c:pt idx="9012">
                  <c:v>14.5</c:v>
                </c:pt>
                <c:pt idx="9013">
                  <c:v>20.25</c:v>
                </c:pt>
                <c:pt idx="9014">
                  <c:v>26.25</c:v>
                </c:pt>
                <c:pt idx="9015">
                  <c:v>32</c:v>
                </c:pt>
                <c:pt idx="9016">
                  <c:v>37.75</c:v>
                </c:pt>
                <c:pt idx="9017">
                  <c:v>43</c:v>
                </c:pt>
                <c:pt idx="9018">
                  <c:v>48.5</c:v>
                </c:pt>
                <c:pt idx="9019">
                  <c:v>53.25</c:v>
                </c:pt>
                <c:pt idx="9020">
                  <c:v>57.25</c:v>
                </c:pt>
                <c:pt idx="9021">
                  <c:v>61</c:v>
                </c:pt>
                <c:pt idx="9022">
                  <c:v>64.25</c:v>
                </c:pt>
                <c:pt idx="9023">
                  <c:v>66</c:v>
                </c:pt>
                <c:pt idx="9024">
                  <c:v>67</c:v>
                </c:pt>
                <c:pt idx="9025">
                  <c:v>66.75</c:v>
                </c:pt>
                <c:pt idx="9026">
                  <c:v>66.75</c:v>
                </c:pt>
                <c:pt idx="9027">
                  <c:v>66.75</c:v>
                </c:pt>
                <c:pt idx="9028">
                  <c:v>67.5</c:v>
                </c:pt>
                <c:pt idx="9029">
                  <c:v>66.75</c:v>
                </c:pt>
                <c:pt idx="9030">
                  <c:v>67.5</c:v>
                </c:pt>
                <c:pt idx="9031">
                  <c:v>68</c:v>
                </c:pt>
                <c:pt idx="9032">
                  <c:v>68.25</c:v>
                </c:pt>
                <c:pt idx="9033">
                  <c:v>68.5</c:v>
                </c:pt>
                <c:pt idx="9034">
                  <c:v>68.5</c:v>
                </c:pt>
                <c:pt idx="9035">
                  <c:v>68.5</c:v>
                </c:pt>
                <c:pt idx="9036">
                  <c:v>68.5</c:v>
                </c:pt>
                <c:pt idx="9037">
                  <c:v>68.25</c:v>
                </c:pt>
                <c:pt idx="9038">
                  <c:v>68.25</c:v>
                </c:pt>
                <c:pt idx="9039">
                  <c:v>67.25</c:v>
                </c:pt>
                <c:pt idx="9040">
                  <c:v>65.75</c:v>
                </c:pt>
                <c:pt idx="9041">
                  <c:v>62.75</c:v>
                </c:pt>
                <c:pt idx="9042">
                  <c:v>59</c:v>
                </c:pt>
                <c:pt idx="9043">
                  <c:v>55.5</c:v>
                </c:pt>
                <c:pt idx="9044">
                  <c:v>50.75</c:v>
                </c:pt>
                <c:pt idx="9045">
                  <c:v>46.25</c:v>
                </c:pt>
                <c:pt idx="9046">
                  <c:v>41</c:v>
                </c:pt>
                <c:pt idx="9047">
                  <c:v>36</c:v>
                </c:pt>
                <c:pt idx="9048">
                  <c:v>30.25</c:v>
                </c:pt>
                <c:pt idx="9049">
                  <c:v>25.25</c:v>
                </c:pt>
                <c:pt idx="9050">
                  <c:v>19.5</c:v>
                </c:pt>
                <c:pt idx="9051">
                  <c:v>14.25</c:v>
                </c:pt>
                <c:pt idx="9052">
                  <c:v>9.25</c:v>
                </c:pt>
                <c:pt idx="9053">
                  <c:v>5.25</c:v>
                </c:pt>
                <c:pt idx="9054">
                  <c:v>2.25</c:v>
                </c:pt>
                <c:pt idx="9055">
                  <c:v>0.75</c:v>
                </c:pt>
                <c:pt idx="9056">
                  <c:v>1.75</c:v>
                </c:pt>
                <c:pt idx="9057">
                  <c:v>1.75</c:v>
                </c:pt>
                <c:pt idx="9058">
                  <c:v>11.75</c:v>
                </c:pt>
                <c:pt idx="9059">
                  <c:v>11.75</c:v>
                </c:pt>
                <c:pt idx="9060">
                  <c:v>11.75</c:v>
                </c:pt>
                <c:pt idx="9061">
                  <c:v>11.75</c:v>
                </c:pt>
                <c:pt idx="9062">
                  <c:v>11.75</c:v>
                </c:pt>
                <c:pt idx="9063">
                  <c:v>11.75</c:v>
                </c:pt>
                <c:pt idx="9064">
                  <c:v>11.75</c:v>
                </c:pt>
                <c:pt idx="9065">
                  <c:v>11.75</c:v>
                </c:pt>
                <c:pt idx="9066">
                  <c:v>11.75</c:v>
                </c:pt>
                <c:pt idx="9067">
                  <c:v>11.75</c:v>
                </c:pt>
                <c:pt idx="9068">
                  <c:v>11.75</c:v>
                </c:pt>
                <c:pt idx="9069">
                  <c:v>11.75</c:v>
                </c:pt>
                <c:pt idx="9070">
                  <c:v>11.75</c:v>
                </c:pt>
                <c:pt idx="9071">
                  <c:v>11.75</c:v>
                </c:pt>
                <c:pt idx="9072">
                  <c:v>11.75</c:v>
                </c:pt>
                <c:pt idx="9073">
                  <c:v>11.75</c:v>
                </c:pt>
                <c:pt idx="9074">
                  <c:v>11.75</c:v>
                </c:pt>
                <c:pt idx="9075">
                  <c:v>11.75</c:v>
                </c:pt>
                <c:pt idx="9076">
                  <c:v>11.75</c:v>
                </c:pt>
                <c:pt idx="9077">
                  <c:v>11.75</c:v>
                </c:pt>
                <c:pt idx="9078">
                  <c:v>11.75</c:v>
                </c:pt>
                <c:pt idx="9079">
                  <c:v>11.75</c:v>
                </c:pt>
                <c:pt idx="9080">
                  <c:v>11.75</c:v>
                </c:pt>
                <c:pt idx="9081">
                  <c:v>11.75</c:v>
                </c:pt>
                <c:pt idx="9082">
                  <c:v>11.75</c:v>
                </c:pt>
                <c:pt idx="9083">
                  <c:v>11.75</c:v>
                </c:pt>
                <c:pt idx="9084">
                  <c:v>11.75</c:v>
                </c:pt>
                <c:pt idx="9085">
                  <c:v>11.75</c:v>
                </c:pt>
                <c:pt idx="9086">
                  <c:v>11.75</c:v>
                </c:pt>
                <c:pt idx="9087">
                  <c:v>11.75</c:v>
                </c:pt>
                <c:pt idx="9088">
                  <c:v>11.75</c:v>
                </c:pt>
                <c:pt idx="9089">
                  <c:v>11.75</c:v>
                </c:pt>
                <c:pt idx="9090">
                  <c:v>11.75</c:v>
                </c:pt>
                <c:pt idx="9091">
                  <c:v>11.75</c:v>
                </c:pt>
                <c:pt idx="9092">
                  <c:v>11.75</c:v>
                </c:pt>
                <c:pt idx="9093">
                  <c:v>11.75</c:v>
                </c:pt>
                <c:pt idx="9094">
                  <c:v>11.75</c:v>
                </c:pt>
                <c:pt idx="9095">
                  <c:v>11.75</c:v>
                </c:pt>
                <c:pt idx="9096">
                  <c:v>11.75</c:v>
                </c:pt>
                <c:pt idx="9097">
                  <c:v>11.75</c:v>
                </c:pt>
                <c:pt idx="9098">
                  <c:v>1.75</c:v>
                </c:pt>
                <c:pt idx="9099">
                  <c:v>1.75</c:v>
                </c:pt>
                <c:pt idx="9100">
                  <c:v>1.75</c:v>
                </c:pt>
                <c:pt idx="9101" formatCode="0.00">
                  <c:v>0</c:v>
                </c:pt>
                <c:pt idx="9102" formatCode="0.00">
                  <c:v>0</c:v>
                </c:pt>
                <c:pt idx="9103" formatCode="0.00">
                  <c:v>0</c:v>
                </c:pt>
                <c:pt idx="9104" formatCode="0.00">
                  <c:v>0</c:v>
                </c:pt>
                <c:pt idx="9105" formatCode="0.00">
                  <c:v>0</c:v>
                </c:pt>
                <c:pt idx="9106" formatCode="0.00">
                  <c:v>0</c:v>
                </c:pt>
                <c:pt idx="9107" formatCode="0.00">
                  <c:v>0</c:v>
                </c:pt>
                <c:pt idx="9108" formatCode="0.00">
                  <c:v>0</c:v>
                </c:pt>
                <c:pt idx="9109" formatCode="0.00">
                  <c:v>0</c:v>
                </c:pt>
                <c:pt idx="9110" formatCode="0.00">
                  <c:v>0</c:v>
                </c:pt>
                <c:pt idx="9111" formatCode="0.00">
                  <c:v>0</c:v>
                </c:pt>
                <c:pt idx="9112" formatCode="0.00">
                  <c:v>0</c:v>
                </c:pt>
                <c:pt idx="9113" formatCode="0.00">
                  <c:v>0</c:v>
                </c:pt>
                <c:pt idx="9114" formatCode="0.00">
                  <c:v>0</c:v>
                </c:pt>
                <c:pt idx="9115" formatCode="0.00">
                  <c:v>0</c:v>
                </c:pt>
                <c:pt idx="9116" formatCode="0.00">
                  <c:v>0</c:v>
                </c:pt>
                <c:pt idx="9117" formatCode="0.00">
                  <c:v>0</c:v>
                </c:pt>
                <c:pt idx="9118" formatCode="0.00">
                  <c:v>0</c:v>
                </c:pt>
                <c:pt idx="9119" formatCode="0.00">
                  <c:v>0</c:v>
                </c:pt>
                <c:pt idx="9120" formatCode="0.00">
                  <c:v>0</c:v>
                </c:pt>
                <c:pt idx="9121">
                  <c:v>5.0750000000000002</c:v>
                </c:pt>
                <c:pt idx="9122">
                  <c:v>5.3250000000000002</c:v>
                </c:pt>
                <c:pt idx="9123">
                  <c:v>5.45</c:v>
                </c:pt>
                <c:pt idx="9124">
                  <c:v>3.7</c:v>
                </c:pt>
                <c:pt idx="9125">
                  <c:v>5.125</c:v>
                </c:pt>
                <c:pt idx="9126">
                  <c:v>4.95</c:v>
                </c:pt>
                <c:pt idx="9127">
                  <c:v>4.75</c:v>
                </c:pt>
                <c:pt idx="9128" formatCode="0.00">
                  <c:v>0</c:v>
                </c:pt>
                <c:pt idx="9129" formatCode="0.00">
                  <c:v>0</c:v>
                </c:pt>
                <c:pt idx="9130" formatCode="0.00">
                  <c:v>0</c:v>
                </c:pt>
                <c:pt idx="9131" formatCode="0.00">
                  <c:v>0</c:v>
                </c:pt>
                <c:pt idx="9132" formatCode="0.00">
                  <c:v>0</c:v>
                </c:pt>
                <c:pt idx="9133" formatCode="0.00">
                  <c:v>0</c:v>
                </c:pt>
                <c:pt idx="9134" formatCode="0.00">
                  <c:v>0</c:v>
                </c:pt>
                <c:pt idx="9135" formatCode="0.00">
                  <c:v>0</c:v>
                </c:pt>
                <c:pt idx="9136" formatCode="0.00">
                  <c:v>0</c:v>
                </c:pt>
                <c:pt idx="9137" formatCode="0.00">
                  <c:v>0</c:v>
                </c:pt>
                <c:pt idx="9138" formatCode="0.00">
                  <c:v>0</c:v>
                </c:pt>
                <c:pt idx="9139" formatCode="0.00">
                  <c:v>0</c:v>
                </c:pt>
                <c:pt idx="9140" formatCode="0.00">
                  <c:v>0</c:v>
                </c:pt>
                <c:pt idx="9141">
                  <c:v>1.5</c:v>
                </c:pt>
                <c:pt idx="9142">
                  <c:v>3.25</c:v>
                </c:pt>
                <c:pt idx="9143">
                  <c:v>3.25</c:v>
                </c:pt>
                <c:pt idx="9144">
                  <c:v>3.3050000000000002</c:v>
                </c:pt>
                <c:pt idx="9145">
                  <c:v>4.4850000000000003</c:v>
                </c:pt>
                <c:pt idx="9146">
                  <c:v>6.1775000000000002</c:v>
                </c:pt>
                <c:pt idx="9147">
                  <c:v>12.0625</c:v>
                </c:pt>
                <c:pt idx="9148">
                  <c:v>22.885000000000002</c:v>
                </c:pt>
                <c:pt idx="9149">
                  <c:v>40.29</c:v>
                </c:pt>
                <c:pt idx="9150">
                  <c:v>45.2575</c:v>
                </c:pt>
                <c:pt idx="9151">
                  <c:v>40.027500000000003</c:v>
                </c:pt>
                <c:pt idx="9152">
                  <c:v>51.69</c:v>
                </c:pt>
                <c:pt idx="9153">
                  <c:v>40.354999999999997</c:v>
                </c:pt>
                <c:pt idx="9154">
                  <c:v>42.967500000000001</c:v>
                </c:pt>
                <c:pt idx="9155">
                  <c:v>44.602499999999999</c:v>
                </c:pt>
                <c:pt idx="9156">
                  <c:v>46.045000000000002</c:v>
                </c:pt>
                <c:pt idx="9157">
                  <c:v>48.702500000000001</c:v>
                </c:pt>
                <c:pt idx="9158">
                  <c:v>30.234999999999999</c:v>
                </c:pt>
                <c:pt idx="9159">
                  <c:v>31.64</c:v>
                </c:pt>
                <c:pt idx="9160">
                  <c:v>32.335000000000001</c:v>
                </c:pt>
                <c:pt idx="9161">
                  <c:v>48.167499999999997</c:v>
                </c:pt>
                <c:pt idx="9162">
                  <c:v>57.097499999999997</c:v>
                </c:pt>
                <c:pt idx="9163">
                  <c:v>69.267499999999998</c:v>
                </c:pt>
                <c:pt idx="9164">
                  <c:v>69.162499999999994</c:v>
                </c:pt>
                <c:pt idx="9165">
                  <c:v>68.97</c:v>
                </c:pt>
                <c:pt idx="9166">
                  <c:v>68.827500000000001</c:v>
                </c:pt>
                <c:pt idx="9167">
                  <c:v>68.685000000000002</c:v>
                </c:pt>
                <c:pt idx="9168">
                  <c:v>68.307500000000005</c:v>
                </c:pt>
                <c:pt idx="9169">
                  <c:v>74.489999999999995</c:v>
                </c:pt>
                <c:pt idx="9170">
                  <c:v>66.572500000000005</c:v>
                </c:pt>
                <c:pt idx="9171">
                  <c:v>62.202500000000001</c:v>
                </c:pt>
                <c:pt idx="9172">
                  <c:v>42.102499999999999</c:v>
                </c:pt>
                <c:pt idx="9173">
                  <c:v>42.777500000000003</c:v>
                </c:pt>
                <c:pt idx="9174">
                  <c:v>28.114999999999998</c:v>
                </c:pt>
                <c:pt idx="9175">
                  <c:v>43.97</c:v>
                </c:pt>
                <c:pt idx="9176">
                  <c:v>22.265000000000001</c:v>
                </c:pt>
                <c:pt idx="9177">
                  <c:v>3.25</c:v>
                </c:pt>
                <c:pt idx="9178">
                  <c:v>3.25</c:v>
                </c:pt>
                <c:pt idx="9179">
                  <c:v>5.8550000000000004</c:v>
                </c:pt>
                <c:pt idx="9180">
                  <c:v>4.3174999999999999</c:v>
                </c:pt>
                <c:pt idx="9181">
                  <c:v>3.25</c:v>
                </c:pt>
                <c:pt idx="9182">
                  <c:v>3.25</c:v>
                </c:pt>
                <c:pt idx="9183">
                  <c:v>3.25</c:v>
                </c:pt>
                <c:pt idx="9184">
                  <c:v>3.25</c:v>
                </c:pt>
                <c:pt idx="9185">
                  <c:v>1.5</c:v>
                </c:pt>
                <c:pt idx="9186">
                  <c:v>0</c:v>
                </c:pt>
                <c:pt idx="9187">
                  <c:v>0</c:v>
                </c:pt>
                <c:pt idx="9188">
                  <c:v>0</c:v>
                </c:pt>
                <c:pt idx="9189">
                  <c:v>16.484999999999999</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16.425000000000001</c:v>
                </c:pt>
                <c:pt idx="9207">
                  <c:v>17.484999999999999</c:v>
                </c:pt>
                <c:pt idx="9208">
                  <c:v>17.782499999999999</c:v>
                </c:pt>
                <c:pt idx="9209">
                  <c:v>17.3125</c:v>
                </c:pt>
                <c:pt idx="9210">
                  <c:v>16.842500000000001</c:v>
                </c:pt>
                <c:pt idx="9211">
                  <c:v>16.217500000000001</c:v>
                </c:pt>
                <c:pt idx="9212">
                  <c:v>15.96</c:v>
                </c:pt>
                <c:pt idx="9213">
                  <c:v>0</c:v>
                </c:pt>
                <c:pt idx="9214">
                  <c:v>0</c:v>
                </c:pt>
                <c:pt idx="9215">
                  <c:v>0</c:v>
                </c:pt>
                <c:pt idx="9216">
                  <c:v>0</c:v>
                </c:pt>
                <c:pt idx="9217">
                  <c:v>0</c:v>
                </c:pt>
                <c:pt idx="9218">
                  <c:v>0</c:v>
                </c:pt>
                <c:pt idx="9219">
                  <c:v>0</c:v>
                </c:pt>
                <c:pt idx="9220">
                  <c:v>0</c:v>
                </c:pt>
                <c:pt idx="9221">
                  <c:v>0</c:v>
                </c:pt>
                <c:pt idx="9222">
                  <c:v>0</c:v>
                </c:pt>
                <c:pt idx="9223">
                  <c:v>0</c:v>
                </c:pt>
                <c:pt idx="9224">
                  <c:v>0</c:v>
                </c:pt>
                <c:pt idx="9225">
                  <c:v>0</c:v>
                </c:pt>
                <c:pt idx="9226">
                  <c:v>0.185</c:v>
                </c:pt>
                <c:pt idx="9227">
                  <c:v>1.3674999999999999</c:v>
                </c:pt>
                <c:pt idx="9228">
                  <c:v>5.19</c:v>
                </c:pt>
                <c:pt idx="9229">
                  <c:v>12.98</c:v>
                </c:pt>
                <c:pt idx="9230">
                  <c:v>24.664999999999999</c:v>
                </c:pt>
                <c:pt idx="9231">
                  <c:v>38.022500000000001</c:v>
                </c:pt>
                <c:pt idx="9232">
                  <c:v>52.297499999999999</c:v>
                </c:pt>
                <c:pt idx="9233">
                  <c:v>67.257499999999993</c:v>
                </c:pt>
                <c:pt idx="9234">
                  <c:v>78.349999999999994</c:v>
                </c:pt>
                <c:pt idx="9235">
                  <c:v>87.172499999999999</c:v>
                </c:pt>
                <c:pt idx="9236">
                  <c:v>94.602500000000006</c:v>
                </c:pt>
                <c:pt idx="9237">
                  <c:v>100.908</c:v>
                </c:pt>
                <c:pt idx="9238">
                  <c:v>106.19499999999999</c:v>
                </c:pt>
                <c:pt idx="9239">
                  <c:v>110.91200000000001</c:v>
                </c:pt>
                <c:pt idx="9240">
                  <c:v>114.913</c:v>
                </c:pt>
                <c:pt idx="9241">
                  <c:v>118.14</c:v>
                </c:pt>
                <c:pt idx="9242">
                  <c:v>120.678</c:v>
                </c:pt>
                <c:pt idx="9243">
                  <c:v>122.11499999999999</c:v>
                </c:pt>
                <c:pt idx="9244">
                  <c:v>123.003</c:v>
                </c:pt>
                <c:pt idx="9245">
                  <c:v>123.47</c:v>
                </c:pt>
                <c:pt idx="9246">
                  <c:v>123.52500000000001</c:v>
                </c:pt>
                <c:pt idx="9247">
                  <c:v>123.148</c:v>
                </c:pt>
                <c:pt idx="9248">
                  <c:v>123.07</c:v>
                </c:pt>
                <c:pt idx="9249">
                  <c:v>123.19499999999999</c:v>
                </c:pt>
                <c:pt idx="9250">
                  <c:v>122.79300000000001</c:v>
                </c:pt>
                <c:pt idx="9251">
                  <c:v>122.55</c:v>
                </c:pt>
                <c:pt idx="9252">
                  <c:v>121.96</c:v>
                </c:pt>
                <c:pt idx="9253">
                  <c:v>121.91800000000001</c:v>
                </c:pt>
                <c:pt idx="9254">
                  <c:v>121.63200000000001</c:v>
                </c:pt>
                <c:pt idx="9255">
                  <c:v>121.11499999999999</c:v>
                </c:pt>
                <c:pt idx="9256">
                  <c:v>120.56</c:v>
                </c:pt>
                <c:pt idx="9257">
                  <c:v>119.675</c:v>
                </c:pt>
                <c:pt idx="9258">
                  <c:v>118.53</c:v>
                </c:pt>
                <c:pt idx="9259">
                  <c:v>116.05800000000001</c:v>
                </c:pt>
                <c:pt idx="9260">
                  <c:v>112.697</c:v>
                </c:pt>
                <c:pt idx="9261">
                  <c:v>108.58</c:v>
                </c:pt>
                <c:pt idx="9262">
                  <c:v>104.93</c:v>
                </c:pt>
                <c:pt idx="9263">
                  <c:v>100.38200000000001</c:v>
                </c:pt>
                <c:pt idx="9264">
                  <c:v>95</c:v>
                </c:pt>
                <c:pt idx="9265">
                  <c:v>89.677499999999995</c:v>
                </c:pt>
                <c:pt idx="9266">
                  <c:v>83.39</c:v>
                </c:pt>
                <c:pt idx="9267">
                  <c:v>76.787499999999994</c:v>
                </c:pt>
                <c:pt idx="9268">
                  <c:v>67.965000000000003</c:v>
                </c:pt>
                <c:pt idx="9269">
                  <c:v>56.935000000000002</c:v>
                </c:pt>
                <c:pt idx="9270">
                  <c:v>39.174999999999997</c:v>
                </c:pt>
                <c:pt idx="9271">
                  <c:v>26.432500000000001</c:v>
                </c:pt>
                <c:pt idx="9272">
                  <c:v>15.675000000000001</c:v>
                </c:pt>
                <c:pt idx="9273">
                  <c:v>7.0075000000000003</c:v>
                </c:pt>
                <c:pt idx="9274">
                  <c:v>1.53</c:v>
                </c:pt>
                <c:pt idx="9275">
                  <c:v>0.25</c:v>
                </c:pt>
                <c:pt idx="9276">
                  <c:v>0.94499999999999995</c:v>
                </c:pt>
                <c:pt idx="9277">
                  <c:v>4.1849999999999996</c:v>
                </c:pt>
                <c:pt idx="9278">
                  <c:v>10.137499999999999</c:v>
                </c:pt>
                <c:pt idx="9279">
                  <c:v>18.38</c:v>
                </c:pt>
                <c:pt idx="9280">
                  <c:v>28.572500000000002</c:v>
                </c:pt>
                <c:pt idx="9281">
                  <c:v>40.222499999999997</c:v>
                </c:pt>
                <c:pt idx="9282">
                  <c:v>53.3</c:v>
                </c:pt>
                <c:pt idx="9283">
                  <c:v>65.557500000000005</c:v>
                </c:pt>
                <c:pt idx="9284">
                  <c:v>77.692499999999995</c:v>
                </c:pt>
                <c:pt idx="9285">
                  <c:v>89.292500000000004</c:v>
                </c:pt>
                <c:pt idx="9286">
                  <c:v>100.233</c:v>
                </c:pt>
                <c:pt idx="9287">
                  <c:v>110.27800000000001</c:v>
                </c:pt>
                <c:pt idx="9288">
                  <c:v>119.79300000000001</c:v>
                </c:pt>
                <c:pt idx="9289">
                  <c:v>128.47</c:v>
                </c:pt>
                <c:pt idx="9290">
                  <c:v>136.40799999999999</c:v>
                </c:pt>
                <c:pt idx="9291">
                  <c:v>143.548</c:v>
                </c:pt>
                <c:pt idx="9292">
                  <c:v>148.66800000000001</c:v>
                </c:pt>
                <c:pt idx="9293">
                  <c:v>151.63999999999999</c:v>
                </c:pt>
                <c:pt idx="9294">
                  <c:v>153.13999999999999</c:v>
                </c:pt>
                <c:pt idx="9295">
                  <c:v>153.88999999999999</c:v>
                </c:pt>
                <c:pt idx="9296">
                  <c:v>153.88999999999999</c:v>
                </c:pt>
                <c:pt idx="9297">
                  <c:v>154.13999999999999</c:v>
                </c:pt>
                <c:pt idx="9298">
                  <c:v>154.88999999999999</c:v>
                </c:pt>
                <c:pt idx="9299">
                  <c:v>154.63999999999999</c:v>
                </c:pt>
                <c:pt idx="9300">
                  <c:v>155.13999999999999</c:v>
                </c:pt>
                <c:pt idx="9301">
                  <c:v>154.63999999999999</c:v>
                </c:pt>
                <c:pt idx="9302">
                  <c:v>154.63999999999999</c:v>
                </c:pt>
                <c:pt idx="9303">
                  <c:v>153.88999999999999</c:v>
                </c:pt>
                <c:pt idx="9304">
                  <c:v>151.88999999999999</c:v>
                </c:pt>
                <c:pt idx="9305">
                  <c:v>151.38999999999999</c:v>
                </c:pt>
                <c:pt idx="9306">
                  <c:v>150.13999999999999</c:v>
                </c:pt>
                <c:pt idx="9307">
                  <c:v>147.38999999999999</c:v>
                </c:pt>
                <c:pt idx="9308">
                  <c:v>143.54499999999999</c:v>
                </c:pt>
                <c:pt idx="9309">
                  <c:v>137.447</c:v>
                </c:pt>
                <c:pt idx="9310">
                  <c:v>130.18299999999999</c:v>
                </c:pt>
                <c:pt idx="9311">
                  <c:v>122.36</c:v>
                </c:pt>
                <c:pt idx="9312">
                  <c:v>114.27800000000001</c:v>
                </c:pt>
                <c:pt idx="9313">
                  <c:v>105.265</c:v>
                </c:pt>
                <c:pt idx="9314">
                  <c:v>94.887500000000003</c:v>
                </c:pt>
                <c:pt idx="9315">
                  <c:v>83.8125</c:v>
                </c:pt>
                <c:pt idx="9316">
                  <c:v>71.997500000000002</c:v>
                </c:pt>
                <c:pt idx="9317">
                  <c:v>60.115000000000002</c:v>
                </c:pt>
                <c:pt idx="9318">
                  <c:v>48.25</c:v>
                </c:pt>
                <c:pt idx="9319">
                  <c:v>36.932499999999997</c:v>
                </c:pt>
                <c:pt idx="9320">
                  <c:v>25.635000000000002</c:v>
                </c:pt>
                <c:pt idx="9321">
                  <c:v>15.63</c:v>
                </c:pt>
                <c:pt idx="9322">
                  <c:v>7.66</c:v>
                </c:pt>
                <c:pt idx="9323">
                  <c:v>2.5950000000000002</c:v>
                </c:pt>
                <c:pt idx="9324">
                  <c:v>0.29499999999999998</c:v>
                </c:pt>
                <c:pt idx="9325">
                  <c:v>0.75</c:v>
                </c:pt>
                <c:pt idx="9326">
                  <c:v>3</c:v>
                </c:pt>
                <c:pt idx="9327">
                  <c:v>6.25</c:v>
                </c:pt>
                <c:pt idx="9328">
                  <c:v>10.75</c:v>
                </c:pt>
                <c:pt idx="9329">
                  <c:v>16.5</c:v>
                </c:pt>
                <c:pt idx="9330">
                  <c:v>23</c:v>
                </c:pt>
                <c:pt idx="9331">
                  <c:v>29.75</c:v>
                </c:pt>
                <c:pt idx="9332">
                  <c:v>36.75</c:v>
                </c:pt>
                <c:pt idx="9333">
                  <c:v>43.25</c:v>
                </c:pt>
                <c:pt idx="9334">
                  <c:v>49.5</c:v>
                </c:pt>
                <c:pt idx="9335">
                  <c:v>55.25</c:v>
                </c:pt>
                <c:pt idx="9336">
                  <c:v>60</c:v>
                </c:pt>
                <c:pt idx="9337">
                  <c:v>65</c:v>
                </c:pt>
                <c:pt idx="9338">
                  <c:v>69.25</c:v>
                </c:pt>
                <c:pt idx="9339">
                  <c:v>73</c:v>
                </c:pt>
                <c:pt idx="9340">
                  <c:v>76</c:v>
                </c:pt>
                <c:pt idx="9341">
                  <c:v>78.5</c:v>
                </c:pt>
                <c:pt idx="9342">
                  <c:v>80</c:v>
                </c:pt>
                <c:pt idx="9343">
                  <c:v>80.75</c:v>
                </c:pt>
                <c:pt idx="9344">
                  <c:v>80.75</c:v>
                </c:pt>
                <c:pt idx="9345">
                  <c:v>81</c:v>
                </c:pt>
                <c:pt idx="9346">
                  <c:v>80.5</c:v>
                </c:pt>
                <c:pt idx="9347">
                  <c:v>80.75</c:v>
                </c:pt>
                <c:pt idx="9348">
                  <c:v>80.5</c:v>
                </c:pt>
                <c:pt idx="9349">
                  <c:v>81</c:v>
                </c:pt>
                <c:pt idx="9350">
                  <c:v>80</c:v>
                </c:pt>
                <c:pt idx="9351">
                  <c:v>81</c:v>
                </c:pt>
                <c:pt idx="9352">
                  <c:v>81</c:v>
                </c:pt>
                <c:pt idx="9353">
                  <c:v>81</c:v>
                </c:pt>
                <c:pt idx="9354">
                  <c:v>80.5</c:v>
                </c:pt>
                <c:pt idx="9355">
                  <c:v>80.75</c:v>
                </c:pt>
                <c:pt idx="9356">
                  <c:v>79.5</c:v>
                </c:pt>
                <c:pt idx="9357">
                  <c:v>77.5</c:v>
                </c:pt>
                <c:pt idx="9358">
                  <c:v>75.25</c:v>
                </c:pt>
                <c:pt idx="9359">
                  <c:v>70.75</c:v>
                </c:pt>
                <c:pt idx="9360">
                  <c:v>66.75</c:v>
                </c:pt>
                <c:pt idx="9361">
                  <c:v>62.25</c:v>
                </c:pt>
                <c:pt idx="9362">
                  <c:v>57.75</c:v>
                </c:pt>
                <c:pt idx="9363">
                  <c:v>52.25</c:v>
                </c:pt>
                <c:pt idx="9364">
                  <c:v>46.25</c:v>
                </c:pt>
                <c:pt idx="9365">
                  <c:v>40.25</c:v>
                </c:pt>
                <c:pt idx="9366">
                  <c:v>32</c:v>
                </c:pt>
                <c:pt idx="9367">
                  <c:v>25.25</c:v>
                </c:pt>
                <c:pt idx="9368">
                  <c:v>18.5</c:v>
                </c:pt>
                <c:pt idx="9369">
                  <c:v>12.25</c:v>
                </c:pt>
                <c:pt idx="9370">
                  <c:v>8</c:v>
                </c:pt>
                <c:pt idx="9371">
                  <c:v>4</c:v>
                </c:pt>
                <c:pt idx="9372">
                  <c:v>1.25</c:v>
                </c:pt>
                <c:pt idx="9373">
                  <c:v>1</c:v>
                </c:pt>
                <c:pt idx="9374">
                  <c:v>2.75</c:v>
                </c:pt>
                <c:pt idx="9375">
                  <c:v>7</c:v>
                </c:pt>
                <c:pt idx="9376">
                  <c:v>11.75</c:v>
                </c:pt>
                <c:pt idx="9377">
                  <c:v>18.5</c:v>
                </c:pt>
                <c:pt idx="9378">
                  <c:v>26</c:v>
                </c:pt>
                <c:pt idx="9379">
                  <c:v>33.75</c:v>
                </c:pt>
                <c:pt idx="9380">
                  <c:v>40.5</c:v>
                </c:pt>
                <c:pt idx="9381">
                  <c:v>49.924999999999997</c:v>
                </c:pt>
                <c:pt idx="9382">
                  <c:v>53</c:v>
                </c:pt>
                <c:pt idx="9383">
                  <c:v>62.712499999999999</c:v>
                </c:pt>
                <c:pt idx="9384">
                  <c:v>63</c:v>
                </c:pt>
                <c:pt idx="9385">
                  <c:v>67</c:v>
                </c:pt>
                <c:pt idx="9386">
                  <c:v>75.442499999999995</c:v>
                </c:pt>
                <c:pt idx="9387">
                  <c:v>86.63</c:v>
                </c:pt>
                <c:pt idx="9388">
                  <c:v>95.77</c:v>
                </c:pt>
                <c:pt idx="9389">
                  <c:v>103.14</c:v>
                </c:pt>
                <c:pt idx="9390">
                  <c:v>105.61</c:v>
                </c:pt>
                <c:pt idx="9391">
                  <c:v>108.36</c:v>
                </c:pt>
                <c:pt idx="9392">
                  <c:v>109.86</c:v>
                </c:pt>
                <c:pt idx="9393">
                  <c:v>113.11</c:v>
                </c:pt>
                <c:pt idx="9394">
                  <c:v>128.36000000000001</c:v>
                </c:pt>
                <c:pt idx="9395">
                  <c:v>128.36000000000001</c:v>
                </c:pt>
                <c:pt idx="9396">
                  <c:v>128.36000000000001</c:v>
                </c:pt>
                <c:pt idx="9397">
                  <c:v>129.11000000000001</c:v>
                </c:pt>
                <c:pt idx="9398">
                  <c:v>128.86000000000001</c:v>
                </c:pt>
                <c:pt idx="9399">
                  <c:v>131.36000000000001</c:v>
                </c:pt>
                <c:pt idx="9400">
                  <c:v>130.61000000000001</c:v>
                </c:pt>
                <c:pt idx="9401">
                  <c:v>130.11000000000001</c:v>
                </c:pt>
                <c:pt idx="9402">
                  <c:v>129.36000000000001</c:v>
                </c:pt>
                <c:pt idx="9403">
                  <c:v>127.11</c:v>
                </c:pt>
                <c:pt idx="9404">
                  <c:v>125.61</c:v>
                </c:pt>
                <c:pt idx="9405">
                  <c:v>120.768</c:v>
                </c:pt>
                <c:pt idx="9406">
                  <c:v>110.91800000000001</c:v>
                </c:pt>
                <c:pt idx="9407">
                  <c:v>100.908</c:v>
                </c:pt>
                <c:pt idx="9408">
                  <c:v>90.584999999999994</c:v>
                </c:pt>
                <c:pt idx="9409">
                  <c:v>77.254999999999995</c:v>
                </c:pt>
                <c:pt idx="9410">
                  <c:v>65.742500000000007</c:v>
                </c:pt>
                <c:pt idx="9411">
                  <c:v>51.25</c:v>
                </c:pt>
                <c:pt idx="9412">
                  <c:v>45.5</c:v>
                </c:pt>
                <c:pt idx="9413">
                  <c:v>40.982500000000002</c:v>
                </c:pt>
                <c:pt idx="9414">
                  <c:v>39.102499999999999</c:v>
                </c:pt>
                <c:pt idx="9415">
                  <c:v>27.5</c:v>
                </c:pt>
                <c:pt idx="9416">
                  <c:v>20.5</c:v>
                </c:pt>
                <c:pt idx="9417">
                  <c:v>14</c:v>
                </c:pt>
                <c:pt idx="9418">
                  <c:v>8.25</c:v>
                </c:pt>
                <c:pt idx="9419">
                  <c:v>4.25</c:v>
                </c:pt>
                <c:pt idx="9420">
                  <c:v>1.25</c:v>
                </c:pt>
                <c:pt idx="9421" formatCode="0.00">
                  <c:v>0</c:v>
                </c:pt>
                <c:pt idx="9422" formatCode="0.00">
                  <c:v>0</c:v>
                </c:pt>
                <c:pt idx="9423" formatCode="0.00">
                  <c:v>0</c:v>
                </c:pt>
                <c:pt idx="9424" formatCode="0.00">
                  <c:v>0</c:v>
                </c:pt>
                <c:pt idx="9425" formatCode="0.00">
                  <c:v>0</c:v>
                </c:pt>
                <c:pt idx="9426" formatCode="0.00">
                  <c:v>0</c:v>
                </c:pt>
                <c:pt idx="9427" formatCode="0.00">
                  <c:v>0</c:v>
                </c:pt>
                <c:pt idx="9428" formatCode="0.00">
                  <c:v>0</c:v>
                </c:pt>
                <c:pt idx="9429" formatCode="0.00">
                  <c:v>0</c:v>
                </c:pt>
                <c:pt idx="9430" formatCode="0.00">
                  <c:v>0</c:v>
                </c:pt>
                <c:pt idx="9431" formatCode="0.00">
                  <c:v>0</c:v>
                </c:pt>
                <c:pt idx="9432" formatCode="0.00">
                  <c:v>0</c:v>
                </c:pt>
                <c:pt idx="9433" formatCode="0.00">
                  <c:v>0</c:v>
                </c:pt>
                <c:pt idx="9434" formatCode="0.00">
                  <c:v>0</c:v>
                </c:pt>
                <c:pt idx="9435" formatCode="0.00">
                  <c:v>0</c:v>
                </c:pt>
                <c:pt idx="9436" formatCode="0.00">
                  <c:v>0</c:v>
                </c:pt>
                <c:pt idx="9437" formatCode="0.00">
                  <c:v>0</c:v>
                </c:pt>
                <c:pt idx="9438" formatCode="0.00">
                  <c:v>0</c:v>
                </c:pt>
                <c:pt idx="9439" formatCode="0.00">
                  <c:v>0</c:v>
                </c:pt>
                <c:pt idx="9440" formatCode="0.00">
                  <c:v>0</c:v>
                </c:pt>
                <c:pt idx="9441" formatCode="0.00">
                  <c:v>0</c:v>
                </c:pt>
                <c:pt idx="9442" formatCode="0.00">
                  <c:v>0</c:v>
                </c:pt>
                <c:pt idx="9443" formatCode="0.00">
                  <c:v>0</c:v>
                </c:pt>
                <c:pt idx="9444" formatCode="0.00">
                  <c:v>0</c:v>
                </c:pt>
                <c:pt idx="9445" formatCode="0.00">
                  <c:v>0</c:v>
                </c:pt>
                <c:pt idx="9446" formatCode="0.00">
                  <c:v>0</c:v>
                </c:pt>
                <c:pt idx="9447" formatCode="0.00">
                  <c:v>0</c:v>
                </c:pt>
                <c:pt idx="9448" formatCode="0.00">
                  <c:v>0</c:v>
                </c:pt>
                <c:pt idx="9449" formatCode="0.00">
                  <c:v>0</c:v>
                </c:pt>
                <c:pt idx="9450" formatCode="0.00">
                  <c:v>0</c:v>
                </c:pt>
                <c:pt idx="9451" formatCode="0.00">
                  <c:v>0</c:v>
                </c:pt>
                <c:pt idx="9452" formatCode="0.00">
                  <c:v>0</c:v>
                </c:pt>
                <c:pt idx="9453" formatCode="0.00">
                  <c:v>0</c:v>
                </c:pt>
                <c:pt idx="9454" formatCode="0.00">
                  <c:v>0</c:v>
                </c:pt>
                <c:pt idx="9455" formatCode="0.00">
                  <c:v>0</c:v>
                </c:pt>
                <c:pt idx="9456" formatCode="0.00">
                  <c:v>0</c:v>
                </c:pt>
                <c:pt idx="9457" formatCode="0.00">
                  <c:v>0</c:v>
                </c:pt>
                <c:pt idx="9458" formatCode="0.00">
                  <c:v>0</c:v>
                </c:pt>
                <c:pt idx="9459" formatCode="0.00">
                  <c:v>0</c:v>
                </c:pt>
                <c:pt idx="9460" formatCode="0.00">
                  <c:v>0</c:v>
                </c:pt>
                <c:pt idx="9461" formatCode="0.00">
                  <c:v>0</c:v>
                </c:pt>
                <c:pt idx="9462" formatCode="0.00">
                  <c:v>0</c:v>
                </c:pt>
                <c:pt idx="9463" formatCode="0.00">
                  <c:v>0</c:v>
                </c:pt>
                <c:pt idx="9464" formatCode="0.00">
                  <c:v>0</c:v>
                </c:pt>
                <c:pt idx="9465" formatCode="0.00">
                  <c:v>0</c:v>
                </c:pt>
                <c:pt idx="9466" formatCode="0.00">
                  <c:v>0</c:v>
                </c:pt>
                <c:pt idx="9467" formatCode="0.00">
                  <c:v>0</c:v>
                </c:pt>
                <c:pt idx="9468" formatCode="0.00">
                  <c:v>0</c:v>
                </c:pt>
                <c:pt idx="9469" formatCode="0.00">
                  <c:v>0</c:v>
                </c:pt>
                <c:pt idx="9470" formatCode="0.00">
                  <c:v>0</c:v>
                </c:pt>
                <c:pt idx="9471" formatCode="0.00">
                  <c:v>0</c:v>
                </c:pt>
                <c:pt idx="9472" formatCode="0.00">
                  <c:v>0</c:v>
                </c:pt>
                <c:pt idx="9473" formatCode="0.00">
                  <c:v>0</c:v>
                </c:pt>
                <c:pt idx="9474" formatCode="0.00">
                  <c:v>0</c:v>
                </c:pt>
                <c:pt idx="9475" formatCode="0.00">
                  <c:v>0</c:v>
                </c:pt>
                <c:pt idx="9476" formatCode="0.00">
                  <c:v>0</c:v>
                </c:pt>
                <c:pt idx="9477" formatCode="0.00">
                  <c:v>0</c:v>
                </c:pt>
                <c:pt idx="9478" formatCode="0.00">
                  <c:v>0</c:v>
                </c:pt>
                <c:pt idx="9479" formatCode="0.00">
                  <c:v>0</c:v>
                </c:pt>
                <c:pt idx="9480" formatCode="0.00">
                  <c:v>0</c:v>
                </c:pt>
                <c:pt idx="9481" formatCode="0.00">
                  <c:v>0</c:v>
                </c:pt>
                <c:pt idx="9482" formatCode="0.00">
                  <c:v>0</c:v>
                </c:pt>
                <c:pt idx="9483" formatCode="0.00">
                  <c:v>0</c:v>
                </c:pt>
                <c:pt idx="9484" formatCode="0.00">
                  <c:v>0</c:v>
                </c:pt>
                <c:pt idx="9485">
                  <c:v>69.150000000000006</c:v>
                </c:pt>
                <c:pt idx="9486">
                  <c:v>67.375</c:v>
                </c:pt>
                <c:pt idx="9487">
                  <c:v>65.224999999999994</c:v>
                </c:pt>
                <c:pt idx="9488">
                  <c:v>62.8</c:v>
                </c:pt>
                <c:pt idx="9489">
                  <c:v>59.25</c:v>
                </c:pt>
                <c:pt idx="9490">
                  <c:v>56.125</c:v>
                </c:pt>
                <c:pt idx="9491">
                  <c:v>52.125</c:v>
                </c:pt>
                <c:pt idx="9492">
                  <c:v>47.7</c:v>
                </c:pt>
                <c:pt idx="9493">
                  <c:v>43.15</c:v>
                </c:pt>
                <c:pt idx="9494">
                  <c:v>37.875</c:v>
                </c:pt>
                <c:pt idx="9495">
                  <c:v>32.9</c:v>
                </c:pt>
                <c:pt idx="9496">
                  <c:v>27.475000000000001</c:v>
                </c:pt>
                <c:pt idx="9497">
                  <c:v>21.574999999999999</c:v>
                </c:pt>
                <c:pt idx="9498">
                  <c:v>16.024999999999999</c:v>
                </c:pt>
                <c:pt idx="9499">
                  <c:v>10.975</c:v>
                </c:pt>
                <c:pt idx="9500">
                  <c:v>6.4749999999999996</c:v>
                </c:pt>
                <c:pt idx="9501">
                  <c:v>3.125</c:v>
                </c:pt>
                <c:pt idx="9502">
                  <c:v>1</c:v>
                </c:pt>
                <c:pt idx="9503" formatCode="0.00">
                  <c:v>0</c:v>
                </c:pt>
                <c:pt idx="9504" formatCode="0.00">
                  <c:v>0</c:v>
                </c:pt>
                <c:pt idx="9505" formatCode="0.00">
                  <c:v>0</c:v>
                </c:pt>
                <c:pt idx="9506" formatCode="0.00">
                  <c:v>0</c:v>
                </c:pt>
                <c:pt idx="9507" formatCode="0.00">
                  <c:v>0</c:v>
                </c:pt>
                <c:pt idx="9508" formatCode="0.00">
                  <c:v>0</c:v>
                </c:pt>
                <c:pt idx="9509" formatCode="0.00">
                  <c:v>0</c:v>
                </c:pt>
                <c:pt idx="9510" formatCode="0.00">
                  <c:v>0</c:v>
                </c:pt>
                <c:pt idx="9511" formatCode="0.00">
                  <c:v>0</c:v>
                </c:pt>
                <c:pt idx="9512" formatCode="0.00">
                  <c:v>0</c:v>
                </c:pt>
                <c:pt idx="9513" formatCode="0.00">
                  <c:v>0</c:v>
                </c:pt>
                <c:pt idx="9514" formatCode="0.00">
                  <c:v>0</c:v>
                </c:pt>
                <c:pt idx="9515" formatCode="0.00">
                  <c:v>0</c:v>
                </c:pt>
                <c:pt idx="9516" formatCode="0.00">
                  <c:v>0</c:v>
                </c:pt>
                <c:pt idx="9517" formatCode="0.00">
                  <c:v>0</c:v>
                </c:pt>
                <c:pt idx="9518" formatCode="0.00">
                  <c:v>0</c:v>
                </c:pt>
                <c:pt idx="9519" formatCode="0.00">
                  <c:v>0</c:v>
                </c:pt>
                <c:pt idx="9520" formatCode="0.00">
                  <c:v>0</c:v>
                </c:pt>
                <c:pt idx="9521" formatCode="0.00">
                  <c:v>0</c:v>
                </c:pt>
                <c:pt idx="9522" formatCode="0.00">
                  <c:v>0</c:v>
                </c:pt>
                <c:pt idx="9523" formatCode="0.00">
                  <c:v>0</c:v>
                </c:pt>
                <c:pt idx="9524" formatCode="0.00">
                  <c:v>0</c:v>
                </c:pt>
                <c:pt idx="9525" formatCode="0.00">
                  <c:v>0</c:v>
                </c:pt>
                <c:pt idx="9526" formatCode="0.00">
                  <c:v>0</c:v>
                </c:pt>
                <c:pt idx="9527" formatCode="0.00">
                  <c:v>0</c:v>
                </c:pt>
                <c:pt idx="9528" formatCode="0.00">
                  <c:v>0</c:v>
                </c:pt>
                <c:pt idx="9529" formatCode="0.00">
                  <c:v>0</c:v>
                </c:pt>
                <c:pt idx="9530" formatCode="0.00">
                  <c:v>0</c:v>
                </c:pt>
                <c:pt idx="9531" formatCode="0.00">
                  <c:v>0</c:v>
                </c:pt>
                <c:pt idx="9532" formatCode="0.00">
                  <c:v>0</c:v>
                </c:pt>
                <c:pt idx="9533" formatCode="0.00">
                  <c:v>0</c:v>
                </c:pt>
                <c:pt idx="9534" formatCode="0.00">
                  <c:v>0</c:v>
                </c:pt>
                <c:pt idx="9535" formatCode="0.00">
                  <c:v>0</c:v>
                </c:pt>
                <c:pt idx="9536" formatCode="0.00">
                  <c:v>0</c:v>
                </c:pt>
                <c:pt idx="9537" formatCode="0.00">
                  <c:v>0</c:v>
                </c:pt>
                <c:pt idx="9538" formatCode="0.00">
                  <c:v>0</c:v>
                </c:pt>
                <c:pt idx="9539" formatCode="0.00">
                  <c:v>0</c:v>
                </c:pt>
                <c:pt idx="9540" formatCode="0.00">
                  <c:v>0</c:v>
                </c:pt>
                <c:pt idx="9541" formatCode="0.00">
                  <c:v>0</c:v>
                </c:pt>
                <c:pt idx="9542" formatCode="0.00">
                  <c:v>0</c:v>
                </c:pt>
                <c:pt idx="9543">
                  <c:v>7.4999999999999997E-2</c:v>
                </c:pt>
                <c:pt idx="9544">
                  <c:v>0.2</c:v>
                </c:pt>
                <c:pt idx="9545">
                  <c:v>0.875</c:v>
                </c:pt>
                <c:pt idx="9546">
                  <c:v>2.2000000000000002</c:v>
                </c:pt>
                <c:pt idx="9547">
                  <c:v>2.5499999999999998</c:v>
                </c:pt>
                <c:pt idx="9548">
                  <c:v>2.625</c:v>
                </c:pt>
                <c:pt idx="9549">
                  <c:v>5.0750000000000002</c:v>
                </c:pt>
                <c:pt idx="9550">
                  <c:v>7.5750000000000002</c:v>
                </c:pt>
                <c:pt idx="9551">
                  <c:v>8.85</c:v>
                </c:pt>
                <c:pt idx="9552">
                  <c:v>8</c:v>
                </c:pt>
                <c:pt idx="9553">
                  <c:v>10</c:v>
                </c:pt>
                <c:pt idx="9554">
                  <c:v>10</c:v>
                </c:pt>
                <c:pt idx="9555">
                  <c:v>10</c:v>
                </c:pt>
                <c:pt idx="9556">
                  <c:v>10</c:v>
                </c:pt>
                <c:pt idx="9557">
                  <c:v>10</c:v>
                </c:pt>
                <c:pt idx="9558">
                  <c:v>11.25</c:v>
                </c:pt>
                <c:pt idx="9559">
                  <c:v>12.5</c:v>
                </c:pt>
                <c:pt idx="9560">
                  <c:v>12.5</c:v>
                </c:pt>
                <c:pt idx="9561">
                  <c:v>12.5</c:v>
                </c:pt>
                <c:pt idx="9562">
                  <c:v>12.5</c:v>
                </c:pt>
                <c:pt idx="9563">
                  <c:v>12.5</c:v>
                </c:pt>
                <c:pt idx="9564">
                  <c:v>25</c:v>
                </c:pt>
                <c:pt idx="9565">
                  <c:v>25</c:v>
                </c:pt>
                <c:pt idx="9566">
                  <c:v>115.717</c:v>
                </c:pt>
                <c:pt idx="9567">
                  <c:v>115.7</c:v>
                </c:pt>
                <c:pt idx="9568">
                  <c:v>115.753</c:v>
                </c:pt>
                <c:pt idx="9569">
                  <c:v>115.61499999999999</c:v>
                </c:pt>
                <c:pt idx="9570">
                  <c:v>25</c:v>
                </c:pt>
                <c:pt idx="9571">
                  <c:v>25</c:v>
                </c:pt>
                <c:pt idx="9572">
                  <c:v>25</c:v>
                </c:pt>
                <c:pt idx="9573">
                  <c:v>25</c:v>
                </c:pt>
                <c:pt idx="9574">
                  <c:v>25</c:v>
                </c:pt>
                <c:pt idx="9575">
                  <c:v>25</c:v>
                </c:pt>
                <c:pt idx="9576">
                  <c:v>25</c:v>
                </c:pt>
                <c:pt idx="9577">
                  <c:v>25</c:v>
                </c:pt>
                <c:pt idx="9578">
                  <c:v>25</c:v>
                </c:pt>
                <c:pt idx="9579">
                  <c:v>25</c:v>
                </c:pt>
                <c:pt idx="9580">
                  <c:v>20</c:v>
                </c:pt>
                <c:pt idx="9581">
                  <c:v>20</c:v>
                </c:pt>
                <c:pt idx="9582">
                  <c:v>20</c:v>
                </c:pt>
                <c:pt idx="9583">
                  <c:v>20</c:v>
                </c:pt>
                <c:pt idx="9584">
                  <c:v>12.5</c:v>
                </c:pt>
                <c:pt idx="9585">
                  <c:v>10</c:v>
                </c:pt>
                <c:pt idx="9586">
                  <c:v>7.5</c:v>
                </c:pt>
                <c:pt idx="9587">
                  <c:v>2.5</c:v>
                </c:pt>
                <c:pt idx="9588">
                  <c:v>1.25</c:v>
                </c:pt>
                <c:pt idx="9589">
                  <c:v>0.5</c:v>
                </c:pt>
                <c:pt idx="9590" formatCode="0.00">
                  <c:v>0</c:v>
                </c:pt>
                <c:pt idx="9591" formatCode="0.00">
                  <c:v>0</c:v>
                </c:pt>
                <c:pt idx="9592" formatCode="0.00">
                  <c:v>0</c:v>
                </c:pt>
                <c:pt idx="9593" formatCode="0.00">
                  <c:v>0</c:v>
                </c:pt>
                <c:pt idx="9594" formatCode="0.00">
                  <c:v>0</c:v>
                </c:pt>
                <c:pt idx="9595" formatCode="0.00">
                  <c:v>0</c:v>
                </c:pt>
                <c:pt idx="9596" formatCode="0.00">
                  <c:v>0</c:v>
                </c:pt>
                <c:pt idx="9597" formatCode="0.00">
                  <c:v>0</c:v>
                </c:pt>
                <c:pt idx="9598" formatCode="0.00">
                  <c:v>0</c:v>
                </c:pt>
                <c:pt idx="9599" formatCode="0.00">
                  <c:v>0</c:v>
                </c:pt>
                <c:pt idx="9600" formatCode="0.00">
                  <c:v>0</c:v>
                </c:pt>
                <c:pt idx="9601" formatCode="0.00">
                  <c:v>0</c:v>
                </c:pt>
                <c:pt idx="9602" formatCode="0.00">
                  <c:v>0</c:v>
                </c:pt>
                <c:pt idx="9603" formatCode="0.00">
                  <c:v>0</c:v>
                </c:pt>
                <c:pt idx="9604" formatCode="0.00">
                  <c:v>0</c:v>
                </c:pt>
                <c:pt idx="9605" formatCode="0.00">
                  <c:v>0</c:v>
                </c:pt>
                <c:pt idx="9606" formatCode="0.00">
                  <c:v>0</c:v>
                </c:pt>
                <c:pt idx="9607" formatCode="0.00">
                  <c:v>0</c:v>
                </c:pt>
                <c:pt idx="9608" formatCode="0.00">
                  <c:v>0</c:v>
                </c:pt>
                <c:pt idx="9609" formatCode="0.00">
                  <c:v>0</c:v>
                </c:pt>
                <c:pt idx="9610" formatCode="0.00">
                  <c:v>0</c:v>
                </c:pt>
                <c:pt idx="9611" formatCode="0.00">
                  <c:v>0</c:v>
                </c:pt>
                <c:pt idx="9612" formatCode="0.00">
                  <c:v>0</c:v>
                </c:pt>
                <c:pt idx="9613" formatCode="0.00">
                  <c:v>0</c:v>
                </c:pt>
                <c:pt idx="9614" formatCode="0.00">
                  <c:v>0</c:v>
                </c:pt>
                <c:pt idx="9615" formatCode="0.00">
                  <c:v>0</c:v>
                </c:pt>
                <c:pt idx="9616" formatCode="0.00">
                  <c:v>0</c:v>
                </c:pt>
                <c:pt idx="9617" formatCode="0.00">
                  <c:v>0</c:v>
                </c:pt>
                <c:pt idx="9618" formatCode="0.00">
                  <c:v>0</c:v>
                </c:pt>
                <c:pt idx="9619" formatCode="0.00">
                  <c:v>0</c:v>
                </c:pt>
                <c:pt idx="9620" formatCode="0.00">
                  <c:v>0</c:v>
                </c:pt>
                <c:pt idx="9621" formatCode="0.00">
                  <c:v>0</c:v>
                </c:pt>
                <c:pt idx="9622" formatCode="0.00">
                  <c:v>0</c:v>
                </c:pt>
                <c:pt idx="9623" formatCode="0.00">
                  <c:v>0</c:v>
                </c:pt>
                <c:pt idx="9624" formatCode="0.00">
                  <c:v>0</c:v>
                </c:pt>
                <c:pt idx="9625" formatCode="0.00">
                  <c:v>0</c:v>
                </c:pt>
                <c:pt idx="9626" formatCode="0.00">
                  <c:v>0</c:v>
                </c:pt>
                <c:pt idx="9627" formatCode="0.00">
                  <c:v>0</c:v>
                </c:pt>
                <c:pt idx="9628" formatCode="0.00">
                  <c:v>0</c:v>
                </c:pt>
                <c:pt idx="9629" formatCode="0.00">
                  <c:v>0</c:v>
                </c:pt>
                <c:pt idx="9630">
                  <c:v>0.39</c:v>
                </c:pt>
                <c:pt idx="9631">
                  <c:v>1.85</c:v>
                </c:pt>
                <c:pt idx="9632">
                  <c:v>5.94</c:v>
                </c:pt>
                <c:pt idx="9633">
                  <c:v>12.36</c:v>
                </c:pt>
                <c:pt idx="9634">
                  <c:v>21.41</c:v>
                </c:pt>
                <c:pt idx="9635">
                  <c:v>31.31</c:v>
                </c:pt>
                <c:pt idx="9636">
                  <c:v>42.26</c:v>
                </c:pt>
                <c:pt idx="9637">
                  <c:v>56.13</c:v>
                </c:pt>
                <c:pt idx="9638">
                  <c:v>65.42</c:v>
                </c:pt>
                <c:pt idx="9639">
                  <c:v>72.64</c:v>
                </c:pt>
                <c:pt idx="9640">
                  <c:v>116</c:v>
                </c:pt>
                <c:pt idx="9641">
                  <c:v>118.5</c:v>
                </c:pt>
                <c:pt idx="9642">
                  <c:v>122</c:v>
                </c:pt>
                <c:pt idx="9643">
                  <c:v>123.75</c:v>
                </c:pt>
                <c:pt idx="9644">
                  <c:v>129.75</c:v>
                </c:pt>
                <c:pt idx="9645">
                  <c:v>128.5</c:v>
                </c:pt>
                <c:pt idx="9646">
                  <c:v>126</c:v>
                </c:pt>
                <c:pt idx="9647">
                  <c:v>123.75</c:v>
                </c:pt>
                <c:pt idx="9648">
                  <c:v>122.5</c:v>
                </c:pt>
                <c:pt idx="9649">
                  <c:v>121</c:v>
                </c:pt>
                <c:pt idx="9650">
                  <c:v>124.5</c:v>
                </c:pt>
                <c:pt idx="9651">
                  <c:v>126</c:v>
                </c:pt>
                <c:pt idx="9652">
                  <c:v>127.5</c:v>
                </c:pt>
                <c:pt idx="9653">
                  <c:v>127</c:v>
                </c:pt>
                <c:pt idx="9654">
                  <c:v>124</c:v>
                </c:pt>
                <c:pt idx="9655">
                  <c:v>125.75</c:v>
                </c:pt>
                <c:pt idx="9656">
                  <c:v>125</c:v>
                </c:pt>
                <c:pt idx="9657">
                  <c:v>140.5</c:v>
                </c:pt>
                <c:pt idx="9658">
                  <c:v>135.13</c:v>
                </c:pt>
                <c:pt idx="9659">
                  <c:v>121.65</c:v>
                </c:pt>
                <c:pt idx="9660">
                  <c:v>112.5</c:v>
                </c:pt>
                <c:pt idx="9661">
                  <c:v>102.64</c:v>
                </c:pt>
                <c:pt idx="9662">
                  <c:v>92.37</c:v>
                </c:pt>
                <c:pt idx="9663">
                  <c:v>74.069999999999993</c:v>
                </c:pt>
                <c:pt idx="9664">
                  <c:v>60.58</c:v>
                </c:pt>
                <c:pt idx="9665">
                  <c:v>47.15</c:v>
                </c:pt>
                <c:pt idx="9666">
                  <c:v>31.54</c:v>
                </c:pt>
                <c:pt idx="9667">
                  <c:v>20.89</c:v>
                </c:pt>
                <c:pt idx="9668">
                  <c:v>12.22</c:v>
                </c:pt>
                <c:pt idx="9669">
                  <c:v>5.8</c:v>
                </c:pt>
                <c:pt idx="9670">
                  <c:v>1.66</c:v>
                </c:pt>
                <c:pt idx="9671">
                  <c:v>71.06</c:v>
                </c:pt>
                <c:pt idx="9672">
                  <c:v>80.75</c:v>
                </c:pt>
                <c:pt idx="9673">
                  <c:v>87.68</c:v>
                </c:pt>
                <c:pt idx="9674">
                  <c:v>94.27</c:v>
                </c:pt>
                <c:pt idx="9675">
                  <c:v>99.98</c:v>
                </c:pt>
                <c:pt idx="9676">
                  <c:v>105.48</c:v>
                </c:pt>
                <c:pt idx="9677">
                  <c:v>111.27</c:v>
                </c:pt>
                <c:pt idx="9678">
                  <c:v>114.5</c:v>
                </c:pt>
                <c:pt idx="9679">
                  <c:v>115.5</c:v>
                </c:pt>
                <c:pt idx="9680">
                  <c:v>0.25</c:v>
                </c:pt>
                <c:pt idx="9681">
                  <c:v>1.31</c:v>
                </c:pt>
                <c:pt idx="9682">
                  <c:v>3.58</c:v>
                </c:pt>
                <c:pt idx="9683">
                  <c:v>7.41</c:v>
                </c:pt>
                <c:pt idx="9684">
                  <c:v>12.84</c:v>
                </c:pt>
                <c:pt idx="9685">
                  <c:v>18.079999999999998</c:v>
                </c:pt>
                <c:pt idx="9686">
                  <c:v>23.78</c:v>
                </c:pt>
                <c:pt idx="9687">
                  <c:v>31.82</c:v>
                </c:pt>
                <c:pt idx="9688">
                  <c:v>41.49</c:v>
                </c:pt>
                <c:pt idx="9689">
                  <c:v>47.75</c:v>
                </c:pt>
                <c:pt idx="9690">
                  <c:v>47.75</c:v>
                </c:pt>
                <c:pt idx="9691">
                  <c:v>47.75</c:v>
                </c:pt>
                <c:pt idx="9692">
                  <c:v>47.75</c:v>
                </c:pt>
                <c:pt idx="9693">
                  <c:v>47.75</c:v>
                </c:pt>
                <c:pt idx="9694">
                  <c:v>47.75</c:v>
                </c:pt>
                <c:pt idx="9695">
                  <c:v>47.75</c:v>
                </c:pt>
                <c:pt idx="9696">
                  <c:v>47.75</c:v>
                </c:pt>
                <c:pt idx="9697">
                  <c:v>47.75</c:v>
                </c:pt>
                <c:pt idx="9698">
                  <c:v>47.75</c:v>
                </c:pt>
                <c:pt idx="9699">
                  <c:v>47.75</c:v>
                </c:pt>
                <c:pt idx="9700">
                  <c:v>47.75</c:v>
                </c:pt>
                <c:pt idx="9701">
                  <c:v>47.75</c:v>
                </c:pt>
                <c:pt idx="9702">
                  <c:v>47.75</c:v>
                </c:pt>
                <c:pt idx="9703">
                  <c:v>47.75</c:v>
                </c:pt>
                <c:pt idx="9704">
                  <c:v>47.75</c:v>
                </c:pt>
                <c:pt idx="9705">
                  <c:v>47.75</c:v>
                </c:pt>
                <c:pt idx="9706">
                  <c:v>47.75</c:v>
                </c:pt>
                <c:pt idx="9707">
                  <c:v>47.75</c:v>
                </c:pt>
                <c:pt idx="9708">
                  <c:v>47.75</c:v>
                </c:pt>
                <c:pt idx="9709">
                  <c:v>47.75</c:v>
                </c:pt>
                <c:pt idx="9710">
                  <c:v>47.75</c:v>
                </c:pt>
                <c:pt idx="9711">
                  <c:v>47.75</c:v>
                </c:pt>
                <c:pt idx="9712">
                  <c:v>47.75</c:v>
                </c:pt>
                <c:pt idx="9713">
                  <c:v>47.75</c:v>
                </c:pt>
                <c:pt idx="9714">
                  <c:v>47.75</c:v>
                </c:pt>
                <c:pt idx="9715">
                  <c:v>47.75</c:v>
                </c:pt>
                <c:pt idx="9716">
                  <c:v>47.75</c:v>
                </c:pt>
                <c:pt idx="9717">
                  <c:v>47.75</c:v>
                </c:pt>
                <c:pt idx="9718">
                  <c:v>47.75</c:v>
                </c:pt>
                <c:pt idx="9719">
                  <c:v>47.75</c:v>
                </c:pt>
                <c:pt idx="9720">
                  <c:v>47.75</c:v>
                </c:pt>
                <c:pt idx="9721">
                  <c:v>47.75</c:v>
                </c:pt>
                <c:pt idx="9722">
                  <c:v>42.97</c:v>
                </c:pt>
                <c:pt idx="9723">
                  <c:v>33.6</c:v>
                </c:pt>
                <c:pt idx="9724">
                  <c:v>25.43</c:v>
                </c:pt>
                <c:pt idx="9725">
                  <c:v>16.510000000000002</c:v>
                </c:pt>
                <c:pt idx="9726">
                  <c:v>11.08</c:v>
                </c:pt>
                <c:pt idx="9727">
                  <c:v>5.94</c:v>
                </c:pt>
                <c:pt idx="9728">
                  <c:v>0.14000000000000001</c:v>
                </c:pt>
                <c:pt idx="9729">
                  <c:v>2.5499999999999998</c:v>
                </c:pt>
                <c:pt idx="9730">
                  <c:v>0.7</c:v>
                </c:pt>
                <c:pt idx="9731">
                  <c:v>70.28</c:v>
                </c:pt>
                <c:pt idx="9732">
                  <c:v>75.89</c:v>
                </c:pt>
                <c:pt idx="9733">
                  <c:v>80.97</c:v>
                </c:pt>
                <c:pt idx="9734">
                  <c:v>61.28</c:v>
                </c:pt>
                <c:pt idx="9735">
                  <c:v>86.96</c:v>
                </c:pt>
                <c:pt idx="9736">
                  <c:v>76.569999999999993</c:v>
                </c:pt>
                <c:pt idx="9737">
                  <c:v>7.95</c:v>
                </c:pt>
                <c:pt idx="9738">
                  <c:v>14.57</c:v>
                </c:pt>
                <c:pt idx="9739">
                  <c:v>23.91</c:v>
                </c:pt>
                <c:pt idx="9740">
                  <c:v>71.290000000000006</c:v>
                </c:pt>
                <c:pt idx="9741">
                  <c:v>65.650000000000006</c:v>
                </c:pt>
                <c:pt idx="9742">
                  <c:v>59.07</c:v>
                </c:pt>
                <c:pt idx="9743">
                  <c:v>51.77</c:v>
                </c:pt>
                <c:pt idx="9744">
                  <c:v>43.72</c:v>
                </c:pt>
                <c:pt idx="9745">
                  <c:v>35.39</c:v>
                </c:pt>
                <c:pt idx="9746">
                  <c:v>26.31</c:v>
                </c:pt>
                <c:pt idx="9747" formatCode="0.00">
                  <c:v>0</c:v>
                </c:pt>
                <c:pt idx="9748" formatCode="0.00">
                  <c:v>0</c:v>
                </c:pt>
                <c:pt idx="9749" formatCode="0.00">
                  <c:v>0</c:v>
                </c:pt>
                <c:pt idx="9750" formatCode="0.00">
                  <c:v>0</c:v>
                </c:pt>
                <c:pt idx="9751" formatCode="0.00">
                  <c:v>0</c:v>
                </c:pt>
                <c:pt idx="9752" formatCode="0.00">
                  <c:v>0</c:v>
                </c:pt>
                <c:pt idx="9753" formatCode="0.00">
                  <c:v>0</c:v>
                </c:pt>
                <c:pt idx="9754" formatCode="0.00">
                  <c:v>0</c:v>
                </c:pt>
                <c:pt idx="9755" formatCode="0.00">
                  <c:v>0</c:v>
                </c:pt>
                <c:pt idx="9756" formatCode="0.00">
                  <c:v>0</c:v>
                </c:pt>
                <c:pt idx="9757" formatCode="0.00">
                  <c:v>0</c:v>
                </c:pt>
                <c:pt idx="9758" formatCode="0.00">
                  <c:v>0</c:v>
                </c:pt>
                <c:pt idx="9759" formatCode="0.00">
                  <c:v>0</c:v>
                </c:pt>
                <c:pt idx="9760" formatCode="0.00">
                  <c:v>0</c:v>
                </c:pt>
                <c:pt idx="9761" formatCode="0.00">
                  <c:v>0</c:v>
                </c:pt>
                <c:pt idx="9762" formatCode="0.00">
                  <c:v>0</c:v>
                </c:pt>
                <c:pt idx="9763" formatCode="0.00">
                  <c:v>0</c:v>
                </c:pt>
                <c:pt idx="9764" formatCode="0.00">
                  <c:v>0</c:v>
                </c:pt>
                <c:pt idx="9765" formatCode="0.00">
                  <c:v>0</c:v>
                </c:pt>
                <c:pt idx="9766" formatCode="0.00">
                  <c:v>0</c:v>
                </c:pt>
                <c:pt idx="9767" formatCode="0.00">
                  <c:v>0</c:v>
                </c:pt>
                <c:pt idx="9768" formatCode="0.00">
                  <c:v>0</c:v>
                </c:pt>
                <c:pt idx="9769" formatCode="0.00">
                  <c:v>0</c:v>
                </c:pt>
                <c:pt idx="9770" formatCode="0.00">
                  <c:v>0</c:v>
                </c:pt>
                <c:pt idx="9771">
                  <c:v>0.56999999999999995</c:v>
                </c:pt>
                <c:pt idx="9772">
                  <c:v>1.33</c:v>
                </c:pt>
                <c:pt idx="9773">
                  <c:v>1.52</c:v>
                </c:pt>
                <c:pt idx="9774">
                  <c:v>1.77</c:v>
                </c:pt>
                <c:pt idx="9775">
                  <c:v>1.99</c:v>
                </c:pt>
                <c:pt idx="9776">
                  <c:v>1.99</c:v>
                </c:pt>
                <c:pt idx="9777">
                  <c:v>2.1800000000000002</c:v>
                </c:pt>
                <c:pt idx="9778">
                  <c:v>1.96</c:v>
                </c:pt>
                <c:pt idx="9779">
                  <c:v>1.3</c:v>
                </c:pt>
                <c:pt idx="9780">
                  <c:v>2.09</c:v>
                </c:pt>
                <c:pt idx="9781">
                  <c:v>2.93</c:v>
                </c:pt>
                <c:pt idx="9782">
                  <c:v>3.49</c:v>
                </c:pt>
                <c:pt idx="9783">
                  <c:v>3.89</c:v>
                </c:pt>
                <c:pt idx="9784">
                  <c:v>6.61</c:v>
                </c:pt>
                <c:pt idx="9785">
                  <c:v>10.27</c:v>
                </c:pt>
                <c:pt idx="9786">
                  <c:v>13.82</c:v>
                </c:pt>
                <c:pt idx="9787">
                  <c:v>17.12</c:v>
                </c:pt>
                <c:pt idx="9788">
                  <c:v>20.79</c:v>
                </c:pt>
                <c:pt idx="9789">
                  <c:v>20.85</c:v>
                </c:pt>
                <c:pt idx="9790">
                  <c:v>21</c:v>
                </c:pt>
                <c:pt idx="9791">
                  <c:v>30.08</c:v>
                </c:pt>
                <c:pt idx="9792">
                  <c:v>27.6</c:v>
                </c:pt>
                <c:pt idx="9793">
                  <c:v>22.74</c:v>
                </c:pt>
                <c:pt idx="9794">
                  <c:v>19.829999999999998</c:v>
                </c:pt>
                <c:pt idx="9795">
                  <c:v>6.41</c:v>
                </c:pt>
                <c:pt idx="9796">
                  <c:v>6.16</c:v>
                </c:pt>
                <c:pt idx="9797">
                  <c:v>4.1100000000000003</c:v>
                </c:pt>
                <c:pt idx="9798">
                  <c:v>3.68</c:v>
                </c:pt>
                <c:pt idx="9799">
                  <c:v>2.71</c:v>
                </c:pt>
                <c:pt idx="9800">
                  <c:v>1.75</c:v>
                </c:pt>
                <c:pt idx="9801">
                  <c:v>1.08</c:v>
                </c:pt>
                <c:pt idx="9802">
                  <c:v>0.56000000000000005</c:v>
                </c:pt>
                <c:pt idx="9803">
                  <c:v>1.8</c:v>
                </c:pt>
                <c:pt idx="9804">
                  <c:v>1.1599999999999999</c:v>
                </c:pt>
                <c:pt idx="9805">
                  <c:v>0.81</c:v>
                </c:pt>
                <c:pt idx="9806">
                  <c:v>0.15</c:v>
                </c:pt>
                <c:pt idx="9807">
                  <c:v>0.75</c:v>
                </c:pt>
                <c:pt idx="9808">
                  <c:v>0.95</c:v>
                </c:pt>
                <c:pt idx="9809">
                  <c:v>1.54</c:v>
                </c:pt>
                <c:pt idx="9810">
                  <c:v>1.1399999999999999</c:v>
                </c:pt>
                <c:pt idx="9811" formatCode="0.00">
                  <c:v>0</c:v>
                </c:pt>
                <c:pt idx="9812" formatCode="0.00">
                  <c:v>0</c:v>
                </c:pt>
                <c:pt idx="9813" formatCode="0.00">
                  <c:v>0</c:v>
                </c:pt>
                <c:pt idx="9814">
                  <c:v>2.61</c:v>
                </c:pt>
                <c:pt idx="9815">
                  <c:v>7.3</c:v>
                </c:pt>
                <c:pt idx="9816">
                  <c:v>20.73</c:v>
                </c:pt>
                <c:pt idx="9817">
                  <c:v>32.15</c:v>
                </c:pt>
                <c:pt idx="9818">
                  <c:v>43.7</c:v>
                </c:pt>
                <c:pt idx="9819">
                  <c:v>29.78</c:v>
                </c:pt>
                <c:pt idx="9820">
                  <c:v>38.72</c:v>
                </c:pt>
                <c:pt idx="9821">
                  <c:v>49.53</c:v>
                </c:pt>
                <c:pt idx="9822">
                  <c:v>55.7</c:v>
                </c:pt>
                <c:pt idx="9823">
                  <c:v>18.489999999999998</c:v>
                </c:pt>
                <c:pt idx="9824">
                  <c:v>24.16</c:v>
                </c:pt>
                <c:pt idx="9825">
                  <c:v>24.86</c:v>
                </c:pt>
                <c:pt idx="9826">
                  <c:v>26.44</c:v>
                </c:pt>
                <c:pt idx="9827">
                  <c:v>26.52</c:v>
                </c:pt>
                <c:pt idx="9828">
                  <c:v>26.42</c:v>
                </c:pt>
                <c:pt idx="9829">
                  <c:v>24.28</c:v>
                </c:pt>
                <c:pt idx="9830">
                  <c:v>26.54</c:v>
                </c:pt>
                <c:pt idx="9831">
                  <c:v>35.25</c:v>
                </c:pt>
                <c:pt idx="9832">
                  <c:v>34.72</c:v>
                </c:pt>
                <c:pt idx="9833">
                  <c:v>33.78</c:v>
                </c:pt>
                <c:pt idx="9834">
                  <c:v>32.78</c:v>
                </c:pt>
                <c:pt idx="9835">
                  <c:v>21.89</c:v>
                </c:pt>
                <c:pt idx="9836">
                  <c:v>23.62</c:v>
                </c:pt>
                <c:pt idx="9837">
                  <c:v>16.73</c:v>
                </c:pt>
                <c:pt idx="9838">
                  <c:v>15.22</c:v>
                </c:pt>
                <c:pt idx="9839">
                  <c:v>43.04</c:v>
                </c:pt>
                <c:pt idx="9840">
                  <c:v>34.9</c:v>
                </c:pt>
                <c:pt idx="9841">
                  <c:v>26.1</c:v>
                </c:pt>
                <c:pt idx="9842">
                  <c:v>15.41</c:v>
                </c:pt>
                <c:pt idx="9843">
                  <c:v>31.27</c:v>
                </c:pt>
                <c:pt idx="9844">
                  <c:v>23.99</c:v>
                </c:pt>
                <c:pt idx="9845">
                  <c:v>13.31</c:v>
                </c:pt>
                <c:pt idx="9846" formatCode="0.00">
                  <c:v>0</c:v>
                </c:pt>
                <c:pt idx="9847" formatCode="0.00">
                  <c:v>0</c:v>
                </c:pt>
                <c:pt idx="9848" formatCode="0.00">
                  <c:v>0</c:v>
                </c:pt>
                <c:pt idx="9849" formatCode="0.00">
                  <c:v>0</c:v>
                </c:pt>
                <c:pt idx="9850" formatCode="0.00">
                  <c:v>0</c:v>
                </c:pt>
                <c:pt idx="9851">
                  <c:v>0.6</c:v>
                </c:pt>
                <c:pt idx="9852">
                  <c:v>0.9</c:v>
                </c:pt>
                <c:pt idx="9853">
                  <c:v>0.93</c:v>
                </c:pt>
                <c:pt idx="9854">
                  <c:v>1.0900000000000001</c:v>
                </c:pt>
                <c:pt idx="9855">
                  <c:v>1.29</c:v>
                </c:pt>
                <c:pt idx="9856">
                  <c:v>1.83</c:v>
                </c:pt>
                <c:pt idx="9857">
                  <c:v>2.25</c:v>
                </c:pt>
                <c:pt idx="9858">
                  <c:v>2.8</c:v>
                </c:pt>
                <c:pt idx="9859">
                  <c:v>3.39</c:v>
                </c:pt>
                <c:pt idx="9860">
                  <c:v>3.61</c:v>
                </c:pt>
                <c:pt idx="9861">
                  <c:v>3.72</c:v>
                </c:pt>
                <c:pt idx="9862">
                  <c:v>3.98</c:v>
                </c:pt>
                <c:pt idx="9863">
                  <c:v>4.58</c:v>
                </c:pt>
                <c:pt idx="9864">
                  <c:v>4.84</c:v>
                </c:pt>
                <c:pt idx="9865">
                  <c:v>5.86</c:v>
                </c:pt>
                <c:pt idx="9866">
                  <c:v>8.84</c:v>
                </c:pt>
                <c:pt idx="9867">
                  <c:v>11.76</c:v>
                </c:pt>
                <c:pt idx="9868">
                  <c:v>49.05</c:v>
                </c:pt>
                <c:pt idx="9869">
                  <c:v>24.52</c:v>
                </c:pt>
                <c:pt idx="9870">
                  <c:v>39.43</c:v>
                </c:pt>
                <c:pt idx="9871">
                  <c:v>40.01</c:v>
                </c:pt>
                <c:pt idx="9872">
                  <c:v>43.18</c:v>
                </c:pt>
                <c:pt idx="9873">
                  <c:v>48.66</c:v>
                </c:pt>
                <c:pt idx="9874">
                  <c:v>43.75</c:v>
                </c:pt>
                <c:pt idx="9875">
                  <c:v>27.21</c:v>
                </c:pt>
                <c:pt idx="9876">
                  <c:v>29.8</c:v>
                </c:pt>
                <c:pt idx="9877">
                  <c:v>17.62</c:v>
                </c:pt>
                <c:pt idx="9878">
                  <c:v>9.61</c:v>
                </c:pt>
                <c:pt idx="9879">
                  <c:v>4.76</c:v>
                </c:pt>
                <c:pt idx="9880">
                  <c:v>4.0199999999999996</c:v>
                </c:pt>
                <c:pt idx="9881">
                  <c:v>3.77</c:v>
                </c:pt>
                <c:pt idx="9882">
                  <c:v>3.41</c:v>
                </c:pt>
                <c:pt idx="9883">
                  <c:v>2.4700000000000002</c:v>
                </c:pt>
                <c:pt idx="9884">
                  <c:v>2.04</c:v>
                </c:pt>
                <c:pt idx="9885">
                  <c:v>1.2</c:v>
                </c:pt>
                <c:pt idx="9886">
                  <c:v>0.54</c:v>
                </c:pt>
                <c:pt idx="9887">
                  <c:v>0.15</c:v>
                </c:pt>
                <c:pt idx="9888" formatCode="0.00">
                  <c:v>0</c:v>
                </c:pt>
                <c:pt idx="9889" formatCode="0.00">
                  <c:v>0</c:v>
                </c:pt>
                <c:pt idx="9890" formatCode="0.00">
                  <c:v>0</c:v>
                </c:pt>
                <c:pt idx="9891" formatCode="0.00">
                  <c:v>0</c:v>
                </c:pt>
                <c:pt idx="9892" formatCode="0.00">
                  <c:v>0</c:v>
                </c:pt>
                <c:pt idx="9893" formatCode="0.00">
                  <c:v>0</c:v>
                </c:pt>
                <c:pt idx="9894" formatCode="0.00">
                  <c:v>0</c:v>
                </c:pt>
                <c:pt idx="9895" formatCode="0.00">
                  <c:v>0</c:v>
                </c:pt>
                <c:pt idx="9896" formatCode="0.00">
                  <c:v>0</c:v>
                </c:pt>
                <c:pt idx="9897" formatCode="0.00">
                  <c:v>0</c:v>
                </c:pt>
                <c:pt idx="9898" formatCode="0.00">
                  <c:v>0</c:v>
                </c:pt>
                <c:pt idx="9899" formatCode="0.00">
                  <c:v>0</c:v>
                </c:pt>
                <c:pt idx="9900" formatCode="0.00">
                  <c:v>0</c:v>
                </c:pt>
                <c:pt idx="9901" formatCode="0.00">
                  <c:v>0</c:v>
                </c:pt>
                <c:pt idx="9902" formatCode="0.00">
                  <c:v>0</c:v>
                </c:pt>
                <c:pt idx="9903" formatCode="0.00">
                  <c:v>0</c:v>
                </c:pt>
                <c:pt idx="9904" formatCode="0.00">
                  <c:v>0</c:v>
                </c:pt>
                <c:pt idx="9905" formatCode="0.00">
                  <c:v>0</c:v>
                </c:pt>
                <c:pt idx="9906" formatCode="0.00">
                  <c:v>0</c:v>
                </c:pt>
                <c:pt idx="9907" formatCode="0.00">
                  <c:v>0</c:v>
                </c:pt>
                <c:pt idx="9908">
                  <c:v>17.79</c:v>
                </c:pt>
                <c:pt idx="9909">
                  <c:v>8.83</c:v>
                </c:pt>
                <c:pt idx="9910">
                  <c:v>29.85</c:v>
                </c:pt>
                <c:pt idx="9911">
                  <c:v>30.03</c:v>
                </c:pt>
                <c:pt idx="9912">
                  <c:v>29.52</c:v>
                </c:pt>
                <c:pt idx="9913">
                  <c:v>28.44</c:v>
                </c:pt>
                <c:pt idx="9914">
                  <c:v>27.62</c:v>
                </c:pt>
                <c:pt idx="9915" formatCode="0.00">
                  <c:v>0</c:v>
                </c:pt>
                <c:pt idx="9916" formatCode="0.00">
                  <c:v>0</c:v>
                </c:pt>
                <c:pt idx="9917" formatCode="0.00">
                  <c:v>0</c:v>
                </c:pt>
                <c:pt idx="9918" formatCode="0.00">
                  <c:v>0</c:v>
                </c:pt>
                <c:pt idx="9919" formatCode="0.00">
                  <c:v>0</c:v>
                </c:pt>
                <c:pt idx="9920" formatCode="0.00">
                  <c:v>0</c:v>
                </c:pt>
                <c:pt idx="9921" formatCode="0.00">
                  <c:v>0</c:v>
                </c:pt>
                <c:pt idx="9922" formatCode="0.00">
                  <c:v>0</c:v>
                </c:pt>
                <c:pt idx="9923">
                  <c:v>9.41</c:v>
                </c:pt>
                <c:pt idx="9924" formatCode="0.00">
                  <c:v>0</c:v>
                </c:pt>
                <c:pt idx="9925" formatCode="0.00">
                  <c:v>0</c:v>
                </c:pt>
                <c:pt idx="9926" formatCode="0.00">
                  <c:v>0</c:v>
                </c:pt>
                <c:pt idx="9927" formatCode="0.00">
                  <c:v>0</c:v>
                </c:pt>
                <c:pt idx="9928" formatCode="0.00">
                  <c:v>0</c:v>
                </c:pt>
                <c:pt idx="9929" formatCode="0.00">
                  <c:v>0</c:v>
                </c:pt>
                <c:pt idx="9930" formatCode="0.00">
                  <c:v>0</c:v>
                </c:pt>
                <c:pt idx="9931" formatCode="0.00">
                  <c:v>0</c:v>
                </c:pt>
                <c:pt idx="9932" formatCode="0.00">
                  <c:v>0</c:v>
                </c:pt>
                <c:pt idx="9933" formatCode="0.00">
                  <c:v>0</c:v>
                </c:pt>
                <c:pt idx="9934" formatCode="0.00">
                  <c:v>0</c:v>
                </c:pt>
                <c:pt idx="9935" formatCode="0.00">
                  <c:v>0</c:v>
                </c:pt>
                <c:pt idx="9936" formatCode="0.00">
                  <c:v>0</c:v>
                </c:pt>
                <c:pt idx="9937" formatCode="0.00">
                  <c:v>0</c:v>
                </c:pt>
                <c:pt idx="9938" formatCode="0.00">
                  <c:v>0</c:v>
                </c:pt>
                <c:pt idx="9939" formatCode="0.00">
                  <c:v>0</c:v>
                </c:pt>
                <c:pt idx="9940" formatCode="0.00">
                  <c:v>0</c:v>
                </c:pt>
                <c:pt idx="9941" formatCode="0.00">
                  <c:v>0</c:v>
                </c:pt>
                <c:pt idx="9942" formatCode="0.00">
                  <c:v>0</c:v>
                </c:pt>
                <c:pt idx="9943" formatCode="0.00">
                  <c:v>0</c:v>
                </c:pt>
                <c:pt idx="9944" formatCode="0.00">
                  <c:v>0</c:v>
                </c:pt>
                <c:pt idx="9945" formatCode="0.00">
                  <c:v>0</c:v>
                </c:pt>
                <c:pt idx="9946" formatCode="0.00">
                  <c:v>0</c:v>
                </c:pt>
                <c:pt idx="9947" formatCode="0.00">
                  <c:v>0</c:v>
                </c:pt>
                <c:pt idx="9948" formatCode="0.00">
                  <c:v>0</c:v>
                </c:pt>
                <c:pt idx="9949" formatCode="0.00">
                  <c:v>0</c:v>
                </c:pt>
                <c:pt idx="9950" formatCode="0.00">
                  <c:v>0</c:v>
                </c:pt>
                <c:pt idx="9951" formatCode="0.00">
                  <c:v>0</c:v>
                </c:pt>
                <c:pt idx="9952" formatCode="0.00">
                  <c:v>0</c:v>
                </c:pt>
                <c:pt idx="9953" formatCode="0.00">
                  <c:v>0</c:v>
                </c:pt>
                <c:pt idx="9954" formatCode="0.00">
                  <c:v>0</c:v>
                </c:pt>
                <c:pt idx="9955" formatCode="0.00">
                  <c:v>0</c:v>
                </c:pt>
                <c:pt idx="9956" formatCode="0.00">
                  <c:v>0</c:v>
                </c:pt>
                <c:pt idx="9957" formatCode="0.00">
                  <c:v>0</c:v>
                </c:pt>
                <c:pt idx="9958" formatCode="0.00">
                  <c:v>0</c:v>
                </c:pt>
                <c:pt idx="9959" formatCode="0.00">
                  <c:v>0</c:v>
                </c:pt>
                <c:pt idx="9960" formatCode="0.00">
                  <c:v>0</c:v>
                </c:pt>
                <c:pt idx="9961" formatCode="0.00">
                  <c:v>0</c:v>
                </c:pt>
                <c:pt idx="9962" formatCode="0.00">
                  <c:v>0</c:v>
                </c:pt>
                <c:pt idx="9963" formatCode="0.00">
                  <c:v>0</c:v>
                </c:pt>
                <c:pt idx="9964" formatCode="0.00">
                  <c:v>0</c:v>
                </c:pt>
                <c:pt idx="9965" formatCode="0.00">
                  <c:v>0</c:v>
                </c:pt>
                <c:pt idx="9966" formatCode="0.00">
                  <c:v>0</c:v>
                </c:pt>
                <c:pt idx="9967" formatCode="0.00">
                  <c:v>0</c:v>
                </c:pt>
                <c:pt idx="9968" formatCode="0.00">
                  <c:v>0</c:v>
                </c:pt>
                <c:pt idx="9969" formatCode="0.00">
                  <c:v>0</c:v>
                </c:pt>
                <c:pt idx="9970" formatCode="0.00">
                  <c:v>0</c:v>
                </c:pt>
                <c:pt idx="9971" formatCode="0.00">
                  <c:v>0</c:v>
                </c:pt>
                <c:pt idx="9972" formatCode="0.00">
                  <c:v>0</c:v>
                </c:pt>
                <c:pt idx="9973" formatCode="0.00">
                  <c:v>0</c:v>
                </c:pt>
                <c:pt idx="9974" formatCode="0.00">
                  <c:v>0</c:v>
                </c:pt>
                <c:pt idx="9975" formatCode="0.00">
                  <c:v>0</c:v>
                </c:pt>
                <c:pt idx="9976" formatCode="0.00">
                  <c:v>0</c:v>
                </c:pt>
                <c:pt idx="9977" formatCode="0.00">
                  <c:v>0</c:v>
                </c:pt>
                <c:pt idx="9978">
                  <c:v>18.11</c:v>
                </c:pt>
                <c:pt idx="9979">
                  <c:v>20.05</c:v>
                </c:pt>
                <c:pt idx="9980">
                  <c:v>26.91</c:v>
                </c:pt>
                <c:pt idx="9981">
                  <c:v>50.19</c:v>
                </c:pt>
                <c:pt idx="9982">
                  <c:v>54.8</c:v>
                </c:pt>
                <c:pt idx="9983" formatCode="0.00">
                  <c:v>0</c:v>
                </c:pt>
                <c:pt idx="9984" formatCode="0.00">
                  <c:v>0</c:v>
                </c:pt>
                <c:pt idx="9985" formatCode="0.00">
                  <c:v>0</c:v>
                </c:pt>
                <c:pt idx="9986" formatCode="0.00">
                  <c:v>0</c:v>
                </c:pt>
                <c:pt idx="9987" formatCode="0.00">
                  <c:v>0</c:v>
                </c:pt>
                <c:pt idx="9988" formatCode="0.00">
                  <c:v>0</c:v>
                </c:pt>
                <c:pt idx="9989" formatCode="0.00">
                  <c:v>0</c:v>
                </c:pt>
                <c:pt idx="9990" formatCode="0.00">
                  <c:v>0</c:v>
                </c:pt>
                <c:pt idx="9991" formatCode="0.00">
                  <c:v>0</c:v>
                </c:pt>
                <c:pt idx="9992" formatCode="0.00">
                  <c:v>0</c:v>
                </c:pt>
                <c:pt idx="9993" formatCode="0.00">
                  <c:v>0</c:v>
                </c:pt>
                <c:pt idx="9994" formatCode="0.00">
                  <c:v>0</c:v>
                </c:pt>
                <c:pt idx="9995" formatCode="0.00">
                  <c:v>0</c:v>
                </c:pt>
                <c:pt idx="9996" formatCode="0.00">
                  <c:v>0</c:v>
                </c:pt>
                <c:pt idx="9997" formatCode="0.00">
                  <c:v>0</c:v>
                </c:pt>
                <c:pt idx="9998" formatCode="0.00">
                  <c:v>0</c:v>
                </c:pt>
                <c:pt idx="9999" formatCode="0.00">
                  <c:v>0</c:v>
                </c:pt>
                <c:pt idx="10000" formatCode="0.00">
                  <c:v>0</c:v>
                </c:pt>
                <c:pt idx="10001" formatCode="0.00">
                  <c:v>0</c:v>
                </c:pt>
                <c:pt idx="10002" formatCode="0.00">
                  <c:v>0</c:v>
                </c:pt>
                <c:pt idx="10003" formatCode="0.00">
                  <c:v>0</c:v>
                </c:pt>
                <c:pt idx="10004" formatCode="0.00">
                  <c:v>0</c:v>
                </c:pt>
                <c:pt idx="10005" formatCode="0.00">
                  <c:v>0</c:v>
                </c:pt>
                <c:pt idx="10006" formatCode="0.00">
                  <c:v>0</c:v>
                </c:pt>
                <c:pt idx="10007" formatCode="0.00">
                  <c:v>0</c:v>
                </c:pt>
                <c:pt idx="10008" formatCode="0.00">
                  <c:v>0</c:v>
                </c:pt>
                <c:pt idx="10009" formatCode="0.00">
                  <c:v>0</c:v>
                </c:pt>
                <c:pt idx="10010" formatCode="0.00">
                  <c:v>0</c:v>
                </c:pt>
                <c:pt idx="10011" formatCode="0.00">
                  <c:v>0</c:v>
                </c:pt>
                <c:pt idx="10012" formatCode="0.00">
                  <c:v>0</c:v>
                </c:pt>
                <c:pt idx="10013" formatCode="0.00">
                  <c:v>0</c:v>
                </c:pt>
                <c:pt idx="10014" formatCode="0.00">
                  <c:v>0</c:v>
                </c:pt>
                <c:pt idx="10015" formatCode="0.00">
                  <c:v>0</c:v>
                </c:pt>
                <c:pt idx="10016" formatCode="0.00">
                  <c:v>0</c:v>
                </c:pt>
                <c:pt idx="10017" formatCode="0.00">
                  <c:v>0</c:v>
                </c:pt>
                <c:pt idx="10018" formatCode="0.00">
                  <c:v>0</c:v>
                </c:pt>
                <c:pt idx="10019" formatCode="0.00">
                  <c:v>0</c:v>
                </c:pt>
                <c:pt idx="10020" formatCode="0.00">
                  <c:v>0</c:v>
                </c:pt>
                <c:pt idx="10021" formatCode="0.00">
                  <c:v>0</c:v>
                </c:pt>
                <c:pt idx="10022" formatCode="0.00">
                  <c:v>0</c:v>
                </c:pt>
                <c:pt idx="10023" formatCode="0.00">
                  <c:v>0</c:v>
                </c:pt>
                <c:pt idx="10024" formatCode="0.00">
                  <c:v>0</c:v>
                </c:pt>
                <c:pt idx="10025" formatCode="0.00">
                  <c:v>0</c:v>
                </c:pt>
                <c:pt idx="10026" formatCode="0.00">
                  <c:v>0</c:v>
                </c:pt>
                <c:pt idx="10027" formatCode="0.00">
                  <c:v>0</c:v>
                </c:pt>
                <c:pt idx="10028" formatCode="0.00">
                  <c:v>0</c:v>
                </c:pt>
                <c:pt idx="10029" formatCode="0.00">
                  <c:v>0</c:v>
                </c:pt>
                <c:pt idx="10030" formatCode="0.00">
                  <c:v>0</c:v>
                </c:pt>
                <c:pt idx="10031" formatCode="0.00">
                  <c:v>0</c:v>
                </c:pt>
                <c:pt idx="10032" formatCode="0.00">
                  <c:v>0</c:v>
                </c:pt>
                <c:pt idx="10033" formatCode="0.00">
                  <c:v>0</c:v>
                </c:pt>
                <c:pt idx="10034" formatCode="0.00">
                  <c:v>0</c:v>
                </c:pt>
                <c:pt idx="10035" formatCode="0.00">
                  <c:v>0</c:v>
                </c:pt>
                <c:pt idx="10036" formatCode="0.00">
                  <c:v>0</c:v>
                </c:pt>
                <c:pt idx="10037" formatCode="0.00">
                  <c:v>0</c:v>
                </c:pt>
                <c:pt idx="10038" formatCode="0.00">
                  <c:v>0</c:v>
                </c:pt>
                <c:pt idx="10039" formatCode="0.00">
                  <c:v>0</c:v>
                </c:pt>
                <c:pt idx="10040" formatCode="0.00">
                  <c:v>0</c:v>
                </c:pt>
                <c:pt idx="10041" formatCode="0.00">
                  <c:v>0</c:v>
                </c:pt>
                <c:pt idx="10042" formatCode="0.00">
                  <c:v>0</c:v>
                </c:pt>
                <c:pt idx="10043" formatCode="0.00">
                  <c:v>0</c:v>
                </c:pt>
                <c:pt idx="10044" formatCode="0.00">
                  <c:v>0</c:v>
                </c:pt>
                <c:pt idx="10045" formatCode="0.00">
                  <c:v>0</c:v>
                </c:pt>
                <c:pt idx="10046" formatCode="0.00">
                  <c:v>0</c:v>
                </c:pt>
                <c:pt idx="10047" formatCode="0.00">
                  <c:v>0</c:v>
                </c:pt>
                <c:pt idx="10048" formatCode="0.00">
                  <c:v>0</c:v>
                </c:pt>
                <c:pt idx="10049" formatCode="0.00">
                  <c:v>0</c:v>
                </c:pt>
                <c:pt idx="10050" formatCode="0.00">
                  <c:v>0</c:v>
                </c:pt>
                <c:pt idx="10051">
                  <c:v>0.2</c:v>
                </c:pt>
                <c:pt idx="10052">
                  <c:v>1.83</c:v>
                </c:pt>
                <c:pt idx="10053">
                  <c:v>4.12</c:v>
                </c:pt>
                <c:pt idx="10054">
                  <c:v>6.89</c:v>
                </c:pt>
                <c:pt idx="10055">
                  <c:v>10</c:v>
                </c:pt>
                <c:pt idx="10056">
                  <c:v>13.2</c:v>
                </c:pt>
                <c:pt idx="10057">
                  <c:v>16.350000000000001</c:v>
                </c:pt>
                <c:pt idx="10058">
                  <c:v>19.350000000000001</c:v>
                </c:pt>
                <c:pt idx="10059">
                  <c:v>20.63</c:v>
                </c:pt>
                <c:pt idx="10060">
                  <c:v>20.63</c:v>
                </c:pt>
                <c:pt idx="10061">
                  <c:v>20.63</c:v>
                </c:pt>
                <c:pt idx="10062">
                  <c:v>20.63</c:v>
                </c:pt>
                <c:pt idx="10063">
                  <c:v>23.07</c:v>
                </c:pt>
                <c:pt idx="10064">
                  <c:v>31.16</c:v>
                </c:pt>
                <c:pt idx="10065">
                  <c:v>39.61</c:v>
                </c:pt>
                <c:pt idx="10066">
                  <c:v>48.35</c:v>
                </c:pt>
                <c:pt idx="10067">
                  <c:v>55.25</c:v>
                </c:pt>
                <c:pt idx="10068">
                  <c:v>62.27</c:v>
                </c:pt>
                <c:pt idx="10069">
                  <c:v>69.75</c:v>
                </c:pt>
                <c:pt idx="10070">
                  <c:v>72.27</c:v>
                </c:pt>
                <c:pt idx="10071">
                  <c:v>75.38</c:v>
                </c:pt>
                <c:pt idx="10072">
                  <c:v>75.38</c:v>
                </c:pt>
                <c:pt idx="10073">
                  <c:v>75.38</c:v>
                </c:pt>
                <c:pt idx="10074">
                  <c:v>75.38</c:v>
                </c:pt>
                <c:pt idx="10075">
                  <c:v>75.38</c:v>
                </c:pt>
                <c:pt idx="10076">
                  <c:v>75.38</c:v>
                </c:pt>
                <c:pt idx="10077">
                  <c:v>75.38</c:v>
                </c:pt>
                <c:pt idx="10078">
                  <c:v>74.88</c:v>
                </c:pt>
                <c:pt idx="10079">
                  <c:v>75.13</c:v>
                </c:pt>
                <c:pt idx="10080">
                  <c:v>74.38</c:v>
                </c:pt>
                <c:pt idx="10081">
                  <c:v>74.38</c:v>
                </c:pt>
                <c:pt idx="10082">
                  <c:v>74.38</c:v>
                </c:pt>
                <c:pt idx="10083">
                  <c:v>74.13</c:v>
                </c:pt>
                <c:pt idx="10084">
                  <c:v>74.13</c:v>
                </c:pt>
                <c:pt idx="10085">
                  <c:v>73.13</c:v>
                </c:pt>
                <c:pt idx="10086">
                  <c:v>73.13</c:v>
                </c:pt>
                <c:pt idx="10087">
                  <c:v>72.88</c:v>
                </c:pt>
                <c:pt idx="10088">
                  <c:v>72.63</c:v>
                </c:pt>
                <c:pt idx="10089">
                  <c:v>71.38</c:v>
                </c:pt>
                <c:pt idx="10090">
                  <c:v>67.31</c:v>
                </c:pt>
                <c:pt idx="10091">
                  <c:v>60.68</c:v>
                </c:pt>
                <c:pt idx="10092">
                  <c:v>48.64</c:v>
                </c:pt>
                <c:pt idx="10093">
                  <c:v>37.979999999999997</c:v>
                </c:pt>
                <c:pt idx="10094">
                  <c:v>25.06</c:v>
                </c:pt>
                <c:pt idx="10095">
                  <c:v>16</c:v>
                </c:pt>
                <c:pt idx="10096">
                  <c:v>8.68</c:v>
                </c:pt>
                <c:pt idx="10097">
                  <c:v>3.2</c:v>
                </c:pt>
                <c:pt idx="10098">
                  <c:v>1</c:v>
                </c:pt>
                <c:pt idx="10099">
                  <c:v>0.5</c:v>
                </c:pt>
                <c:pt idx="10100">
                  <c:v>0.32</c:v>
                </c:pt>
                <c:pt idx="10101">
                  <c:v>2.09</c:v>
                </c:pt>
                <c:pt idx="10102">
                  <c:v>4.58</c:v>
                </c:pt>
                <c:pt idx="10103">
                  <c:v>7.57</c:v>
                </c:pt>
                <c:pt idx="10104">
                  <c:v>10.9</c:v>
                </c:pt>
                <c:pt idx="10105">
                  <c:v>14.34</c:v>
                </c:pt>
                <c:pt idx="10106">
                  <c:v>16.75</c:v>
                </c:pt>
                <c:pt idx="10107">
                  <c:v>16.75</c:v>
                </c:pt>
                <c:pt idx="10108">
                  <c:v>16.75</c:v>
                </c:pt>
                <c:pt idx="10109">
                  <c:v>16.75</c:v>
                </c:pt>
                <c:pt idx="10110">
                  <c:v>16.75</c:v>
                </c:pt>
                <c:pt idx="10111">
                  <c:v>16.75</c:v>
                </c:pt>
                <c:pt idx="10112">
                  <c:v>16.75</c:v>
                </c:pt>
                <c:pt idx="10113">
                  <c:v>16.75</c:v>
                </c:pt>
                <c:pt idx="10114">
                  <c:v>16.75</c:v>
                </c:pt>
                <c:pt idx="10115">
                  <c:v>16.75</c:v>
                </c:pt>
                <c:pt idx="10116">
                  <c:v>16.75</c:v>
                </c:pt>
                <c:pt idx="10117">
                  <c:v>16.75</c:v>
                </c:pt>
                <c:pt idx="10118">
                  <c:v>16.75</c:v>
                </c:pt>
                <c:pt idx="10119">
                  <c:v>16.75</c:v>
                </c:pt>
                <c:pt idx="10120">
                  <c:v>16.75</c:v>
                </c:pt>
                <c:pt idx="10121">
                  <c:v>16.75</c:v>
                </c:pt>
                <c:pt idx="10122">
                  <c:v>16.75</c:v>
                </c:pt>
                <c:pt idx="10123">
                  <c:v>16.75</c:v>
                </c:pt>
                <c:pt idx="10124">
                  <c:v>16.75</c:v>
                </c:pt>
                <c:pt idx="10125">
                  <c:v>16.75</c:v>
                </c:pt>
                <c:pt idx="10126">
                  <c:v>16.75</c:v>
                </c:pt>
                <c:pt idx="10127">
                  <c:v>16.75</c:v>
                </c:pt>
                <c:pt idx="10128">
                  <c:v>16.75</c:v>
                </c:pt>
                <c:pt idx="10129">
                  <c:v>16.75</c:v>
                </c:pt>
                <c:pt idx="10130">
                  <c:v>16.75</c:v>
                </c:pt>
                <c:pt idx="10131">
                  <c:v>16.75</c:v>
                </c:pt>
                <c:pt idx="10132">
                  <c:v>16.75</c:v>
                </c:pt>
                <c:pt idx="10133">
                  <c:v>16.75</c:v>
                </c:pt>
                <c:pt idx="10134">
                  <c:v>16.75</c:v>
                </c:pt>
                <c:pt idx="10135">
                  <c:v>16.75</c:v>
                </c:pt>
                <c:pt idx="10136">
                  <c:v>16.75</c:v>
                </c:pt>
                <c:pt idx="10137">
                  <c:v>16.75</c:v>
                </c:pt>
                <c:pt idx="10138">
                  <c:v>16.75</c:v>
                </c:pt>
                <c:pt idx="10139">
                  <c:v>16.75</c:v>
                </c:pt>
                <c:pt idx="10140">
                  <c:v>16.52</c:v>
                </c:pt>
                <c:pt idx="10141">
                  <c:v>13.24</c:v>
                </c:pt>
                <c:pt idx="10142">
                  <c:v>9.86</c:v>
                </c:pt>
                <c:pt idx="10143">
                  <c:v>6.73</c:v>
                </c:pt>
                <c:pt idx="10144">
                  <c:v>3.97</c:v>
                </c:pt>
                <c:pt idx="10145">
                  <c:v>1.78</c:v>
                </c:pt>
                <c:pt idx="10146">
                  <c:v>0.2</c:v>
                </c:pt>
                <c:pt idx="10147" formatCode="0.00">
                  <c:v>0</c:v>
                </c:pt>
                <c:pt idx="10148" formatCode="0.00">
                  <c:v>0</c:v>
                </c:pt>
                <c:pt idx="10149" formatCode="0.00">
                  <c:v>0</c:v>
                </c:pt>
                <c:pt idx="10150" formatCode="0.00">
                  <c:v>0</c:v>
                </c:pt>
                <c:pt idx="10151" formatCode="0.00">
                  <c:v>0</c:v>
                </c:pt>
                <c:pt idx="10152" formatCode="0.00">
                  <c:v>0</c:v>
                </c:pt>
                <c:pt idx="10153" formatCode="0.00">
                  <c:v>0</c:v>
                </c:pt>
                <c:pt idx="10154" formatCode="0.00">
                  <c:v>0</c:v>
                </c:pt>
                <c:pt idx="10155" formatCode="0.00">
                  <c:v>0</c:v>
                </c:pt>
                <c:pt idx="10156" formatCode="0.00">
                  <c:v>0</c:v>
                </c:pt>
                <c:pt idx="10157" formatCode="0.00">
                  <c:v>0</c:v>
                </c:pt>
                <c:pt idx="10158" formatCode="0.00">
                  <c:v>0</c:v>
                </c:pt>
                <c:pt idx="10159" formatCode="0.00">
                  <c:v>0</c:v>
                </c:pt>
                <c:pt idx="10160" formatCode="0.00">
                  <c:v>0</c:v>
                </c:pt>
                <c:pt idx="10161" formatCode="0.00">
                  <c:v>0</c:v>
                </c:pt>
                <c:pt idx="10162" formatCode="0.00">
                  <c:v>0</c:v>
                </c:pt>
                <c:pt idx="10163" formatCode="0.00">
                  <c:v>0</c:v>
                </c:pt>
                <c:pt idx="10164" formatCode="0.00">
                  <c:v>0</c:v>
                </c:pt>
                <c:pt idx="10165" formatCode="0.00">
                  <c:v>0</c:v>
                </c:pt>
                <c:pt idx="10166" formatCode="0.00">
                  <c:v>0</c:v>
                </c:pt>
                <c:pt idx="10167" formatCode="0.00">
                  <c:v>0</c:v>
                </c:pt>
                <c:pt idx="10168" formatCode="0.00">
                  <c:v>0</c:v>
                </c:pt>
                <c:pt idx="10169" formatCode="0.00">
                  <c:v>0</c:v>
                </c:pt>
                <c:pt idx="10170" formatCode="0.00">
                  <c:v>0</c:v>
                </c:pt>
                <c:pt idx="10171" formatCode="0.00">
                  <c:v>0</c:v>
                </c:pt>
                <c:pt idx="10172" formatCode="0.00">
                  <c:v>0</c:v>
                </c:pt>
                <c:pt idx="10173" formatCode="0.00">
                  <c:v>0</c:v>
                </c:pt>
                <c:pt idx="10174" formatCode="0.00">
                  <c:v>0</c:v>
                </c:pt>
                <c:pt idx="10175" formatCode="0.00">
                  <c:v>0</c:v>
                </c:pt>
                <c:pt idx="10176" formatCode="0.00">
                  <c:v>0</c:v>
                </c:pt>
                <c:pt idx="10177" formatCode="0.00">
                  <c:v>0</c:v>
                </c:pt>
                <c:pt idx="10178" formatCode="0.00">
                  <c:v>0</c:v>
                </c:pt>
                <c:pt idx="10179" formatCode="0.00">
                  <c:v>0</c:v>
                </c:pt>
                <c:pt idx="10180" formatCode="0.00">
                  <c:v>0</c:v>
                </c:pt>
                <c:pt idx="10181" formatCode="0.00">
                  <c:v>0</c:v>
                </c:pt>
                <c:pt idx="10182" formatCode="0.00">
                  <c:v>0</c:v>
                </c:pt>
                <c:pt idx="10183" formatCode="0.00">
                  <c:v>0</c:v>
                </c:pt>
                <c:pt idx="10184" formatCode="0.00">
                  <c:v>0</c:v>
                </c:pt>
                <c:pt idx="10185" formatCode="0.00">
                  <c:v>0</c:v>
                </c:pt>
                <c:pt idx="10186" formatCode="0.00">
                  <c:v>0</c:v>
                </c:pt>
                <c:pt idx="10187" formatCode="0.00">
                  <c:v>0</c:v>
                </c:pt>
                <c:pt idx="10188" formatCode="0.00">
                  <c:v>0</c:v>
                </c:pt>
                <c:pt idx="10189" formatCode="0.00">
                  <c:v>0</c:v>
                </c:pt>
                <c:pt idx="10190">
                  <c:v>2.09</c:v>
                </c:pt>
                <c:pt idx="10191" formatCode="0.00">
                  <c:v>0</c:v>
                </c:pt>
                <c:pt idx="10192">
                  <c:v>10.24</c:v>
                </c:pt>
                <c:pt idx="10193">
                  <c:v>1.87</c:v>
                </c:pt>
                <c:pt idx="10194">
                  <c:v>5.97</c:v>
                </c:pt>
                <c:pt idx="10195" formatCode="0.00">
                  <c:v>0</c:v>
                </c:pt>
                <c:pt idx="10196" formatCode="0.00">
                  <c:v>0</c:v>
                </c:pt>
                <c:pt idx="10197">
                  <c:v>0.19</c:v>
                </c:pt>
                <c:pt idx="10198" formatCode="0.00">
                  <c:v>0</c:v>
                </c:pt>
                <c:pt idx="10199">
                  <c:v>25.69</c:v>
                </c:pt>
                <c:pt idx="10200">
                  <c:v>27.44</c:v>
                </c:pt>
                <c:pt idx="10201">
                  <c:v>27.69</c:v>
                </c:pt>
                <c:pt idx="10202">
                  <c:v>28.19</c:v>
                </c:pt>
                <c:pt idx="10203">
                  <c:v>24.69</c:v>
                </c:pt>
                <c:pt idx="10204">
                  <c:v>17.43</c:v>
                </c:pt>
                <c:pt idx="10205">
                  <c:v>17.61</c:v>
                </c:pt>
                <c:pt idx="10206">
                  <c:v>17.79</c:v>
                </c:pt>
                <c:pt idx="10207">
                  <c:v>17.96</c:v>
                </c:pt>
                <c:pt idx="10208">
                  <c:v>16.739999999999998</c:v>
                </c:pt>
                <c:pt idx="10209">
                  <c:v>16.559999999999999</c:v>
                </c:pt>
                <c:pt idx="10210">
                  <c:v>16.350000000000001</c:v>
                </c:pt>
                <c:pt idx="10211">
                  <c:v>15.38</c:v>
                </c:pt>
                <c:pt idx="10212">
                  <c:v>21.13</c:v>
                </c:pt>
                <c:pt idx="10213">
                  <c:v>19.25</c:v>
                </c:pt>
                <c:pt idx="10214">
                  <c:v>8.6999999999999993</c:v>
                </c:pt>
                <c:pt idx="10215" formatCode="0.00">
                  <c:v>0</c:v>
                </c:pt>
                <c:pt idx="10216">
                  <c:v>9.11</c:v>
                </c:pt>
                <c:pt idx="10217" formatCode="0.00">
                  <c:v>0</c:v>
                </c:pt>
                <c:pt idx="10218" formatCode="0.00">
                  <c:v>0</c:v>
                </c:pt>
                <c:pt idx="10219" formatCode="0.00">
                  <c:v>0</c:v>
                </c:pt>
                <c:pt idx="10220" formatCode="0.00">
                  <c:v>0</c:v>
                </c:pt>
                <c:pt idx="10221" formatCode="0.00">
                  <c:v>0</c:v>
                </c:pt>
                <c:pt idx="10222" formatCode="0.00">
                  <c:v>0</c:v>
                </c:pt>
                <c:pt idx="10223" formatCode="0.00">
                  <c:v>0</c:v>
                </c:pt>
                <c:pt idx="10224" formatCode="0.00">
                  <c:v>0</c:v>
                </c:pt>
                <c:pt idx="10225" formatCode="0.00">
                  <c:v>0</c:v>
                </c:pt>
                <c:pt idx="10226" formatCode="0.00">
                  <c:v>0</c:v>
                </c:pt>
                <c:pt idx="10227" formatCode="0.00">
                  <c:v>0</c:v>
                </c:pt>
                <c:pt idx="10228" formatCode="0.00">
                  <c:v>0</c:v>
                </c:pt>
                <c:pt idx="10229" formatCode="0.00">
                  <c:v>0</c:v>
                </c:pt>
                <c:pt idx="10230" formatCode="0.00">
                  <c:v>0</c:v>
                </c:pt>
                <c:pt idx="10231" formatCode="0.00">
                  <c:v>0</c:v>
                </c:pt>
                <c:pt idx="10232" formatCode="0.00">
                  <c:v>0</c:v>
                </c:pt>
                <c:pt idx="10233" formatCode="0.00">
                  <c:v>0</c:v>
                </c:pt>
                <c:pt idx="10234" formatCode="0.00">
                  <c:v>0</c:v>
                </c:pt>
                <c:pt idx="10235" formatCode="0.00">
                  <c:v>0</c:v>
                </c:pt>
                <c:pt idx="10236" formatCode="0.00">
                  <c:v>0</c:v>
                </c:pt>
                <c:pt idx="10237" formatCode="0.00">
                  <c:v>0</c:v>
                </c:pt>
                <c:pt idx="10238" formatCode="0.00">
                  <c:v>0</c:v>
                </c:pt>
                <c:pt idx="10239" formatCode="0.00">
                  <c:v>0</c:v>
                </c:pt>
                <c:pt idx="10240" formatCode="0.00">
                  <c:v>0</c:v>
                </c:pt>
                <c:pt idx="10241" formatCode="0.00">
                  <c:v>0</c:v>
                </c:pt>
                <c:pt idx="10242" formatCode="0.00">
                  <c:v>0</c:v>
                </c:pt>
                <c:pt idx="10243" formatCode="0.00">
                  <c:v>0</c:v>
                </c:pt>
                <c:pt idx="10244" formatCode="0.00">
                  <c:v>0</c:v>
                </c:pt>
                <c:pt idx="10245" formatCode="0.00">
                  <c:v>0</c:v>
                </c:pt>
                <c:pt idx="10246" formatCode="0.00">
                  <c:v>0</c:v>
                </c:pt>
                <c:pt idx="10247" formatCode="0.00">
                  <c:v>0</c:v>
                </c:pt>
                <c:pt idx="10248" formatCode="0.00">
                  <c:v>0</c:v>
                </c:pt>
                <c:pt idx="10249" formatCode="0.00">
                  <c:v>0</c:v>
                </c:pt>
                <c:pt idx="10250" formatCode="0.00">
                  <c:v>0</c:v>
                </c:pt>
                <c:pt idx="10251" formatCode="0.00">
                  <c:v>0</c:v>
                </c:pt>
                <c:pt idx="10252" formatCode="0.00">
                  <c:v>0</c:v>
                </c:pt>
                <c:pt idx="10253" formatCode="0.00">
                  <c:v>0</c:v>
                </c:pt>
                <c:pt idx="10254" formatCode="0.00">
                  <c:v>0</c:v>
                </c:pt>
                <c:pt idx="10255" formatCode="0.00">
                  <c:v>0</c:v>
                </c:pt>
                <c:pt idx="10256" formatCode="0.00">
                  <c:v>0</c:v>
                </c:pt>
                <c:pt idx="10257" formatCode="0.00">
                  <c:v>0</c:v>
                </c:pt>
                <c:pt idx="10258" formatCode="0.00">
                  <c:v>0</c:v>
                </c:pt>
                <c:pt idx="10259" formatCode="0.00">
                  <c:v>0</c:v>
                </c:pt>
                <c:pt idx="10260" formatCode="0.00">
                  <c:v>0</c:v>
                </c:pt>
                <c:pt idx="10261" formatCode="0.00">
                  <c:v>0</c:v>
                </c:pt>
                <c:pt idx="10262" formatCode="0.00">
                  <c:v>0</c:v>
                </c:pt>
                <c:pt idx="10263" formatCode="0.00">
                  <c:v>0</c:v>
                </c:pt>
                <c:pt idx="10264" formatCode="0.00">
                  <c:v>0</c:v>
                </c:pt>
                <c:pt idx="10265" formatCode="0.00">
                  <c:v>0</c:v>
                </c:pt>
                <c:pt idx="10266" formatCode="0.00">
                  <c:v>0</c:v>
                </c:pt>
                <c:pt idx="10267" formatCode="0.00">
                  <c:v>0</c:v>
                </c:pt>
                <c:pt idx="10268" formatCode="0.00">
                  <c:v>0</c:v>
                </c:pt>
                <c:pt idx="10269" formatCode="0.00">
                  <c:v>0</c:v>
                </c:pt>
                <c:pt idx="10270" formatCode="0.00">
                  <c:v>0</c:v>
                </c:pt>
                <c:pt idx="10271" formatCode="0.00">
                  <c:v>0</c:v>
                </c:pt>
                <c:pt idx="10272" formatCode="0.00">
                  <c:v>0</c:v>
                </c:pt>
                <c:pt idx="10273" formatCode="0.00">
                  <c:v>0</c:v>
                </c:pt>
                <c:pt idx="10274" formatCode="0.00">
                  <c:v>0</c:v>
                </c:pt>
                <c:pt idx="10275" formatCode="0.00">
                  <c:v>0</c:v>
                </c:pt>
                <c:pt idx="10276" formatCode="0.00">
                  <c:v>0</c:v>
                </c:pt>
                <c:pt idx="10277" formatCode="0.00">
                  <c:v>0</c:v>
                </c:pt>
                <c:pt idx="10278" formatCode="0.00">
                  <c:v>0</c:v>
                </c:pt>
                <c:pt idx="10279" formatCode="0.00">
                  <c:v>0</c:v>
                </c:pt>
                <c:pt idx="10280" formatCode="0.00">
                  <c:v>0</c:v>
                </c:pt>
                <c:pt idx="10281" formatCode="0.00">
                  <c:v>0</c:v>
                </c:pt>
                <c:pt idx="10282" formatCode="0.00">
                  <c:v>0</c:v>
                </c:pt>
                <c:pt idx="10283" formatCode="0.00">
                  <c:v>0</c:v>
                </c:pt>
                <c:pt idx="10284" formatCode="0.00">
                  <c:v>0</c:v>
                </c:pt>
                <c:pt idx="10285" formatCode="0.00">
                  <c:v>0</c:v>
                </c:pt>
                <c:pt idx="10286" formatCode="0.00">
                  <c:v>0</c:v>
                </c:pt>
                <c:pt idx="10287" formatCode="0.00">
                  <c:v>0</c:v>
                </c:pt>
                <c:pt idx="10288" formatCode="0.00">
                  <c:v>0</c:v>
                </c:pt>
                <c:pt idx="10289" formatCode="0.00">
                  <c:v>0</c:v>
                </c:pt>
                <c:pt idx="10290" formatCode="0.00">
                  <c:v>0</c:v>
                </c:pt>
                <c:pt idx="10291" formatCode="0.00">
                  <c:v>0</c:v>
                </c:pt>
                <c:pt idx="10292" formatCode="0.00">
                  <c:v>0</c:v>
                </c:pt>
                <c:pt idx="10293" formatCode="0.00">
                  <c:v>0</c:v>
                </c:pt>
                <c:pt idx="10294" formatCode="0.00">
                  <c:v>0</c:v>
                </c:pt>
                <c:pt idx="10295" formatCode="0.00">
                  <c:v>0</c:v>
                </c:pt>
                <c:pt idx="10296" formatCode="0.00">
                  <c:v>0</c:v>
                </c:pt>
                <c:pt idx="10297" formatCode="0.00">
                  <c:v>0</c:v>
                </c:pt>
                <c:pt idx="10298" formatCode="0.00">
                  <c:v>0</c:v>
                </c:pt>
                <c:pt idx="10299" formatCode="0.00">
                  <c:v>0</c:v>
                </c:pt>
                <c:pt idx="10300" formatCode="0.00">
                  <c:v>0</c:v>
                </c:pt>
                <c:pt idx="10301" formatCode="0.00">
                  <c:v>0</c:v>
                </c:pt>
                <c:pt idx="10302" formatCode="0.00">
                  <c:v>0</c:v>
                </c:pt>
                <c:pt idx="10303" formatCode="0.00">
                  <c:v>0</c:v>
                </c:pt>
                <c:pt idx="10304" formatCode="0.00">
                  <c:v>0</c:v>
                </c:pt>
                <c:pt idx="10305" formatCode="0.00">
                  <c:v>0</c:v>
                </c:pt>
                <c:pt idx="10306" formatCode="0.00">
                  <c:v>0</c:v>
                </c:pt>
                <c:pt idx="10307" formatCode="0.00">
                  <c:v>0</c:v>
                </c:pt>
                <c:pt idx="10308" formatCode="0.00">
                  <c:v>0</c:v>
                </c:pt>
                <c:pt idx="10309" formatCode="0.00">
                  <c:v>0</c:v>
                </c:pt>
                <c:pt idx="10310" formatCode="0.00">
                  <c:v>0</c:v>
                </c:pt>
                <c:pt idx="10311" formatCode="0.00">
                  <c:v>0</c:v>
                </c:pt>
                <c:pt idx="10312" formatCode="0.00">
                  <c:v>0</c:v>
                </c:pt>
                <c:pt idx="10313" formatCode="0.00">
                  <c:v>0</c:v>
                </c:pt>
                <c:pt idx="10314" formatCode="0.00">
                  <c:v>0</c:v>
                </c:pt>
                <c:pt idx="10315" formatCode="0.00">
                  <c:v>0</c:v>
                </c:pt>
                <c:pt idx="10316" formatCode="0.00">
                  <c:v>0</c:v>
                </c:pt>
                <c:pt idx="10317" formatCode="0.00">
                  <c:v>0</c:v>
                </c:pt>
                <c:pt idx="10318" formatCode="0.00">
                  <c:v>0</c:v>
                </c:pt>
                <c:pt idx="10319" formatCode="0.00">
                  <c:v>0</c:v>
                </c:pt>
                <c:pt idx="10320" formatCode="0.00">
                  <c:v>0</c:v>
                </c:pt>
                <c:pt idx="10321" formatCode="0.00">
                  <c:v>0</c:v>
                </c:pt>
                <c:pt idx="10322" formatCode="0.00">
                  <c:v>0</c:v>
                </c:pt>
                <c:pt idx="10323" formatCode="0.00">
                  <c:v>0</c:v>
                </c:pt>
                <c:pt idx="10324" formatCode="0.00">
                  <c:v>0</c:v>
                </c:pt>
                <c:pt idx="10325" formatCode="0.00">
                  <c:v>0</c:v>
                </c:pt>
                <c:pt idx="10326" formatCode="0.00">
                  <c:v>0</c:v>
                </c:pt>
                <c:pt idx="10327" formatCode="0.00">
                  <c:v>0</c:v>
                </c:pt>
                <c:pt idx="10328" formatCode="0.00">
                  <c:v>0</c:v>
                </c:pt>
                <c:pt idx="10329" formatCode="0.00">
                  <c:v>0</c:v>
                </c:pt>
                <c:pt idx="10330" formatCode="0.00">
                  <c:v>0</c:v>
                </c:pt>
                <c:pt idx="10331" formatCode="0.00">
                  <c:v>0</c:v>
                </c:pt>
                <c:pt idx="10332" formatCode="0.00">
                  <c:v>0</c:v>
                </c:pt>
                <c:pt idx="10333" formatCode="0.00">
                  <c:v>0</c:v>
                </c:pt>
                <c:pt idx="10334" formatCode="0.00">
                  <c:v>0</c:v>
                </c:pt>
                <c:pt idx="10335" formatCode="0.00">
                  <c:v>0</c:v>
                </c:pt>
                <c:pt idx="10336" formatCode="0.00">
                  <c:v>0</c:v>
                </c:pt>
                <c:pt idx="10337" formatCode="0.00">
                  <c:v>0</c:v>
                </c:pt>
                <c:pt idx="10338" formatCode="0.00">
                  <c:v>0</c:v>
                </c:pt>
                <c:pt idx="10339" formatCode="0.00">
                  <c:v>0</c:v>
                </c:pt>
                <c:pt idx="10340" formatCode="0.00">
                  <c:v>0</c:v>
                </c:pt>
                <c:pt idx="10341" formatCode="0.00">
                  <c:v>0</c:v>
                </c:pt>
                <c:pt idx="10342" formatCode="0.00">
                  <c:v>0</c:v>
                </c:pt>
                <c:pt idx="10343" formatCode="0.00">
                  <c:v>0</c:v>
                </c:pt>
                <c:pt idx="10344" formatCode="0.00">
                  <c:v>0</c:v>
                </c:pt>
                <c:pt idx="10345" formatCode="0.00">
                  <c:v>0</c:v>
                </c:pt>
                <c:pt idx="10346" formatCode="0.00">
                  <c:v>0</c:v>
                </c:pt>
                <c:pt idx="10347" formatCode="0.00">
                  <c:v>0</c:v>
                </c:pt>
                <c:pt idx="10348" formatCode="0.00">
                  <c:v>0</c:v>
                </c:pt>
                <c:pt idx="10349" formatCode="0.00">
                  <c:v>0</c:v>
                </c:pt>
                <c:pt idx="10350" formatCode="0.00">
                  <c:v>0</c:v>
                </c:pt>
                <c:pt idx="10351" formatCode="0.00">
                  <c:v>0</c:v>
                </c:pt>
                <c:pt idx="10352" formatCode="0.00">
                  <c:v>0</c:v>
                </c:pt>
                <c:pt idx="10353" formatCode="0.00">
                  <c:v>0</c:v>
                </c:pt>
                <c:pt idx="10354" formatCode="0.00">
                  <c:v>0</c:v>
                </c:pt>
                <c:pt idx="10355" formatCode="0.00">
                  <c:v>0</c:v>
                </c:pt>
                <c:pt idx="10356" formatCode="0.00">
                  <c:v>0</c:v>
                </c:pt>
                <c:pt idx="10357" formatCode="0.00">
                  <c:v>0</c:v>
                </c:pt>
                <c:pt idx="10358" formatCode="0.00">
                  <c:v>0</c:v>
                </c:pt>
                <c:pt idx="10359" formatCode="0.00">
                  <c:v>0</c:v>
                </c:pt>
                <c:pt idx="10360" formatCode="0.00">
                  <c:v>0</c:v>
                </c:pt>
                <c:pt idx="10361" formatCode="0.00">
                  <c:v>0</c:v>
                </c:pt>
                <c:pt idx="10362" formatCode="0.00">
                  <c:v>0</c:v>
                </c:pt>
                <c:pt idx="10363" formatCode="0.00">
                  <c:v>0</c:v>
                </c:pt>
                <c:pt idx="10364" formatCode="0.00">
                  <c:v>0</c:v>
                </c:pt>
                <c:pt idx="10365" formatCode="0.00">
                  <c:v>0</c:v>
                </c:pt>
                <c:pt idx="10366" formatCode="0.00">
                  <c:v>0</c:v>
                </c:pt>
                <c:pt idx="10367" formatCode="0.00">
                  <c:v>0</c:v>
                </c:pt>
                <c:pt idx="10368" formatCode="0.00">
                  <c:v>0</c:v>
                </c:pt>
                <c:pt idx="10369" formatCode="0.00">
                  <c:v>0</c:v>
                </c:pt>
                <c:pt idx="10370" formatCode="0.00">
                  <c:v>0</c:v>
                </c:pt>
                <c:pt idx="10371" formatCode="0.00">
                  <c:v>0</c:v>
                </c:pt>
                <c:pt idx="10372" formatCode="0.00">
                  <c:v>0</c:v>
                </c:pt>
                <c:pt idx="10373" formatCode="0.00">
                  <c:v>0</c:v>
                </c:pt>
                <c:pt idx="10374" formatCode="0.00">
                  <c:v>0</c:v>
                </c:pt>
                <c:pt idx="10375" formatCode="0.00">
                  <c:v>0</c:v>
                </c:pt>
                <c:pt idx="10376" formatCode="0.00">
                  <c:v>0</c:v>
                </c:pt>
                <c:pt idx="10377" formatCode="0.00">
                  <c:v>0</c:v>
                </c:pt>
                <c:pt idx="10378" formatCode="0.00">
                  <c:v>0</c:v>
                </c:pt>
                <c:pt idx="10379" formatCode="0.00">
                  <c:v>0</c:v>
                </c:pt>
                <c:pt idx="10380" formatCode="0.00">
                  <c:v>0</c:v>
                </c:pt>
                <c:pt idx="10381" formatCode="0.00">
                  <c:v>0</c:v>
                </c:pt>
                <c:pt idx="10382" formatCode="0.00">
                  <c:v>0</c:v>
                </c:pt>
                <c:pt idx="10383" formatCode="0.00">
                  <c:v>0</c:v>
                </c:pt>
                <c:pt idx="10384" formatCode="0.00">
                  <c:v>0</c:v>
                </c:pt>
                <c:pt idx="10385" formatCode="0.00">
                  <c:v>0</c:v>
                </c:pt>
                <c:pt idx="10386" formatCode="0.00">
                  <c:v>0</c:v>
                </c:pt>
                <c:pt idx="10387" formatCode="0.00">
                  <c:v>0</c:v>
                </c:pt>
                <c:pt idx="10388" formatCode="0.00">
                  <c:v>0</c:v>
                </c:pt>
                <c:pt idx="10389" formatCode="0.00">
                  <c:v>0</c:v>
                </c:pt>
                <c:pt idx="10390" formatCode="0.00">
                  <c:v>0</c:v>
                </c:pt>
                <c:pt idx="10391" formatCode="0.00">
                  <c:v>0</c:v>
                </c:pt>
                <c:pt idx="10392" formatCode="0.00">
                  <c:v>0</c:v>
                </c:pt>
                <c:pt idx="10393" formatCode="0.00">
                  <c:v>0</c:v>
                </c:pt>
                <c:pt idx="10394" formatCode="0.00">
                  <c:v>0</c:v>
                </c:pt>
                <c:pt idx="10395" formatCode="0.00">
                  <c:v>0</c:v>
                </c:pt>
                <c:pt idx="10396" formatCode="0.00">
                  <c:v>0</c:v>
                </c:pt>
                <c:pt idx="10397" formatCode="0.00">
                  <c:v>0</c:v>
                </c:pt>
                <c:pt idx="10398" formatCode="0.00">
                  <c:v>0</c:v>
                </c:pt>
                <c:pt idx="10399" formatCode="0.00">
                  <c:v>0</c:v>
                </c:pt>
                <c:pt idx="10400" formatCode="0.00">
                  <c:v>0</c:v>
                </c:pt>
                <c:pt idx="10401" formatCode="0.00">
                  <c:v>0</c:v>
                </c:pt>
                <c:pt idx="10402" formatCode="0.00">
                  <c:v>0</c:v>
                </c:pt>
                <c:pt idx="10403" formatCode="0.00">
                  <c:v>0</c:v>
                </c:pt>
                <c:pt idx="10404" formatCode="0.00">
                  <c:v>0</c:v>
                </c:pt>
                <c:pt idx="10405" formatCode="0.00">
                  <c:v>0</c:v>
                </c:pt>
                <c:pt idx="10406" formatCode="0.00">
                  <c:v>0</c:v>
                </c:pt>
                <c:pt idx="10407" formatCode="0.00">
                  <c:v>0</c:v>
                </c:pt>
                <c:pt idx="10408" formatCode="0.00">
                  <c:v>0</c:v>
                </c:pt>
                <c:pt idx="10409" formatCode="0.00">
                  <c:v>0</c:v>
                </c:pt>
                <c:pt idx="10410" formatCode="0.00">
                  <c:v>0</c:v>
                </c:pt>
                <c:pt idx="10411" formatCode="0.00">
                  <c:v>0</c:v>
                </c:pt>
                <c:pt idx="10412" formatCode="0.00">
                  <c:v>0</c:v>
                </c:pt>
                <c:pt idx="10413" formatCode="0.00">
                  <c:v>0</c:v>
                </c:pt>
                <c:pt idx="10414" formatCode="0.00">
                  <c:v>0</c:v>
                </c:pt>
                <c:pt idx="10415" formatCode="0.00">
                  <c:v>0</c:v>
                </c:pt>
                <c:pt idx="10416" formatCode="0.00">
                  <c:v>0</c:v>
                </c:pt>
                <c:pt idx="10417" formatCode="0.00">
                  <c:v>0</c:v>
                </c:pt>
                <c:pt idx="10418" formatCode="0.00">
                  <c:v>0</c:v>
                </c:pt>
                <c:pt idx="10419" formatCode="0.00">
                  <c:v>0</c:v>
                </c:pt>
                <c:pt idx="10420" formatCode="0.00">
                  <c:v>0</c:v>
                </c:pt>
                <c:pt idx="10421" formatCode="0.00">
                  <c:v>0</c:v>
                </c:pt>
                <c:pt idx="10422" formatCode="0.00">
                  <c:v>0</c:v>
                </c:pt>
                <c:pt idx="10423" formatCode="0.00">
                  <c:v>0</c:v>
                </c:pt>
                <c:pt idx="10424" formatCode="0.00">
                  <c:v>0</c:v>
                </c:pt>
                <c:pt idx="10425" formatCode="0.00">
                  <c:v>0</c:v>
                </c:pt>
                <c:pt idx="10426" formatCode="0.00">
                  <c:v>0</c:v>
                </c:pt>
                <c:pt idx="10427" formatCode="0.00">
                  <c:v>0</c:v>
                </c:pt>
                <c:pt idx="10428" formatCode="0.00">
                  <c:v>0</c:v>
                </c:pt>
                <c:pt idx="10429" formatCode="0.00">
                  <c:v>0</c:v>
                </c:pt>
                <c:pt idx="10430" formatCode="0.00">
                  <c:v>0</c:v>
                </c:pt>
                <c:pt idx="10431" formatCode="0.00">
                  <c:v>0</c:v>
                </c:pt>
                <c:pt idx="10432" formatCode="0.00">
                  <c:v>0</c:v>
                </c:pt>
                <c:pt idx="10433" formatCode="0.00">
                  <c:v>0</c:v>
                </c:pt>
                <c:pt idx="10434" formatCode="0.00">
                  <c:v>0</c:v>
                </c:pt>
                <c:pt idx="10435" formatCode="0.00">
                  <c:v>0</c:v>
                </c:pt>
                <c:pt idx="10436" formatCode="0.00">
                  <c:v>0</c:v>
                </c:pt>
                <c:pt idx="10437" formatCode="0.00">
                  <c:v>0</c:v>
                </c:pt>
                <c:pt idx="10438" formatCode="0.00">
                  <c:v>0</c:v>
                </c:pt>
                <c:pt idx="10439" formatCode="0.00">
                  <c:v>0</c:v>
                </c:pt>
                <c:pt idx="10440" formatCode="0.00">
                  <c:v>0</c:v>
                </c:pt>
                <c:pt idx="10441" formatCode="0.00">
                  <c:v>0</c:v>
                </c:pt>
                <c:pt idx="10442" formatCode="0.00">
                  <c:v>0</c:v>
                </c:pt>
                <c:pt idx="10443" formatCode="0.00">
                  <c:v>0</c:v>
                </c:pt>
                <c:pt idx="10444" formatCode="0.00">
                  <c:v>0</c:v>
                </c:pt>
                <c:pt idx="10445" formatCode="0.00">
                  <c:v>0</c:v>
                </c:pt>
                <c:pt idx="10446" formatCode="0.00">
                  <c:v>0</c:v>
                </c:pt>
                <c:pt idx="10447" formatCode="0.00">
                  <c:v>0</c:v>
                </c:pt>
                <c:pt idx="10448" formatCode="0.00">
                  <c:v>0</c:v>
                </c:pt>
                <c:pt idx="10449" formatCode="0.00">
                  <c:v>0</c:v>
                </c:pt>
                <c:pt idx="10450" formatCode="0.00">
                  <c:v>0</c:v>
                </c:pt>
                <c:pt idx="10451" formatCode="0.00">
                  <c:v>0</c:v>
                </c:pt>
                <c:pt idx="10452" formatCode="0.00">
                  <c:v>0</c:v>
                </c:pt>
                <c:pt idx="10453" formatCode="0.00">
                  <c:v>0</c:v>
                </c:pt>
                <c:pt idx="10454" formatCode="0.00">
                  <c:v>0</c:v>
                </c:pt>
                <c:pt idx="10455" formatCode="0.00">
                  <c:v>0</c:v>
                </c:pt>
                <c:pt idx="10456" formatCode="0.00">
                  <c:v>0</c:v>
                </c:pt>
                <c:pt idx="10457" formatCode="0.00">
                  <c:v>0</c:v>
                </c:pt>
                <c:pt idx="10458" formatCode="0.00">
                  <c:v>0</c:v>
                </c:pt>
                <c:pt idx="10459" formatCode="0.00">
                  <c:v>0</c:v>
                </c:pt>
                <c:pt idx="10460" formatCode="0.00">
                  <c:v>0</c:v>
                </c:pt>
                <c:pt idx="10461" formatCode="0.00">
                  <c:v>0</c:v>
                </c:pt>
                <c:pt idx="10462" formatCode="0.00">
                  <c:v>0</c:v>
                </c:pt>
                <c:pt idx="10463" formatCode="0.00">
                  <c:v>0</c:v>
                </c:pt>
                <c:pt idx="10464" formatCode="0.00">
                  <c:v>0</c:v>
                </c:pt>
                <c:pt idx="10465" formatCode="0.00">
                  <c:v>0</c:v>
                </c:pt>
                <c:pt idx="10466" formatCode="0.00">
                  <c:v>0</c:v>
                </c:pt>
                <c:pt idx="10467" formatCode="0.00">
                  <c:v>0</c:v>
                </c:pt>
                <c:pt idx="10468" formatCode="0.00">
                  <c:v>0</c:v>
                </c:pt>
                <c:pt idx="10469" formatCode="0.00">
                  <c:v>0</c:v>
                </c:pt>
                <c:pt idx="10470" formatCode="0.00">
                  <c:v>0</c:v>
                </c:pt>
                <c:pt idx="10471" formatCode="0.00">
                  <c:v>0</c:v>
                </c:pt>
                <c:pt idx="10472" formatCode="0.00">
                  <c:v>0</c:v>
                </c:pt>
                <c:pt idx="10473" formatCode="0.00">
                  <c:v>0</c:v>
                </c:pt>
                <c:pt idx="10474" formatCode="0.00">
                  <c:v>0</c:v>
                </c:pt>
                <c:pt idx="10475" formatCode="0.00">
                  <c:v>0</c:v>
                </c:pt>
                <c:pt idx="10476" formatCode="0.00">
                  <c:v>0</c:v>
                </c:pt>
                <c:pt idx="10477" formatCode="0.00">
                  <c:v>0</c:v>
                </c:pt>
                <c:pt idx="10478" formatCode="0.00">
                  <c:v>0</c:v>
                </c:pt>
                <c:pt idx="10479" formatCode="0.00">
                  <c:v>0</c:v>
                </c:pt>
                <c:pt idx="10480" formatCode="0.00">
                  <c:v>0</c:v>
                </c:pt>
                <c:pt idx="10481" formatCode="0.00">
                  <c:v>0</c:v>
                </c:pt>
                <c:pt idx="10482" formatCode="0.00">
                  <c:v>0</c:v>
                </c:pt>
                <c:pt idx="10483" formatCode="0.00">
                  <c:v>0</c:v>
                </c:pt>
                <c:pt idx="10484" formatCode="0.00">
                  <c:v>0</c:v>
                </c:pt>
                <c:pt idx="10485" formatCode="0.00">
                  <c:v>0</c:v>
                </c:pt>
                <c:pt idx="10486" formatCode="0.00">
                  <c:v>0</c:v>
                </c:pt>
                <c:pt idx="10487" formatCode="0.00">
                  <c:v>0</c:v>
                </c:pt>
                <c:pt idx="10488" formatCode="0.00">
                  <c:v>0</c:v>
                </c:pt>
                <c:pt idx="10489" formatCode="0.00">
                  <c:v>0</c:v>
                </c:pt>
                <c:pt idx="10490" formatCode="0.00">
                  <c:v>0</c:v>
                </c:pt>
                <c:pt idx="10491" formatCode="0.00">
                  <c:v>0</c:v>
                </c:pt>
                <c:pt idx="10492" formatCode="0.00">
                  <c:v>0</c:v>
                </c:pt>
                <c:pt idx="10493" formatCode="0.00">
                  <c:v>0</c:v>
                </c:pt>
                <c:pt idx="10494" formatCode="0.00">
                  <c:v>0</c:v>
                </c:pt>
                <c:pt idx="10495" formatCode="0.00">
                  <c:v>0</c:v>
                </c:pt>
                <c:pt idx="10496" formatCode="0.00">
                  <c:v>0</c:v>
                </c:pt>
                <c:pt idx="10497" formatCode="0.00">
                  <c:v>0</c:v>
                </c:pt>
                <c:pt idx="10498" formatCode="0.00">
                  <c:v>0</c:v>
                </c:pt>
                <c:pt idx="10499" formatCode="0.00">
                  <c:v>0</c:v>
                </c:pt>
                <c:pt idx="10500" formatCode="0.00">
                  <c:v>0</c:v>
                </c:pt>
                <c:pt idx="10501" formatCode="0.00">
                  <c:v>0</c:v>
                </c:pt>
                <c:pt idx="10502" formatCode="0.00">
                  <c:v>0</c:v>
                </c:pt>
                <c:pt idx="10503" formatCode="0.00">
                  <c:v>0</c:v>
                </c:pt>
                <c:pt idx="10504" formatCode="0.00">
                  <c:v>0</c:v>
                </c:pt>
                <c:pt idx="10505" formatCode="0.00">
                  <c:v>0</c:v>
                </c:pt>
                <c:pt idx="10506" formatCode="0.00">
                  <c:v>0</c:v>
                </c:pt>
                <c:pt idx="10507" formatCode="0.00">
                  <c:v>0</c:v>
                </c:pt>
                <c:pt idx="10508" formatCode="0.00">
                  <c:v>0</c:v>
                </c:pt>
                <c:pt idx="10509" formatCode="0.00">
                  <c:v>0</c:v>
                </c:pt>
                <c:pt idx="10510" formatCode="0.00">
                  <c:v>0</c:v>
                </c:pt>
                <c:pt idx="10511" formatCode="0.00">
                  <c:v>0</c:v>
                </c:pt>
                <c:pt idx="10512" formatCode="0.00">
                  <c:v>0</c:v>
                </c:pt>
                <c:pt idx="10513" formatCode="0.00">
                  <c:v>0</c:v>
                </c:pt>
                <c:pt idx="10514" formatCode="0.00">
                  <c:v>0</c:v>
                </c:pt>
                <c:pt idx="10515" formatCode="0.00">
                  <c:v>0</c:v>
                </c:pt>
                <c:pt idx="10516" formatCode="0.00">
                  <c:v>0</c:v>
                </c:pt>
                <c:pt idx="10517" formatCode="0.00">
                  <c:v>0</c:v>
                </c:pt>
                <c:pt idx="10518" formatCode="0.00">
                  <c:v>0</c:v>
                </c:pt>
                <c:pt idx="10519" formatCode="0.00">
                  <c:v>0</c:v>
                </c:pt>
                <c:pt idx="10520" formatCode="0.00">
                  <c:v>0</c:v>
                </c:pt>
                <c:pt idx="10521" formatCode="0.00">
                  <c:v>0</c:v>
                </c:pt>
                <c:pt idx="10522" formatCode="0.00">
                  <c:v>0</c:v>
                </c:pt>
                <c:pt idx="10523" formatCode="0.00">
                  <c:v>0</c:v>
                </c:pt>
                <c:pt idx="10524" formatCode="0.00">
                  <c:v>0</c:v>
                </c:pt>
                <c:pt idx="10525" formatCode="0.00">
                  <c:v>0</c:v>
                </c:pt>
                <c:pt idx="10526" formatCode="0.00">
                  <c:v>0</c:v>
                </c:pt>
                <c:pt idx="10527" formatCode="0.00">
                  <c:v>0</c:v>
                </c:pt>
                <c:pt idx="10528" formatCode="0.00">
                  <c:v>0</c:v>
                </c:pt>
                <c:pt idx="10529" formatCode="0.00">
                  <c:v>0</c:v>
                </c:pt>
                <c:pt idx="10530" formatCode="0.00">
                  <c:v>0</c:v>
                </c:pt>
                <c:pt idx="10531" formatCode="0.00">
                  <c:v>0</c:v>
                </c:pt>
                <c:pt idx="10532" formatCode="0.00">
                  <c:v>0</c:v>
                </c:pt>
                <c:pt idx="10533" formatCode="0.00">
                  <c:v>0</c:v>
                </c:pt>
                <c:pt idx="10534" formatCode="0.00">
                  <c:v>0</c:v>
                </c:pt>
                <c:pt idx="10535" formatCode="0.00">
                  <c:v>0</c:v>
                </c:pt>
                <c:pt idx="10536" formatCode="0.00">
                  <c:v>0</c:v>
                </c:pt>
                <c:pt idx="10537" formatCode="0.00">
                  <c:v>0</c:v>
                </c:pt>
                <c:pt idx="10538" formatCode="0.00">
                  <c:v>0</c:v>
                </c:pt>
                <c:pt idx="10539" formatCode="0.00">
                  <c:v>0</c:v>
                </c:pt>
                <c:pt idx="10540" formatCode="0.00">
                  <c:v>0</c:v>
                </c:pt>
                <c:pt idx="10541" formatCode="0.00">
                  <c:v>0</c:v>
                </c:pt>
                <c:pt idx="10542" formatCode="0.00">
                  <c:v>0</c:v>
                </c:pt>
                <c:pt idx="10543" formatCode="0.00">
                  <c:v>0</c:v>
                </c:pt>
                <c:pt idx="10544" formatCode="0.00">
                  <c:v>0</c:v>
                </c:pt>
                <c:pt idx="10545" formatCode="0.00">
                  <c:v>0</c:v>
                </c:pt>
                <c:pt idx="10546" formatCode="0.00">
                  <c:v>0</c:v>
                </c:pt>
                <c:pt idx="10547" formatCode="0.00">
                  <c:v>0</c:v>
                </c:pt>
                <c:pt idx="10548" formatCode="0.00">
                  <c:v>0</c:v>
                </c:pt>
                <c:pt idx="10549" formatCode="0.00">
                  <c:v>0</c:v>
                </c:pt>
                <c:pt idx="10550" formatCode="0.00">
                  <c:v>0</c:v>
                </c:pt>
                <c:pt idx="10551" formatCode="0.00">
                  <c:v>0</c:v>
                </c:pt>
                <c:pt idx="10552" formatCode="0.00">
                  <c:v>0</c:v>
                </c:pt>
                <c:pt idx="10553" formatCode="0.00">
                  <c:v>0</c:v>
                </c:pt>
                <c:pt idx="10554" formatCode="0.00">
                  <c:v>0</c:v>
                </c:pt>
                <c:pt idx="10555" formatCode="0.00">
                  <c:v>0</c:v>
                </c:pt>
                <c:pt idx="10556" formatCode="0.00">
                  <c:v>0</c:v>
                </c:pt>
                <c:pt idx="10557" formatCode="0.00">
                  <c:v>0</c:v>
                </c:pt>
                <c:pt idx="10558" formatCode="0.00">
                  <c:v>0</c:v>
                </c:pt>
                <c:pt idx="10559" formatCode="0.00">
                  <c:v>0</c:v>
                </c:pt>
                <c:pt idx="10560" formatCode="0.00">
                  <c:v>0</c:v>
                </c:pt>
                <c:pt idx="10561" formatCode="0.00">
                  <c:v>0</c:v>
                </c:pt>
                <c:pt idx="10562" formatCode="0.00">
                  <c:v>0</c:v>
                </c:pt>
                <c:pt idx="10563" formatCode="0.00">
                  <c:v>0</c:v>
                </c:pt>
                <c:pt idx="10564" formatCode="0.00">
                  <c:v>0</c:v>
                </c:pt>
                <c:pt idx="10565" formatCode="0.00">
                  <c:v>0</c:v>
                </c:pt>
                <c:pt idx="10566" formatCode="0.00">
                  <c:v>0</c:v>
                </c:pt>
                <c:pt idx="10567" formatCode="0.00">
                  <c:v>0</c:v>
                </c:pt>
                <c:pt idx="10568" formatCode="0.00">
                  <c:v>0</c:v>
                </c:pt>
                <c:pt idx="10569" formatCode="0.00">
                  <c:v>0</c:v>
                </c:pt>
                <c:pt idx="10570" formatCode="0.00">
                  <c:v>0</c:v>
                </c:pt>
                <c:pt idx="10571" formatCode="0.00">
                  <c:v>0</c:v>
                </c:pt>
                <c:pt idx="10572" formatCode="0.00">
                  <c:v>0</c:v>
                </c:pt>
                <c:pt idx="10573" formatCode="0.00">
                  <c:v>0</c:v>
                </c:pt>
                <c:pt idx="10574" formatCode="0.00">
                  <c:v>0</c:v>
                </c:pt>
                <c:pt idx="10575" formatCode="0.00">
                  <c:v>0</c:v>
                </c:pt>
                <c:pt idx="10576" formatCode="0.00">
                  <c:v>0</c:v>
                </c:pt>
                <c:pt idx="10577" formatCode="0.00">
                  <c:v>0</c:v>
                </c:pt>
                <c:pt idx="10578" formatCode="0.00">
                  <c:v>0</c:v>
                </c:pt>
                <c:pt idx="10579" formatCode="0.00">
                  <c:v>0</c:v>
                </c:pt>
                <c:pt idx="10580" formatCode="0.00">
                  <c:v>0</c:v>
                </c:pt>
                <c:pt idx="10581" formatCode="0.00">
                  <c:v>0</c:v>
                </c:pt>
                <c:pt idx="10582" formatCode="0.00">
                  <c:v>0</c:v>
                </c:pt>
                <c:pt idx="10583" formatCode="0.00">
                  <c:v>0</c:v>
                </c:pt>
                <c:pt idx="10584" formatCode="0.00">
                  <c:v>0</c:v>
                </c:pt>
                <c:pt idx="10585" formatCode="0.00">
                  <c:v>0</c:v>
                </c:pt>
                <c:pt idx="10586" formatCode="0.00">
                  <c:v>0</c:v>
                </c:pt>
                <c:pt idx="10587">
                  <c:v>0.16</c:v>
                </c:pt>
                <c:pt idx="10588">
                  <c:v>1.72</c:v>
                </c:pt>
                <c:pt idx="10589">
                  <c:v>3.58</c:v>
                </c:pt>
                <c:pt idx="10590">
                  <c:v>6.28</c:v>
                </c:pt>
                <c:pt idx="10591">
                  <c:v>9.5</c:v>
                </c:pt>
                <c:pt idx="10592">
                  <c:v>12.96</c:v>
                </c:pt>
                <c:pt idx="10593">
                  <c:v>15</c:v>
                </c:pt>
                <c:pt idx="10594">
                  <c:v>22.14</c:v>
                </c:pt>
                <c:pt idx="10595">
                  <c:v>27.25</c:v>
                </c:pt>
                <c:pt idx="10596">
                  <c:v>28.5</c:v>
                </c:pt>
                <c:pt idx="10597">
                  <c:v>28.5</c:v>
                </c:pt>
                <c:pt idx="10598">
                  <c:v>28.5</c:v>
                </c:pt>
                <c:pt idx="10599">
                  <c:v>28.5</c:v>
                </c:pt>
                <c:pt idx="10600">
                  <c:v>28.5</c:v>
                </c:pt>
                <c:pt idx="10601">
                  <c:v>28.5</c:v>
                </c:pt>
                <c:pt idx="10602">
                  <c:v>28.5</c:v>
                </c:pt>
                <c:pt idx="10603">
                  <c:v>28.5</c:v>
                </c:pt>
                <c:pt idx="10604">
                  <c:v>28.5</c:v>
                </c:pt>
                <c:pt idx="10605">
                  <c:v>28.5</c:v>
                </c:pt>
                <c:pt idx="10606">
                  <c:v>28.5</c:v>
                </c:pt>
                <c:pt idx="10607">
                  <c:v>28.5</c:v>
                </c:pt>
                <c:pt idx="10608">
                  <c:v>31</c:v>
                </c:pt>
                <c:pt idx="10609">
                  <c:v>31</c:v>
                </c:pt>
                <c:pt idx="10610">
                  <c:v>31</c:v>
                </c:pt>
                <c:pt idx="10611">
                  <c:v>31</c:v>
                </c:pt>
                <c:pt idx="10612">
                  <c:v>31</c:v>
                </c:pt>
                <c:pt idx="10613">
                  <c:v>31</c:v>
                </c:pt>
                <c:pt idx="10614">
                  <c:v>31</c:v>
                </c:pt>
                <c:pt idx="10615">
                  <c:v>31</c:v>
                </c:pt>
                <c:pt idx="10616">
                  <c:v>31</c:v>
                </c:pt>
                <c:pt idx="10617">
                  <c:v>31</c:v>
                </c:pt>
                <c:pt idx="10618">
                  <c:v>31</c:v>
                </c:pt>
                <c:pt idx="10619">
                  <c:v>31</c:v>
                </c:pt>
                <c:pt idx="10620">
                  <c:v>31</c:v>
                </c:pt>
                <c:pt idx="10621">
                  <c:v>31</c:v>
                </c:pt>
                <c:pt idx="10622">
                  <c:v>28.5</c:v>
                </c:pt>
                <c:pt idx="10623">
                  <c:v>28.5</c:v>
                </c:pt>
                <c:pt idx="10624">
                  <c:v>28.5</c:v>
                </c:pt>
                <c:pt idx="10625">
                  <c:v>28.5</c:v>
                </c:pt>
                <c:pt idx="10626">
                  <c:v>28.5</c:v>
                </c:pt>
                <c:pt idx="10627">
                  <c:v>28.5</c:v>
                </c:pt>
                <c:pt idx="10628">
                  <c:v>28.5</c:v>
                </c:pt>
                <c:pt idx="10629">
                  <c:v>25.73</c:v>
                </c:pt>
                <c:pt idx="10630">
                  <c:v>22.84</c:v>
                </c:pt>
                <c:pt idx="10631">
                  <c:v>18.75</c:v>
                </c:pt>
                <c:pt idx="10632">
                  <c:v>16.38</c:v>
                </c:pt>
                <c:pt idx="10633">
                  <c:v>12.09</c:v>
                </c:pt>
                <c:pt idx="10634">
                  <c:v>8.6999999999999993</c:v>
                </c:pt>
                <c:pt idx="10635">
                  <c:v>5.5</c:v>
                </c:pt>
                <c:pt idx="10636">
                  <c:v>3.08</c:v>
                </c:pt>
                <c:pt idx="10637">
                  <c:v>1.22</c:v>
                </c:pt>
                <c:pt idx="10638">
                  <c:v>0.08</c:v>
                </c:pt>
                <c:pt idx="10639">
                  <c:v>0.41</c:v>
                </c:pt>
                <c:pt idx="10640">
                  <c:v>2.0299999999999998</c:v>
                </c:pt>
                <c:pt idx="10641">
                  <c:v>4.1100000000000003</c:v>
                </c:pt>
                <c:pt idx="10642">
                  <c:v>6.96</c:v>
                </c:pt>
                <c:pt idx="10643">
                  <c:v>10.49</c:v>
                </c:pt>
                <c:pt idx="10644">
                  <c:v>14.5</c:v>
                </c:pt>
                <c:pt idx="10645">
                  <c:v>15</c:v>
                </c:pt>
                <c:pt idx="10646">
                  <c:v>24.33</c:v>
                </c:pt>
                <c:pt idx="10647">
                  <c:v>29.62</c:v>
                </c:pt>
                <c:pt idx="10648">
                  <c:v>31.25</c:v>
                </c:pt>
                <c:pt idx="10649">
                  <c:v>31.25</c:v>
                </c:pt>
                <c:pt idx="10650">
                  <c:v>30</c:v>
                </c:pt>
                <c:pt idx="10651">
                  <c:v>30</c:v>
                </c:pt>
                <c:pt idx="10652">
                  <c:v>30</c:v>
                </c:pt>
                <c:pt idx="10653">
                  <c:v>30</c:v>
                </c:pt>
                <c:pt idx="10654">
                  <c:v>27.5</c:v>
                </c:pt>
                <c:pt idx="10655">
                  <c:v>27.5</c:v>
                </c:pt>
                <c:pt idx="10656">
                  <c:v>27.5</c:v>
                </c:pt>
                <c:pt idx="10657">
                  <c:v>27.5</c:v>
                </c:pt>
                <c:pt idx="10658">
                  <c:v>27.5</c:v>
                </c:pt>
                <c:pt idx="10659">
                  <c:v>27.5</c:v>
                </c:pt>
                <c:pt idx="10660">
                  <c:v>27.5</c:v>
                </c:pt>
                <c:pt idx="10661">
                  <c:v>27.5</c:v>
                </c:pt>
                <c:pt idx="10662">
                  <c:v>27.5</c:v>
                </c:pt>
                <c:pt idx="10663">
                  <c:v>27.5</c:v>
                </c:pt>
                <c:pt idx="10664">
                  <c:v>27.5</c:v>
                </c:pt>
                <c:pt idx="10665">
                  <c:v>27.5</c:v>
                </c:pt>
                <c:pt idx="10666">
                  <c:v>27.5</c:v>
                </c:pt>
                <c:pt idx="10667">
                  <c:v>27.5</c:v>
                </c:pt>
                <c:pt idx="10668">
                  <c:v>27.5</c:v>
                </c:pt>
                <c:pt idx="10669">
                  <c:v>27.5</c:v>
                </c:pt>
                <c:pt idx="10670">
                  <c:v>27.5</c:v>
                </c:pt>
                <c:pt idx="10671">
                  <c:v>27.5</c:v>
                </c:pt>
                <c:pt idx="10672">
                  <c:v>27.5</c:v>
                </c:pt>
                <c:pt idx="10673">
                  <c:v>27.5</c:v>
                </c:pt>
                <c:pt idx="10674">
                  <c:v>27.5</c:v>
                </c:pt>
                <c:pt idx="10675">
                  <c:v>30</c:v>
                </c:pt>
                <c:pt idx="10676">
                  <c:v>30</c:v>
                </c:pt>
                <c:pt idx="10677">
                  <c:v>30</c:v>
                </c:pt>
                <c:pt idx="10678">
                  <c:v>30</c:v>
                </c:pt>
                <c:pt idx="10679">
                  <c:v>31.25</c:v>
                </c:pt>
                <c:pt idx="10680">
                  <c:v>31.25</c:v>
                </c:pt>
                <c:pt idx="10681">
                  <c:v>30.41</c:v>
                </c:pt>
                <c:pt idx="10682">
                  <c:v>26.35</c:v>
                </c:pt>
                <c:pt idx="10683">
                  <c:v>21.82</c:v>
                </c:pt>
                <c:pt idx="10684">
                  <c:v>17.89</c:v>
                </c:pt>
                <c:pt idx="10685">
                  <c:v>13.34</c:v>
                </c:pt>
                <c:pt idx="10686">
                  <c:v>9.42</c:v>
                </c:pt>
                <c:pt idx="10687">
                  <c:v>6.04</c:v>
                </c:pt>
                <c:pt idx="10688">
                  <c:v>3.41</c:v>
                </c:pt>
                <c:pt idx="10689">
                  <c:v>1.42</c:v>
                </c:pt>
                <c:pt idx="10690">
                  <c:v>0.19</c:v>
                </c:pt>
                <c:pt idx="10691">
                  <c:v>0.32</c:v>
                </c:pt>
                <c:pt idx="10692">
                  <c:v>1.23</c:v>
                </c:pt>
                <c:pt idx="10693">
                  <c:v>3.07</c:v>
                </c:pt>
                <c:pt idx="10694">
                  <c:v>5.68</c:v>
                </c:pt>
                <c:pt idx="10695">
                  <c:v>9.1999999999999993</c:v>
                </c:pt>
                <c:pt idx="10696">
                  <c:v>13.64</c:v>
                </c:pt>
                <c:pt idx="10697">
                  <c:v>18.86</c:v>
                </c:pt>
                <c:pt idx="10698">
                  <c:v>24.63</c:v>
                </c:pt>
                <c:pt idx="10699">
                  <c:v>30.58</c:v>
                </c:pt>
                <c:pt idx="10700">
                  <c:v>36.57</c:v>
                </c:pt>
                <c:pt idx="10701">
                  <c:v>42.29</c:v>
                </c:pt>
                <c:pt idx="10702">
                  <c:v>47.71</c:v>
                </c:pt>
                <c:pt idx="10703">
                  <c:v>52.88</c:v>
                </c:pt>
                <c:pt idx="10704">
                  <c:v>54.03</c:v>
                </c:pt>
                <c:pt idx="10705">
                  <c:v>53.97</c:v>
                </c:pt>
                <c:pt idx="10706">
                  <c:v>53.96</c:v>
                </c:pt>
                <c:pt idx="10707">
                  <c:v>53.96</c:v>
                </c:pt>
                <c:pt idx="10708">
                  <c:v>53.97</c:v>
                </c:pt>
                <c:pt idx="10709">
                  <c:v>53.97</c:v>
                </c:pt>
                <c:pt idx="10710">
                  <c:v>53.97</c:v>
                </c:pt>
                <c:pt idx="10711">
                  <c:v>53.97</c:v>
                </c:pt>
                <c:pt idx="10712">
                  <c:v>53.97</c:v>
                </c:pt>
                <c:pt idx="10713">
                  <c:v>53.96</c:v>
                </c:pt>
                <c:pt idx="10714">
                  <c:v>53.97</c:v>
                </c:pt>
                <c:pt idx="10715">
                  <c:v>53.97</c:v>
                </c:pt>
                <c:pt idx="10716">
                  <c:v>53.96</c:v>
                </c:pt>
                <c:pt idx="10717">
                  <c:v>53.97</c:v>
                </c:pt>
                <c:pt idx="10718">
                  <c:v>53.97</c:v>
                </c:pt>
                <c:pt idx="10719">
                  <c:v>53.97</c:v>
                </c:pt>
                <c:pt idx="10720">
                  <c:v>53.96</c:v>
                </c:pt>
                <c:pt idx="10721">
                  <c:v>53.97</c:v>
                </c:pt>
                <c:pt idx="10722">
                  <c:v>53.96</c:v>
                </c:pt>
                <c:pt idx="10723">
                  <c:v>53.97</c:v>
                </c:pt>
                <c:pt idx="10724">
                  <c:v>53.97</c:v>
                </c:pt>
                <c:pt idx="10725">
                  <c:v>53.97</c:v>
                </c:pt>
                <c:pt idx="10726">
                  <c:v>53.97</c:v>
                </c:pt>
                <c:pt idx="10727">
                  <c:v>53.97</c:v>
                </c:pt>
                <c:pt idx="10728">
                  <c:v>53.97</c:v>
                </c:pt>
                <c:pt idx="10729">
                  <c:v>53.96</c:v>
                </c:pt>
                <c:pt idx="10730">
                  <c:v>52.76</c:v>
                </c:pt>
                <c:pt idx="10731">
                  <c:v>49.92</c:v>
                </c:pt>
                <c:pt idx="10732">
                  <c:v>44.01</c:v>
                </c:pt>
                <c:pt idx="10733">
                  <c:v>39.659999999999997</c:v>
                </c:pt>
                <c:pt idx="10734">
                  <c:v>34.369999999999997</c:v>
                </c:pt>
                <c:pt idx="10735">
                  <c:v>28.48</c:v>
                </c:pt>
                <c:pt idx="10736">
                  <c:v>23.24</c:v>
                </c:pt>
                <c:pt idx="10737">
                  <c:v>18.12</c:v>
                </c:pt>
                <c:pt idx="10738">
                  <c:v>13</c:v>
                </c:pt>
                <c:pt idx="10739">
                  <c:v>8.81</c:v>
                </c:pt>
                <c:pt idx="10740">
                  <c:v>5</c:v>
                </c:pt>
                <c:pt idx="10741">
                  <c:v>0.79</c:v>
                </c:pt>
                <c:pt idx="10742">
                  <c:v>0.15</c:v>
                </c:pt>
                <c:pt idx="10743">
                  <c:v>0.1</c:v>
                </c:pt>
                <c:pt idx="10744">
                  <c:v>0.85</c:v>
                </c:pt>
                <c:pt idx="10745">
                  <c:v>5.5</c:v>
                </c:pt>
                <c:pt idx="10746">
                  <c:v>5.5</c:v>
                </c:pt>
                <c:pt idx="10747">
                  <c:v>15</c:v>
                </c:pt>
                <c:pt idx="10748">
                  <c:v>15</c:v>
                </c:pt>
                <c:pt idx="10749">
                  <c:v>29.37</c:v>
                </c:pt>
                <c:pt idx="10750">
                  <c:v>36.979999999999997</c:v>
                </c:pt>
                <c:pt idx="10751">
                  <c:v>38.340000000000003</c:v>
                </c:pt>
                <c:pt idx="10752">
                  <c:v>42.5</c:v>
                </c:pt>
                <c:pt idx="10753">
                  <c:v>42.5</c:v>
                </c:pt>
                <c:pt idx="10754">
                  <c:v>42.5</c:v>
                </c:pt>
                <c:pt idx="10755">
                  <c:v>33</c:v>
                </c:pt>
                <c:pt idx="10756">
                  <c:v>33</c:v>
                </c:pt>
                <c:pt idx="10757">
                  <c:v>28.96</c:v>
                </c:pt>
                <c:pt idx="10758">
                  <c:v>28.96</c:v>
                </c:pt>
                <c:pt idx="10759">
                  <c:v>28.97</c:v>
                </c:pt>
                <c:pt idx="10760">
                  <c:v>28.97</c:v>
                </c:pt>
                <c:pt idx="10761">
                  <c:v>28.97</c:v>
                </c:pt>
                <c:pt idx="10762">
                  <c:v>28.97</c:v>
                </c:pt>
                <c:pt idx="10763">
                  <c:v>32.25</c:v>
                </c:pt>
                <c:pt idx="10764">
                  <c:v>32.26</c:v>
                </c:pt>
                <c:pt idx="10765">
                  <c:v>32.25</c:v>
                </c:pt>
                <c:pt idx="10766">
                  <c:v>42.5</c:v>
                </c:pt>
                <c:pt idx="10767">
                  <c:v>42.51</c:v>
                </c:pt>
                <c:pt idx="10768">
                  <c:v>42.49</c:v>
                </c:pt>
                <c:pt idx="10769">
                  <c:v>42.5</c:v>
                </c:pt>
                <c:pt idx="10770">
                  <c:v>42.5</c:v>
                </c:pt>
                <c:pt idx="10771">
                  <c:v>42.5</c:v>
                </c:pt>
                <c:pt idx="10772">
                  <c:v>42.5</c:v>
                </c:pt>
                <c:pt idx="10773">
                  <c:v>30.01</c:v>
                </c:pt>
                <c:pt idx="10774">
                  <c:v>30</c:v>
                </c:pt>
                <c:pt idx="10775">
                  <c:v>30.01</c:v>
                </c:pt>
                <c:pt idx="10776">
                  <c:v>29.99</c:v>
                </c:pt>
                <c:pt idx="10777">
                  <c:v>28.97</c:v>
                </c:pt>
                <c:pt idx="10778">
                  <c:v>28.98</c:v>
                </c:pt>
                <c:pt idx="10779">
                  <c:v>28.96</c:v>
                </c:pt>
                <c:pt idx="10780">
                  <c:v>28.96</c:v>
                </c:pt>
                <c:pt idx="10781">
                  <c:v>28.75</c:v>
                </c:pt>
                <c:pt idx="10782">
                  <c:v>28.75</c:v>
                </c:pt>
                <c:pt idx="10783">
                  <c:v>26.26</c:v>
                </c:pt>
                <c:pt idx="10784">
                  <c:v>23.76</c:v>
                </c:pt>
                <c:pt idx="10785">
                  <c:v>33.74</c:v>
                </c:pt>
                <c:pt idx="10786">
                  <c:v>28.5</c:v>
                </c:pt>
                <c:pt idx="10787">
                  <c:v>22.27</c:v>
                </c:pt>
                <c:pt idx="10788">
                  <c:v>17.350000000000001</c:v>
                </c:pt>
                <c:pt idx="10789">
                  <c:v>12.42</c:v>
                </c:pt>
                <c:pt idx="10790">
                  <c:v>8.41</c:v>
                </c:pt>
                <c:pt idx="10791">
                  <c:v>4.7699999999999996</c:v>
                </c:pt>
                <c:pt idx="10792">
                  <c:v>0.79</c:v>
                </c:pt>
                <c:pt idx="10793">
                  <c:v>0.15</c:v>
                </c:pt>
                <c:pt idx="10794">
                  <c:v>0.66</c:v>
                </c:pt>
                <c:pt idx="10795">
                  <c:v>2.42</c:v>
                </c:pt>
                <c:pt idx="10796">
                  <c:v>4.72</c:v>
                </c:pt>
                <c:pt idx="10797">
                  <c:v>7.52</c:v>
                </c:pt>
                <c:pt idx="10798">
                  <c:v>10.9</c:v>
                </c:pt>
                <c:pt idx="10799">
                  <c:v>15.04</c:v>
                </c:pt>
                <c:pt idx="10800">
                  <c:v>19.39</c:v>
                </c:pt>
                <c:pt idx="10801">
                  <c:v>14.6</c:v>
                </c:pt>
                <c:pt idx="10802">
                  <c:v>10.14</c:v>
                </c:pt>
                <c:pt idx="10803">
                  <c:v>6.58</c:v>
                </c:pt>
                <c:pt idx="10804">
                  <c:v>3.73</c:v>
                </c:pt>
                <c:pt idx="10805">
                  <c:v>1.63</c:v>
                </c:pt>
                <c:pt idx="10806">
                  <c:v>0.3</c:v>
                </c:pt>
                <c:pt idx="10807">
                  <c:v>23.65</c:v>
                </c:pt>
                <c:pt idx="10808">
                  <c:v>26.53</c:v>
                </c:pt>
                <c:pt idx="10809">
                  <c:v>34.06</c:v>
                </c:pt>
                <c:pt idx="10810">
                  <c:v>37.28</c:v>
                </c:pt>
                <c:pt idx="10811">
                  <c:v>42.37</c:v>
                </c:pt>
                <c:pt idx="10812">
                  <c:v>54.21</c:v>
                </c:pt>
                <c:pt idx="10813">
                  <c:v>63.61</c:v>
                </c:pt>
                <c:pt idx="10814">
                  <c:v>67.86</c:v>
                </c:pt>
                <c:pt idx="10815">
                  <c:v>74.31</c:v>
                </c:pt>
                <c:pt idx="10816">
                  <c:v>51.84</c:v>
                </c:pt>
                <c:pt idx="10817">
                  <c:v>51.84</c:v>
                </c:pt>
                <c:pt idx="10818">
                  <c:v>54.06</c:v>
                </c:pt>
                <c:pt idx="10819">
                  <c:v>55.06</c:v>
                </c:pt>
                <c:pt idx="10820">
                  <c:v>52.56</c:v>
                </c:pt>
                <c:pt idx="10821">
                  <c:v>52.81</c:v>
                </c:pt>
                <c:pt idx="10822">
                  <c:v>52.81</c:v>
                </c:pt>
                <c:pt idx="10823">
                  <c:v>52.8</c:v>
                </c:pt>
                <c:pt idx="10824">
                  <c:v>51.84</c:v>
                </c:pt>
                <c:pt idx="10825">
                  <c:v>51.84</c:v>
                </c:pt>
                <c:pt idx="10826">
                  <c:v>51.84</c:v>
                </c:pt>
                <c:pt idx="10827">
                  <c:v>51.84</c:v>
                </c:pt>
                <c:pt idx="10828">
                  <c:v>51.84</c:v>
                </c:pt>
                <c:pt idx="10829">
                  <c:v>51.84</c:v>
                </c:pt>
                <c:pt idx="10830">
                  <c:v>51.84</c:v>
                </c:pt>
                <c:pt idx="10831">
                  <c:v>51.84</c:v>
                </c:pt>
                <c:pt idx="10832">
                  <c:v>51.84</c:v>
                </c:pt>
                <c:pt idx="10833">
                  <c:v>51.84</c:v>
                </c:pt>
                <c:pt idx="10834">
                  <c:v>51.84</c:v>
                </c:pt>
                <c:pt idx="10835">
                  <c:v>51.84</c:v>
                </c:pt>
                <c:pt idx="10836">
                  <c:v>51.84</c:v>
                </c:pt>
                <c:pt idx="10837">
                  <c:v>51.84</c:v>
                </c:pt>
                <c:pt idx="10838">
                  <c:v>51.84</c:v>
                </c:pt>
                <c:pt idx="10839">
                  <c:v>51.84</c:v>
                </c:pt>
                <c:pt idx="10840">
                  <c:v>65.540000000000006</c:v>
                </c:pt>
                <c:pt idx="10841">
                  <c:v>59.99</c:v>
                </c:pt>
                <c:pt idx="10842">
                  <c:v>52.7</c:v>
                </c:pt>
                <c:pt idx="10843">
                  <c:v>46.3</c:v>
                </c:pt>
                <c:pt idx="10844">
                  <c:v>35.299999999999997</c:v>
                </c:pt>
                <c:pt idx="10845">
                  <c:v>28.16</c:v>
                </c:pt>
                <c:pt idx="10846">
                  <c:v>0.7</c:v>
                </c:pt>
                <c:pt idx="10847">
                  <c:v>0.23</c:v>
                </c:pt>
                <c:pt idx="10848">
                  <c:v>1.03</c:v>
                </c:pt>
                <c:pt idx="10849">
                  <c:v>2.38</c:v>
                </c:pt>
                <c:pt idx="10850">
                  <c:v>4.75</c:v>
                </c:pt>
                <c:pt idx="10851">
                  <c:v>8.11</c:v>
                </c:pt>
                <c:pt idx="10852">
                  <c:v>12.46</c:v>
                </c:pt>
                <c:pt idx="10853">
                  <c:v>17.760000000000002</c:v>
                </c:pt>
                <c:pt idx="10854">
                  <c:v>21.1</c:v>
                </c:pt>
                <c:pt idx="10855">
                  <c:v>27.16</c:v>
                </c:pt>
                <c:pt idx="10856">
                  <c:v>33.369999999999997</c:v>
                </c:pt>
                <c:pt idx="10857">
                  <c:v>39.42</c:v>
                </c:pt>
                <c:pt idx="10858">
                  <c:v>42.58</c:v>
                </c:pt>
                <c:pt idx="10859">
                  <c:v>48.11</c:v>
                </c:pt>
                <c:pt idx="10860">
                  <c:v>53.2</c:v>
                </c:pt>
                <c:pt idx="10861">
                  <c:v>63.92</c:v>
                </c:pt>
                <c:pt idx="10862">
                  <c:v>66.400000000000006</c:v>
                </c:pt>
                <c:pt idx="10863">
                  <c:v>75.44</c:v>
                </c:pt>
                <c:pt idx="10864">
                  <c:v>83.1</c:v>
                </c:pt>
                <c:pt idx="10865">
                  <c:v>88.88</c:v>
                </c:pt>
                <c:pt idx="10866">
                  <c:v>89.41</c:v>
                </c:pt>
                <c:pt idx="10867">
                  <c:v>90.12</c:v>
                </c:pt>
                <c:pt idx="10868">
                  <c:v>90.42</c:v>
                </c:pt>
                <c:pt idx="10869">
                  <c:v>90.53</c:v>
                </c:pt>
                <c:pt idx="10870">
                  <c:v>87.05</c:v>
                </c:pt>
                <c:pt idx="10871">
                  <c:v>87.06</c:v>
                </c:pt>
                <c:pt idx="10872">
                  <c:v>87.06</c:v>
                </c:pt>
                <c:pt idx="10873">
                  <c:v>87.06</c:v>
                </c:pt>
                <c:pt idx="10874">
                  <c:v>87.06</c:v>
                </c:pt>
                <c:pt idx="10875">
                  <c:v>87.06</c:v>
                </c:pt>
                <c:pt idx="10876">
                  <c:v>86.81</c:v>
                </c:pt>
                <c:pt idx="10877">
                  <c:v>86.31</c:v>
                </c:pt>
                <c:pt idx="10878">
                  <c:v>86.44</c:v>
                </c:pt>
                <c:pt idx="10879">
                  <c:v>84.25</c:v>
                </c:pt>
                <c:pt idx="10880">
                  <c:v>80.67</c:v>
                </c:pt>
                <c:pt idx="10881">
                  <c:v>75.900000000000006</c:v>
                </c:pt>
                <c:pt idx="10882">
                  <c:v>76.91</c:v>
                </c:pt>
                <c:pt idx="10883">
                  <c:v>67.42</c:v>
                </c:pt>
                <c:pt idx="10884">
                  <c:v>60.82</c:v>
                </c:pt>
                <c:pt idx="10885">
                  <c:v>56.18</c:v>
                </c:pt>
                <c:pt idx="10886">
                  <c:v>53.51</c:v>
                </c:pt>
                <c:pt idx="10887">
                  <c:v>48.49</c:v>
                </c:pt>
                <c:pt idx="10888">
                  <c:v>43.4</c:v>
                </c:pt>
                <c:pt idx="10889">
                  <c:v>37.51</c:v>
                </c:pt>
                <c:pt idx="10890">
                  <c:v>34.5</c:v>
                </c:pt>
                <c:pt idx="10891">
                  <c:v>28.79</c:v>
                </c:pt>
                <c:pt idx="10892">
                  <c:v>23.21</c:v>
                </c:pt>
                <c:pt idx="10893">
                  <c:v>17.829999999999998</c:v>
                </c:pt>
                <c:pt idx="10894">
                  <c:v>12.83</c:v>
                </c:pt>
                <c:pt idx="10895">
                  <c:v>8.4</c:v>
                </c:pt>
                <c:pt idx="10896">
                  <c:v>4.84</c:v>
                </c:pt>
                <c:pt idx="10897">
                  <c:v>2.31</c:v>
                </c:pt>
                <c:pt idx="10898">
                  <c:v>17.79</c:v>
                </c:pt>
                <c:pt idx="10899">
                  <c:v>15.1</c:v>
                </c:pt>
                <c:pt idx="10900">
                  <c:v>12.42</c:v>
                </c:pt>
                <c:pt idx="10901">
                  <c:v>9.81</c:v>
                </c:pt>
                <c:pt idx="10902">
                  <c:v>7.34</c:v>
                </c:pt>
                <c:pt idx="10903">
                  <c:v>5.05</c:v>
                </c:pt>
                <c:pt idx="10904">
                  <c:v>3.18</c:v>
                </c:pt>
                <c:pt idx="10905">
                  <c:v>1.82</c:v>
                </c:pt>
                <c:pt idx="10906">
                  <c:v>0.8</c:v>
                </c:pt>
                <c:pt idx="10907">
                  <c:v>0.45</c:v>
                </c:pt>
                <c:pt idx="10908">
                  <c:v>2.0499999999999998</c:v>
                </c:pt>
                <c:pt idx="10909">
                  <c:v>4.51</c:v>
                </c:pt>
                <c:pt idx="10910">
                  <c:v>7.61</c:v>
                </c:pt>
                <c:pt idx="10911">
                  <c:v>11.45</c:v>
                </c:pt>
                <c:pt idx="10912">
                  <c:v>16.05</c:v>
                </c:pt>
                <c:pt idx="10913">
                  <c:v>21.25</c:v>
                </c:pt>
                <c:pt idx="10914">
                  <c:v>16.73</c:v>
                </c:pt>
                <c:pt idx="10915">
                  <c:v>22.24</c:v>
                </c:pt>
                <c:pt idx="10916">
                  <c:v>27.7</c:v>
                </c:pt>
                <c:pt idx="10917">
                  <c:v>32.9</c:v>
                </c:pt>
                <c:pt idx="10918">
                  <c:v>37.93</c:v>
                </c:pt>
                <c:pt idx="10919">
                  <c:v>42.64</c:v>
                </c:pt>
                <c:pt idx="10920">
                  <c:v>46.98</c:v>
                </c:pt>
                <c:pt idx="10921">
                  <c:v>54.27</c:v>
                </c:pt>
                <c:pt idx="10922">
                  <c:v>60.34</c:v>
                </c:pt>
                <c:pt idx="10923">
                  <c:v>68.709999999999994</c:v>
                </c:pt>
                <c:pt idx="10924">
                  <c:v>86.43</c:v>
                </c:pt>
                <c:pt idx="10925">
                  <c:v>91.28</c:v>
                </c:pt>
                <c:pt idx="10926">
                  <c:v>87.23</c:v>
                </c:pt>
                <c:pt idx="10927">
                  <c:v>80.78</c:v>
                </c:pt>
                <c:pt idx="10928">
                  <c:v>78.64</c:v>
                </c:pt>
                <c:pt idx="10929">
                  <c:v>69.91</c:v>
                </c:pt>
                <c:pt idx="10930">
                  <c:v>57.92</c:v>
                </c:pt>
                <c:pt idx="10931">
                  <c:v>50.17</c:v>
                </c:pt>
                <c:pt idx="10932">
                  <c:v>46.42</c:v>
                </c:pt>
                <c:pt idx="10933">
                  <c:v>43.92</c:v>
                </c:pt>
                <c:pt idx="10934">
                  <c:v>50.17</c:v>
                </c:pt>
                <c:pt idx="10935">
                  <c:v>51.42</c:v>
                </c:pt>
                <c:pt idx="10936">
                  <c:v>45.91</c:v>
                </c:pt>
                <c:pt idx="10937">
                  <c:v>38.99</c:v>
                </c:pt>
                <c:pt idx="10938">
                  <c:v>51.78</c:v>
                </c:pt>
                <c:pt idx="10939">
                  <c:v>37.880000000000003</c:v>
                </c:pt>
                <c:pt idx="10940">
                  <c:v>35.25</c:v>
                </c:pt>
                <c:pt idx="10941">
                  <c:v>28.69</c:v>
                </c:pt>
                <c:pt idx="10942">
                  <c:v>26</c:v>
                </c:pt>
                <c:pt idx="10943">
                  <c:v>22.38</c:v>
                </c:pt>
                <c:pt idx="10944">
                  <c:v>21.08</c:v>
                </c:pt>
                <c:pt idx="10945">
                  <c:v>18.97</c:v>
                </c:pt>
                <c:pt idx="10946">
                  <c:v>25.43</c:v>
                </c:pt>
                <c:pt idx="10947">
                  <c:v>23.21</c:v>
                </c:pt>
                <c:pt idx="10948">
                  <c:v>20.69</c:v>
                </c:pt>
                <c:pt idx="10949">
                  <c:v>0.24</c:v>
                </c:pt>
                <c:pt idx="10950">
                  <c:v>1.06</c:v>
                </c:pt>
                <c:pt idx="10951">
                  <c:v>2.46</c:v>
                </c:pt>
                <c:pt idx="10952">
                  <c:v>4.4400000000000004</c:v>
                </c:pt>
                <c:pt idx="10953">
                  <c:v>7.13</c:v>
                </c:pt>
                <c:pt idx="10954">
                  <c:v>10.52</c:v>
                </c:pt>
                <c:pt idx="10955">
                  <c:v>14.45</c:v>
                </c:pt>
                <c:pt idx="10956">
                  <c:v>18.68</c:v>
                </c:pt>
                <c:pt idx="10957">
                  <c:v>18.75</c:v>
                </c:pt>
                <c:pt idx="10958">
                  <c:v>18.75</c:v>
                </c:pt>
                <c:pt idx="10959">
                  <c:v>18.75</c:v>
                </c:pt>
                <c:pt idx="10960">
                  <c:v>18.75</c:v>
                </c:pt>
                <c:pt idx="10961">
                  <c:v>18.75</c:v>
                </c:pt>
                <c:pt idx="10962">
                  <c:v>18.75</c:v>
                </c:pt>
                <c:pt idx="10963">
                  <c:v>18.75</c:v>
                </c:pt>
                <c:pt idx="10964">
                  <c:v>18.75</c:v>
                </c:pt>
                <c:pt idx="10965">
                  <c:v>18.75</c:v>
                </c:pt>
                <c:pt idx="10966">
                  <c:v>18.75</c:v>
                </c:pt>
                <c:pt idx="10967">
                  <c:v>18.75</c:v>
                </c:pt>
                <c:pt idx="10968">
                  <c:v>18.75</c:v>
                </c:pt>
                <c:pt idx="10969">
                  <c:v>18.75</c:v>
                </c:pt>
                <c:pt idx="10970">
                  <c:v>18.75</c:v>
                </c:pt>
                <c:pt idx="10971">
                  <c:v>18.75</c:v>
                </c:pt>
                <c:pt idx="10972">
                  <c:v>18.75</c:v>
                </c:pt>
                <c:pt idx="10973">
                  <c:v>18.75</c:v>
                </c:pt>
                <c:pt idx="10974">
                  <c:v>18.75</c:v>
                </c:pt>
                <c:pt idx="10975">
                  <c:v>18.75</c:v>
                </c:pt>
                <c:pt idx="10976">
                  <c:v>18.75</c:v>
                </c:pt>
                <c:pt idx="10977">
                  <c:v>18.75</c:v>
                </c:pt>
                <c:pt idx="10978">
                  <c:v>18.75</c:v>
                </c:pt>
                <c:pt idx="10979">
                  <c:v>18.75</c:v>
                </c:pt>
                <c:pt idx="10980">
                  <c:v>18.75</c:v>
                </c:pt>
                <c:pt idx="10981">
                  <c:v>18.75</c:v>
                </c:pt>
                <c:pt idx="10982">
                  <c:v>18.75</c:v>
                </c:pt>
                <c:pt idx="10983">
                  <c:v>18.75</c:v>
                </c:pt>
                <c:pt idx="10984">
                  <c:v>18.75</c:v>
                </c:pt>
                <c:pt idx="10985">
                  <c:v>18.75</c:v>
                </c:pt>
                <c:pt idx="10986">
                  <c:v>18.75</c:v>
                </c:pt>
                <c:pt idx="10987">
                  <c:v>18.75</c:v>
                </c:pt>
                <c:pt idx="10988">
                  <c:v>18.75</c:v>
                </c:pt>
                <c:pt idx="10989">
                  <c:v>18.75</c:v>
                </c:pt>
                <c:pt idx="10990">
                  <c:v>18.75</c:v>
                </c:pt>
                <c:pt idx="10991">
                  <c:v>18.75</c:v>
                </c:pt>
                <c:pt idx="10992">
                  <c:v>18.75</c:v>
                </c:pt>
                <c:pt idx="10993">
                  <c:v>18.75</c:v>
                </c:pt>
                <c:pt idx="10994">
                  <c:v>18.75</c:v>
                </c:pt>
                <c:pt idx="10995">
                  <c:v>14.53</c:v>
                </c:pt>
                <c:pt idx="10996">
                  <c:v>10.74</c:v>
                </c:pt>
                <c:pt idx="10997">
                  <c:v>7.43</c:v>
                </c:pt>
                <c:pt idx="10998">
                  <c:v>4.18</c:v>
                </c:pt>
                <c:pt idx="10999">
                  <c:v>2.06</c:v>
                </c:pt>
                <c:pt idx="11000">
                  <c:v>0.62</c:v>
                </c:pt>
                <c:pt idx="11001">
                  <c:v>10</c:v>
                </c:pt>
                <c:pt idx="11002">
                  <c:v>17</c:v>
                </c:pt>
                <c:pt idx="11003">
                  <c:v>2.79</c:v>
                </c:pt>
                <c:pt idx="11004">
                  <c:v>6.23</c:v>
                </c:pt>
                <c:pt idx="11005">
                  <c:v>10.93</c:v>
                </c:pt>
                <c:pt idx="11006">
                  <c:v>56.11</c:v>
                </c:pt>
                <c:pt idx="11007">
                  <c:v>51.73</c:v>
                </c:pt>
                <c:pt idx="11008">
                  <c:v>47.78</c:v>
                </c:pt>
                <c:pt idx="11009">
                  <c:v>43.47</c:v>
                </c:pt>
                <c:pt idx="11010">
                  <c:v>39.39</c:v>
                </c:pt>
                <c:pt idx="11011">
                  <c:v>35.29</c:v>
                </c:pt>
                <c:pt idx="11012">
                  <c:v>29.99</c:v>
                </c:pt>
                <c:pt idx="11013">
                  <c:v>24.91</c:v>
                </c:pt>
                <c:pt idx="11014">
                  <c:v>19.77</c:v>
                </c:pt>
                <c:pt idx="11015">
                  <c:v>15.17</c:v>
                </c:pt>
                <c:pt idx="11016">
                  <c:v>10.76</c:v>
                </c:pt>
                <c:pt idx="11017">
                  <c:v>7.06</c:v>
                </c:pt>
                <c:pt idx="11018">
                  <c:v>3.97</c:v>
                </c:pt>
                <c:pt idx="11019">
                  <c:v>1.96</c:v>
                </c:pt>
                <c:pt idx="11020">
                  <c:v>0.59</c:v>
                </c:pt>
                <c:pt idx="11021">
                  <c:v>17.940000000000001</c:v>
                </c:pt>
                <c:pt idx="11022">
                  <c:v>36.57</c:v>
                </c:pt>
                <c:pt idx="11023">
                  <c:v>45.3</c:v>
                </c:pt>
                <c:pt idx="11024">
                  <c:v>50.85</c:v>
                </c:pt>
                <c:pt idx="11025">
                  <c:v>53.44</c:v>
                </c:pt>
                <c:pt idx="11026">
                  <c:v>55.27</c:v>
                </c:pt>
                <c:pt idx="11027">
                  <c:v>54.51</c:v>
                </c:pt>
                <c:pt idx="11028">
                  <c:v>54.4</c:v>
                </c:pt>
                <c:pt idx="11029">
                  <c:v>47.57</c:v>
                </c:pt>
                <c:pt idx="11030">
                  <c:v>44.82</c:v>
                </c:pt>
                <c:pt idx="11031">
                  <c:v>43.08</c:v>
                </c:pt>
                <c:pt idx="11032">
                  <c:v>42.07</c:v>
                </c:pt>
                <c:pt idx="11033">
                  <c:v>34.57</c:v>
                </c:pt>
                <c:pt idx="11034">
                  <c:v>34.770000000000003</c:v>
                </c:pt>
                <c:pt idx="11035">
                  <c:v>43.85</c:v>
                </c:pt>
                <c:pt idx="11036">
                  <c:v>43.02</c:v>
                </c:pt>
                <c:pt idx="11037">
                  <c:v>48.88</c:v>
                </c:pt>
                <c:pt idx="11038">
                  <c:v>55.81</c:v>
                </c:pt>
                <c:pt idx="11039">
                  <c:v>62.74</c:v>
                </c:pt>
                <c:pt idx="11040">
                  <c:v>64.290000000000006</c:v>
                </c:pt>
                <c:pt idx="11041">
                  <c:v>80.37</c:v>
                </c:pt>
                <c:pt idx="11042">
                  <c:v>69.05</c:v>
                </c:pt>
                <c:pt idx="11043" formatCode="0.00">
                  <c:v>0</c:v>
                </c:pt>
                <c:pt idx="11044" formatCode="0.00">
                  <c:v>0</c:v>
                </c:pt>
                <c:pt idx="11045" formatCode="0.00">
                  <c:v>0</c:v>
                </c:pt>
                <c:pt idx="11046" formatCode="0.00">
                  <c:v>0</c:v>
                </c:pt>
                <c:pt idx="11047" formatCode="0.00">
                  <c:v>0</c:v>
                </c:pt>
                <c:pt idx="11048" formatCode="0.00">
                  <c:v>0</c:v>
                </c:pt>
                <c:pt idx="11049" formatCode="0.00">
                  <c:v>0</c:v>
                </c:pt>
                <c:pt idx="11050" formatCode="0.00">
                  <c:v>0</c:v>
                </c:pt>
                <c:pt idx="11051" formatCode="0.00">
                  <c:v>0</c:v>
                </c:pt>
                <c:pt idx="11052" formatCode="0.00">
                  <c:v>0</c:v>
                </c:pt>
                <c:pt idx="11053" formatCode="0.00">
                  <c:v>0</c:v>
                </c:pt>
                <c:pt idx="11054" formatCode="0.00">
                  <c:v>0</c:v>
                </c:pt>
                <c:pt idx="11055" formatCode="0.00">
                  <c:v>0</c:v>
                </c:pt>
                <c:pt idx="11056" formatCode="0.00">
                  <c:v>0</c:v>
                </c:pt>
                <c:pt idx="11057" formatCode="0.00">
                  <c:v>0</c:v>
                </c:pt>
                <c:pt idx="11058" formatCode="0.00">
                  <c:v>0</c:v>
                </c:pt>
                <c:pt idx="11059" formatCode="0.00">
                  <c:v>0</c:v>
                </c:pt>
                <c:pt idx="11060" formatCode="0.00">
                  <c:v>0</c:v>
                </c:pt>
                <c:pt idx="11061" formatCode="0.00">
                  <c:v>0</c:v>
                </c:pt>
                <c:pt idx="11062" formatCode="0.00">
                  <c:v>0</c:v>
                </c:pt>
                <c:pt idx="11063" formatCode="0.00">
                  <c:v>0</c:v>
                </c:pt>
                <c:pt idx="11064" formatCode="0.00">
                  <c:v>0</c:v>
                </c:pt>
                <c:pt idx="11065" formatCode="0.00">
                  <c:v>0</c:v>
                </c:pt>
                <c:pt idx="11066" formatCode="0.00">
                  <c:v>0</c:v>
                </c:pt>
                <c:pt idx="11067" formatCode="0.00">
                  <c:v>0</c:v>
                </c:pt>
                <c:pt idx="11068" formatCode="0.00">
                  <c:v>0</c:v>
                </c:pt>
                <c:pt idx="11069" formatCode="0.00">
                  <c:v>0</c:v>
                </c:pt>
                <c:pt idx="11070" formatCode="0.00">
                  <c:v>0</c:v>
                </c:pt>
                <c:pt idx="11071" formatCode="0.00">
                  <c:v>0</c:v>
                </c:pt>
                <c:pt idx="11072" formatCode="0.00">
                  <c:v>0</c:v>
                </c:pt>
                <c:pt idx="11073" formatCode="0.00">
                  <c:v>0</c:v>
                </c:pt>
                <c:pt idx="11074" formatCode="0.00">
                  <c:v>0</c:v>
                </c:pt>
                <c:pt idx="11075" formatCode="0.00">
                  <c:v>0</c:v>
                </c:pt>
                <c:pt idx="11076" formatCode="0.00">
                  <c:v>0</c:v>
                </c:pt>
                <c:pt idx="11077" formatCode="0.00">
                  <c:v>0</c:v>
                </c:pt>
                <c:pt idx="11078" formatCode="0.00">
                  <c:v>0</c:v>
                </c:pt>
                <c:pt idx="11079" formatCode="0.00">
                  <c:v>0</c:v>
                </c:pt>
                <c:pt idx="11080" formatCode="0.00">
                  <c:v>0</c:v>
                </c:pt>
                <c:pt idx="11081" formatCode="0.00">
                  <c:v>0</c:v>
                </c:pt>
                <c:pt idx="11082" formatCode="0.00">
                  <c:v>0</c:v>
                </c:pt>
                <c:pt idx="11083" formatCode="0.00">
                  <c:v>0</c:v>
                </c:pt>
                <c:pt idx="11084" formatCode="0.00">
                  <c:v>0</c:v>
                </c:pt>
                <c:pt idx="11085" formatCode="0.00">
                  <c:v>0</c:v>
                </c:pt>
                <c:pt idx="11086">
                  <c:v>4.7300000000000004</c:v>
                </c:pt>
                <c:pt idx="11087">
                  <c:v>10.48</c:v>
                </c:pt>
                <c:pt idx="11088">
                  <c:v>13.23</c:v>
                </c:pt>
                <c:pt idx="11089">
                  <c:v>16.23</c:v>
                </c:pt>
                <c:pt idx="11090">
                  <c:v>21.23</c:v>
                </c:pt>
                <c:pt idx="11091">
                  <c:v>22.73</c:v>
                </c:pt>
                <c:pt idx="11092">
                  <c:v>23.23</c:v>
                </c:pt>
                <c:pt idx="11093">
                  <c:v>24.48</c:v>
                </c:pt>
                <c:pt idx="11094">
                  <c:v>24.98</c:v>
                </c:pt>
                <c:pt idx="11095">
                  <c:v>24.73</c:v>
                </c:pt>
                <c:pt idx="11096">
                  <c:v>24.98</c:v>
                </c:pt>
                <c:pt idx="11097">
                  <c:v>23.98</c:v>
                </c:pt>
                <c:pt idx="11098">
                  <c:v>18.48</c:v>
                </c:pt>
                <c:pt idx="11099">
                  <c:v>16.98</c:v>
                </c:pt>
                <c:pt idx="11100">
                  <c:v>18.73</c:v>
                </c:pt>
                <c:pt idx="11101">
                  <c:v>20.98</c:v>
                </c:pt>
                <c:pt idx="11102">
                  <c:v>25.48</c:v>
                </c:pt>
                <c:pt idx="11103">
                  <c:v>33.729999999999997</c:v>
                </c:pt>
                <c:pt idx="11104">
                  <c:v>40.729999999999997</c:v>
                </c:pt>
                <c:pt idx="11105">
                  <c:v>40.880000000000003</c:v>
                </c:pt>
                <c:pt idx="11106">
                  <c:v>40.01</c:v>
                </c:pt>
                <c:pt idx="11107">
                  <c:v>38.619999999999997</c:v>
                </c:pt>
                <c:pt idx="11108">
                  <c:v>36.43</c:v>
                </c:pt>
                <c:pt idx="11109">
                  <c:v>34.15</c:v>
                </c:pt>
                <c:pt idx="11110">
                  <c:v>31.74</c:v>
                </c:pt>
                <c:pt idx="11111">
                  <c:v>29.76</c:v>
                </c:pt>
                <c:pt idx="11112">
                  <c:v>27.23</c:v>
                </c:pt>
                <c:pt idx="11113">
                  <c:v>24.17</c:v>
                </c:pt>
                <c:pt idx="11114">
                  <c:v>21.3</c:v>
                </c:pt>
                <c:pt idx="11115">
                  <c:v>17.86</c:v>
                </c:pt>
                <c:pt idx="11116">
                  <c:v>14.64</c:v>
                </c:pt>
                <c:pt idx="11117">
                  <c:v>11.37</c:v>
                </c:pt>
                <c:pt idx="11118">
                  <c:v>8.5</c:v>
                </c:pt>
                <c:pt idx="11119">
                  <c:v>5.95</c:v>
                </c:pt>
                <c:pt idx="11120">
                  <c:v>3.84</c:v>
                </c:pt>
                <c:pt idx="11121">
                  <c:v>1.52</c:v>
                </c:pt>
                <c:pt idx="11122">
                  <c:v>0.69</c:v>
                </c:pt>
                <c:pt idx="11123">
                  <c:v>1.38</c:v>
                </c:pt>
                <c:pt idx="11124">
                  <c:v>4.2300000000000004</c:v>
                </c:pt>
                <c:pt idx="11125">
                  <c:v>4.1900000000000004</c:v>
                </c:pt>
                <c:pt idx="11126">
                  <c:v>6.82</c:v>
                </c:pt>
                <c:pt idx="11127">
                  <c:v>9.07</c:v>
                </c:pt>
                <c:pt idx="11128">
                  <c:v>10.15</c:v>
                </c:pt>
                <c:pt idx="11129">
                  <c:v>11.25</c:v>
                </c:pt>
                <c:pt idx="11130">
                  <c:v>11.35</c:v>
                </c:pt>
                <c:pt idx="11131">
                  <c:v>11.78</c:v>
                </c:pt>
                <c:pt idx="11132">
                  <c:v>11.82</c:v>
                </c:pt>
                <c:pt idx="11133">
                  <c:v>11.46</c:v>
                </c:pt>
                <c:pt idx="11134">
                  <c:v>11.3</c:v>
                </c:pt>
                <c:pt idx="11135">
                  <c:v>11.09</c:v>
                </c:pt>
                <c:pt idx="11136">
                  <c:v>10.01</c:v>
                </c:pt>
                <c:pt idx="11137">
                  <c:v>9.2899999999999991</c:v>
                </c:pt>
                <c:pt idx="11138">
                  <c:v>8.17</c:v>
                </c:pt>
                <c:pt idx="11139">
                  <c:v>6.88</c:v>
                </c:pt>
                <c:pt idx="11140">
                  <c:v>5.78</c:v>
                </c:pt>
                <c:pt idx="11141">
                  <c:v>1.63</c:v>
                </c:pt>
                <c:pt idx="11142" formatCode="0.00">
                  <c:v>0</c:v>
                </c:pt>
                <c:pt idx="11143" formatCode="0.00">
                  <c:v>0</c:v>
                </c:pt>
                <c:pt idx="11144" formatCode="0.00">
                  <c:v>0</c:v>
                </c:pt>
                <c:pt idx="11145" formatCode="0.00">
                  <c:v>0</c:v>
                </c:pt>
                <c:pt idx="11146" formatCode="0.00">
                  <c:v>0</c:v>
                </c:pt>
                <c:pt idx="11147" formatCode="0.00">
                  <c:v>0</c:v>
                </c:pt>
                <c:pt idx="11148" formatCode="0.00">
                  <c:v>0</c:v>
                </c:pt>
                <c:pt idx="11149" formatCode="0.00">
                  <c:v>0</c:v>
                </c:pt>
                <c:pt idx="11150" formatCode="0.00">
                  <c:v>0</c:v>
                </c:pt>
                <c:pt idx="11151" formatCode="0.00">
                  <c:v>0</c:v>
                </c:pt>
                <c:pt idx="11152" formatCode="0.00">
                  <c:v>0</c:v>
                </c:pt>
                <c:pt idx="11153" formatCode="0.00">
                  <c:v>0</c:v>
                </c:pt>
                <c:pt idx="11154" formatCode="0.00">
                  <c:v>0</c:v>
                </c:pt>
                <c:pt idx="11155" formatCode="0.00">
                  <c:v>0</c:v>
                </c:pt>
                <c:pt idx="11156" formatCode="0.00">
                  <c:v>0</c:v>
                </c:pt>
                <c:pt idx="11157" formatCode="0.00">
                  <c:v>0</c:v>
                </c:pt>
                <c:pt idx="11158" formatCode="0.00">
                  <c:v>0</c:v>
                </c:pt>
                <c:pt idx="11159" formatCode="0.00">
                  <c:v>0</c:v>
                </c:pt>
                <c:pt idx="11160" formatCode="0.00">
                  <c:v>0</c:v>
                </c:pt>
                <c:pt idx="11161" formatCode="0.00">
                  <c:v>0</c:v>
                </c:pt>
                <c:pt idx="11162" formatCode="0.00">
                  <c:v>0</c:v>
                </c:pt>
                <c:pt idx="11163">
                  <c:v>0.1</c:v>
                </c:pt>
                <c:pt idx="11164">
                  <c:v>0.84</c:v>
                </c:pt>
                <c:pt idx="11165">
                  <c:v>1.97</c:v>
                </c:pt>
                <c:pt idx="11166">
                  <c:v>3.47</c:v>
                </c:pt>
                <c:pt idx="11167">
                  <c:v>5.23</c:v>
                </c:pt>
                <c:pt idx="11168">
                  <c:v>6.5</c:v>
                </c:pt>
                <c:pt idx="11169">
                  <c:v>6.5</c:v>
                </c:pt>
                <c:pt idx="11170">
                  <c:v>6.5</c:v>
                </c:pt>
                <c:pt idx="11171">
                  <c:v>6.5</c:v>
                </c:pt>
                <c:pt idx="11172">
                  <c:v>6.5</c:v>
                </c:pt>
                <c:pt idx="11173">
                  <c:v>6.5</c:v>
                </c:pt>
                <c:pt idx="11174">
                  <c:v>6.5</c:v>
                </c:pt>
                <c:pt idx="11175">
                  <c:v>6.5</c:v>
                </c:pt>
                <c:pt idx="11176">
                  <c:v>6.5</c:v>
                </c:pt>
                <c:pt idx="11177">
                  <c:v>6.5</c:v>
                </c:pt>
                <c:pt idx="11178">
                  <c:v>6.5</c:v>
                </c:pt>
                <c:pt idx="11179">
                  <c:v>6.5</c:v>
                </c:pt>
                <c:pt idx="11180">
                  <c:v>6.5</c:v>
                </c:pt>
                <c:pt idx="11181">
                  <c:v>6.5</c:v>
                </c:pt>
                <c:pt idx="11182">
                  <c:v>6.5</c:v>
                </c:pt>
                <c:pt idx="11183">
                  <c:v>6.5</c:v>
                </c:pt>
                <c:pt idx="11184">
                  <c:v>6.5</c:v>
                </c:pt>
                <c:pt idx="11185">
                  <c:v>6.5</c:v>
                </c:pt>
                <c:pt idx="11186">
                  <c:v>6.5</c:v>
                </c:pt>
                <c:pt idx="11187">
                  <c:v>6.5</c:v>
                </c:pt>
                <c:pt idx="11188">
                  <c:v>6.5</c:v>
                </c:pt>
                <c:pt idx="11189">
                  <c:v>6.5</c:v>
                </c:pt>
                <c:pt idx="11190">
                  <c:v>6.5</c:v>
                </c:pt>
                <c:pt idx="11191">
                  <c:v>6.5</c:v>
                </c:pt>
                <c:pt idx="11192">
                  <c:v>6.5</c:v>
                </c:pt>
                <c:pt idx="11193">
                  <c:v>6.5</c:v>
                </c:pt>
                <c:pt idx="11194">
                  <c:v>6.5</c:v>
                </c:pt>
                <c:pt idx="11195">
                  <c:v>6.5</c:v>
                </c:pt>
                <c:pt idx="11196">
                  <c:v>6.5</c:v>
                </c:pt>
                <c:pt idx="11197">
                  <c:v>6.5</c:v>
                </c:pt>
                <c:pt idx="11198">
                  <c:v>6.5</c:v>
                </c:pt>
                <c:pt idx="11199">
                  <c:v>5.05</c:v>
                </c:pt>
                <c:pt idx="11200">
                  <c:v>4.58</c:v>
                </c:pt>
                <c:pt idx="11201">
                  <c:v>6.5</c:v>
                </c:pt>
                <c:pt idx="11202">
                  <c:v>5.29</c:v>
                </c:pt>
                <c:pt idx="11203">
                  <c:v>2.91</c:v>
                </c:pt>
                <c:pt idx="11204">
                  <c:v>0.06</c:v>
                </c:pt>
                <c:pt idx="11205" formatCode="0.00">
                  <c:v>0</c:v>
                </c:pt>
                <c:pt idx="11206" formatCode="0.00">
                  <c:v>0</c:v>
                </c:pt>
                <c:pt idx="11207" formatCode="0.00">
                  <c:v>0</c:v>
                </c:pt>
                <c:pt idx="11208" formatCode="0.00">
                  <c:v>0</c:v>
                </c:pt>
                <c:pt idx="11209" formatCode="0.00">
                  <c:v>0</c:v>
                </c:pt>
                <c:pt idx="11210">
                  <c:v>0.06</c:v>
                </c:pt>
                <c:pt idx="11211">
                  <c:v>0.08</c:v>
                </c:pt>
                <c:pt idx="11212">
                  <c:v>0.1</c:v>
                </c:pt>
                <c:pt idx="11213">
                  <c:v>0.18</c:v>
                </c:pt>
                <c:pt idx="11214">
                  <c:v>0.88</c:v>
                </c:pt>
                <c:pt idx="11215">
                  <c:v>0.83</c:v>
                </c:pt>
                <c:pt idx="11216">
                  <c:v>0.78</c:v>
                </c:pt>
                <c:pt idx="11217">
                  <c:v>0.73</c:v>
                </c:pt>
                <c:pt idx="11218">
                  <c:v>0.68</c:v>
                </c:pt>
                <c:pt idx="11219">
                  <c:v>0.6</c:v>
                </c:pt>
                <c:pt idx="11220">
                  <c:v>0.55000000000000004</c:v>
                </c:pt>
                <c:pt idx="11221">
                  <c:v>0.48</c:v>
                </c:pt>
                <c:pt idx="11222">
                  <c:v>0.4</c:v>
                </c:pt>
                <c:pt idx="11223">
                  <c:v>0.33</c:v>
                </c:pt>
                <c:pt idx="11224">
                  <c:v>0.25</c:v>
                </c:pt>
                <c:pt idx="11225">
                  <c:v>0.18</c:v>
                </c:pt>
                <c:pt idx="11226">
                  <c:v>0.13</c:v>
                </c:pt>
                <c:pt idx="11227">
                  <c:v>0.08</c:v>
                </c:pt>
                <c:pt idx="11228">
                  <c:v>0.06</c:v>
                </c:pt>
                <c:pt idx="11229">
                  <c:v>0.06</c:v>
                </c:pt>
                <c:pt idx="11230">
                  <c:v>25.23</c:v>
                </c:pt>
                <c:pt idx="11231">
                  <c:v>25.33</c:v>
                </c:pt>
                <c:pt idx="11232">
                  <c:v>26.08</c:v>
                </c:pt>
                <c:pt idx="11233">
                  <c:v>26.05</c:v>
                </c:pt>
                <c:pt idx="11234">
                  <c:v>26</c:v>
                </c:pt>
                <c:pt idx="11235">
                  <c:v>25.98</c:v>
                </c:pt>
                <c:pt idx="11236">
                  <c:v>25.93</c:v>
                </c:pt>
                <c:pt idx="11237">
                  <c:v>32.65</c:v>
                </c:pt>
                <c:pt idx="11238">
                  <c:v>34.33</c:v>
                </c:pt>
                <c:pt idx="11239">
                  <c:v>36.58</c:v>
                </c:pt>
                <c:pt idx="11240">
                  <c:v>39.840000000000003</c:v>
                </c:pt>
                <c:pt idx="11241">
                  <c:v>45.6</c:v>
                </c:pt>
                <c:pt idx="11242">
                  <c:v>44.99</c:v>
                </c:pt>
                <c:pt idx="11243">
                  <c:v>46.56</c:v>
                </c:pt>
                <c:pt idx="11244">
                  <c:v>46.21</c:v>
                </c:pt>
                <c:pt idx="11245">
                  <c:v>46.85</c:v>
                </c:pt>
                <c:pt idx="11246">
                  <c:v>42.02</c:v>
                </c:pt>
                <c:pt idx="11247">
                  <c:v>42.7</c:v>
                </c:pt>
                <c:pt idx="11248">
                  <c:v>43.29</c:v>
                </c:pt>
                <c:pt idx="11249">
                  <c:v>43.75</c:v>
                </c:pt>
                <c:pt idx="11250">
                  <c:v>44.03</c:v>
                </c:pt>
                <c:pt idx="11251">
                  <c:v>44.21</c:v>
                </c:pt>
                <c:pt idx="11252">
                  <c:v>44.21</c:v>
                </c:pt>
                <c:pt idx="11253">
                  <c:v>44.21</c:v>
                </c:pt>
                <c:pt idx="11254">
                  <c:v>44.26</c:v>
                </c:pt>
                <c:pt idx="11255">
                  <c:v>44.18</c:v>
                </c:pt>
                <c:pt idx="11256">
                  <c:v>44.11</c:v>
                </c:pt>
                <c:pt idx="11257">
                  <c:v>36.770000000000003</c:v>
                </c:pt>
                <c:pt idx="11258">
                  <c:v>36.119999999999997</c:v>
                </c:pt>
                <c:pt idx="11259">
                  <c:v>35.549999999999997</c:v>
                </c:pt>
                <c:pt idx="11260" formatCode="0.00">
                  <c:v>0</c:v>
                </c:pt>
                <c:pt idx="11261" formatCode="0.00">
                  <c:v>0</c:v>
                </c:pt>
                <c:pt idx="11262" formatCode="0.00">
                  <c:v>0</c:v>
                </c:pt>
                <c:pt idx="11263" formatCode="0.00">
                  <c:v>0</c:v>
                </c:pt>
                <c:pt idx="11264" formatCode="0.00">
                  <c:v>0</c:v>
                </c:pt>
                <c:pt idx="11265" formatCode="0.00">
                  <c:v>0</c:v>
                </c:pt>
                <c:pt idx="11266" formatCode="0.00">
                  <c:v>0</c:v>
                </c:pt>
                <c:pt idx="11267" formatCode="0.00">
                  <c:v>0</c:v>
                </c:pt>
                <c:pt idx="11268" formatCode="0.00">
                  <c:v>0</c:v>
                </c:pt>
                <c:pt idx="11269" formatCode="0.00">
                  <c:v>0</c:v>
                </c:pt>
                <c:pt idx="11270" formatCode="0.00">
                  <c:v>0</c:v>
                </c:pt>
                <c:pt idx="11271" formatCode="0.00">
                  <c:v>0</c:v>
                </c:pt>
                <c:pt idx="11272" formatCode="0.00">
                  <c:v>0</c:v>
                </c:pt>
                <c:pt idx="11273" formatCode="0.00">
                  <c:v>0</c:v>
                </c:pt>
                <c:pt idx="11274" formatCode="0.00">
                  <c:v>0</c:v>
                </c:pt>
                <c:pt idx="11275" formatCode="0.00">
                  <c:v>0</c:v>
                </c:pt>
                <c:pt idx="11276" formatCode="0.00">
                  <c:v>0</c:v>
                </c:pt>
                <c:pt idx="11277" formatCode="0.00">
                  <c:v>0</c:v>
                </c:pt>
                <c:pt idx="11278" formatCode="0.00">
                  <c:v>0</c:v>
                </c:pt>
                <c:pt idx="11279" formatCode="0.00">
                  <c:v>0</c:v>
                </c:pt>
                <c:pt idx="11280" formatCode="0.00">
                  <c:v>0</c:v>
                </c:pt>
                <c:pt idx="11281" formatCode="0.00">
                  <c:v>0</c:v>
                </c:pt>
                <c:pt idx="11282" formatCode="0.00">
                  <c:v>0</c:v>
                </c:pt>
                <c:pt idx="11283" formatCode="0.00">
                  <c:v>0</c:v>
                </c:pt>
                <c:pt idx="11284" formatCode="0.00">
                  <c:v>0</c:v>
                </c:pt>
                <c:pt idx="11285" formatCode="0.00">
                  <c:v>0</c:v>
                </c:pt>
                <c:pt idx="11286" formatCode="0.00">
                  <c:v>0</c:v>
                </c:pt>
                <c:pt idx="11287" formatCode="0.00">
                  <c:v>0</c:v>
                </c:pt>
                <c:pt idx="11288" formatCode="0.00">
                  <c:v>0</c:v>
                </c:pt>
                <c:pt idx="11289" formatCode="0.00">
                  <c:v>0</c:v>
                </c:pt>
                <c:pt idx="11290" formatCode="0.00">
                  <c:v>0</c:v>
                </c:pt>
                <c:pt idx="11291" formatCode="0.00">
                  <c:v>0</c:v>
                </c:pt>
                <c:pt idx="11292" formatCode="0.00">
                  <c:v>0</c:v>
                </c:pt>
                <c:pt idx="11293" formatCode="0.00">
                  <c:v>0</c:v>
                </c:pt>
                <c:pt idx="11294" formatCode="0.00">
                  <c:v>0</c:v>
                </c:pt>
                <c:pt idx="11295" formatCode="0.00">
                  <c:v>0</c:v>
                </c:pt>
                <c:pt idx="11296" formatCode="0.00">
                  <c:v>0</c:v>
                </c:pt>
                <c:pt idx="11297" formatCode="0.00">
                  <c:v>0</c:v>
                </c:pt>
                <c:pt idx="11298" formatCode="0.00">
                  <c:v>0</c:v>
                </c:pt>
                <c:pt idx="11299" formatCode="0.00">
                  <c:v>0</c:v>
                </c:pt>
                <c:pt idx="11300" formatCode="0.00">
                  <c:v>0</c:v>
                </c:pt>
                <c:pt idx="11301" formatCode="0.00">
                  <c:v>0</c:v>
                </c:pt>
                <c:pt idx="11302" formatCode="0.00">
                  <c:v>0</c:v>
                </c:pt>
                <c:pt idx="11303" formatCode="0.00">
                  <c:v>0</c:v>
                </c:pt>
                <c:pt idx="11304" formatCode="0.00">
                  <c:v>0</c:v>
                </c:pt>
                <c:pt idx="11305" formatCode="0.00">
                  <c:v>0</c:v>
                </c:pt>
                <c:pt idx="11306" formatCode="0.00">
                  <c:v>0</c:v>
                </c:pt>
                <c:pt idx="11307" formatCode="0.00">
                  <c:v>0</c:v>
                </c:pt>
                <c:pt idx="11308" formatCode="0.00">
                  <c:v>0</c:v>
                </c:pt>
                <c:pt idx="11309" formatCode="0.00">
                  <c:v>0</c:v>
                </c:pt>
                <c:pt idx="11310" formatCode="0.00">
                  <c:v>0</c:v>
                </c:pt>
                <c:pt idx="11311" formatCode="0.00">
                  <c:v>0</c:v>
                </c:pt>
                <c:pt idx="11312" formatCode="0.00">
                  <c:v>0</c:v>
                </c:pt>
                <c:pt idx="11313" formatCode="0.00">
                  <c:v>0</c:v>
                </c:pt>
                <c:pt idx="11314" formatCode="0.00">
                  <c:v>0</c:v>
                </c:pt>
                <c:pt idx="11315" formatCode="0.00">
                  <c:v>0</c:v>
                </c:pt>
                <c:pt idx="11316" formatCode="0.00">
                  <c:v>0</c:v>
                </c:pt>
                <c:pt idx="11317" formatCode="0.00">
                  <c:v>0</c:v>
                </c:pt>
                <c:pt idx="11318" formatCode="0.00">
                  <c:v>0</c:v>
                </c:pt>
                <c:pt idx="11319" formatCode="0.00">
                  <c:v>0</c:v>
                </c:pt>
                <c:pt idx="11320" formatCode="0.00">
                  <c:v>0</c:v>
                </c:pt>
                <c:pt idx="11321" formatCode="0.00">
                  <c:v>0</c:v>
                </c:pt>
                <c:pt idx="11322" formatCode="0.00">
                  <c:v>0</c:v>
                </c:pt>
                <c:pt idx="11323" formatCode="0.00">
                  <c:v>0</c:v>
                </c:pt>
                <c:pt idx="11324" formatCode="0.00">
                  <c:v>0</c:v>
                </c:pt>
                <c:pt idx="11325" formatCode="0.00">
                  <c:v>0</c:v>
                </c:pt>
                <c:pt idx="11326" formatCode="0.00">
                  <c:v>0</c:v>
                </c:pt>
                <c:pt idx="11327" formatCode="0.00">
                  <c:v>0</c:v>
                </c:pt>
                <c:pt idx="11328" formatCode="0.00">
                  <c:v>0</c:v>
                </c:pt>
                <c:pt idx="11329" formatCode="0.00">
                  <c:v>0</c:v>
                </c:pt>
                <c:pt idx="11330" formatCode="0.00">
                  <c:v>0</c:v>
                </c:pt>
                <c:pt idx="11331" formatCode="0.00">
                  <c:v>0</c:v>
                </c:pt>
                <c:pt idx="11332" formatCode="0.00">
                  <c:v>0</c:v>
                </c:pt>
                <c:pt idx="11333" formatCode="0.00">
                  <c:v>0</c:v>
                </c:pt>
                <c:pt idx="11334" formatCode="0.00">
                  <c:v>0</c:v>
                </c:pt>
                <c:pt idx="11335" formatCode="0.00">
                  <c:v>0</c:v>
                </c:pt>
                <c:pt idx="11336" formatCode="0.00">
                  <c:v>0</c:v>
                </c:pt>
                <c:pt idx="11337" formatCode="0.00">
                  <c:v>0</c:v>
                </c:pt>
                <c:pt idx="11338" formatCode="0.00">
                  <c:v>0</c:v>
                </c:pt>
                <c:pt idx="11339" formatCode="0.00">
                  <c:v>0</c:v>
                </c:pt>
                <c:pt idx="11340" formatCode="0.00">
                  <c:v>0</c:v>
                </c:pt>
                <c:pt idx="11341" formatCode="0.00">
                  <c:v>0</c:v>
                </c:pt>
                <c:pt idx="11342" formatCode="0.00">
                  <c:v>0</c:v>
                </c:pt>
                <c:pt idx="11343" formatCode="0.00">
                  <c:v>0</c:v>
                </c:pt>
                <c:pt idx="11344" formatCode="0.00">
                  <c:v>0</c:v>
                </c:pt>
                <c:pt idx="11345" formatCode="0.00">
                  <c:v>0</c:v>
                </c:pt>
                <c:pt idx="11346" formatCode="0.00">
                  <c:v>0</c:v>
                </c:pt>
                <c:pt idx="11347" formatCode="0.00">
                  <c:v>0</c:v>
                </c:pt>
                <c:pt idx="11348" formatCode="0.00">
                  <c:v>0</c:v>
                </c:pt>
                <c:pt idx="11349" formatCode="0.00">
                  <c:v>0</c:v>
                </c:pt>
                <c:pt idx="11350" formatCode="0.00">
                  <c:v>0</c:v>
                </c:pt>
                <c:pt idx="11351" formatCode="0.00">
                  <c:v>0</c:v>
                </c:pt>
                <c:pt idx="11352" formatCode="0.00">
                  <c:v>0</c:v>
                </c:pt>
                <c:pt idx="11353" formatCode="0.00">
                  <c:v>0</c:v>
                </c:pt>
                <c:pt idx="11354" formatCode="0.00">
                  <c:v>0</c:v>
                </c:pt>
                <c:pt idx="11355" formatCode="0.00">
                  <c:v>0</c:v>
                </c:pt>
                <c:pt idx="11356" formatCode="0.00">
                  <c:v>0</c:v>
                </c:pt>
                <c:pt idx="11357" formatCode="0.00">
                  <c:v>0</c:v>
                </c:pt>
                <c:pt idx="11358" formatCode="0.00">
                  <c:v>0</c:v>
                </c:pt>
                <c:pt idx="11359" formatCode="0.00">
                  <c:v>0</c:v>
                </c:pt>
                <c:pt idx="11360" formatCode="0.00">
                  <c:v>0</c:v>
                </c:pt>
                <c:pt idx="11361" formatCode="0.00">
                  <c:v>0</c:v>
                </c:pt>
                <c:pt idx="11362" formatCode="0.00">
                  <c:v>0</c:v>
                </c:pt>
                <c:pt idx="11363" formatCode="0.00">
                  <c:v>0</c:v>
                </c:pt>
                <c:pt idx="11364" formatCode="0.00">
                  <c:v>0</c:v>
                </c:pt>
                <c:pt idx="11365" formatCode="0.00">
                  <c:v>0</c:v>
                </c:pt>
                <c:pt idx="11366" formatCode="0.00">
                  <c:v>0</c:v>
                </c:pt>
                <c:pt idx="11367" formatCode="0.00">
                  <c:v>0</c:v>
                </c:pt>
                <c:pt idx="11368" formatCode="0.00">
                  <c:v>0</c:v>
                </c:pt>
                <c:pt idx="11369" formatCode="0.00">
                  <c:v>0</c:v>
                </c:pt>
                <c:pt idx="11370" formatCode="0.00">
                  <c:v>0</c:v>
                </c:pt>
                <c:pt idx="11371" formatCode="0.00">
                  <c:v>0</c:v>
                </c:pt>
                <c:pt idx="11372" formatCode="0.00">
                  <c:v>0</c:v>
                </c:pt>
                <c:pt idx="11373" formatCode="0.00">
                  <c:v>0</c:v>
                </c:pt>
                <c:pt idx="11374" formatCode="0.00">
                  <c:v>0</c:v>
                </c:pt>
                <c:pt idx="11375" formatCode="0.00">
                  <c:v>0</c:v>
                </c:pt>
                <c:pt idx="11376" formatCode="0.00">
                  <c:v>0</c:v>
                </c:pt>
                <c:pt idx="11377" formatCode="0.00">
                  <c:v>0</c:v>
                </c:pt>
                <c:pt idx="11378" formatCode="0.00">
                  <c:v>0</c:v>
                </c:pt>
                <c:pt idx="11379" formatCode="0.00">
                  <c:v>0</c:v>
                </c:pt>
                <c:pt idx="11380">
                  <c:v>125</c:v>
                </c:pt>
                <c:pt idx="11381">
                  <c:v>125</c:v>
                </c:pt>
                <c:pt idx="11382">
                  <c:v>125</c:v>
                </c:pt>
                <c:pt idx="11383">
                  <c:v>125</c:v>
                </c:pt>
                <c:pt idx="11384">
                  <c:v>125</c:v>
                </c:pt>
                <c:pt idx="11385">
                  <c:v>125</c:v>
                </c:pt>
                <c:pt idx="11386">
                  <c:v>125</c:v>
                </c:pt>
                <c:pt idx="11387">
                  <c:v>125</c:v>
                </c:pt>
                <c:pt idx="11388" formatCode="0.00">
                  <c:v>0</c:v>
                </c:pt>
                <c:pt idx="11389" formatCode="0.00">
                  <c:v>0</c:v>
                </c:pt>
                <c:pt idx="11390" formatCode="0.00">
                  <c:v>0</c:v>
                </c:pt>
                <c:pt idx="11391" formatCode="0.00">
                  <c:v>0</c:v>
                </c:pt>
                <c:pt idx="11392" formatCode="0.00">
                  <c:v>0</c:v>
                </c:pt>
                <c:pt idx="11393" formatCode="0.00">
                  <c:v>0</c:v>
                </c:pt>
                <c:pt idx="11394" formatCode="0.00">
                  <c:v>0</c:v>
                </c:pt>
                <c:pt idx="11395" formatCode="0.00">
                  <c:v>0</c:v>
                </c:pt>
                <c:pt idx="11396" formatCode="0.00">
                  <c:v>0</c:v>
                </c:pt>
                <c:pt idx="11397" formatCode="0.00">
                  <c:v>0</c:v>
                </c:pt>
                <c:pt idx="11398" formatCode="0.00">
                  <c:v>0</c:v>
                </c:pt>
                <c:pt idx="11399" formatCode="0.00">
                  <c:v>0</c:v>
                </c:pt>
                <c:pt idx="11400" formatCode="0.00">
                  <c:v>0</c:v>
                </c:pt>
                <c:pt idx="11401" formatCode="0.00">
                  <c:v>0</c:v>
                </c:pt>
                <c:pt idx="11402" formatCode="0.00">
                  <c:v>0</c:v>
                </c:pt>
                <c:pt idx="11403" formatCode="0.00">
                  <c:v>0</c:v>
                </c:pt>
                <c:pt idx="11404" formatCode="0.00">
                  <c:v>0</c:v>
                </c:pt>
                <c:pt idx="11405" formatCode="0.00">
                  <c:v>0</c:v>
                </c:pt>
                <c:pt idx="11406" formatCode="0.00">
                  <c:v>0</c:v>
                </c:pt>
                <c:pt idx="11407" formatCode="0.00">
                  <c:v>0</c:v>
                </c:pt>
                <c:pt idx="11408" formatCode="0.00">
                  <c:v>0</c:v>
                </c:pt>
                <c:pt idx="11409" formatCode="0.00">
                  <c:v>0</c:v>
                </c:pt>
                <c:pt idx="11410" formatCode="0.00">
                  <c:v>0</c:v>
                </c:pt>
                <c:pt idx="11411" formatCode="0.00">
                  <c:v>0</c:v>
                </c:pt>
                <c:pt idx="11412" formatCode="0.00">
                  <c:v>0</c:v>
                </c:pt>
                <c:pt idx="11413" formatCode="0.00">
                  <c:v>0</c:v>
                </c:pt>
                <c:pt idx="11414" formatCode="0.00">
                  <c:v>0</c:v>
                </c:pt>
                <c:pt idx="11415" formatCode="0.00">
                  <c:v>0</c:v>
                </c:pt>
                <c:pt idx="11416" formatCode="0.00">
                  <c:v>0</c:v>
                </c:pt>
                <c:pt idx="11417" formatCode="0.00">
                  <c:v>0</c:v>
                </c:pt>
                <c:pt idx="11418" formatCode="0.00">
                  <c:v>0</c:v>
                </c:pt>
                <c:pt idx="11419" formatCode="0.00">
                  <c:v>0</c:v>
                </c:pt>
                <c:pt idx="11420" formatCode="0.00">
                  <c:v>0</c:v>
                </c:pt>
                <c:pt idx="11421" formatCode="0.00">
                  <c:v>0</c:v>
                </c:pt>
                <c:pt idx="11422" formatCode="0.00">
                  <c:v>0</c:v>
                </c:pt>
                <c:pt idx="11423" formatCode="0.00">
                  <c:v>0</c:v>
                </c:pt>
                <c:pt idx="11424" formatCode="0.00">
                  <c:v>0</c:v>
                </c:pt>
                <c:pt idx="11425" formatCode="0.00">
                  <c:v>0</c:v>
                </c:pt>
                <c:pt idx="11426" formatCode="0.00">
                  <c:v>0</c:v>
                </c:pt>
                <c:pt idx="11427" formatCode="0.00">
                  <c:v>0</c:v>
                </c:pt>
                <c:pt idx="11428" formatCode="0.00">
                  <c:v>0</c:v>
                </c:pt>
                <c:pt idx="11429" formatCode="0.00">
                  <c:v>0</c:v>
                </c:pt>
                <c:pt idx="11430" formatCode="0.00">
                  <c:v>0</c:v>
                </c:pt>
                <c:pt idx="11431" formatCode="0.00">
                  <c:v>0</c:v>
                </c:pt>
                <c:pt idx="11432" formatCode="0.00">
                  <c:v>0</c:v>
                </c:pt>
                <c:pt idx="11433" formatCode="0.00">
                  <c:v>0</c:v>
                </c:pt>
                <c:pt idx="11434" formatCode="0.00">
                  <c:v>0</c:v>
                </c:pt>
                <c:pt idx="11435" formatCode="0.00">
                  <c:v>0</c:v>
                </c:pt>
                <c:pt idx="11436" formatCode="0.00">
                  <c:v>0</c:v>
                </c:pt>
                <c:pt idx="11437" formatCode="0.00">
                  <c:v>0</c:v>
                </c:pt>
                <c:pt idx="11438" formatCode="0.00">
                  <c:v>0</c:v>
                </c:pt>
                <c:pt idx="11439" formatCode="0.00">
                  <c:v>0</c:v>
                </c:pt>
                <c:pt idx="11440" formatCode="0.00">
                  <c:v>0</c:v>
                </c:pt>
                <c:pt idx="11441" formatCode="0.00">
                  <c:v>0</c:v>
                </c:pt>
                <c:pt idx="11442" formatCode="0.00">
                  <c:v>0</c:v>
                </c:pt>
                <c:pt idx="11443" formatCode="0.00">
                  <c:v>0</c:v>
                </c:pt>
                <c:pt idx="11444" formatCode="0.00">
                  <c:v>0</c:v>
                </c:pt>
                <c:pt idx="11445" formatCode="0.00">
                  <c:v>0</c:v>
                </c:pt>
                <c:pt idx="11446" formatCode="0.00">
                  <c:v>0</c:v>
                </c:pt>
                <c:pt idx="11447" formatCode="0.00">
                  <c:v>0</c:v>
                </c:pt>
                <c:pt idx="11448" formatCode="0.00">
                  <c:v>0</c:v>
                </c:pt>
                <c:pt idx="11449" formatCode="0.00">
                  <c:v>0</c:v>
                </c:pt>
                <c:pt idx="11450" formatCode="0.00">
                  <c:v>0</c:v>
                </c:pt>
                <c:pt idx="11451" formatCode="0.00">
                  <c:v>0</c:v>
                </c:pt>
                <c:pt idx="11452" formatCode="0.00">
                  <c:v>0</c:v>
                </c:pt>
                <c:pt idx="11453" formatCode="0.00">
                  <c:v>0</c:v>
                </c:pt>
                <c:pt idx="11454" formatCode="0.00">
                  <c:v>0</c:v>
                </c:pt>
                <c:pt idx="11455" formatCode="0.00">
                  <c:v>0</c:v>
                </c:pt>
                <c:pt idx="11456" formatCode="0.00">
                  <c:v>0</c:v>
                </c:pt>
                <c:pt idx="11457" formatCode="0.00">
                  <c:v>0</c:v>
                </c:pt>
                <c:pt idx="11458" formatCode="0.00">
                  <c:v>0</c:v>
                </c:pt>
                <c:pt idx="11459" formatCode="0.00">
                  <c:v>0</c:v>
                </c:pt>
                <c:pt idx="11460" formatCode="0.00">
                  <c:v>0</c:v>
                </c:pt>
                <c:pt idx="11461" formatCode="0.00">
                  <c:v>0</c:v>
                </c:pt>
                <c:pt idx="11462" formatCode="0.00">
                  <c:v>0</c:v>
                </c:pt>
                <c:pt idx="11463" formatCode="0.00">
                  <c:v>0</c:v>
                </c:pt>
                <c:pt idx="11464" formatCode="0.00">
                  <c:v>0</c:v>
                </c:pt>
                <c:pt idx="11465" formatCode="0.00">
                  <c:v>0</c:v>
                </c:pt>
                <c:pt idx="11466" formatCode="0.00">
                  <c:v>0</c:v>
                </c:pt>
                <c:pt idx="11467" formatCode="0.00">
                  <c:v>0</c:v>
                </c:pt>
                <c:pt idx="11468" formatCode="0.00">
                  <c:v>0</c:v>
                </c:pt>
                <c:pt idx="11469" formatCode="0.00">
                  <c:v>0</c:v>
                </c:pt>
                <c:pt idx="11470" formatCode="0.00">
                  <c:v>0</c:v>
                </c:pt>
                <c:pt idx="11471" formatCode="0.00">
                  <c:v>0</c:v>
                </c:pt>
                <c:pt idx="11472" formatCode="0.00">
                  <c:v>0</c:v>
                </c:pt>
                <c:pt idx="11473" formatCode="0.00">
                  <c:v>0</c:v>
                </c:pt>
                <c:pt idx="11474" formatCode="0.00">
                  <c:v>0</c:v>
                </c:pt>
                <c:pt idx="11475" formatCode="0.00">
                  <c:v>0</c:v>
                </c:pt>
                <c:pt idx="11476" formatCode="0.00">
                  <c:v>0</c:v>
                </c:pt>
                <c:pt idx="11477" formatCode="0.00">
                  <c:v>0</c:v>
                </c:pt>
                <c:pt idx="11478" formatCode="0.00">
                  <c:v>0</c:v>
                </c:pt>
                <c:pt idx="11479" formatCode="0.00">
                  <c:v>0</c:v>
                </c:pt>
                <c:pt idx="11480" formatCode="0.00">
                  <c:v>0</c:v>
                </c:pt>
                <c:pt idx="11481" formatCode="0.00">
                  <c:v>0</c:v>
                </c:pt>
                <c:pt idx="11482" formatCode="0.00">
                  <c:v>0</c:v>
                </c:pt>
                <c:pt idx="11483" formatCode="0.00">
                  <c:v>0</c:v>
                </c:pt>
                <c:pt idx="11484" formatCode="0.00">
                  <c:v>0</c:v>
                </c:pt>
                <c:pt idx="11485" formatCode="0.00">
                  <c:v>0</c:v>
                </c:pt>
                <c:pt idx="11486" formatCode="0.00">
                  <c:v>0</c:v>
                </c:pt>
                <c:pt idx="11487" formatCode="0.00">
                  <c:v>0</c:v>
                </c:pt>
                <c:pt idx="11488" formatCode="0.00">
                  <c:v>0</c:v>
                </c:pt>
                <c:pt idx="11489" formatCode="0.00">
                  <c:v>0</c:v>
                </c:pt>
                <c:pt idx="11490" formatCode="0.00">
                  <c:v>0</c:v>
                </c:pt>
                <c:pt idx="11491" formatCode="0.00">
                  <c:v>0</c:v>
                </c:pt>
                <c:pt idx="11492" formatCode="0.00">
                  <c:v>0</c:v>
                </c:pt>
                <c:pt idx="11493" formatCode="0.00">
                  <c:v>0</c:v>
                </c:pt>
                <c:pt idx="11494" formatCode="0.00">
                  <c:v>0</c:v>
                </c:pt>
                <c:pt idx="11495" formatCode="0.00">
                  <c:v>0</c:v>
                </c:pt>
                <c:pt idx="11496" formatCode="0.00">
                  <c:v>0</c:v>
                </c:pt>
                <c:pt idx="11497" formatCode="0.00">
                  <c:v>0</c:v>
                </c:pt>
                <c:pt idx="11498" formatCode="0.00">
                  <c:v>0</c:v>
                </c:pt>
                <c:pt idx="11499" formatCode="0.00">
                  <c:v>0</c:v>
                </c:pt>
                <c:pt idx="11500" formatCode="0.00">
                  <c:v>0</c:v>
                </c:pt>
                <c:pt idx="11501" formatCode="0.00">
                  <c:v>0</c:v>
                </c:pt>
                <c:pt idx="11502" formatCode="0.00">
                  <c:v>0</c:v>
                </c:pt>
                <c:pt idx="11503" formatCode="0.00">
                  <c:v>0</c:v>
                </c:pt>
                <c:pt idx="11504" formatCode="0.00">
                  <c:v>0</c:v>
                </c:pt>
                <c:pt idx="11505" formatCode="0.00">
                  <c:v>0</c:v>
                </c:pt>
                <c:pt idx="11506" formatCode="0.00">
                  <c:v>0</c:v>
                </c:pt>
                <c:pt idx="11507" formatCode="0.00">
                  <c:v>0</c:v>
                </c:pt>
                <c:pt idx="11508" formatCode="0.00">
                  <c:v>0</c:v>
                </c:pt>
                <c:pt idx="11509" formatCode="0.00">
                  <c:v>0</c:v>
                </c:pt>
                <c:pt idx="11510" formatCode="0.00">
                  <c:v>0</c:v>
                </c:pt>
                <c:pt idx="11511" formatCode="0.00">
                  <c:v>0</c:v>
                </c:pt>
                <c:pt idx="11512" formatCode="0.00">
                  <c:v>0</c:v>
                </c:pt>
                <c:pt idx="11513" formatCode="0.00">
                  <c:v>0</c:v>
                </c:pt>
                <c:pt idx="11514" formatCode="0.00">
                  <c:v>0</c:v>
                </c:pt>
                <c:pt idx="11515" formatCode="0.00">
                  <c:v>0</c:v>
                </c:pt>
                <c:pt idx="11516" formatCode="0.00">
                  <c:v>0</c:v>
                </c:pt>
                <c:pt idx="11517" formatCode="0.00">
                  <c:v>0</c:v>
                </c:pt>
                <c:pt idx="11518" formatCode="0.00">
                  <c:v>0</c:v>
                </c:pt>
                <c:pt idx="11519" formatCode="0.00">
                  <c:v>0</c:v>
                </c:pt>
                <c:pt idx="11520" formatCode="0.00">
                  <c:v>0</c:v>
                </c:pt>
                <c:pt idx="11521" formatCode="0.00">
                  <c:v>0</c:v>
                </c:pt>
                <c:pt idx="11522" formatCode="0.00">
                  <c:v>0</c:v>
                </c:pt>
                <c:pt idx="11523" formatCode="0.00">
                  <c:v>0</c:v>
                </c:pt>
                <c:pt idx="11524" formatCode="0.00">
                  <c:v>0</c:v>
                </c:pt>
                <c:pt idx="11525" formatCode="0.00">
                  <c:v>0</c:v>
                </c:pt>
                <c:pt idx="11526" formatCode="0.00">
                  <c:v>0</c:v>
                </c:pt>
                <c:pt idx="11527" formatCode="0.00">
                  <c:v>0</c:v>
                </c:pt>
                <c:pt idx="11528" formatCode="0.00">
                  <c:v>0</c:v>
                </c:pt>
                <c:pt idx="11529" formatCode="0.00">
                  <c:v>0</c:v>
                </c:pt>
                <c:pt idx="11530" formatCode="0.00">
                  <c:v>0</c:v>
                </c:pt>
                <c:pt idx="11531" formatCode="0.00">
                  <c:v>0</c:v>
                </c:pt>
                <c:pt idx="11532" formatCode="0.00">
                  <c:v>0</c:v>
                </c:pt>
                <c:pt idx="11533" formatCode="0.00">
                  <c:v>0</c:v>
                </c:pt>
                <c:pt idx="11534" formatCode="0.00">
                  <c:v>0</c:v>
                </c:pt>
                <c:pt idx="11535" formatCode="0.00">
                  <c:v>0</c:v>
                </c:pt>
                <c:pt idx="11536" formatCode="0.00">
                  <c:v>0</c:v>
                </c:pt>
                <c:pt idx="11537" formatCode="0.00">
                  <c:v>0</c:v>
                </c:pt>
                <c:pt idx="11538" formatCode="0.00">
                  <c:v>0</c:v>
                </c:pt>
                <c:pt idx="11539" formatCode="0.00">
                  <c:v>0</c:v>
                </c:pt>
                <c:pt idx="11540" formatCode="0.00">
                  <c:v>0</c:v>
                </c:pt>
                <c:pt idx="11541" formatCode="0.00">
                  <c:v>0</c:v>
                </c:pt>
                <c:pt idx="11542" formatCode="0.00">
                  <c:v>0</c:v>
                </c:pt>
                <c:pt idx="11543" formatCode="0.00">
                  <c:v>0</c:v>
                </c:pt>
                <c:pt idx="11544" formatCode="0.00">
                  <c:v>0</c:v>
                </c:pt>
                <c:pt idx="11545" formatCode="0.00">
                  <c:v>0</c:v>
                </c:pt>
                <c:pt idx="11546" formatCode="0.00">
                  <c:v>0</c:v>
                </c:pt>
                <c:pt idx="11547" formatCode="0.00">
                  <c:v>0</c:v>
                </c:pt>
                <c:pt idx="11548" formatCode="0.00">
                  <c:v>0</c:v>
                </c:pt>
                <c:pt idx="11549" formatCode="0.00">
                  <c:v>0</c:v>
                </c:pt>
                <c:pt idx="11550" formatCode="0.00">
                  <c:v>0</c:v>
                </c:pt>
                <c:pt idx="11551" formatCode="0.00">
                  <c:v>0</c:v>
                </c:pt>
                <c:pt idx="11552" formatCode="0.00">
                  <c:v>0</c:v>
                </c:pt>
                <c:pt idx="11553" formatCode="0.00">
                  <c:v>0</c:v>
                </c:pt>
                <c:pt idx="11554" formatCode="0.00">
                  <c:v>0</c:v>
                </c:pt>
                <c:pt idx="11555" formatCode="0.00">
                  <c:v>0</c:v>
                </c:pt>
                <c:pt idx="11556" formatCode="0.00">
                  <c:v>0</c:v>
                </c:pt>
                <c:pt idx="11557" formatCode="0.00">
                  <c:v>0</c:v>
                </c:pt>
                <c:pt idx="11558" formatCode="0.00">
                  <c:v>0</c:v>
                </c:pt>
                <c:pt idx="11559" formatCode="0.00">
                  <c:v>0</c:v>
                </c:pt>
                <c:pt idx="11560" formatCode="0.00">
                  <c:v>0</c:v>
                </c:pt>
                <c:pt idx="11561" formatCode="0.00">
                  <c:v>0</c:v>
                </c:pt>
                <c:pt idx="11562" formatCode="0.00">
                  <c:v>0</c:v>
                </c:pt>
                <c:pt idx="11563" formatCode="0.00">
                  <c:v>0</c:v>
                </c:pt>
                <c:pt idx="11564" formatCode="0.00">
                  <c:v>0</c:v>
                </c:pt>
                <c:pt idx="11565" formatCode="0.00">
                  <c:v>0</c:v>
                </c:pt>
                <c:pt idx="11566" formatCode="0.00">
                  <c:v>0</c:v>
                </c:pt>
                <c:pt idx="11567" formatCode="0.00">
                  <c:v>0</c:v>
                </c:pt>
                <c:pt idx="11568" formatCode="0.00">
                  <c:v>0</c:v>
                </c:pt>
                <c:pt idx="11569" formatCode="0.00">
                  <c:v>0</c:v>
                </c:pt>
                <c:pt idx="11570" formatCode="0.00">
                  <c:v>0</c:v>
                </c:pt>
                <c:pt idx="11571" formatCode="0.00">
                  <c:v>0</c:v>
                </c:pt>
                <c:pt idx="11572" formatCode="0.00">
                  <c:v>0</c:v>
                </c:pt>
                <c:pt idx="11573" formatCode="0.00">
                  <c:v>0</c:v>
                </c:pt>
                <c:pt idx="11574" formatCode="0.00">
                  <c:v>0</c:v>
                </c:pt>
                <c:pt idx="11575" formatCode="0.00">
                  <c:v>0</c:v>
                </c:pt>
                <c:pt idx="11576" formatCode="0.00">
                  <c:v>0</c:v>
                </c:pt>
                <c:pt idx="11577" formatCode="0.00">
                  <c:v>0</c:v>
                </c:pt>
                <c:pt idx="11578" formatCode="0.00">
                  <c:v>0</c:v>
                </c:pt>
                <c:pt idx="11579" formatCode="0.00">
                  <c:v>0</c:v>
                </c:pt>
                <c:pt idx="11580" formatCode="0.00">
                  <c:v>0</c:v>
                </c:pt>
                <c:pt idx="11581" formatCode="0.00">
                  <c:v>0</c:v>
                </c:pt>
                <c:pt idx="11582" formatCode="0.00">
                  <c:v>0</c:v>
                </c:pt>
                <c:pt idx="11583" formatCode="0.00">
                  <c:v>0</c:v>
                </c:pt>
                <c:pt idx="11584" formatCode="0.00">
                  <c:v>0</c:v>
                </c:pt>
                <c:pt idx="11585" formatCode="0.00">
                  <c:v>0</c:v>
                </c:pt>
                <c:pt idx="11586" formatCode="0.00">
                  <c:v>0</c:v>
                </c:pt>
                <c:pt idx="11587" formatCode="0.00">
                  <c:v>0</c:v>
                </c:pt>
                <c:pt idx="11588" formatCode="0.00">
                  <c:v>0</c:v>
                </c:pt>
                <c:pt idx="11589" formatCode="0.00">
                  <c:v>0</c:v>
                </c:pt>
                <c:pt idx="11590" formatCode="0.00">
                  <c:v>0</c:v>
                </c:pt>
                <c:pt idx="11591" formatCode="0.00">
                  <c:v>0</c:v>
                </c:pt>
                <c:pt idx="11592" formatCode="0.00">
                  <c:v>0</c:v>
                </c:pt>
                <c:pt idx="11593" formatCode="0.00">
                  <c:v>0</c:v>
                </c:pt>
                <c:pt idx="11594" formatCode="0.00">
                  <c:v>0</c:v>
                </c:pt>
                <c:pt idx="11595" formatCode="0.00">
                  <c:v>0</c:v>
                </c:pt>
                <c:pt idx="11596" formatCode="0.00">
                  <c:v>0</c:v>
                </c:pt>
                <c:pt idx="11597" formatCode="0.00">
                  <c:v>0</c:v>
                </c:pt>
                <c:pt idx="11598" formatCode="0.00">
                  <c:v>0</c:v>
                </c:pt>
                <c:pt idx="11599" formatCode="0.00">
                  <c:v>0</c:v>
                </c:pt>
                <c:pt idx="11600" formatCode="0.00">
                  <c:v>0</c:v>
                </c:pt>
                <c:pt idx="11601" formatCode="0.00">
                  <c:v>0</c:v>
                </c:pt>
                <c:pt idx="11602" formatCode="0.00">
                  <c:v>0</c:v>
                </c:pt>
                <c:pt idx="11603" formatCode="0.00">
                  <c:v>0</c:v>
                </c:pt>
                <c:pt idx="11604" formatCode="0.00">
                  <c:v>0</c:v>
                </c:pt>
                <c:pt idx="11605" formatCode="0.00">
                  <c:v>0</c:v>
                </c:pt>
                <c:pt idx="11606" formatCode="0.00">
                  <c:v>0</c:v>
                </c:pt>
                <c:pt idx="11607" formatCode="0.00">
                  <c:v>0</c:v>
                </c:pt>
                <c:pt idx="11608" formatCode="0.00">
                  <c:v>0</c:v>
                </c:pt>
                <c:pt idx="11609" formatCode="0.00">
                  <c:v>0</c:v>
                </c:pt>
                <c:pt idx="11610" formatCode="0.00">
                  <c:v>0</c:v>
                </c:pt>
                <c:pt idx="11611" formatCode="0.00">
                  <c:v>0</c:v>
                </c:pt>
                <c:pt idx="11612" formatCode="0.00">
                  <c:v>0</c:v>
                </c:pt>
                <c:pt idx="11613" formatCode="0.00">
                  <c:v>0</c:v>
                </c:pt>
                <c:pt idx="11614" formatCode="0.00">
                  <c:v>0</c:v>
                </c:pt>
                <c:pt idx="11615" formatCode="0.00">
                  <c:v>0</c:v>
                </c:pt>
                <c:pt idx="11616" formatCode="0.00">
                  <c:v>0</c:v>
                </c:pt>
                <c:pt idx="11617" formatCode="0.00">
                  <c:v>0</c:v>
                </c:pt>
                <c:pt idx="11618" formatCode="0.00">
                  <c:v>0</c:v>
                </c:pt>
                <c:pt idx="11619" formatCode="0.00">
                  <c:v>0</c:v>
                </c:pt>
                <c:pt idx="11620">
                  <c:v>22.63</c:v>
                </c:pt>
                <c:pt idx="11621">
                  <c:v>22.25</c:v>
                </c:pt>
                <c:pt idx="11622">
                  <c:v>22.13</c:v>
                </c:pt>
                <c:pt idx="11623">
                  <c:v>21.5</c:v>
                </c:pt>
                <c:pt idx="11624">
                  <c:v>20.75</c:v>
                </c:pt>
                <c:pt idx="11625">
                  <c:v>20.63</c:v>
                </c:pt>
                <c:pt idx="11626">
                  <c:v>20</c:v>
                </c:pt>
                <c:pt idx="11627">
                  <c:v>19</c:v>
                </c:pt>
                <c:pt idx="11628">
                  <c:v>17.63</c:v>
                </c:pt>
                <c:pt idx="11629">
                  <c:v>14.25</c:v>
                </c:pt>
                <c:pt idx="11630">
                  <c:v>10.75</c:v>
                </c:pt>
                <c:pt idx="11631">
                  <c:v>5</c:v>
                </c:pt>
                <c:pt idx="11632">
                  <c:v>29</c:v>
                </c:pt>
                <c:pt idx="11633">
                  <c:v>56</c:v>
                </c:pt>
                <c:pt idx="11634">
                  <c:v>57.63</c:v>
                </c:pt>
                <c:pt idx="11635">
                  <c:v>58.75</c:v>
                </c:pt>
                <c:pt idx="11636">
                  <c:v>59.75</c:v>
                </c:pt>
                <c:pt idx="11637">
                  <c:v>61.63</c:v>
                </c:pt>
                <c:pt idx="11638">
                  <c:v>62.38</c:v>
                </c:pt>
                <c:pt idx="11639">
                  <c:v>62.88</c:v>
                </c:pt>
                <c:pt idx="11640">
                  <c:v>63.38</c:v>
                </c:pt>
                <c:pt idx="11641">
                  <c:v>63.38</c:v>
                </c:pt>
                <c:pt idx="11642">
                  <c:v>63.63</c:v>
                </c:pt>
                <c:pt idx="11643">
                  <c:v>63.88</c:v>
                </c:pt>
                <c:pt idx="11644">
                  <c:v>64.25</c:v>
                </c:pt>
                <c:pt idx="11645">
                  <c:v>64.38</c:v>
                </c:pt>
                <c:pt idx="11646">
                  <c:v>64.63</c:v>
                </c:pt>
                <c:pt idx="11647">
                  <c:v>64.75</c:v>
                </c:pt>
                <c:pt idx="11648">
                  <c:v>65</c:v>
                </c:pt>
                <c:pt idx="11649">
                  <c:v>64.88</c:v>
                </c:pt>
                <c:pt idx="11650">
                  <c:v>65.13</c:v>
                </c:pt>
                <c:pt idx="11651">
                  <c:v>65</c:v>
                </c:pt>
                <c:pt idx="11652">
                  <c:v>65</c:v>
                </c:pt>
                <c:pt idx="11653">
                  <c:v>71.5</c:v>
                </c:pt>
                <c:pt idx="11654">
                  <c:v>71.88</c:v>
                </c:pt>
                <c:pt idx="11655">
                  <c:v>72.13</c:v>
                </c:pt>
                <c:pt idx="11656">
                  <c:v>72.5</c:v>
                </c:pt>
                <c:pt idx="11657">
                  <c:v>47.63</c:v>
                </c:pt>
                <c:pt idx="11658" formatCode="0.00">
                  <c:v>0</c:v>
                </c:pt>
                <c:pt idx="11659" formatCode="0.00">
                  <c:v>0</c:v>
                </c:pt>
                <c:pt idx="11660" formatCode="0.00">
                  <c:v>0</c:v>
                </c:pt>
                <c:pt idx="11661" formatCode="0.00">
                  <c:v>0</c:v>
                </c:pt>
                <c:pt idx="11662" formatCode="0.00">
                  <c:v>0</c:v>
                </c:pt>
                <c:pt idx="11663">
                  <c:v>12.5</c:v>
                </c:pt>
                <c:pt idx="11664">
                  <c:v>25</c:v>
                </c:pt>
                <c:pt idx="11665">
                  <c:v>25</c:v>
                </c:pt>
                <c:pt idx="11666">
                  <c:v>25</c:v>
                </c:pt>
                <c:pt idx="11667">
                  <c:v>25</c:v>
                </c:pt>
                <c:pt idx="11668">
                  <c:v>25</c:v>
                </c:pt>
                <c:pt idx="11669">
                  <c:v>25</c:v>
                </c:pt>
                <c:pt idx="11670">
                  <c:v>25</c:v>
                </c:pt>
                <c:pt idx="11671">
                  <c:v>25</c:v>
                </c:pt>
                <c:pt idx="11672">
                  <c:v>25</c:v>
                </c:pt>
                <c:pt idx="11673">
                  <c:v>25</c:v>
                </c:pt>
                <c:pt idx="11674">
                  <c:v>25</c:v>
                </c:pt>
                <c:pt idx="11675">
                  <c:v>25</c:v>
                </c:pt>
                <c:pt idx="11676">
                  <c:v>25</c:v>
                </c:pt>
                <c:pt idx="11677">
                  <c:v>25</c:v>
                </c:pt>
                <c:pt idx="11678">
                  <c:v>25</c:v>
                </c:pt>
                <c:pt idx="11679">
                  <c:v>25</c:v>
                </c:pt>
                <c:pt idx="11680">
                  <c:v>25</c:v>
                </c:pt>
                <c:pt idx="11681">
                  <c:v>25</c:v>
                </c:pt>
                <c:pt idx="11682">
                  <c:v>25</c:v>
                </c:pt>
                <c:pt idx="11683">
                  <c:v>25</c:v>
                </c:pt>
                <c:pt idx="11684">
                  <c:v>25</c:v>
                </c:pt>
                <c:pt idx="11685">
                  <c:v>25</c:v>
                </c:pt>
                <c:pt idx="11686">
                  <c:v>25</c:v>
                </c:pt>
                <c:pt idx="11687">
                  <c:v>25</c:v>
                </c:pt>
                <c:pt idx="11688">
                  <c:v>12.5</c:v>
                </c:pt>
                <c:pt idx="11689" formatCode="0.00">
                  <c:v>0</c:v>
                </c:pt>
                <c:pt idx="11690" formatCode="0.00">
                  <c:v>0</c:v>
                </c:pt>
                <c:pt idx="11691" formatCode="0.00">
                  <c:v>0</c:v>
                </c:pt>
                <c:pt idx="11692" formatCode="0.00">
                  <c:v>0</c:v>
                </c:pt>
                <c:pt idx="11693" formatCode="0.00">
                  <c:v>0</c:v>
                </c:pt>
                <c:pt idx="11694" formatCode="0.00">
                  <c:v>0</c:v>
                </c:pt>
                <c:pt idx="11695" formatCode="0.00">
                  <c:v>0</c:v>
                </c:pt>
                <c:pt idx="11696" formatCode="0.00">
                  <c:v>0</c:v>
                </c:pt>
                <c:pt idx="11697" formatCode="0.00">
                  <c:v>0</c:v>
                </c:pt>
                <c:pt idx="11698" formatCode="0.00">
                  <c:v>0</c:v>
                </c:pt>
                <c:pt idx="11699" formatCode="0.00">
                  <c:v>0</c:v>
                </c:pt>
                <c:pt idx="11700" formatCode="0.00">
                  <c:v>0</c:v>
                </c:pt>
                <c:pt idx="11701" formatCode="0.00">
                  <c:v>0</c:v>
                </c:pt>
                <c:pt idx="11702" formatCode="0.00">
                  <c:v>0</c:v>
                </c:pt>
                <c:pt idx="11703" formatCode="0.00">
                  <c:v>0</c:v>
                </c:pt>
                <c:pt idx="11704" formatCode="0.00">
                  <c:v>0</c:v>
                </c:pt>
                <c:pt idx="11705" formatCode="0.00">
                  <c:v>0</c:v>
                </c:pt>
                <c:pt idx="11706" formatCode="0.00">
                  <c:v>0</c:v>
                </c:pt>
                <c:pt idx="11707" formatCode="0.00">
                  <c:v>0</c:v>
                </c:pt>
                <c:pt idx="11708" formatCode="0.00">
                  <c:v>0</c:v>
                </c:pt>
                <c:pt idx="11709" formatCode="0.00">
                  <c:v>0</c:v>
                </c:pt>
                <c:pt idx="11710" formatCode="0.00">
                  <c:v>0</c:v>
                </c:pt>
                <c:pt idx="11711" formatCode="0.00">
                  <c:v>0</c:v>
                </c:pt>
                <c:pt idx="11712" formatCode="0.00">
                  <c:v>0</c:v>
                </c:pt>
                <c:pt idx="11713" formatCode="0.00">
                  <c:v>0</c:v>
                </c:pt>
                <c:pt idx="11714" formatCode="0.00">
                  <c:v>0</c:v>
                </c:pt>
                <c:pt idx="11715" formatCode="0.00">
                  <c:v>0</c:v>
                </c:pt>
                <c:pt idx="11716" formatCode="0.00">
                  <c:v>0</c:v>
                </c:pt>
                <c:pt idx="11717" formatCode="0.00">
                  <c:v>0</c:v>
                </c:pt>
                <c:pt idx="11718" formatCode="0.00">
                  <c:v>0</c:v>
                </c:pt>
                <c:pt idx="11719" formatCode="0.00">
                  <c:v>0</c:v>
                </c:pt>
                <c:pt idx="11720" formatCode="0.00">
                  <c:v>0</c:v>
                </c:pt>
                <c:pt idx="11721" formatCode="0.00">
                  <c:v>0</c:v>
                </c:pt>
                <c:pt idx="11722" formatCode="0.00">
                  <c:v>0</c:v>
                </c:pt>
                <c:pt idx="11723" formatCode="0.00">
                  <c:v>0</c:v>
                </c:pt>
                <c:pt idx="11724" formatCode="0.00">
                  <c:v>0</c:v>
                </c:pt>
                <c:pt idx="11725" formatCode="0.00">
                  <c:v>0</c:v>
                </c:pt>
                <c:pt idx="11726" formatCode="0.00">
                  <c:v>0</c:v>
                </c:pt>
                <c:pt idx="11727" formatCode="0.00">
                  <c:v>0</c:v>
                </c:pt>
                <c:pt idx="11728" formatCode="0.00">
                  <c:v>0</c:v>
                </c:pt>
                <c:pt idx="11729" formatCode="0.00">
                  <c:v>0</c:v>
                </c:pt>
                <c:pt idx="11730" formatCode="0.00">
                  <c:v>0</c:v>
                </c:pt>
                <c:pt idx="11731" formatCode="0.00">
                  <c:v>0</c:v>
                </c:pt>
                <c:pt idx="11732" formatCode="0.00">
                  <c:v>0</c:v>
                </c:pt>
                <c:pt idx="11733" formatCode="0.00">
                  <c:v>0</c:v>
                </c:pt>
                <c:pt idx="11734" formatCode="0.00">
                  <c:v>0</c:v>
                </c:pt>
                <c:pt idx="11735" formatCode="0.00">
                  <c:v>0</c:v>
                </c:pt>
                <c:pt idx="11736" formatCode="0.00">
                  <c:v>0</c:v>
                </c:pt>
                <c:pt idx="11737" formatCode="0.00">
                  <c:v>0</c:v>
                </c:pt>
                <c:pt idx="11738" formatCode="0.00">
                  <c:v>0</c:v>
                </c:pt>
                <c:pt idx="11739" formatCode="0.00">
                  <c:v>0</c:v>
                </c:pt>
                <c:pt idx="11740" formatCode="0.00">
                  <c:v>0</c:v>
                </c:pt>
                <c:pt idx="11741" formatCode="0.00">
                  <c:v>0</c:v>
                </c:pt>
                <c:pt idx="11742" formatCode="0.00">
                  <c:v>0</c:v>
                </c:pt>
                <c:pt idx="11743" formatCode="0.00">
                  <c:v>0</c:v>
                </c:pt>
                <c:pt idx="11744" formatCode="0.00">
                  <c:v>0</c:v>
                </c:pt>
                <c:pt idx="11745">
                  <c:v>12.5</c:v>
                </c:pt>
                <c:pt idx="11746">
                  <c:v>25</c:v>
                </c:pt>
                <c:pt idx="11747">
                  <c:v>25</c:v>
                </c:pt>
                <c:pt idx="11748">
                  <c:v>25</c:v>
                </c:pt>
                <c:pt idx="11749">
                  <c:v>25</c:v>
                </c:pt>
                <c:pt idx="11750">
                  <c:v>25</c:v>
                </c:pt>
                <c:pt idx="11751">
                  <c:v>25</c:v>
                </c:pt>
                <c:pt idx="11752">
                  <c:v>25</c:v>
                </c:pt>
                <c:pt idx="11753">
                  <c:v>25</c:v>
                </c:pt>
                <c:pt idx="11754">
                  <c:v>25</c:v>
                </c:pt>
                <c:pt idx="11755">
                  <c:v>25</c:v>
                </c:pt>
                <c:pt idx="11756">
                  <c:v>25</c:v>
                </c:pt>
                <c:pt idx="11757">
                  <c:v>25</c:v>
                </c:pt>
                <c:pt idx="11758">
                  <c:v>25</c:v>
                </c:pt>
                <c:pt idx="11759">
                  <c:v>25</c:v>
                </c:pt>
                <c:pt idx="11760">
                  <c:v>25</c:v>
                </c:pt>
                <c:pt idx="11761">
                  <c:v>25</c:v>
                </c:pt>
                <c:pt idx="11762">
                  <c:v>25</c:v>
                </c:pt>
                <c:pt idx="11763">
                  <c:v>25</c:v>
                </c:pt>
                <c:pt idx="11764">
                  <c:v>25</c:v>
                </c:pt>
                <c:pt idx="11765">
                  <c:v>25</c:v>
                </c:pt>
                <c:pt idx="11766">
                  <c:v>25</c:v>
                </c:pt>
                <c:pt idx="11767">
                  <c:v>25</c:v>
                </c:pt>
                <c:pt idx="11768">
                  <c:v>25</c:v>
                </c:pt>
                <c:pt idx="11769">
                  <c:v>25</c:v>
                </c:pt>
                <c:pt idx="11770">
                  <c:v>25</c:v>
                </c:pt>
                <c:pt idx="11771">
                  <c:v>25</c:v>
                </c:pt>
                <c:pt idx="11772">
                  <c:v>25</c:v>
                </c:pt>
                <c:pt idx="11773">
                  <c:v>25</c:v>
                </c:pt>
                <c:pt idx="11774">
                  <c:v>25</c:v>
                </c:pt>
                <c:pt idx="11775">
                  <c:v>25</c:v>
                </c:pt>
                <c:pt idx="11776">
                  <c:v>25</c:v>
                </c:pt>
                <c:pt idx="11777">
                  <c:v>25</c:v>
                </c:pt>
                <c:pt idx="11778">
                  <c:v>12.5</c:v>
                </c:pt>
                <c:pt idx="11779" formatCode="0.00">
                  <c:v>0</c:v>
                </c:pt>
                <c:pt idx="11780" formatCode="0.00">
                  <c:v>0</c:v>
                </c:pt>
                <c:pt idx="11781" formatCode="0.00">
                  <c:v>0</c:v>
                </c:pt>
                <c:pt idx="11782" formatCode="0.00">
                  <c:v>0</c:v>
                </c:pt>
                <c:pt idx="11783" formatCode="0.00">
                  <c:v>0</c:v>
                </c:pt>
                <c:pt idx="11784" formatCode="0.00">
                  <c:v>0</c:v>
                </c:pt>
                <c:pt idx="11785" formatCode="0.00">
                  <c:v>0</c:v>
                </c:pt>
                <c:pt idx="11786" formatCode="0.00">
                  <c:v>0</c:v>
                </c:pt>
                <c:pt idx="11787" formatCode="0.00">
                  <c:v>0</c:v>
                </c:pt>
                <c:pt idx="11788" formatCode="0.00">
                  <c:v>0</c:v>
                </c:pt>
                <c:pt idx="11789" formatCode="0.00">
                  <c:v>0</c:v>
                </c:pt>
                <c:pt idx="11790" formatCode="0.00">
                  <c:v>0</c:v>
                </c:pt>
                <c:pt idx="11791" formatCode="0.00">
                  <c:v>0</c:v>
                </c:pt>
                <c:pt idx="11792" formatCode="0.00">
                  <c:v>0</c:v>
                </c:pt>
                <c:pt idx="11793" formatCode="0.00">
                  <c:v>0</c:v>
                </c:pt>
                <c:pt idx="11794" formatCode="0.00">
                  <c:v>0</c:v>
                </c:pt>
                <c:pt idx="11795" formatCode="0.00">
                  <c:v>0</c:v>
                </c:pt>
                <c:pt idx="11796" formatCode="0.00">
                  <c:v>0</c:v>
                </c:pt>
                <c:pt idx="11797" formatCode="0.00">
                  <c:v>0</c:v>
                </c:pt>
                <c:pt idx="11798" formatCode="0.00">
                  <c:v>0</c:v>
                </c:pt>
                <c:pt idx="11799" formatCode="0.00">
                  <c:v>0</c:v>
                </c:pt>
                <c:pt idx="11800" formatCode="0.00">
                  <c:v>0</c:v>
                </c:pt>
                <c:pt idx="11801" formatCode="0.00">
                  <c:v>0</c:v>
                </c:pt>
                <c:pt idx="11802" formatCode="0.00">
                  <c:v>0</c:v>
                </c:pt>
                <c:pt idx="11803" formatCode="0.00">
                  <c:v>0</c:v>
                </c:pt>
                <c:pt idx="11804" formatCode="0.00">
                  <c:v>0</c:v>
                </c:pt>
                <c:pt idx="11805" formatCode="0.00">
                  <c:v>0</c:v>
                </c:pt>
                <c:pt idx="11806" formatCode="0.00">
                  <c:v>0</c:v>
                </c:pt>
                <c:pt idx="11807" formatCode="0.00">
                  <c:v>0</c:v>
                </c:pt>
                <c:pt idx="11808" formatCode="0.00">
                  <c:v>0</c:v>
                </c:pt>
                <c:pt idx="11809" formatCode="0.00">
                  <c:v>0</c:v>
                </c:pt>
                <c:pt idx="11810" formatCode="0.00">
                  <c:v>0</c:v>
                </c:pt>
                <c:pt idx="11811" formatCode="0.00">
                  <c:v>0</c:v>
                </c:pt>
                <c:pt idx="11812" formatCode="0.00">
                  <c:v>0</c:v>
                </c:pt>
                <c:pt idx="11813" formatCode="0.00">
                  <c:v>0</c:v>
                </c:pt>
                <c:pt idx="11814" formatCode="0.00">
                  <c:v>0</c:v>
                </c:pt>
                <c:pt idx="11815" formatCode="0.00">
                  <c:v>0</c:v>
                </c:pt>
                <c:pt idx="11816" formatCode="0.00">
                  <c:v>0</c:v>
                </c:pt>
                <c:pt idx="11817" formatCode="0.00">
                  <c:v>0</c:v>
                </c:pt>
                <c:pt idx="11818" formatCode="0.00">
                  <c:v>0</c:v>
                </c:pt>
                <c:pt idx="11819" formatCode="0.00">
                  <c:v>0</c:v>
                </c:pt>
                <c:pt idx="11820" formatCode="0.00">
                  <c:v>0</c:v>
                </c:pt>
                <c:pt idx="11821" formatCode="0.00">
                  <c:v>0</c:v>
                </c:pt>
                <c:pt idx="11822" formatCode="0.00">
                  <c:v>0</c:v>
                </c:pt>
                <c:pt idx="11823" formatCode="0.00">
                  <c:v>0</c:v>
                </c:pt>
                <c:pt idx="11824" formatCode="0.00">
                  <c:v>0</c:v>
                </c:pt>
                <c:pt idx="11825" formatCode="0.00">
                  <c:v>0</c:v>
                </c:pt>
                <c:pt idx="11826">
                  <c:v>125</c:v>
                </c:pt>
                <c:pt idx="11827">
                  <c:v>125</c:v>
                </c:pt>
                <c:pt idx="11828">
                  <c:v>125</c:v>
                </c:pt>
                <c:pt idx="11829">
                  <c:v>125</c:v>
                </c:pt>
                <c:pt idx="11830">
                  <c:v>125</c:v>
                </c:pt>
                <c:pt idx="11831">
                  <c:v>125</c:v>
                </c:pt>
                <c:pt idx="11832">
                  <c:v>125</c:v>
                </c:pt>
                <c:pt idx="11833">
                  <c:v>125</c:v>
                </c:pt>
                <c:pt idx="11834">
                  <c:v>125</c:v>
                </c:pt>
                <c:pt idx="11835">
                  <c:v>125</c:v>
                </c:pt>
                <c:pt idx="11836">
                  <c:v>125</c:v>
                </c:pt>
                <c:pt idx="11837">
                  <c:v>125</c:v>
                </c:pt>
                <c:pt idx="11838">
                  <c:v>125</c:v>
                </c:pt>
                <c:pt idx="11839">
                  <c:v>125</c:v>
                </c:pt>
                <c:pt idx="11840">
                  <c:v>125</c:v>
                </c:pt>
                <c:pt idx="11841">
                  <c:v>125</c:v>
                </c:pt>
                <c:pt idx="11842">
                  <c:v>125</c:v>
                </c:pt>
                <c:pt idx="11843">
                  <c:v>125</c:v>
                </c:pt>
                <c:pt idx="11844">
                  <c:v>125</c:v>
                </c:pt>
                <c:pt idx="11845">
                  <c:v>125</c:v>
                </c:pt>
                <c:pt idx="11846">
                  <c:v>125</c:v>
                </c:pt>
                <c:pt idx="11847">
                  <c:v>125</c:v>
                </c:pt>
                <c:pt idx="11848">
                  <c:v>125</c:v>
                </c:pt>
                <c:pt idx="11849">
                  <c:v>125</c:v>
                </c:pt>
                <c:pt idx="11850">
                  <c:v>125</c:v>
                </c:pt>
                <c:pt idx="11851">
                  <c:v>125</c:v>
                </c:pt>
                <c:pt idx="11852">
                  <c:v>125</c:v>
                </c:pt>
                <c:pt idx="11853">
                  <c:v>125</c:v>
                </c:pt>
                <c:pt idx="11854">
                  <c:v>125</c:v>
                </c:pt>
                <c:pt idx="11855">
                  <c:v>125</c:v>
                </c:pt>
                <c:pt idx="11856">
                  <c:v>125</c:v>
                </c:pt>
                <c:pt idx="11857">
                  <c:v>125</c:v>
                </c:pt>
                <c:pt idx="11858">
                  <c:v>125</c:v>
                </c:pt>
                <c:pt idx="11859">
                  <c:v>125</c:v>
                </c:pt>
                <c:pt idx="11860">
                  <c:v>87.5</c:v>
                </c:pt>
                <c:pt idx="11861">
                  <c:v>75</c:v>
                </c:pt>
                <c:pt idx="11862" formatCode="0.00">
                  <c:v>0</c:v>
                </c:pt>
                <c:pt idx="11863" formatCode="0.00">
                  <c:v>0</c:v>
                </c:pt>
                <c:pt idx="11864" formatCode="0.00">
                  <c:v>0</c:v>
                </c:pt>
                <c:pt idx="11865" formatCode="0.00">
                  <c:v>0</c:v>
                </c:pt>
                <c:pt idx="11866" formatCode="0.00">
                  <c:v>0</c:v>
                </c:pt>
                <c:pt idx="11867" formatCode="0.00">
                  <c:v>0</c:v>
                </c:pt>
                <c:pt idx="11868" formatCode="0.00">
                  <c:v>0</c:v>
                </c:pt>
                <c:pt idx="11869" formatCode="0.00">
                  <c:v>0</c:v>
                </c:pt>
                <c:pt idx="11870">
                  <c:v>125</c:v>
                </c:pt>
                <c:pt idx="11871">
                  <c:v>125</c:v>
                </c:pt>
                <c:pt idx="11872">
                  <c:v>125</c:v>
                </c:pt>
                <c:pt idx="11873">
                  <c:v>125</c:v>
                </c:pt>
                <c:pt idx="11874">
                  <c:v>125</c:v>
                </c:pt>
                <c:pt idx="11875">
                  <c:v>125</c:v>
                </c:pt>
                <c:pt idx="11876">
                  <c:v>125</c:v>
                </c:pt>
                <c:pt idx="11877">
                  <c:v>125</c:v>
                </c:pt>
                <c:pt idx="11878">
                  <c:v>125</c:v>
                </c:pt>
                <c:pt idx="11879">
                  <c:v>125</c:v>
                </c:pt>
                <c:pt idx="11880">
                  <c:v>125</c:v>
                </c:pt>
                <c:pt idx="11881">
                  <c:v>125</c:v>
                </c:pt>
                <c:pt idx="11882">
                  <c:v>125</c:v>
                </c:pt>
                <c:pt idx="11883">
                  <c:v>125</c:v>
                </c:pt>
                <c:pt idx="11884">
                  <c:v>125</c:v>
                </c:pt>
                <c:pt idx="11885">
                  <c:v>125</c:v>
                </c:pt>
                <c:pt idx="11886">
                  <c:v>125</c:v>
                </c:pt>
                <c:pt idx="11887">
                  <c:v>125</c:v>
                </c:pt>
                <c:pt idx="11888">
                  <c:v>125</c:v>
                </c:pt>
                <c:pt idx="11889">
                  <c:v>125</c:v>
                </c:pt>
                <c:pt idx="11890">
                  <c:v>125</c:v>
                </c:pt>
                <c:pt idx="11891">
                  <c:v>125</c:v>
                </c:pt>
                <c:pt idx="11892">
                  <c:v>125</c:v>
                </c:pt>
                <c:pt idx="11893">
                  <c:v>125</c:v>
                </c:pt>
                <c:pt idx="11894">
                  <c:v>125</c:v>
                </c:pt>
                <c:pt idx="11895">
                  <c:v>125</c:v>
                </c:pt>
                <c:pt idx="11896">
                  <c:v>125</c:v>
                </c:pt>
                <c:pt idx="11897">
                  <c:v>125</c:v>
                </c:pt>
                <c:pt idx="11898">
                  <c:v>125</c:v>
                </c:pt>
                <c:pt idx="11899">
                  <c:v>125</c:v>
                </c:pt>
                <c:pt idx="11900">
                  <c:v>125</c:v>
                </c:pt>
                <c:pt idx="11901">
                  <c:v>125</c:v>
                </c:pt>
                <c:pt idx="11902">
                  <c:v>125</c:v>
                </c:pt>
                <c:pt idx="11903">
                  <c:v>125</c:v>
                </c:pt>
                <c:pt idx="11904">
                  <c:v>124.5</c:v>
                </c:pt>
                <c:pt idx="11905">
                  <c:v>102.25</c:v>
                </c:pt>
                <c:pt idx="11906" formatCode="0.00">
                  <c:v>0</c:v>
                </c:pt>
                <c:pt idx="11907" formatCode="0.00">
                  <c:v>0</c:v>
                </c:pt>
                <c:pt idx="11908" formatCode="0.00">
                  <c:v>0</c:v>
                </c:pt>
                <c:pt idx="11909" formatCode="0.00">
                  <c:v>0</c:v>
                </c:pt>
                <c:pt idx="11910" formatCode="0.00">
                  <c:v>0</c:v>
                </c:pt>
                <c:pt idx="11911" formatCode="0.00">
                  <c:v>0</c:v>
                </c:pt>
                <c:pt idx="11912" formatCode="0.00">
                  <c:v>0</c:v>
                </c:pt>
                <c:pt idx="11913" formatCode="0.00">
                  <c:v>0</c:v>
                </c:pt>
                <c:pt idx="11914">
                  <c:v>125</c:v>
                </c:pt>
                <c:pt idx="11915">
                  <c:v>125</c:v>
                </c:pt>
                <c:pt idx="11916">
                  <c:v>125</c:v>
                </c:pt>
                <c:pt idx="11917">
                  <c:v>125</c:v>
                </c:pt>
                <c:pt idx="11918">
                  <c:v>125</c:v>
                </c:pt>
                <c:pt idx="11919">
                  <c:v>125</c:v>
                </c:pt>
                <c:pt idx="11920">
                  <c:v>125</c:v>
                </c:pt>
                <c:pt idx="11921">
                  <c:v>125</c:v>
                </c:pt>
                <c:pt idx="11922">
                  <c:v>125</c:v>
                </c:pt>
                <c:pt idx="11923">
                  <c:v>125</c:v>
                </c:pt>
                <c:pt idx="11924">
                  <c:v>125</c:v>
                </c:pt>
                <c:pt idx="11925">
                  <c:v>125</c:v>
                </c:pt>
                <c:pt idx="11926">
                  <c:v>125</c:v>
                </c:pt>
                <c:pt idx="11927">
                  <c:v>125</c:v>
                </c:pt>
                <c:pt idx="11928">
                  <c:v>125</c:v>
                </c:pt>
                <c:pt idx="11929">
                  <c:v>125</c:v>
                </c:pt>
                <c:pt idx="11930">
                  <c:v>125</c:v>
                </c:pt>
                <c:pt idx="11931">
                  <c:v>125</c:v>
                </c:pt>
                <c:pt idx="11932">
                  <c:v>125</c:v>
                </c:pt>
                <c:pt idx="11933">
                  <c:v>125</c:v>
                </c:pt>
                <c:pt idx="11934">
                  <c:v>125</c:v>
                </c:pt>
                <c:pt idx="11935">
                  <c:v>125</c:v>
                </c:pt>
                <c:pt idx="11936">
                  <c:v>125</c:v>
                </c:pt>
                <c:pt idx="11937">
                  <c:v>125</c:v>
                </c:pt>
                <c:pt idx="11938">
                  <c:v>125</c:v>
                </c:pt>
                <c:pt idx="11939">
                  <c:v>125</c:v>
                </c:pt>
                <c:pt idx="11940">
                  <c:v>125</c:v>
                </c:pt>
                <c:pt idx="11941">
                  <c:v>125</c:v>
                </c:pt>
                <c:pt idx="11942">
                  <c:v>125</c:v>
                </c:pt>
                <c:pt idx="11943">
                  <c:v>125</c:v>
                </c:pt>
                <c:pt idx="11944">
                  <c:v>125</c:v>
                </c:pt>
                <c:pt idx="11945">
                  <c:v>125</c:v>
                </c:pt>
                <c:pt idx="11946">
                  <c:v>125</c:v>
                </c:pt>
                <c:pt idx="11947" formatCode="0.00">
                  <c:v>0</c:v>
                </c:pt>
                <c:pt idx="11948" formatCode="0.00">
                  <c:v>0</c:v>
                </c:pt>
                <c:pt idx="11949" formatCode="0.00">
                  <c:v>0</c:v>
                </c:pt>
                <c:pt idx="11950" formatCode="0.00">
                  <c:v>0</c:v>
                </c:pt>
                <c:pt idx="11951" formatCode="0.00">
                  <c:v>0</c:v>
                </c:pt>
                <c:pt idx="11952" formatCode="0.00">
                  <c:v>0</c:v>
                </c:pt>
                <c:pt idx="11953" formatCode="0.00">
                  <c:v>0</c:v>
                </c:pt>
                <c:pt idx="11954">
                  <c:v>12.5</c:v>
                </c:pt>
                <c:pt idx="11955">
                  <c:v>125</c:v>
                </c:pt>
                <c:pt idx="11956">
                  <c:v>125</c:v>
                </c:pt>
                <c:pt idx="11957">
                  <c:v>125</c:v>
                </c:pt>
                <c:pt idx="11958">
                  <c:v>62.5</c:v>
                </c:pt>
                <c:pt idx="11959">
                  <c:v>125</c:v>
                </c:pt>
                <c:pt idx="11960">
                  <c:v>125</c:v>
                </c:pt>
                <c:pt idx="11961">
                  <c:v>125</c:v>
                </c:pt>
                <c:pt idx="11962">
                  <c:v>125</c:v>
                </c:pt>
                <c:pt idx="11963">
                  <c:v>125</c:v>
                </c:pt>
                <c:pt idx="11964">
                  <c:v>125</c:v>
                </c:pt>
                <c:pt idx="11965">
                  <c:v>125</c:v>
                </c:pt>
                <c:pt idx="11966">
                  <c:v>125</c:v>
                </c:pt>
                <c:pt idx="11967">
                  <c:v>125</c:v>
                </c:pt>
                <c:pt idx="11968">
                  <c:v>112.5</c:v>
                </c:pt>
                <c:pt idx="11969">
                  <c:v>75</c:v>
                </c:pt>
                <c:pt idx="11970">
                  <c:v>62.5</c:v>
                </c:pt>
                <c:pt idx="11971">
                  <c:v>125</c:v>
                </c:pt>
                <c:pt idx="11972">
                  <c:v>125</c:v>
                </c:pt>
                <c:pt idx="11973">
                  <c:v>125</c:v>
                </c:pt>
                <c:pt idx="11974">
                  <c:v>37.5</c:v>
                </c:pt>
                <c:pt idx="11975" formatCode="0.00">
                  <c:v>0</c:v>
                </c:pt>
                <c:pt idx="11976" formatCode="0.00">
                  <c:v>0</c:v>
                </c:pt>
                <c:pt idx="11977" formatCode="0.00">
                  <c:v>0</c:v>
                </c:pt>
                <c:pt idx="11978" formatCode="0.00">
                  <c:v>0</c:v>
                </c:pt>
                <c:pt idx="11979" formatCode="0.00">
                  <c:v>0</c:v>
                </c:pt>
                <c:pt idx="11980" formatCode="0.00">
                  <c:v>0</c:v>
                </c:pt>
                <c:pt idx="11981" formatCode="0.00">
                  <c:v>0</c:v>
                </c:pt>
                <c:pt idx="11982" formatCode="0.00">
                  <c:v>0</c:v>
                </c:pt>
                <c:pt idx="11983" formatCode="0.00">
                  <c:v>0</c:v>
                </c:pt>
                <c:pt idx="11984" formatCode="0.00">
                  <c:v>0</c:v>
                </c:pt>
                <c:pt idx="11985" formatCode="0.00">
                  <c:v>0</c:v>
                </c:pt>
                <c:pt idx="11986" formatCode="0.00">
                  <c:v>0</c:v>
                </c:pt>
                <c:pt idx="11987" formatCode="0.00">
                  <c:v>0</c:v>
                </c:pt>
                <c:pt idx="11988" formatCode="0.00">
                  <c:v>0</c:v>
                </c:pt>
                <c:pt idx="11989" formatCode="0.00">
                  <c:v>0</c:v>
                </c:pt>
                <c:pt idx="11990" formatCode="0.00">
                  <c:v>0</c:v>
                </c:pt>
                <c:pt idx="11991" formatCode="0.00">
                  <c:v>0</c:v>
                </c:pt>
                <c:pt idx="11992" formatCode="0.00">
                  <c:v>0</c:v>
                </c:pt>
                <c:pt idx="11993" formatCode="0.00">
                  <c:v>0</c:v>
                </c:pt>
                <c:pt idx="11994" formatCode="0.00">
                  <c:v>0</c:v>
                </c:pt>
                <c:pt idx="11995" formatCode="0.00">
                  <c:v>0</c:v>
                </c:pt>
                <c:pt idx="11996" formatCode="0.00">
                  <c:v>0</c:v>
                </c:pt>
                <c:pt idx="11997" formatCode="0.00">
                  <c:v>0</c:v>
                </c:pt>
                <c:pt idx="11998" formatCode="0.00">
                  <c:v>0</c:v>
                </c:pt>
                <c:pt idx="11999" formatCode="0.00">
                  <c:v>0</c:v>
                </c:pt>
                <c:pt idx="12000" formatCode="0.00">
                  <c:v>0</c:v>
                </c:pt>
                <c:pt idx="12001" formatCode="0.00">
                  <c:v>0</c:v>
                </c:pt>
                <c:pt idx="12002" formatCode="0.00">
                  <c:v>0</c:v>
                </c:pt>
                <c:pt idx="12003" formatCode="0.00">
                  <c:v>0</c:v>
                </c:pt>
                <c:pt idx="12004" formatCode="0.00">
                  <c:v>0</c:v>
                </c:pt>
                <c:pt idx="12005" formatCode="0.00">
                  <c:v>0</c:v>
                </c:pt>
                <c:pt idx="12006" formatCode="0.00">
                  <c:v>0</c:v>
                </c:pt>
                <c:pt idx="12007" formatCode="0.00">
                  <c:v>0</c:v>
                </c:pt>
                <c:pt idx="12008" formatCode="0.00">
                  <c:v>0</c:v>
                </c:pt>
                <c:pt idx="12009" formatCode="0.00">
                  <c:v>0</c:v>
                </c:pt>
                <c:pt idx="12010" formatCode="0.00">
                  <c:v>0</c:v>
                </c:pt>
                <c:pt idx="12011" formatCode="0.00">
                  <c:v>0</c:v>
                </c:pt>
                <c:pt idx="12012" formatCode="0.00">
                  <c:v>0</c:v>
                </c:pt>
                <c:pt idx="12013" formatCode="0.00">
                  <c:v>0</c:v>
                </c:pt>
                <c:pt idx="12014" formatCode="0.00">
                  <c:v>0</c:v>
                </c:pt>
                <c:pt idx="12015" formatCode="0.00">
                  <c:v>0</c:v>
                </c:pt>
                <c:pt idx="12016" formatCode="0.00">
                  <c:v>0</c:v>
                </c:pt>
                <c:pt idx="12017" formatCode="0.00">
                  <c:v>0</c:v>
                </c:pt>
                <c:pt idx="12018" formatCode="0.00">
                  <c:v>0</c:v>
                </c:pt>
                <c:pt idx="12019" formatCode="0.00">
                  <c:v>0</c:v>
                </c:pt>
                <c:pt idx="12020" formatCode="0.00">
                  <c:v>0</c:v>
                </c:pt>
                <c:pt idx="12021" formatCode="0.00">
                  <c:v>0</c:v>
                </c:pt>
                <c:pt idx="12022" formatCode="0.00">
                  <c:v>0</c:v>
                </c:pt>
                <c:pt idx="12023" formatCode="0.00">
                  <c:v>0</c:v>
                </c:pt>
                <c:pt idx="12024" formatCode="0.00">
                  <c:v>0</c:v>
                </c:pt>
                <c:pt idx="12025" formatCode="0.00">
                  <c:v>0</c:v>
                </c:pt>
                <c:pt idx="12026" formatCode="0.00">
                  <c:v>0</c:v>
                </c:pt>
                <c:pt idx="12027" formatCode="0.00">
                  <c:v>0</c:v>
                </c:pt>
                <c:pt idx="12028" formatCode="0.00">
                  <c:v>0</c:v>
                </c:pt>
                <c:pt idx="12029" formatCode="0.00">
                  <c:v>0</c:v>
                </c:pt>
                <c:pt idx="12030" formatCode="0.00">
                  <c:v>0</c:v>
                </c:pt>
                <c:pt idx="12031" formatCode="0.00">
                  <c:v>0</c:v>
                </c:pt>
                <c:pt idx="12032" formatCode="0.00">
                  <c:v>0</c:v>
                </c:pt>
                <c:pt idx="12033" formatCode="0.00">
                  <c:v>0</c:v>
                </c:pt>
                <c:pt idx="12034" formatCode="0.00">
                  <c:v>0</c:v>
                </c:pt>
                <c:pt idx="12035" formatCode="0.00">
                  <c:v>0</c:v>
                </c:pt>
                <c:pt idx="12036" formatCode="0.00">
                  <c:v>0</c:v>
                </c:pt>
                <c:pt idx="12037" formatCode="0.00">
                  <c:v>0</c:v>
                </c:pt>
                <c:pt idx="12038" formatCode="0.00">
                  <c:v>0</c:v>
                </c:pt>
                <c:pt idx="12039" formatCode="0.00">
                  <c:v>0</c:v>
                </c:pt>
                <c:pt idx="12040" formatCode="0.00">
                  <c:v>0</c:v>
                </c:pt>
                <c:pt idx="12041" formatCode="0.00">
                  <c:v>0</c:v>
                </c:pt>
                <c:pt idx="12042" formatCode="0.00">
                  <c:v>0</c:v>
                </c:pt>
                <c:pt idx="12043" formatCode="0.00">
                  <c:v>0</c:v>
                </c:pt>
                <c:pt idx="12044" formatCode="0.00">
                  <c:v>0</c:v>
                </c:pt>
                <c:pt idx="12045" formatCode="0.00">
                  <c:v>0</c:v>
                </c:pt>
                <c:pt idx="12046" formatCode="0.00">
                  <c:v>0</c:v>
                </c:pt>
                <c:pt idx="12047" formatCode="0.00">
                  <c:v>0</c:v>
                </c:pt>
                <c:pt idx="12048" formatCode="0.00">
                  <c:v>0</c:v>
                </c:pt>
                <c:pt idx="12049" formatCode="0.00">
                  <c:v>0</c:v>
                </c:pt>
                <c:pt idx="12050" formatCode="0.00">
                  <c:v>0</c:v>
                </c:pt>
                <c:pt idx="12051" formatCode="0.00">
                  <c:v>0</c:v>
                </c:pt>
                <c:pt idx="12052" formatCode="0.00">
                  <c:v>0</c:v>
                </c:pt>
                <c:pt idx="12053" formatCode="0.00">
                  <c:v>0</c:v>
                </c:pt>
                <c:pt idx="12054" formatCode="0.00">
                  <c:v>0</c:v>
                </c:pt>
                <c:pt idx="12055" formatCode="0.00">
                  <c:v>0</c:v>
                </c:pt>
                <c:pt idx="12056" formatCode="0.00">
                  <c:v>0</c:v>
                </c:pt>
                <c:pt idx="12057" formatCode="0.00">
                  <c:v>0</c:v>
                </c:pt>
                <c:pt idx="12058" formatCode="0.00">
                  <c:v>0</c:v>
                </c:pt>
                <c:pt idx="12059" formatCode="0.00">
                  <c:v>0</c:v>
                </c:pt>
                <c:pt idx="12060" formatCode="0.00">
                  <c:v>0</c:v>
                </c:pt>
                <c:pt idx="12061" formatCode="0.00">
                  <c:v>0</c:v>
                </c:pt>
                <c:pt idx="12062" formatCode="0.00">
                  <c:v>0</c:v>
                </c:pt>
                <c:pt idx="12063" formatCode="0.00">
                  <c:v>0</c:v>
                </c:pt>
                <c:pt idx="12064" formatCode="0.00">
                  <c:v>0</c:v>
                </c:pt>
                <c:pt idx="12065" formatCode="0.00">
                  <c:v>0</c:v>
                </c:pt>
                <c:pt idx="12066" formatCode="0.00">
                  <c:v>0</c:v>
                </c:pt>
                <c:pt idx="12067" formatCode="0.00">
                  <c:v>0</c:v>
                </c:pt>
                <c:pt idx="12068" formatCode="0.00">
                  <c:v>0</c:v>
                </c:pt>
                <c:pt idx="12069" formatCode="0.00">
                  <c:v>0</c:v>
                </c:pt>
                <c:pt idx="12070" formatCode="0.00">
                  <c:v>0</c:v>
                </c:pt>
                <c:pt idx="12071" formatCode="0.00">
                  <c:v>0</c:v>
                </c:pt>
                <c:pt idx="12072" formatCode="0.00">
                  <c:v>0</c:v>
                </c:pt>
                <c:pt idx="12073" formatCode="0.00">
                  <c:v>0</c:v>
                </c:pt>
                <c:pt idx="12074" formatCode="0.00">
                  <c:v>0</c:v>
                </c:pt>
                <c:pt idx="12075">
                  <c:v>50</c:v>
                </c:pt>
                <c:pt idx="12076">
                  <c:v>50</c:v>
                </c:pt>
                <c:pt idx="12077">
                  <c:v>50</c:v>
                </c:pt>
                <c:pt idx="12078">
                  <c:v>50</c:v>
                </c:pt>
                <c:pt idx="12079">
                  <c:v>50</c:v>
                </c:pt>
                <c:pt idx="12080">
                  <c:v>50</c:v>
                </c:pt>
                <c:pt idx="12081">
                  <c:v>50</c:v>
                </c:pt>
                <c:pt idx="12082">
                  <c:v>50</c:v>
                </c:pt>
                <c:pt idx="12083">
                  <c:v>50</c:v>
                </c:pt>
                <c:pt idx="12084">
                  <c:v>50</c:v>
                </c:pt>
                <c:pt idx="12085">
                  <c:v>50</c:v>
                </c:pt>
                <c:pt idx="12086">
                  <c:v>50</c:v>
                </c:pt>
                <c:pt idx="12087">
                  <c:v>50</c:v>
                </c:pt>
                <c:pt idx="12088" formatCode="0.00">
                  <c:v>0</c:v>
                </c:pt>
                <c:pt idx="12089" formatCode="0.00">
                  <c:v>0</c:v>
                </c:pt>
                <c:pt idx="12090" formatCode="0.00">
                  <c:v>0</c:v>
                </c:pt>
                <c:pt idx="12091" formatCode="0.00">
                  <c:v>0</c:v>
                </c:pt>
                <c:pt idx="12092" formatCode="0.00">
                  <c:v>0</c:v>
                </c:pt>
                <c:pt idx="12093" formatCode="0.00">
                  <c:v>0</c:v>
                </c:pt>
                <c:pt idx="12094" formatCode="0.00">
                  <c:v>0</c:v>
                </c:pt>
                <c:pt idx="12095" formatCode="0.00">
                  <c:v>0</c:v>
                </c:pt>
                <c:pt idx="12096" formatCode="0.00">
                  <c:v>0</c:v>
                </c:pt>
                <c:pt idx="12097" formatCode="0.00">
                  <c:v>0</c:v>
                </c:pt>
                <c:pt idx="12098" formatCode="0.00">
                  <c:v>0</c:v>
                </c:pt>
                <c:pt idx="12099" formatCode="0.00">
                  <c:v>0</c:v>
                </c:pt>
                <c:pt idx="12100" formatCode="0.00">
                  <c:v>0</c:v>
                </c:pt>
                <c:pt idx="12101" formatCode="0.00">
                  <c:v>0</c:v>
                </c:pt>
                <c:pt idx="12102" formatCode="0.00">
                  <c:v>0</c:v>
                </c:pt>
                <c:pt idx="12103" formatCode="0.00">
                  <c:v>0</c:v>
                </c:pt>
                <c:pt idx="12104" formatCode="0.00">
                  <c:v>0</c:v>
                </c:pt>
                <c:pt idx="12105" formatCode="0.00">
                  <c:v>0</c:v>
                </c:pt>
                <c:pt idx="12106" formatCode="0.00">
                  <c:v>0</c:v>
                </c:pt>
                <c:pt idx="12107" formatCode="0.00">
                  <c:v>0</c:v>
                </c:pt>
                <c:pt idx="12108" formatCode="0.00">
                  <c:v>0</c:v>
                </c:pt>
                <c:pt idx="12109" formatCode="0.00">
                  <c:v>0</c:v>
                </c:pt>
                <c:pt idx="12110" formatCode="0.00">
                  <c:v>0</c:v>
                </c:pt>
                <c:pt idx="12111" formatCode="0.00">
                  <c:v>0</c:v>
                </c:pt>
                <c:pt idx="12112" formatCode="0.00">
                  <c:v>0</c:v>
                </c:pt>
                <c:pt idx="12113" formatCode="0.00">
                  <c:v>0</c:v>
                </c:pt>
                <c:pt idx="12114" formatCode="0.00">
                  <c:v>0</c:v>
                </c:pt>
                <c:pt idx="12115">
                  <c:v>125</c:v>
                </c:pt>
                <c:pt idx="12116">
                  <c:v>125</c:v>
                </c:pt>
                <c:pt idx="12117">
                  <c:v>125</c:v>
                </c:pt>
                <c:pt idx="12118">
                  <c:v>125</c:v>
                </c:pt>
                <c:pt idx="12119">
                  <c:v>125</c:v>
                </c:pt>
                <c:pt idx="12120">
                  <c:v>125</c:v>
                </c:pt>
                <c:pt idx="12121">
                  <c:v>125</c:v>
                </c:pt>
                <c:pt idx="12122">
                  <c:v>125</c:v>
                </c:pt>
                <c:pt idx="12123">
                  <c:v>125</c:v>
                </c:pt>
                <c:pt idx="12124">
                  <c:v>125</c:v>
                </c:pt>
                <c:pt idx="12125">
                  <c:v>125</c:v>
                </c:pt>
                <c:pt idx="12126">
                  <c:v>125</c:v>
                </c:pt>
                <c:pt idx="12127">
                  <c:v>125</c:v>
                </c:pt>
                <c:pt idx="12128">
                  <c:v>125</c:v>
                </c:pt>
                <c:pt idx="12129">
                  <c:v>125</c:v>
                </c:pt>
                <c:pt idx="12130">
                  <c:v>125</c:v>
                </c:pt>
                <c:pt idx="12131">
                  <c:v>125</c:v>
                </c:pt>
                <c:pt idx="12132">
                  <c:v>125</c:v>
                </c:pt>
                <c:pt idx="12133">
                  <c:v>125</c:v>
                </c:pt>
                <c:pt idx="12134">
                  <c:v>125</c:v>
                </c:pt>
                <c:pt idx="12135">
                  <c:v>125</c:v>
                </c:pt>
                <c:pt idx="12136">
                  <c:v>125</c:v>
                </c:pt>
                <c:pt idx="12137">
                  <c:v>125</c:v>
                </c:pt>
                <c:pt idx="12138">
                  <c:v>125</c:v>
                </c:pt>
                <c:pt idx="12139">
                  <c:v>125</c:v>
                </c:pt>
                <c:pt idx="12140">
                  <c:v>125</c:v>
                </c:pt>
                <c:pt idx="12141" formatCode="0.00">
                  <c:v>0</c:v>
                </c:pt>
                <c:pt idx="12142" formatCode="0.00">
                  <c:v>0</c:v>
                </c:pt>
                <c:pt idx="12143" formatCode="0.00">
                  <c:v>0</c:v>
                </c:pt>
                <c:pt idx="12144" formatCode="0.00">
                  <c:v>0</c:v>
                </c:pt>
                <c:pt idx="12145" formatCode="0.00">
                  <c:v>0</c:v>
                </c:pt>
                <c:pt idx="12146" formatCode="0.00">
                  <c:v>0</c:v>
                </c:pt>
                <c:pt idx="12147" formatCode="0.00">
                  <c:v>0</c:v>
                </c:pt>
                <c:pt idx="12148" formatCode="0.00">
                  <c:v>0</c:v>
                </c:pt>
                <c:pt idx="12149" formatCode="0.00">
                  <c:v>0</c:v>
                </c:pt>
                <c:pt idx="12150" formatCode="0.00">
                  <c:v>0</c:v>
                </c:pt>
                <c:pt idx="12151" formatCode="0.00">
                  <c:v>0</c:v>
                </c:pt>
                <c:pt idx="12152" formatCode="0.00">
                  <c:v>0</c:v>
                </c:pt>
                <c:pt idx="12153" formatCode="0.00">
                  <c:v>0</c:v>
                </c:pt>
                <c:pt idx="12154" formatCode="0.00">
                  <c:v>0</c:v>
                </c:pt>
                <c:pt idx="12155" formatCode="0.00">
                  <c:v>0</c:v>
                </c:pt>
                <c:pt idx="12156" formatCode="0.00">
                  <c:v>0</c:v>
                </c:pt>
                <c:pt idx="12157" formatCode="0.00">
                  <c:v>0</c:v>
                </c:pt>
                <c:pt idx="12158" formatCode="0.00">
                  <c:v>0</c:v>
                </c:pt>
                <c:pt idx="12159" formatCode="0.00">
                  <c:v>0</c:v>
                </c:pt>
                <c:pt idx="12160" formatCode="0.00">
                  <c:v>0</c:v>
                </c:pt>
                <c:pt idx="12161" formatCode="0.00">
                  <c:v>0</c:v>
                </c:pt>
                <c:pt idx="12162" formatCode="0.00">
                  <c:v>0</c:v>
                </c:pt>
                <c:pt idx="12163" formatCode="0.00">
                  <c:v>0</c:v>
                </c:pt>
                <c:pt idx="12164" formatCode="0.00">
                  <c:v>0</c:v>
                </c:pt>
                <c:pt idx="12165" formatCode="0.00">
                  <c:v>0</c:v>
                </c:pt>
                <c:pt idx="12166" formatCode="0.00">
                  <c:v>0</c:v>
                </c:pt>
                <c:pt idx="12167" formatCode="0.00">
                  <c:v>0</c:v>
                </c:pt>
                <c:pt idx="12168" formatCode="0.00">
                  <c:v>0</c:v>
                </c:pt>
                <c:pt idx="12169" formatCode="0.00">
                  <c:v>0</c:v>
                </c:pt>
                <c:pt idx="12170" formatCode="0.00">
                  <c:v>0</c:v>
                </c:pt>
                <c:pt idx="12171" formatCode="0.00">
                  <c:v>0</c:v>
                </c:pt>
                <c:pt idx="12172" formatCode="0.00">
                  <c:v>0</c:v>
                </c:pt>
                <c:pt idx="12173" formatCode="0.00">
                  <c:v>0</c:v>
                </c:pt>
                <c:pt idx="12174" formatCode="0.00">
                  <c:v>0</c:v>
                </c:pt>
                <c:pt idx="12175" formatCode="0.00">
                  <c:v>0</c:v>
                </c:pt>
                <c:pt idx="12176" formatCode="0.00">
                  <c:v>0</c:v>
                </c:pt>
                <c:pt idx="12177" formatCode="0.00">
                  <c:v>0</c:v>
                </c:pt>
                <c:pt idx="12178" formatCode="0.00">
                  <c:v>0</c:v>
                </c:pt>
                <c:pt idx="12179" formatCode="0.00">
                  <c:v>0</c:v>
                </c:pt>
                <c:pt idx="12180" formatCode="0.00">
                  <c:v>0</c:v>
                </c:pt>
                <c:pt idx="12181" formatCode="0.00">
                  <c:v>0</c:v>
                </c:pt>
                <c:pt idx="12182" formatCode="0.00">
                  <c:v>0</c:v>
                </c:pt>
                <c:pt idx="12183" formatCode="0.00">
                  <c:v>0</c:v>
                </c:pt>
                <c:pt idx="12184" formatCode="0.00">
                  <c:v>0</c:v>
                </c:pt>
                <c:pt idx="12185" formatCode="0.00">
                  <c:v>0</c:v>
                </c:pt>
                <c:pt idx="12186" formatCode="0.00">
                  <c:v>0</c:v>
                </c:pt>
                <c:pt idx="12187" formatCode="0.00">
                  <c:v>0</c:v>
                </c:pt>
                <c:pt idx="12188" formatCode="0.00">
                  <c:v>0</c:v>
                </c:pt>
                <c:pt idx="12189" formatCode="0.00">
                  <c:v>0</c:v>
                </c:pt>
                <c:pt idx="12190" formatCode="0.00">
                  <c:v>0</c:v>
                </c:pt>
                <c:pt idx="12191" formatCode="0.00">
                  <c:v>0</c:v>
                </c:pt>
                <c:pt idx="12192" formatCode="0.00">
                  <c:v>0</c:v>
                </c:pt>
                <c:pt idx="12193" formatCode="0.00">
                  <c:v>0</c:v>
                </c:pt>
                <c:pt idx="12194" formatCode="0.00">
                  <c:v>0</c:v>
                </c:pt>
                <c:pt idx="12195" formatCode="0.00">
                  <c:v>0</c:v>
                </c:pt>
                <c:pt idx="12196" formatCode="0.00">
                  <c:v>0</c:v>
                </c:pt>
                <c:pt idx="12197" formatCode="0.00">
                  <c:v>0</c:v>
                </c:pt>
                <c:pt idx="12198" formatCode="0.00">
                  <c:v>0</c:v>
                </c:pt>
                <c:pt idx="12199" formatCode="0.00">
                  <c:v>0</c:v>
                </c:pt>
                <c:pt idx="12200" formatCode="0.00">
                  <c:v>0</c:v>
                </c:pt>
                <c:pt idx="12201" formatCode="0.00">
                  <c:v>0</c:v>
                </c:pt>
                <c:pt idx="12202" formatCode="0.00">
                  <c:v>0</c:v>
                </c:pt>
                <c:pt idx="12203" formatCode="0.00">
                  <c:v>0</c:v>
                </c:pt>
                <c:pt idx="12204" formatCode="0.00">
                  <c:v>0</c:v>
                </c:pt>
                <c:pt idx="12205" formatCode="0.00">
                  <c:v>0</c:v>
                </c:pt>
                <c:pt idx="12206" formatCode="0.00">
                  <c:v>0</c:v>
                </c:pt>
                <c:pt idx="12207" formatCode="0.00">
                  <c:v>0</c:v>
                </c:pt>
                <c:pt idx="12208" formatCode="0.00">
                  <c:v>0</c:v>
                </c:pt>
                <c:pt idx="12209" formatCode="0.00">
                  <c:v>0</c:v>
                </c:pt>
                <c:pt idx="12210" formatCode="0.00">
                  <c:v>0</c:v>
                </c:pt>
                <c:pt idx="12211" formatCode="0.00">
                  <c:v>0</c:v>
                </c:pt>
                <c:pt idx="12212" formatCode="0.00">
                  <c:v>0</c:v>
                </c:pt>
                <c:pt idx="12213" formatCode="0.00">
                  <c:v>0</c:v>
                </c:pt>
                <c:pt idx="12214" formatCode="0.00">
                  <c:v>0</c:v>
                </c:pt>
                <c:pt idx="12215" formatCode="0.00">
                  <c:v>0</c:v>
                </c:pt>
                <c:pt idx="12216" formatCode="0.00">
                  <c:v>0</c:v>
                </c:pt>
                <c:pt idx="12217" formatCode="0.00">
                  <c:v>0</c:v>
                </c:pt>
                <c:pt idx="12218" formatCode="0.00">
                  <c:v>0</c:v>
                </c:pt>
                <c:pt idx="12219" formatCode="0.00">
                  <c:v>0</c:v>
                </c:pt>
                <c:pt idx="12220" formatCode="0.00">
                  <c:v>0</c:v>
                </c:pt>
                <c:pt idx="12221" formatCode="0.00">
                  <c:v>0</c:v>
                </c:pt>
                <c:pt idx="12222" formatCode="0.00">
                  <c:v>0</c:v>
                </c:pt>
                <c:pt idx="12223" formatCode="0.00">
                  <c:v>0</c:v>
                </c:pt>
                <c:pt idx="12224" formatCode="0.00">
                  <c:v>0</c:v>
                </c:pt>
                <c:pt idx="12225" formatCode="0.00">
                  <c:v>0</c:v>
                </c:pt>
                <c:pt idx="12226" formatCode="0.00">
                  <c:v>0</c:v>
                </c:pt>
                <c:pt idx="12227" formatCode="0.00">
                  <c:v>0</c:v>
                </c:pt>
                <c:pt idx="12228" formatCode="0.00">
                  <c:v>0</c:v>
                </c:pt>
                <c:pt idx="12229" formatCode="0.00">
                  <c:v>0</c:v>
                </c:pt>
                <c:pt idx="12230" formatCode="0.00">
                  <c:v>0</c:v>
                </c:pt>
                <c:pt idx="12231" formatCode="0.00">
                  <c:v>0</c:v>
                </c:pt>
                <c:pt idx="12232" formatCode="0.00">
                  <c:v>0</c:v>
                </c:pt>
                <c:pt idx="12233" formatCode="0.00">
                  <c:v>0</c:v>
                </c:pt>
                <c:pt idx="12234" formatCode="0.00">
                  <c:v>0</c:v>
                </c:pt>
                <c:pt idx="12235" formatCode="0.00">
                  <c:v>0</c:v>
                </c:pt>
                <c:pt idx="12236" formatCode="0.00">
                  <c:v>0</c:v>
                </c:pt>
                <c:pt idx="12237" formatCode="0.00">
                  <c:v>0</c:v>
                </c:pt>
                <c:pt idx="12238" formatCode="0.00">
                  <c:v>0</c:v>
                </c:pt>
                <c:pt idx="12239" formatCode="0.00">
                  <c:v>0</c:v>
                </c:pt>
                <c:pt idx="12240" formatCode="0.00">
                  <c:v>0</c:v>
                </c:pt>
                <c:pt idx="12241" formatCode="0.00">
                  <c:v>0</c:v>
                </c:pt>
                <c:pt idx="12242" formatCode="0.00">
                  <c:v>0</c:v>
                </c:pt>
                <c:pt idx="12243" formatCode="0.00">
                  <c:v>0</c:v>
                </c:pt>
                <c:pt idx="12244" formatCode="0.00">
                  <c:v>0</c:v>
                </c:pt>
                <c:pt idx="12245" formatCode="0.00">
                  <c:v>0</c:v>
                </c:pt>
                <c:pt idx="12246" formatCode="0.00">
                  <c:v>0</c:v>
                </c:pt>
                <c:pt idx="12247" formatCode="0.00">
                  <c:v>0</c:v>
                </c:pt>
                <c:pt idx="12248" formatCode="0.00">
                  <c:v>0</c:v>
                </c:pt>
                <c:pt idx="12249" formatCode="0.00">
                  <c:v>0</c:v>
                </c:pt>
                <c:pt idx="12250" formatCode="0.00">
                  <c:v>0</c:v>
                </c:pt>
                <c:pt idx="12251" formatCode="0.00">
                  <c:v>0</c:v>
                </c:pt>
                <c:pt idx="12252" formatCode="0.00">
                  <c:v>0</c:v>
                </c:pt>
                <c:pt idx="12253" formatCode="0.00">
                  <c:v>0</c:v>
                </c:pt>
                <c:pt idx="12254" formatCode="0.00">
                  <c:v>0</c:v>
                </c:pt>
                <c:pt idx="12255" formatCode="0.00">
                  <c:v>0</c:v>
                </c:pt>
                <c:pt idx="12256" formatCode="0.00">
                  <c:v>0</c:v>
                </c:pt>
                <c:pt idx="12257" formatCode="0.00">
                  <c:v>0</c:v>
                </c:pt>
                <c:pt idx="12258" formatCode="0.00">
                  <c:v>0</c:v>
                </c:pt>
                <c:pt idx="12259" formatCode="0.00">
                  <c:v>0</c:v>
                </c:pt>
                <c:pt idx="12260" formatCode="0.00">
                  <c:v>0</c:v>
                </c:pt>
                <c:pt idx="12261" formatCode="0.00">
                  <c:v>0</c:v>
                </c:pt>
                <c:pt idx="12262" formatCode="0.00">
                  <c:v>0</c:v>
                </c:pt>
                <c:pt idx="12263" formatCode="0.00">
                  <c:v>0</c:v>
                </c:pt>
                <c:pt idx="12264" formatCode="0.00">
                  <c:v>0</c:v>
                </c:pt>
                <c:pt idx="12265" formatCode="0.00">
                  <c:v>0</c:v>
                </c:pt>
                <c:pt idx="12266" formatCode="0.00">
                  <c:v>0</c:v>
                </c:pt>
                <c:pt idx="12267" formatCode="0.00">
                  <c:v>0</c:v>
                </c:pt>
                <c:pt idx="12268" formatCode="0.00">
                  <c:v>0</c:v>
                </c:pt>
                <c:pt idx="12269" formatCode="0.00">
                  <c:v>0</c:v>
                </c:pt>
                <c:pt idx="12270" formatCode="0.00">
                  <c:v>0</c:v>
                </c:pt>
                <c:pt idx="12271" formatCode="0.00">
                  <c:v>0</c:v>
                </c:pt>
                <c:pt idx="12272" formatCode="0.00">
                  <c:v>0</c:v>
                </c:pt>
                <c:pt idx="12273" formatCode="0.00">
                  <c:v>0</c:v>
                </c:pt>
                <c:pt idx="12274" formatCode="0.00">
                  <c:v>0</c:v>
                </c:pt>
                <c:pt idx="12275" formatCode="0.00">
                  <c:v>0</c:v>
                </c:pt>
                <c:pt idx="12276" formatCode="0.00">
                  <c:v>0</c:v>
                </c:pt>
                <c:pt idx="12277" formatCode="0.00">
                  <c:v>0</c:v>
                </c:pt>
                <c:pt idx="12278" formatCode="0.00">
                  <c:v>0</c:v>
                </c:pt>
                <c:pt idx="12279" formatCode="0.00">
                  <c:v>0</c:v>
                </c:pt>
                <c:pt idx="12280" formatCode="0.00">
                  <c:v>0</c:v>
                </c:pt>
                <c:pt idx="12281" formatCode="0.00">
                  <c:v>0</c:v>
                </c:pt>
                <c:pt idx="12282" formatCode="0.00">
                  <c:v>0</c:v>
                </c:pt>
                <c:pt idx="12283" formatCode="0.00">
                  <c:v>0</c:v>
                </c:pt>
                <c:pt idx="12284" formatCode="0.00">
                  <c:v>0</c:v>
                </c:pt>
                <c:pt idx="12285" formatCode="0.00">
                  <c:v>0</c:v>
                </c:pt>
                <c:pt idx="12286" formatCode="0.00">
                  <c:v>0</c:v>
                </c:pt>
                <c:pt idx="12287" formatCode="0.00">
                  <c:v>0</c:v>
                </c:pt>
                <c:pt idx="12288" formatCode="0.00">
                  <c:v>0</c:v>
                </c:pt>
                <c:pt idx="12289" formatCode="0.00">
                  <c:v>0</c:v>
                </c:pt>
                <c:pt idx="12290" formatCode="0.00">
                  <c:v>0</c:v>
                </c:pt>
                <c:pt idx="12291" formatCode="0.00">
                  <c:v>0</c:v>
                </c:pt>
                <c:pt idx="12292" formatCode="0.00">
                  <c:v>0</c:v>
                </c:pt>
                <c:pt idx="12293" formatCode="0.00">
                  <c:v>0</c:v>
                </c:pt>
                <c:pt idx="12294" formatCode="0.00">
                  <c:v>0</c:v>
                </c:pt>
                <c:pt idx="12295" formatCode="0.00">
                  <c:v>0</c:v>
                </c:pt>
                <c:pt idx="12296" formatCode="0.00">
                  <c:v>0</c:v>
                </c:pt>
                <c:pt idx="12297" formatCode="0.00">
                  <c:v>0</c:v>
                </c:pt>
                <c:pt idx="12298" formatCode="0.00">
                  <c:v>0</c:v>
                </c:pt>
                <c:pt idx="12299" formatCode="0.00">
                  <c:v>0</c:v>
                </c:pt>
                <c:pt idx="12300" formatCode="0.00">
                  <c:v>0</c:v>
                </c:pt>
                <c:pt idx="12301" formatCode="0.00">
                  <c:v>0</c:v>
                </c:pt>
                <c:pt idx="12302" formatCode="0.00">
                  <c:v>0</c:v>
                </c:pt>
                <c:pt idx="12303" formatCode="0.00">
                  <c:v>0</c:v>
                </c:pt>
                <c:pt idx="12304" formatCode="0.00">
                  <c:v>0</c:v>
                </c:pt>
                <c:pt idx="12305" formatCode="0.00">
                  <c:v>0</c:v>
                </c:pt>
                <c:pt idx="12306" formatCode="0.00">
                  <c:v>0</c:v>
                </c:pt>
                <c:pt idx="12307" formatCode="0.00">
                  <c:v>0</c:v>
                </c:pt>
                <c:pt idx="12308" formatCode="0.00">
                  <c:v>0</c:v>
                </c:pt>
                <c:pt idx="12309" formatCode="0.00">
                  <c:v>0</c:v>
                </c:pt>
                <c:pt idx="12310" formatCode="0.00">
                  <c:v>0</c:v>
                </c:pt>
                <c:pt idx="12311" formatCode="0.00">
                  <c:v>0</c:v>
                </c:pt>
                <c:pt idx="12312" formatCode="0.00">
                  <c:v>0</c:v>
                </c:pt>
                <c:pt idx="12313" formatCode="0.00">
                  <c:v>0</c:v>
                </c:pt>
                <c:pt idx="12314" formatCode="0.00">
                  <c:v>0</c:v>
                </c:pt>
                <c:pt idx="12315" formatCode="0.00">
                  <c:v>0</c:v>
                </c:pt>
                <c:pt idx="12316" formatCode="0.00">
                  <c:v>0</c:v>
                </c:pt>
                <c:pt idx="12317" formatCode="0.00">
                  <c:v>0</c:v>
                </c:pt>
                <c:pt idx="12318" formatCode="0.00">
                  <c:v>0</c:v>
                </c:pt>
                <c:pt idx="12319" formatCode="0.00">
                  <c:v>0</c:v>
                </c:pt>
                <c:pt idx="12320" formatCode="0.00">
                  <c:v>0</c:v>
                </c:pt>
                <c:pt idx="12321" formatCode="0.00">
                  <c:v>0</c:v>
                </c:pt>
                <c:pt idx="12322" formatCode="0.00">
                  <c:v>0</c:v>
                </c:pt>
                <c:pt idx="12323" formatCode="0.00">
                  <c:v>0</c:v>
                </c:pt>
                <c:pt idx="12324" formatCode="0.00">
                  <c:v>0</c:v>
                </c:pt>
                <c:pt idx="12325" formatCode="0.00">
                  <c:v>0</c:v>
                </c:pt>
                <c:pt idx="12326" formatCode="0.00">
                  <c:v>0</c:v>
                </c:pt>
                <c:pt idx="12327" formatCode="0.00">
                  <c:v>0</c:v>
                </c:pt>
                <c:pt idx="12328" formatCode="0.00">
                  <c:v>0</c:v>
                </c:pt>
                <c:pt idx="12329" formatCode="0.00">
                  <c:v>0</c:v>
                </c:pt>
                <c:pt idx="12330" formatCode="0.00">
                  <c:v>0</c:v>
                </c:pt>
                <c:pt idx="12331" formatCode="0.00">
                  <c:v>0</c:v>
                </c:pt>
                <c:pt idx="12332" formatCode="0.00">
                  <c:v>0</c:v>
                </c:pt>
                <c:pt idx="12333" formatCode="0.00">
                  <c:v>0</c:v>
                </c:pt>
                <c:pt idx="12334" formatCode="0.00">
                  <c:v>0</c:v>
                </c:pt>
                <c:pt idx="12335" formatCode="0.00">
                  <c:v>0</c:v>
                </c:pt>
                <c:pt idx="12336" formatCode="0.00">
                  <c:v>0</c:v>
                </c:pt>
                <c:pt idx="12337" formatCode="0.00">
                  <c:v>0</c:v>
                </c:pt>
                <c:pt idx="12338" formatCode="0.00">
                  <c:v>0</c:v>
                </c:pt>
                <c:pt idx="12339" formatCode="0.00">
                  <c:v>0</c:v>
                </c:pt>
                <c:pt idx="12340" formatCode="0.00">
                  <c:v>0</c:v>
                </c:pt>
                <c:pt idx="12341" formatCode="0.00">
                  <c:v>0</c:v>
                </c:pt>
                <c:pt idx="12342" formatCode="0.00">
                  <c:v>0</c:v>
                </c:pt>
                <c:pt idx="12343" formatCode="0.00">
                  <c:v>0</c:v>
                </c:pt>
                <c:pt idx="12344" formatCode="0.00">
                  <c:v>0</c:v>
                </c:pt>
                <c:pt idx="12345" formatCode="0.00">
                  <c:v>0</c:v>
                </c:pt>
                <c:pt idx="12346" formatCode="0.00">
                  <c:v>0</c:v>
                </c:pt>
                <c:pt idx="12347" formatCode="0.00">
                  <c:v>0</c:v>
                </c:pt>
                <c:pt idx="12348" formatCode="0.00">
                  <c:v>0</c:v>
                </c:pt>
                <c:pt idx="12349" formatCode="0.00">
                  <c:v>0</c:v>
                </c:pt>
                <c:pt idx="12350" formatCode="0.00">
                  <c:v>0</c:v>
                </c:pt>
                <c:pt idx="12351" formatCode="0.00">
                  <c:v>0</c:v>
                </c:pt>
                <c:pt idx="12352" formatCode="0.00">
                  <c:v>0</c:v>
                </c:pt>
                <c:pt idx="12353" formatCode="0.00">
                  <c:v>0</c:v>
                </c:pt>
                <c:pt idx="12354" formatCode="0.00">
                  <c:v>0</c:v>
                </c:pt>
                <c:pt idx="12355" formatCode="0.00">
                  <c:v>0</c:v>
                </c:pt>
                <c:pt idx="12356" formatCode="0.00">
                  <c:v>0</c:v>
                </c:pt>
                <c:pt idx="12357" formatCode="0.00">
                  <c:v>0</c:v>
                </c:pt>
                <c:pt idx="12358" formatCode="0.00">
                  <c:v>0</c:v>
                </c:pt>
                <c:pt idx="12359" formatCode="0.00">
                  <c:v>0</c:v>
                </c:pt>
                <c:pt idx="12360" formatCode="0.00">
                  <c:v>0</c:v>
                </c:pt>
                <c:pt idx="12361" formatCode="0.00">
                  <c:v>0</c:v>
                </c:pt>
                <c:pt idx="12362" formatCode="0.00">
                  <c:v>0</c:v>
                </c:pt>
                <c:pt idx="12363" formatCode="0.00">
                  <c:v>0</c:v>
                </c:pt>
                <c:pt idx="12364" formatCode="0.00">
                  <c:v>0</c:v>
                </c:pt>
                <c:pt idx="12365" formatCode="0.00">
                  <c:v>0</c:v>
                </c:pt>
                <c:pt idx="12366" formatCode="0.00">
                  <c:v>0</c:v>
                </c:pt>
                <c:pt idx="12367" formatCode="0.00">
                  <c:v>0</c:v>
                </c:pt>
                <c:pt idx="12368" formatCode="0.00">
                  <c:v>0</c:v>
                </c:pt>
                <c:pt idx="12369" formatCode="0.00">
                  <c:v>0</c:v>
                </c:pt>
                <c:pt idx="12370" formatCode="0.00">
                  <c:v>0</c:v>
                </c:pt>
                <c:pt idx="12371" formatCode="0.00">
                  <c:v>0</c:v>
                </c:pt>
                <c:pt idx="12372" formatCode="0.00">
                  <c:v>0</c:v>
                </c:pt>
                <c:pt idx="12373" formatCode="0.00">
                  <c:v>0</c:v>
                </c:pt>
                <c:pt idx="12374" formatCode="0.00">
                  <c:v>0</c:v>
                </c:pt>
                <c:pt idx="12375" formatCode="0.00">
                  <c:v>0</c:v>
                </c:pt>
                <c:pt idx="12376" formatCode="0.00">
                  <c:v>0</c:v>
                </c:pt>
                <c:pt idx="12377" formatCode="0.00">
                  <c:v>0</c:v>
                </c:pt>
                <c:pt idx="12378" formatCode="0.00">
                  <c:v>0</c:v>
                </c:pt>
                <c:pt idx="12379" formatCode="0.00">
                  <c:v>0</c:v>
                </c:pt>
                <c:pt idx="12380" formatCode="0.00">
                  <c:v>0</c:v>
                </c:pt>
                <c:pt idx="12381" formatCode="0.00">
                  <c:v>0</c:v>
                </c:pt>
                <c:pt idx="12382" formatCode="0.00">
                  <c:v>0</c:v>
                </c:pt>
                <c:pt idx="12383" formatCode="0.00">
                  <c:v>0</c:v>
                </c:pt>
                <c:pt idx="12384" formatCode="0.00">
                  <c:v>0</c:v>
                </c:pt>
                <c:pt idx="12385" formatCode="0.00">
                  <c:v>0</c:v>
                </c:pt>
                <c:pt idx="12386" formatCode="0.00">
                  <c:v>0</c:v>
                </c:pt>
                <c:pt idx="12387" formatCode="0.00">
                  <c:v>0</c:v>
                </c:pt>
                <c:pt idx="12388" formatCode="0.00">
                  <c:v>0</c:v>
                </c:pt>
                <c:pt idx="12389" formatCode="0.00">
                  <c:v>0</c:v>
                </c:pt>
                <c:pt idx="12390" formatCode="0.00">
                  <c:v>0</c:v>
                </c:pt>
                <c:pt idx="12391" formatCode="0.00">
                  <c:v>0</c:v>
                </c:pt>
                <c:pt idx="12392" formatCode="0.00">
                  <c:v>0</c:v>
                </c:pt>
                <c:pt idx="12393" formatCode="0.00">
                  <c:v>0</c:v>
                </c:pt>
                <c:pt idx="12394" formatCode="0.00">
                  <c:v>0</c:v>
                </c:pt>
                <c:pt idx="12395">
                  <c:v>12.5</c:v>
                </c:pt>
                <c:pt idx="12396">
                  <c:v>75</c:v>
                </c:pt>
                <c:pt idx="12397">
                  <c:v>62.75</c:v>
                </c:pt>
                <c:pt idx="12398">
                  <c:v>62.75</c:v>
                </c:pt>
                <c:pt idx="12399">
                  <c:v>63</c:v>
                </c:pt>
                <c:pt idx="12400">
                  <c:v>63</c:v>
                </c:pt>
                <c:pt idx="12401">
                  <c:v>75.63</c:v>
                </c:pt>
                <c:pt idx="12402">
                  <c:v>100.63</c:v>
                </c:pt>
                <c:pt idx="12403">
                  <c:v>100.95</c:v>
                </c:pt>
                <c:pt idx="12404">
                  <c:v>100.95</c:v>
                </c:pt>
                <c:pt idx="12405">
                  <c:v>125</c:v>
                </c:pt>
                <c:pt idx="12406">
                  <c:v>125</c:v>
                </c:pt>
                <c:pt idx="12407">
                  <c:v>125</c:v>
                </c:pt>
                <c:pt idx="12408">
                  <c:v>125</c:v>
                </c:pt>
                <c:pt idx="12409">
                  <c:v>125</c:v>
                </c:pt>
                <c:pt idx="12410">
                  <c:v>125</c:v>
                </c:pt>
                <c:pt idx="12411">
                  <c:v>125</c:v>
                </c:pt>
                <c:pt idx="12412">
                  <c:v>125</c:v>
                </c:pt>
                <c:pt idx="12413">
                  <c:v>125</c:v>
                </c:pt>
                <c:pt idx="12414">
                  <c:v>125</c:v>
                </c:pt>
                <c:pt idx="12415">
                  <c:v>125</c:v>
                </c:pt>
                <c:pt idx="12416">
                  <c:v>125</c:v>
                </c:pt>
                <c:pt idx="12417">
                  <c:v>125</c:v>
                </c:pt>
                <c:pt idx="12418">
                  <c:v>0.95</c:v>
                </c:pt>
                <c:pt idx="12419">
                  <c:v>0.63</c:v>
                </c:pt>
                <c:pt idx="12420">
                  <c:v>0.63</c:v>
                </c:pt>
                <c:pt idx="12421">
                  <c:v>0.5</c:v>
                </c:pt>
                <c:pt idx="12422">
                  <c:v>0.5</c:v>
                </c:pt>
                <c:pt idx="12423">
                  <c:v>0.25</c:v>
                </c:pt>
                <c:pt idx="12424">
                  <c:v>0.25</c:v>
                </c:pt>
                <c:pt idx="12425" formatCode="0.00">
                  <c:v>0</c:v>
                </c:pt>
                <c:pt idx="12426" formatCode="0.00">
                  <c:v>0</c:v>
                </c:pt>
                <c:pt idx="12427" formatCode="0.00">
                  <c:v>0</c:v>
                </c:pt>
                <c:pt idx="12428" formatCode="0.00">
                  <c:v>0</c:v>
                </c:pt>
                <c:pt idx="12429" formatCode="0.00">
                  <c:v>0</c:v>
                </c:pt>
                <c:pt idx="12430" formatCode="0.00">
                  <c:v>0</c:v>
                </c:pt>
                <c:pt idx="12431" formatCode="0.00">
                  <c:v>0</c:v>
                </c:pt>
                <c:pt idx="12432" formatCode="0.00">
                  <c:v>0</c:v>
                </c:pt>
                <c:pt idx="12433" formatCode="0.00">
                  <c:v>0</c:v>
                </c:pt>
                <c:pt idx="12434" formatCode="0.00">
                  <c:v>0</c:v>
                </c:pt>
                <c:pt idx="12435" formatCode="0.00">
                  <c:v>0</c:v>
                </c:pt>
                <c:pt idx="12436" formatCode="0.00">
                  <c:v>0</c:v>
                </c:pt>
                <c:pt idx="12437">
                  <c:v>0.25</c:v>
                </c:pt>
                <c:pt idx="12438">
                  <c:v>0.25</c:v>
                </c:pt>
                <c:pt idx="12439">
                  <c:v>0.5</c:v>
                </c:pt>
                <c:pt idx="12440">
                  <c:v>0.5</c:v>
                </c:pt>
                <c:pt idx="12441">
                  <c:v>0.63</c:v>
                </c:pt>
                <c:pt idx="12442">
                  <c:v>0.63</c:v>
                </c:pt>
                <c:pt idx="12443">
                  <c:v>0.95</c:v>
                </c:pt>
                <c:pt idx="12444">
                  <c:v>0.95</c:v>
                </c:pt>
                <c:pt idx="12445">
                  <c:v>0.95</c:v>
                </c:pt>
                <c:pt idx="12446">
                  <c:v>0.95</c:v>
                </c:pt>
                <c:pt idx="12447">
                  <c:v>0.95</c:v>
                </c:pt>
                <c:pt idx="12448">
                  <c:v>0.95</c:v>
                </c:pt>
                <c:pt idx="12449">
                  <c:v>0.95</c:v>
                </c:pt>
                <c:pt idx="12450">
                  <c:v>0.95</c:v>
                </c:pt>
                <c:pt idx="12451">
                  <c:v>0.95</c:v>
                </c:pt>
                <c:pt idx="12452">
                  <c:v>0.95</c:v>
                </c:pt>
                <c:pt idx="12453">
                  <c:v>0.95</c:v>
                </c:pt>
                <c:pt idx="12454">
                  <c:v>0.95</c:v>
                </c:pt>
                <c:pt idx="12455">
                  <c:v>0.95</c:v>
                </c:pt>
                <c:pt idx="12456">
                  <c:v>0.95</c:v>
                </c:pt>
                <c:pt idx="12457">
                  <c:v>0.95</c:v>
                </c:pt>
                <c:pt idx="12458">
                  <c:v>0.95</c:v>
                </c:pt>
                <c:pt idx="12459">
                  <c:v>0.63</c:v>
                </c:pt>
                <c:pt idx="12460">
                  <c:v>0.63</c:v>
                </c:pt>
                <c:pt idx="12461">
                  <c:v>0.5</c:v>
                </c:pt>
                <c:pt idx="12462">
                  <c:v>0.5</c:v>
                </c:pt>
                <c:pt idx="12463">
                  <c:v>0.25</c:v>
                </c:pt>
                <c:pt idx="12464">
                  <c:v>0.25</c:v>
                </c:pt>
                <c:pt idx="12465" formatCode="0.00">
                  <c:v>0</c:v>
                </c:pt>
                <c:pt idx="12466" formatCode="0.00">
                  <c:v>0</c:v>
                </c:pt>
                <c:pt idx="12467" formatCode="0.00">
                  <c:v>0</c:v>
                </c:pt>
                <c:pt idx="12468" formatCode="0.00">
                  <c:v>0</c:v>
                </c:pt>
                <c:pt idx="12469" formatCode="0.00">
                  <c:v>0</c:v>
                </c:pt>
                <c:pt idx="12470" formatCode="0.00">
                  <c:v>0</c:v>
                </c:pt>
                <c:pt idx="12471" formatCode="0.00">
                  <c:v>0</c:v>
                </c:pt>
                <c:pt idx="12472" formatCode="0.00">
                  <c:v>0</c:v>
                </c:pt>
                <c:pt idx="12473" formatCode="0.00">
                  <c:v>0</c:v>
                </c:pt>
                <c:pt idx="12474" formatCode="0.00">
                  <c:v>0</c:v>
                </c:pt>
                <c:pt idx="12475" formatCode="0.00">
                  <c:v>0</c:v>
                </c:pt>
                <c:pt idx="12476" formatCode="0.00">
                  <c:v>0</c:v>
                </c:pt>
                <c:pt idx="12477" formatCode="0.00">
                  <c:v>0</c:v>
                </c:pt>
                <c:pt idx="12478">
                  <c:v>32</c:v>
                </c:pt>
                <c:pt idx="12479">
                  <c:v>57</c:v>
                </c:pt>
                <c:pt idx="12480">
                  <c:v>107</c:v>
                </c:pt>
                <c:pt idx="12481">
                  <c:v>125</c:v>
                </c:pt>
                <c:pt idx="12482">
                  <c:v>125</c:v>
                </c:pt>
                <c:pt idx="12483">
                  <c:v>125</c:v>
                </c:pt>
                <c:pt idx="12484">
                  <c:v>125</c:v>
                </c:pt>
                <c:pt idx="12485">
                  <c:v>125</c:v>
                </c:pt>
                <c:pt idx="12486">
                  <c:v>125</c:v>
                </c:pt>
                <c:pt idx="12487">
                  <c:v>125</c:v>
                </c:pt>
                <c:pt idx="12488">
                  <c:v>125</c:v>
                </c:pt>
                <c:pt idx="12489">
                  <c:v>125</c:v>
                </c:pt>
                <c:pt idx="12490">
                  <c:v>125</c:v>
                </c:pt>
                <c:pt idx="12491">
                  <c:v>125</c:v>
                </c:pt>
                <c:pt idx="12492">
                  <c:v>125</c:v>
                </c:pt>
                <c:pt idx="12493">
                  <c:v>125</c:v>
                </c:pt>
                <c:pt idx="12494">
                  <c:v>125</c:v>
                </c:pt>
                <c:pt idx="12495">
                  <c:v>119.5</c:v>
                </c:pt>
                <c:pt idx="12496">
                  <c:v>94.5</c:v>
                </c:pt>
                <c:pt idx="12497" formatCode="0.00">
                  <c:v>0</c:v>
                </c:pt>
                <c:pt idx="12498" formatCode="0.00">
                  <c:v>0</c:v>
                </c:pt>
                <c:pt idx="12499" formatCode="0.00">
                  <c:v>0</c:v>
                </c:pt>
                <c:pt idx="12500" formatCode="0.00">
                  <c:v>0</c:v>
                </c:pt>
                <c:pt idx="12501" formatCode="0.00">
                  <c:v>0</c:v>
                </c:pt>
                <c:pt idx="12502" formatCode="0.00">
                  <c:v>0</c:v>
                </c:pt>
                <c:pt idx="12503" formatCode="0.00">
                  <c:v>0</c:v>
                </c:pt>
                <c:pt idx="12504" formatCode="0.00">
                  <c:v>0</c:v>
                </c:pt>
                <c:pt idx="12505" formatCode="0.00">
                  <c:v>0</c:v>
                </c:pt>
                <c:pt idx="12506" formatCode="0.00">
                  <c:v>0</c:v>
                </c:pt>
                <c:pt idx="12507" formatCode="0.00">
                  <c:v>0</c:v>
                </c:pt>
                <c:pt idx="12508" formatCode="0.00">
                  <c:v>0</c:v>
                </c:pt>
                <c:pt idx="12509" formatCode="0.00">
                  <c:v>0</c:v>
                </c:pt>
                <c:pt idx="12510" formatCode="0.00">
                  <c:v>0</c:v>
                </c:pt>
                <c:pt idx="12511" formatCode="0.00">
                  <c:v>0</c:v>
                </c:pt>
                <c:pt idx="12512" formatCode="0.00">
                  <c:v>0</c:v>
                </c:pt>
                <c:pt idx="12513" formatCode="0.00">
                  <c:v>0</c:v>
                </c:pt>
                <c:pt idx="12514" formatCode="0.00">
                  <c:v>0</c:v>
                </c:pt>
                <c:pt idx="12515" formatCode="0.00">
                  <c:v>0</c:v>
                </c:pt>
                <c:pt idx="12516" formatCode="0.00">
                  <c:v>0</c:v>
                </c:pt>
                <c:pt idx="12517" formatCode="0.00">
                  <c:v>0</c:v>
                </c:pt>
                <c:pt idx="12518" formatCode="0.00">
                  <c:v>0</c:v>
                </c:pt>
                <c:pt idx="12519" formatCode="0.00">
                  <c:v>0</c:v>
                </c:pt>
                <c:pt idx="12520" formatCode="0.00">
                  <c:v>0</c:v>
                </c:pt>
                <c:pt idx="12521" formatCode="0.00">
                  <c:v>0</c:v>
                </c:pt>
                <c:pt idx="12522" formatCode="0.00">
                  <c:v>0</c:v>
                </c:pt>
                <c:pt idx="12523" formatCode="0.00">
                  <c:v>0</c:v>
                </c:pt>
                <c:pt idx="12524" formatCode="0.00">
                  <c:v>0</c:v>
                </c:pt>
                <c:pt idx="12525" formatCode="0.00">
                  <c:v>0</c:v>
                </c:pt>
                <c:pt idx="12526" formatCode="0.00">
                  <c:v>0</c:v>
                </c:pt>
                <c:pt idx="12527" formatCode="0.00">
                  <c:v>0</c:v>
                </c:pt>
                <c:pt idx="12528" formatCode="0.00">
                  <c:v>0</c:v>
                </c:pt>
                <c:pt idx="12529" formatCode="0.00">
                  <c:v>0</c:v>
                </c:pt>
                <c:pt idx="12530" formatCode="0.00">
                  <c:v>0</c:v>
                </c:pt>
                <c:pt idx="12531" formatCode="0.00">
                  <c:v>0</c:v>
                </c:pt>
                <c:pt idx="12532" formatCode="0.00">
                  <c:v>0</c:v>
                </c:pt>
                <c:pt idx="12533" formatCode="0.00">
                  <c:v>0</c:v>
                </c:pt>
                <c:pt idx="12534" formatCode="0.00">
                  <c:v>0</c:v>
                </c:pt>
                <c:pt idx="12535" formatCode="0.00">
                  <c:v>0</c:v>
                </c:pt>
                <c:pt idx="12536" formatCode="0.00">
                  <c:v>0</c:v>
                </c:pt>
                <c:pt idx="12537" formatCode="0.00">
                  <c:v>0</c:v>
                </c:pt>
                <c:pt idx="12538" formatCode="0.00">
                  <c:v>0</c:v>
                </c:pt>
                <c:pt idx="12539" formatCode="0.00">
                  <c:v>0</c:v>
                </c:pt>
                <c:pt idx="12540" formatCode="0.00">
                  <c:v>0</c:v>
                </c:pt>
                <c:pt idx="12541" formatCode="0.00">
                  <c:v>0</c:v>
                </c:pt>
                <c:pt idx="12542" formatCode="0.00">
                  <c:v>0</c:v>
                </c:pt>
                <c:pt idx="12543" formatCode="0.00">
                  <c:v>0</c:v>
                </c:pt>
                <c:pt idx="12544" formatCode="0.00">
                  <c:v>0</c:v>
                </c:pt>
                <c:pt idx="12545" formatCode="0.00">
                  <c:v>0</c:v>
                </c:pt>
                <c:pt idx="12546" formatCode="0.00">
                  <c:v>0</c:v>
                </c:pt>
                <c:pt idx="12547" formatCode="0.00">
                  <c:v>0</c:v>
                </c:pt>
                <c:pt idx="12548" formatCode="0.00">
                  <c:v>0</c:v>
                </c:pt>
                <c:pt idx="12549" formatCode="0.00">
                  <c:v>0</c:v>
                </c:pt>
                <c:pt idx="12550" formatCode="0.00">
                  <c:v>0</c:v>
                </c:pt>
                <c:pt idx="12551" formatCode="0.00">
                  <c:v>0</c:v>
                </c:pt>
                <c:pt idx="12552" formatCode="0.00">
                  <c:v>0</c:v>
                </c:pt>
                <c:pt idx="12553" formatCode="0.00">
                  <c:v>0</c:v>
                </c:pt>
                <c:pt idx="12554" formatCode="0.00">
                  <c:v>0</c:v>
                </c:pt>
                <c:pt idx="12555" formatCode="0.00">
                  <c:v>0</c:v>
                </c:pt>
                <c:pt idx="12556" formatCode="0.00">
                  <c:v>0</c:v>
                </c:pt>
                <c:pt idx="12557" formatCode="0.00">
                  <c:v>0</c:v>
                </c:pt>
                <c:pt idx="12558" formatCode="0.00">
                  <c:v>0</c:v>
                </c:pt>
                <c:pt idx="12559">
                  <c:v>25.38</c:v>
                </c:pt>
                <c:pt idx="12560">
                  <c:v>22.4</c:v>
                </c:pt>
                <c:pt idx="12561">
                  <c:v>22.25</c:v>
                </c:pt>
                <c:pt idx="12562">
                  <c:v>22.2</c:v>
                </c:pt>
                <c:pt idx="12563">
                  <c:v>28.15</c:v>
                </c:pt>
                <c:pt idx="12564">
                  <c:v>28.08</c:v>
                </c:pt>
                <c:pt idx="12565">
                  <c:v>27.25</c:v>
                </c:pt>
                <c:pt idx="12566">
                  <c:v>27.25</c:v>
                </c:pt>
                <c:pt idx="12567">
                  <c:v>27.13</c:v>
                </c:pt>
                <c:pt idx="12568">
                  <c:v>26.6</c:v>
                </c:pt>
                <c:pt idx="12569">
                  <c:v>26.6</c:v>
                </c:pt>
                <c:pt idx="12570">
                  <c:v>26.55</c:v>
                </c:pt>
                <c:pt idx="12571">
                  <c:v>24.18</c:v>
                </c:pt>
                <c:pt idx="12572">
                  <c:v>20.55</c:v>
                </c:pt>
                <c:pt idx="12573">
                  <c:v>19.600000000000001</c:v>
                </c:pt>
                <c:pt idx="12574">
                  <c:v>19.28</c:v>
                </c:pt>
                <c:pt idx="12575">
                  <c:v>18.95</c:v>
                </c:pt>
                <c:pt idx="12576">
                  <c:v>19.03</c:v>
                </c:pt>
                <c:pt idx="12577">
                  <c:v>18.579999999999998</c:v>
                </c:pt>
                <c:pt idx="12578">
                  <c:v>18.55</c:v>
                </c:pt>
                <c:pt idx="12579">
                  <c:v>12.25</c:v>
                </c:pt>
                <c:pt idx="12580">
                  <c:v>12.45</c:v>
                </c:pt>
                <c:pt idx="12581" formatCode="0.00">
                  <c:v>0</c:v>
                </c:pt>
                <c:pt idx="12582" formatCode="0.00">
                  <c:v>0</c:v>
                </c:pt>
                <c:pt idx="12583" formatCode="0.00">
                  <c:v>0</c:v>
                </c:pt>
                <c:pt idx="12584" formatCode="0.00">
                  <c:v>0</c:v>
                </c:pt>
                <c:pt idx="12585" formatCode="0.00">
                  <c:v>0</c:v>
                </c:pt>
                <c:pt idx="12586" formatCode="0.00">
                  <c:v>0</c:v>
                </c:pt>
                <c:pt idx="12587" formatCode="0.00">
                  <c:v>0</c:v>
                </c:pt>
                <c:pt idx="12588" formatCode="0.00">
                  <c:v>0</c:v>
                </c:pt>
                <c:pt idx="12589" formatCode="0.00">
                  <c:v>0</c:v>
                </c:pt>
                <c:pt idx="12590" formatCode="0.00">
                  <c:v>0</c:v>
                </c:pt>
                <c:pt idx="12591" formatCode="0.00">
                  <c:v>0</c:v>
                </c:pt>
                <c:pt idx="12592" formatCode="0.00">
                  <c:v>0</c:v>
                </c:pt>
                <c:pt idx="12593" formatCode="0.00">
                  <c:v>0</c:v>
                </c:pt>
                <c:pt idx="12594" formatCode="0.00">
                  <c:v>0</c:v>
                </c:pt>
                <c:pt idx="12595">
                  <c:v>37.799999999999997</c:v>
                </c:pt>
                <c:pt idx="12596">
                  <c:v>38.049999999999997</c:v>
                </c:pt>
                <c:pt idx="12597">
                  <c:v>38.65</c:v>
                </c:pt>
                <c:pt idx="12598">
                  <c:v>38.28</c:v>
                </c:pt>
                <c:pt idx="12599">
                  <c:v>38.85</c:v>
                </c:pt>
                <c:pt idx="12600">
                  <c:v>38.299999999999997</c:v>
                </c:pt>
                <c:pt idx="12601">
                  <c:v>38.68</c:v>
                </c:pt>
                <c:pt idx="12602">
                  <c:v>38.93</c:v>
                </c:pt>
                <c:pt idx="12603">
                  <c:v>46.58</c:v>
                </c:pt>
                <c:pt idx="12604">
                  <c:v>43.33</c:v>
                </c:pt>
                <c:pt idx="12605">
                  <c:v>43.33</c:v>
                </c:pt>
                <c:pt idx="12606">
                  <c:v>43.33</c:v>
                </c:pt>
                <c:pt idx="12607">
                  <c:v>42.33</c:v>
                </c:pt>
                <c:pt idx="12608">
                  <c:v>41.9</c:v>
                </c:pt>
                <c:pt idx="12609">
                  <c:v>41.9</c:v>
                </c:pt>
                <c:pt idx="12610">
                  <c:v>41.83</c:v>
                </c:pt>
                <c:pt idx="12611">
                  <c:v>36.950000000000003</c:v>
                </c:pt>
                <c:pt idx="12612">
                  <c:v>36.58</c:v>
                </c:pt>
                <c:pt idx="12613">
                  <c:v>35.68</c:v>
                </c:pt>
                <c:pt idx="12614">
                  <c:v>35.380000000000003</c:v>
                </c:pt>
                <c:pt idx="12615">
                  <c:v>35.049999999999997</c:v>
                </c:pt>
                <c:pt idx="12616">
                  <c:v>35.130000000000003</c:v>
                </c:pt>
                <c:pt idx="12617">
                  <c:v>34.68</c:v>
                </c:pt>
                <c:pt idx="12618">
                  <c:v>33.65</c:v>
                </c:pt>
                <c:pt idx="12619">
                  <c:v>33.28</c:v>
                </c:pt>
                <c:pt idx="12620">
                  <c:v>33.479999999999997</c:v>
                </c:pt>
                <c:pt idx="12621">
                  <c:v>0.5</c:v>
                </c:pt>
                <c:pt idx="12622">
                  <c:v>0.5</c:v>
                </c:pt>
                <c:pt idx="12623">
                  <c:v>0.25</c:v>
                </c:pt>
                <c:pt idx="12624">
                  <c:v>0.25</c:v>
                </c:pt>
                <c:pt idx="12625" formatCode="0.00">
                  <c:v>0</c:v>
                </c:pt>
                <c:pt idx="12626" formatCode="0.00">
                  <c:v>0</c:v>
                </c:pt>
                <c:pt idx="12627" formatCode="0.00">
                  <c:v>0</c:v>
                </c:pt>
                <c:pt idx="12628" formatCode="0.00">
                  <c:v>0</c:v>
                </c:pt>
                <c:pt idx="12629" formatCode="0.00">
                  <c:v>0</c:v>
                </c:pt>
                <c:pt idx="12630" formatCode="0.00">
                  <c:v>0</c:v>
                </c:pt>
                <c:pt idx="12631" formatCode="0.00">
                  <c:v>0</c:v>
                </c:pt>
                <c:pt idx="12632" formatCode="0.00">
                  <c:v>0</c:v>
                </c:pt>
                <c:pt idx="12633" formatCode="0.00">
                  <c:v>0</c:v>
                </c:pt>
                <c:pt idx="12634" formatCode="0.00">
                  <c:v>0</c:v>
                </c:pt>
                <c:pt idx="12635" formatCode="0.00">
                  <c:v>0</c:v>
                </c:pt>
                <c:pt idx="12636" formatCode="0.00">
                  <c:v>0</c:v>
                </c:pt>
                <c:pt idx="12637">
                  <c:v>0.25</c:v>
                </c:pt>
                <c:pt idx="12638">
                  <c:v>0.25</c:v>
                </c:pt>
                <c:pt idx="12639">
                  <c:v>0.5</c:v>
                </c:pt>
                <c:pt idx="12640">
                  <c:v>0.5</c:v>
                </c:pt>
                <c:pt idx="12641">
                  <c:v>0.63</c:v>
                </c:pt>
                <c:pt idx="12642">
                  <c:v>0.63</c:v>
                </c:pt>
                <c:pt idx="12643">
                  <c:v>0.95</c:v>
                </c:pt>
                <c:pt idx="12644">
                  <c:v>0.95</c:v>
                </c:pt>
                <c:pt idx="12645">
                  <c:v>0.95</c:v>
                </c:pt>
                <c:pt idx="12646">
                  <c:v>0.95</c:v>
                </c:pt>
                <c:pt idx="12647">
                  <c:v>0.95</c:v>
                </c:pt>
                <c:pt idx="12648">
                  <c:v>0.95</c:v>
                </c:pt>
                <c:pt idx="12649">
                  <c:v>0.95</c:v>
                </c:pt>
                <c:pt idx="12650">
                  <c:v>0.95</c:v>
                </c:pt>
                <c:pt idx="12651">
                  <c:v>0.95</c:v>
                </c:pt>
                <c:pt idx="12652">
                  <c:v>0.95</c:v>
                </c:pt>
                <c:pt idx="12653">
                  <c:v>0.95</c:v>
                </c:pt>
                <c:pt idx="12654">
                  <c:v>0.95</c:v>
                </c:pt>
                <c:pt idx="12655">
                  <c:v>0.95</c:v>
                </c:pt>
                <c:pt idx="12656">
                  <c:v>0.95</c:v>
                </c:pt>
                <c:pt idx="12657">
                  <c:v>0.95</c:v>
                </c:pt>
                <c:pt idx="12658">
                  <c:v>0.95</c:v>
                </c:pt>
                <c:pt idx="12659">
                  <c:v>0.63</c:v>
                </c:pt>
                <c:pt idx="12660">
                  <c:v>0.63</c:v>
                </c:pt>
                <c:pt idx="12661">
                  <c:v>0.38</c:v>
                </c:pt>
                <c:pt idx="12662">
                  <c:v>0.38</c:v>
                </c:pt>
                <c:pt idx="12663" formatCode="0.00">
                  <c:v>0</c:v>
                </c:pt>
                <c:pt idx="12664" formatCode="0.00">
                  <c:v>0</c:v>
                </c:pt>
                <c:pt idx="12665" formatCode="0.00">
                  <c:v>0</c:v>
                </c:pt>
                <c:pt idx="12666" formatCode="0.00">
                  <c:v>0</c:v>
                </c:pt>
                <c:pt idx="12667" formatCode="0.00">
                  <c:v>0</c:v>
                </c:pt>
                <c:pt idx="12668" formatCode="0.00">
                  <c:v>0</c:v>
                </c:pt>
                <c:pt idx="12669" formatCode="0.00">
                  <c:v>0</c:v>
                </c:pt>
                <c:pt idx="12670" formatCode="0.00">
                  <c:v>0</c:v>
                </c:pt>
                <c:pt idx="12671" formatCode="0.00">
                  <c:v>0</c:v>
                </c:pt>
                <c:pt idx="12672" formatCode="0.00">
                  <c:v>0</c:v>
                </c:pt>
                <c:pt idx="12673" formatCode="0.00">
                  <c:v>0</c:v>
                </c:pt>
                <c:pt idx="12674" formatCode="0.00">
                  <c:v>0</c:v>
                </c:pt>
                <c:pt idx="12675" formatCode="0.00">
                  <c:v>0</c:v>
                </c:pt>
                <c:pt idx="12676" formatCode="0.00">
                  <c:v>0</c:v>
                </c:pt>
                <c:pt idx="12677">
                  <c:v>0.25</c:v>
                </c:pt>
                <c:pt idx="12678">
                  <c:v>0.25</c:v>
                </c:pt>
                <c:pt idx="12679">
                  <c:v>0.5</c:v>
                </c:pt>
                <c:pt idx="12680">
                  <c:v>0.5</c:v>
                </c:pt>
                <c:pt idx="12681">
                  <c:v>125</c:v>
                </c:pt>
                <c:pt idx="12682">
                  <c:v>125</c:v>
                </c:pt>
                <c:pt idx="12683">
                  <c:v>125</c:v>
                </c:pt>
                <c:pt idx="12684">
                  <c:v>125</c:v>
                </c:pt>
                <c:pt idx="12685">
                  <c:v>125</c:v>
                </c:pt>
                <c:pt idx="12686">
                  <c:v>125</c:v>
                </c:pt>
                <c:pt idx="12687">
                  <c:v>125</c:v>
                </c:pt>
                <c:pt idx="12688">
                  <c:v>125</c:v>
                </c:pt>
                <c:pt idx="12689">
                  <c:v>0.95</c:v>
                </c:pt>
                <c:pt idx="12690">
                  <c:v>0.95</c:v>
                </c:pt>
                <c:pt idx="12691">
                  <c:v>0.95</c:v>
                </c:pt>
                <c:pt idx="12692">
                  <c:v>0.95</c:v>
                </c:pt>
                <c:pt idx="12693">
                  <c:v>0.95</c:v>
                </c:pt>
                <c:pt idx="12694">
                  <c:v>0.95</c:v>
                </c:pt>
                <c:pt idx="12695">
                  <c:v>0.95</c:v>
                </c:pt>
                <c:pt idx="12696">
                  <c:v>0.95</c:v>
                </c:pt>
                <c:pt idx="12697">
                  <c:v>0.95</c:v>
                </c:pt>
                <c:pt idx="12698">
                  <c:v>0.95</c:v>
                </c:pt>
                <c:pt idx="12699">
                  <c:v>0.63</c:v>
                </c:pt>
                <c:pt idx="12700">
                  <c:v>0.63</c:v>
                </c:pt>
                <c:pt idx="12701">
                  <c:v>0.38</c:v>
                </c:pt>
                <c:pt idx="12702">
                  <c:v>0.38</c:v>
                </c:pt>
                <c:pt idx="12703" formatCode="0.00">
                  <c:v>0</c:v>
                </c:pt>
                <c:pt idx="12704" formatCode="0.00">
                  <c:v>0</c:v>
                </c:pt>
                <c:pt idx="12705" formatCode="0.00">
                  <c:v>0</c:v>
                </c:pt>
                <c:pt idx="12706" formatCode="0.00">
                  <c:v>0</c:v>
                </c:pt>
                <c:pt idx="12707" formatCode="0.00">
                  <c:v>0</c:v>
                </c:pt>
                <c:pt idx="12708" formatCode="0.00">
                  <c:v>0</c:v>
                </c:pt>
                <c:pt idx="12709" formatCode="0.00">
                  <c:v>0</c:v>
                </c:pt>
                <c:pt idx="12710" formatCode="0.00">
                  <c:v>0</c:v>
                </c:pt>
                <c:pt idx="12711" formatCode="0.00">
                  <c:v>0</c:v>
                </c:pt>
                <c:pt idx="12712" formatCode="0.00">
                  <c:v>0</c:v>
                </c:pt>
                <c:pt idx="12713" formatCode="0.00">
                  <c:v>0</c:v>
                </c:pt>
                <c:pt idx="12714" formatCode="0.00">
                  <c:v>0</c:v>
                </c:pt>
                <c:pt idx="12715" formatCode="0.00">
                  <c:v>0</c:v>
                </c:pt>
                <c:pt idx="12716" formatCode="0.00">
                  <c:v>0</c:v>
                </c:pt>
                <c:pt idx="12717" formatCode="0.00">
                  <c:v>0</c:v>
                </c:pt>
                <c:pt idx="12718" formatCode="0.00">
                  <c:v>0</c:v>
                </c:pt>
                <c:pt idx="12719" formatCode="0.00">
                  <c:v>0</c:v>
                </c:pt>
                <c:pt idx="12720" formatCode="0.00">
                  <c:v>0</c:v>
                </c:pt>
                <c:pt idx="12721" formatCode="0.00">
                  <c:v>0</c:v>
                </c:pt>
                <c:pt idx="12722" formatCode="0.00">
                  <c:v>0</c:v>
                </c:pt>
                <c:pt idx="12723" formatCode="0.00">
                  <c:v>0</c:v>
                </c:pt>
                <c:pt idx="12724" formatCode="0.00">
                  <c:v>0</c:v>
                </c:pt>
                <c:pt idx="12725" formatCode="0.00">
                  <c:v>0</c:v>
                </c:pt>
                <c:pt idx="12726" formatCode="0.00">
                  <c:v>0</c:v>
                </c:pt>
                <c:pt idx="12727" formatCode="0.00">
                  <c:v>0</c:v>
                </c:pt>
                <c:pt idx="12728" formatCode="0.00">
                  <c:v>0</c:v>
                </c:pt>
                <c:pt idx="12729" formatCode="0.00">
                  <c:v>0</c:v>
                </c:pt>
                <c:pt idx="12730" formatCode="0.00">
                  <c:v>0</c:v>
                </c:pt>
                <c:pt idx="12731" formatCode="0.00">
                  <c:v>0</c:v>
                </c:pt>
                <c:pt idx="12732" formatCode="0.00">
                  <c:v>0</c:v>
                </c:pt>
                <c:pt idx="12733" formatCode="0.00">
                  <c:v>0</c:v>
                </c:pt>
                <c:pt idx="12734" formatCode="0.00">
                  <c:v>0</c:v>
                </c:pt>
                <c:pt idx="12735" formatCode="0.00">
                  <c:v>0</c:v>
                </c:pt>
                <c:pt idx="12736" formatCode="0.00">
                  <c:v>0</c:v>
                </c:pt>
                <c:pt idx="12737" formatCode="0.00">
                  <c:v>0</c:v>
                </c:pt>
                <c:pt idx="12738" formatCode="0.00">
                  <c:v>0</c:v>
                </c:pt>
                <c:pt idx="12739" formatCode="0.00">
                  <c:v>0</c:v>
                </c:pt>
                <c:pt idx="12740" formatCode="0.00">
                  <c:v>0</c:v>
                </c:pt>
                <c:pt idx="12741" formatCode="0.00">
                  <c:v>0</c:v>
                </c:pt>
                <c:pt idx="12742" formatCode="0.00">
                  <c:v>0</c:v>
                </c:pt>
                <c:pt idx="12743" formatCode="0.00">
                  <c:v>0</c:v>
                </c:pt>
                <c:pt idx="12744" formatCode="0.00">
                  <c:v>0</c:v>
                </c:pt>
                <c:pt idx="12745" formatCode="0.00">
                  <c:v>0</c:v>
                </c:pt>
                <c:pt idx="12746" formatCode="0.00">
                  <c:v>0</c:v>
                </c:pt>
                <c:pt idx="12747" formatCode="0.00">
                  <c:v>0</c:v>
                </c:pt>
                <c:pt idx="12748" formatCode="0.00">
                  <c:v>0</c:v>
                </c:pt>
                <c:pt idx="12749" formatCode="0.00">
                  <c:v>0</c:v>
                </c:pt>
                <c:pt idx="12750" formatCode="0.00">
                  <c:v>0</c:v>
                </c:pt>
                <c:pt idx="12751" formatCode="0.00">
                  <c:v>0</c:v>
                </c:pt>
                <c:pt idx="12752" formatCode="0.00">
                  <c:v>0</c:v>
                </c:pt>
                <c:pt idx="12753" formatCode="0.00">
                  <c:v>0</c:v>
                </c:pt>
                <c:pt idx="12754" formatCode="0.00">
                  <c:v>0</c:v>
                </c:pt>
                <c:pt idx="12755" formatCode="0.00">
                  <c:v>0</c:v>
                </c:pt>
                <c:pt idx="12756" formatCode="0.00">
                  <c:v>0</c:v>
                </c:pt>
                <c:pt idx="12757" formatCode="0.00">
                  <c:v>0</c:v>
                </c:pt>
                <c:pt idx="12758" formatCode="0.00">
                  <c:v>0</c:v>
                </c:pt>
                <c:pt idx="12759" formatCode="0.00">
                  <c:v>0</c:v>
                </c:pt>
                <c:pt idx="12760" formatCode="0.00">
                  <c:v>0</c:v>
                </c:pt>
                <c:pt idx="12761" formatCode="0.00">
                  <c:v>0</c:v>
                </c:pt>
                <c:pt idx="12762" formatCode="0.00">
                  <c:v>0</c:v>
                </c:pt>
                <c:pt idx="12763" formatCode="0.00">
                  <c:v>0</c:v>
                </c:pt>
                <c:pt idx="12764" formatCode="0.00">
                  <c:v>0</c:v>
                </c:pt>
                <c:pt idx="12765" formatCode="0.00">
                  <c:v>0</c:v>
                </c:pt>
                <c:pt idx="12766" formatCode="0.00">
                  <c:v>0</c:v>
                </c:pt>
                <c:pt idx="12767" formatCode="0.00">
                  <c:v>0</c:v>
                </c:pt>
                <c:pt idx="12768" formatCode="0.00">
                  <c:v>0</c:v>
                </c:pt>
                <c:pt idx="12769" formatCode="0.00">
                  <c:v>0</c:v>
                </c:pt>
                <c:pt idx="12770" formatCode="0.00">
                  <c:v>0</c:v>
                </c:pt>
                <c:pt idx="12771" formatCode="0.00">
                  <c:v>0</c:v>
                </c:pt>
                <c:pt idx="12772" formatCode="0.00">
                  <c:v>0</c:v>
                </c:pt>
                <c:pt idx="12773" formatCode="0.00">
                  <c:v>0</c:v>
                </c:pt>
                <c:pt idx="12774" formatCode="0.00">
                  <c:v>0</c:v>
                </c:pt>
                <c:pt idx="12775" formatCode="0.00">
                  <c:v>0</c:v>
                </c:pt>
                <c:pt idx="12776" formatCode="0.00">
                  <c:v>0</c:v>
                </c:pt>
                <c:pt idx="12777" formatCode="0.00">
                  <c:v>0</c:v>
                </c:pt>
                <c:pt idx="12778" formatCode="0.00">
                  <c:v>0</c:v>
                </c:pt>
                <c:pt idx="12779" formatCode="0.00">
                  <c:v>0</c:v>
                </c:pt>
                <c:pt idx="12780" formatCode="0.00">
                  <c:v>0</c:v>
                </c:pt>
                <c:pt idx="12781" formatCode="0.00">
                  <c:v>0</c:v>
                </c:pt>
                <c:pt idx="12782" formatCode="0.00">
                  <c:v>0</c:v>
                </c:pt>
                <c:pt idx="12783" formatCode="0.00">
                  <c:v>0</c:v>
                </c:pt>
                <c:pt idx="12784" formatCode="0.00">
                  <c:v>0</c:v>
                </c:pt>
                <c:pt idx="12785" formatCode="0.00">
                  <c:v>0</c:v>
                </c:pt>
                <c:pt idx="12786" formatCode="0.00">
                  <c:v>0</c:v>
                </c:pt>
                <c:pt idx="12787" formatCode="0.00">
                  <c:v>0</c:v>
                </c:pt>
                <c:pt idx="12788" formatCode="0.00">
                  <c:v>0</c:v>
                </c:pt>
                <c:pt idx="12789" formatCode="0.00">
                  <c:v>0</c:v>
                </c:pt>
                <c:pt idx="12790" formatCode="0.00">
                  <c:v>0</c:v>
                </c:pt>
                <c:pt idx="12791" formatCode="0.00">
                  <c:v>0</c:v>
                </c:pt>
                <c:pt idx="12792" formatCode="0.00">
                  <c:v>0</c:v>
                </c:pt>
                <c:pt idx="12793" formatCode="0.00">
                  <c:v>0</c:v>
                </c:pt>
                <c:pt idx="12794" formatCode="0.00">
                  <c:v>0</c:v>
                </c:pt>
                <c:pt idx="12795" formatCode="0.00">
                  <c:v>0</c:v>
                </c:pt>
                <c:pt idx="12796" formatCode="0.00">
                  <c:v>0</c:v>
                </c:pt>
                <c:pt idx="12797" formatCode="0.00">
                  <c:v>0</c:v>
                </c:pt>
                <c:pt idx="12798" formatCode="0.00">
                  <c:v>0</c:v>
                </c:pt>
                <c:pt idx="12799" formatCode="0.00">
                  <c:v>0</c:v>
                </c:pt>
                <c:pt idx="12800" formatCode="0.00">
                  <c:v>0</c:v>
                </c:pt>
                <c:pt idx="12801" formatCode="0.00">
                  <c:v>0</c:v>
                </c:pt>
                <c:pt idx="12802" formatCode="0.00">
                  <c:v>0</c:v>
                </c:pt>
                <c:pt idx="12803" formatCode="0.00">
                  <c:v>0</c:v>
                </c:pt>
                <c:pt idx="12804" formatCode="0.00">
                  <c:v>0</c:v>
                </c:pt>
                <c:pt idx="12805" formatCode="0.00">
                  <c:v>0</c:v>
                </c:pt>
                <c:pt idx="12806" formatCode="0.00">
                  <c:v>0</c:v>
                </c:pt>
                <c:pt idx="12807" formatCode="0.00">
                  <c:v>0</c:v>
                </c:pt>
                <c:pt idx="12808" formatCode="0.00">
                  <c:v>0</c:v>
                </c:pt>
                <c:pt idx="12809" formatCode="0.00">
                  <c:v>0</c:v>
                </c:pt>
                <c:pt idx="12810" formatCode="0.00">
                  <c:v>0</c:v>
                </c:pt>
                <c:pt idx="12811" formatCode="0.00">
                  <c:v>0</c:v>
                </c:pt>
                <c:pt idx="12812" formatCode="0.00">
                  <c:v>0</c:v>
                </c:pt>
                <c:pt idx="12813" formatCode="0.00">
                  <c:v>0</c:v>
                </c:pt>
                <c:pt idx="12814" formatCode="0.00">
                  <c:v>0</c:v>
                </c:pt>
                <c:pt idx="12815" formatCode="0.00">
                  <c:v>0</c:v>
                </c:pt>
                <c:pt idx="12816" formatCode="0.00">
                  <c:v>0</c:v>
                </c:pt>
                <c:pt idx="12817" formatCode="0.00">
                  <c:v>0</c:v>
                </c:pt>
                <c:pt idx="12818" formatCode="0.00">
                  <c:v>0</c:v>
                </c:pt>
                <c:pt idx="12819" formatCode="0.00">
                  <c:v>0</c:v>
                </c:pt>
                <c:pt idx="12820" formatCode="0.00">
                  <c:v>0</c:v>
                </c:pt>
                <c:pt idx="12821" formatCode="0.00">
                  <c:v>0</c:v>
                </c:pt>
                <c:pt idx="12822" formatCode="0.00">
                  <c:v>0</c:v>
                </c:pt>
                <c:pt idx="12823" formatCode="0.00">
                  <c:v>0</c:v>
                </c:pt>
                <c:pt idx="12824" formatCode="0.00">
                  <c:v>0</c:v>
                </c:pt>
                <c:pt idx="12825" formatCode="0.00">
                  <c:v>0</c:v>
                </c:pt>
                <c:pt idx="12826" formatCode="0.00">
                  <c:v>0</c:v>
                </c:pt>
                <c:pt idx="12827" formatCode="0.00">
                  <c:v>0</c:v>
                </c:pt>
                <c:pt idx="12828" formatCode="0.00">
                  <c:v>0</c:v>
                </c:pt>
                <c:pt idx="12829" formatCode="0.00">
                  <c:v>0</c:v>
                </c:pt>
                <c:pt idx="12830" formatCode="0.00">
                  <c:v>0</c:v>
                </c:pt>
                <c:pt idx="12831" formatCode="0.00">
                  <c:v>0</c:v>
                </c:pt>
                <c:pt idx="12832" formatCode="0.00">
                  <c:v>0</c:v>
                </c:pt>
                <c:pt idx="12833" formatCode="0.00">
                  <c:v>0</c:v>
                </c:pt>
                <c:pt idx="12834" formatCode="0.00">
                  <c:v>0</c:v>
                </c:pt>
                <c:pt idx="12835" formatCode="0.00">
                  <c:v>0</c:v>
                </c:pt>
                <c:pt idx="12836" formatCode="0.00">
                  <c:v>0</c:v>
                </c:pt>
                <c:pt idx="12837" formatCode="0.00">
                  <c:v>0</c:v>
                </c:pt>
                <c:pt idx="12838" formatCode="0.00">
                  <c:v>0</c:v>
                </c:pt>
                <c:pt idx="12839" formatCode="0.00">
                  <c:v>0</c:v>
                </c:pt>
                <c:pt idx="12840" formatCode="0.00">
                  <c:v>0</c:v>
                </c:pt>
                <c:pt idx="12841" formatCode="0.00">
                  <c:v>0</c:v>
                </c:pt>
                <c:pt idx="12842" formatCode="0.00">
                  <c:v>0</c:v>
                </c:pt>
                <c:pt idx="12843" formatCode="0.00">
                  <c:v>0</c:v>
                </c:pt>
                <c:pt idx="12844" formatCode="0.00">
                  <c:v>0</c:v>
                </c:pt>
                <c:pt idx="12845" formatCode="0.00">
                  <c:v>0</c:v>
                </c:pt>
                <c:pt idx="12846" formatCode="0.00">
                  <c:v>0</c:v>
                </c:pt>
                <c:pt idx="12847" formatCode="0.00">
                  <c:v>0</c:v>
                </c:pt>
                <c:pt idx="12848" formatCode="0.00">
                  <c:v>0</c:v>
                </c:pt>
                <c:pt idx="12849" formatCode="0.00">
                  <c:v>0</c:v>
                </c:pt>
                <c:pt idx="12850" formatCode="0.00">
                  <c:v>0</c:v>
                </c:pt>
                <c:pt idx="12851" formatCode="0.00">
                  <c:v>0</c:v>
                </c:pt>
                <c:pt idx="12852" formatCode="0.00">
                  <c:v>0</c:v>
                </c:pt>
                <c:pt idx="12853" formatCode="0.00">
                  <c:v>0</c:v>
                </c:pt>
                <c:pt idx="12854" formatCode="0.00">
                  <c:v>0</c:v>
                </c:pt>
                <c:pt idx="12855" formatCode="0.00">
                  <c:v>0</c:v>
                </c:pt>
                <c:pt idx="12856" formatCode="0.00">
                  <c:v>0</c:v>
                </c:pt>
                <c:pt idx="12857" formatCode="0.00">
                  <c:v>0</c:v>
                </c:pt>
                <c:pt idx="12858" formatCode="0.00">
                  <c:v>0</c:v>
                </c:pt>
                <c:pt idx="12859" formatCode="0.00">
                  <c:v>0</c:v>
                </c:pt>
                <c:pt idx="12860" formatCode="0.00">
                  <c:v>0</c:v>
                </c:pt>
                <c:pt idx="12861" formatCode="0.00">
                  <c:v>0</c:v>
                </c:pt>
                <c:pt idx="12862" formatCode="0.00">
                  <c:v>0</c:v>
                </c:pt>
                <c:pt idx="12863" formatCode="0.00">
                  <c:v>0</c:v>
                </c:pt>
                <c:pt idx="12864" formatCode="0.00">
                  <c:v>0</c:v>
                </c:pt>
                <c:pt idx="12865" formatCode="0.00">
                  <c:v>0</c:v>
                </c:pt>
                <c:pt idx="12866" formatCode="0.00">
                  <c:v>0</c:v>
                </c:pt>
                <c:pt idx="12867" formatCode="0.00">
                  <c:v>0</c:v>
                </c:pt>
                <c:pt idx="12868" formatCode="0.00">
                  <c:v>0</c:v>
                </c:pt>
                <c:pt idx="12869" formatCode="0.00">
                  <c:v>0</c:v>
                </c:pt>
                <c:pt idx="12870" formatCode="0.00">
                  <c:v>0</c:v>
                </c:pt>
                <c:pt idx="12871" formatCode="0.00">
                  <c:v>0</c:v>
                </c:pt>
                <c:pt idx="12872" formatCode="0.00">
                  <c:v>0</c:v>
                </c:pt>
                <c:pt idx="12873" formatCode="0.00">
                  <c:v>0</c:v>
                </c:pt>
                <c:pt idx="12874" formatCode="0.00">
                  <c:v>0</c:v>
                </c:pt>
                <c:pt idx="12875" formatCode="0.00">
                  <c:v>0</c:v>
                </c:pt>
                <c:pt idx="12876" formatCode="0.00">
                  <c:v>0</c:v>
                </c:pt>
                <c:pt idx="12877" formatCode="0.00">
                  <c:v>0</c:v>
                </c:pt>
                <c:pt idx="12878" formatCode="0.00">
                  <c:v>0</c:v>
                </c:pt>
                <c:pt idx="12879" formatCode="0.00">
                  <c:v>0</c:v>
                </c:pt>
                <c:pt idx="12880" formatCode="0.00">
                  <c:v>0</c:v>
                </c:pt>
                <c:pt idx="12881" formatCode="0.00">
                  <c:v>0</c:v>
                </c:pt>
                <c:pt idx="12882" formatCode="0.00">
                  <c:v>0</c:v>
                </c:pt>
                <c:pt idx="12883" formatCode="0.00">
                  <c:v>0</c:v>
                </c:pt>
                <c:pt idx="12884" formatCode="0.00">
                  <c:v>0</c:v>
                </c:pt>
                <c:pt idx="12885" formatCode="0.00">
                  <c:v>0</c:v>
                </c:pt>
                <c:pt idx="12886" formatCode="0.00">
                  <c:v>0</c:v>
                </c:pt>
                <c:pt idx="12887" formatCode="0.00">
                  <c:v>0</c:v>
                </c:pt>
                <c:pt idx="12888" formatCode="0.00">
                  <c:v>0</c:v>
                </c:pt>
                <c:pt idx="12889" formatCode="0.00">
                  <c:v>0</c:v>
                </c:pt>
                <c:pt idx="12890" formatCode="0.00">
                  <c:v>0</c:v>
                </c:pt>
                <c:pt idx="12891" formatCode="0.00">
                  <c:v>0</c:v>
                </c:pt>
                <c:pt idx="12892" formatCode="0.00">
                  <c:v>0</c:v>
                </c:pt>
                <c:pt idx="12893" formatCode="0.00">
                  <c:v>0</c:v>
                </c:pt>
                <c:pt idx="12894" formatCode="0.00">
                  <c:v>0</c:v>
                </c:pt>
                <c:pt idx="12895" formatCode="0.00">
                  <c:v>0</c:v>
                </c:pt>
                <c:pt idx="12896" formatCode="0.00">
                  <c:v>0</c:v>
                </c:pt>
                <c:pt idx="12897" formatCode="0.00">
                  <c:v>0</c:v>
                </c:pt>
                <c:pt idx="12898" formatCode="0.00">
                  <c:v>0</c:v>
                </c:pt>
                <c:pt idx="12899" formatCode="0.00">
                  <c:v>0</c:v>
                </c:pt>
                <c:pt idx="12900" formatCode="0.00">
                  <c:v>0</c:v>
                </c:pt>
                <c:pt idx="12901" formatCode="0.00">
                  <c:v>0</c:v>
                </c:pt>
                <c:pt idx="12902" formatCode="0.00">
                  <c:v>0</c:v>
                </c:pt>
                <c:pt idx="12903" formatCode="0.00">
                  <c:v>0</c:v>
                </c:pt>
                <c:pt idx="12904" formatCode="0.00">
                  <c:v>0</c:v>
                </c:pt>
                <c:pt idx="12905" formatCode="0.00">
                  <c:v>0</c:v>
                </c:pt>
                <c:pt idx="12906" formatCode="0.00">
                  <c:v>0</c:v>
                </c:pt>
                <c:pt idx="12907" formatCode="0.00">
                  <c:v>0</c:v>
                </c:pt>
                <c:pt idx="12908" formatCode="0.00">
                  <c:v>0</c:v>
                </c:pt>
                <c:pt idx="12909" formatCode="0.00">
                  <c:v>0</c:v>
                </c:pt>
                <c:pt idx="12910" formatCode="0.00">
                  <c:v>0</c:v>
                </c:pt>
                <c:pt idx="12911" formatCode="0.00">
                  <c:v>0</c:v>
                </c:pt>
                <c:pt idx="12912" formatCode="0.00">
                  <c:v>0</c:v>
                </c:pt>
                <c:pt idx="12913" formatCode="0.00">
                  <c:v>0</c:v>
                </c:pt>
                <c:pt idx="12914" formatCode="0.00">
                  <c:v>0</c:v>
                </c:pt>
                <c:pt idx="12915" formatCode="0.00">
                  <c:v>0</c:v>
                </c:pt>
                <c:pt idx="12916" formatCode="0.00">
                  <c:v>0</c:v>
                </c:pt>
                <c:pt idx="12917" formatCode="0.00">
                  <c:v>0</c:v>
                </c:pt>
                <c:pt idx="12918" formatCode="0.00">
                  <c:v>0</c:v>
                </c:pt>
                <c:pt idx="12919" formatCode="0.00">
                  <c:v>0</c:v>
                </c:pt>
                <c:pt idx="12920" formatCode="0.00">
                  <c:v>0</c:v>
                </c:pt>
                <c:pt idx="12921" formatCode="0.00">
                  <c:v>0</c:v>
                </c:pt>
                <c:pt idx="12922" formatCode="0.00">
                  <c:v>0</c:v>
                </c:pt>
                <c:pt idx="12923" formatCode="0.00">
                  <c:v>0</c:v>
                </c:pt>
                <c:pt idx="12924" formatCode="0.00">
                  <c:v>0</c:v>
                </c:pt>
                <c:pt idx="12925" formatCode="0.00">
                  <c:v>0</c:v>
                </c:pt>
                <c:pt idx="12926" formatCode="0.00">
                  <c:v>0</c:v>
                </c:pt>
                <c:pt idx="12927" formatCode="0.00">
                  <c:v>0</c:v>
                </c:pt>
                <c:pt idx="12928" formatCode="0.00">
                  <c:v>0</c:v>
                </c:pt>
                <c:pt idx="12929" formatCode="0.00">
                  <c:v>0</c:v>
                </c:pt>
                <c:pt idx="12930" formatCode="0.00">
                  <c:v>0</c:v>
                </c:pt>
                <c:pt idx="12931" formatCode="0.00">
                  <c:v>0</c:v>
                </c:pt>
                <c:pt idx="12932" formatCode="0.00">
                  <c:v>0</c:v>
                </c:pt>
                <c:pt idx="12933" formatCode="0.00">
                  <c:v>0</c:v>
                </c:pt>
                <c:pt idx="12934" formatCode="0.00">
                  <c:v>0</c:v>
                </c:pt>
                <c:pt idx="12935" formatCode="0.00">
                  <c:v>0</c:v>
                </c:pt>
                <c:pt idx="12936" formatCode="0.00">
                  <c:v>0</c:v>
                </c:pt>
                <c:pt idx="12937" formatCode="0.00">
                  <c:v>0</c:v>
                </c:pt>
                <c:pt idx="12938" formatCode="0.00">
                  <c:v>0</c:v>
                </c:pt>
                <c:pt idx="12939" formatCode="0.00">
                  <c:v>0</c:v>
                </c:pt>
                <c:pt idx="12940" formatCode="0.00">
                  <c:v>0</c:v>
                </c:pt>
                <c:pt idx="12941" formatCode="0.00">
                  <c:v>0</c:v>
                </c:pt>
                <c:pt idx="12942" formatCode="0.00">
                  <c:v>0</c:v>
                </c:pt>
                <c:pt idx="12943" formatCode="0.00">
                  <c:v>0</c:v>
                </c:pt>
                <c:pt idx="12944" formatCode="0.00">
                  <c:v>0</c:v>
                </c:pt>
                <c:pt idx="12945" formatCode="0.00">
                  <c:v>0</c:v>
                </c:pt>
                <c:pt idx="12946" formatCode="0.00">
                  <c:v>0</c:v>
                </c:pt>
                <c:pt idx="12947" formatCode="0.00">
                  <c:v>0</c:v>
                </c:pt>
                <c:pt idx="12948" formatCode="0.00">
                  <c:v>0</c:v>
                </c:pt>
                <c:pt idx="12949" formatCode="0.00">
                  <c:v>0</c:v>
                </c:pt>
                <c:pt idx="12950" formatCode="0.00">
                  <c:v>0</c:v>
                </c:pt>
                <c:pt idx="12951" formatCode="0.00">
                  <c:v>0</c:v>
                </c:pt>
                <c:pt idx="12952" formatCode="0.00">
                  <c:v>0</c:v>
                </c:pt>
                <c:pt idx="12953" formatCode="0.00">
                  <c:v>0</c:v>
                </c:pt>
                <c:pt idx="12954" formatCode="0.00">
                  <c:v>0</c:v>
                </c:pt>
                <c:pt idx="12955" formatCode="0.00">
                  <c:v>0</c:v>
                </c:pt>
                <c:pt idx="12956" formatCode="0.00">
                  <c:v>0</c:v>
                </c:pt>
                <c:pt idx="12957">
                  <c:v>0.25</c:v>
                </c:pt>
                <c:pt idx="12958">
                  <c:v>0.25</c:v>
                </c:pt>
                <c:pt idx="12959">
                  <c:v>0.5</c:v>
                </c:pt>
                <c:pt idx="12960">
                  <c:v>0.5</c:v>
                </c:pt>
                <c:pt idx="12961">
                  <c:v>0.63</c:v>
                </c:pt>
                <c:pt idx="12962">
                  <c:v>0.63</c:v>
                </c:pt>
                <c:pt idx="12963">
                  <c:v>0.95</c:v>
                </c:pt>
                <c:pt idx="12964">
                  <c:v>0.95</c:v>
                </c:pt>
                <c:pt idx="12965">
                  <c:v>0.95</c:v>
                </c:pt>
                <c:pt idx="12966">
                  <c:v>0.95</c:v>
                </c:pt>
                <c:pt idx="12967">
                  <c:v>0.95</c:v>
                </c:pt>
                <c:pt idx="12968">
                  <c:v>0.95</c:v>
                </c:pt>
                <c:pt idx="12969">
                  <c:v>0.95</c:v>
                </c:pt>
                <c:pt idx="12970">
                  <c:v>0.95</c:v>
                </c:pt>
                <c:pt idx="12971">
                  <c:v>0.95</c:v>
                </c:pt>
                <c:pt idx="12972">
                  <c:v>0.95</c:v>
                </c:pt>
                <c:pt idx="12973">
                  <c:v>0.95</c:v>
                </c:pt>
                <c:pt idx="12974">
                  <c:v>0.95</c:v>
                </c:pt>
                <c:pt idx="12975">
                  <c:v>0.95</c:v>
                </c:pt>
                <c:pt idx="12976">
                  <c:v>0.95</c:v>
                </c:pt>
                <c:pt idx="12977">
                  <c:v>0.95</c:v>
                </c:pt>
                <c:pt idx="12978">
                  <c:v>0.95</c:v>
                </c:pt>
                <c:pt idx="12979">
                  <c:v>0.63</c:v>
                </c:pt>
                <c:pt idx="12980">
                  <c:v>0.63</c:v>
                </c:pt>
                <c:pt idx="12981">
                  <c:v>0.38</c:v>
                </c:pt>
                <c:pt idx="12982">
                  <c:v>0.38</c:v>
                </c:pt>
                <c:pt idx="12983" formatCode="0.00">
                  <c:v>0</c:v>
                </c:pt>
                <c:pt idx="12984" formatCode="0.00">
                  <c:v>0</c:v>
                </c:pt>
                <c:pt idx="12985" formatCode="0.00">
                  <c:v>0</c:v>
                </c:pt>
                <c:pt idx="12986" formatCode="0.00">
                  <c:v>0</c:v>
                </c:pt>
                <c:pt idx="12987" formatCode="0.00">
                  <c:v>0</c:v>
                </c:pt>
                <c:pt idx="12988" formatCode="0.00">
                  <c:v>0</c:v>
                </c:pt>
                <c:pt idx="12989" formatCode="0.00">
                  <c:v>0</c:v>
                </c:pt>
                <c:pt idx="12990" formatCode="0.00">
                  <c:v>0</c:v>
                </c:pt>
                <c:pt idx="12991" formatCode="0.00">
                  <c:v>0</c:v>
                </c:pt>
                <c:pt idx="12992" formatCode="0.00">
                  <c:v>0</c:v>
                </c:pt>
                <c:pt idx="12993" formatCode="0.00">
                  <c:v>0</c:v>
                </c:pt>
                <c:pt idx="12994" formatCode="0.00">
                  <c:v>0</c:v>
                </c:pt>
                <c:pt idx="12995" formatCode="0.00">
                  <c:v>0</c:v>
                </c:pt>
                <c:pt idx="12996" formatCode="0.00">
                  <c:v>0</c:v>
                </c:pt>
                <c:pt idx="12997">
                  <c:v>0.25</c:v>
                </c:pt>
                <c:pt idx="12998">
                  <c:v>0.25</c:v>
                </c:pt>
                <c:pt idx="12999">
                  <c:v>0.5</c:v>
                </c:pt>
                <c:pt idx="13000">
                  <c:v>0.5</c:v>
                </c:pt>
                <c:pt idx="13001">
                  <c:v>0.63</c:v>
                </c:pt>
                <c:pt idx="13002">
                  <c:v>0.63</c:v>
                </c:pt>
                <c:pt idx="13003">
                  <c:v>0.95</c:v>
                </c:pt>
                <c:pt idx="13004">
                  <c:v>0.95</c:v>
                </c:pt>
                <c:pt idx="13005">
                  <c:v>0.95</c:v>
                </c:pt>
                <c:pt idx="13006">
                  <c:v>0.95</c:v>
                </c:pt>
                <c:pt idx="13007">
                  <c:v>0.95</c:v>
                </c:pt>
                <c:pt idx="13008">
                  <c:v>25.95</c:v>
                </c:pt>
                <c:pt idx="13009">
                  <c:v>0.95</c:v>
                </c:pt>
                <c:pt idx="13010">
                  <c:v>0.95</c:v>
                </c:pt>
                <c:pt idx="13011">
                  <c:v>125</c:v>
                </c:pt>
                <c:pt idx="13012">
                  <c:v>100.95</c:v>
                </c:pt>
                <c:pt idx="13013">
                  <c:v>75.95</c:v>
                </c:pt>
                <c:pt idx="13014">
                  <c:v>75.95</c:v>
                </c:pt>
                <c:pt idx="13015">
                  <c:v>125</c:v>
                </c:pt>
                <c:pt idx="13016">
                  <c:v>113.45</c:v>
                </c:pt>
                <c:pt idx="13017">
                  <c:v>25.95</c:v>
                </c:pt>
                <c:pt idx="13018">
                  <c:v>0.95</c:v>
                </c:pt>
                <c:pt idx="13019">
                  <c:v>0.63</c:v>
                </c:pt>
                <c:pt idx="13020">
                  <c:v>0.63</c:v>
                </c:pt>
                <c:pt idx="13021">
                  <c:v>0.38</c:v>
                </c:pt>
                <c:pt idx="13022">
                  <c:v>0.38</c:v>
                </c:pt>
                <c:pt idx="13023" formatCode="0.00">
                  <c:v>0</c:v>
                </c:pt>
                <c:pt idx="13024" formatCode="0.00">
                  <c:v>0</c:v>
                </c:pt>
                <c:pt idx="13025" formatCode="0.00">
                  <c:v>0</c:v>
                </c:pt>
                <c:pt idx="13026" formatCode="0.00">
                  <c:v>0</c:v>
                </c:pt>
                <c:pt idx="13027" formatCode="0.00">
                  <c:v>0</c:v>
                </c:pt>
                <c:pt idx="13028" formatCode="0.00">
                  <c:v>0</c:v>
                </c:pt>
                <c:pt idx="13029" formatCode="0.00">
                  <c:v>0</c:v>
                </c:pt>
                <c:pt idx="13030" formatCode="0.00">
                  <c:v>0</c:v>
                </c:pt>
                <c:pt idx="13031" formatCode="0.00">
                  <c:v>0</c:v>
                </c:pt>
                <c:pt idx="13032" formatCode="0.00">
                  <c:v>0</c:v>
                </c:pt>
                <c:pt idx="13033" formatCode="0.00">
                  <c:v>0</c:v>
                </c:pt>
                <c:pt idx="13034" formatCode="0.00">
                  <c:v>0</c:v>
                </c:pt>
                <c:pt idx="13035" formatCode="0.00">
                  <c:v>0</c:v>
                </c:pt>
                <c:pt idx="13036" formatCode="0.00">
                  <c:v>0</c:v>
                </c:pt>
                <c:pt idx="13037">
                  <c:v>0.25</c:v>
                </c:pt>
                <c:pt idx="13038">
                  <c:v>0.25</c:v>
                </c:pt>
                <c:pt idx="13039">
                  <c:v>0.5</c:v>
                </c:pt>
                <c:pt idx="13040">
                  <c:v>0.5</c:v>
                </c:pt>
                <c:pt idx="13041">
                  <c:v>0.63</c:v>
                </c:pt>
                <c:pt idx="13042">
                  <c:v>0.63</c:v>
                </c:pt>
                <c:pt idx="13043">
                  <c:v>0.95</c:v>
                </c:pt>
                <c:pt idx="13044">
                  <c:v>0.95</c:v>
                </c:pt>
                <c:pt idx="13045">
                  <c:v>0.95</c:v>
                </c:pt>
                <c:pt idx="13046">
                  <c:v>0.95</c:v>
                </c:pt>
                <c:pt idx="13047">
                  <c:v>0.95</c:v>
                </c:pt>
                <c:pt idx="13048">
                  <c:v>0.95</c:v>
                </c:pt>
                <c:pt idx="13049">
                  <c:v>0.95</c:v>
                </c:pt>
                <c:pt idx="13050">
                  <c:v>0.95</c:v>
                </c:pt>
                <c:pt idx="13051">
                  <c:v>0.95</c:v>
                </c:pt>
                <c:pt idx="13052">
                  <c:v>0.95</c:v>
                </c:pt>
                <c:pt idx="13053">
                  <c:v>0.95</c:v>
                </c:pt>
                <c:pt idx="13054">
                  <c:v>0.95</c:v>
                </c:pt>
                <c:pt idx="13055">
                  <c:v>0.95</c:v>
                </c:pt>
                <c:pt idx="13056">
                  <c:v>0.95</c:v>
                </c:pt>
                <c:pt idx="13057">
                  <c:v>0.95</c:v>
                </c:pt>
                <c:pt idx="13058">
                  <c:v>0.95</c:v>
                </c:pt>
                <c:pt idx="13059">
                  <c:v>0.63</c:v>
                </c:pt>
                <c:pt idx="13060">
                  <c:v>0.63</c:v>
                </c:pt>
                <c:pt idx="13061">
                  <c:v>0.38</c:v>
                </c:pt>
                <c:pt idx="13062">
                  <c:v>0.38</c:v>
                </c:pt>
                <c:pt idx="13063" formatCode="0.00">
                  <c:v>0</c:v>
                </c:pt>
                <c:pt idx="13064" formatCode="0.00">
                  <c:v>0</c:v>
                </c:pt>
                <c:pt idx="13065" formatCode="0.00">
                  <c:v>0</c:v>
                </c:pt>
                <c:pt idx="13066" formatCode="0.00">
                  <c:v>0</c:v>
                </c:pt>
                <c:pt idx="13067" formatCode="0.00">
                  <c:v>0</c:v>
                </c:pt>
                <c:pt idx="13068" formatCode="0.00">
                  <c:v>0</c:v>
                </c:pt>
                <c:pt idx="13069" formatCode="0.00">
                  <c:v>0</c:v>
                </c:pt>
                <c:pt idx="13070" formatCode="0.00">
                  <c:v>0</c:v>
                </c:pt>
                <c:pt idx="13071" formatCode="0.00">
                  <c:v>0</c:v>
                </c:pt>
                <c:pt idx="13072" formatCode="0.00">
                  <c:v>0</c:v>
                </c:pt>
                <c:pt idx="13073" formatCode="0.00">
                  <c:v>0</c:v>
                </c:pt>
                <c:pt idx="13074" formatCode="0.00">
                  <c:v>0</c:v>
                </c:pt>
                <c:pt idx="13075">
                  <c:v>125</c:v>
                </c:pt>
                <c:pt idx="13076">
                  <c:v>125</c:v>
                </c:pt>
                <c:pt idx="13077">
                  <c:v>125</c:v>
                </c:pt>
                <c:pt idx="13078">
                  <c:v>125</c:v>
                </c:pt>
                <c:pt idx="13079">
                  <c:v>125</c:v>
                </c:pt>
                <c:pt idx="13080">
                  <c:v>125</c:v>
                </c:pt>
                <c:pt idx="13081">
                  <c:v>125</c:v>
                </c:pt>
                <c:pt idx="13082">
                  <c:v>125</c:v>
                </c:pt>
                <c:pt idx="13083">
                  <c:v>125</c:v>
                </c:pt>
                <c:pt idx="13084">
                  <c:v>125</c:v>
                </c:pt>
                <c:pt idx="13085">
                  <c:v>125</c:v>
                </c:pt>
                <c:pt idx="13086">
                  <c:v>125</c:v>
                </c:pt>
                <c:pt idx="13087">
                  <c:v>125</c:v>
                </c:pt>
                <c:pt idx="13088">
                  <c:v>125</c:v>
                </c:pt>
                <c:pt idx="13089">
                  <c:v>125</c:v>
                </c:pt>
                <c:pt idx="13090">
                  <c:v>125</c:v>
                </c:pt>
                <c:pt idx="13091">
                  <c:v>125</c:v>
                </c:pt>
                <c:pt idx="13092">
                  <c:v>125</c:v>
                </c:pt>
                <c:pt idx="13093">
                  <c:v>125</c:v>
                </c:pt>
                <c:pt idx="13094">
                  <c:v>125</c:v>
                </c:pt>
                <c:pt idx="13095">
                  <c:v>125</c:v>
                </c:pt>
                <c:pt idx="13096">
                  <c:v>125</c:v>
                </c:pt>
                <c:pt idx="13097">
                  <c:v>125</c:v>
                </c:pt>
                <c:pt idx="13098">
                  <c:v>125</c:v>
                </c:pt>
                <c:pt idx="13099">
                  <c:v>125</c:v>
                </c:pt>
                <c:pt idx="13100">
                  <c:v>125</c:v>
                </c:pt>
                <c:pt idx="13101">
                  <c:v>125</c:v>
                </c:pt>
                <c:pt idx="13102">
                  <c:v>125</c:v>
                </c:pt>
                <c:pt idx="13103">
                  <c:v>125</c:v>
                </c:pt>
                <c:pt idx="13104">
                  <c:v>125</c:v>
                </c:pt>
                <c:pt idx="13105">
                  <c:v>125</c:v>
                </c:pt>
                <c:pt idx="13106">
                  <c:v>125</c:v>
                </c:pt>
                <c:pt idx="13107">
                  <c:v>125</c:v>
                </c:pt>
                <c:pt idx="13108" formatCode="0.00">
                  <c:v>0</c:v>
                </c:pt>
                <c:pt idx="13109" formatCode="0.00">
                  <c:v>0</c:v>
                </c:pt>
                <c:pt idx="13110" formatCode="0.00">
                  <c:v>0</c:v>
                </c:pt>
                <c:pt idx="13111" formatCode="0.00">
                  <c:v>0</c:v>
                </c:pt>
                <c:pt idx="13112" formatCode="0.00">
                  <c:v>0</c:v>
                </c:pt>
                <c:pt idx="13113" formatCode="0.00">
                  <c:v>0</c:v>
                </c:pt>
                <c:pt idx="13114" formatCode="0.00">
                  <c:v>0</c:v>
                </c:pt>
                <c:pt idx="13115">
                  <c:v>12.5</c:v>
                </c:pt>
                <c:pt idx="13116">
                  <c:v>125</c:v>
                </c:pt>
                <c:pt idx="13117">
                  <c:v>125</c:v>
                </c:pt>
                <c:pt idx="13118">
                  <c:v>125</c:v>
                </c:pt>
                <c:pt idx="13119">
                  <c:v>62.5</c:v>
                </c:pt>
                <c:pt idx="13120">
                  <c:v>125</c:v>
                </c:pt>
                <c:pt idx="13121">
                  <c:v>125</c:v>
                </c:pt>
                <c:pt idx="13122">
                  <c:v>125</c:v>
                </c:pt>
                <c:pt idx="13123">
                  <c:v>125</c:v>
                </c:pt>
                <c:pt idx="13124">
                  <c:v>125</c:v>
                </c:pt>
                <c:pt idx="13125">
                  <c:v>125</c:v>
                </c:pt>
                <c:pt idx="13126">
                  <c:v>125</c:v>
                </c:pt>
                <c:pt idx="13127">
                  <c:v>125</c:v>
                </c:pt>
                <c:pt idx="13128">
                  <c:v>125</c:v>
                </c:pt>
                <c:pt idx="13129">
                  <c:v>112.5</c:v>
                </c:pt>
                <c:pt idx="13130">
                  <c:v>75</c:v>
                </c:pt>
                <c:pt idx="13131">
                  <c:v>62.5</c:v>
                </c:pt>
                <c:pt idx="13132">
                  <c:v>125</c:v>
                </c:pt>
                <c:pt idx="13133">
                  <c:v>125</c:v>
                </c:pt>
                <c:pt idx="13134">
                  <c:v>125</c:v>
                </c:pt>
                <c:pt idx="13135">
                  <c:v>37.5</c:v>
                </c:pt>
                <c:pt idx="13136" formatCode="0.00">
                  <c:v>0</c:v>
                </c:pt>
                <c:pt idx="13137" formatCode="0.00">
                  <c:v>0</c:v>
                </c:pt>
                <c:pt idx="13138" formatCode="0.00">
                  <c:v>0</c:v>
                </c:pt>
                <c:pt idx="13139" formatCode="0.00">
                  <c:v>0</c:v>
                </c:pt>
                <c:pt idx="13140" formatCode="0.00">
                  <c:v>0</c:v>
                </c:pt>
                <c:pt idx="13141" formatCode="0.00">
                  <c:v>0</c:v>
                </c:pt>
                <c:pt idx="13142" formatCode="0.00">
                  <c:v>0</c:v>
                </c:pt>
                <c:pt idx="13143" formatCode="0.00">
                  <c:v>0</c:v>
                </c:pt>
                <c:pt idx="13144" formatCode="0.00">
                  <c:v>0</c:v>
                </c:pt>
                <c:pt idx="13145" formatCode="0.00">
                  <c:v>0</c:v>
                </c:pt>
                <c:pt idx="13146" formatCode="0.00">
                  <c:v>0</c:v>
                </c:pt>
                <c:pt idx="13147" formatCode="0.00">
                  <c:v>0</c:v>
                </c:pt>
                <c:pt idx="13148" formatCode="0.00">
                  <c:v>0</c:v>
                </c:pt>
                <c:pt idx="13149" formatCode="0.00">
                  <c:v>0</c:v>
                </c:pt>
                <c:pt idx="13150" formatCode="0.00">
                  <c:v>0</c:v>
                </c:pt>
                <c:pt idx="13151" formatCode="0.00">
                  <c:v>0</c:v>
                </c:pt>
                <c:pt idx="13152" formatCode="0.00">
                  <c:v>0</c:v>
                </c:pt>
                <c:pt idx="13153" formatCode="0.00">
                  <c:v>0</c:v>
                </c:pt>
                <c:pt idx="13154" formatCode="0.00">
                  <c:v>0</c:v>
                </c:pt>
                <c:pt idx="13155" formatCode="0.00">
                  <c:v>0</c:v>
                </c:pt>
                <c:pt idx="13156" formatCode="0.00">
                  <c:v>0</c:v>
                </c:pt>
                <c:pt idx="13157" formatCode="0.00">
                  <c:v>0</c:v>
                </c:pt>
                <c:pt idx="13158" formatCode="0.00">
                  <c:v>0</c:v>
                </c:pt>
                <c:pt idx="13159" formatCode="0.00">
                  <c:v>0</c:v>
                </c:pt>
                <c:pt idx="13160" formatCode="0.00">
                  <c:v>0</c:v>
                </c:pt>
                <c:pt idx="13161" formatCode="0.00">
                  <c:v>0</c:v>
                </c:pt>
                <c:pt idx="13162" formatCode="0.00">
                  <c:v>0</c:v>
                </c:pt>
                <c:pt idx="13163" formatCode="0.00">
                  <c:v>0</c:v>
                </c:pt>
                <c:pt idx="13164" formatCode="0.00">
                  <c:v>0</c:v>
                </c:pt>
                <c:pt idx="13165" formatCode="0.00">
                  <c:v>0</c:v>
                </c:pt>
                <c:pt idx="13166" formatCode="0.00">
                  <c:v>0</c:v>
                </c:pt>
                <c:pt idx="13167" formatCode="0.00">
                  <c:v>0</c:v>
                </c:pt>
                <c:pt idx="13168" formatCode="0.00">
                  <c:v>0</c:v>
                </c:pt>
                <c:pt idx="13169" formatCode="0.00">
                  <c:v>0</c:v>
                </c:pt>
                <c:pt idx="13170" formatCode="0.00">
                  <c:v>0</c:v>
                </c:pt>
                <c:pt idx="13171" formatCode="0.00">
                  <c:v>0</c:v>
                </c:pt>
                <c:pt idx="13172" formatCode="0.00">
                  <c:v>0</c:v>
                </c:pt>
                <c:pt idx="13173" formatCode="0.00">
                  <c:v>0</c:v>
                </c:pt>
                <c:pt idx="13174" formatCode="0.00">
                  <c:v>0</c:v>
                </c:pt>
                <c:pt idx="13175" formatCode="0.00">
                  <c:v>0</c:v>
                </c:pt>
                <c:pt idx="13176" formatCode="0.00">
                  <c:v>0</c:v>
                </c:pt>
                <c:pt idx="13177" formatCode="0.00">
                  <c:v>0</c:v>
                </c:pt>
                <c:pt idx="13178" formatCode="0.00">
                  <c:v>0</c:v>
                </c:pt>
                <c:pt idx="13179" formatCode="0.00">
                  <c:v>0</c:v>
                </c:pt>
                <c:pt idx="13180" formatCode="0.00">
                  <c:v>0</c:v>
                </c:pt>
                <c:pt idx="13181" formatCode="0.00">
                  <c:v>0</c:v>
                </c:pt>
                <c:pt idx="13182" formatCode="0.00">
                  <c:v>0</c:v>
                </c:pt>
                <c:pt idx="13183" formatCode="0.00">
                  <c:v>0</c:v>
                </c:pt>
                <c:pt idx="13184" formatCode="0.00">
                  <c:v>0</c:v>
                </c:pt>
                <c:pt idx="13185" formatCode="0.00">
                  <c:v>0</c:v>
                </c:pt>
                <c:pt idx="13186" formatCode="0.00">
                  <c:v>0</c:v>
                </c:pt>
                <c:pt idx="13187" formatCode="0.00">
                  <c:v>0</c:v>
                </c:pt>
                <c:pt idx="13188" formatCode="0.00">
                  <c:v>0</c:v>
                </c:pt>
                <c:pt idx="13189" formatCode="0.00">
                  <c:v>0</c:v>
                </c:pt>
                <c:pt idx="13190" formatCode="0.00">
                  <c:v>0</c:v>
                </c:pt>
                <c:pt idx="13191" formatCode="0.00">
                  <c:v>0</c:v>
                </c:pt>
                <c:pt idx="13192" formatCode="0.00">
                  <c:v>0</c:v>
                </c:pt>
                <c:pt idx="13193" formatCode="0.00">
                  <c:v>0</c:v>
                </c:pt>
                <c:pt idx="13194" formatCode="0.00">
                  <c:v>0</c:v>
                </c:pt>
                <c:pt idx="13195" formatCode="0.00">
                  <c:v>0</c:v>
                </c:pt>
                <c:pt idx="13196" formatCode="0.00">
                  <c:v>0</c:v>
                </c:pt>
                <c:pt idx="13197" formatCode="0.00">
                  <c:v>0</c:v>
                </c:pt>
                <c:pt idx="13198" formatCode="0.00">
                  <c:v>0</c:v>
                </c:pt>
                <c:pt idx="13199" formatCode="0.00">
                  <c:v>0</c:v>
                </c:pt>
                <c:pt idx="13200" formatCode="0.00">
                  <c:v>0</c:v>
                </c:pt>
                <c:pt idx="13201" formatCode="0.00">
                  <c:v>0</c:v>
                </c:pt>
                <c:pt idx="13202" formatCode="0.00">
                  <c:v>0</c:v>
                </c:pt>
                <c:pt idx="13203" formatCode="0.00">
                  <c:v>0</c:v>
                </c:pt>
                <c:pt idx="13204" formatCode="0.00">
                  <c:v>0</c:v>
                </c:pt>
                <c:pt idx="13205" formatCode="0.00">
                  <c:v>0</c:v>
                </c:pt>
                <c:pt idx="13206" formatCode="0.00">
                  <c:v>0</c:v>
                </c:pt>
                <c:pt idx="13207" formatCode="0.00">
                  <c:v>0</c:v>
                </c:pt>
                <c:pt idx="13208" formatCode="0.00">
                  <c:v>0</c:v>
                </c:pt>
                <c:pt idx="13209" formatCode="0.00">
                  <c:v>0</c:v>
                </c:pt>
                <c:pt idx="13210" formatCode="0.00">
                  <c:v>0</c:v>
                </c:pt>
                <c:pt idx="13211" formatCode="0.00">
                  <c:v>0</c:v>
                </c:pt>
                <c:pt idx="13212" formatCode="0.00">
                  <c:v>0</c:v>
                </c:pt>
                <c:pt idx="13213" formatCode="0.00">
                  <c:v>0</c:v>
                </c:pt>
                <c:pt idx="13214" formatCode="0.00">
                  <c:v>0</c:v>
                </c:pt>
                <c:pt idx="13215" formatCode="0.00">
                  <c:v>0</c:v>
                </c:pt>
                <c:pt idx="13216" formatCode="0.00">
                  <c:v>0</c:v>
                </c:pt>
                <c:pt idx="13217" formatCode="0.00">
                  <c:v>0</c:v>
                </c:pt>
                <c:pt idx="13218" formatCode="0.00">
                  <c:v>0</c:v>
                </c:pt>
                <c:pt idx="13219" formatCode="0.00">
                  <c:v>0</c:v>
                </c:pt>
                <c:pt idx="13220" formatCode="0.00">
                  <c:v>0</c:v>
                </c:pt>
                <c:pt idx="13221" formatCode="0.00">
                  <c:v>0</c:v>
                </c:pt>
                <c:pt idx="13222" formatCode="0.00">
                  <c:v>0</c:v>
                </c:pt>
                <c:pt idx="13223" formatCode="0.00">
                  <c:v>0</c:v>
                </c:pt>
                <c:pt idx="13224" formatCode="0.00">
                  <c:v>0</c:v>
                </c:pt>
                <c:pt idx="13225" formatCode="0.00">
                  <c:v>0</c:v>
                </c:pt>
                <c:pt idx="13226" formatCode="0.00">
                  <c:v>0</c:v>
                </c:pt>
                <c:pt idx="13227" formatCode="0.00">
                  <c:v>0</c:v>
                </c:pt>
                <c:pt idx="13228" formatCode="0.00">
                  <c:v>0</c:v>
                </c:pt>
                <c:pt idx="13229" formatCode="0.00">
                  <c:v>0</c:v>
                </c:pt>
                <c:pt idx="13230" formatCode="0.00">
                  <c:v>0</c:v>
                </c:pt>
                <c:pt idx="13231" formatCode="0.00">
                  <c:v>0</c:v>
                </c:pt>
                <c:pt idx="13232" formatCode="0.00">
                  <c:v>0</c:v>
                </c:pt>
                <c:pt idx="13233" formatCode="0.00">
                  <c:v>0</c:v>
                </c:pt>
                <c:pt idx="13234" formatCode="0.00">
                  <c:v>0</c:v>
                </c:pt>
                <c:pt idx="13235" formatCode="0.00">
                  <c:v>0</c:v>
                </c:pt>
                <c:pt idx="13236">
                  <c:v>50</c:v>
                </c:pt>
                <c:pt idx="13237">
                  <c:v>50</c:v>
                </c:pt>
                <c:pt idx="13238">
                  <c:v>50</c:v>
                </c:pt>
                <c:pt idx="13239">
                  <c:v>50</c:v>
                </c:pt>
                <c:pt idx="13240">
                  <c:v>50</c:v>
                </c:pt>
                <c:pt idx="13241">
                  <c:v>50</c:v>
                </c:pt>
                <c:pt idx="13242">
                  <c:v>50</c:v>
                </c:pt>
                <c:pt idx="13243">
                  <c:v>50</c:v>
                </c:pt>
                <c:pt idx="13244">
                  <c:v>50</c:v>
                </c:pt>
                <c:pt idx="13245">
                  <c:v>50</c:v>
                </c:pt>
                <c:pt idx="13246">
                  <c:v>50</c:v>
                </c:pt>
                <c:pt idx="13247">
                  <c:v>50</c:v>
                </c:pt>
                <c:pt idx="13248">
                  <c:v>50</c:v>
                </c:pt>
                <c:pt idx="13249" formatCode="0.00">
                  <c:v>0</c:v>
                </c:pt>
                <c:pt idx="13250" formatCode="0.00">
                  <c:v>0</c:v>
                </c:pt>
                <c:pt idx="13251" formatCode="0.00">
                  <c:v>0</c:v>
                </c:pt>
                <c:pt idx="13252" formatCode="0.00">
                  <c:v>0</c:v>
                </c:pt>
                <c:pt idx="13253" formatCode="0.00">
                  <c:v>0</c:v>
                </c:pt>
                <c:pt idx="13254" formatCode="0.00">
                  <c:v>0</c:v>
                </c:pt>
                <c:pt idx="13255" formatCode="0.00">
                  <c:v>0</c:v>
                </c:pt>
                <c:pt idx="13256" formatCode="0.00">
                  <c:v>0</c:v>
                </c:pt>
                <c:pt idx="13257" formatCode="0.00">
                  <c:v>0</c:v>
                </c:pt>
                <c:pt idx="13258" formatCode="0.00">
                  <c:v>0</c:v>
                </c:pt>
                <c:pt idx="13259" formatCode="0.00">
                  <c:v>0</c:v>
                </c:pt>
                <c:pt idx="13260" formatCode="0.00">
                  <c:v>0</c:v>
                </c:pt>
                <c:pt idx="13261" formatCode="0.00">
                  <c:v>0</c:v>
                </c:pt>
                <c:pt idx="13262" formatCode="0.00">
                  <c:v>0</c:v>
                </c:pt>
                <c:pt idx="13263" formatCode="0.00">
                  <c:v>0</c:v>
                </c:pt>
                <c:pt idx="13264" formatCode="0.00">
                  <c:v>0</c:v>
                </c:pt>
                <c:pt idx="13265" formatCode="0.00">
                  <c:v>0</c:v>
                </c:pt>
                <c:pt idx="13266" formatCode="0.00">
                  <c:v>0</c:v>
                </c:pt>
                <c:pt idx="13267" formatCode="0.00">
                  <c:v>0</c:v>
                </c:pt>
                <c:pt idx="13268" formatCode="0.00">
                  <c:v>0</c:v>
                </c:pt>
                <c:pt idx="13269" formatCode="0.00">
                  <c:v>0</c:v>
                </c:pt>
                <c:pt idx="13270" formatCode="0.00">
                  <c:v>0</c:v>
                </c:pt>
                <c:pt idx="13271" formatCode="0.00">
                  <c:v>0</c:v>
                </c:pt>
                <c:pt idx="13272" formatCode="0.00">
                  <c:v>0</c:v>
                </c:pt>
                <c:pt idx="13273" formatCode="0.00">
                  <c:v>0</c:v>
                </c:pt>
                <c:pt idx="13274" formatCode="0.00">
                  <c:v>0</c:v>
                </c:pt>
                <c:pt idx="13275" formatCode="0.00">
                  <c:v>0</c:v>
                </c:pt>
                <c:pt idx="13276">
                  <c:v>125</c:v>
                </c:pt>
                <c:pt idx="13277">
                  <c:v>125</c:v>
                </c:pt>
                <c:pt idx="13278">
                  <c:v>125</c:v>
                </c:pt>
                <c:pt idx="13279">
                  <c:v>125</c:v>
                </c:pt>
                <c:pt idx="13280">
                  <c:v>125</c:v>
                </c:pt>
                <c:pt idx="13281">
                  <c:v>125</c:v>
                </c:pt>
                <c:pt idx="13282">
                  <c:v>125</c:v>
                </c:pt>
                <c:pt idx="13283">
                  <c:v>125</c:v>
                </c:pt>
                <c:pt idx="13284">
                  <c:v>125</c:v>
                </c:pt>
                <c:pt idx="13285">
                  <c:v>125</c:v>
                </c:pt>
                <c:pt idx="13286">
                  <c:v>125</c:v>
                </c:pt>
                <c:pt idx="13287">
                  <c:v>125</c:v>
                </c:pt>
                <c:pt idx="13288">
                  <c:v>125</c:v>
                </c:pt>
                <c:pt idx="13289">
                  <c:v>125</c:v>
                </c:pt>
                <c:pt idx="13290">
                  <c:v>125</c:v>
                </c:pt>
                <c:pt idx="13291">
                  <c:v>125</c:v>
                </c:pt>
                <c:pt idx="13292">
                  <c:v>125</c:v>
                </c:pt>
                <c:pt idx="13293">
                  <c:v>125</c:v>
                </c:pt>
                <c:pt idx="13294">
                  <c:v>125</c:v>
                </c:pt>
                <c:pt idx="13295">
                  <c:v>125</c:v>
                </c:pt>
                <c:pt idx="13296">
                  <c:v>125</c:v>
                </c:pt>
                <c:pt idx="13297">
                  <c:v>125</c:v>
                </c:pt>
                <c:pt idx="13298">
                  <c:v>125</c:v>
                </c:pt>
                <c:pt idx="13299">
                  <c:v>125</c:v>
                </c:pt>
                <c:pt idx="13300">
                  <c:v>125</c:v>
                </c:pt>
                <c:pt idx="13301">
                  <c:v>125</c:v>
                </c:pt>
                <c:pt idx="13302" formatCode="0.00">
                  <c:v>0</c:v>
                </c:pt>
                <c:pt idx="13303" formatCode="0.00">
                  <c:v>0</c:v>
                </c:pt>
                <c:pt idx="13304" formatCode="0.00">
                  <c:v>0</c:v>
                </c:pt>
                <c:pt idx="13305" formatCode="0.00">
                  <c:v>0</c:v>
                </c:pt>
                <c:pt idx="13306" formatCode="0.00">
                  <c:v>0</c:v>
                </c:pt>
                <c:pt idx="13307" formatCode="0.00">
                  <c:v>0</c:v>
                </c:pt>
                <c:pt idx="13308" formatCode="0.00">
                  <c:v>0</c:v>
                </c:pt>
                <c:pt idx="13309" formatCode="0.00">
                  <c:v>0</c:v>
                </c:pt>
                <c:pt idx="13310" formatCode="0.00">
                  <c:v>0</c:v>
                </c:pt>
                <c:pt idx="13311" formatCode="0.00">
                  <c:v>0</c:v>
                </c:pt>
                <c:pt idx="13312" formatCode="0.00">
                  <c:v>0</c:v>
                </c:pt>
                <c:pt idx="13313" formatCode="0.00">
                  <c:v>0</c:v>
                </c:pt>
                <c:pt idx="13314" formatCode="0.00">
                  <c:v>0</c:v>
                </c:pt>
                <c:pt idx="13315" formatCode="0.00">
                  <c:v>0</c:v>
                </c:pt>
                <c:pt idx="13316" formatCode="0.00">
                  <c:v>0</c:v>
                </c:pt>
                <c:pt idx="13317" formatCode="0.00">
                  <c:v>0</c:v>
                </c:pt>
                <c:pt idx="13318" formatCode="0.00">
                  <c:v>0</c:v>
                </c:pt>
                <c:pt idx="13319" formatCode="0.00">
                  <c:v>0</c:v>
                </c:pt>
                <c:pt idx="13320" formatCode="0.00">
                  <c:v>0</c:v>
                </c:pt>
                <c:pt idx="13321" formatCode="0.00">
                  <c:v>0</c:v>
                </c:pt>
                <c:pt idx="13322" formatCode="0.00">
                  <c:v>0</c:v>
                </c:pt>
                <c:pt idx="13323" formatCode="0.00">
                  <c:v>0</c:v>
                </c:pt>
                <c:pt idx="13324" formatCode="0.00">
                  <c:v>0</c:v>
                </c:pt>
                <c:pt idx="13325" formatCode="0.00">
                  <c:v>0</c:v>
                </c:pt>
                <c:pt idx="13326" formatCode="0.00">
                  <c:v>0</c:v>
                </c:pt>
                <c:pt idx="13327" formatCode="0.00">
                  <c:v>0</c:v>
                </c:pt>
                <c:pt idx="13328" formatCode="0.00">
                  <c:v>0</c:v>
                </c:pt>
                <c:pt idx="13329" formatCode="0.00">
                  <c:v>0</c:v>
                </c:pt>
                <c:pt idx="13330" formatCode="0.00">
                  <c:v>0</c:v>
                </c:pt>
                <c:pt idx="13331" formatCode="0.00">
                  <c:v>0</c:v>
                </c:pt>
                <c:pt idx="13332" formatCode="0.00">
                  <c:v>0</c:v>
                </c:pt>
                <c:pt idx="13333" formatCode="0.00">
                  <c:v>0</c:v>
                </c:pt>
                <c:pt idx="13334" formatCode="0.00">
                  <c:v>0</c:v>
                </c:pt>
                <c:pt idx="13335" formatCode="0.00">
                  <c:v>0</c:v>
                </c:pt>
                <c:pt idx="13336" formatCode="0.00">
                  <c:v>0</c:v>
                </c:pt>
                <c:pt idx="13337" formatCode="0.00">
                  <c:v>0</c:v>
                </c:pt>
                <c:pt idx="13338" formatCode="0.00">
                  <c:v>0</c:v>
                </c:pt>
                <c:pt idx="13339" formatCode="0.00">
                  <c:v>0</c:v>
                </c:pt>
                <c:pt idx="13340" formatCode="0.00">
                  <c:v>0</c:v>
                </c:pt>
                <c:pt idx="13341" formatCode="0.00">
                  <c:v>0</c:v>
                </c:pt>
                <c:pt idx="13342" formatCode="0.00">
                  <c:v>0</c:v>
                </c:pt>
                <c:pt idx="13343" formatCode="0.00">
                  <c:v>0</c:v>
                </c:pt>
                <c:pt idx="13344" formatCode="0.00">
                  <c:v>0</c:v>
                </c:pt>
                <c:pt idx="13345" formatCode="0.00">
                  <c:v>0</c:v>
                </c:pt>
                <c:pt idx="13346" formatCode="0.00">
                  <c:v>0</c:v>
                </c:pt>
                <c:pt idx="13347" formatCode="0.00">
                  <c:v>0</c:v>
                </c:pt>
                <c:pt idx="13348" formatCode="0.00">
                  <c:v>0</c:v>
                </c:pt>
                <c:pt idx="13349" formatCode="0.00">
                  <c:v>0</c:v>
                </c:pt>
                <c:pt idx="13350" formatCode="0.00">
                  <c:v>0</c:v>
                </c:pt>
                <c:pt idx="13351" formatCode="0.00">
                  <c:v>0</c:v>
                </c:pt>
                <c:pt idx="13352" formatCode="0.00">
                  <c:v>0</c:v>
                </c:pt>
                <c:pt idx="13353" formatCode="0.00">
                  <c:v>0</c:v>
                </c:pt>
                <c:pt idx="13354" formatCode="0.00">
                  <c:v>0</c:v>
                </c:pt>
                <c:pt idx="13355" formatCode="0.00">
                  <c:v>0</c:v>
                </c:pt>
                <c:pt idx="13356" formatCode="0.00">
                  <c:v>0</c:v>
                </c:pt>
                <c:pt idx="13357" formatCode="0.00">
                  <c:v>0</c:v>
                </c:pt>
                <c:pt idx="13358" formatCode="0.00">
                  <c:v>0</c:v>
                </c:pt>
                <c:pt idx="13359" formatCode="0.00">
                  <c:v>0</c:v>
                </c:pt>
                <c:pt idx="13360" formatCode="0.00">
                  <c:v>0</c:v>
                </c:pt>
                <c:pt idx="13361" formatCode="0.00">
                  <c:v>0</c:v>
                </c:pt>
                <c:pt idx="13362" formatCode="0.00">
                  <c:v>0</c:v>
                </c:pt>
                <c:pt idx="13363" formatCode="0.00">
                  <c:v>0</c:v>
                </c:pt>
                <c:pt idx="13364" formatCode="0.00">
                  <c:v>0</c:v>
                </c:pt>
                <c:pt idx="13365" formatCode="0.00">
                  <c:v>0</c:v>
                </c:pt>
                <c:pt idx="13366" formatCode="0.00">
                  <c:v>0</c:v>
                </c:pt>
                <c:pt idx="13367" formatCode="0.00">
                  <c:v>0</c:v>
                </c:pt>
                <c:pt idx="13368" formatCode="0.00">
                  <c:v>0</c:v>
                </c:pt>
                <c:pt idx="13369" formatCode="0.00">
                  <c:v>0</c:v>
                </c:pt>
                <c:pt idx="13370" formatCode="0.00">
                  <c:v>0</c:v>
                </c:pt>
                <c:pt idx="13371" formatCode="0.00">
                  <c:v>0</c:v>
                </c:pt>
                <c:pt idx="13372" formatCode="0.00">
                  <c:v>0</c:v>
                </c:pt>
                <c:pt idx="13373" formatCode="0.00">
                  <c:v>0</c:v>
                </c:pt>
                <c:pt idx="13374" formatCode="0.00">
                  <c:v>0</c:v>
                </c:pt>
                <c:pt idx="13375" formatCode="0.00">
                  <c:v>0</c:v>
                </c:pt>
                <c:pt idx="13376" formatCode="0.00">
                  <c:v>0</c:v>
                </c:pt>
                <c:pt idx="13377" formatCode="0.00">
                  <c:v>0</c:v>
                </c:pt>
                <c:pt idx="13378" formatCode="0.00">
                  <c:v>0</c:v>
                </c:pt>
                <c:pt idx="13379" formatCode="0.00">
                  <c:v>0</c:v>
                </c:pt>
                <c:pt idx="13380" formatCode="0.00">
                  <c:v>0</c:v>
                </c:pt>
                <c:pt idx="13381" formatCode="0.00">
                  <c:v>0</c:v>
                </c:pt>
                <c:pt idx="13382" formatCode="0.00">
                  <c:v>0</c:v>
                </c:pt>
                <c:pt idx="13383" formatCode="0.00">
                  <c:v>0</c:v>
                </c:pt>
                <c:pt idx="13384" formatCode="0.00">
                  <c:v>0</c:v>
                </c:pt>
                <c:pt idx="13385" formatCode="0.00">
                  <c:v>0</c:v>
                </c:pt>
                <c:pt idx="13386" formatCode="0.00">
                  <c:v>0</c:v>
                </c:pt>
                <c:pt idx="13387" formatCode="0.00">
                  <c:v>0</c:v>
                </c:pt>
                <c:pt idx="13388" formatCode="0.00">
                  <c:v>0</c:v>
                </c:pt>
                <c:pt idx="13389" formatCode="0.00">
                  <c:v>0</c:v>
                </c:pt>
                <c:pt idx="13390" formatCode="0.00">
                  <c:v>0</c:v>
                </c:pt>
                <c:pt idx="13391" formatCode="0.00">
                  <c:v>0</c:v>
                </c:pt>
                <c:pt idx="13392" formatCode="0.00">
                  <c:v>0</c:v>
                </c:pt>
                <c:pt idx="13393" formatCode="0.00">
                  <c:v>0</c:v>
                </c:pt>
                <c:pt idx="13394" formatCode="0.00">
                  <c:v>0</c:v>
                </c:pt>
                <c:pt idx="13395" formatCode="0.00">
                  <c:v>0</c:v>
                </c:pt>
                <c:pt idx="13396" formatCode="0.00">
                  <c:v>0</c:v>
                </c:pt>
                <c:pt idx="13397" formatCode="0.00">
                  <c:v>0</c:v>
                </c:pt>
                <c:pt idx="13398" formatCode="0.00">
                  <c:v>0</c:v>
                </c:pt>
                <c:pt idx="13399" formatCode="0.00">
                  <c:v>0</c:v>
                </c:pt>
                <c:pt idx="13400" formatCode="0.00">
                  <c:v>0</c:v>
                </c:pt>
                <c:pt idx="13401" formatCode="0.00">
                  <c:v>0</c:v>
                </c:pt>
                <c:pt idx="13402" formatCode="0.00">
                  <c:v>0</c:v>
                </c:pt>
                <c:pt idx="13403" formatCode="0.00">
                  <c:v>0</c:v>
                </c:pt>
                <c:pt idx="13404" formatCode="0.00">
                  <c:v>0</c:v>
                </c:pt>
                <c:pt idx="13405" formatCode="0.00">
                  <c:v>0</c:v>
                </c:pt>
                <c:pt idx="13406" formatCode="0.00">
                  <c:v>0</c:v>
                </c:pt>
                <c:pt idx="13407" formatCode="0.00">
                  <c:v>0</c:v>
                </c:pt>
                <c:pt idx="13408" formatCode="0.00">
                  <c:v>0</c:v>
                </c:pt>
                <c:pt idx="13409" formatCode="0.00">
                  <c:v>0</c:v>
                </c:pt>
                <c:pt idx="13410" formatCode="0.00">
                  <c:v>0</c:v>
                </c:pt>
                <c:pt idx="13411" formatCode="0.00">
                  <c:v>0</c:v>
                </c:pt>
                <c:pt idx="13412" formatCode="0.00">
                  <c:v>0</c:v>
                </c:pt>
                <c:pt idx="13413" formatCode="0.00">
                  <c:v>0</c:v>
                </c:pt>
                <c:pt idx="13414" formatCode="0.00">
                  <c:v>0</c:v>
                </c:pt>
                <c:pt idx="13415" formatCode="0.00">
                  <c:v>0</c:v>
                </c:pt>
                <c:pt idx="13416" formatCode="0.00">
                  <c:v>0</c:v>
                </c:pt>
                <c:pt idx="13417" formatCode="0.00">
                  <c:v>0</c:v>
                </c:pt>
                <c:pt idx="13418" formatCode="0.00">
                  <c:v>0</c:v>
                </c:pt>
                <c:pt idx="13419" formatCode="0.00">
                  <c:v>0</c:v>
                </c:pt>
                <c:pt idx="13420" formatCode="0.00">
                  <c:v>0</c:v>
                </c:pt>
                <c:pt idx="13421" formatCode="0.00">
                  <c:v>0</c:v>
                </c:pt>
                <c:pt idx="13422" formatCode="0.00">
                  <c:v>0</c:v>
                </c:pt>
                <c:pt idx="13423" formatCode="0.00">
                  <c:v>0</c:v>
                </c:pt>
                <c:pt idx="13424" formatCode="0.00">
                  <c:v>0</c:v>
                </c:pt>
                <c:pt idx="13425" formatCode="0.00">
                  <c:v>0</c:v>
                </c:pt>
                <c:pt idx="13426" formatCode="0.00">
                  <c:v>0</c:v>
                </c:pt>
                <c:pt idx="13427" formatCode="0.00">
                  <c:v>0</c:v>
                </c:pt>
                <c:pt idx="13428" formatCode="0.00">
                  <c:v>0</c:v>
                </c:pt>
                <c:pt idx="13429" formatCode="0.00">
                  <c:v>0</c:v>
                </c:pt>
                <c:pt idx="13430" formatCode="0.00">
                  <c:v>0</c:v>
                </c:pt>
                <c:pt idx="13431" formatCode="0.00">
                  <c:v>0</c:v>
                </c:pt>
                <c:pt idx="13432" formatCode="0.00">
                  <c:v>0</c:v>
                </c:pt>
                <c:pt idx="13433" formatCode="0.00">
                  <c:v>0</c:v>
                </c:pt>
                <c:pt idx="13434" formatCode="0.00">
                  <c:v>0</c:v>
                </c:pt>
                <c:pt idx="13435" formatCode="0.00">
                  <c:v>0</c:v>
                </c:pt>
                <c:pt idx="13436" formatCode="0.00">
                  <c:v>0</c:v>
                </c:pt>
                <c:pt idx="13437" formatCode="0.00">
                  <c:v>0</c:v>
                </c:pt>
                <c:pt idx="13438" formatCode="0.00">
                  <c:v>0</c:v>
                </c:pt>
                <c:pt idx="13439" formatCode="0.00">
                  <c:v>0</c:v>
                </c:pt>
                <c:pt idx="13440" formatCode="0.00">
                  <c:v>0</c:v>
                </c:pt>
                <c:pt idx="13441" formatCode="0.00">
                  <c:v>0</c:v>
                </c:pt>
                <c:pt idx="13442" formatCode="0.00">
                  <c:v>0</c:v>
                </c:pt>
                <c:pt idx="13443" formatCode="0.00">
                  <c:v>0</c:v>
                </c:pt>
                <c:pt idx="13444" formatCode="0.00">
                  <c:v>0</c:v>
                </c:pt>
                <c:pt idx="13445" formatCode="0.00">
                  <c:v>0</c:v>
                </c:pt>
                <c:pt idx="13446" formatCode="0.00">
                  <c:v>0</c:v>
                </c:pt>
                <c:pt idx="13447" formatCode="0.00">
                  <c:v>0</c:v>
                </c:pt>
                <c:pt idx="13448" formatCode="0.00">
                  <c:v>0</c:v>
                </c:pt>
                <c:pt idx="13449" formatCode="0.00">
                  <c:v>0</c:v>
                </c:pt>
                <c:pt idx="13450" formatCode="0.00">
                  <c:v>0</c:v>
                </c:pt>
                <c:pt idx="13451" formatCode="0.00">
                  <c:v>0</c:v>
                </c:pt>
                <c:pt idx="13452" formatCode="0.00">
                  <c:v>0</c:v>
                </c:pt>
                <c:pt idx="13453" formatCode="0.00">
                  <c:v>0</c:v>
                </c:pt>
                <c:pt idx="13454" formatCode="0.00">
                  <c:v>0</c:v>
                </c:pt>
                <c:pt idx="13455" formatCode="0.00">
                  <c:v>0</c:v>
                </c:pt>
                <c:pt idx="13456" formatCode="0.00">
                  <c:v>0</c:v>
                </c:pt>
                <c:pt idx="13457" formatCode="0.00">
                  <c:v>0</c:v>
                </c:pt>
                <c:pt idx="13458" formatCode="0.00">
                  <c:v>0</c:v>
                </c:pt>
                <c:pt idx="13459" formatCode="0.00">
                  <c:v>0</c:v>
                </c:pt>
                <c:pt idx="13460" formatCode="0.00">
                  <c:v>0</c:v>
                </c:pt>
                <c:pt idx="13461" formatCode="0.00">
                  <c:v>0</c:v>
                </c:pt>
                <c:pt idx="13462" formatCode="0.00">
                  <c:v>0</c:v>
                </c:pt>
                <c:pt idx="13463" formatCode="0.00">
                  <c:v>0</c:v>
                </c:pt>
                <c:pt idx="13464" formatCode="0.00">
                  <c:v>0</c:v>
                </c:pt>
                <c:pt idx="13465" formatCode="0.00">
                  <c:v>0</c:v>
                </c:pt>
                <c:pt idx="13466" formatCode="0.00">
                  <c:v>0</c:v>
                </c:pt>
                <c:pt idx="13467" formatCode="0.00">
                  <c:v>0</c:v>
                </c:pt>
                <c:pt idx="13468" formatCode="0.00">
                  <c:v>0</c:v>
                </c:pt>
                <c:pt idx="13469" formatCode="0.00">
                  <c:v>0</c:v>
                </c:pt>
                <c:pt idx="13470" formatCode="0.00">
                  <c:v>0</c:v>
                </c:pt>
                <c:pt idx="13471" formatCode="0.00">
                  <c:v>0</c:v>
                </c:pt>
                <c:pt idx="13472" formatCode="0.00">
                  <c:v>0</c:v>
                </c:pt>
                <c:pt idx="13473" formatCode="0.00">
                  <c:v>0</c:v>
                </c:pt>
                <c:pt idx="13474" formatCode="0.00">
                  <c:v>0</c:v>
                </c:pt>
                <c:pt idx="13475" formatCode="0.00">
                  <c:v>0</c:v>
                </c:pt>
                <c:pt idx="13476" formatCode="0.00">
                  <c:v>0</c:v>
                </c:pt>
                <c:pt idx="13477" formatCode="0.00">
                  <c:v>0</c:v>
                </c:pt>
                <c:pt idx="13478" formatCode="0.00">
                  <c:v>0</c:v>
                </c:pt>
                <c:pt idx="13479" formatCode="0.00">
                  <c:v>0</c:v>
                </c:pt>
                <c:pt idx="13480" formatCode="0.00">
                  <c:v>0</c:v>
                </c:pt>
                <c:pt idx="13481" formatCode="0.00">
                  <c:v>0</c:v>
                </c:pt>
                <c:pt idx="13482" formatCode="0.00">
                  <c:v>0</c:v>
                </c:pt>
                <c:pt idx="13483" formatCode="0.00">
                  <c:v>0</c:v>
                </c:pt>
                <c:pt idx="13484" formatCode="0.00">
                  <c:v>0</c:v>
                </c:pt>
                <c:pt idx="13485" formatCode="0.00">
                  <c:v>0</c:v>
                </c:pt>
                <c:pt idx="13486" formatCode="0.00">
                  <c:v>0</c:v>
                </c:pt>
                <c:pt idx="13487" formatCode="0.00">
                  <c:v>0</c:v>
                </c:pt>
                <c:pt idx="13488" formatCode="0.00">
                  <c:v>0</c:v>
                </c:pt>
                <c:pt idx="13489" formatCode="0.00">
                  <c:v>0</c:v>
                </c:pt>
                <c:pt idx="13490" formatCode="0.00">
                  <c:v>0</c:v>
                </c:pt>
                <c:pt idx="13491" formatCode="0.00">
                  <c:v>0</c:v>
                </c:pt>
                <c:pt idx="13492" formatCode="0.00">
                  <c:v>0</c:v>
                </c:pt>
                <c:pt idx="13493" formatCode="0.00">
                  <c:v>0</c:v>
                </c:pt>
                <c:pt idx="13494" formatCode="0.00">
                  <c:v>0</c:v>
                </c:pt>
                <c:pt idx="13495" formatCode="0.00">
                  <c:v>0</c:v>
                </c:pt>
                <c:pt idx="13496" formatCode="0.00">
                  <c:v>0</c:v>
                </c:pt>
                <c:pt idx="13497" formatCode="0.00">
                  <c:v>0</c:v>
                </c:pt>
                <c:pt idx="13498" formatCode="0.00">
                  <c:v>0</c:v>
                </c:pt>
                <c:pt idx="13499" formatCode="0.00">
                  <c:v>0</c:v>
                </c:pt>
                <c:pt idx="13500" formatCode="0.00">
                  <c:v>0</c:v>
                </c:pt>
                <c:pt idx="13501" formatCode="0.00">
                  <c:v>0</c:v>
                </c:pt>
                <c:pt idx="13502" formatCode="0.00">
                  <c:v>0</c:v>
                </c:pt>
                <c:pt idx="13503" formatCode="0.00">
                  <c:v>0</c:v>
                </c:pt>
                <c:pt idx="13504" formatCode="0.00">
                  <c:v>0</c:v>
                </c:pt>
                <c:pt idx="13505" formatCode="0.00">
                  <c:v>0</c:v>
                </c:pt>
                <c:pt idx="13506" formatCode="0.00">
                  <c:v>0</c:v>
                </c:pt>
                <c:pt idx="13507" formatCode="0.00">
                  <c:v>0</c:v>
                </c:pt>
                <c:pt idx="13508" formatCode="0.00">
                  <c:v>0</c:v>
                </c:pt>
                <c:pt idx="13509" formatCode="0.00">
                  <c:v>0</c:v>
                </c:pt>
                <c:pt idx="13510" formatCode="0.00">
                  <c:v>0</c:v>
                </c:pt>
                <c:pt idx="13511" formatCode="0.00">
                  <c:v>0</c:v>
                </c:pt>
                <c:pt idx="13512" formatCode="0.00">
                  <c:v>0</c:v>
                </c:pt>
                <c:pt idx="13513" formatCode="0.00">
                  <c:v>0</c:v>
                </c:pt>
                <c:pt idx="13514" formatCode="0.00">
                  <c:v>0</c:v>
                </c:pt>
                <c:pt idx="13515" formatCode="0.00">
                  <c:v>0</c:v>
                </c:pt>
                <c:pt idx="13516" formatCode="0.00">
                  <c:v>0</c:v>
                </c:pt>
                <c:pt idx="13517" formatCode="0.00">
                  <c:v>0</c:v>
                </c:pt>
                <c:pt idx="13518" formatCode="0.00">
                  <c:v>0</c:v>
                </c:pt>
                <c:pt idx="13519" formatCode="0.00">
                  <c:v>0</c:v>
                </c:pt>
                <c:pt idx="13520" formatCode="0.00">
                  <c:v>0</c:v>
                </c:pt>
                <c:pt idx="13521" formatCode="0.00">
                  <c:v>0</c:v>
                </c:pt>
                <c:pt idx="13522" formatCode="0.00">
                  <c:v>0</c:v>
                </c:pt>
                <c:pt idx="13523" formatCode="0.00">
                  <c:v>0</c:v>
                </c:pt>
                <c:pt idx="13524" formatCode="0.00">
                  <c:v>0</c:v>
                </c:pt>
                <c:pt idx="13525" formatCode="0.00">
                  <c:v>0</c:v>
                </c:pt>
                <c:pt idx="13526" formatCode="0.00">
                  <c:v>0</c:v>
                </c:pt>
                <c:pt idx="13527" formatCode="0.00">
                  <c:v>0</c:v>
                </c:pt>
                <c:pt idx="13528" formatCode="0.00">
                  <c:v>0</c:v>
                </c:pt>
                <c:pt idx="13529" formatCode="0.00">
                  <c:v>0</c:v>
                </c:pt>
                <c:pt idx="13530" formatCode="0.00">
                  <c:v>0</c:v>
                </c:pt>
                <c:pt idx="13531" formatCode="0.00">
                  <c:v>0</c:v>
                </c:pt>
                <c:pt idx="13532" formatCode="0.00">
                  <c:v>0</c:v>
                </c:pt>
                <c:pt idx="13533" formatCode="0.00">
                  <c:v>0</c:v>
                </c:pt>
                <c:pt idx="13534" formatCode="0.00">
                  <c:v>0</c:v>
                </c:pt>
                <c:pt idx="13535" formatCode="0.00">
                  <c:v>0</c:v>
                </c:pt>
                <c:pt idx="13536" formatCode="0.00">
                  <c:v>0</c:v>
                </c:pt>
                <c:pt idx="13537" formatCode="0.00">
                  <c:v>0</c:v>
                </c:pt>
                <c:pt idx="13538" formatCode="0.00">
                  <c:v>0</c:v>
                </c:pt>
                <c:pt idx="13539" formatCode="0.00">
                  <c:v>0</c:v>
                </c:pt>
                <c:pt idx="13540" formatCode="0.00">
                  <c:v>0</c:v>
                </c:pt>
                <c:pt idx="13541" formatCode="0.00">
                  <c:v>0</c:v>
                </c:pt>
                <c:pt idx="13542" formatCode="0.00">
                  <c:v>0</c:v>
                </c:pt>
                <c:pt idx="13543" formatCode="0.00">
                  <c:v>0</c:v>
                </c:pt>
                <c:pt idx="13544" formatCode="0.00">
                  <c:v>0</c:v>
                </c:pt>
                <c:pt idx="13545" formatCode="0.00">
                  <c:v>0</c:v>
                </c:pt>
                <c:pt idx="13546" formatCode="0.00">
                  <c:v>0</c:v>
                </c:pt>
                <c:pt idx="13547" formatCode="0.00">
                  <c:v>0</c:v>
                </c:pt>
                <c:pt idx="13548" formatCode="0.00">
                  <c:v>0</c:v>
                </c:pt>
                <c:pt idx="13549" formatCode="0.00">
                  <c:v>0</c:v>
                </c:pt>
                <c:pt idx="13550" formatCode="0.00">
                  <c:v>0</c:v>
                </c:pt>
                <c:pt idx="13551" formatCode="0.00">
                  <c:v>0</c:v>
                </c:pt>
                <c:pt idx="13552" formatCode="0.00">
                  <c:v>0</c:v>
                </c:pt>
                <c:pt idx="13553" formatCode="0.00">
                  <c:v>0</c:v>
                </c:pt>
                <c:pt idx="13554" formatCode="0.00">
                  <c:v>0</c:v>
                </c:pt>
                <c:pt idx="13555" formatCode="0.00">
                  <c:v>0</c:v>
                </c:pt>
                <c:pt idx="13556">
                  <c:v>12.5</c:v>
                </c:pt>
                <c:pt idx="13557">
                  <c:v>75</c:v>
                </c:pt>
                <c:pt idx="13558">
                  <c:v>62.75</c:v>
                </c:pt>
                <c:pt idx="13559">
                  <c:v>62.75</c:v>
                </c:pt>
                <c:pt idx="13560">
                  <c:v>63</c:v>
                </c:pt>
                <c:pt idx="13561">
                  <c:v>63</c:v>
                </c:pt>
                <c:pt idx="13562">
                  <c:v>75.63</c:v>
                </c:pt>
                <c:pt idx="13563">
                  <c:v>100.63</c:v>
                </c:pt>
                <c:pt idx="13564">
                  <c:v>100.95</c:v>
                </c:pt>
                <c:pt idx="13565">
                  <c:v>100.95</c:v>
                </c:pt>
                <c:pt idx="13566">
                  <c:v>125</c:v>
                </c:pt>
                <c:pt idx="13567">
                  <c:v>125</c:v>
                </c:pt>
                <c:pt idx="13568">
                  <c:v>125</c:v>
                </c:pt>
                <c:pt idx="13569">
                  <c:v>125</c:v>
                </c:pt>
                <c:pt idx="13570">
                  <c:v>125</c:v>
                </c:pt>
                <c:pt idx="13571">
                  <c:v>125</c:v>
                </c:pt>
                <c:pt idx="13572">
                  <c:v>125</c:v>
                </c:pt>
                <c:pt idx="13573">
                  <c:v>125</c:v>
                </c:pt>
                <c:pt idx="13574">
                  <c:v>125</c:v>
                </c:pt>
                <c:pt idx="13575">
                  <c:v>125</c:v>
                </c:pt>
                <c:pt idx="13576">
                  <c:v>125</c:v>
                </c:pt>
                <c:pt idx="13577">
                  <c:v>125</c:v>
                </c:pt>
                <c:pt idx="13578">
                  <c:v>125</c:v>
                </c:pt>
                <c:pt idx="13579">
                  <c:v>0.95</c:v>
                </c:pt>
                <c:pt idx="13580">
                  <c:v>0.63</c:v>
                </c:pt>
                <c:pt idx="13581">
                  <c:v>0.63</c:v>
                </c:pt>
                <c:pt idx="13582">
                  <c:v>0.5</c:v>
                </c:pt>
                <c:pt idx="13583">
                  <c:v>0.5</c:v>
                </c:pt>
                <c:pt idx="13584">
                  <c:v>0.25</c:v>
                </c:pt>
                <c:pt idx="13585">
                  <c:v>0.25</c:v>
                </c:pt>
                <c:pt idx="13586" formatCode="0.00">
                  <c:v>0</c:v>
                </c:pt>
                <c:pt idx="13587" formatCode="0.00">
                  <c:v>0</c:v>
                </c:pt>
                <c:pt idx="13588" formatCode="0.00">
                  <c:v>0</c:v>
                </c:pt>
                <c:pt idx="13589" formatCode="0.00">
                  <c:v>0</c:v>
                </c:pt>
                <c:pt idx="13590" formatCode="0.00">
                  <c:v>0</c:v>
                </c:pt>
                <c:pt idx="13591" formatCode="0.00">
                  <c:v>0</c:v>
                </c:pt>
                <c:pt idx="13592" formatCode="0.00">
                  <c:v>0</c:v>
                </c:pt>
                <c:pt idx="13593" formatCode="0.00">
                  <c:v>0</c:v>
                </c:pt>
                <c:pt idx="13594" formatCode="0.00">
                  <c:v>0</c:v>
                </c:pt>
                <c:pt idx="13595" formatCode="0.00">
                  <c:v>0</c:v>
                </c:pt>
                <c:pt idx="13596" formatCode="0.00">
                  <c:v>0</c:v>
                </c:pt>
                <c:pt idx="13597" formatCode="0.00">
                  <c:v>0</c:v>
                </c:pt>
                <c:pt idx="13598">
                  <c:v>0.25</c:v>
                </c:pt>
                <c:pt idx="13599">
                  <c:v>0.25</c:v>
                </c:pt>
                <c:pt idx="13600">
                  <c:v>0.5</c:v>
                </c:pt>
                <c:pt idx="13601">
                  <c:v>0.5</c:v>
                </c:pt>
                <c:pt idx="13602">
                  <c:v>0.63</c:v>
                </c:pt>
                <c:pt idx="13603">
                  <c:v>0.63</c:v>
                </c:pt>
                <c:pt idx="13604">
                  <c:v>0.95</c:v>
                </c:pt>
                <c:pt idx="13605">
                  <c:v>0.95</c:v>
                </c:pt>
                <c:pt idx="13606">
                  <c:v>0.95</c:v>
                </c:pt>
                <c:pt idx="13607">
                  <c:v>0.95</c:v>
                </c:pt>
                <c:pt idx="13608">
                  <c:v>0.95</c:v>
                </c:pt>
                <c:pt idx="13609">
                  <c:v>0.95</c:v>
                </c:pt>
                <c:pt idx="13610">
                  <c:v>0.95</c:v>
                </c:pt>
                <c:pt idx="13611">
                  <c:v>0.95</c:v>
                </c:pt>
                <c:pt idx="13612">
                  <c:v>0.95</c:v>
                </c:pt>
                <c:pt idx="13613">
                  <c:v>0.95</c:v>
                </c:pt>
                <c:pt idx="13614">
                  <c:v>0.95</c:v>
                </c:pt>
                <c:pt idx="13615">
                  <c:v>0.95</c:v>
                </c:pt>
                <c:pt idx="13616">
                  <c:v>0.95</c:v>
                </c:pt>
                <c:pt idx="13617">
                  <c:v>0.95</c:v>
                </c:pt>
                <c:pt idx="13618">
                  <c:v>0.95</c:v>
                </c:pt>
                <c:pt idx="13619">
                  <c:v>0.95</c:v>
                </c:pt>
                <c:pt idx="13620">
                  <c:v>0.63</c:v>
                </c:pt>
                <c:pt idx="13621">
                  <c:v>0.63</c:v>
                </c:pt>
                <c:pt idx="13622">
                  <c:v>0.5</c:v>
                </c:pt>
                <c:pt idx="13623">
                  <c:v>0.5</c:v>
                </c:pt>
                <c:pt idx="13624">
                  <c:v>0.25</c:v>
                </c:pt>
                <c:pt idx="13625">
                  <c:v>0.25</c:v>
                </c:pt>
                <c:pt idx="13626" formatCode="0.00">
                  <c:v>0</c:v>
                </c:pt>
                <c:pt idx="13627" formatCode="0.00">
                  <c:v>0</c:v>
                </c:pt>
                <c:pt idx="13628" formatCode="0.00">
                  <c:v>0</c:v>
                </c:pt>
                <c:pt idx="13629" formatCode="0.00">
                  <c:v>0</c:v>
                </c:pt>
                <c:pt idx="13630" formatCode="0.00">
                  <c:v>0</c:v>
                </c:pt>
                <c:pt idx="13631" formatCode="0.00">
                  <c:v>0</c:v>
                </c:pt>
                <c:pt idx="13632" formatCode="0.00">
                  <c:v>0</c:v>
                </c:pt>
                <c:pt idx="13633" formatCode="0.00">
                  <c:v>0</c:v>
                </c:pt>
                <c:pt idx="13634" formatCode="0.00">
                  <c:v>0</c:v>
                </c:pt>
                <c:pt idx="13635" formatCode="0.00">
                  <c:v>0</c:v>
                </c:pt>
                <c:pt idx="13636" formatCode="0.00">
                  <c:v>0</c:v>
                </c:pt>
                <c:pt idx="13637" formatCode="0.00">
                  <c:v>0</c:v>
                </c:pt>
                <c:pt idx="13638" formatCode="0.00">
                  <c:v>0</c:v>
                </c:pt>
                <c:pt idx="13639">
                  <c:v>32</c:v>
                </c:pt>
                <c:pt idx="13640">
                  <c:v>57</c:v>
                </c:pt>
                <c:pt idx="13641">
                  <c:v>107</c:v>
                </c:pt>
                <c:pt idx="13642">
                  <c:v>125</c:v>
                </c:pt>
                <c:pt idx="13643">
                  <c:v>125</c:v>
                </c:pt>
                <c:pt idx="13644">
                  <c:v>125</c:v>
                </c:pt>
                <c:pt idx="13645">
                  <c:v>125</c:v>
                </c:pt>
                <c:pt idx="13646">
                  <c:v>125</c:v>
                </c:pt>
                <c:pt idx="13647">
                  <c:v>125</c:v>
                </c:pt>
                <c:pt idx="13648">
                  <c:v>125</c:v>
                </c:pt>
                <c:pt idx="13649">
                  <c:v>125</c:v>
                </c:pt>
                <c:pt idx="13650">
                  <c:v>125</c:v>
                </c:pt>
                <c:pt idx="13651">
                  <c:v>125</c:v>
                </c:pt>
                <c:pt idx="13652">
                  <c:v>125</c:v>
                </c:pt>
                <c:pt idx="13653">
                  <c:v>125</c:v>
                </c:pt>
                <c:pt idx="13654">
                  <c:v>125</c:v>
                </c:pt>
                <c:pt idx="13655">
                  <c:v>125</c:v>
                </c:pt>
                <c:pt idx="13656">
                  <c:v>119.5</c:v>
                </c:pt>
                <c:pt idx="13657">
                  <c:v>94.5</c:v>
                </c:pt>
                <c:pt idx="13658" formatCode="0.00">
                  <c:v>0</c:v>
                </c:pt>
                <c:pt idx="13659" formatCode="0.00">
                  <c:v>0</c:v>
                </c:pt>
                <c:pt idx="13660" formatCode="0.00">
                  <c:v>0</c:v>
                </c:pt>
                <c:pt idx="13661" formatCode="0.00">
                  <c:v>0</c:v>
                </c:pt>
                <c:pt idx="13662" formatCode="0.00">
                  <c:v>0</c:v>
                </c:pt>
                <c:pt idx="13663" formatCode="0.00">
                  <c:v>0</c:v>
                </c:pt>
                <c:pt idx="13664" formatCode="0.00">
                  <c:v>0</c:v>
                </c:pt>
                <c:pt idx="13665" formatCode="0.00">
                  <c:v>0</c:v>
                </c:pt>
                <c:pt idx="13666" formatCode="0.00">
                  <c:v>0</c:v>
                </c:pt>
                <c:pt idx="13667" formatCode="0.00">
                  <c:v>0</c:v>
                </c:pt>
                <c:pt idx="13668" formatCode="0.00">
                  <c:v>0</c:v>
                </c:pt>
                <c:pt idx="13669" formatCode="0.00">
                  <c:v>0</c:v>
                </c:pt>
                <c:pt idx="13670" formatCode="0.00">
                  <c:v>0</c:v>
                </c:pt>
                <c:pt idx="13671" formatCode="0.00">
                  <c:v>0</c:v>
                </c:pt>
                <c:pt idx="13672" formatCode="0.00">
                  <c:v>0</c:v>
                </c:pt>
                <c:pt idx="13673" formatCode="0.00">
                  <c:v>0</c:v>
                </c:pt>
                <c:pt idx="13674" formatCode="0.00">
                  <c:v>0</c:v>
                </c:pt>
                <c:pt idx="13675" formatCode="0.00">
                  <c:v>0</c:v>
                </c:pt>
                <c:pt idx="13676" formatCode="0.00">
                  <c:v>0</c:v>
                </c:pt>
                <c:pt idx="13677" formatCode="0.00">
                  <c:v>0</c:v>
                </c:pt>
                <c:pt idx="13678" formatCode="0.00">
                  <c:v>0</c:v>
                </c:pt>
                <c:pt idx="13679" formatCode="0.00">
                  <c:v>0</c:v>
                </c:pt>
                <c:pt idx="13680" formatCode="0.00">
                  <c:v>0</c:v>
                </c:pt>
                <c:pt idx="13681" formatCode="0.00">
                  <c:v>0</c:v>
                </c:pt>
                <c:pt idx="13682" formatCode="0.00">
                  <c:v>0</c:v>
                </c:pt>
                <c:pt idx="13683" formatCode="0.00">
                  <c:v>0</c:v>
                </c:pt>
                <c:pt idx="13684" formatCode="0.00">
                  <c:v>0</c:v>
                </c:pt>
                <c:pt idx="13685" formatCode="0.00">
                  <c:v>0</c:v>
                </c:pt>
                <c:pt idx="13686" formatCode="0.00">
                  <c:v>0</c:v>
                </c:pt>
                <c:pt idx="13687" formatCode="0.00">
                  <c:v>0</c:v>
                </c:pt>
                <c:pt idx="13688" formatCode="0.00">
                  <c:v>0</c:v>
                </c:pt>
                <c:pt idx="13689" formatCode="0.00">
                  <c:v>0</c:v>
                </c:pt>
                <c:pt idx="13690" formatCode="0.00">
                  <c:v>0</c:v>
                </c:pt>
                <c:pt idx="13691" formatCode="0.00">
                  <c:v>0</c:v>
                </c:pt>
                <c:pt idx="13692" formatCode="0.00">
                  <c:v>0</c:v>
                </c:pt>
                <c:pt idx="13693" formatCode="0.00">
                  <c:v>0</c:v>
                </c:pt>
                <c:pt idx="13694" formatCode="0.00">
                  <c:v>0</c:v>
                </c:pt>
                <c:pt idx="13695" formatCode="0.00">
                  <c:v>0</c:v>
                </c:pt>
                <c:pt idx="13696" formatCode="0.00">
                  <c:v>0</c:v>
                </c:pt>
                <c:pt idx="13697" formatCode="0.00">
                  <c:v>0</c:v>
                </c:pt>
                <c:pt idx="13698" formatCode="0.00">
                  <c:v>0</c:v>
                </c:pt>
                <c:pt idx="13699" formatCode="0.00">
                  <c:v>0</c:v>
                </c:pt>
                <c:pt idx="13700" formatCode="0.00">
                  <c:v>0</c:v>
                </c:pt>
                <c:pt idx="13701" formatCode="0.00">
                  <c:v>0</c:v>
                </c:pt>
                <c:pt idx="13702" formatCode="0.00">
                  <c:v>0</c:v>
                </c:pt>
                <c:pt idx="13703" formatCode="0.00">
                  <c:v>0</c:v>
                </c:pt>
                <c:pt idx="13704" formatCode="0.00">
                  <c:v>0</c:v>
                </c:pt>
                <c:pt idx="13705" formatCode="0.00">
                  <c:v>0</c:v>
                </c:pt>
                <c:pt idx="13706" formatCode="0.00">
                  <c:v>0</c:v>
                </c:pt>
                <c:pt idx="13707" formatCode="0.00">
                  <c:v>0</c:v>
                </c:pt>
                <c:pt idx="13708" formatCode="0.00">
                  <c:v>0</c:v>
                </c:pt>
                <c:pt idx="13709" formatCode="0.00">
                  <c:v>0</c:v>
                </c:pt>
                <c:pt idx="13710" formatCode="0.00">
                  <c:v>0</c:v>
                </c:pt>
                <c:pt idx="13711" formatCode="0.00">
                  <c:v>0</c:v>
                </c:pt>
                <c:pt idx="13712" formatCode="0.00">
                  <c:v>0</c:v>
                </c:pt>
                <c:pt idx="13713" formatCode="0.00">
                  <c:v>0</c:v>
                </c:pt>
                <c:pt idx="13714" formatCode="0.00">
                  <c:v>0</c:v>
                </c:pt>
                <c:pt idx="13715" formatCode="0.00">
                  <c:v>0</c:v>
                </c:pt>
                <c:pt idx="13716" formatCode="0.00">
                  <c:v>0</c:v>
                </c:pt>
                <c:pt idx="13717" formatCode="0.00">
                  <c:v>0</c:v>
                </c:pt>
                <c:pt idx="13718" formatCode="0.00">
                  <c:v>0</c:v>
                </c:pt>
                <c:pt idx="13719" formatCode="0.00">
                  <c:v>0</c:v>
                </c:pt>
                <c:pt idx="13720">
                  <c:v>25.38</c:v>
                </c:pt>
                <c:pt idx="13721">
                  <c:v>22.4</c:v>
                </c:pt>
                <c:pt idx="13722">
                  <c:v>22.25</c:v>
                </c:pt>
                <c:pt idx="13723">
                  <c:v>22.2</c:v>
                </c:pt>
                <c:pt idx="13724">
                  <c:v>28.15</c:v>
                </c:pt>
                <c:pt idx="13725">
                  <c:v>28.08</c:v>
                </c:pt>
                <c:pt idx="13726">
                  <c:v>27.25</c:v>
                </c:pt>
                <c:pt idx="13727">
                  <c:v>27.25</c:v>
                </c:pt>
                <c:pt idx="13728">
                  <c:v>27.13</c:v>
                </c:pt>
                <c:pt idx="13729">
                  <c:v>26.6</c:v>
                </c:pt>
                <c:pt idx="13730">
                  <c:v>26.6</c:v>
                </c:pt>
                <c:pt idx="13731">
                  <c:v>26.55</c:v>
                </c:pt>
                <c:pt idx="13732">
                  <c:v>24.18</c:v>
                </c:pt>
                <c:pt idx="13733">
                  <c:v>20.55</c:v>
                </c:pt>
                <c:pt idx="13734">
                  <c:v>19.600000000000001</c:v>
                </c:pt>
                <c:pt idx="13735">
                  <c:v>19.28</c:v>
                </c:pt>
                <c:pt idx="13736">
                  <c:v>18.95</c:v>
                </c:pt>
                <c:pt idx="13737">
                  <c:v>19.03</c:v>
                </c:pt>
                <c:pt idx="13738">
                  <c:v>18.579999999999998</c:v>
                </c:pt>
                <c:pt idx="13739">
                  <c:v>18.55</c:v>
                </c:pt>
                <c:pt idx="13740">
                  <c:v>12.25</c:v>
                </c:pt>
                <c:pt idx="13741">
                  <c:v>12.45</c:v>
                </c:pt>
                <c:pt idx="13742" formatCode="0.00">
                  <c:v>0</c:v>
                </c:pt>
                <c:pt idx="13743" formatCode="0.00">
                  <c:v>0</c:v>
                </c:pt>
                <c:pt idx="13744" formatCode="0.00">
                  <c:v>0</c:v>
                </c:pt>
                <c:pt idx="13745" formatCode="0.00">
                  <c:v>0</c:v>
                </c:pt>
                <c:pt idx="13746" formatCode="0.00">
                  <c:v>0</c:v>
                </c:pt>
                <c:pt idx="13747" formatCode="0.00">
                  <c:v>0</c:v>
                </c:pt>
                <c:pt idx="13748" formatCode="0.00">
                  <c:v>0</c:v>
                </c:pt>
                <c:pt idx="13749" formatCode="0.00">
                  <c:v>0</c:v>
                </c:pt>
                <c:pt idx="13750" formatCode="0.00">
                  <c:v>0</c:v>
                </c:pt>
                <c:pt idx="13751" formatCode="0.00">
                  <c:v>0</c:v>
                </c:pt>
                <c:pt idx="13752" formatCode="0.00">
                  <c:v>0</c:v>
                </c:pt>
                <c:pt idx="13753" formatCode="0.00">
                  <c:v>0</c:v>
                </c:pt>
                <c:pt idx="13754" formatCode="0.00">
                  <c:v>0</c:v>
                </c:pt>
                <c:pt idx="13755" formatCode="0.00">
                  <c:v>0</c:v>
                </c:pt>
                <c:pt idx="13756">
                  <c:v>37.799999999999997</c:v>
                </c:pt>
                <c:pt idx="13757">
                  <c:v>38.049999999999997</c:v>
                </c:pt>
                <c:pt idx="13758">
                  <c:v>38.65</c:v>
                </c:pt>
                <c:pt idx="13759">
                  <c:v>38.28</c:v>
                </c:pt>
                <c:pt idx="13760">
                  <c:v>38.85</c:v>
                </c:pt>
                <c:pt idx="13761">
                  <c:v>38.299999999999997</c:v>
                </c:pt>
                <c:pt idx="13762">
                  <c:v>38.68</c:v>
                </c:pt>
                <c:pt idx="13763">
                  <c:v>38.93</c:v>
                </c:pt>
                <c:pt idx="13764">
                  <c:v>46.58</c:v>
                </c:pt>
                <c:pt idx="13765">
                  <c:v>43.33</c:v>
                </c:pt>
                <c:pt idx="13766">
                  <c:v>43.33</c:v>
                </c:pt>
                <c:pt idx="13767">
                  <c:v>43.33</c:v>
                </c:pt>
                <c:pt idx="13768">
                  <c:v>42.33</c:v>
                </c:pt>
                <c:pt idx="13769">
                  <c:v>41.9</c:v>
                </c:pt>
                <c:pt idx="13770">
                  <c:v>41.9</c:v>
                </c:pt>
                <c:pt idx="13771">
                  <c:v>41.83</c:v>
                </c:pt>
                <c:pt idx="13772">
                  <c:v>36.950000000000003</c:v>
                </c:pt>
                <c:pt idx="13773">
                  <c:v>36.58</c:v>
                </c:pt>
                <c:pt idx="13774">
                  <c:v>35.68</c:v>
                </c:pt>
                <c:pt idx="13775">
                  <c:v>35.380000000000003</c:v>
                </c:pt>
                <c:pt idx="13776">
                  <c:v>35.049999999999997</c:v>
                </c:pt>
                <c:pt idx="13777">
                  <c:v>35.130000000000003</c:v>
                </c:pt>
                <c:pt idx="13778">
                  <c:v>34.68</c:v>
                </c:pt>
                <c:pt idx="13779">
                  <c:v>33.65</c:v>
                </c:pt>
                <c:pt idx="13780">
                  <c:v>33.28</c:v>
                </c:pt>
                <c:pt idx="13781">
                  <c:v>33.479999999999997</c:v>
                </c:pt>
                <c:pt idx="13782">
                  <c:v>0.5</c:v>
                </c:pt>
                <c:pt idx="13783">
                  <c:v>0.5</c:v>
                </c:pt>
                <c:pt idx="13784">
                  <c:v>0.25</c:v>
                </c:pt>
                <c:pt idx="13785">
                  <c:v>0.25</c:v>
                </c:pt>
                <c:pt idx="13786" formatCode="0.00">
                  <c:v>0</c:v>
                </c:pt>
                <c:pt idx="13787" formatCode="0.00">
                  <c:v>0</c:v>
                </c:pt>
                <c:pt idx="13788" formatCode="0.00">
                  <c:v>0</c:v>
                </c:pt>
                <c:pt idx="13789" formatCode="0.00">
                  <c:v>0</c:v>
                </c:pt>
                <c:pt idx="13790" formatCode="0.00">
                  <c:v>0</c:v>
                </c:pt>
                <c:pt idx="13791" formatCode="0.00">
                  <c:v>0</c:v>
                </c:pt>
                <c:pt idx="13792" formatCode="0.00">
                  <c:v>0</c:v>
                </c:pt>
                <c:pt idx="13793" formatCode="0.00">
                  <c:v>0</c:v>
                </c:pt>
                <c:pt idx="13794" formatCode="0.00">
                  <c:v>0</c:v>
                </c:pt>
                <c:pt idx="13795" formatCode="0.00">
                  <c:v>0</c:v>
                </c:pt>
                <c:pt idx="13796" formatCode="0.00">
                  <c:v>0</c:v>
                </c:pt>
                <c:pt idx="13797" formatCode="0.00">
                  <c:v>0</c:v>
                </c:pt>
                <c:pt idx="13798">
                  <c:v>0.25</c:v>
                </c:pt>
                <c:pt idx="13799">
                  <c:v>0.25</c:v>
                </c:pt>
                <c:pt idx="13800">
                  <c:v>0.5</c:v>
                </c:pt>
                <c:pt idx="13801">
                  <c:v>0.5</c:v>
                </c:pt>
                <c:pt idx="13802">
                  <c:v>0.63</c:v>
                </c:pt>
                <c:pt idx="13803">
                  <c:v>0.63</c:v>
                </c:pt>
                <c:pt idx="13804">
                  <c:v>0.95</c:v>
                </c:pt>
                <c:pt idx="13805">
                  <c:v>0.95</c:v>
                </c:pt>
                <c:pt idx="13806">
                  <c:v>0.95</c:v>
                </c:pt>
                <c:pt idx="13807">
                  <c:v>0.95</c:v>
                </c:pt>
                <c:pt idx="13808">
                  <c:v>0.95</c:v>
                </c:pt>
                <c:pt idx="13809">
                  <c:v>0.95</c:v>
                </c:pt>
                <c:pt idx="13810">
                  <c:v>0.95</c:v>
                </c:pt>
                <c:pt idx="13811">
                  <c:v>0.95</c:v>
                </c:pt>
                <c:pt idx="13812">
                  <c:v>0.95</c:v>
                </c:pt>
                <c:pt idx="13813">
                  <c:v>0.95</c:v>
                </c:pt>
                <c:pt idx="13814">
                  <c:v>0.95</c:v>
                </c:pt>
                <c:pt idx="13815">
                  <c:v>0.95</c:v>
                </c:pt>
                <c:pt idx="13816">
                  <c:v>0.95</c:v>
                </c:pt>
                <c:pt idx="13817">
                  <c:v>0.95</c:v>
                </c:pt>
                <c:pt idx="13818">
                  <c:v>0.95</c:v>
                </c:pt>
                <c:pt idx="13819">
                  <c:v>0.95</c:v>
                </c:pt>
                <c:pt idx="13820">
                  <c:v>0.63</c:v>
                </c:pt>
                <c:pt idx="13821">
                  <c:v>0.63</c:v>
                </c:pt>
                <c:pt idx="13822">
                  <c:v>0.38</c:v>
                </c:pt>
                <c:pt idx="13823">
                  <c:v>0.38</c:v>
                </c:pt>
                <c:pt idx="13824" formatCode="0.00">
                  <c:v>0</c:v>
                </c:pt>
                <c:pt idx="13825" formatCode="0.00">
                  <c:v>0</c:v>
                </c:pt>
                <c:pt idx="13826" formatCode="0.00">
                  <c:v>0</c:v>
                </c:pt>
                <c:pt idx="13827" formatCode="0.00">
                  <c:v>0</c:v>
                </c:pt>
                <c:pt idx="13828" formatCode="0.00">
                  <c:v>0</c:v>
                </c:pt>
                <c:pt idx="13829" formatCode="0.00">
                  <c:v>0</c:v>
                </c:pt>
                <c:pt idx="13830" formatCode="0.00">
                  <c:v>0</c:v>
                </c:pt>
                <c:pt idx="13831" formatCode="0.00">
                  <c:v>0</c:v>
                </c:pt>
                <c:pt idx="13832" formatCode="0.00">
                  <c:v>0</c:v>
                </c:pt>
                <c:pt idx="13833" formatCode="0.00">
                  <c:v>0</c:v>
                </c:pt>
                <c:pt idx="13834" formatCode="0.00">
                  <c:v>0</c:v>
                </c:pt>
                <c:pt idx="13835" formatCode="0.00">
                  <c:v>0</c:v>
                </c:pt>
                <c:pt idx="13836" formatCode="0.00">
                  <c:v>0</c:v>
                </c:pt>
                <c:pt idx="13837" formatCode="0.00">
                  <c:v>0</c:v>
                </c:pt>
                <c:pt idx="13838">
                  <c:v>0.25</c:v>
                </c:pt>
                <c:pt idx="13839">
                  <c:v>0.25</c:v>
                </c:pt>
                <c:pt idx="13840">
                  <c:v>0.5</c:v>
                </c:pt>
                <c:pt idx="13841">
                  <c:v>0.5</c:v>
                </c:pt>
                <c:pt idx="13842">
                  <c:v>125</c:v>
                </c:pt>
                <c:pt idx="13843">
                  <c:v>125</c:v>
                </c:pt>
                <c:pt idx="13844">
                  <c:v>125</c:v>
                </c:pt>
                <c:pt idx="13845">
                  <c:v>125</c:v>
                </c:pt>
                <c:pt idx="13846">
                  <c:v>125</c:v>
                </c:pt>
                <c:pt idx="13847">
                  <c:v>125</c:v>
                </c:pt>
                <c:pt idx="13848">
                  <c:v>125</c:v>
                </c:pt>
                <c:pt idx="13849">
                  <c:v>125</c:v>
                </c:pt>
                <c:pt idx="13850">
                  <c:v>0.95</c:v>
                </c:pt>
                <c:pt idx="13851">
                  <c:v>0.95</c:v>
                </c:pt>
                <c:pt idx="13852">
                  <c:v>0.95</c:v>
                </c:pt>
                <c:pt idx="13853">
                  <c:v>0.95</c:v>
                </c:pt>
                <c:pt idx="13854">
                  <c:v>0.95</c:v>
                </c:pt>
                <c:pt idx="13855">
                  <c:v>0.95</c:v>
                </c:pt>
                <c:pt idx="13856">
                  <c:v>0.95</c:v>
                </c:pt>
                <c:pt idx="13857">
                  <c:v>0.95</c:v>
                </c:pt>
                <c:pt idx="13858">
                  <c:v>0.95</c:v>
                </c:pt>
                <c:pt idx="13859">
                  <c:v>0.95</c:v>
                </c:pt>
                <c:pt idx="13860">
                  <c:v>0.63</c:v>
                </c:pt>
                <c:pt idx="13861">
                  <c:v>0.63</c:v>
                </c:pt>
                <c:pt idx="13862">
                  <c:v>0.38</c:v>
                </c:pt>
                <c:pt idx="13863">
                  <c:v>0.38</c:v>
                </c:pt>
                <c:pt idx="13864" formatCode="0.00">
                  <c:v>0</c:v>
                </c:pt>
                <c:pt idx="13865" formatCode="0.00">
                  <c:v>0</c:v>
                </c:pt>
                <c:pt idx="13866" formatCode="0.00">
                  <c:v>0</c:v>
                </c:pt>
                <c:pt idx="13867" formatCode="0.00">
                  <c:v>0</c:v>
                </c:pt>
                <c:pt idx="13868" formatCode="0.00">
                  <c:v>0</c:v>
                </c:pt>
                <c:pt idx="13869" formatCode="0.00">
                  <c:v>0</c:v>
                </c:pt>
                <c:pt idx="13870" formatCode="0.00">
                  <c:v>0</c:v>
                </c:pt>
                <c:pt idx="13871" formatCode="0.00">
                  <c:v>0</c:v>
                </c:pt>
                <c:pt idx="13872" formatCode="0.00">
                  <c:v>0</c:v>
                </c:pt>
                <c:pt idx="13873" formatCode="0.00">
                  <c:v>0</c:v>
                </c:pt>
                <c:pt idx="13874" formatCode="0.00">
                  <c:v>0</c:v>
                </c:pt>
                <c:pt idx="13875" formatCode="0.00">
                  <c:v>0</c:v>
                </c:pt>
                <c:pt idx="13876" formatCode="0.00">
                  <c:v>0</c:v>
                </c:pt>
                <c:pt idx="13877" formatCode="0.00">
                  <c:v>0</c:v>
                </c:pt>
                <c:pt idx="13878" formatCode="0.00">
                  <c:v>0</c:v>
                </c:pt>
                <c:pt idx="13879" formatCode="0.00">
                  <c:v>0</c:v>
                </c:pt>
                <c:pt idx="13880" formatCode="0.00">
                  <c:v>0</c:v>
                </c:pt>
                <c:pt idx="13881" formatCode="0.00">
                  <c:v>0</c:v>
                </c:pt>
                <c:pt idx="13882" formatCode="0.00">
                  <c:v>0</c:v>
                </c:pt>
                <c:pt idx="13883" formatCode="0.00">
                  <c:v>0</c:v>
                </c:pt>
                <c:pt idx="13884" formatCode="0.00">
                  <c:v>0</c:v>
                </c:pt>
                <c:pt idx="13885" formatCode="0.00">
                  <c:v>0</c:v>
                </c:pt>
                <c:pt idx="13886" formatCode="0.00">
                  <c:v>0</c:v>
                </c:pt>
                <c:pt idx="13887" formatCode="0.00">
                  <c:v>0</c:v>
                </c:pt>
                <c:pt idx="13888" formatCode="0.00">
                  <c:v>0</c:v>
                </c:pt>
                <c:pt idx="13889" formatCode="0.00">
                  <c:v>0</c:v>
                </c:pt>
                <c:pt idx="13890" formatCode="0.00">
                  <c:v>0</c:v>
                </c:pt>
                <c:pt idx="13891" formatCode="0.00">
                  <c:v>0</c:v>
                </c:pt>
                <c:pt idx="13892" formatCode="0.00">
                  <c:v>0</c:v>
                </c:pt>
                <c:pt idx="13893" formatCode="0.00">
                  <c:v>0</c:v>
                </c:pt>
                <c:pt idx="13894" formatCode="0.00">
                  <c:v>0</c:v>
                </c:pt>
                <c:pt idx="13895" formatCode="0.00">
                  <c:v>0</c:v>
                </c:pt>
                <c:pt idx="13896" formatCode="0.00">
                  <c:v>0</c:v>
                </c:pt>
                <c:pt idx="13897" formatCode="0.00">
                  <c:v>0</c:v>
                </c:pt>
                <c:pt idx="13898" formatCode="0.00">
                  <c:v>0</c:v>
                </c:pt>
                <c:pt idx="13899" formatCode="0.00">
                  <c:v>0</c:v>
                </c:pt>
                <c:pt idx="13900" formatCode="0.00">
                  <c:v>0</c:v>
                </c:pt>
                <c:pt idx="13901" formatCode="0.00">
                  <c:v>0</c:v>
                </c:pt>
                <c:pt idx="13902" formatCode="0.00">
                  <c:v>0</c:v>
                </c:pt>
                <c:pt idx="13903" formatCode="0.00">
                  <c:v>0</c:v>
                </c:pt>
                <c:pt idx="13904" formatCode="0.00">
                  <c:v>0</c:v>
                </c:pt>
                <c:pt idx="13905" formatCode="0.00">
                  <c:v>0</c:v>
                </c:pt>
                <c:pt idx="13906" formatCode="0.00">
                  <c:v>0</c:v>
                </c:pt>
                <c:pt idx="13907" formatCode="0.00">
                  <c:v>0</c:v>
                </c:pt>
                <c:pt idx="13908" formatCode="0.00">
                  <c:v>0</c:v>
                </c:pt>
                <c:pt idx="13909" formatCode="0.00">
                  <c:v>0</c:v>
                </c:pt>
                <c:pt idx="13910" formatCode="0.00">
                  <c:v>0</c:v>
                </c:pt>
                <c:pt idx="13911" formatCode="0.00">
                  <c:v>0</c:v>
                </c:pt>
                <c:pt idx="13912" formatCode="0.00">
                  <c:v>0</c:v>
                </c:pt>
                <c:pt idx="13913" formatCode="0.00">
                  <c:v>0</c:v>
                </c:pt>
                <c:pt idx="13914" formatCode="0.00">
                  <c:v>0</c:v>
                </c:pt>
                <c:pt idx="13915" formatCode="0.00">
                  <c:v>0</c:v>
                </c:pt>
                <c:pt idx="13916" formatCode="0.00">
                  <c:v>0</c:v>
                </c:pt>
                <c:pt idx="13917" formatCode="0.00">
                  <c:v>0</c:v>
                </c:pt>
                <c:pt idx="13918" formatCode="0.00">
                  <c:v>0</c:v>
                </c:pt>
                <c:pt idx="13919" formatCode="0.00">
                  <c:v>0</c:v>
                </c:pt>
                <c:pt idx="13920" formatCode="0.00">
                  <c:v>0</c:v>
                </c:pt>
                <c:pt idx="13921" formatCode="0.00">
                  <c:v>0</c:v>
                </c:pt>
                <c:pt idx="13922" formatCode="0.00">
                  <c:v>0</c:v>
                </c:pt>
                <c:pt idx="13923" formatCode="0.00">
                  <c:v>0</c:v>
                </c:pt>
                <c:pt idx="13924" formatCode="0.00">
                  <c:v>0</c:v>
                </c:pt>
                <c:pt idx="13925" formatCode="0.00">
                  <c:v>0</c:v>
                </c:pt>
                <c:pt idx="13926" formatCode="0.00">
                  <c:v>0</c:v>
                </c:pt>
                <c:pt idx="13927" formatCode="0.00">
                  <c:v>0</c:v>
                </c:pt>
                <c:pt idx="13928" formatCode="0.00">
                  <c:v>0</c:v>
                </c:pt>
                <c:pt idx="13929" formatCode="0.00">
                  <c:v>0</c:v>
                </c:pt>
                <c:pt idx="13930" formatCode="0.00">
                  <c:v>0</c:v>
                </c:pt>
                <c:pt idx="13931" formatCode="0.00">
                  <c:v>0</c:v>
                </c:pt>
                <c:pt idx="13932" formatCode="0.00">
                  <c:v>0</c:v>
                </c:pt>
                <c:pt idx="13933" formatCode="0.00">
                  <c:v>0</c:v>
                </c:pt>
                <c:pt idx="13934" formatCode="0.00">
                  <c:v>0</c:v>
                </c:pt>
                <c:pt idx="13935" formatCode="0.00">
                  <c:v>0</c:v>
                </c:pt>
                <c:pt idx="13936" formatCode="0.00">
                  <c:v>0</c:v>
                </c:pt>
                <c:pt idx="13937" formatCode="0.00">
                  <c:v>0</c:v>
                </c:pt>
                <c:pt idx="13938" formatCode="0.00">
                  <c:v>0</c:v>
                </c:pt>
                <c:pt idx="13939" formatCode="0.00">
                  <c:v>0</c:v>
                </c:pt>
                <c:pt idx="13940" formatCode="0.00">
                  <c:v>0</c:v>
                </c:pt>
                <c:pt idx="13941" formatCode="0.00">
                  <c:v>0</c:v>
                </c:pt>
                <c:pt idx="13942" formatCode="0.00">
                  <c:v>0</c:v>
                </c:pt>
                <c:pt idx="13943" formatCode="0.00">
                  <c:v>0</c:v>
                </c:pt>
                <c:pt idx="13944" formatCode="0.00">
                  <c:v>0</c:v>
                </c:pt>
                <c:pt idx="13945" formatCode="0.00">
                  <c:v>0</c:v>
                </c:pt>
                <c:pt idx="13946" formatCode="0.00">
                  <c:v>0</c:v>
                </c:pt>
                <c:pt idx="13947" formatCode="0.00">
                  <c:v>0</c:v>
                </c:pt>
                <c:pt idx="13948" formatCode="0.00">
                  <c:v>0</c:v>
                </c:pt>
                <c:pt idx="13949" formatCode="0.00">
                  <c:v>0</c:v>
                </c:pt>
                <c:pt idx="13950" formatCode="0.00">
                  <c:v>0</c:v>
                </c:pt>
                <c:pt idx="13951" formatCode="0.00">
                  <c:v>0</c:v>
                </c:pt>
                <c:pt idx="13952" formatCode="0.00">
                  <c:v>0</c:v>
                </c:pt>
                <c:pt idx="13953" formatCode="0.00">
                  <c:v>0</c:v>
                </c:pt>
                <c:pt idx="13954" formatCode="0.00">
                  <c:v>0</c:v>
                </c:pt>
                <c:pt idx="13955" formatCode="0.00">
                  <c:v>0</c:v>
                </c:pt>
                <c:pt idx="13956" formatCode="0.00">
                  <c:v>0</c:v>
                </c:pt>
                <c:pt idx="13957" formatCode="0.00">
                  <c:v>0</c:v>
                </c:pt>
                <c:pt idx="13958" formatCode="0.00">
                  <c:v>0</c:v>
                </c:pt>
                <c:pt idx="13959" formatCode="0.00">
                  <c:v>0</c:v>
                </c:pt>
                <c:pt idx="13960" formatCode="0.00">
                  <c:v>0</c:v>
                </c:pt>
                <c:pt idx="13961" formatCode="0.00">
                  <c:v>0</c:v>
                </c:pt>
                <c:pt idx="13962" formatCode="0.00">
                  <c:v>0</c:v>
                </c:pt>
                <c:pt idx="13963" formatCode="0.00">
                  <c:v>0</c:v>
                </c:pt>
                <c:pt idx="13964" formatCode="0.00">
                  <c:v>0</c:v>
                </c:pt>
                <c:pt idx="13965" formatCode="0.00">
                  <c:v>0</c:v>
                </c:pt>
                <c:pt idx="13966" formatCode="0.00">
                  <c:v>0</c:v>
                </c:pt>
                <c:pt idx="13967" formatCode="0.00">
                  <c:v>0</c:v>
                </c:pt>
                <c:pt idx="13968" formatCode="0.00">
                  <c:v>0</c:v>
                </c:pt>
                <c:pt idx="13969" formatCode="0.00">
                  <c:v>0</c:v>
                </c:pt>
                <c:pt idx="13970" formatCode="0.00">
                  <c:v>0</c:v>
                </c:pt>
                <c:pt idx="13971" formatCode="0.00">
                  <c:v>0</c:v>
                </c:pt>
                <c:pt idx="13972" formatCode="0.00">
                  <c:v>0</c:v>
                </c:pt>
                <c:pt idx="13973" formatCode="0.00">
                  <c:v>0</c:v>
                </c:pt>
                <c:pt idx="13974" formatCode="0.00">
                  <c:v>0</c:v>
                </c:pt>
                <c:pt idx="13975" formatCode="0.00">
                  <c:v>0</c:v>
                </c:pt>
                <c:pt idx="13976" formatCode="0.00">
                  <c:v>0</c:v>
                </c:pt>
                <c:pt idx="13977" formatCode="0.00">
                  <c:v>0</c:v>
                </c:pt>
                <c:pt idx="13978" formatCode="0.00">
                  <c:v>0</c:v>
                </c:pt>
                <c:pt idx="13979" formatCode="0.00">
                  <c:v>0</c:v>
                </c:pt>
                <c:pt idx="13980" formatCode="0.00">
                  <c:v>0</c:v>
                </c:pt>
                <c:pt idx="13981" formatCode="0.00">
                  <c:v>0</c:v>
                </c:pt>
                <c:pt idx="13982" formatCode="0.00">
                  <c:v>0</c:v>
                </c:pt>
                <c:pt idx="13983" formatCode="0.00">
                  <c:v>0</c:v>
                </c:pt>
                <c:pt idx="13984" formatCode="0.00">
                  <c:v>0</c:v>
                </c:pt>
                <c:pt idx="13985" formatCode="0.00">
                  <c:v>0</c:v>
                </c:pt>
                <c:pt idx="13986" formatCode="0.00">
                  <c:v>0</c:v>
                </c:pt>
                <c:pt idx="13987" formatCode="0.00">
                  <c:v>0</c:v>
                </c:pt>
                <c:pt idx="13988" formatCode="0.00">
                  <c:v>0</c:v>
                </c:pt>
                <c:pt idx="13989" formatCode="0.00">
                  <c:v>0</c:v>
                </c:pt>
                <c:pt idx="13990" formatCode="0.00">
                  <c:v>0</c:v>
                </c:pt>
                <c:pt idx="13991" formatCode="0.00">
                  <c:v>0</c:v>
                </c:pt>
                <c:pt idx="13992" formatCode="0.00">
                  <c:v>0</c:v>
                </c:pt>
                <c:pt idx="13993" formatCode="0.00">
                  <c:v>0</c:v>
                </c:pt>
                <c:pt idx="13994" formatCode="0.00">
                  <c:v>0</c:v>
                </c:pt>
                <c:pt idx="13995" formatCode="0.00">
                  <c:v>0</c:v>
                </c:pt>
                <c:pt idx="13996" formatCode="0.00">
                  <c:v>0</c:v>
                </c:pt>
                <c:pt idx="13997" formatCode="0.00">
                  <c:v>0</c:v>
                </c:pt>
                <c:pt idx="13998" formatCode="0.00">
                  <c:v>0</c:v>
                </c:pt>
                <c:pt idx="13999" formatCode="0.00">
                  <c:v>0</c:v>
                </c:pt>
                <c:pt idx="14000" formatCode="0.00">
                  <c:v>0</c:v>
                </c:pt>
                <c:pt idx="14001" formatCode="0.00">
                  <c:v>0</c:v>
                </c:pt>
                <c:pt idx="14002" formatCode="0.00">
                  <c:v>0</c:v>
                </c:pt>
                <c:pt idx="14003" formatCode="0.00">
                  <c:v>0</c:v>
                </c:pt>
                <c:pt idx="14004" formatCode="0.00">
                  <c:v>0</c:v>
                </c:pt>
                <c:pt idx="14005" formatCode="0.00">
                  <c:v>0</c:v>
                </c:pt>
                <c:pt idx="14006" formatCode="0.00">
                  <c:v>0</c:v>
                </c:pt>
                <c:pt idx="14007" formatCode="0.00">
                  <c:v>0</c:v>
                </c:pt>
                <c:pt idx="14008" formatCode="0.00">
                  <c:v>0</c:v>
                </c:pt>
                <c:pt idx="14009" formatCode="0.00">
                  <c:v>0</c:v>
                </c:pt>
                <c:pt idx="14010" formatCode="0.00">
                  <c:v>0</c:v>
                </c:pt>
                <c:pt idx="14011" formatCode="0.00">
                  <c:v>0</c:v>
                </c:pt>
                <c:pt idx="14012" formatCode="0.00">
                  <c:v>0</c:v>
                </c:pt>
                <c:pt idx="14013" formatCode="0.00">
                  <c:v>0</c:v>
                </c:pt>
                <c:pt idx="14014" formatCode="0.00">
                  <c:v>0</c:v>
                </c:pt>
                <c:pt idx="14015" formatCode="0.00">
                  <c:v>0</c:v>
                </c:pt>
                <c:pt idx="14016" formatCode="0.00">
                  <c:v>0</c:v>
                </c:pt>
                <c:pt idx="14017" formatCode="0.00">
                  <c:v>0</c:v>
                </c:pt>
                <c:pt idx="14018" formatCode="0.00">
                  <c:v>0</c:v>
                </c:pt>
                <c:pt idx="14019" formatCode="0.00">
                  <c:v>0</c:v>
                </c:pt>
                <c:pt idx="14020" formatCode="0.00">
                  <c:v>0</c:v>
                </c:pt>
                <c:pt idx="14021" formatCode="0.00">
                  <c:v>0</c:v>
                </c:pt>
                <c:pt idx="14022" formatCode="0.00">
                  <c:v>0</c:v>
                </c:pt>
                <c:pt idx="14023" formatCode="0.00">
                  <c:v>0</c:v>
                </c:pt>
                <c:pt idx="14024" formatCode="0.00">
                  <c:v>0</c:v>
                </c:pt>
                <c:pt idx="14025" formatCode="0.00">
                  <c:v>0</c:v>
                </c:pt>
                <c:pt idx="14026" formatCode="0.00">
                  <c:v>0</c:v>
                </c:pt>
                <c:pt idx="14027" formatCode="0.00">
                  <c:v>0</c:v>
                </c:pt>
                <c:pt idx="14028" formatCode="0.00">
                  <c:v>0</c:v>
                </c:pt>
                <c:pt idx="14029" formatCode="0.00">
                  <c:v>0</c:v>
                </c:pt>
                <c:pt idx="14030" formatCode="0.00">
                  <c:v>0</c:v>
                </c:pt>
                <c:pt idx="14031" formatCode="0.00">
                  <c:v>0</c:v>
                </c:pt>
                <c:pt idx="14032" formatCode="0.00">
                  <c:v>0</c:v>
                </c:pt>
                <c:pt idx="14033" formatCode="0.00">
                  <c:v>0</c:v>
                </c:pt>
                <c:pt idx="14034" formatCode="0.00">
                  <c:v>0</c:v>
                </c:pt>
                <c:pt idx="14035" formatCode="0.00">
                  <c:v>0</c:v>
                </c:pt>
                <c:pt idx="14036" formatCode="0.00">
                  <c:v>0</c:v>
                </c:pt>
                <c:pt idx="14037" formatCode="0.00">
                  <c:v>0</c:v>
                </c:pt>
                <c:pt idx="14038" formatCode="0.00">
                  <c:v>0</c:v>
                </c:pt>
                <c:pt idx="14039" formatCode="0.00">
                  <c:v>0</c:v>
                </c:pt>
                <c:pt idx="14040" formatCode="0.00">
                  <c:v>0</c:v>
                </c:pt>
                <c:pt idx="14041" formatCode="0.00">
                  <c:v>0</c:v>
                </c:pt>
                <c:pt idx="14042" formatCode="0.00">
                  <c:v>0</c:v>
                </c:pt>
                <c:pt idx="14043" formatCode="0.00">
                  <c:v>0</c:v>
                </c:pt>
                <c:pt idx="14044" formatCode="0.00">
                  <c:v>0</c:v>
                </c:pt>
                <c:pt idx="14045" formatCode="0.00">
                  <c:v>0</c:v>
                </c:pt>
                <c:pt idx="14046" formatCode="0.00">
                  <c:v>0</c:v>
                </c:pt>
                <c:pt idx="14047" formatCode="0.00">
                  <c:v>0</c:v>
                </c:pt>
                <c:pt idx="14048" formatCode="0.00">
                  <c:v>0</c:v>
                </c:pt>
                <c:pt idx="14049" formatCode="0.00">
                  <c:v>0</c:v>
                </c:pt>
                <c:pt idx="14050" formatCode="0.00">
                  <c:v>0</c:v>
                </c:pt>
                <c:pt idx="14051" formatCode="0.00">
                  <c:v>0</c:v>
                </c:pt>
                <c:pt idx="14052" formatCode="0.00">
                  <c:v>0</c:v>
                </c:pt>
                <c:pt idx="14053" formatCode="0.00">
                  <c:v>0</c:v>
                </c:pt>
                <c:pt idx="14054" formatCode="0.00">
                  <c:v>0</c:v>
                </c:pt>
                <c:pt idx="14055" formatCode="0.00">
                  <c:v>0</c:v>
                </c:pt>
                <c:pt idx="14056" formatCode="0.00">
                  <c:v>0</c:v>
                </c:pt>
                <c:pt idx="14057" formatCode="0.00">
                  <c:v>0</c:v>
                </c:pt>
                <c:pt idx="14058" formatCode="0.00">
                  <c:v>0</c:v>
                </c:pt>
                <c:pt idx="14059" formatCode="0.00">
                  <c:v>0</c:v>
                </c:pt>
                <c:pt idx="14060" formatCode="0.00">
                  <c:v>0</c:v>
                </c:pt>
                <c:pt idx="14061" formatCode="0.00">
                  <c:v>0</c:v>
                </c:pt>
                <c:pt idx="14062" formatCode="0.00">
                  <c:v>0</c:v>
                </c:pt>
                <c:pt idx="14063" formatCode="0.00">
                  <c:v>0</c:v>
                </c:pt>
                <c:pt idx="14064" formatCode="0.00">
                  <c:v>0</c:v>
                </c:pt>
                <c:pt idx="14065" formatCode="0.00">
                  <c:v>0</c:v>
                </c:pt>
                <c:pt idx="14066" formatCode="0.00">
                  <c:v>0</c:v>
                </c:pt>
                <c:pt idx="14067" formatCode="0.00">
                  <c:v>0</c:v>
                </c:pt>
                <c:pt idx="14068" formatCode="0.00">
                  <c:v>0</c:v>
                </c:pt>
                <c:pt idx="14069" formatCode="0.00">
                  <c:v>0</c:v>
                </c:pt>
                <c:pt idx="14070" formatCode="0.00">
                  <c:v>0</c:v>
                </c:pt>
                <c:pt idx="14071" formatCode="0.00">
                  <c:v>0</c:v>
                </c:pt>
                <c:pt idx="14072" formatCode="0.00">
                  <c:v>0</c:v>
                </c:pt>
                <c:pt idx="14073" formatCode="0.00">
                  <c:v>0</c:v>
                </c:pt>
                <c:pt idx="14074" formatCode="0.00">
                  <c:v>0</c:v>
                </c:pt>
                <c:pt idx="14075" formatCode="0.00">
                  <c:v>0</c:v>
                </c:pt>
                <c:pt idx="14076" formatCode="0.00">
                  <c:v>0</c:v>
                </c:pt>
                <c:pt idx="14077" formatCode="0.00">
                  <c:v>0</c:v>
                </c:pt>
                <c:pt idx="14078" formatCode="0.00">
                  <c:v>0</c:v>
                </c:pt>
                <c:pt idx="14079" formatCode="0.00">
                  <c:v>0</c:v>
                </c:pt>
                <c:pt idx="14080" formatCode="0.00">
                  <c:v>0</c:v>
                </c:pt>
                <c:pt idx="14081" formatCode="0.00">
                  <c:v>0</c:v>
                </c:pt>
                <c:pt idx="14082" formatCode="0.00">
                  <c:v>0</c:v>
                </c:pt>
                <c:pt idx="14083" formatCode="0.00">
                  <c:v>0</c:v>
                </c:pt>
                <c:pt idx="14084" formatCode="0.00">
                  <c:v>0</c:v>
                </c:pt>
                <c:pt idx="14085" formatCode="0.00">
                  <c:v>0</c:v>
                </c:pt>
                <c:pt idx="14086" formatCode="0.00">
                  <c:v>0</c:v>
                </c:pt>
                <c:pt idx="14087" formatCode="0.00">
                  <c:v>0</c:v>
                </c:pt>
                <c:pt idx="14088" formatCode="0.00">
                  <c:v>0</c:v>
                </c:pt>
                <c:pt idx="14089" formatCode="0.00">
                  <c:v>0</c:v>
                </c:pt>
                <c:pt idx="14090" formatCode="0.00">
                  <c:v>0</c:v>
                </c:pt>
                <c:pt idx="14091" formatCode="0.00">
                  <c:v>0</c:v>
                </c:pt>
                <c:pt idx="14092" formatCode="0.00">
                  <c:v>0</c:v>
                </c:pt>
                <c:pt idx="14093" formatCode="0.00">
                  <c:v>0</c:v>
                </c:pt>
                <c:pt idx="14094" formatCode="0.00">
                  <c:v>0</c:v>
                </c:pt>
                <c:pt idx="14095" formatCode="0.00">
                  <c:v>0</c:v>
                </c:pt>
                <c:pt idx="14096" formatCode="0.00">
                  <c:v>0</c:v>
                </c:pt>
                <c:pt idx="14097" formatCode="0.00">
                  <c:v>0</c:v>
                </c:pt>
                <c:pt idx="14098" formatCode="0.00">
                  <c:v>0</c:v>
                </c:pt>
                <c:pt idx="14099" formatCode="0.00">
                  <c:v>0</c:v>
                </c:pt>
                <c:pt idx="14100" formatCode="0.00">
                  <c:v>0</c:v>
                </c:pt>
                <c:pt idx="14101" formatCode="0.00">
                  <c:v>0</c:v>
                </c:pt>
                <c:pt idx="14102" formatCode="0.00">
                  <c:v>0</c:v>
                </c:pt>
                <c:pt idx="14103" formatCode="0.00">
                  <c:v>0</c:v>
                </c:pt>
                <c:pt idx="14104" formatCode="0.00">
                  <c:v>0</c:v>
                </c:pt>
                <c:pt idx="14105" formatCode="0.00">
                  <c:v>0</c:v>
                </c:pt>
                <c:pt idx="14106" formatCode="0.00">
                  <c:v>0</c:v>
                </c:pt>
                <c:pt idx="14107" formatCode="0.00">
                  <c:v>0</c:v>
                </c:pt>
                <c:pt idx="14108" formatCode="0.00">
                  <c:v>0</c:v>
                </c:pt>
                <c:pt idx="14109" formatCode="0.00">
                  <c:v>0</c:v>
                </c:pt>
                <c:pt idx="14110" formatCode="0.00">
                  <c:v>0</c:v>
                </c:pt>
                <c:pt idx="14111" formatCode="0.00">
                  <c:v>0</c:v>
                </c:pt>
                <c:pt idx="14112" formatCode="0.00">
                  <c:v>0</c:v>
                </c:pt>
                <c:pt idx="14113" formatCode="0.00">
                  <c:v>0</c:v>
                </c:pt>
                <c:pt idx="14114" formatCode="0.00">
                  <c:v>0</c:v>
                </c:pt>
                <c:pt idx="14115" formatCode="0.00">
                  <c:v>0</c:v>
                </c:pt>
                <c:pt idx="14116" formatCode="0.00">
                  <c:v>0</c:v>
                </c:pt>
                <c:pt idx="14117" formatCode="0.00">
                  <c:v>0</c:v>
                </c:pt>
                <c:pt idx="14118">
                  <c:v>0.25</c:v>
                </c:pt>
                <c:pt idx="14119">
                  <c:v>0.25</c:v>
                </c:pt>
                <c:pt idx="14120">
                  <c:v>0.5</c:v>
                </c:pt>
                <c:pt idx="14121">
                  <c:v>0.5</c:v>
                </c:pt>
                <c:pt idx="14122">
                  <c:v>0.63</c:v>
                </c:pt>
                <c:pt idx="14123">
                  <c:v>0.63</c:v>
                </c:pt>
                <c:pt idx="14124">
                  <c:v>0.95</c:v>
                </c:pt>
                <c:pt idx="14125">
                  <c:v>0.95</c:v>
                </c:pt>
                <c:pt idx="14126">
                  <c:v>0.95</c:v>
                </c:pt>
                <c:pt idx="14127">
                  <c:v>0.95</c:v>
                </c:pt>
                <c:pt idx="14128">
                  <c:v>0.95</c:v>
                </c:pt>
                <c:pt idx="14129">
                  <c:v>0.95</c:v>
                </c:pt>
                <c:pt idx="14130">
                  <c:v>0.95</c:v>
                </c:pt>
                <c:pt idx="14131">
                  <c:v>0.95</c:v>
                </c:pt>
                <c:pt idx="14132">
                  <c:v>0.95</c:v>
                </c:pt>
                <c:pt idx="14133">
                  <c:v>0.95</c:v>
                </c:pt>
                <c:pt idx="14134">
                  <c:v>0.95</c:v>
                </c:pt>
                <c:pt idx="14135">
                  <c:v>0.95</c:v>
                </c:pt>
                <c:pt idx="14136">
                  <c:v>0.95</c:v>
                </c:pt>
                <c:pt idx="14137">
                  <c:v>0.95</c:v>
                </c:pt>
                <c:pt idx="14138">
                  <c:v>0.95</c:v>
                </c:pt>
                <c:pt idx="14139">
                  <c:v>0.95</c:v>
                </c:pt>
                <c:pt idx="14140">
                  <c:v>0.63</c:v>
                </c:pt>
                <c:pt idx="14141">
                  <c:v>0.63</c:v>
                </c:pt>
                <c:pt idx="14142">
                  <c:v>0.38</c:v>
                </c:pt>
                <c:pt idx="14143">
                  <c:v>0.38</c:v>
                </c:pt>
                <c:pt idx="14144" formatCode="0.00">
                  <c:v>0</c:v>
                </c:pt>
                <c:pt idx="14145" formatCode="0.00">
                  <c:v>0</c:v>
                </c:pt>
                <c:pt idx="14146" formatCode="0.00">
                  <c:v>0</c:v>
                </c:pt>
                <c:pt idx="14147" formatCode="0.00">
                  <c:v>0</c:v>
                </c:pt>
                <c:pt idx="14148" formatCode="0.00">
                  <c:v>0</c:v>
                </c:pt>
                <c:pt idx="14149" formatCode="0.00">
                  <c:v>0</c:v>
                </c:pt>
                <c:pt idx="14150" formatCode="0.00">
                  <c:v>0</c:v>
                </c:pt>
                <c:pt idx="14151" formatCode="0.00">
                  <c:v>0</c:v>
                </c:pt>
                <c:pt idx="14152" formatCode="0.00">
                  <c:v>0</c:v>
                </c:pt>
                <c:pt idx="14153" formatCode="0.00">
                  <c:v>0</c:v>
                </c:pt>
                <c:pt idx="14154" formatCode="0.00">
                  <c:v>0</c:v>
                </c:pt>
                <c:pt idx="14155" formatCode="0.00">
                  <c:v>0</c:v>
                </c:pt>
                <c:pt idx="14156" formatCode="0.00">
                  <c:v>0</c:v>
                </c:pt>
                <c:pt idx="14157" formatCode="0.00">
                  <c:v>0</c:v>
                </c:pt>
                <c:pt idx="14158">
                  <c:v>0.25</c:v>
                </c:pt>
                <c:pt idx="14159">
                  <c:v>0.25</c:v>
                </c:pt>
                <c:pt idx="14160">
                  <c:v>0.5</c:v>
                </c:pt>
                <c:pt idx="14161">
                  <c:v>0.5</c:v>
                </c:pt>
                <c:pt idx="14162">
                  <c:v>0.63</c:v>
                </c:pt>
                <c:pt idx="14163">
                  <c:v>0.63</c:v>
                </c:pt>
                <c:pt idx="14164">
                  <c:v>0.95</c:v>
                </c:pt>
                <c:pt idx="14165">
                  <c:v>0.95</c:v>
                </c:pt>
                <c:pt idx="14166">
                  <c:v>0.95</c:v>
                </c:pt>
                <c:pt idx="14167">
                  <c:v>0.95</c:v>
                </c:pt>
                <c:pt idx="14168">
                  <c:v>0.95</c:v>
                </c:pt>
                <c:pt idx="14169">
                  <c:v>25.95</c:v>
                </c:pt>
                <c:pt idx="14170">
                  <c:v>0.95</c:v>
                </c:pt>
                <c:pt idx="14171">
                  <c:v>0.95</c:v>
                </c:pt>
                <c:pt idx="14172">
                  <c:v>125</c:v>
                </c:pt>
                <c:pt idx="14173">
                  <c:v>100.95</c:v>
                </c:pt>
                <c:pt idx="14174">
                  <c:v>75.95</c:v>
                </c:pt>
                <c:pt idx="14175">
                  <c:v>75.95</c:v>
                </c:pt>
                <c:pt idx="14176">
                  <c:v>125</c:v>
                </c:pt>
                <c:pt idx="14177">
                  <c:v>113.45</c:v>
                </c:pt>
                <c:pt idx="14178">
                  <c:v>25.95</c:v>
                </c:pt>
                <c:pt idx="14179">
                  <c:v>0.95</c:v>
                </c:pt>
                <c:pt idx="14180">
                  <c:v>0.63</c:v>
                </c:pt>
                <c:pt idx="14181">
                  <c:v>0.63</c:v>
                </c:pt>
                <c:pt idx="14182">
                  <c:v>0.38</c:v>
                </c:pt>
                <c:pt idx="14183">
                  <c:v>0.38</c:v>
                </c:pt>
                <c:pt idx="14184" formatCode="0.00">
                  <c:v>0</c:v>
                </c:pt>
                <c:pt idx="14185" formatCode="0.00">
                  <c:v>0</c:v>
                </c:pt>
                <c:pt idx="14186" formatCode="0.00">
                  <c:v>0</c:v>
                </c:pt>
                <c:pt idx="14187" formatCode="0.00">
                  <c:v>0</c:v>
                </c:pt>
                <c:pt idx="14188" formatCode="0.00">
                  <c:v>0</c:v>
                </c:pt>
                <c:pt idx="14189" formatCode="0.00">
                  <c:v>0</c:v>
                </c:pt>
                <c:pt idx="14190" formatCode="0.00">
                  <c:v>0</c:v>
                </c:pt>
                <c:pt idx="14191" formatCode="0.00">
                  <c:v>0</c:v>
                </c:pt>
                <c:pt idx="14192" formatCode="0.00">
                  <c:v>0</c:v>
                </c:pt>
                <c:pt idx="14193" formatCode="0.00">
                  <c:v>0</c:v>
                </c:pt>
                <c:pt idx="14194" formatCode="0.00">
                  <c:v>0</c:v>
                </c:pt>
                <c:pt idx="14195" formatCode="0.00">
                  <c:v>0</c:v>
                </c:pt>
              </c:numCache>
            </c:numRef>
          </c:val>
          <c:smooth val="0"/>
          <c:extLst>
            <c:ext xmlns:c16="http://schemas.microsoft.com/office/drawing/2014/chart" uri="{C3380CC4-5D6E-409C-BE32-E72D297353CC}">
              <c16:uniqueId val="{00000000-A86D-4A5B-B4FB-E3C30E5CA181}"/>
            </c:ext>
          </c:extLst>
        </c:ser>
        <c:dLbls>
          <c:showLegendKey val="0"/>
          <c:showVal val="0"/>
          <c:showCatName val="0"/>
          <c:showSerName val="0"/>
          <c:showPercent val="0"/>
          <c:showBubbleSize val="0"/>
        </c:dLbls>
        <c:smooth val="0"/>
        <c:axId val="1148010192"/>
        <c:axId val="1148010608"/>
      </c:lineChart>
      <c:valAx>
        <c:axId val="1148010608"/>
        <c:scaling>
          <c:orientation val="minMax"/>
        </c:scaling>
        <c:delete val="0"/>
        <c:axPos val="r"/>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48010192"/>
        <c:crosses val="max"/>
        <c:crossBetween val="between"/>
      </c:valAx>
      <c:catAx>
        <c:axId val="114801019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48010608"/>
        <c:crosses val="autoZero"/>
        <c:auto val="1"/>
        <c:lblAlgn val="ctr"/>
        <c:lblOffset val="100"/>
        <c:noMultiLvlLbl val="0"/>
      </c:cat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lgn="ctr" rtl="0">
            <a:defRPr lang="en-US" sz="1200" b="1" i="1" u="none" strike="noStrike" kern="1200" spc="0" baseline="0">
              <a:solidFill>
                <a:prstClr val="black">
                  <a:lumMod val="65000"/>
                  <a:lumOff val="35000"/>
                </a:prstClr>
              </a:solidFill>
              <a:latin typeface="+mn-lt"/>
              <a:ea typeface="+mn-ea"/>
              <a:cs typeface="+mn-cs"/>
            </a:defRPr>
          </a:pPr>
          <a:endParaRPr lang="en-US"/>
        </a:p>
      </c:txPr>
    </c:title>
    <c:autoTitleDeleted val="0"/>
    <c:plotArea>
      <c:layout/>
      <c:lineChart>
        <c:grouping val="standard"/>
        <c:varyColors val="0"/>
        <c:ser>
          <c:idx val="0"/>
          <c:order val="0"/>
          <c:tx>
            <c:strRef>
              <c:f>ContractWiseTrade!$H$4</c:f>
              <c:strCache>
                <c:ptCount val="1"/>
                <c:pt idx="0">
                  <c:v>Weighted Average Price (Rs/kWh)</c:v>
                </c:pt>
              </c:strCache>
            </c:strRef>
          </c:tx>
          <c:spPr>
            <a:ln w="28575" cap="rnd">
              <a:solidFill>
                <a:schemeClr val="accent1"/>
              </a:solidFill>
              <a:round/>
            </a:ln>
            <a:effectLst/>
          </c:spPr>
          <c:marker>
            <c:symbol val="none"/>
          </c:marker>
          <c:cat>
            <c:strRef>
              <c:f>ContractWiseTrade!$B$5:$G$14200</c:f>
              <c:strCache>
                <c:ptCount val="14196"/>
                <c:pt idx="0">
                  <c:v>1/7/2021</c:v>
                </c:pt>
                <c:pt idx="1">
                  <c:v>1/7/2021</c:v>
                </c:pt>
                <c:pt idx="2">
                  <c:v>1/7/2021</c:v>
                </c:pt>
                <c:pt idx="3">
                  <c:v>1/7/2021</c:v>
                </c:pt>
                <c:pt idx="4">
                  <c:v>1/7/2021</c:v>
                </c:pt>
                <c:pt idx="5">
                  <c:v>1/7/2021</c:v>
                </c:pt>
                <c:pt idx="6">
                  <c:v>1/7/2021</c:v>
                </c:pt>
                <c:pt idx="7">
                  <c:v>1/7/2021</c:v>
                </c:pt>
                <c:pt idx="8">
                  <c:v>1/7/2021</c:v>
                </c:pt>
                <c:pt idx="9">
                  <c:v>1/7/2021</c:v>
                </c:pt>
                <c:pt idx="10">
                  <c:v>1/7/2021</c:v>
                </c:pt>
                <c:pt idx="11">
                  <c:v>1/7/2021</c:v>
                </c:pt>
                <c:pt idx="12">
                  <c:v>1/7/2021</c:v>
                </c:pt>
                <c:pt idx="13">
                  <c:v>1/7/2021</c:v>
                </c:pt>
                <c:pt idx="14">
                  <c:v>1/7/2021</c:v>
                </c:pt>
                <c:pt idx="15">
                  <c:v>1/7/2021</c:v>
                </c:pt>
                <c:pt idx="16">
                  <c:v>1/7/2021</c:v>
                </c:pt>
                <c:pt idx="17">
                  <c:v>1/7/2021</c:v>
                </c:pt>
                <c:pt idx="18">
                  <c:v>1/7/2021</c:v>
                </c:pt>
                <c:pt idx="19">
                  <c:v>1/7/2021</c:v>
                </c:pt>
                <c:pt idx="20">
                  <c:v>1/7/2021</c:v>
                </c:pt>
                <c:pt idx="21">
                  <c:v>1/7/2021</c:v>
                </c:pt>
                <c:pt idx="22">
                  <c:v>1/7/2021</c:v>
                </c:pt>
                <c:pt idx="23">
                  <c:v>1/7/2021</c:v>
                </c:pt>
                <c:pt idx="24">
                  <c:v>1/7/2021</c:v>
                </c:pt>
                <c:pt idx="25">
                  <c:v>1/7/2021</c:v>
                </c:pt>
                <c:pt idx="26">
                  <c:v>1/7/2021</c:v>
                </c:pt>
                <c:pt idx="27">
                  <c:v>1/7/2021</c:v>
                </c:pt>
                <c:pt idx="28">
                  <c:v>1/7/2021</c:v>
                </c:pt>
                <c:pt idx="29">
                  <c:v>1/7/2021</c:v>
                </c:pt>
                <c:pt idx="30">
                  <c:v>1/7/2021</c:v>
                </c:pt>
                <c:pt idx="31">
                  <c:v>1/7/2021</c:v>
                </c:pt>
                <c:pt idx="32">
                  <c:v>1/7/2021</c:v>
                </c:pt>
                <c:pt idx="33">
                  <c:v>1/7/2021</c:v>
                </c:pt>
                <c:pt idx="34">
                  <c:v>1/7/2021</c:v>
                </c:pt>
                <c:pt idx="35">
                  <c:v>1/7/2021</c:v>
                </c:pt>
                <c:pt idx="36">
                  <c:v>1/7/2021</c:v>
                </c:pt>
                <c:pt idx="37">
                  <c:v>1/7/2021</c:v>
                </c:pt>
                <c:pt idx="38">
                  <c:v>1/7/2021</c:v>
                </c:pt>
                <c:pt idx="39">
                  <c:v>1/7/2021</c:v>
                </c:pt>
                <c:pt idx="40">
                  <c:v>02-07-2021</c:v>
                </c:pt>
                <c:pt idx="41">
                  <c:v>02-07-2021</c:v>
                </c:pt>
                <c:pt idx="42">
                  <c:v>02-07-2021</c:v>
                </c:pt>
                <c:pt idx="43">
                  <c:v>02-07-2021</c:v>
                </c:pt>
                <c:pt idx="44">
                  <c:v>02-07-2021</c:v>
                </c:pt>
                <c:pt idx="45">
                  <c:v>02-07-2021</c:v>
                </c:pt>
                <c:pt idx="46">
                  <c:v>02-07-2021</c:v>
                </c:pt>
                <c:pt idx="47">
                  <c:v>02-07-2021</c:v>
                </c:pt>
                <c:pt idx="48">
                  <c:v>02-07-2021</c:v>
                </c:pt>
                <c:pt idx="49">
                  <c:v>02-07-2021</c:v>
                </c:pt>
                <c:pt idx="50">
                  <c:v>02-07-2021</c:v>
                </c:pt>
                <c:pt idx="51">
                  <c:v>02-07-2021</c:v>
                </c:pt>
                <c:pt idx="52">
                  <c:v>02-07-2021</c:v>
                </c:pt>
                <c:pt idx="53">
                  <c:v>02-07-2021</c:v>
                </c:pt>
                <c:pt idx="54">
                  <c:v>02-07-2021</c:v>
                </c:pt>
                <c:pt idx="55">
                  <c:v>02-07-2021</c:v>
                </c:pt>
                <c:pt idx="56">
                  <c:v>02-07-2021</c:v>
                </c:pt>
                <c:pt idx="57">
                  <c:v>02-07-2021</c:v>
                </c:pt>
                <c:pt idx="58">
                  <c:v>02-07-2021</c:v>
                </c:pt>
                <c:pt idx="59">
                  <c:v>02-07-2021</c:v>
                </c:pt>
                <c:pt idx="60">
                  <c:v>02-07-2021</c:v>
                </c:pt>
                <c:pt idx="61">
                  <c:v>02-07-2021</c:v>
                </c:pt>
                <c:pt idx="62">
                  <c:v>02-07-2021</c:v>
                </c:pt>
                <c:pt idx="63">
                  <c:v>02-07-2021</c:v>
                </c:pt>
                <c:pt idx="64">
                  <c:v>02-07-2021</c:v>
                </c:pt>
                <c:pt idx="65">
                  <c:v>02-07-2021</c:v>
                </c:pt>
                <c:pt idx="66">
                  <c:v>02-07-2021</c:v>
                </c:pt>
                <c:pt idx="67">
                  <c:v>02-07-2021</c:v>
                </c:pt>
                <c:pt idx="68">
                  <c:v>02-07-2021</c:v>
                </c:pt>
                <c:pt idx="69">
                  <c:v>02-07-2021</c:v>
                </c:pt>
                <c:pt idx="70">
                  <c:v>02-07-2021</c:v>
                </c:pt>
                <c:pt idx="71">
                  <c:v>02-07-2021</c:v>
                </c:pt>
                <c:pt idx="72">
                  <c:v>02-07-2021</c:v>
                </c:pt>
                <c:pt idx="73">
                  <c:v>02-07-2021</c:v>
                </c:pt>
                <c:pt idx="74">
                  <c:v>02-07-2021</c:v>
                </c:pt>
                <c:pt idx="75">
                  <c:v>02-07-2021</c:v>
                </c:pt>
                <c:pt idx="76">
                  <c:v>02-07-2021</c:v>
                </c:pt>
                <c:pt idx="77">
                  <c:v>02-07-2021</c:v>
                </c:pt>
                <c:pt idx="78">
                  <c:v>02-07-2021</c:v>
                </c:pt>
                <c:pt idx="79">
                  <c:v>02-07-2021</c:v>
                </c:pt>
                <c:pt idx="80">
                  <c:v>02-07-2021</c:v>
                </c:pt>
                <c:pt idx="81">
                  <c:v>02-07-2021</c:v>
                </c:pt>
                <c:pt idx="82">
                  <c:v>02-07-2021</c:v>
                </c:pt>
                <c:pt idx="83">
                  <c:v>03-07-2021</c:v>
                </c:pt>
                <c:pt idx="84">
                  <c:v>03-07-2021</c:v>
                </c:pt>
                <c:pt idx="85">
                  <c:v>03-07-2021</c:v>
                </c:pt>
                <c:pt idx="86">
                  <c:v>03-07-2021</c:v>
                </c:pt>
                <c:pt idx="87">
                  <c:v>03-07-2021</c:v>
                </c:pt>
                <c:pt idx="88">
                  <c:v>03-07-2021</c:v>
                </c:pt>
                <c:pt idx="89">
                  <c:v>03-07-2021</c:v>
                </c:pt>
                <c:pt idx="90">
                  <c:v>03-07-2021</c:v>
                </c:pt>
                <c:pt idx="91">
                  <c:v>03-07-2021</c:v>
                </c:pt>
                <c:pt idx="92">
                  <c:v>03-07-2021</c:v>
                </c:pt>
                <c:pt idx="93">
                  <c:v>03-07-2021</c:v>
                </c:pt>
                <c:pt idx="94">
                  <c:v>03-07-2021</c:v>
                </c:pt>
                <c:pt idx="95">
                  <c:v>03-07-2021</c:v>
                </c:pt>
                <c:pt idx="96">
                  <c:v>03-07-2021</c:v>
                </c:pt>
                <c:pt idx="97">
                  <c:v>03-07-2021</c:v>
                </c:pt>
                <c:pt idx="98">
                  <c:v>03-07-2021</c:v>
                </c:pt>
                <c:pt idx="99">
                  <c:v>03-07-2021</c:v>
                </c:pt>
                <c:pt idx="100">
                  <c:v>03-07-2021</c:v>
                </c:pt>
                <c:pt idx="101">
                  <c:v>03-07-2021</c:v>
                </c:pt>
                <c:pt idx="102">
                  <c:v>03-07-2021</c:v>
                </c:pt>
                <c:pt idx="103">
                  <c:v>03-07-2021</c:v>
                </c:pt>
                <c:pt idx="104">
                  <c:v>03-07-2021</c:v>
                </c:pt>
                <c:pt idx="105">
                  <c:v>03-07-2021</c:v>
                </c:pt>
                <c:pt idx="106">
                  <c:v>03-07-2021</c:v>
                </c:pt>
                <c:pt idx="107">
                  <c:v>03-07-2021</c:v>
                </c:pt>
                <c:pt idx="108">
                  <c:v>03-07-2021</c:v>
                </c:pt>
                <c:pt idx="109">
                  <c:v>03-07-2021</c:v>
                </c:pt>
                <c:pt idx="110">
                  <c:v>03-07-2021</c:v>
                </c:pt>
                <c:pt idx="111">
                  <c:v>03-07-2021</c:v>
                </c:pt>
                <c:pt idx="112">
                  <c:v>03-07-2021</c:v>
                </c:pt>
                <c:pt idx="113">
                  <c:v>03-07-2021</c:v>
                </c:pt>
                <c:pt idx="114">
                  <c:v>03-07-2021</c:v>
                </c:pt>
                <c:pt idx="115">
                  <c:v>03-07-2021</c:v>
                </c:pt>
                <c:pt idx="116">
                  <c:v>03-07-2021</c:v>
                </c:pt>
                <c:pt idx="117">
                  <c:v>03-07-2021</c:v>
                </c:pt>
                <c:pt idx="118">
                  <c:v>03-07-2021</c:v>
                </c:pt>
                <c:pt idx="119">
                  <c:v>03-07-2021</c:v>
                </c:pt>
                <c:pt idx="120">
                  <c:v>03-07-2021</c:v>
                </c:pt>
                <c:pt idx="121">
                  <c:v>03-07-2021</c:v>
                </c:pt>
                <c:pt idx="122">
                  <c:v>03-07-2021</c:v>
                </c:pt>
                <c:pt idx="123">
                  <c:v>03-07-2021</c:v>
                </c:pt>
                <c:pt idx="124">
                  <c:v>03-07-2021</c:v>
                </c:pt>
                <c:pt idx="125">
                  <c:v>03-07-2021</c:v>
                </c:pt>
                <c:pt idx="126">
                  <c:v>03-07-2021</c:v>
                </c:pt>
                <c:pt idx="127">
                  <c:v>03-07-2021</c:v>
                </c:pt>
                <c:pt idx="128">
                  <c:v>03-07-2021</c:v>
                </c:pt>
                <c:pt idx="129">
                  <c:v>03-07-2021</c:v>
                </c:pt>
                <c:pt idx="130">
                  <c:v>03-07-2021</c:v>
                </c:pt>
                <c:pt idx="131">
                  <c:v>03-07-2021</c:v>
                </c:pt>
                <c:pt idx="132">
                  <c:v>03-07-2021</c:v>
                </c:pt>
                <c:pt idx="133">
                  <c:v>03-07-2021</c:v>
                </c:pt>
                <c:pt idx="134">
                  <c:v>03-07-2021</c:v>
                </c:pt>
                <c:pt idx="135">
                  <c:v>04-07-2021</c:v>
                </c:pt>
                <c:pt idx="136">
                  <c:v>04-07-2021</c:v>
                </c:pt>
                <c:pt idx="137">
                  <c:v>04-07-2021</c:v>
                </c:pt>
                <c:pt idx="138">
                  <c:v>04-07-2021</c:v>
                </c:pt>
                <c:pt idx="139">
                  <c:v>04-07-2021</c:v>
                </c:pt>
                <c:pt idx="140">
                  <c:v>04-07-2021</c:v>
                </c:pt>
                <c:pt idx="141">
                  <c:v>04-07-2021</c:v>
                </c:pt>
                <c:pt idx="142">
                  <c:v>04-07-2021</c:v>
                </c:pt>
                <c:pt idx="143">
                  <c:v>04-07-2021</c:v>
                </c:pt>
                <c:pt idx="144">
                  <c:v>04-07-2021</c:v>
                </c:pt>
                <c:pt idx="145">
                  <c:v>04-07-2021</c:v>
                </c:pt>
                <c:pt idx="146">
                  <c:v>04-07-2021</c:v>
                </c:pt>
                <c:pt idx="147">
                  <c:v>04-07-2021</c:v>
                </c:pt>
                <c:pt idx="148">
                  <c:v>04-07-2021</c:v>
                </c:pt>
                <c:pt idx="149">
                  <c:v>04-07-2021</c:v>
                </c:pt>
                <c:pt idx="150">
                  <c:v>04-07-2021</c:v>
                </c:pt>
                <c:pt idx="151">
                  <c:v>04-07-2021</c:v>
                </c:pt>
                <c:pt idx="152">
                  <c:v>04-07-2021</c:v>
                </c:pt>
                <c:pt idx="153">
                  <c:v>04-07-2021</c:v>
                </c:pt>
                <c:pt idx="154">
                  <c:v>04-07-2021</c:v>
                </c:pt>
                <c:pt idx="155">
                  <c:v>04-07-2021</c:v>
                </c:pt>
                <c:pt idx="156">
                  <c:v>04-07-2021</c:v>
                </c:pt>
                <c:pt idx="157">
                  <c:v>04-07-2021</c:v>
                </c:pt>
                <c:pt idx="158">
                  <c:v>04-07-2021</c:v>
                </c:pt>
                <c:pt idx="159">
                  <c:v>04-07-2021</c:v>
                </c:pt>
                <c:pt idx="160">
                  <c:v>04-07-2021</c:v>
                </c:pt>
                <c:pt idx="161">
                  <c:v>04-07-2021</c:v>
                </c:pt>
                <c:pt idx="162">
                  <c:v>04-07-2021</c:v>
                </c:pt>
                <c:pt idx="163">
                  <c:v>04-07-2021</c:v>
                </c:pt>
                <c:pt idx="164">
                  <c:v>04-07-2021</c:v>
                </c:pt>
                <c:pt idx="165">
                  <c:v>04-07-2021</c:v>
                </c:pt>
                <c:pt idx="166">
                  <c:v>04-07-2021</c:v>
                </c:pt>
                <c:pt idx="167">
                  <c:v>04-07-2021</c:v>
                </c:pt>
                <c:pt idx="168">
                  <c:v>04-07-2021</c:v>
                </c:pt>
                <c:pt idx="169">
                  <c:v>04-07-2021</c:v>
                </c:pt>
                <c:pt idx="170">
                  <c:v>04-07-2021</c:v>
                </c:pt>
                <c:pt idx="171">
                  <c:v>04-07-2021</c:v>
                </c:pt>
                <c:pt idx="172">
                  <c:v>04-07-2021</c:v>
                </c:pt>
                <c:pt idx="173">
                  <c:v>04-07-2021</c:v>
                </c:pt>
                <c:pt idx="174">
                  <c:v>04-07-2021</c:v>
                </c:pt>
                <c:pt idx="175">
                  <c:v>04-07-2021</c:v>
                </c:pt>
                <c:pt idx="176">
                  <c:v>04-07-2021</c:v>
                </c:pt>
                <c:pt idx="177">
                  <c:v>04-07-2021</c:v>
                </c:pt>
                <c:pt idx="178">
                  <c:v>04-07-2021</c:v>
                </c:pt>
                <c:pt idx="179">
                  <c:v>04-07-2021</c:v>
                </c:pt>
                <c:pt idx="180">
                  <c:v>04-07-2021</c:v>
                </c:pt>
                <c:pt idx="181">
                  <c:v>04-07-2021</c:v>
                </c:pt>
                <c:pt idx="182">
                  <c:v>04-07-2021</c:v>
                </c:pt>
                <c:pt idx="183">
                  <c:v>04-07-2021</c:v>
                </c:pt>
                <c:pt idx="184">
                  <c:v>04-07-2021</c:v>
                </c:pt>
                <c:pt idx="185">
                  <c:v>04-07-2021</c:v>
                </c:pt>
                <c:pt idx="186">
                  <c:v>04-07-2021</c:v>
                </c:pt>
                <c:pt idx="187">
                  <c:v>04-07-2021</c:v>
                </c:pt>
                <c:pt idx="188">
                  <c:v>05-07-2021</c:v>
                </c:pt>
                <c:pt idx="189">
                  <c:v>05-07-2021</c:v>
                </c:pt>
                <c:pt idx="190">
                  <c:v>05-07-2021</c:v>
                </c:pt>
                <c:pt idx="191">
                  <c:v>05-07-2021</c:v>
                </c:pt>
                <c:pt idx="192">
                  <c:v>05-07-2021</c:v>
                </c:pt>
                <c:pt idx="193">
                  <c:v>05-07-2021</c:v>
                </c:pt>
                <c:pt idx="194">
                  <c:v>05-07-2021</c:v>
                </c:pt>
                <c:pt idx="195">
                  <c:v>05-07-2021</c:v>
                </c:pt>
                <c:pt idx="196">
                  <c:v>05-07-2021</c:v>
                </c:pt>
                <c:pt idx="197">
                  <c:v>05-07-2021</c:v>
                </c:pt>
                <c:pt idx="198">
                  <c:v>05-07-2021</c:v>
                </c:pt>
                <c:pt idx="199">
                  <c:v>05-07-2021</c:v>
                </c:pt>
                <c:pt idx="200">
                  <c:v>05-07-2021</c:v>
                </c:pt>
                <c:pt idx="201">
                  <c:v>05-07-2021</c:v>
                </c:pt>
                <c:pt idx="202">
                  <c:v>05-07-2021</c:v>
                </c:pt>
                <c:pt idx="203">
                  <c:v>05-07-2021</c:v>
                </c:pt>
                <c:pt idx="204">
                  <c:v>05-07-2021</c:v>
                </c:pt>
                <c:pt idx="205">
                  <c:v>05-07-2021</c:v>
                </c:pt>
                <c:pt idx="206">
                  <c:v>05-07-2021</c:v>
                </c:pt>
                <c:pt idx="207">
                  <c:v>05-07-2021</c:v>
                </c:pt>
                <c:pt idx="208">
                  <c:v>05-07-2021</c:v>
                </c:pt>
                <c:pt idx="209">
                  <c:v>05-07-2021</c:v>
                </c:pt>
                <c:pt idx="210">
                  <c:v>05-07-2021</c:v>
                </c:pt>
                <c:pt idx="211">
                  <c:v>05-07-2021</c:v>
                </c:pt>
                <c:pt idx="212">
                  <c:v>05-07-2021</c:v>
                </c:pt>
                <c:pt idx="213">
                  <c:v>05-07-2021</c:v>
                </c:pt>
                <c:pt idx="214">
                  <c:v>05-07-2021</c:v>
                </c:pt>
                <c:pt idx="215">
                  <c:v>05-07-2021</c:v>
                </c:pt>
                <c:pt idx="216">
                  <c:v>05-07-2021</c:v>
                </c:pt>
                <c:pt idx="217">
                  <c:v>05-07-2021</c:v>
                </c:pt>
                <c:pt idx="218">
                  <c:v>05-07-2021</c:v>
                </c:pt>
                <c:pt idx="219">
                  <c:v>05-07-2021</c:v>
                </c:pt>
                <c:pt idx="220">
                  <c:v>05-07-2021</c:v>
                </c:pt>
                <c:pt idx="221">
                  <c:v>05-07-2021</c:v>
                </c:pt>
                <c:pt idx="222">
                  <c:v>05-07-2021</c:v>
                </c:pt>
                <c:pt idx="223">
                  <c:v>05-07-2021</c:v>
                </c:pt>
                <c:pt idx="224">
                  <c:v>05-07-2021</c:v>
                </c:pt>
                <c:pt idx="225">
                  <c:v>05-07-2021</c:v>
                </c:pt>
                <c:pt idx="226">
                  <c:v>05-07-2021</c:v>
                </c:pt>
                <c:pt idx="227">
                  <c:v>05-07-2021</c:v>
                </c:pt>
                <c:pt idx="228">
                  <c:v>05-07-2021</c:v>
                </c:pt>
                <c:pt idx="229">
                  <c:v>05-07-2021</c:v>
                </c:pt>
                <c:pt idx="230">
                  <c:v>05-07-2021</c:v>
                </c:pt>
                <c:pt idx="231">
                  <c:v>05-07-2021</c:v>
                </c:pt>
                <c:pt idx="232">
                  <c:v>05-07-2021</c:v>
                </c:pt>
                <c:pt idx="233">
                  <c:v>05-07-2021</c:v>
                </c:pt>
                <c:pt idx="234">
                  <c:v>05-07-2021</c:v>
                </c:pt>
                <c:pt idx="235">
                  <c:v>05-07-2021</c:v>
                </c:pt>
                <c:pt idx="236">
                  <c:v>05-07-2021</c:v>
                </c:pt>
                <c:pt idx="237">
                  <c:v>05-07-2021</c:v>
                </c:pt>
                <c:pt idx="238">
                  <c:v>05-07-2021</c:v>
                </c:pt>
                <c:pt idx="239">
                  <c:v>05-07-2021</c:v>
                </c:pt>
                <c:pt idx="240">
                  <c:v>06-07-2021</c:v>
                </c:pt>
                <c:pt idx="241">
                  <c:v>06-07-2021</c:v>
                </c:pt>
                <c:pt idx="242">
                  <c:v>06-07-2021</c:v>
                </c:pt>
                <c:pt idx="243">
                  <c:v>06-07-2021</c:v>
                </c:pt>
                <c:pt idx="244">
                  <c:v>06-07-2021</c:v>
                </c:pt>
                <c:pt idx="245">
                  <c:v>06-07-2021</c:v>
                </c:pt>
                <c:pt idx="246">
                  <c:v>06-07-2021</c:v>
                </c:pt>
                <c:pt idx="247">
                  <c:v>06-07-2021</c:v>
                </c:pt>
                <c:pt idx="248">
                  <c:v>06-07-2021</c:v>
                </c:pt>
                <c:pt idx="249">
                  <c:v>06-07-2021</c:v>
                </c:pt>
                <c:pt idx="250">
                  <c:v>06-07-2021</c:v>
                </c:pt>
                <c:pt idx="251">
                  <c:v>06-07-2021</c:v>
                </c:pt>
                <c:pt idx="252">
                  <c:v>06-07-2021</c:v>
                </c:pt>
                <c:pt idx="253">
                  <c:v>06-07-2021</c:v>
                </c:pt>
                <c:pt idx="254">
                  <c:v>06-07-2021</c:v>
                </c:pt>
                <c:pt idx="255">
                  <c:v>06-07-2021</c:v>
                </c:pt>
                <c:pt idx="256">
                  <c:v>06-07-2021</c:v>
                </c:pt>
                <c:pt idx="257">
                  <c:v>06-07-2021</c:v>
                </c:pt>
                <c:pt idx="258">
                  <c:v>06-07-2021</c:v>
                </c:pt>
                <c:pt idx="259">
                  <c:v>06-07-2021</c:v>
                </c:pt>
                <c:pt idx="260">
                  <c:v>06-07-2021</c:v>
                </c:pt>
                <c:pt idx="261">
                  <c:v>06-07-2021</c:v>
                </c:pt>
                <c:pt idx="262">
                  <c:v>06-07-2021</c:v>
                </c:pt>
                <c:pt idx="263">
                  <c:v>06-07-2021</c:v>
                </c:pt>
                <c:pt idx="264">
                  <c:v>06-07-2021</c:v>
                </c:pt>
                <c:pt idx="265">
                  <c:v>06-07-2021</c:v>
                </c:pt>
                <c:pt idx="266">
                  <c:v>06-07-2021</c:v>
                </c:pt>
                <c:pt idx="267">
                  <c:v>06-07-2021</c:v>
                </c:pt>
                <c:pt idx="268">
                  <c:v>06-07-2021</c:v>
                </c:pt>
                <c:pt idx="269">
                  <c:v>06-07-2021</c:v>
                </c:pt>
                <c:pt idx="270">
                  <c:v>06-07-2021</c:v>
                </c:pt>
                <c:pt idx="271">
                  <c:v>06-07-2021</c:v>
                </c:pt>
                <c:pt idx="272">
                  <c:v>06-07-2021</c:v>
                </c:pt>
                <c:pt idx="273">
                  <c:v>06-07-2021</c:v>
                </c:pt>
                <c:pt idx="274">
                  <c:v>06-07-2021</c:v>
                </c:pt>
                <c:pt idx="275">
                  <c:v>06-07-2021</c:v>
                </c:pt>
                <c:pt idx="276">
                  <c:v>06-07-2021</c:v>
                </c:pt>
                <c:pt idx="277">
                  <c:v>06-07-2021</c:v>
                </c:pt>
                <c:pt idx="278">
                  <c:v>06-07-2021</c:v>
                </c:pt>
                <c:pt idx="279">
                  <c:v>06-07-2021</c:v>
                </c:pt>
                <c:pt idx="280">
                  <c:v>06-07-2021</c:v>
                </c:pt>
                <c:pt idx="281">
                  <c:v>06-07-2021</c:v>
                </c:pt>
                <c:pt idx="282">
                  <c:v>06-07-2021</c:v>
                </c:pt>
                <c:pt idx="283">
                  <c:v>06-07-2021</c:v>
                </c:pt>
                <c:pt idx="284">
                  <c:v>06-07-2021</c:v>
                </c:pt>
                <c:pt idx="285">
                  <c:v>06-07-2021</c:v>
                </c:pt>
                <c:pt idx="286">
                  <c:v>06-07-2021</c:v>
                </c:pt>
                <c:pt idx="287">
                  <c:v>06-07-2021</c:v>
                </c:pt>
                <c:pt idx="288">
                  <c:v>06-07-2021</c:v>
                </c:pt>
                <c:pt idx="289">
                  <c:v>06-07-2021</c:v>
                </c:pt>
                <c:pt idx="290">
                  <c:v>06-07-2021</c:v>
                </c:pt>
                <c:pt idx="291">
                  <c:v>06-07-2021</c:v>
                </c:pt>
                <c:pt idx="292">
                  <c:v>07-07-2021</c:v>
                </c:pt>
                <c:pt idx="293">
                  <c:v>07-07-2021</c:v>
                </c:pt>
                <c:pt idx="294">
                  <c:v>07-07-2021</c:v>
                </c:pt>
                <c:pt idx="295">
                  <c:v>07-07-2021</c:v>
                </c:pt>
                <c:pt idx="296">
                  <c:v>07-07-2021</c:v>
                </c:pt>
                <c:pt idx="297">
                  <c:v>07-07-2021</c:v>
                </c:pt>
                <c:pt idx="298">
                  <c:v>07-07-2021</c:v>
                </c:pt>
                <c:pt idx="299">
                  <c:v>07-07-2021</c:v>
                </c:pt>
                <c:pt idx="300">
                  <c:v>07-07-2021</c:v>
                </c:pt>
                <c:pt idx="301">
                  <c:v>07-07-2021</c:v>
                </c:pt>
                <c:pt idx="302">
                  <c:v>07-07-2021</c:v>
                </c:pt>
                <c:pt idx="303">
                  <c:v>07-07-2021</c:v>
                </c:pt>
                <c:pt idx="304">
                  <c:v>07-07-2021</c:v>
                </c:pt>
                <c:pt idx="305">
                  <c:v>07-07-2021</c:v>
                </c:pt>
                <c:pt idx="306">
                  <c:v>07-07-2021</c:v>
                </c:pt>
                <c:pt idx="307">
                  <c:v>07-07-2021</c:v>
                </c:pt>
                <c:pt idx="308">
                  <c:v>07-07-2021</c:v>
                </c:pt>
                <c:pt idx="309">
                  <c:v>07-07-2021</c:v>
                </c:pt>
                <c:pt idx="310">
                  <c:v>07-07-2021</c:v>
                </c:pt>
                <c:pt idx="311">
                  <c:v>07-07-2021</c:v>
                </c:pt>
                <c:pt idx="312">
                  <c:v>07-07-2021</c:v>
                </c:pt>
                <c:pt idx="313">
                  <c:v>07-07-2021</c:v>
                </c:pt>
                <c:pt idx="314">
                  <c:v>07-07-2021</c:v>
                </c:pt>
                <c:pt idx="315">
                  <c:v>07-07-2021</c:v>
                </c:pt>
                <c:pt idx="316">
                  <c:v>07-07-2021</c:v>
                </c:pt>
                <c:pt idx="317">
                  <c:v>07-07-2021</c:v>
                </c:pt>
                <c:pt idx="318">
                  <c:v>07-07-2021</c:v>
                </c:pt>
                <c:pt idx="319">
                  <c:v>07-07-2021</c:v>
                </c:pt>
                <c:pt idx="320">
                  <c:v>07-07-2021</c:v>
                </c:pt>
                <c:pt idx="321">
                  <c:v>07-07-2021</c:v>
                </c:pt>
                <c:pt idx="322">
                  <c:v>07-07-2021</c:v>
                </c:pt>
                <c:pt idx="323">
                  <c:v>07-07-2021</c:v>
                </c:pt>
                <c:pt idx="324">
                  <c:v>07-07-2021</c:v>
                </c:pt>
                <c:pt idx="325">
                  <c:v>07-07-2021</c:v>
                </c:pt>
                <c:pt idx="326">
                  <c:v>07-07-2021</c:v>
                </c:pt>
                <c:pt idx="327">
                  <c:v>07-07-2021</c:v>
                </c:pt>
                <c:pt idx="328">
                  <c:v>07-07-2021</c:v>
                </c:pt>
                <c:pt idx="329">
                  <c:v>07-07-2021</c:v>
                </c:pt>
                <c:pt idx="330">
                  <c:v>07-07-2021</c:v>
                </c:pt>
                <c:pt idx="331">
                  <c:v>07-07-2021</c:v>
                </c:pt>
                <c:pt idx="332">
                  <c:v>07-07-2021</c:v>
                </c:pt>
                <c:pt idx="333">
                  <c:v>07-07-2021</c:v>
                </c:pt>
                <c:pt idx="334">
                  <c:v>07-07-2021</c:v>
                </c:pt>
                <c:pt idx="335">
                  <c:v>07-07-2021</c:v>
                </c:pt>
                <c:pt idx="336">
                  <c:v>07-07-2021</c:v>
                </c:pt>
                <c:pt idx="337">
                  <c:v>07-07-2021</c:v>
                </c:pt>
                <c:pt idx="338">
                  <c:v>07-07-2021</c:v>
                </c:pt>
                <c:pt idx="339">
                  <c:v>07-07-2021</c:v>
                </c:pt>
                <c:pt idx="340">
                  <c:v>07-07-2021</c:v>
                </c:pt>
                <c:pt idx="341">
                  <c:v>07-07-2021</c:v>
                </c:pt>
                <c:pt idx="342">
                  <c:v>07-07-2021</c:v>
                </c:pt>
                <c:pt idx="343">
                  <c:v>07-07-2021</c:v>
                </c:pt>
                <c:pt idx="344">
                  <c:v>08-07-2021</c:v>
                </c:pt>
                <c:pt idx="345">
                  <c:v>08-07-2021</c:v>
                </c:pt>
                <c:pt idx="346">
                  <c:v>08-07-2021</c:v>
                </c:pt>
                <c:pt idx="347">
                  <c:v>08-07-2021</c:v>
                </c:pt>
                <c:pt idx="348">
                  <c:v>08-07-2021</c:v>
                </c:pt>
                <c:pt idx="349">
                  <c:v>08-07-2021</c:v>
                </c:pt>
                <c:pt idx="350">
                  <c:v>08-07-2021</c:v>
                </c:pt>
                <c:pt idx="351">
                  <c:v>08-07-2021</c:v>
                </c:pt>
                <c:pt idx="352">
                  <c:v>08-07-2021</c:v>
                </c:pt>
                <c:pt idx="353">
                  <c:v>08-07-2021</c:v>
                </c:pt>
                <c:pt idx="354">
                  <c:v>08-07-2021</c:v>
                </c:pt>
                <c:pt idx="355">
                  <c:v>08-07-2021</c:v>
                </c:pt>
                <c:pt idx="356">
                  <c:v>08-07-2021</c:v>
                </c:pt>
                <c:pt idx="357">
                  <c:v>08-07-2021</c:v>
                </c:pt>
                <c:pt idx="358">
                  <c:v>08-07-2021</c:v>
                </c:pt>
                <c:pt idx="359">
                  <c:v>08-07-2021</c:v>
                </c:pt>
                <c:pt idx="360">
                  <c:v>08-07-2021</c:v>
                </c:pt>
                <c:pt idx="361">
                  <c:v>08-07-2021</c:v>
                </c:pt>
                <c:pt idx="362">
                  <c:v>08-07-2021</c:v>
                </c:pt>
                <c:pt idx="363">
                  <c:v>08-07-2021</c:v>
                </c:pt>
                <c:pt idx="364">
                  <c:v>08-07-2021</c:v>
                </c:pt>
                <c:pt idx="365">
                  <c:v>08-07-2021</c:v>
                </c:pt>
                <c:pt idx="366">
                  <c:v>08-07-2021</c:v>
                </c:pt>
                <c:pt idx="367">
                  <c:v>08-07-2021</c:v>
                </c:pt>
                <c:pt idx="368">
                  <c:v>08-07-2021</c:v>
                </c:pt>
                <c:pt idx="369">
                  <c:v>08-07-2021</c:v>
                </c:pt>
                <c:pt idx="370">
                  <c:v>08-07-2021</c:v>
                </c:pt>
                <c:pt idx="371">
                  <c:v>08-07-2021</c:v>
                </c:pt>
                <c:pt idx="372">
                  <c:v>08-07-2021</c:v>
                </c:pt>
                <c:pt idx="373">
                  <c:v>08-07-2021</c:v>
                </c:pt>
                <c:pt idx="374">
                  <c:v>08-07-2021</c:v>
                </c:pt>
                <c:pt idx="375">
                  <c:v>08-07-2021</c:v>
                </c:pt>
                <c:pt idx="376">
                  <c:v>08-07-2021</c:v>
                </c:pt>
                <c:pt idx="377">
                  <c:v>08-07-2021</c:v>
                </c:pt>
                <c:pt idx="378">
                  <c:v>08-07-2021</c:v>
                </c:pt>
                <c:pt idx="379">
                  <c:v>08-07-2021</c:v>
                </c:pt>
                <c:pt idx="380">
                  <c:v>08-07-2021</c:v>
                </c:pt>
                <c:pt idx="381">
                  <c:v>08-07-2021</c:v>
                </c:pt>
                <c:pt idx="382">
                  <c:v>08-07-2021</c:v>
                </c:pt>
                <c:pt idx="383">
                  <c:v>08-07-2021</c:v>
                </c:pt>
                <c:pt idx="384">
                  <c:v>08-07-2021</c:v>
                </c:pt>
                <c:pt idx="385">
                  <c:v>08-07-2021</c:v>
                </c:pt>
                <c:pt idx="386">
                  <c:v>08-07-2021</c:v>
                </c:pt>
                <c:pt idx="387">
                  <c:v>08-07-2021</c:v>
                </c:pt>
                <c:pt idx="388">
                  <c:v>08-07-2021</c:v>
                </c:pt>
                <c:pt idx="389">
                  <c:v>08-07-2021</c:v>
                </c:pt>
                <c:pt idx="390">
                  <c:v>08-07-2021</c:v>
                </c:pt>
                <c:pt idx="391">
                  <c:v>08-07-2021</c:v>
                </c:pt>
                <c:pt idx="392">
                  <c:v>08-07-2021</c:v>
                </c:pt>
                <c:pt idx="393">
                  <c:v>08-07-2021</c:v>
                </c:pt>
                <c:pt idx="394">
                  <c:v>08-07-2021</c:v>
                </c:pt>
                <c:pt idx="395">
                  <c:v>08-07-2021</c:v>
                </c:pt>
                <c:pt idx="396">
                  <c:v>09-07-2021</c:v>
                </c:pt>
                <c:pt idx="397">
                  <c:v>09-07-2021</c:v>
                </c:pt>
                <c:pt idx="398">
                  <c:v>09-07-2021</c:v>
                </c:pt>
                <c:pt idx="399">
                  <c:v>09-07-2021</c:v>
                </c:pt>
                <c:pt idx="400">
                  <c:v>09-07-2021</c:v>
                </c:pt>
                <c:pt idx="401">
                  <c:v>09-07-2021</c:v>
                </c:pt>
                <c:pt idx="402">
                  <c:v>09-07-2021</c:v>
                </c:pt>
                <c:pt idx="403">
                  <c:v>09-07-2021</c:v>
                </c:pt>
                <c:pt idx="404">
                  <c:v>09-07-2021</c:v>
                </c:pt>
                <c:pt idx="405">
                  <c:v>09-07-2021</c:v>
                </c:pt>
                <c:pt idx="406">
                  <c:v>09-07-2021</c:v>
                </c:pt>
                <c:pt idx="407">
                  <c:v>09-07-2021</c:v>
                </c:pt>
                <c:pt idx="408">
                  <c:v>09-07-2021</c:v>
                </c:pt>
                <c:pt idx="409">
                  <c:v>09-07-2021</c:v>
                </c:pt>
                <c:pt idx="410">
                  <c:v>09-07-2021</c:v>
                </c:pt>
                <c:pt idx="411">
                  <c:v>09-07-2021</c:v>
                </c:pt>
                <c:pt idx="412">
                  <c:v>09-07-2021</c:v>
                </c:pt>
                <c:pt idx="413">
                  <c:v>09-07-2021</c:v>
                </c:pt>
                <c:pt idx="414">
                  <c:v>09-07-2021</c:v>
                </c:pt>
                <c:pt idx="415">
                  <c:v>09-07-2021</c:v>
                </c:pt>
                <c:pt idx="416">
                  <c:v>09-07-2021</c:v>
                </c:pt>
                <c:pt idx="417">
                  <c:v>09-07-2021</c:v>
                </c:pt>
                <c:pt idx="418">
                  <c:v>09-07-2021</c:v>
                </c:pt>
                <c:pt idx="419">
                  <c:v>09-07-2021</c:v>
                </c:pt>
                <c:pt idx="420">
                  <c:v>09-07-2021</c:v>
                </c:pt>
                <c:pt idx="421">
                  <c:v>09-07-2021</c:v>
                </c:pt>
                <c:pt idx="422">
                  <c:v>09-07-2021</c:v>
                </c:pt>
                <c:pt idx="423">
                  <c:v>09-07-2021</c:v>
                </c:pt>
                <c:pt idx="424">
                  <c:v>09-07-2021</c:v>
                </c:pt>
                <c:pt idx="425">
                  <c:v>09-07-2021</c:v>
                </c:pt>
                <c:pt idx="426">
                  <c:v>09-07-2021</c:v>
                </c:pt>
                <c:pt idx="427">
                  <c:v>09-07-2021</c:v>
                </c:pt>
                <c:pt idx="428">
                  <c:v>09-07-2021</c:v>
                </c:pt>
                <c:pt idx="429">
                  <c:v>09-07-2021</c:v>
                </c:pt>
                <c:pt idx="430">
                  <c:v>09-07-2021</c:v>
                </c:pt>
                <c:pt idx="431">
                  <c:v>09-07-2021</c:v>
                </c:pt>
                <c:pt idx="432">
                  <c:v>09-07-2021</c:v>
                </c:pt>
                <c:pt idx="433">
                  <c:v>09-07-2021</c:v>
                </c:pt>
                <c:pt idx="434">
                  <c:v>09-07-2021</c:v>
                </c:pt>
                <c:pt idx="435">
                  <c:v>09-07-2021</c:v>
                </c:pt>
                <c:pt idx="436">
                  <c:v>09-07-2021</c:v>
                </c:pt>
                <c:pt idx="437">
                  <c:v>09-07-2021</c:v>
                </c:pt>
                <c:pt idx="438">
                  <c:v>09-07-2021</c:v>
                </c:pt>
                <c:pt idx="439">
                  <c:v>09-07-2021</c:v>
                </c:pt>
                <c:pt idx="440">
                  <c:v>09-07-2021</c:v>
                </c:pt>
                <c:pt idx="441">
                  <c:v>09-07-2021</c:v>
                </c:pt>
                <c:pt idx="442">
                  <c:v>09-07-2021</c:v>
                </c:pt>
                <c:pt idx="443">
                  <c:v>09-07-2021</c:v>
                </c:pt>
                <c:pt idx="444">
                  <c:v>09-07-2021</c:v>
                </c:pt>
                <c:pt idx="445">
                  <c:v>09-07-2021</c:v>
                </c:pt>
                <c:pt idx="446">
                  <c:v>09-07-2021</c:v>
                </c:pt>
                <c:pt idx="447">
                  <c:v>09-07-2021</c:v>
                </c:pt>
                <c:pt idx="448">
                  <c:v>10-07-2021</c:v>
                </c:pt>
                <c:pt idx="449">
                  <c:v>10-07-2021</c:v>
                </c:pt>
                <c:pt idx="450">
                  <c:v>10-07-2021</c:v>
                </c:pt>
                <c:pt idx="451">
                  <c:v>10-07-2021</c:v>
                </c:pt>
                <c:pt idx="452">
                  <c:v>10-07-2021</c:v>
                </c:pt>
                <c:pt idx="453">
                  <c:v>10-07-2021</c:v>
                </c:pt>
                <c:pt idx="454">
                  <c:v>10-07-2021</c:v>
                </c:pt>
                <c:pt idx="455">
                  <c:v>10-07-2021</c:v>
                </c:pt>
                <c:pt idx="456">
                  <c:v>10-07-2021</c:v>
                </c:pt>
                <c:pt idx="457">
                  <c:v>10-07-2021</c:v>
                </c:pt>
                <c:pt idx="458">
                  <c:v>10-07-2021</c:v>
                </c:pt>
                <c:pt idx="459">
                  <c:v>10-07-2021</c:v>
                </c:pt>
                <c:pt idx="460">
                  <c:v>10-07-2021</c:v>
                </c:pt>
                <c:pt idx="461">
                  <c:v>10-07-2021</c:v>
                </c:pt>
                <c:pt idx="462">
                  <c:v>10-07-2021</c:v>
                </c:pt>
                <c:pt idx="463">
                  <c:v>10-07-2021</c:v>
                </c:pt>
                <c:pt idx="464">
                  <c:v>10-07-2021</c:v>
                </c:pt>
                <c:pt idx="465">
                  <c:v>10-07-2021</c:v>
                </c:pt>
                <c:pt idx="466">
                  <c:v>10-07-2021</c:v>
                </c:pt>
                <c:pt idx="467">
                  <c:v>10-07-2021</c:v>
                </c:pt>
                <c:pt idx="468">
                  <c:v>10-07-2021</c:v>
                </c:pt>
                <c:pt idx="469">
                  <c:v>10-07-2021</c:v>
                </c:pt>
                <c:pt idx="470">
                  <c:v>10-07-2021</c:v>
                </c:pt>
                <c:pt idx="471">
                  <c:v>10-07-2021</c:v>
                </c:pt>
                <c:pt idx="472">
                  <c:v>10-07-2021</c:v>
                </c:pt>
                <c:pt idx="473">
                  <c:v>10-07-2021</c:v>
                </c:pt>
                <c:pt idx="474">
                  <c:v>10-07-2021</c:v>
                </c:pt>
                <c:pt idx="475">
                  <c:v>10-07-2021</c:v>
                </c:pt>
                <c:pt idx="476">
                  <c:v>10-07-2021</c:v>
                </c:pt>
                <c:pt idx="477">
                  <c:v>10-07-2021</c:v>
                </c:pt>
                <c:pt idx="478">
                  <c:v>10-07-2021</c:v>
                </c:pt>
                <c:pt idx="479">
                  <c:v>10-07-2021</c:v>
                </c:pt>
                <c:pt idx="480">
                  <c:v>10-07-2021</c:v>
                </c:pt>
                <c:pt idx="481">
                  <c:v>10-07-2021</c:v>
                </c:pt>
                <c:pt idx="482">
                  <c:v>10-07-2021</c:v>
                </c:pt>
                <c:pt idx="483">
                  <c:v>10-07-2021</c:v>
                </c:pt>
                <c:pt idx="484">
                  <c:v>10-07-2021</c:v>
                </c:pt>
                <c:pt idx="485">
                  <c:v>10-07-2021</c:v>
                </c:pt>
                <c:pt idx="486">
                  <c:v>10-07-2021</c:v>
                </c:pt>
                <c:pt idx="487">
                  <c:v>10-07-2021</c:v>
                </c:pt>
                <c:pt idx="488">
                  <c:v>10-07-2021</c:v>
                </c:pt>
                <c:pt idx="489">
                  <c:v>10-07-2021</c:v>
                </c:pt>
                <c:pt idx="490">
                  <c:v>10-07-2021</c:v>
                </c:pt>
                <c:pt idx="491">
                  <c:v>10-07-2021</c:v>
                </c:pt>
                <c:pt idx="492">
                  <c:v>10-07-2021</c:v>
                </c:pt>
                <c:pt idx="493">
                  <c:v>10-07-2021</c:v>
                </c:pt>
                <c:pt idx="494">
                  <c:v>10-07-2021</c:v>
                </c:pt>
                <c:pt idx="495">
                  <c:v>10-07-2021</c:v>
                </c:pt>
                <c:pt idx="496">
                  <c:v>10-07-2021</c:v>
                </c:pt>
                <c:pt idx="497">
                  <c:v>10-07-2021</c:v>
                </c:pt>
                <c:pt idx="498">
                  <c:v>10-07-2021</c:v>
                </c:pt>
                <c:pt idx="499">
                  <c:v>10-07-2021</c:v>
                </c:pt>
                <c:pt idx="500">
                  <c:v>11-07-2021</c:v>
                </c:pt>
                <c:pt idx="501">
                  <c:v>11-07-2021</c:v>
                </c:pt>
                <c:pt idx="502">
                  <c:v>11-07-2021</c:v>
                </c:pt>
                <c:pt idx="503">
                  <c:v>11-07-2021</c:v>
                </c:pt>
                <c:pt idx="504">
                  <c:v>11-07-2021</c:v>
                </c:pt>
                <c:pt idx="505">
                  <c:v>11-07-2021</c:v>
                </c:pt>
                <c:pt idx="506">
                  <c:v>11-07-2021</c:v>
                </c:pt>
                <c:pt idx="507">
                  <c:v>11-07-2021</c:v>
                </c:pt>
                <c:pt idx="508">
                  <c:v>11-07-2021</c:v>
                </c:pt>
                <c:pt idx="509">
                  <c:v>11-07-2021</c:v>
                </c:pt>
                <c:pt idx="510">
                  <c:v>11-07-2021</c:v>
                </c:pt>
                <c:pt idx="511">
                  <c:v>11-07-2021</c:v>
                </c:pt>
                <c:pt idx="512">
                  <c:v>11-07-2021</c:v>
                </c:pt>
                <c:pt idx="513">
                  <c:v>11-07-2021</c:v>
                </c:pt>
                <c:pt idx="514">
                  <c:v>11-07-2021</c:v>
                </c:pt>
                <c:pt idx="515">
                  <c:v>11-07-2021</c:v>
                </c:pt>
                <c:pt idx="516">
                  <c:v>11-07-2021</c:v>
                </c:pt>
                <c:pt idx="517">
                  <c:v>11-07-2021</c:v>
                </c:pt>
                <c:pt idx="518">
                  <c:v>11-07-2021</c:v>
                </c:pt>
                <c:pt idx="519">
                  <c:v>11-07-2021</c:v>
                </c:pt>
                <c:pt idx="520">
                  <c:v>11-07-2021</c:v>
                </c:pt>
                <c:pt idx="521">
                  <c:v>11-07-2021</c:v>
                </c:pt>
                <c:pt idx="522">
                  <c:v>11-07-2021</c:v>
                </c:pt>
                <c:pt idx="523">
                  <c:v>11-07-2021</c:v>
                </c:pt>
                <c:pt idx="524">
                  <c:v>11-07-2021</c:v>
                </c:pt>
                <c:pt idx="525">
                  <c:v>11-07-2021</c:v>
                </c:pt>
                <c:pt idx="526">
                  <c:v>11-07-2021</c:v>
                </c:pt>
                <c:pt idx="527">
                  <c:v>11-07-2021</c:v>
                </c:pt>
                <c:pt idx="528">
                  <c:v>11-07-2021</c:v>
                </c:pt>
                <c:pt idx="529">
                  <c:v>11-07-2021</c:v>
                </c:pt>
                <c:pt idx="530">
                  <c:v>11-07-2021</c:v>
                </c:pt>
                <c:pt idx="531">
                  <c:v>11-07-2021</c:v>
                </c:pt>
                <c:pt idx="532">
                  <c:v>11-07-2021</c:v>
                </c:pt>
                <c:pt idx="533">
                  <c:v>11-07-2021</c:v>
                </c:pt>
                <c:pt idx="534">
                  <c:v>11-07-2021</c:v>
                </c:pt>
                <c:pt idx="535">
                  <c:v>11-07-2021</c:v>
                </c:pt>
                <c:pt idx="536">
                  <c:v>11-07-2021</c:v>
                </c:pt>
                <c:pt idx="537">
                  <c:v>11-07-2021</c:v>
                </c:pt>
                <c:pt idx="538">
                  <c:v>11-07-2021</c:v>
                </c:pt>
                <c:pt idx="539">
                  <c:v>11-07-2021</c:v>
                </c:pt>
                <c:pt idx="540">
                  <c:v>11-07-2021</c:v>
                </c:pt>
                <c:pt idx="541">
                  <c:v>11-07-2021</c:v>
                </c:pt>
                <c:pt idx="542">
                  <c:v>11-07-2021</c:v>
                </c:pt>
                <c:pt idx="543">
                  <c:v>11-07-2021</c:v>
                </c:pt>
                <c:pt idx="544">
                  <c:v>11-07-2021</c:v>
                </c:pt>
                <c:pt idx="545">
                  <c:v>11-07-2021</c:v>
                </c:pt>
                <c:pt idx="546">
                  <c:v>11-07-2021</c:v>
                </c:pt>
                <c:pt idx="547">
                  <c:v>11-07-2021</c:v>
                </c:pt>
                <c:pt idx="548">
                  <c:v>11-07-2021</c:v>
                </c:pt>
                <c:pt idx="549">
                  <c:v>11-07-2021</c:v>
                </c:pt>
                <c:pt idx="550">
                  <c:v>11-07-2021</c:v>
                </c:pt>
                <c:pt idx="551">
                  <c:v>11-07-2021</c:v>
                </c:pt>
                <c:pt idx="552">
                  <c:v>12-07-2021</c:v>
                </c:pt>
                <c:pt idx="553">
                  <c:v>12-07-2021</c:v>
                </c:pt>
                <c:pt idx="554">
                  <c:v>12-07-2021</c:v>
                </c:pt>
                <c:pt idx="555">
                  <c:v>12-07-2021</c:v>
                </c:pt>
                <c:pt idx="556">
                  <c:v>12-07-2021</c:v>
                </c:pt>
                <c:pt idx="557">
                  <c:v>12-07-2021</c:v>
                </c:pt>
                <c:pt idx="558">
                  <c:v>12-07-2021</c:v>
                </c:pt>
                <c:pt idx="559">
                  <c:v>12-07-2021</c:v>
                </c:pt>
                <c:pt idx="560">
                  <c:v>12-07-2021</c:v>
                </c:pt>
                <c:pt idx="561">
                  <c:v>12-07-2021</c:v>
                </c:pt>
                <c:pt idx="562">
                  <c:v>12-07-2021</c:v>
                </c:pt>
                <c:pt idx="563">
                  <c:v>12-07-2021</c:v>
                </c:pt>
                <c:pt idx="564">
                  <c:v>12-07-2021</c:v>
                </c:pt>
                <c:pt idx="565">
                  <c:v>12-07-2021</c:v>
                </c:pt>
                <c:pt idx="566">
                  <c:v>12-07-2021</c:v>
                </c:pt>
                <c:pt idx="567">
                  <c:v>12-07-2021</c:v>
                </c:pt>
                <c:pt idx="568">
                  <c:v>12-07-2021</c:v>
                </c:pt>
                <c:pt idx="569">
                  <c:v>12-07-2021</c:v>
                </c:pt>
                <c:pt idx="570">
                  <c:v>12-07-2021</c:v>
                </c:pt>
                <c:pt idx="571">
                  <c:v>12-07-2021</c:v>
                </c:pt>
                <c:pt idx="572">
                  <c:v>12-07-2021</c:v>
                </c:pt>
                <c:pt idx="573">
                  <c:v>12-07-2021</c:v>
                </c:pt>
                <c:pt idx="574">
                  <c:v>12-07-2021</c:v>
                </c:pt>
                <c:pt idx="575">
                  <c:v>12-07-2021</c:v>
                </c:pt>
                <c:pt idx="576">
                  <c:v>12-07-2021</c:v>
                </c:pt>
                <c:pt idx="577">
                  <c:v>12-07-2021</c:v>
                </c:pt>
                <c:pt idx="578">
                  <c:v>12-07-2021</c:v>
                </c:pt>
                <c:pt idx="579">
                  <c:v>12-07-2021</c:v>
                </c:pt>
                <c:pt idx="580">
                  <c:v>12-07-2021</c:v>
                </c:pt>
                <c:pt idx="581">
                  <c:v>12-07-2021</c:v>
                </c:pt>
                <c:pt idx="582">
                  <c:v>12-07-2021</c:v>
                </c:pt>
                <c:pt idx="583">
                  <c:v>12-07-2021</c:v>
                </c:pt>
                <c:pt idx="584">
                  <c:v>12-07-2021</c:v>
                </c:pt>
                <c:pt idx="585">
                  <c:v>12-07-2021</c:v>
                </c:pt>
                <c:pt idx="586">
                  <c:v>12-07-2021</c:v>
                </c:pt>
                <c:pt idx="587">
                  <c:v>12-07-2021</c:v>
                </c:pt>
                <c:pt idx="588">
                  <c:v>12-07-2021</c:v>
                </c:pt>
                <c:pt idx="589">
                  <c:v>12-07-2021</c:v>
                </c:pt>
                <c:pt idx="590">
                  <c:v>12-07-2021</c:v>
                </c:pt>
                <c:pt idx="591">
                  <c:v>12-07-2021</c:v>
                </c:pt>
                <c:pt idx="592">
                  <c:v>12-07-2021</c:v>
                </c:pt>
                <c:pt idx="593">
                  <c:v>12-07-2021</c:v>
                </c:pt>
                <c:pt idx="594">
                  <c:v>12-07-2021</c:v>
                </c:pt>
                <c:pt idx="595">
                  <c:v>12-07-2021</c:v>
                </c:pt>
                <c:pt idx="596">
                  <c:v>12-07-2021</c:v>
                </c:pt>
                <c:pt idx="597">
                  <c:v>12-07-2021</c:v>
                </c:pt>
                <c:pt idx="598">
                  <c:v>12-07-2021</c:v>
                </c:pt>
                <c:pt idx="599">
                  <c:v>12-07-2021</c:v>
                </c:pt>
                <c:pt idx="600">
                  <c:v>12-07-2021</c:v>
                </c:pt>
                <c:pt idx="601">
                  <c:v>12-07-2021</c:v>
                </c:pt>
                <c:pt idx="602">
                  <c:v>12-07-2021</c:v>
                </c:pt>
                <c:pt idx="603">
                  <c:v>12-07-2021</c:v>
                </c:pt>
                <c:pt idx="604">
                  <c:v>12-07-2021</c:v>
                </c:pt>
                <c:pt idx="605">
                  <c:v>12-07-2021</c:v>
                </c:pt>
                <c:pt idx="606">
                  <c:v>12-07-2021</c:v>
                </c:pt>
                <c:pt idx="607">
                  <c:v>12-07-2021</c:v>
                </c:pt>
                <c:pt idx="608">
                  <c:v>13-07-2021</c:v>
                </c:pt>
                <c:pt idx="609">
                  <c:v>13-07-2021</c:v>
                </c:pt>
                <c:pt idx="610">
                  <c:v>13-07-2021</c:v>
                </c:pt>
                <c:pt idx="611">
                  <c:v>13-07-2021</c:v>
                </c:pt>
                <c:pt idx="612">
                  <c:v>13-07-2021</c:v>
                </c:pt>
                <c:pt idx="613">
                  <c:v>13-07-2021</c:v>
                </c:pt>
                <c:pt idx="614">
                  <c:v>13-07-2021</c:v>
                </c:pt>
                <c:pt idx="615">
                  <c:v>13-07-2021</c:v>
                </c:pt>
                <c:pt idx="616">
                  <c:v>13-07-2021</c:v>
                </c:pt>
                <c:pt idx="617">
                  <c:v>13-07-2021</c:v>
                </c:pt>
                <c:pt idx="618">
                  <c:v>13-07-2021</c:v>
                </c:pt>
                <c:pt idx="619">
                  <c:v>13-07-2021</c:v>
                </c:pt>
                <c:pt idx="620">
                  <c:v>13-07-2021</c:v>
                </c:pt>
                <c:pt idx="621">
                  <c:v>13-07-2021</c:v>
                </c:pt>
                <c:pt idx="622">
                  <c:v>13-07-2021</c:v>
                </c:pt>
                <c:pt idx="623">
                  <c:v>13-07-2021</c:v>
                </c:pt>
                <c:pt idx="624">
                  <c:v>13-07-2021</c:v>
                </c:pt>
                <c:pt idx="625">
                  <c:v>13-07-2021</c:v>
                </c:pt>
                <c:pt idx="626">
                  <c:v>13-07-2021</c:v>
                </c:pt>
                <c:pt idx="627">
                  <c:v>13-07-2021</c:v>
                </c:pt>
                <c:pt idx="628">
                  <c:v>13-07-2021</c:v>
                </c:pt>
                <c:pt idx="629">
                  <c:v>13-07-2021</c:v>
                </c:pt>
                <c:pt idx="630">
                  <c:v>13-07-2021</c:v>
                </c:pt>
                <c:pt idx="631">
                  <c:v>13-07-2021</c:v>
                </c:pt>
                <c:pt idx="632">
                  <c:v>13-07-2021</c:v>
                </c:pt>
                <c:pt idx="633">
                  <c:v>13-07-2021</c:v>
                </c:pt>
                <c:pt idx="634">
                  <c:v>13-07-2021</c:v>
                </c:pt>
                <c:pt idx="635">
                  <c:v>13-07-2021</c:v>
                </c:pt>
                <c:pt idx="636">
                  <c:v>13-07-2021</c:v>
                </c:pt>
                <c:pt idx="637">
                  <c:v>13-07-2021</c:v>
                </c:pt>
                <c:pt idx="638">
                  <c:v>13-07-2021</c:v>
                </c:pt>
                <c:pt idx="639">
                  <c:v>13-07-2021</c:v>
                </c:pt>
                <c:pt idx="640">
                  <c:v>13-07-2021</c:v>
                </c:pt>
                <c:pt idx="641">
                  <c:v>13-07-2021</c:v>
                </c:pt>
                <c:pt idx="642">
                  <c:v>13-07-2021</c:v>
                </c:pt>
                <c:pt idx="643">
                  <c:v>13-07-2021</c:v>
                </c:pt>
                <c:pt idx="644">
                  <c:v>13-07-2021</c:v>
                </c:pt>
                <c:pt idx="645">
                  <c:v>13-07-2021</c:v>
                </c:pt>
                <c:pt idx="646">
                  <c:v>13-07-2021</c:v>
                </c:pt>
                <c:pt idx="647">
                  <c:v>13-07-2021</c:v>
                </c:pt>
                <c:pt idx="648">
                  <c:v>13-07-2021</c:v>
                </c:pt>
                <c:pt idx="649">
                  <c:v>13-07-2021</c:v>
                </c:pt>
                <c:pt idx="650">
                  <c:v>13-07-2021</c:v>
                </c:pt>
                <c:pt idx="651">
                  <c:v>13-07-2021</c:v>
                </c:pt>
                <c:pt idx="652">
                  <c:v>13-07-2021</c:v>
                </c:pt>
                <c:pt idx="653">
                  <c:v>13-07-2021</c:v>
                </c:pt>
                <c:pt idx="654">
                  <c:v>13-07-2021</c:v>
                </c:pt>
                <c:pt idx="655">
                  <c:v>13-07-2021</c:v>
                </c:pt>
                <c:pt idx="656">
                  <c:v>13-07-2021</c:v>
                </c:pt>
                <c:pt idx="657">
                  <c:v>13-07-2021</c:v>
                </c:pt>
                <c:pt idx="658">
                  <c:v>13-07-2021</c:v>
                </c:pt>
                <c:pt idx="659">
                  <c:v>13-07-2021</c:v>
                </c:pt>
                <c:pt idx="660">
                  <c:v>13-07-2021</c:v>
                </c:pt>
                <c:pt idx="661">
                  <c:v>14-07-2021</c:v>
                </c:pt>
                <c:pt idx="662">
                  <c:v>14-07-2021</c:v>
                </c:pt>
                <c:pt idx="663">
                  <c:v>14-07-2021</c:v>
                </c:pt>
                <c:pt idx="664">
                  <c:v>14-07-2021</c:v>
                </c:pt>
                <c:pt idx="665">
                  <c:v>14-07-2021</c:v>
                </c:pt>
                <c:pt idx="666">
                  <c:v>14-07-2021</c:v>
                </c:pt>
                <c:pt idx="667">
                  <c:v>14-07-2021</c:v>
                </c:pt>
                <c:pt idx="668">
                  <c:v>14-07-2021</c:v>
                </c:pt>
                <c:pt idx="669">
                  <c:v>14-07-2021</c:v>
                </c:pt>
                <c:pt idx="670">
                  <c:v>14-07-2021</c:v>
                </c:pt>
                <c:pt idx="671">
                  <c:v>14-07-2021</c:v>
                </c:pt>
                <c:pt idx="672">
                  <c:v>14-07-2021</c:v>
                </c:pt>
                <c:pt idx="673">
                  <c:v>14-07-2021</c:v>
                </c:pt>
                <c:pt idx="674">
                  <c:v>14-07-2021</c:v>
                </c:pt>
                <c:pt idx="675">
                  <c:v>14-07-2021</c:v>
                </c:pt>
                <c:pt idx="676">
                  <c:v>14-07-2021</c:v>
                </c:pt>
                <c:pt idx="677">
                  <c:v>14-07-2021</c:v>
                </c:pt>
                <c:pt idx="678">
                  <c:v>14-07-2021</c:v>
                </c:pt>
                <c:pt idx="679">
                  <c:v>14-07-2021</c:v>
                </c:pt>
                <c:pt idx="680">
                  <c:v>14-07-2021</c:v>
                </c:pt>
                <c:pt idx="681">
                  <c:v>14-07-2021</c:v>
                </c:pt>
                <c:pt idx="682">
                  <c:v>14-07-2021</c:v>
                </c:pt>
                <c:pt idx="683">
                  <c:v>14-07-2021</c:v>
                </c:pt>
                <c:pt idx="684">
                  <c:v>14-07-2021</c:v>
                </c:pt>
                <c:pt idx="685">
                  <c:v>14-07-2021</c:v>
                </c:pt>
                <c:pt idx="686">
                  <c:v>14-07-2021</c:v>
                </c:pt>
                <c:pt idx="687">
                  <c:v>14-07-2021</c:v>
                </c:pt>
                <c:pt idx="688">
                  <c:v>14-07-2021</c:v>
                </c:pt>
                <c:pt idx="689">
                  <c:v>14-07-2021</c:v>
                </c:pt>
                <c:pt idx="690">
                  <c:v>14-07-2021</c:v>
                </c:pt>
                <c:pt idx="691">
                  <c:v>14-07-2021</c:v>
                </c:pt>
                <c:pt idx="692">
                  <c:v>14-07-2021</c:v>
                </c:pt>
                <c:pt idx="693">
                  <c:v>14-07-2021</c:v>
                </c:pt>
                <c:pt idx="694">
                  <c:v>14-07-2021</c:v>
                </c:pt>
                <c:pt idx="695">
                  <c:v>14-07-2021</c:v>
                </c:pt>
                <c:pt idx="696">
                  <c:v>14-07-2021</c:v>
                </c:pt>
                <c:pt idx="697">
                  <c:v>14-07-2021</c:v>
                </c:pt>
                <c:pt idx="698">
                  <c:v>14-07-2021</c:v>
                </c:pt>
                <c:pt idx="699">
                  <c:v>14-07-2021</c:v>
                </c:pt>
                <c:pt idx="700">
                  <c:v>14-07-2021</c:v>
                </c:pt>
                <c:pt idx="701">
                  <c:v>14-07-2021</c:v>
                </c:pt>
                <c:pt idx="702">
                  <c:v>14-07-2021</c:v>
                </c:pt>
                <c:pt idx="703">
                  <c:v>14-07-2021</c:v>
                </c:pt>
                <c:pt idx="704">
                  <c:v>14-07-2021</c:v>
                </c:pt>
                <c:pt idx="705">
                  <c:v>14-07-2021</c:v>
                </c:pt>
                <c:pt idx="706">
                  <c:v>14-07-2021</c:v>
                </c:pt>
                <c:pt idx="707">
                  <c:v>14-07-2021</c:v>
                </c:pt>
                <c:pt idx="708">
                  <c:v>14-07-2021</c:v>
                </c:pt>
                <c:pt idx="709">
                  <c:v>14-07-2021</c:v>
                </c:pt>
                <c:pt idx="710">
                  <c:v>14-07-2021</c:v>
                </c:pt>
                <c:pt idx="711">
                  <c:v>14-07-2021</c:v>
                </c:pt>
                <c:pt idx="712">
                  <c:v>14-07-2021</c:v>
                </c:pt>
                <c:pt idx="713">
                  <c:v>15-07-2021</c:v>
                </c:pt>
                <c:pt idx="714">
                  <c:v>15-07-2021</c:v>
                </c:pt>
                <c:pt idx="715">
                  <c:v>15-07-2021</c:v>
                </c:pt>
                <c:pt idx="716">
                  <c:v>15-07-2021</c:v>
                </c:pt>
                <c:pt idx="717">
                  <c:v>15-07-2021</c:v>
                </c:pt>
                <c:pt idx="718">
                  <c:v>15-07-2021</c:v>
                </c:pt>
                <c:pt idx="719">
                  <c:v>15-07-2021</c:v>
                </c:pt>
                <c:pt idx="720">
                  <c:v>15-07-2021</c:v>
                </c:pt>
                <c:pt idx="721">
                  <c:v>15-07-2021</c:v>
                </c:pt>
                <c:pt idx="722">
                  <c:v>15-07-2021</c:v>
                </c:pt>
                <c:pt idx="723">
                  <c:v>15-07-2021</c:v>
                </c:pt>
                <c:pt idx="724">
                  <c:v>15-07-2021</c:v>
                </c:pt>
                <c:pt idx="725">
                  <c:v>15-07-2021</c:v>
                </c:pt>
                <c:pt idx="726">
                  <c:v>15-07-2021</c:v>
                </c:pt>
                <c:pt idx="727">
                  <c:v>15-07-2021</c:v>
                </c:pt>
                <c:pt idx="728">
                  <c:v>15-07-2021</c:v>
                </c:pt>
                <c:pt idx="729">
                  <c:v>15-07-2021</c:v>
                </c:pt>
                <c:pt idx="730">
                  <c:v>15-07-2021</c:v>
                </c:pt>
                <c:pt idx="731">
                  <c:v>15-07-2021</c:v>
                </c:pt>
                <c:pt idx="732">
                  <c:v>15-07-2021</c:v>
                </c:pt>
                <c:pt idx="733">
                  <c:v>15-07-2021</c:v>
                </c:pt>
                <c:pt idx="734">
                  <c:v>15-07-2021</c:v>
                </c:pt>
                <c:pt idx="735">
                  <c:v>15-07-2021</c:v>
                </c:pt>
                <c:pt idx="736">
                  <c:v>15-07-2021</c:v>
                </c:pt>
                <c:pt idx="737">
                  <c:v>15-07-2021</c:v>
                </c:pt>
                <c:pt idx="738">
                  <c:v>15-07-2021</c:v>
                </c:pt>
                <c:pt idx="739">
                  <c:v>15-07-2021</c:v>
                </c:pt>
                <c:pt idx="740">
                  <c:v>15-07-2021</c:v>
                </c:pt>
                <c:pt idx="741">
                  <c:v>15-07-2021</c:v>
                </c:pt>
                <c:pt idx="742">
                  <c:v>15-07-2021</c:v>
                </c:pt>
                <c:pt idx="743">
                  <c:v>15-07-2021</c:v>
                </c:pt>
                <c:pt idx="744">
                  <c:v>15-07-2021</c:v>
                </c:pt>
                <c:pt idx="745">
                  <c:v>15-07-2021</c:v>
                </c:pt>
                <c:pt idx="746">
                  <c:v>15-07-2021</c:v>
                </c:pt>
                <c:pt idx="747">
                  <c:v>15-07-2021</c:v>
                </c:pt>
                <c:pt idx="748">
                  <c:v>15-07-2021</c:v>
                </c:pt>
                <c:pt idx="749">
                  <c:v>15-07-2021</c:v>
                </c:pt>
                <c:pt idx="750">
                  <c:v>15-07-2021</c:v>
                </c:pt>
                <c:pt idx="751">
                  <c:v>15-07-2021</c:v>
                </c:pt>
                <c:pt idx="752">
                  <c:v>15-07-2021</c:v>
                </c:pt>
                <c:pt idx="753">
                  <c:v>15-07-2021</c:v>
                </c:pt>
                <c:pt idx="754">
                  <c:v>15-07-2021</c:v>
                </c:pt>
                <c:pt idx="755">
                  <c:v>15-07-2021</c:v>
                </c:pt>
                <c:pt idx="756">
                  <c:v>15-07-2021</c:v>
                </c:pt>
                <c:pt idx="757">
                  <c:v>15-07-2021</c:v>
                </c:pt>
                <c:pt idx="758">
                  <c:v>15-07-2021</c:v>
                </c:pt>
                <c:pt idx="759">
                  <c:v>15-07-2021</c:v>
                </c:pt>
                <c:pt idx="760">
                  <c:v>15-07-2021</c:v>
                </c:pt>
                <c:pt idx="761">
                  <c:v>15-07-2021</c:v>
                </c:pt>
                <c:pt idx="762">
                  <c:v>15-07-2021</c:v>
                </c:pt>
                <c:pt idx="763">
                  <c:v>15-07-2021</c:v>
                </c:pt>
                <c:pt idx="764">
                  <c:v>15-07-2021</c:v>
                </c:pt>
                <c:pt idx="765">
                  <c:v>16-07-2021</c:v>
                </c:pt>
                <c:pt idx="766">
                  <c:v>16-07-2021</c:v>
                </c:pt>
                <c:pt idx="767">
                  <c:v>16-07-2021</c:v>
                </c:pt>
                <c:pt idx="768">
                  <c:v>16-07-2021</c:v>
                </c:pt>
                <c:pt idx="769">
                  <c:v>16-07-2021</c:v>
                </c:pt>
                <c:pt idx="770">
                  <c:v>16-07-2021</c:v>
                </c:pt>
                <c:pt idx="771">
                  <c:v>16-07-2021</c:v>
                </c:pt>
                <c:pt idx="772">
                  <c:v>16-07-2021</c:v>
                </c:pt>
                <c:pt idx="773">
                  <c:v>16-07-2021</c:v>
                </c:pt>
                <c:pt idx="774">
                  <c:v>16-07-2021</c:v>
                </c:pt>
                <c:pt idx="775">
                  <c:v>16-07-2021</c:v>
                </c:pt>
                <c:pt idx="776">
                  <c:v>16-07-2021</c:v>
                </c:pt>
                <c:pt idx="777">
                  <c:v>16-07-2021</c:v>
                </c:pt>
                <c:pt idx="778">
                  <c:v>16-07-2021</c:v>
                </c:pt>
                <c:pt idx="779">
                  <c:v>16-07-2021</c:v>
                </c:pt>
                <c:pt idx="780">
                  <c:v>16-07-2021</c:v>
                </c:pt>
                <c:pt idx="781">
                  <c:v>16-07-2021</c:v>
                </c:pt>
                <c:pt idx="782">
                  <c:v>16-07-2021</c:v>
                </c:pt>
                <c:pt idx="783">
                  <c:v>16-07-2021</c:v>
                </c:pt>
                <c:pt idx="784">
                  <c:v>16-07-2021</c:v>
                </c:pt>
                <c:pt idx="785">
                  <c:v>16-07-2021</c:v>
                </c:pt>
                <c:pt idx="786">
                  <c:v>16-07-2021</c:v>
                </c:pt>
                <c:pt idx="787">
                  <c:v>16-07-2021</c:v>
                </c:pt>
                <c:pt idx="788">
                  <c:v>16-07-2021</c:v>
                </c:pt>
                <c:pt idx="789">
                  <c:v>16-07-2021</c:v>
                </c:pt>
                <c:pt idx="790">
                  <c:v>16-07-2021</c:v>
                </c:pt>
                <c:pt idx="791">
                  <c:v>16-07-2021</c:v>
                </c:pt>
                <c:pt idx="792">
                  <c:v>16-07-2021</c:v>
                </c:pt>
                <c:pt idx="793">
                  <c:v>16-07-2021</c:v>
                </c:pt>
                <c:pt idx="794">
                  <c:v>16-07-2021</c:v>
                </c:pt>
                <c:pt idx="795">
                  <c:v>16-07-2021</c:v>
                </c:pt>
                <c:pt idx="796">
                  <c:v>16-07-2021</c:v>
                </c:pt>
                <c:pt idx="797">
                  <c:v>16-07-2021</c:v>
                </c:pt>
                <c:pt idx="798">
                  <c:v>16-07-2021</c:v>
                </c:pt>
                <c:pt idx="799">
                  <c:v>16-07-2021</c:v>
                </c:pt>
                <c:pt idx="800">
                  <c:v>16-07-2021</c:v>
                </c:pt>
                <c:pt idx="801">
                  <c:v>16-07-2021</c:v>
                </c:pt>
                <c:pt idx="802">
                  <c:v>16-07-2021</c:v>
                </c:pt>
                <c:pt idx="803">
                  <c:v>16-07-2021</c:v>
                </c:pt>
                <c:pt idx="804">
                  <c:v>16-07-2021</c:v>
                </c:pt>
                <c:pt idx="805">
                  <c:v>16-07-2021</c:v>
                </c:pt>
                <c:pt idx="806">
                  <c:v>16-07-2021</c:v>
                </c:pt>
                <c:pt idx="807">
                  <c:v>16-07-2021</c:v>
                </c:pt>
                <c:pt idx="808">
                  <c:v>16-07-2021</c:v>
                </c:pt>
                <c:pt idx="809">
                  <c:v>16-07-2021</c:v>
                </c:pt>
                <c:pt idx="810">
                  <c:v>16-07-2021</c:v>
                </c:pt>
                <c:pt idx="811">
                  <c:v>16-07-2021</c:v>
                </c:pt>
                <c:pt idx="812">
                  <c:v>16-07-2021</c:v>
                </c:pt>
                <c:pt idx="813">
                  <c:v>16-07-2021</c:v>
                </c:pt>
                <c:pt idx="814">
                  <c:v>16-07-2021</c:v>
                </c:pt>
                <c:pt idx="815">
                  <c:v>16-07-2021</c:v>
                </c:pt>
                <c:pt idx="816">
                  <c:v>16-07-2021</c:v>
                </c:pt>
                <c:pt idx="817">
                  <c:v>17-07-2021</c:v>
                </c:pt>
                <c:pt idx="818">
                  <c:v>17-07-2021</c:v>
                </c:pt>
                <c:pt idx="819">
                  <c:v>17-07-2021</c:v>
                </c:pt>
                <c:pt idx="820">
                  <c:v>17-07-2021</c:v>
                </c:pt>
                <c:pt idx="821">
                  <c:v>17-07-2021</c:v>
                </c:pt>
                <c:pt idx="822">
                  <c:v>17-07-2021</c:v>
                </c:pt>
                <c:pt idx="823">
                  <c:v>17-07-2021</c:v>
                </c:pt>
                <c:pt idx="824">
                  <c:v>17-07-2021</c:v>
                </c:pt>
                <c:pt idx="825">
                  <c:v>17-07-2021</c:v>
                </c:pt>
                <c:pt idx="826">
                  <c:v>17-07-2021</c:v>
                </c:pt>
                <c:pt idx="827">
                  <c:v>17-07-2021</c:v>
                </c:pt>
                <c:pt idx="828">
                  <c:v>17-07-2021</c:v>
                </c:pt>
                <c:pt idx="829">
                  <c:v>17-07-2021</c:v>
                </c:pt>
                <c:pt idx="830">
                  <c:v>17-07-2021</c:v>
                </c:pt>
                <c:pt idx="831">
                  <c:v>17-07-2021</c:v>
                </c:pt>
                <c:pt idx="832">
                  <c:v>17-07-2021</c:v>
                </c:pt>
                <c:pt idx="833">
                  <c:v>17-07-2021</c:v>
                </c:pt>
                <c:pt idx="834">
                  <c:v>17-07-2021</c:v>
                </c:pt>
                <c:pt idx="835">
                  <c:v>17-07-2021</c:v>
                </c:pt>
                <c:pt idx="836">
                  <c:v>17-07-2021</c:v>
                </c:pt>
                <c:pt idx="837">
                  <c:v>17-07-2021</c:v>
                </c:pt>
                <c:pt idx="838">
                  <c:v>17-07-2021</c:v>
                </c:pt>
                <c:pt idx="839">
                  <c:v>17-07-2021</c:v>
                </c:pt>
                <c:pt idx="840">
                  <c:v>17-07-2021</c:v>
                </c:pt>
                <c:pt idx="841">
                  <c:v>17-07-2021</c:v>
                </c:pt>
                <c:pt idx="842">
                  <c:v>17-07-2021</c:v>
                </c:pt>
                <c:pt idx="843">
                  <c:v>17-07-2021</c:v>
                </c:pt>
                <c:pt idx="844">
                  <c:v>17-07-2021</c:v>
                </c:pt>
                <c:pt idx="845">
                  <c:v>17-07-2021</c:v>
                </c:pt>
                <c:pt idx="846">
                  <c:v>17-07-2021</c:v>
                </c:pt>
                <c:pt idx="847">
                  <c:v>17-07-2021</c:v>
                </c:pt>
                <c:pt idx="848">
                  <c:v>17-07-2021</c:v>
                </c:pt>
                <c:pt idx="849">
                  <c:v>17-07-2021</c:v>
                </c:pt>
                <c:pt idx="850">
                  <c:v>17-07-2021</c:v>
                </c:pt>
                <c:pt idx="851">
                  <c:v>17-07-2021</c:v>
                </c:pt>
                <c:pt idx="852">
                  <c:v>17-07-2021</c:v>
                </c:pt>
                <c:pt idx="853">
                  <c:v>17-07-2021</c:v>
                </c:pt>
                <c:pt idx="854">
                  <c:v>17-07-2021</c:v>
                </c:pt>
                <c:pt idx="855">
                  <c:v>17-07-2021</c:v>
                </c:pt>
                <c:pt idx="856">
                  <c:v>17-07-2021</c:v>
                </c:pt>
                <c:pt idx="857">
                  <c:v>17-07-2021</c:v>
                </c:pt>
                <c:pt idx="858">
                  <c:v>17-07-2021</c:v>
                </c:pt>
                <c:pt idx="859">
                  <c:v>17-07-2021</c:v>
                </c:pt>
                <c:pt idx="860">
                  <c:v>17-07-2021</c:v>
                </c:pt>
                <c:pt idx="861">
                  <c:v>17-07-2021</c:v>
                </c:pt>
                <c:pt idx="862">
                  <c:v>17-07-2021</c:v>
                </c:pt>
                <c:pt idx="863">
                  <c:v>17-07-2021</c:v>
                </c:pt>
                <c:pt idx="864">
                  <c:v>17-07-2021</c:v>
                </c:pt>
                <c:pt idx="865">
                  <c:v>17-07-2021</c:v>
                </c:pt>
                <c:pt idx="866">
                  <c:v>17-07-2021</c:v>
                </c:pt>
                <c:pt idx="867">
                  <c:v>17-07-2021</c:v>
                </c:pt>
                <c:pt idx="868">
                  <c:v>17-07-2021</c:v>
                </c:pt>
                <c:pt idx="869">
                  <c:v>18-07-2021</c:v>
                </c:pt>
                <c:pt idx="870">
                  <c:v>18-07-2021</c:v>
                </c:pt>
                <c:pt idx="871">
                  <c:v>18-07-2021</c:v>
                </c:pt>
                <c:pt idx="872">
                  <c:v>18-07-2021</c:v>
                </c:pt>
                <c:pt idx="873">
                  <c:v>18-07-2021</c:v>
                </c:pt>
                <c:pt idx="874">
                  <c:v>18-07-2021</c:v>
                </c:pt>
                <c:pt idx="875">
                  <c:v>18-07-2021</c:v>
                </c:pt>
                <c:pt idx="876">
                  <c:v>18-07-2021</c:v>
                </c:pt>
                <c:pt idx="877">
                  <c:v>18-07-2021</c:v>
                </c:pt>
                <c:pt idx="878">
                  <c:v>18-07-2021</c:v>
                </c:pt>
                <c:pt idx="879">
                  <c:v>18-07-2021</c:v>
                </c:pt>
                <c:pt idx="880">
                  <c:v>18-07-2021</c:v>
                </c:pt>
                <c:pt idx="881">
                  <c:v>18-07-2021</c:v>
                </c:pt>
                <c:pt idx="882">
                  <c:v>18-07-2021</c:v>
                </c:pt>
                <c:pt idx="883">
                  <c:v>18-07-2021</c:v>
                </c:pt>
                <c:pt idx="884">
                  <c:v>18-07-2021</c:v>
                </c:pt>
                <c:pt idx="885">
                  <c:v>18-07-2021</c:v>
                </c:pt>
                <c:pt idx="886">
                  <c:v>18-07-2021</c:v>
                </c:pt>
                <c:pt idx="887">
                  <c:v>18-07-2021</c:v>
                </c:pt>
                <c:pt idx="888">
                  <c:v>18-07-2021</c:v>
                </c:pt>
                <c:pt idx="889">
                  <c:v>18-07-2021</c:v>
                </c:pt>
                <c:pt idx="890">
                  <c:v>18-07-2021</c:v>
                </c:pt>
                <c:pt idx="891">
                  <c:v>18-07-2021</c:v>
                </c:pt>
                <c:pt idx="892">
                  <c:v>18-07-2021</c:v>
                </c:pt>
                <c:pt idx="893">
                  <c:v>18-07-2021</c:v>
                </c:pt>
                <c:pt idx="894">
                  <c:v>18-07-2021</c:v>
                </c:pt>
                <c:pt idx="895">
                  <c:v>18-07-2021</c:v>
                </c:pt>
                <c:pt idx="896">
                  <c:v>18-07-2021</c:v>
                </c:pt>
                <c:pt idx="897">
                  <c:v>18-07-2021</c:v>
                </c:pt>
                <c:pt idx="898">
                  <c:v>18-07-2021</c:v>
                </c:pt>
                <c:pt idx="899">
                  <c:v>18-07-2021</c:v>
                </c:pt>
                <c:pt idx="900">
                  <c:v>18-07-2021</c:v>
                </c:pt>
                <c:pt idx="901">
                  <c:v>18-07-2021</c:v>
                </c:pt>
                <c:pt idx="902">
                  <c:v>18-07-2021</c:v>
                </c:pt>
                <c:pt idx="903">
                  <c:v>18-07-2021</c:v>
                </c:pt>
                <c:pt idx="904">
                  <c:v>18-07-2021</c:v>
                </c:pt>
                <c:pt idx="905">
                  <c:v>18-07-2021</c:v>
                </c:pt>
                <c:pt idx="906">
                  <c:v>18-07-2021</c:v>
                </c:pt>
                <c:pt idx="907">
                  <c:v>18-07-2021</c:v>
                </c:pt>
                <c:pt idx="908">
                  <c:v>18-07-2021</c:v>
                </c:pt>
                <c:pt idx="909">
                  <c:v>19-07-2021</c:v>
                </c:pt>
                <c:pt idx="910">
                  <c:v>19-07-2021</c:v>
                </c:pt>
                <c:pt idx="911">
                  <c:v>19-07-2021</c:v>
                </c:pt>
                <c:pt idx="912">
                  <c:v>19-07-2021</c:v>
                </c:pt>
                <c:pt idx="913">
                  <c:v>19-07-2021</c:v>
                </c:pt>
                <c:pt idx="914">
                  <c:v>19-07-2021</c:v>
                </c:pt>
                <c:pt idx="915">
                  <c:v>19-07-2021</c:v>
                </c:pt>
                <c:pt idx="916">
                  <c:v>19-07-2021</c:v>
                </c:pt>
                <c:pt idx="917">
                  <c:v>19-07-2021</c:v>
                </c:pt>
                <c:pt idx="918">
                  <c:v>19-07-2021</c:v>
                </c:pt>
                <c:pt idx="919">
                  <c:v>19-07-2021</c:v>
                </c:pt>
                <c:pt idx="920">
                  <c:v>19-07-2021</c:v>
                </c:pt>
                <c:pt idx="921">
                  <c:v>19-07-2021</c:v>
                </c:pt>
                <c:pt idx="922">
                  <c:v>19-07-2021</c:v>
                </c:pt>
                <c:pt idx="923">
                  <c:v>19-07-2021</c:v>
                </c:pt>
                <c:pt idx="924">
                  <c:v>19-07-2021</c:v>
                </c:pt>
                <c:pt idx="925">
                  <c:v>19-07-2021</c:v>
                </c:pt>
                <c:pt idx="926">
                  <c:v>19-07-2021</c:v>
                </c:pt>
                <c:pt idx="927">
                  <c:v>19-07-2021</c:v>
                </c:pt>
                <c:pt idx="928">
                  <c:v>19-07-2021</c:v>
                </c:pt>
                <c:pt idx="929">
                  <c:v>19-07-2021</c:v>
                </c:pt>
                <c:pt idx="930">
                  <c:v>19-07-2021</c:v>
                </c:pt>
                <c:pt idx="931">
                  <c:v>19-07-2021</c:v>
                </c:pt>
                <c:pt idx="932">
                  <c:v>19-07-2021</c:v>
                </c:pt>
                <c:pt idx="933">
                  <c:v>19-07-2021</c:v>
                </c:pt>
                <c:pt idx="934">
                  <c:v>19-07-2021</c:v>
                </c:pt>
                <c:pt idx="935">
                  <c:v>19-07-2021</c:v>
                </c:pt>
                <c:pt idx="936">
                  <c:v>19-07-2021</c:v>
                </c:pt>
                <c:pt idx="937">
                  <c:v>19-07-2021</c:v>
                </c:pt>
                <c:pt idx="938">
                  <c:v>19-07-2021</c:v>
                </c:pt>
                <c:pt idx="939">
                  <c:v>19-07-2021</c:v>
                </c:pt>
                <c:pt idx="940">
                  <c:v>19-07-2021</c:v>
                </c:pt>
                <c:pt idx="941">
                  <c:v>19-07-2021</c:v>
                </c:pt>
                <c:pt idx="942">
                  <c:v>19-07-2021</c:v>
                </c:pt>
                <c:pt idx="943">
                  <c:v>19-07-2021</c:v>
                </c:pt>
                <c:pt idx="944">
                  <c:v>19-07-2021</c:v>
                </c:pt>
                <c:pt idx="945">
                  <c:v>19-07-2021</c:v>
                </c:pt>
                <c:pt idx="946">
                  <c:v>19-07-2021</c:v>
                </c:pt>
                <c:pt idx="947">
                  <c:v>19-07-2021</c:v>
                </c:pt>
                <c:pt idx="948">
                  <c:v>19-07-2021</c:v>
                </c:pt>
                <c:pt idx="949">
                  <c:v>19-07-2021</c:v>
                </c:pt>
                <c:pt idx="950">
                  <c:v>19-07-2021</c:v>
                </c:pt>
                <c:pt idx="951">
                  <c:v>19-07-2021</c:v>
                </c:pt>
                <c:pt idx="952">
                  <c:v>19-07-2021</c:v>
                </c:pt>
                <c:pt idx="953">
                  <c:v>19-07-2021</c:v>
                </c:pt>
                <c:pt idx="954">
                  <c:v>19-07-2021</c:v>
                </c:pt>
                <c:pt idx="955">
                  <c:v>19-07-2021</c:v>
                </c:pt>
                <c:pt idx="956">
                  <c:v>19-07-2021</c:v>
                </c:pt>
                <c:pt idx="957">
                  <c:v>19-07-2021</c:v>
                </c:pt>
                <c:pt idx="958">
                  <c:v>19-07-2021</c:v>
                </c:pt>
                <c:pt idx="959">
                  <c:v>19-07-2021</c:v>
                </c:pt>
                <c:pt idx="960">
                  <c:v>19-07-2021</c:v>
                </c:pt>
                <c:pt idx="961">
                  <c:v>20-07-2021</c:v>
                </c:pt>
                <c:pt idx="962">
                  <c:v>20-07-2021</c:v>
                </c:pt>
                <c:pt idx="963">
                  <c:v>20-07-2021</c:v>
                </c:pt>
                <c:pt idx="964">
                  <c:v>20-07-2021</c:v>
                </c:pt>
                <c:pt idx="965">
                  <c:v>20-07-2021</c:v>
                </c:pt>
                <c:pt idx="966">
                  <c:v>20-07-2021</c:v>
                </c:pt>
                <c:pt idx="967">
                  <c:v>20-07-2021</c:v>
                </c:pt>
                <c:pt idx="968">
                  <c:v>20-07-2021</c:v>
                </c:pt>
                <c:pt idx="969">
                  <c:v>20-07-2021</c:v>
                </c:pt>
                <c:pt idx="970">
                  <c:v>20-07-2021</c:v>
                </c:pt>
                <c:pt idx="971">
                  <c:v>20-07-2021</c:v>
                </c:pt>
                <c:pt idx="972">
                  <c:v>20-07-2021</c:v>
                </c:pt>
                <c:pt idx="973">
                  <c:v>20-07-2021</c:v>
                </c:pt>
                <c:pt idx="974">
                  <c:v>20-07-2021</c:v>
                </c:pt>
                <c:pt idx="975">
                  <c:v>20-07-2021</c:v>
                </c:pt>
                <c:pt idx="976">
                  <c:v>20-07-2021</c:v>
                </c:pt>
                <c:pt idx="977">
                  <c:v>20-07-2021</c:v>
                </c:pt>
                <c:pt idx="978">
                  <c:v>20-07-2021</c:v>
                </c:pt>
                <c:pt idx="979">
                  <c:v>20-07-2021</c:v>
                </c:pt>
                <c:pt idx="980">
                  <c:v>20-07-2021</c:v>
                </c:pt>
                <c:pt idx="981">
                  <c:v>20-07-2021</c:v>
                </c:pt>
                <c:pt idx="982">
                  <c:v>20-07-2021</c:v>
                </c:pt>
                <c:pt idx="983">
                  <c:v>20-07-2021</c:v>
                </c:pt>
                <c:pt idx="984">
                  <c:v>20-07-2021</c:v>
                </c:pt>
                <c:pt idx="985">
                  <c:v>20-07-2021</c:v>
                </c:pt>
                <c:pt idx="986">
                  <c:v>20-07-2021</c:v>
                </c:pt>
                <c:pt idx="987">
                  <c:v>20-07-2021</c:v>
                </c:pt>
                <c:pt idx="988">
                  <c:v>20-07-2021</c:v>
                </c:pt>
                <c:pt idx="989">
                  <c:v>20-07-2021</c:v>
                </c:pt>
                <c:pt idx="990">
                  <c:v>20-07-2021</c:v>
                </c:pt>
                <c:pt idx="991">
                  <c:v>20-07-2021</c:v>
                </c:pt>
                <c:pt idx="992">
                  <c:v>20-07-2021</c:v>
                </c:pt>
                <c:pt idx="993">
                  <c:v>20-07-2021</c:v>
                </c:pt>
                <c:pt idx="994">
                  <c:v>20-07-2021</c:v>
                </c:pt>
                <c:pt idx="995">
                  <c:v>20-07-2021</c:v>
                </c:pt>
                <c:pt idx="996">
                  <c:v>20-07-2021</c:v>
                </c:pt>
                <c:pt idx="997">
                  <c:v>20-07-2021</c:v>
                </c:pt>
                <c:pt idx="998">
                  <c:v>20-07-2021</c:v>
                </c:pt>
                <c:pt idx="999">
                  <c:v>20-07-2021</c:v>
                </c:pt>
                <c:pt idx="1000">
                  <c:v>20-07-2021</c:v>
                </c:pt>
                <c:pt idx="1001">
                  <c:v>20-07-2021</c:v>
                </c:pt>
                <c:pt idx="1002">
                  <c:v>20-07-2021</c:v>
                </c:pt>
                <c:pt idx="1003">
                  <c:v>20-07-2021</c:v>
                </c:pt>
                <c:pt idx="1004">
                  <c:v>20-07-2021</c:v>
                </c:pt>
                <c:pt idx="1005">
                  <c:v>20-07-2021</c:v>
                </c:pt>
                <c:pt idx="1006">
                  <c:v>20-07-2021</c:v>
                </c:pt>
                <c:pt idx="1007">
                  <c:v>20-07-2021</c:v>
                </c:pt>
                <c:pt idx="1008">
                  <c:v>20-07-2021</c:v>
                </c:pt>
                <c:pt idx="1009">
                  <c:v>20-07-2021</c:v>
                </c:pt>
                <c:pt idx="1010">
                  <c:v>21-07-2021</c:v>
                </c:pt>
                <c:pt idx="1011">
                  <c:v>21-07-2021</c:v>
                </c:pt>
                <c:pt idx="1012">
                  <c:v>21-07-2021</c:v>
                </c:pt>
                <c:pt idx="1013">
                  <c:v>21-07-2021</c:v>
                </c:pt>
                <c:pt idx="1014">
                  <c:v>21-07-2021</c:v>
                </c:pt>
                <c:pt idx="1015">
                  <c:v>21-07-2021</c:v>
                </c:pt>
                <c:pt idx="1016">
                  <c:v>21-07-2021</c:v>
                </c:pt>
                <c:pt idx="1017">
                  <c:v>21-07-2021</c:v>
                </c:pt>
                <c:pt idx="1018">
                  <c:v>21-07-2021</c:v>
                </c:pt>
                <c:pt idx="1019">
                  <c:v>21-07-2021</c:v>
                </c:pt>
                <c:pt idx="1020">
                  <c:v>21-07-2021</c:v>
                </c:pt>
                <c:pt idx="1021">
                  <c:v>21-07-2021</c:v>
                </c:pt>
                <c:pt idx="1022">
                  <c:v>21-07-2021</c:v>
                </c:pt>
                <c:pt idx="1023">
                  <c:v>21-07-2021</c:v>
                </c:pt>
                <c:pt idx="1024">
                  <c:v>21-07-2021</c:v>
                </c:pt>
                <c:pt idx="1025">
                  <c:v>21-07-2021</c:v>
                </c:pt>
                <c:pt idx="1026">
                  <c:v>21-07-2021</c:v>
                </c:pt>
                <c:pt idx="1027">
                  <c:v>21-07-2021</c:v>
                </c:pt>
                <c:pt idx="1028">
                  <c:v>21-07-2021</c:v>
                </c:pt>
                <c:pt idx="1029">
                  <c:v>21-07-2021</c:v>
                </c:pt>
                <c:pt idx="1030">
                  <c:v>21-07-2021</c:v>
                </c:pt>
                <c:pt idx="1031">
                  <c:v>21-07-2021</c:v>
                </c:pt>
                <c:pt idx="1032">
                  <c:v>21-07-2021</c:v>
                </c:pt>
                <c:pt idx="1033">
                  <c:v>21-07-2021</c:v>
                </c:pt>
                <c:pt idx="1034">
                  <c:v>21-07-2021</c:v>
                </c:pt>
                <c:pt idx="1035">
                  <c:v>21-07-2021</c:v>
                </c:pt>
                <c:pt idx="1036">
                  <c:v>21-07-2021</c:v>
                </c:pt>
                <c:pt idx="1037">
                  <c:v>21-07-2021</c:v>
                </c:pt>
                <c:pt idx="1038">
                  <c:v>21-07-2021</c:v>
                </c:pt>
                <c:pt idx="1039">
                  <c:v>21-07-2021</c:v>
                </c:pt>
                <c:pt idx="1040">
                  <c:v>21-07-2021</c:v>
                </c:pt>
                <c:pt idx="1041">
                  <c:v>21-07-2021</c:v>
                </c:pt>
                <c:pt idx="1042">
                  <c:v>21-07-2021</c:v>
                </c:pt>
                <c:pt idx="1043">
                  <c:v>21-07-2021</c:v>
                </c:pt>
                <c:pt idx="1044">
                  <c:v>21-07-2021</c:v>
                </c:pt>
                <c:pt idx="1045">
                  <c:v>21-07-2021</c:v>
                </c:pt>
                <c:pt idx="1046">
                  <c:v>21-07-2021</c:v>
                </c:pt>
                <c:pt idx="1047">
                  <c:v>21-07-2021</c:v>
                </c:pt>
                <c:pt idx="1048">
                  <c:v>21-07-2021</c:v>
                </c:pt>
                <c:pt idx="1049">
                  <c:v>21-07-2021</c:v>
                </c:pt>
                <c:pt idx="1050">
                  <c:v>21-07-2021</c:v>
                </c:pt>
                <c:pt idx="1051">
                  <c:v>21-07-2021</c:v>
                </c:pt>
                <c:pt idx="1052">
                  <c:v>21-07-2021</c:v>
                </c:pt>
                <c:pt idx="1053">
                  <c:v>21-07-2021</c:v>
                </c:pt>
                <c:pt idx="1054">
                  <c:v>21-07-2021</c:v>
                </c:pt>
                <c:pt idx="1055">
                  <c:v>21-07-2021</c:v>
                </c:pt>
                <c:pt idx="1056">
                  <c:v>21-07-2021</c:v>
                </c:pt>
                <c:pt idx="1057">
                  <c:v>21-07-2021</c:v>
                </c:pt>
                <c:pt idx="1058">
                  <c:v>21-07-2021</c:v>
                </c:pt>
                <c:pt idx="1059">
                  <c:v>21-07-2021</c:v>
                </c:pt>
                <c:pt idx="1060">
                  <c:v>21-07-2021</c:v>
                </c:pt>
                <c:pt idx="1061">
                  <c:v>21-07-2021</c:v>
                </c:pt>
                <c:pt idx="1062">
                  <c:v>21-07-2021</c:v>
                </c:pt>
                <c:pt idx="1063">
                  <c:v>21-07-2021</c:v>
                </c:pt>
                <c:pt idx="1064">
                  <c:v>21-07-2021</c:v>
                </c:pt>
                <c:pt idx="1065">
                  <c:v>22-07-2021</c:v>
                </c:pt>
                <c:pt idx="1066">
                  <c:v>22-07-2021</c:v>
                </c:pt>
                <c:pt idx="1067">
                  <c:v>22-07-2021</c:v>
                </c:pt>
                <c:pt idx="1068">
                  <c:v>22-07-2021</c:v>
                </c:pt>
                <c:pt idx="1069">
                  <c:v>22-07-2021</c:v>
                </c:pt>
                <c:pt idx="1070">
                  <c:v>22-07-2021</c:v>
                </c:pt>
                <c:pt idx="1071">
                  <c:v>22-07-2021</c:v>
                </c:pt>
                <c:pt idx="1072">
                  <c:v>22-07-2021</c:v>
                </c:pt>
                <c:pt idx="1073">
                  <c:v>22-07-2021</c:v>
                </c:pt>
                <c:pt idx="1074">
                  <c:v>22-07-2021</c:v>
                </c:pt>
                <c:pt idx="1075">
                  <c:v>22-07-2021</c:v>
                </c:pt>
                <c:pt idx="1076">
                  <c:v>22-07-2021</c:v>
                </c:pt>
                <c:pt idx="1077">
                  <c:v>22-07-2021</c:v>
                </c:pt>
                <c:pt idx="1078">
                  <c:v>22-07-2021</c:v>
                </c:pt>
                <c:pt idx="1079">
                  <c:v>22-07-2021</c:v>
                </c:pt>
                <c:pt idx="1080">
                  <c:v>22-07-2021</c:v>
                </c:pt>
                <c:pt idx="1081">
                  <c:v>22-07-2021</c:v>
                </c:pt>
                <c:pt idx="1082">
                  <c:v>22-07-2021</c:v>
                </c:pt>
                <c:pt idx="1083">
                  <c:v>22-07-2021</c:v>
                </c:pt>
                <c:pt idx="1084">
                  <c:v>22-07-2021</c:v>
                </c:pt>
                <c:pt idx="1085">
                  <c:v>22-07-2021</c:v>
                </c:pt>
                <c:pt idx="1086">
                  <c:v>22-07-2021</c:v>
                </c:pt>
                <c:pt idx="1087">
                  <c:v>22-07-2021</c:v>
                </c:pt>
                <c:pt idx="1088">
                  <c:v>22-07-2021</c:v>
                </c:pt>
                <c:pt idx="1089">
                  <c:v>22-07-2021</c:v>
                </c:pt>
                <c:pt idx="1090">
                  <c:v>22-07-2021</c:v>
                </c:pt>
                <c:pt idx="1091">
                  <c:v>22-07-2021</c:v>
                </c:pt>
                <c:pt idx="1092">
                  <c:v>22-07-2021</c:v>
                </c:pt>
                <c:pt idx="1093">
                  <c:v>22-07-2021</c:v>
                </c:pt>
                <c:pt idx="1094">
                  <c:v>22-07-2021</c:v>
                </c:pt>
                <c:pt idx="1095">
                  <c:v>22-07-2021</c:v>
                </c:pt>
                <c:pt idx="1096">
                  <c:v>22-07-2021</c:v>
                </c:pt>
                <c:pt idx="1097">
                  <c:v>22-07-2021</c:v>
                </c:pt>
                <c:pt idx="1098">
                  <c:v>22-07-2021</c:v>
                </c:pt>
                <c:pt idx="1099">
                  <c:v>22-07-2021</c:v>
                </c:pt>
                <c:pt idx="1100">
                  <c:v>22-07-2021</c:v>
                </c:pt>
                <c:pt idx="1101">
                  <c:v>22-07-2021</c:v>
                </c:pt>
                <c:pt idx="1102">
                  <c:v>22-07-2021</c:v>
                </c:pt>
                <c:pt idx="1103">
                  <c:v>22-07-2021</c:v>
                </c:pt>
                <c:pt idx="1104">
                  <c:v>22-07-2021</c:v>
                </c:pt>
                <c:pt idx="1105">
                  <c:v>22-07-2021</c:v>
                </c:pt>
                <c:pt idx="1106">
                  <c:v>22-07-2021</c:v>
                </c:pt>
                <c:pt idx="1107">
                  <c:v>22-07-2021</c:v>
                </c:pt>
                <c:pt idx="1108">
                  <c:v>22-07-2021</c:v>
                </c:pt>
                <c:pt idx="1109">
                  <c:v>22-07-2021</c:v>
                </c:pt>
                <c:pt idx="1110">
                  <c:v>22-07-2021</c:v>
                </c:pt>
                <c:pt idx="1111">
                  <c:v>22-07-2021</c:v>
                </c:pt>
                <c:pt idx="1112">
                  <c:v>22-07-2021</c:v>
                </c:pt>
                <c:pt idx="1113">
                  <c:v>22-07-2021</c:v>
                </c:pt>
                <c:pt idx="1114">
                  <c:v>22-07-2021</c:v>
                </c:pt>
                <c:pt idx="1115">
                  <c:v>22-07-2021</c:v>
                </c:pt>
                <c:pt idx="1116">
                  <c:v>22-07-2021</c:v>
                </c:pt>
                <c:pt idx="1117">
                  <c:v>23-07-2021</c:v>
                </c:pt>
                <c:pt idx="1118">
                  <c:v>23-07-2021</c:v>
                </c:pt>
                <c:pt idx="1119">
                  <c:v>23-07-2021</c:v>
                </c:pt>
                <c:pt idx="1120">
                  <c:v>23-07-2021</c:v>
                </c:pt>
                <c:pt idx="1121">
                  <c:v>23-07-2021</c:v>
                </c:pt>
                <c:pt idx="1122">
                  <c:v>23-07-2021</c:v>
                </c:pt>
                <c:pt idx="1123">
                  <c:v>23-07-2021</c:v>
                </c:pt>
                <c:pt idx="1124">
                  <c:v>23-07-2021</c:v>
                </c:pt>
                <c:pt idx="1125">
                  <c:v>23-07-2021</c:v>
                </c:pt>
                <c:pt idx="1126">
                  <c:v>23-07-2021</c:v>
                </c:pt>
                <c:pt idx="1127">
                  <c:v>23-07-2021</c:v>
                </c:pt>
                <c:pt idx="1128">
                  <c:v>23-07-2021</c:v>
                </c:pt>
                <c:pt idx="1129">
                  <c:v>23-07-2021</c:v>
                </c:pt>
                <c:pt idx="1130">
                  <c:v>23-07-2021</c:v>
                </c:pt>
                <c:pt idx="1131">
                  <c:v>23-07-2021</c:v>
                </c:pt>
                <c:pt idx="1132">
                  <c:v>23-07-2021</c:v>
                </c:pt>
                <c:pt idx="1133">
                  <c:v>23-07-2021</c:v>
                </c:pt>
                <c:pt idx="1134">
                  <c:v>23-07-2021</c:v>
                </c:pt>
                <c:pt idx="1135">
                  <c:v>23-07-2021</c:v>
                </c:pt>
                <c:pt idx="1136">
                  <c:v>23-07-2021</c:v>
                </c:pt>
                <c:pt idx="1137">
                  <c:v>23-07-2021</c:v>
                </c:pt>
                <c:pt idx="1138">
                  <c:v>23-07-2021</c:v>
                </c:pt>
                <c:pt idx="1139">
                  <c:v>23-07-2021</c:v>
                </c:pt>
                <c:pt idx="1140">
                  <c:v>23-07-2021</c:v>
                </c:pt>
                <c:pt idx="1141">
                  <c:v>23-07-2021</c:v>
                </c:pt>
                <c:pt idx="1142">
                  <c:v>23-07-2021</c:v>
                </c:pt>
                <c:pt idx="1143">
                  <c:v>23-07-2021</c:v>
                </c:pt>
                <c:pt idx="1144">
                  <c:v>23-07-2021</c:v>
                </c:pt>
                <c:pt idx="1145">
                  <c:v>23-07-2021</c:v>
                </c:pt>
                <c:pt idx="1146">
                  <c:v>23-07-2021</c:v>
                </c:pt>
                <c:pt idx="1147">
                  <c:v>23-07-2021</c:v>
                </c:pt>
                <c:pt idx="1148">
                  <c:v>23-07-2021</c:v>
                </c:pt>
                <c:pt idx="1149">
                  <c:v>23-07-2021</c:v>
                </c:pt>
                <c:pt idx="1150">
                  <c:v>23-07-2021</c:v>
                </c:pt>
                <c:pt idx="1151">
                  <c:v>23-07-2021</c:v>
                </c:pt>
                <c:pt idx="1152">
                  <c:v>23-07-2021</c:v>
                </c:pt>
                <c:pt idx="1153">
                  <c:v>23-07-2021</c:v>
                </c:pt>
                <c:pt idx="1154">
                  <c:v>23-07-2021</c:v>
                </c:pt>
                <c:pt idx="1155">
                  <c:v>23-07-2021</c:v>
                </c:pt>
                <c:pt idx="1156">
                  <c:v>23-07-2021</c:v>
                </c:pt>
                <c:pt idx="1157">
                  <c:v>23-07-2021</c:v>
                </c:pt>
                <c:pt idx="1158">
                  <c:v>23-07-2021</c:v>
                </c:pt>
                <c:pt idx="1159">
                  <c:v>23-07-2021</c:v>
                </c:pt>
                <c:pt idx="1160">
                  <c:v>23-07-2021</c:v>
                </c:pt>
                <c:pt idx="1161">
                  <c:v>23-07-2021</c:v>
                </c:pt>
                <c:pt idx="1162">
                  <c:v>23-07-2021</c:v>
                </c:pt>
                <c:pt idx="1163">
                  <c:v>23-07-2021</c:v>
                </c:pt>
                <c:pt idx="1164">
                  <c:v>23-07-2021</c:v>
                </c:pt>
                <c:pt idx="1165">
                  <c:v>23-07-2021</c:v>
                </c:pt>
                <c:pt idx="1166">
                  <c:v>23-07-2021</c:v>
                </c:pt>
                <c:pt idx="1167">
                  <c:v>23-07-2021</c:v>
                </c:pt>
                <c:pt idx="1168">
                  <c:v>23-07-2021</c:v>
                </c:pt>
                <c:pt idx="1169">
                  <c:v>24-07-2021</c:v>
                </c:pt>
                <c:pt idx="1170">
                  <c:v>24-07-2021</c:v>
                </c:pt>
                <c:pt idx="1171">
                  <c:v>24-07-2021</c:v>
                </c:pt>
                <c:pt idx="1172">
                  <c:v>24-07-2021</c:v>
                </c:pt>
                <c:pt idx="1173">
                  <c:v>24-07-2021</c:v>
                </c:pt>
                <c:pt idx="1174">
                  <c:v>24-07-2021</c:v>
                </c:pt>
                <c:pt idx="1175">
                  <c:v>24-07-2021</c:v>
                </c:pt>
                <c:pt idx="1176">
                  <c:v>24-07-2021</c:v>
                </c:pt>
                <c:pt idx="1177">
                  <c:v>24-07-2021</c:v>
                </c:pt>
                <c:pt idx="1178">
                  <c:v>24-07-2021</c:v>
                </c:pt>
                <c:pt idx="1179">
                  <c:v>24-07-2021</c:v>
                </c:pt>
                <c:pt idx="1180">
                  <c:v>24-07-2021</c:v>
                </c:pt>
                <c:pt idx="1181">
                  <c:v>24-07-2021</c:v>
                </c:pt>
                <c:pt idx="1182">
                  <c:v>24-07-2021</c:v>
                </c:pt>
                <c:pt idx="1183">
                  <c:v>24-07-2021</c:v>
                </c:pt>
                <c:pt idx="1184">
                  <c:v>24-07-2021</c:v>
                </c:pt>
                <c:pt idx="1185">
                  <c:v>24-07-2021</c:v>
                </c:pt>
                <c:pt idx="1186">
                  <c:v>24-07-2021</c:v>
                </c:pt>
                <c:pt idx="1187">
                  <c:v>24-07-2021</c:v>
                </c:pt>
                <c:pt idx="1188">
                  <c:v>24-07-2021</c:v>
                </c:pt>
                <c:pt idx="1189">
                  <c:v>24-07-2021</c:v>
                </c:pt>
                <c:pt idx="1190">
                  <c:v>24-07-2021</c:v>
                </c:pt>
                <c:pt idx="1191">
                  <c:v>24-07-2021</c:v>
                </c:pt>
                <c:pt idx="1192">
                  <c:v>24-07-2021</c:v>
                </c:pt>
                <c:pt idx="1193">
                  <c:v>24-07-2021</c:v>
                </c:pt>
                <c:pt idx="1194">
                  <c:v>24-07-2021</c:v>
                </c:pt>
                <c:pt idx="1195">
                  <c:v>24-07-2021</c:v>
                </c:pt>
                <c:pt idx="1196">
                  <c:v>24-07-2021</c:v>
                </c:pt>
                <c:pt idx="1197">
                  <c:v>24-07-2021</c:v>
                </c:pt>
                <c:pt idx="1198">
                  <c:v>24-07-2021</c:v>
                </c:pt>
                <c:pt idx="1199">
                  <c:v>24-07-2021</c:v>
                </c:pt>
                <c:pt idx="1200">
                  <c:v>24-07-2021</c:v>
                </c:pt>
                <c:pt idx="1201">
                  <c:v>24-07-2021</c:v>
                </c:pt>
                <c:pt idx="1202">
                  <c:v>24-07-2021</c:v>
                </c:pt>
                <c:pt idx="1203">
                  <c:v>24-07-2021</c:v>
                </c:pt>
                <c:pt idx="1204">
                  <c:v>24-07-2021</c:v>
                </c:pt>
                <c:pt idx="1205">
                  <c:v>24-07-2021</c:v>
                </c:pt>
                <c:pt idx="1206">
                  <c:v>24-07-2021</c:v>
                </c:pt>
                <c:pt idx="1207">
                  <c:v>24-07-2021</c:v>
                </c:pt>
                <c:pt idx="1208">
                  <c:v>24-07-2021</c:v>
                </c:pt>
                <c:pt idx="1209">
                  <c:v>24-07-2021</c:v>
                </c:pt>
                <c:pt idx="1210">
                  <c:v>24-07-2021</c:v>
                </c:pt>
                <c:pt idx="1211">
                  <c:v>24-07-2021</c:v>
                </c:pt>
                <c:pt idx="1212">
                  <c:v>24-07-2021</c:v>
                </c:pt>
                <c:pt idx="1213">
                  <c:v>24-07-2021</c:v>
                </c:pt>
                <c:pt idx="1214">
                  <c:v>24-07-2021</c:v>
                </c:pt>
                <c:pt idx="1215">
                  <c:v>24-07-2021</c:v>
                </c:pt>
                <c:pt idx="1216">
                  <c:v>24-07-2021</c:v>
                </c:pt>
                <c:pt idx="1217">
                  <c:v>24-07-2021</c:v>
                </c:pt>
                <c:pt idx="1218">
                  <c:v>24-07-2021</c:v>
                </c:pt>
                <c:pt idx="1219">
                  <c:v>24-07-2021</c:v>
                </c:pt>
                <c:pt idx="1220">
                  <c:v>24-07-2021</c:v>
                </c:pt>
                <c:pt idx="1221">
                  <c:v>25-07-2021</c:v>
                </c:pt>
                <c:pt idx="1222">
                  <c:v>25-07-2021</c:v>
                </c:pt>
                <c:pt idx="1223">
                  <c:v>25-07-2021</c:v>
                </c:pt>
                <c:pt idx="1224">
                  <c:v>25-07-2021</c:v>
                </c:pt>
                <c:pt idx="1225">
                  <c:v>25-07-2021</c:v>
                </c:pt>
                <c:pt idx="1226">
                  <c:v>25-07-2021</c:v>
                </c:pt>
                <c:pt idx="1227">
                  <c:v>25-07-2021</c:v>
                </c:pt>
                <c:pt idx="1228">
                  <c:v>25-07-2021</c:v>
                </c:pt>
                <c:pt idx="1229">
                  <c:v>25-07-2021</c:v>
                </c:pt>
                <c:pt idx="1230">
                  <c:v>25-07-2021</c:v>
                </c:pt>
                <c:pt idx="1231">
                  <c:v>25-07-2021</c:v>
                </c:pt>
                <c:pt idx="1232">
                  <c:v>25-07-2021</c:v>
                </c:pt>
                <c:pt idx="1233">
                  <c:v>25-07-2021</c:v>
                </c:pt>
                <c:pt idx="1234">
                  <c:v>25-07-2021</c:v>
                </c:pt>
                <c:pt idx="1235">
                  <c:v>25-07-2021</c:v>
                </c:pt>
                <c:pt idx="1236">
                  <c:v>25-07-2021</c:v>
                </c:pt>
                <c:pt idx="1237">
                  <c:v>25-07-2021</c:v>
                </c:pt>
                <c:pt idx="1238">
                  <c:v>25-07-2021</c:v>
                </c:pt>
                <c:pt idx="1239">
                  <c:v>25-07-2021</c:v>
                </c:pt>
                <c:pt idx="1240">
                  <c:v>25-07-2021</c:v>
                </c:pt>
                <c:pt idx="1241">
                  <c:v>25-07-2021</c:v>
                </c:pt>
                <c:pt idx="1242">
                  <c:v>25-07-2021</c:v>
                </c:pt>
                <c:pt idx="1243">
                  <c:v>25-07-2021</c:v>
                </c:pt>
                <c:pt idx="1244">
                  <c:v>25-07-2021</c:v>
                </c:pt>
                <c:pt idx="1245">
                  <c:v>25-07-2021</c:v>
                </c:pt>
                <c:pt idx="1246">
                  <c:v>25-07-2021</c:v>
                </c:pt>
                <c:pt idx="1247">
                  <c:v>25-07-2021</c:v>
                </c:pt>
                <c:pt idx="1248">
                  <c:v>25-07-2021</c:v>
                </c:pt>
                <c:pt idx="1249">
                  <c:v>25-07-2021</c:v>
                </c:pt>
                <c:pt idx="1250">
                  <c:v>25-07-2021</c:v>
                </c:pt>
                <c:pt idx="1251">
                  <c:v>25-07-2021</c:v>
                </c:pt>
                <c:pt idx="1252">
                  <c:v>25-07-2021</c:v>
                </c:pt>
                <c:pt idx="1253">
                  <c:v>25-07-2021</c:v>
                </c:pt>
                <c:pt idx="1254">
                  <c:v>25-07-2021</c:v>
                </c:pt>
                <c:pt idx="1255">
                  <c:v>25-07-2021</c:v>
                </c:pt>
                <c:pt idx="1256">
                  <c:v>25-07-2021</c:v>
                </c:pt>
                <c:pt idx="1257">
                  <c:v>25-07-2021</c:v>
                </c:pt>
                <c:pt idx="1258">
                  <c:v>25-07-2021</c:v>
                </c:pt>
                <c:pt idx="1259">
                  <c:v>25-07-2021</c:v>
                </c:pt>
                <c:pt idx="1260">
                  <c:v>25-07-2021</c:v>
                </c:pt>
                <c:pt idx="1261">
                  <c:v>25-07-2021</c:v>
                </c:pt>
                <c:pt idx="1262">
                  <c:v>25-07-2021</c:v>
                </c:pt>
                <c:pt idx="1263">
                  <c:v>25-07-2021</c:v>
                </c:pt>
                <c:pt idx="1264">
                  <c:v>25-07-2021</c:v>
                </c:pt>
                <c:pt idx="1265">
                  <c:v>25-07-2021</c:v>
                </c:pt>
                <c:pt idx="1266">
                  <c:v>25-07-2021</c:v>
                </c:pt>
                <c:pt idx="1267">
                  <c:v>25-07-2021</c:v>
                </c:pt>
                <c:pt idx="1268">
                  <c:v>25-07-2021</c:v>
                </c:pt>
                <c:pt idx="1269">
                  <c:v>25-07-2021</c:v>
                </c:pt>
                <c:pt idx="1270">
                  <c:v>25-07-2021</c:v>
                </c:pt>
                <c:pt idx="1271">
                  <c:v>25-07-2021</c:v>
                </c:pt>
                <c:pt idx="1272">
                  <c:v>25-07-2021</c:v>
                </c:pt>
                <c:pt idx="1273">
                  <c:v>26-07-2021</c:v>
                </c:pt>
                <c:pt idx="1274">
                  <c:v>26-07-2021</c:v>
                </c:pt>
                <c:pt idx="1275">
                  <c:v>26-07-2021</c:v>
                </c:pt>
                <c:pt idx="1276">
                  <c:v>26-07-2021</c:v>
                </c:pt>
                <c:pt idx="1277">
                  <c:v>26-07-2021</c:v>
                </c:pt>
                <c:pt idx="1278">
                  <c:v>26-07-2021</c:v>
                </c:pt>
                <c:pt idx="1279">
                  <c:v>26-07-2021</c:v>
                </c:pt>
                <c:pt idx="1280">
                  <c:v>26-07-2021</c:v>
                </c:pt>
                <c:pt idx="1281">
                  <c:v>26-07-2021</c:v>
                </c:pt>
                <c:pt idx="1282">
                  <c:v>26-07-2021</c:v>
                </c:pt>
                <c:pt idx="1283">
                  <c:v>26-07-2021</c:v>
                </c:pt>
                <c:pt idx="1284">
                  <c:v>26-07-2021</c:v>
                </c:pt>
                <c:pt idx="1285">
                  <c:v>26-07-2021</c:v>
                </c:pt>
                <c:pt idx="1286">
                  <c:v>26-07-2021</c:v>
                </c:pt>
                <c:pt idx="1287">
                  <c:v>26-07-2021</c:v>
                </c:pt>
                <c:pt idx="1288">
                  <c:v>26-07-2021</c:v>
                </c:pt>
                <c:pt idx="1289">
                  <c:v>26-07-2021</c:v>
                </c:pt>
                <c:pt idx="1290">
                  <c:v>26-07-2021</c:v>
                </c:pt>
                <c:pt idx="1291">
                  <c:v>26-07-2021</c:v>
                </c:pt>
                <c:pt idx="1292">
                  <c:v>26-07-2021</c:v>
                </c:pt>
                <c:pt idx="1293">
                  <c:v>26-07-2021</c:v>
                </c:pt>
                <c:pt idx="1294">
                  <c:v>26-07-2021</c:v>
                </c:pt>
                <c:pt idx="1295">
                  <c:v>26-07-2021</c:v>
                </c:pt>
                <c:pt idx="1296">
                  <c:v>26-07-2021</c:v>
                </c:pt>
                <c:pt idx="1297">
                  <c:v>26-07-2021</c:v>
                </c:pt>
                <c:pt idx="1298">
                  <c:v>26-07-2021</c:v>
                </c:pt>
                <c:pt idx="1299">
                  <c:v>26-07-2021</c:v>
                </c:pt>
                <c:pt idx="1300">
                  <c:v>26-07-2021</c:v>
                </c:pt>
                <c:pt idx="1301">
                  <c:v>26-07-2021</c:v>
                </c:pt>
                <c:pt idx="1302">
                  <c:v>26-07-2021</c:v>
                </c:pt>
                <c:pt idx="1303">
                  <c:v>26-07-2021</c:v>
                </c:pt>
                <c:pt idx="1304">
                  <c:v>26-07-2021</c:v>
                </c:pt>
                <c:pt idx="1305">
                  <c:v>26-07-2021</c:v>
                </c:pt>
                <c:pt idx="1306">
                  <c:v>26-07-2021</c:v>
                </c:pt>
                <c:pt idx="1307">
                  <c:v>26-07-2021</c:v>
                </c:pt>
                <c:pt idx="1308">
                  <c:v>26-07-2021</c:v>
                </c:pt>
                <c:pt idx="1309">
                  <c:v>26-07-2021</c:v>
                </c:pt>
                <c:pt idx="1310">
                  <c:v>26-07-2021</c:v>
                </c:pt>
                <c:pt idx="1311">
                  <c:v>26-07-2021</c:v>
                </c:pt>
                <c:pt idx="1312">
                  <c:v>26-07-2021</c:v>
                </c:pt>
                <c:pt idx="1313">
                  <c:v>26-07-2021</c:v>
                </c:pt>
                <c:pt idx="1314">
                  <c:v>26-07-2021</c:v>
                </c:pt>
                <c:pt idx="1315">
                  <c:v>26-07-2021</c:v>
                </c:pt>
                <c:pt idx="1316">
                  <c:v>26-07-2021</c:v>
                </c:pt>
                <c:pt idx="1317">
                  <c:v>26-07-2021</c:v>
                </c:pt>
                <c:pt idx="1318">
                  <c:v>26-07-2021</c:v>
                </c:pt>
                <c:pt idx="1319">
                  <c:v>26-07-2021</c:v>
                </c:pt>
                <c:pt idx="1320">
                  <c:v>26-07-2021</c:v>
                </c:pt>
                <c:pt idx="1321">
                  <c:v>26-07-2021</c:v>
                </c:pt>
                <c:pt idx="1322">
                  <c:v>26-07-2021</c:v>
                </c:pt>
                <c:pt idx="1323">
                  <c:v>26-07-2021</c:v>
                </c:pt>
                <c:pt idx="1324">
                  <c:v>26-07-2021</c:v>
                </c:pt>
                <c:pt idx="1325">
                  <c:v>26-07-2021</c:v>
                </c:pt>
                <c:pt idx="1326">
                  <c:v>26-07-2021</c:v>
                </c:pt>
                <c:pt idx="1327">
                  <c:v>26-07-2021</c:v>
                </c:pt>
                <c:pt idx="1328">
                  <c:v>26-07-2021</c:v>
                </c:pt>
                <c:pt idx="1329">
                  <c:v>27-07-2021</c:v>
                </c:pt>
                <c:pt idx="1330">
                  <c:v>27-07-2021</c:v>
                </c:pt>
                <c:pt idx="1331">
                  <c:v>27-07-2021</c:v>
                </c:pt>
                <c:pt idx="1332">
                  <c:v>27-07-2021</c:v>
                </c:pt>
                <c:pt idx="1333">
                  <c:v>27-07-2021</c:v>
                </c:pt>
                <c:pt idx="1334">
                  <c:v>27-07-2021</c:v>
                </c:pt>
                <c:pt idx="1335">
                  <c:v>27-07-2021</c:v>
                </c:pt>
                <c:pt idx="1336">
                  <c:v>27-07-2021</c:v>
                </c:pt>
                <c:pt idx="1337">
                  <c:v>27-07-2021</c:v>
                </c:pt>
                <c:pt idx="1338">
                  <c:v>27-07-2021</c:v>
                </c:pt>
                <c:pt idx="1339">
                  <c:v>27-07-2021</c:v>
                </c:pt>
                <c:pt idx="1340">
                  <c:v>27-07-2021</c:v>
                </c:pt>
                <c:pt idx="1341">
                  <c:v>27-07-2021</c:v>
                </c:pt>
                <c:pt idx="1342">
                  <c:v>27-07-2021</c:v>
                </c:pt>
                <c:pt idx="1343">
                  <c:v>27-07-2021</c:v>
                </c:pt>
                <c:pt idx="1344">
                  <c:v>27-07-2021</c:v>
                </c:pt>
                <c:pt idx="1345">
                  <c:v>27-07-2021</c:v>
                </c:pt>
                <c:pt idx="1346">
                  <c:v>27-07-2021</c:v>
                </c:pt>
                <c:pt idx="1347">
                  <c:v>27-07-2021</c:v>
                </c:pt>
                <c:pt idx="1348">
                  <c:v>27-07-2021</c:v>
                </c:pt>
                <c:pt idx="1349">
                  <c:v>27-07-2021</c:v>
                </c:pt>
                <c:pt idx="1350">
                  <c:v>27-07-2021</c:v>
                </c:pt>
                <c:pt idx="1351">
                  <c:v>27-07-2021</c:v>
                </c:pt>
                <c:pt idx="1352">
                  <c:v>27-07-2021</c:v>
                </c:pt>
                <c:pt idx="1353">
                  <c:v>27-07-2021</c:v>
                </c:pt>
                <c:pt idx="1354">
                  <c:v>27-07-2021</c:v>
                </c:pt>
                <c:pt idx="1355">
                  <c:v>27-07-2021</c:v>
                </c:pt>
                <c:pt idx="1356">
                  <c:v>27-07-2021</c:v>
                </c:pt>
                <c:pt idx="1357">
                  <c:v>27-07-2021</c:v>
                </c:pt>
                <c:pt idx="1358">
                  <c:v>27-07-2021</c:v>
                </c:pt>
                <c:pt idx="1359">
                  <c:v>27-07-2021</c:v>
                </c:pt>
                <c:pt idx="1360">
                  <c:v>27-07-2021</c:v>
                </c:pt>
                <c:pt idx="1361">
                  <c:v>27-07-2021</c:v>
                </c:pt>
                <c:pt idx="1362">
                  <c:v>27-07-2021</c:v>
                </c:pt>
                <c:pt idx="1363">
                  <c:v>27-07-2021</c:v>
                </c:pt>
                <c:pt idx="1364">
                  <c:v>27-07-2021</c:v>
                </c:pt>
                <c:pt idx="1365">
                  <c:v>27-07-2021</c:v>
                </c:pt>
                <c:pt idx="1366">
                  <c:v>27-07-2021</c:v>
                </c:pt>
                <c:pt idx="1367">
                  <c:v>27-07-2021</c:v>
                </c:pt>
                <c:pt idx="1368">
                  <c:v>27-07-2021</c:v>
                </c:pt>
                <c:pt idx="1369">
                  <c:v>27-07-2021</c:v>
                </c:pt>
                <c:pt idx="1370">
                  <c:v>27-07-2021</c:v>
                </c:pt>
                <c:pt idx="1371">
                  <c:v>27-07-2021</c:v>
                </c:pt>
                <c:pt idx="1372">
                  <c:v>27-07-2021</c:v>
                </c:pt>
                <c:pt idx="1373">
                  <c:v>27-07-2021</c:v>
                </c:pt>
                <c:pt idx="1374">
                  <c:v>27-07-2021</c:v>
                </c:pt>
                <c:pt idx="1375">
                  <c:v>27-07-2021</c:v>
                </c:pt>
                <c:pt idx="1376">
                  <c:v>27-07-2021</c:v>
                </c:pt>
                <c:pt idx="1377">
                  <c:v>27-07-2021</c:v>
                </c:pt>
                <c:pt idx="1378">
                  <c:v>27-07-2021</c:v>
                </c:pt>
                <c:pt idx="1379">
                  <c:v>27-07-2021</c:v>
                </c:pt>
                <c:pt idx="1380">
                  <c:v>27-07-2021</c:v>
                </c:pt>
                <c:pt idx="1381">
                  <c:v>28-07-2021</c:v>
                </c:pt>
                <c:pt idx="1382">
                  <c:v>28-07-2021</c:v>
                </c:pt>
                <c:pt idx="1383">
                  <c:v>28-07-2021</c:v>
                </c:pt>
                <c:pt idx="1384">
                  <c:v>28-07-2021</c:v>
                </c:pt>
                <c:pt idx="1385">
                  <c:v>28-07-2021</c:v>
                </c:pt>
                <c:pt idx="1386">
                  <c:v>28-07-2021</c:v>
                </c:pt>
                <c:pt idx="1387">
                  <c:v>28-07-2021</c:v>
                </c:pt>
                <c:pt idx="1388">
                  <c:v>28-07-2021</c:v>
                </c:pt>
                <c:pt idx="1389">
                  <c:v>28-07-2021</c:v>
                </c:pt>
                <c:pt idx="1390">
                  <c:v>28-07-2021</c:v>
                </c:pt>
                <c:pt idx="1391">
                  <c:v>28-07-2021</c:v>
                </c:pt>
                <c:pt idx="1392">
                  <c:v>28-07-2021</c:v>
                </c:pt>
                <c:pt idx="1393">
                  <c:v>28-07-2021</c:v>
                </c:pt>
                <c:pt idx="1394">
                  <c:v>28-07-2021</c:v>
                </c:pt>
                <c:pt idx="1395">
                  <c:v>28-07-2021</c:v>
                </c:pt>
                <c:pt idx="1396">
                  <c:v>28-07-2021</c:v>
                </c:pt>
                <c:pt idx="1397">
                  <c:v>28-07-2021</c:v>
                </c:pt>
                <c:pt idx="1398">
                  <c:v>28-07-2021</c:v>
                </c:pt>
                <c:pt idx="1399">
                  <c:v>28-07-2021</c:v>
                </c:pt>
                <c:pt idx="1400">
                  <c:v>28-07-2021</c:v>
                </c:pt>
                <c:pt idx="1401">
                  <c:v>28-07-2021</c:v>
                </c:pt>
                <c:pt idx="1402">
                  <c:v>28-07-2021</c:v>
                </c:pt>
                <c:pt idx="1403">
                  <c:v>28-07-2021</c:v>
                </c:pt>
                <c:pt idx="1404">
                  <c:v>28-07-2021</c:v>
                </c:pt>
                <c:pt idx="1405">
                  <c:v>28-07-2021</c:v>
                </c:pt>
                <c:pt idx="1406">
                  <c:v>28-07-2021</c:v>
                </c:pt>
                <c:pt idx="1407">
                  <c:v>28-07-2021</c:v>
                </c:pt>
                <c:pt idx="1408">
                  <c:v>28-07-2021</c:v>
                </c:pt>
                <c:pt idx="1409">
                  <c:v>28-07-2021</c:v>
                </c:pt>
                <c:pt idx="1410">
                  <c:v>28-07-2021</c:v>
                </c:pt>
                <c:pt idx="1411">
                  <c:v>28-07-2021</c:v>
                </c:pt>
                <c:pt idx="1412">
                  <c:v>28-07-2021</c:v>
                </c:pt>
                <c:pt idx="1413">
                  <c:v>28-07-2021</c:v>
                </c:pt>
                <c:pt idx="1414">
                  <c:v>28-07-2021</c:v>
                </c:pt>
                <c:pt idx="1415">
                  <c:v>28-07-2021</c:v>
                </c:pt>
                <c:pt idx="1416">
                  <c:v>28-07-2021</c:v>
                </c:pt>
                <c:pt idx="1417">
                  <c:v>28-07-2021</c:v>
                </c:pt>
                <c:pt idx="1418">
                  <c:v>28-07-2021</c:v>
                </c:pt>
                <c:pt idx="1419">
                  <c:v>28-07-2021</c:v>
                </c:pt>
                <c:pt idx="1420">
                  <c:v>28-07-2021</c:v>
                </c:pt>
                <c:pt idx="1421">
                  <c:v>28-07-2021</c:v>
                </c:pt>
                <c:pt idx="1422">
                  <c:v>28-07-2021</c:v>
                </c:pt>
                <c:pt idx="1423">
                  <c:v>28-07-2021</c:v>
                </c:pt>
                <c:pt idx="1424">
                  <c:v>28-07-2021</c:v>
                </c:pt>
                <c:pt idx="1425">
                  <c:v>28-07-2021</c:v>
                </c:pt>
                <c:pt idx="1426">
                  <c:v>28-07-2021</c:v>
                </c:pt>
                <c:pt idx="1427">
                  <c:v>28-07-2021</c:v>
                </c:pt>
                <c:pt idx="1428">
                  <c:v>28-07-2021</c:v>
                </c:pt>
                <c:pt idx="1429">
                  <c:v>28-07-2021</c:v>
                </c:pt>
                <c:pt idx="1430">
                  <c:v>28-07-2021</c:v>
                </c:pt>
                <c:pt idx="1431">
                  <c:v>28-07-2021</c:v>
                </c:pt>
                <c:pt idx="1432">
                  <c:v>28-07-2021</c:v>
                </c:pt>
                <c:pt idx="1433">
                  <c:v>28-07-2021</c:v>
                </c:pt>
                <c:pt idx="1434">
                  <c:v>28-07-2021</c:v>
                </c:pt>
                <c:pt idx="1435">
                  <c:v>28-07-2021</c:v>
                </c:pt>
                <c:pt idx="1436">
                  <c:v>28-07-2021</c:v>
                </c:pt>
                <c:pt idx="1437">
                  <c:v>29-07-2021</c:v>
                </c:pt>
                <c:pt idx="1438">
                  <c:v>29-07-2021</c:v>
                </c:pt>
                <c:pt idx="1439">
                  <c:v>29-07-2021</c:v>
                </c:pt>
                <c:pt idx="1440">
                  <c:v>29-07-2021</c:v>
                </c:pt>
                <c:pt idx="1441">
                  <c:v>29-07-2021</c:v>
                </c:pt>
                <c:pt idx="1442">
                  <c:v>29-07-2021</c:v>
                </c:pt>
                <c:pt idx="1443">
                  <c:v>29-07-2021</c:v>
                </c:pt>
                <c:pt idx="1444">
                  <c:v>29-07-2021</c:v>
                </c:pt>
                <c:pt idx="1445">
                  <c:v>29-07-2021</c:v>
                </c:pt>
                <c:pt idx="1446">
                  <c:v>29-07-2021</c:v>
                </c:pt>
                <c:pt idx="1447">
                  <c:v>29-07-2021</c:v>
                </c:pt>
                <c:pt idx="1448">
                  <c:v>29-07-2021</c:v>
                </c:pt>
                <c:pt idx="1449">
                  <c:v>29-07-2021</c:v>
                </c:pt>
                <c:pt idx="1450">
                  <c:v>29-07-2021</c:v>
                </c:pt>
                <c:pt idx="1451">
                  <c:v>29-07-2021</c:v>
                </c:pt>
                <c:pt idx="1452">
                  <c:v>29-07-2021</c:v>
                </c:pt>
                <c:pt idx="1453">
                  <c:v>29-07-2021</c:v>
                </c:pt>
                <c:pt idx="1454">
                  <c:v>29-07-2021</c:v>
                </c:pt>
                <c:pt idx="1455">
                  <c:v>29-07-2021</c:v>
                </c:pt>
                <c:pt idx="1456">
                  <c:v>29-07-2021</c:v>
                </c:pt>
                <c:pt idx="1457">
                  <c:v>29-07-2021</c:v>
                </c:pt>
                <c:pt idx="1458">
                  <c:v>29-07-2021</c:v>
                </c:pt>
                <c:pt idx="1459">
                  <c:v>29-07-2021</c:v>
                </c:pt>
                <c:pt idx="1460">
                  <c:v>29-07-2021</c:v>
                </c:pt>
                <c:pt idx="1461">
                  <c:v>29-07-2021</c:v>
                </c:pt>
                <c:pt idx="1462">
                  <c:v>29-07-2021</c:v>
                </c:pt>
                <c:pt idx="1463">
                  <c:v>29-07-2021</c:v>
                </c:pt>
                <c:pt idx="1464">
                  <c:v>29-07-2021</c:v>
                </c:pt>
                <c:pt idx="1465">
                  <c:v>29-07-2021</c:v>
                </c:pt>
                <c:pt idx="1466">
                  <c:v>29-07-2021</c:v>
                </c:pt>
                <c:pt idx="1467">
                  <c:v>29-07-2021</c:v>
                </c:pt>
                <c:pt idx="1468">
                  <c:v>29-07-2021</c:v>
                </c:pt>
                <c:pt idx="1469">
                  <c:v>29-07-2021</c:v>
                </c:pt>
                <c:pt idx="1470">
                  <c:v>29-07-2021</c:v>
                </c:pt>
                <c:pt idx="1471">
                  <c:v>29-07-2021</c:v>
                </c:pt>
                <c:pt idx="1472">
                  <c:v>29-07-2021</c:v>
                </c:pt>
                <c:pt idx="1473">
                  <c:v>29-07-2021</c:v>
                </c:pt>
                <c:pt idx="1474">
                  <c:v>29-07-2021</c:v>
                </c:pt>
                <c:pt idx="1475">
                  <c:v>29-07-2021</c:v>
                </c:pt>
                <c:pt idx="1476">
                  <c:v>29-07-2021</c:v>
                </c:pt>
                <c:pt idx="1477">
                  <c:v>29-07-2021</c:v>
                </c:pt>
                <c:pt idx="1478">
                  <c:v>29-07-2021</c:v>
                </c:pt>
                <c:pt idx="1479">
                  <c:v>29-07-2021</c:v>
                </c:pt>
                <c:pt idx="1480">
                  <c:v>29-07-2021</c:v>
                </c:pt>
                <c:pt idx="1481">
                  <c:v>29-07-2021</c:v>
                </c:pt>
                <c:pt idx="1482">
                  <c:v>29-07-2021</c:v>
                </c:pt>
                <c:pt idx="1483">
                  <c:v>29-07-2021</c:v>
                </c:pt>
                <c:pt idx="1484">
                  <c:v>29-07-2021</c:v>
                </c:pt>
                <c:pt idx="1485">
                  <c:v>29-07-2021</c:v>
                </c:pt>
                <c:pt idx="1486">
                  <c:v>29-07-2021</c:v>
                </c:pt>
                <c:pt idx="1487">
                  <c:v>29-07-2021</c:v>
                </c:pt>
                <c:pt idx="1488">
                  <c:v>29-07-2021</c:v>
                </c:pt>
                <c:pt idx="1489">
                  <c:v>29-07-2021</c:v>
                </c:pt>
                <c:pt idx="1490">
                  <c:v>30-07-2021</c:v>
                </c:pt>
                <c:pt idx="1491">
                  <c:v>30-07-2021</c:v>
                </c:pt>
                <c:pt idx="1492">
                  <c:v>30-07-2021</c:v>
                </c:pt>
                <c:pt idx="1493">
                  <c:v>30-07-2021</c:v>
                </c:pt>
                <c:pt idx="1494">
                  <c:v>30-07-2021</c:v>
                </c:pt>
                <c:pt idx="1495">
                  <c:v>30-07-2021</c:v>
                </c:pt>
                <c:pt idx="1496">
                  <c:v>30-07-2021</c:v>
                </c:pt>
                <c:pt idx="1497">
                  <c:v>30-07-2021</c:v>
                </c:pt>
                <c:pt idx="1498">
                  <c:v>30-07-2021</c:v>
                </c:pt>
                <c:pt idx="1499">
                  <c:v>30-07-2021</c:v>
                </c:pt>
                <c:pt idx="1500">
                  <c:v>30-07-2021</c:v>
                </c:pt>
                <c:pt idx="1501">
                  <c:v>30-07-2021</c:v>
                </c:pt>
                <c:pt idx="1502">
                  <c:v>30-07-2021</c:v>
                </c:pt>
                <c:pt idx="1503">
                  <c:v>30-07-2021</c:v>
                </c:pt>
                <c:pt idx="1504">
                  <c:v>30-07-2021</c:v>
                </c:pt>
                <c:pt idx="1505">
                  <c:v>30-07-2021</c:v>
                </c:pt>
                <c:pt idx="1506">
                  <c:v>30-07-2021</c:v>
                </c:pt>
                <c:pt idx="1507">
                  <c:v>30-07-2021</c:v>
                </c:pt>
                <c:pt idx="1508">
                  <c:v>30-07-2021</c:v>
                </c:pt>
                <c:pt idx="1509">
                  <c:v>30-07-2021</c:v>
                </c:pt>
                <c:pt idx="1510">
                  <c:v>30-07-2021</c:v>
                </c:pt>
                <c:pt idx="1511">
                  <c:v>30-07-2021</c:v>
                </c:pt>
                <c:pt idx="1512">
                  <c:v>30-07-2021</c:v>
                </c:pt>
                <c:pt idx="1513">
                  <c:v>30-07-2021</c:v>
                </c:pt>
                <c:pt idx="1514">
                  <c:v>30-07-2021</c:v>
                </c:pt>
                <c:pt idx="1515">
                  <c:v>30-07-2021</c:v>
                </c:pt>
                <c:pt idx="1516">
                  <c:v>30-07-2021</c:v>
                </c:pt>
                <c:pt idx="1517">
                  <c:v>30-07-2021</c:v>
                </c:pt>
                <c:pt idx="1518">
                  <c:v>30-07-2021</c:v>
                </c:pt>
                <c:pt idx="1519">
                  <c:v>30-07-2021</c:v>
                </c:pt>
                <c:pt idx="1520">
                  <c:v>30-07-2021</c:v>
                </c:pt>
                <c:pt idx="1521">
                  <c:v>30-07-2021</c:v>
                </c:pt>
                <c:pt idx="1522">
                  <c:v>30-07-2021</c:v>
                </c:pt>
                <c:pt idx="1523">
                  <c:v>30-07-2021</c:v>
                </c:pt>
                <c:pt idx="1524">
                  <c:v>30-07-2021</c:v>
                </c:pt>
                <c:pt idx="1525">
                  <c:v>30-07-2021</c:v>
                </c:pt>
                <c:pt idx="1526">
                  <c:v>30-07-2021</c:v>
                </c:pt>
                <c:pt idx="1527">
                  <c:v>30-07-2021</c:v>
                </c:pt>
                <c:pt idx="1528">
                  <c:v>30-07-2021</c:v>
                </c:pt>
                <c:pt idx="1529">
                  <c:v>30-07-2021</c:v>
                </c:pt>
                <c:pt idx="1530">
                  <c:v>30-07-2021</c:v>
                </c:pt>
                <c:pt idx="1531">
                  <c:v>30-07-2021</c:v>
                </c:pt>
                <c:pt idx="1532">
                  <c:v>30-07-2021</c:v>
                </c:pt>
                <c:pt idx="1533">
                  <c:v>30-07-2021</c:v>
                </c:pt>
                <c:pt idx="1534">
                  <c:v>30-07-2021</c:v>
                </c:pt>
                <c:pt idx="1535">
                  <c:v>30-07-2021</c:v>
                </c:pt>
                <c:pt idx="1536">
                  <c:v>30-07-2021</c:v>
                </c:pt>
                <c:pt idx="1537">
                  <c:v>30-07-2021</c:v>
                </c:pt>
                <c:pt idx="1538">
                  <c:v>30-07-2021</c:v>
                </c:pt>
                <c:pt idx="1539">
                  <c:v>30-07-2021</c:v>
                </c:pt>
                <c:pt idx="1540">
                  <c:v>30-07-2021</c:v>
                </c:pt>
                <c:pt idx="1541">
                  <c:v>30-07-2021</c:v>
                </c:pt>
                <c:pt idx="1542">
                  <c:v>30-07-2021</c:v>
                </c:pt>
                <c:pt idx="1543">
                  <c:v>30-07-2021</c:v>
                </c:pt>
                <c:pt idx="1544">
                  <c:v>30-07-2021</c:v>
                </c:pt>
                <c:pt idx="1545">
                  <c:v>30-07-2021</c:v>
                </c:pt>
                <c:pt idx="1546">
                  <c:v>30-07-2021</c:v>
                </c:pt>
                <c:pt idx="1547">
                  <c:v>30-07-2021</c:v>
                </c:pt>
                <c:pt idx="1548">
                  <c:v>30-07-2021</c:v>
                </c:pt>
                <c:pt idx="1549">
                  <c:v>30-07-2021</c:v>
                </c:pt>
                <c:pt idx="1550">
                  <c:v>30-07-2021</c:v>
                </c:pt>
                <c:pt idx="1551">
                  <c:v>30-07-2021</c:v>
                </c:pt>
                <c:pt idx="1552">
                  <c:v>30-07-2021</c:v>
                </c:pt>
                <c:pt idx="1553">
                  <c:v>30-07-2021</c:v>
                </c:pt>
                <c:pt idx="1554">
                  <c:v>30-07-2021</c:v>
                </c:pt>
                <c:pt idx="1555">
                  <c:v>30-07-2021</c:v>
                </c:pt>
                <c:pt idx="1556">
                  <c:v>30-07-2021</c:v>
                </c:pt>
                <c:pt idx="1557">
                  <c:v>30-07-2021</c:v>
                </c:pt>
                <c:pt idx="1558">
                  <c:v>30-07-2021</c:v>
                </c:pt>
                <c:pt idx="1559">
                  <c:v>30-07-2021</c:v>
                </c:pt>
                <c:pt idx="1560">
                  <c:v>30-07-2021</c:v>
                </c:pt>
                <c:pt idx="1561">
                  <c:v>30-07-2021</c:v>
                </c:pt>
                <c:pt idx="1562">
                  <c:v>30-07-2021</c:v>
                </c:pt>
                <c:pt idx="1563">
                  <c:v>30-07-2021</c:v>
                </c:pt>
                <c:pt idx="1564">
                  <c:v>30-07-2021</c:v>
                </c:pt>
                <c:pt idx="1565">
                  <c:v>30-07-2021</c:v>
                </c:pt>
                <c:pt idx="1566">
                  <c:v>30-07-2021</c:v>
                </c:pt>
                <c:pt idx="1567">
                  <c:v>30-07-2021</c:v>
                </c:pt>
                <c:pt idx="1568">
                  <c:v>30-07-2021</c:v>
                </c:pt>
                <c:pt idx="1569">
                  <c:v>30-07-2021</c:v>
                </c:pt>
                <c:pt idx="1570">
                  <c:v>30-07-2021</c:v>
                </c:pt>
                <c:pt idx="1571">
                  <c:v>30-07-2021</c:v>
                </c:pt>
                <c:pt idx="1572">
                  <c:v>30-07-2021</c:v>
                </c:pt>
                <c:pt idx="1573">
                  <c:v>30-07-2021</c:v>
                </c:pt>
                <c:pt idx="1574">
                  <c:v>03-09-2021</c:v>
                </c:pt>
                <c:pt idx="1575">
                  <c:v>03-09-2021</c:v>
                </c:pt>
                <c:pt idx="1576">
                  <c:v>03-09-2021</c:v>
                </c:pt>
                <c:pt idx="1577">
                  <c:v>03-09-2021</c:v>
                </c:pt>
                <c:pt idx="1578">
                  <c:v>03-09-2021</c:v>
                </c:pt>
                <c:pt idx="1579">
                  <c:v>03-09-2021</c:v>
                </c:pt>
                <c:pt idx="1580">
                  <c:v>03-09-2021</c:v>
                </c:pt>
                <c:pt idx="1581">
                  <c:v>03-09-2021</c:v>
                </c:pt>
                <c:pt idx="1582">
                  <c:v>03-09-2021</c:v>
                </c:pt>
                <c:pt idx="1583">
                  <c:v>03-09-2021</c:v>
                </c:pt>
                <c:pt idx="1584">
                  <c:v>03-09-2021</c:v>
                </c:pt>
                <c:pt idx="1585">
                  <c:v>03-09-2021</c:v>
                </c:pt>
                <c:pt idx="1586">
                  <c:v>03-09-2021</c:v>
                </c:pt>
                <c:pt idx="1587">
                  <c:v>03-09-2021</c:v>
                </c:pt>
                <c:pt idx="1588">
                  <c:v>03-09-2021</c:v>
                </c:pt>
                <c:pt idx="1589">
                  <c:v>03-09-2021</c:v>
                </c:pt>
                <c:pt idx="1590">
                  <c:v>03-09-2021</c:v>
                </c:pt>
                <c:pt idx="1591">
                  <c:v>03-09-2021</c:v>
                </c:pt>
                <c:pt idx="1592">
                  <c:v>03-09-2021</c:v>
                </c:pt>
                <c:pt idx="1593">
                  <c:v>03-09-2021</c:v>
                </c:pt>
                <c:pt idx="1594">
                  <c:v>03-09-2021</c:v>
                </c:pt>
                <c:pt idx="1595">
                  <c:v>03-09-2021</c:v>
                </c:pt>
                <c:pt idx="1596">
                  <c:v>03-09-2021</c:v>
                </c:pt>
                <c:pt idx="1597">
                  <c:v>03-09-2021</c:v>
                </c:pt>
                <c:pt idx="1598">
                  <c:v>03-09-2021</c:v>
                </c:pt>
                <c:pt idx="1599">
                  <c:v>03-09-2021</c:v>
                </c:pt>
                <c:pt idx="1600">
                  <c:v>03-09-2021</c:v>
                </c:pt>
                <c:pt idx="1601">
                  <c:v>03-09-2021</c:v>
                </c:pt>
                <c:pt idx="1602">
                  <c:v>03-09-2021</c:v>
                </c:pt>
                <c:pt idx="1603">
                  <c:v>03-09-2021</c:v>
                </c:pt>
                <c:pt idx="1604">
                  <c:v>03-09-2021</c:v>
                </c:pt>
                <c:pt idx="1605">
                  <c:v>03-09-2021</c:v>
                </c:pt>
                <c:pt idx="1606">
                  <c:v>03-09-2021</c:v>
                </c:pt>
                <c:pt idx="1607">
                  <c:v>03-09-2021</c:v>
                </c:pt>
                <c:pt idx="1608">
                  <c:v>03-09-2021</c:v>
                </c:pt>
                <c:pt idx="1609">
                  <c:v>03-09-2021</c:v>
                </c:pt>
                <c:pt idx="1610">
                  <c:v>03-09-2021</c:v>
                </c:pt>
                <c:pt idx="1611">
                  <c:v>03-09-2021</c:v>
                </c:pt>
                <c:pt idx="1612">
                  <c:v>03-09-2021</c:v>
                </c:pt>
                <c:pt idx="1613">
                  <c:v>03-09-2021</c:v>
                </c:pt>
                <c:pt idx="1614">
                  <c:v>03-09-2021</c:v>
                </c:pt>
                <c:pt idx="1615">
                  <c:v>03-09-2021</c:v>
                </c:pt>
                <c:pt idx="1616">
                  <c:v>03-09-2021</c:v>
                </c:pt>
                <c:pt idx="1617">
                  <c:v>03-09-2021</c:v>
                </c:pt>
                <c:pt idx="1618">
                  <c:v>03-09-2021</c:v>
                </c:pt>
                <c:pt idx="1619">
                  <c:v>03-09-2021</c:v>
                </c:pt>
                <c:pt idx="1620">
                  <c:v>03-09-2021</c:v>
                </c:pt>
                <c:pt idx="1621">
                  <c:v>03-09-2021</c:v>
                </c:pt>
                <c:pt idx="1622">
                  <c:v>03-09-2021</c:v>
                </c:pt>
                <c:pt idx="1623">
                  <c:v>03-09-2021</c:v>
                </c:pt>
                <c:pt idx="1624">
                  <c:v>03-09-2021</c:v>
                </c:pt>
                <c:pt idx="1625">
                  <c:v>03-09-2021</c:v>
                </c:pt>
                <c:pt idx="1626">
                  <c:v>04-09-2021</c:v>
                </c:pt>
                <c:pt idx="1627">
                  <c:v>04-09-2021</c:v>
                </c:pt>
                <c:pt idx="1628">
                  <c:v>04-09-2021</c:v>
                </c:pt>
                <c:pt idx="1629">
                  <c:v>04-09-2021</c:v>
                </c:pt>
                <c:pt idx="1630">
                  <c:v>04-09-2021</c:v>
                </c:pt>
                <c:pt idx="1631">
                  <c:v>04-09-2021</c:v>
                </c:pt>
                <c:pt idx="1632">
                  <c:v>04-09-2021</c:v>
                </c:pt>
                <c:pt idx="1633">
                  <c:v>04-09-2021</c:v>
                </c:pt>
                <c:pt idx="1634">
                  <c:v>04-09-2021</c:v>
                </c:pt>
                <c:pt idx="1635">
                  <c:v>04-09-2021</c:v>
                </c:pt>
                <c:pt idx="1636">
                  <c:v>04-09-2021</c:v>
                </c:pt>
                <c:pt idx="1637">
                  <c:v>04-09-2021</c:v>
                </c:pt>
                <c:pt idx="1638">
                  <c:v>04-09-2021</c:v>
                </c:pt>
                <c:pt idx="1639">
                  <c:v>04-09-2021</c:v>
                </c:pt>
                <c:pt idx="1640">
                  <c:v>04-09-2021</c:v>
                </c:pt>
                <c:pt idx="1641">
                  <c:v>04-09-2021</c:v>
                </c:pt>
                <c:pt idx="1642">
                  <c:v>04-09-2021</c:v>
                </c:pt>
                <c:pt idx="1643">
                  <c:v>04-09-2021</c:v>
                </c:pt>
                <c:pt idx="1644">
                  <c:v>04-09-2021</c:v>
                </c:pt>
                <c:pt idx="1645">
                  <c:v>04-09-2021</c:v>
                </c:pt>
                <c:pt idx="1646">
                  <c:v>04-09-2021</c:v>
                </c:pt>
                <c:pt idx="1647">
                  <c:v>04-09-2021</c:v>
                </c:pt>
                <c:pt idx="1648">
                  <c:v>04-09-2021</c:v>
                </c:pt>
                <c:pt idx="1649">
                  <c:v>04-09-2021</c:v>
                </c:pt>
                <c:pt idx="1650">
                  <c:v>04-09-2021</c:v>
                </c:pt>
                <c:pt idx="1651">
                  <c:v>04-09-2021</c:v>
                </c:pt>
                <c:pt idx="1652">
                  <c:v>04-09-2021</c:v>
                </c:pt>
                <c:pt idx="1653">
                  <c:v>04-09-2021</c:v>
                </c:pt>
                <c:pt idx="1654">
                  <c:v>04-09-2021</c:v>
                </c:pt>
                <c:pt idx="1655">
                  <c:v>04-09-2021</c:v>
                </c:pt>
                <c:pt idx="1656">
                  <c:v>04-09-2021</c:v>
                </c:pt>
                <c:pt idx="1657">
                  <c:v>04-09-2021</c:v>
                </c:pt>
                <c:pt idx="1658">
                  <c:v>04-09-2021</c:v>
                </c:pt>
                <c:pt idx="1659">
                  <c:v>04-09-2021</c:v>
                </c:pt>
                <c:pt idx="1660">
                  <c:v>04-09-2021</c:v>
                </c:pt>
                <c:pt idx="1661">
                  <c:v>04-09-2021</c:v>
                </c:pt>
                <c:pt idx="1662">
                  <c:v>04-09-2021</c:v>
                </c:pt>
                <c:pt idx="1663">
                  <c:v>04-09-2021</c:v>
                </c:pt>
                <c:pt idx="1664">
                  <c:v>04-09-2021</c:v>
                </c:pt>
                <c:pt idx="1665">
                  <c:v>04-09-2021</c:v>
                </c:pt>
                <c:pt idx="1666">
                  <c:v>04-09-2021</c:v>
                </c:pt>
                <c:pt idx="1667">
                  <c:v>04-09-2021</c:v>
                </c:pt>
                <c:pt idx="1668">
                  <c:v>04-09-2021</c:v>
                </c:pt>
                <c:pt idx="1669">
                  <c:v>04-09-2021</c:v>
                </c:pt>
                <c:pt idx="1670">
                  <c:v>04-09-2021</c:v>
                </c:pt>
                <c:pt idx="1671">
                  <c:v>05-09-2021</c:v>
                </c:pt>
                <c:pt idx="1672">
                  <c:v>05-09-2021</c:v>
                </c:pt>
                <c:pt idx="1673">
                  <c:v>05-09-2021</c:v>
                </c:pt>
                <c:pt idx="1674">
                  <c:v>05-09-2021</c:v>
                </c:pt>
                <c:pt idx="1675">
                  <c:v>05-09-2021</c:v>
                </c:pt>
                <c:pt idx="1676">
                  <c:v>05-09-2021</c:v>
                </c:pt>
                <c:pt idx="1677">
                  <c:v>05-09-2021</c:v>
                </c:pt>
                <c:pt idx="1678">
                  <c:v>05-09-2021</c:v>
                </c:pt>
                <c:pt idx="1679">
                  <c:v>05-09-2021</c:v>
                </c:pt>
                <c:pt idx="1680">
                  <c:v>05-09-2021</c:v>
                </c:pt>
                <c:pt idx="1681">
                  <c:v>05-09-2021</c:v>
                </c:pt>
                <c:pt idx="1682">
                  <c:v>05-09-2021</c:v>
                </c:pt>
                <c:pt idx="1683">
                  <c:v>05-09-2021</c:v>
                </c:pt>
                <c:pt idx="1684">
                  <c:v>05-09-2021</c:v>
                </c:pt>
                <c:pt idx="1685">
                  <c:v>05-09-2021</c:v>
                </c:pt>
                <c:pt idx="1686">
                  <c:v>05-09-2021</c:v>
                </c:pt>
                <c:pt idx="1687">
                  <c:v>05-09-2021</c:v>
                </c:pt>
                <c:pt idx="1688">
                  <c:v>05-09-2021</c:v>
                </c:pt>
                <c:pt idx="1689">
                  <c:v>05-09-2021</c:v>
                </c:pt>
                <c:pt idx="1690">
                  <c:v>05-09-2021</c:v>
                </c:pt>
                <c:pt idx="1691">
                  <c:v>05-09-2021</c:v>
                </c:pt>
                <c:pt idx="1692">
                  <c:v>05-09-2021</c:v>
                </c:pt>
                <c:pt idx="1693">
                  <c:v>05-09-2021</c:v>
                </c:pt>
                <c:pt idx="1694">
                  <c:v>05-09-2021</c:v>
                </c:pt>
                <c:pt idx="1695">
                  <c:v>05-09-2021</c:v>
                </c:pt>
                <c:pt idx="1696">
                  <c:v>05-09-2021</c:v>
                </c:pt>
                <c:pt idx="1697">
                  <c:v>05-09-2021</c:v>
                </c:pt>
                <c:pt idx="1698">
                  <c:v>05-09-2021</c:v>
                </c:pt>
                <c:pt idx="1699">
                  <c:v>05-09-2021</c:v>
                </c:pt>
                <c:pt idx="1700">
                  <c:v>05-09-2021</c:v>
                </c:pt>
                <c:pt idx="1701">
                  <c:v>05-09-2021</c:v>
                </c:pt>
                <c:pt idx="1702">
                  <c:v>05-09-2021</c:v>
                </c:pt>
                <c:pt idx="1703">
                  <c:v>05-09-2021</c:v>
                </c:pt>
                <c:pt idx="1704">
                  <c:v>05-09-2021</c:v>
                </c:pt>
                <c:pt idx="1705">
                  <c:v>05-09-2021</c:v>
                </c:pt>
                <c:pt idx="1706">
                  <c:v>05-09-2021</c:v>
                </c:pt>
                <c:pt idx="1707">
                  <c:v>05-09-2021</c:v>
                </c:pt>
                <c:pt idx="1708">
                  <c:v>05-09-2021</c:v>
                </c:pt>
                <c:pt idx="1709">
                  <c:v>05-09-2021</c:v>
                </c:pt>
                <c:pt idx="1710">
                  <c:v>05-09-2021</c:v>
                </c:pt>
                <c:pt idx="1711">
                  <c:v>05-09-2021</c:v>
                </c:pt>
                <c:pt idx="1712">
                  <c:v>05-09-2021</c:v>
                </c:pt>
                <c:pt idx="1713">
                  <c:v>05-09-2021</c:v>
                </c:pt>
                <c:pt idx="1714">
                  <c:v>05-09-2021</c:v>
                </c:pt>
                <c:pt idx="1715">
                  <c:v>05-09-2021</c:v>
                </c:pt>
                <c:pt idx="1716">
                  <c:v>05-09-2021</c:v>
                </c:pt>
                <c:pt idx="1717">
                  <c:v>05-09-2021</c:v>
                </c:pt>
                <c:pt idx="1718">
                  <c:v>05-09-2021</c:v>
                </c:pt>
                <c:pt idx="1719">
                  <c:v>05-09-2021</c:v>
                </c:pt>
                <c:pt idx="1720">
                  <c:v>05-09-2021</c:v>
                </c:pt>
                <c:pt idx="1721">
                  <c:v>05-09-2021</c:v>
                </c:pt>
                <c:pt idx="1722">
                  <c:v>05-09-2021</c:v>
                </c:pt>
                <c:pt idx="1723">
                  <c:v>06-09-2021</c:v>
                </c:pt>
                <c:pt idx="1724">
                  <c:v>06-09-2021</c:v>
                </c:pt>
                <c:pt idx="1725">
                  <c:v>06-09-2021</c:v>
                </c:pt>
                <c:pt idx="1726">
                  <c:v>06-09-2021</c:v>
                </c:pt>
                <c:pt idx="1727">
                  <c:v>06-09-2021</c:v>
                </c:pt>
                <c:pt idx="1728">
                  <c:v>06-09-2021</c:v>
                </c:pt>
                <c:pt idx="1729">
                  <c:v>06-09-2021</c:v>
                </c:pt>
                <c:pt idx="1730">
                  <c:v>06-09-2021</c:v>
                </c:pt>
                <c:pt idx="1731">
                  <c:v>06-09-2021</c:v>
                </c:pt>
                <c:pt idx="1732">
                  <c:v>06-09-2021</c:v>
                </c:pt>
                <c:pt idx="1733">
                  <c:v>06-09-2021</c:v>
                </c:pt>
                <c:pt idx="1734">
                  <c:v>06-09-2021</c:v>
                </c:pt>
                <c:pt idx="1735">
                  <c:v>06-09-2021</c:v>
                </c:pt>
                <c:pt idx="1736">
                  <c:v>06-09-2021</c:v>
                </c:pt>
                <c:pt idx="1737">
                  <c:v>06-09-2021</c:v>
                </c:pt>
                <c:pt idx="1738">
                  <c:v>06-09-2021</c:v>
                </c:pt>
                <c:pt idx="1739">
                  <c:v>06-09-2021</c:v>
                </c:pt>
                <c:pt idx="1740">
                  <c:v>06-09-2021</c:v>
                </c:pt>
                <c:pt idx="1741">
                  <c:v>06-09-2021</c:v>
                </c:pt>
                <c:pt idx="1742">
                  <c:v>06-09-2021</c:v>
                </c:pt>
                <c:pt idx="1743">
                  <c:v>06-09-2021</c:v>
                </c:pt>
                <c:pt idx="1744">
                  <c:v>06-09-2021</c:v>
                </c:pt>
                <c:pt idx="1745">
                  <c:v>06-09-2021</c:v>
                </c:pt>
                <c:pt idx="1746">
                  <c:v>06-09-2021</c:v>
                </c:pt>
                <c:pt idx="1747">
                  <c:v>06-09-2021</c:v>
                </c:pt>
                <c:pt idx="1748">
                  <c:v>06-09-2021</c:v>
                </c:pt>
                <c:pt idx="1749">
                  <c:v>06-09-2021</c:v>
                </c:pt>
                <c:pt idx="1750">
                  <c:v>06-09-2021</c:v>
                </c:pt>
                <c:pt idx="1751">
                  <c:v>06-09-2021</c:v>
                </c:pt>
                <c:pt idx="1752">
                  <c:v>06-09-2021</c:v>
                </c:pt>
                <c:pt idx="1753">
                  <c:v>06-09-2021</c:v>
                </c:pt>
                <c:pt idx="1754">
                  <c:v>06-09-2021</c:v>
                </c:pt>
                <c:pt idx="1755">
                  <c:v>06-09-2021</c:v>
                </c:pt>
                <c:pt idx="1756">
                  <c:v>06-09-2021</c:v>
                </c:pt>
                <c:pt idx="1757">
                  <c:v>06-09-2021</c:v>
                </c:pt>
                <c:pt idx="1758">
                  <c:v>06-09-2021</c:v>
                </c:pt>
                <c:pt idx="1759">
                  <c:v>06-09-2021</c:v>
                </c:pt>
                <c:pt idx="1760">
                  <c:v>06-09-2021</c:v>
                </c:pt>
                <c:pt idx="1761">
                  <c:v>06-09-2021</c:v>
                </c:pt>
                <c:pt idx="1762">
                  <c:v>06-09-2021</c:v>
                </c:pt>
                <c:pt idx="1763">
                  <c:v>06-09-2021</c:v>
                </c:pt>
                <c:pt idx="1764">
                  <c:v>06-09-2021</c:v>
                </c:pt>
                <c:pt idx="1765">
                  <c:v>06-09-2021</c:v>
                </c:pt>
                <c:pt idx="1766">
                  <c:v>06-09-2021</c:v>
                </c:pt>
                <c:pt idx="1767">
                  <c:v>07-09-2021</c:v>
                </c:pt>
                <c:pt idx="1768">
                  <c:v>07-09-2021</c:v>
                </c:pt>
                <c:pt idx="1769">
                  <c:v>07-09-2021</c:v>
                </c:pt>
                <c:pt idx="1770">
                  <c:v>07-09-2021</c:v>
                </c:pt>
                <c:pt idx="1771">
                  <c:v>07-09-2021</c:v>
                </c:pt>
                <c:pt idx="1772">
                  <c:v>07-09-2021</c:v>
                </c:pt>
                <c:pt idx="1773">
                  <c:v>07-09-2021</c:v>
                </c:pt>
                <c:pt idx="1774">
                  <c:v>07-09-2021</c:v>
                </c:pt>
                <c:pt idx="1775">
                  <c:v>07-09-2021</c:v>
                </c:pt>
                <c:pt idx="1776">
                  <c:v>07-09-2021</c:v>
                </c:pt>
                <c:pt idx="1777">
                  <c:v>07-09-2021</c:v>
                </c:pt>
                <c:pt idx="1778">
                  <c:v>07-09-2021</c:v>
                </c:pt>
                <c:pt idx="1779">
                  <c:v>07-09-2021</c:v>
                </c:pt>
                <c:pt idx="1780">
                  <c:v>07-09-2021</c:v>
                </c:pt>
                <c:pt idx="1781">
                  <c:v>07-09-2021</c:v>
                </c:pt>
                <c:pt idx="1782">
                  <c:v>07-09-2021</c:v>
                </c:pt>
                <c:pt idx="1783">
                  <c:v>07-09-2021</c:v>
                </c:pt>
                <c:pt idx="1784">
                  <c:v>07-09-2021</c:v>
                </c:pt>
                <c:pt idx="1785">
                  <c:v>07-09-2021</c:v>
                </c:pt>
                <c:pt idx="1786">
                  <c:v>07-09-2021</c:v>
                </c:pt>
                <c:pt idx="1787">
                  <c:v>07-09-2021</c:v>
                </c:pt>
                <c:pt idx="1788">
                  <c:v>07-09-2021</c:v>
                </c:pt>
                <c:pt idx="1789">
                  <c:v>07-09-2021</c:v>
                </c:pt>
                <c:pt idx="1790">
                  <c:v>07-09-2021</c:v>
                </c:pt>
                <c:pt idx="1791">
                  <c:v>07-09-2021</c:v>
                </c:pt>
                <c:pt idx="1792">
                  <c:v>07-09-2021</c:v>
                </c:pt>
                <c:pt idx="1793">
                  <c:v>07-09-2021</c:v>
                </c:pt>
                <c:pt idx="1794">
                  <c:v>07-09-2021</c:v>
                </c:pt>
                <c:pt idx="1795">
                  <c:v>07-09-2021</c:v>
                </c:pt>
                <c:pt idx="1796">
                  <c:v>07-09-2021</c:v>
                </c:pt>
                <c:pt idx="1797">
                  <c:v>07-09-2021</c:v>
                </c:pt>
                <c:pt idx="1798">
                  <c:v>07-09-2021</c:v>
                </c:pt>
                <c:pt idx="1799">
                  <c:v>07-09-2021</c:v>
                </c:pt>
                <c:pt idx="1800">
                  <c:v>07-09-2021</c:v>
                </c:pt>
                <c:pt idx="1801">
                  <c:v>07-09-2021</c:v>
                </c:pt>
                <c:pt idx="1802">
                  <c:v>07-09-2021</c:v>
                </c:pt>
                <c:pt idx="1803">
                  <c:v>07-09-2021</c:v>
                </c:pt>
                <c:pt idx="1804">
                  <c:v>07-09-2021</c:v>
                </c:pt>
                <c:pt idx="1805">
                  <c:v>07-09-2021</c:v>
                </c:pt>
                <c:pt idx="1806">
                  <c:v>07-09-2021</c:v>
                </c:pt>
                <c:pt idx="1807">
                  <c:v>07-09-2021</c:v>
                </c:pt>
                <c:pt idx="1808">
                  <c:v>07-09-2021</c:v>
                </c:pt>
                <c:pt idx="1809">
                  <c:v>07-09-2021</c:v>
                </c:pt>
                <c:pt idx="1810">
                  <c:v>07-09-2021</c:v>
                </c:pt>
                <c:pt idx="1811">
                  <c:v>07-09-2021</c:v>
                </c:pt>
                <c:pt idx="1812">
                  <c:v>07-09-2021</c:v>
                </c:pt>
                <c:pt idx="1813">
                  <c:v>07-09-2021</c:v>
                </c:pt>
                <c:pt idx="1814">
                  <c:v>07-09-2021</c:v>
                </c:pt>
                <c:pt idx="1815">
                  <c:v>07-09-2021</c:v>
                </c:pt>
                <c:pt idx="1816">
                  <c:v>07-09-2021</c:v>
                </c:pt>
                <c:pt idx="1817">
                  <c:v>08-09-2021</c:v>
                </c:pt>
                <c:pt idx="1818">
                  <c:v>08-09-2021</c:v>
                </c:pt>
                <c:pt idx="1819">
                  <c:v>08-09-2021</c:v>
                </c:pt>
                <c:pt idx="1820">
                  <c:v>08-09-2021</c:v>
                </c:pt>
                <c:pt idx="1821">
                  <c:v>08-09-2021</c:v>
                </c:pt>
                <c:pt idx="1822">
                  <c:v>08-09-2021</c:v>
                </c:pt>
                <c:pt idx="1823">
                  <c:v>08-09-2021</c:v>
                </c:pt>
                <c:pt idx="1824">
                  <c:v>08-09-2021</c:v>
                </c:pt>
                <c:pt idx="1825">
                  <c:v>08-09-2021</c:v>
                </c:pt>
                <c:pt idx="1826">
                  <c:v>08-09-2021</c:v>
                </c:pt>
                <c:pt idx="1827">
                  <c:v>08-09-2021</c:v>
                </c:pt>
                <c:pt idx="1828">
                  <c:v>08-09-2021</c:v>
                </c:pt>
                <c:pt idx="1829">
                  <c:v>08-09-2021</c:v>
                </c:pt>
                <c:pt idx="1830">
                  <c:v>08-09-2021</c:v>
                </c:pt>
                <c:pt idx="1831">
                  <c:v>08-09-2021</c:v>
                </c:pt>
                <c:pt idx="1832">
                  <c:v>08-09-2021</c:v>
                </c:pt>
                <c:pt idx="1833">
                  <c:v>08-09-2021</c:v>
                </c:pt>
                <c:pt idx="1834">
                  <c:v>08-09-2021</c:v>
                </c:pt>
                <c:pt idx="1835">
                  <c:v>08-09-2021</c:v>
                </c:pt>
                <c:pt idx="1836">
                  <c:v>08-09-2021</c:v>
                </c:pt>
                <c:pt idx="1837">
                  <c:v>08-09-2021</c:v>
                </c:pt>
                <c:pt idx="1838">
                  <c:v>08-09-2021</c:v>
                </c:pt>
                <c:pt idx="1839">
                  <c:v>08-09-2021</c:v>
                </c:pt>
                <c:pt idx="1840">
                  <c:v>08-09-2021</c:v>
                </c:pt>
                <c:pt idx="1841">
                  <c:v>08-09-2021</c:v>
                </c:pt>
                <c:pt idx="1842">
                  <c:v>08-09-2021</c:v>
                </c:pt>
                <c:pt idx="1843">
                  <c:v>08-09-2021</c:v>
                </c:pt>
                <c:pt idx="1844">
                  <c:v>08-09-2021</c:v>
                </c:pt>
                <c:pt idx="1845">
                  <c:v>08-09-2021</c:v>
                </c:pt>
                <c:pt idx="1846">
                  <c:v>08-09-2021</c:v>
                </c:pt>
                <c:pt idx="1847">
                  <c:v>08-09-2021</c:v>
                </c:pt>
                <c:pt idx="1848">
                  <c:v>08-09-2021</c:v>
                </c:pt>
                <c:pt idx="1849">
                  <c:v>08-09-2021</c:v>
                </c:pt>
                <c:pt idx="1850">
                  <c:v>08-09-2021</c:v>
                </c:pt>
                <c:pt idx="1851">
                  <c:v>08-09-2021</c:v>
                </c:pt>
                <c:pt idx="1852">
                  <c:v>08-09-2021</c:v>
                </c:pt>
                <c:pt idx="1853">
                  <c:v>08-09-2021</c:v>
                </c:pt>
                <c:pt idx="1854">
                  <c:v>08-09-2021</c:v>
                </c:pt>
                <c:pt idx="1855">
                  <c:v>08-09-2021</c:v>
                </c:pt>
                <c:pt idx="1856">
                  <c:v>08-09-2021</c:v>
                </c:pt>
                <c:pt idx="1857">
                  <c:v>08-09-2021</c:v>
                </c:pt>
                <c:pt idx="1858">
                  <c:v>08-09-2021</c:v>
                </c:pt>
                <c:pt idx="1859">
                  <c:v>08-09-2021</c:v>
                </c:pt>
                <c:pt idx="1860">
                  <c:v>08-09-2021</c:v>
                </c:pt>
                <c:pt idx="1861">
                  <c:v>08-09-2021</c:v>
                </c:pt>
                <c:pt idx="1862">
                  <c:v>08-09-2021</c:v>
                </c:pt>
                <c:pt idx="1863">
                  <c:v>08-09-2021</c:v>
                </c:pt>
                <c:pt idx="1864">
                  <c:v>08-09-2021</c:v>
                </c:pt>
                <c:pt idx="1865">
                  <c:v>08-09-2021</c:v>
                </c:pt>
                <c:pt idx="1866">
                  <c:v>08-09-2021</c:v>
                </c:pt>
                <c:pt idx="1867">
                  <c:v>08-09-2021</c:v>
                </c:pt>
                <c:pt idx="1868">
                  <c:v>08-09-2021</c:v>
                </c:pt>
                <c:pt idx="1869">
                  <c:v>08-09-2021</c:v>
                </c:pt>
                <c:pt idx="1870">
                  <c:v>08-09-2021</c:v>
                </c:pt>
                <c:pt idx="1871">
                  <c:v>08-09-2021</c:v>
                </c:pt>
                <c:pt idx="1872">
                  <c:v>08-09-2021</c:v>
                </c:pt>
                <c:pt idx="1873">
                  <c:v>09-09-2021</c:v>
                </c:pt>
                <c:pt idx="1874">
                  <c:v>09-09-2021</c:v>
                </c:pt>
                <c:pt idx="1875">
                  <c:v>09-09-2021</c:v>
                </c:pt>
                <c:pt idx="1876">
                  <c:v>09-09-2021</c:v>
                </c:pt>
                <c:pt idx="1877">
                  <c:v>09-09-2021</c:v>
                </c:pt>
                <c:pt idx="1878">
                  <c:v>09-09-2021</c:v>
                </c:pt>
                <c:pt idx="1879">
                  <c:v>09-09-2021</c:v>
                </c:pt>
                <c:pt idx="1880">
                  <c:v>09-09-2021</c:v>
                </c:pt>
                <c:pt idx="1881">
                  <c:v>09-09-2021</c:v>
                </c:pt>
                <c:pt idx="1882">
                  <c:v>09-09-2021</c:v>
                </c:pt>
                <c:pt idx="1883">
                  <c:v>09-09-2021</c:v>
                </c:pt>
                <c:pt idx="1884">
                  <c:v>09-09-2021</c:v>
                </c:pt>
                <c:pt idx="1885">
                  <c:v>09-09-2021</c:v>
                </c:pt>
                <c:pt idx="1886">
                  <c:v>09-09-2021</c:v>
                </c:pt>
                <c:pt idx="1887">
                  <c:v>09-09-2021</c:v>
                </c:pt>
                <c:pt idx="1888">
                  <c:v>09-09-2021</c:v>
                </c:pt>
                <c:pt idx="1889">
                  <c:v>09-09-2021</c:v>
                </c:pt>
                <c:pt idx="1890">
                  <c:v>09-09-2021</c:v>
                </c:pt>
                <c:pt idx="1891">
                  <c:v>09-09-2021</c:v>
                </c:pt>
                <c:pt idx="1892">
                  <c:v>09-09-2021</c:v>
                </c:pt>
                <c:pt idx="1893">
                  <c:v>09-09-2021</c:v>
                </c:pt>
                <c:pt idx="1894">
                  <c:v>09-09-2021</c:v>
                </c:pt>
                <c:pt idx="1895">
                  <c:v>09-09-2021</c:v>
                </c:pt>
                <c:pt idx="1896">
                  <c:v>09-09-2021</c:v>
                </c:pt>
                <c:pt idx="1897">
                  <c:v>09-09-2021</c:v>
                </c:pt>
                <c:pt idx="1898">
                  <c:v>09-09-2021</c:v>
                </c:pt>
                <c:pt idx="1899">
                  <c:v>09-09-2021</c:v>
                </c:pt>
                <c:pt idx="1900">
                  <c:v>09-09-2021</c:v>
                </c:pt>
                <c:pt idx="1901">
                  <c:v>09-09-2021</c:v>
                </c:pt>
                <c:pt idx="1902">
                  <c:v>09-09-2021</c:v>
                </c:pt>
                <c:pt idx="1903">
                  <c:v>09-09-2021</c:v>
                </c:pt>
                <c:pt idx="1904">
                  <c:v>09-09-2021</c:v>
                </c:pt>
                <c:pt idx="1905">
                  <c:v>09-09-2021</c:v>
                </c:pt>
                <c:pt idx="1906">
                  <c:v>09-09-2021</c:v>
                </c:pt>
                <c:pt idx="1907">
                  <c:v>09-09-2021</c:v>
                </c:pt>
                <c:pt idx="1908">
                  <c:v>09-09-2021</c:v>
                </c:pt>
                <c:pt idx="1909">
                  <c:v>09-09-2021</c:v>
                </c:pt>
                <c:pt idx="1910">
                  <c:v>09-09-2021</c:v>
                </c:pt>
                <c:pt idx="1911">
                  <c:v>09-09-2021</c:v>
                </c:pt>
                <c:pt idx="1912">
                  <c:v>09-09-2021</c:v>
                </c:pt>
                <c:pt idx="1913">
                  <c:v>09-09-2021</c:v>
                </c:pt>
                <c:pt idx="1914">
                  <c:v>09-09-2021</c:v>
                </c:pt>
                <c:pt idx="1915">
                  <c:v>09-09-2021</c:v>
                </c:pt>
                <c:pt idx="1916">
                  <c:v>09-09-2021</c:v>
                </c:pt>
                <c:pt idx="1917">
                  <c:v>09-09-2021</c:v>
                </c:pt>
                <c:pt idx="1918">
                  <c:v>09-09-2021</c:v>
                </c:pt>
                <c:pt idx="1919">
                  <c:v>09-09-2021</c:v>
                </c:pt>
                <c:pt idx="1920">
                  <c:v>09-09-2021</c:v>
                </c:pt>
                <c:pt idx="1921">
                  <c:v>09-09-2021</c:v>
                </c:pt>
                <c:pt idx="1922">
                  <c:v>09-09-2021</c:v>
                </c:pt>
                <c:pt idx="1923">
                  <c:v>09-09-2021</c:v>
                </c:pt>
                <c:pt idx="1924">
                  <c:v>09-09-2021</c:v>
                </c:pt>
                <c:pt idx="1925">
                  <c:v>09-09-2021</c:v>
                </c:pt>
                <c:pt idx="1926">
                  <c:v>09-09-2021</c:v>
                </c:pt>
                <c:pt idx="1927">
                  <c:v>09-09-2021</c:v>
                </c:pt>
                <c:pt idx="1928">
                  <c:v>09-09-2021</c:v>
                </c:pt>
                <c:pt idx="1929">
                  <c:v>09-09-2021</c:v>
                </c:pt>
                <c:pt idx="1930">
                  <c:v>09-09-2021</c:v>
                </c:pt>
                <c:pt idx="1931">
                  <c:v>10-09-2021</c:v>
                </c:pt>
                <c:pt idx="1932">
                  <c:v>10-09-2021</c:v>
                </c:pt>
                <c:pt idx="1933">
                  <c:v>10-09-2021</c:v>
                </c:pt>
                <c:pt idx="1934">
                  <c:v>10-09-2021</c:v>
                </c:pt>
                <c:pt idx="1935">
                  <c:v>10-09-2021</c:v>
                </c:pt>
                <c:pt idx="1936">
                  <c:v>10-09-2021</c:v>
                </c:pt>
                <c:pt idx="1937">
                  <c:v>10-09-2021</c:v>
                </c:pt>
                <c:pt idx="1938">
                  <c:v>10-09-2021</c:v>
                </c:pt>
                <c:pt idx="1939">
                  <c:v>10-09-2021</c:v>
                </c:pt>
                <c:pt idx="1940">
                  <c:v>10-09-2021</c:v>
                </c:pt>
                <c:pt idx="1941">
                  <c:v>10-09-2021</c:v>
                </c:pt>
                <c:pt idx="1942">
                  <c:v>10-09-2021</c:v>
                </c:pt>
                <c:pt idx="1943">
                  <c:v>10-09-2021</c:v>
                </c:pt>
                <c:pt idx="1944">
                  <c:v>10-09-2021</c:v>
                </c:pt>
                <c:pt idx="1945">
                  <c:v>10-09-2021</c:v>
                </c:pt>
                <c:pt idx="1946">
                  <c:v>10-09-2021</c:v>
                </c:pt>
                <c:pt idx="1947">
                  <c:v>10-09-2021</c:v>
                </c:pt>
                <c:pt idx="1948">
                  <c:v>10-09-2021</c:v>
                </c:pt>
                <c:pt idx="1949">
                  <c:v>10-09-2021</c:v>
                </c:pt>
                <c:pt idx="1950">
                  <c:v>10-09-2021</c:v>
                </c:pt>
                <c:pt idx="1951">
                  <c:v>10-09-2021</c:v>
                </c:pt>
                <c:pt idx="1952">
                  <c:v>10-09-2021</c:v>
                </c:pt>
                <c:pt idx="1953">
                  <c:v>10-09-2021</c:v>
                </c:pt>
                <c:pt idx="1954">
                  <c:v>10-09-2021</c:v>
                </c:pt>
                <c:pt idx="1955">
                  <c:v>10-09-2021</c:v>
                </c:pt>
                <c:pt idx="1956">
                  <c:v>10-09-2021</c:v>
                </c:pt>
                <c:pt idx="1957">
                  <c:v>10-09-2021</c:v>
                </c:pt>
                <c:pt idx="1958">
                  <c:v>10-09-2021</c:v>
                </c:pt>
                <c:pt idx="1959">
                  <c:v>10-09-2021</c:v>
                </c:pt>
                <c:pt idx="1960">
                  <c:v>10-09-2021</c:v>
                </c:pt>
                <c:pt idx="1961">
                  <c:v>10-09-2021</c:v>
                </c:pt>
                <c:pt idx="1962">
                  <c:v>10-09-2021</c:v>
                </c:pt>
                <c:pt idx="1963">
                  <c:v>10-09-2021</c:v>
                </c:pt>
                <c:pt idx="1964">
                  <c:v>10-09-2021</c:v>
                </c:pt>
                <c:pt idx="1965">
                  <c:v>10-09-2021</c:v>
                </c:pt>
                <c:pt idx="1966">
                  <c:v>10-09-2021</c:v>
                </c:pt>
                <c:pt idx="1967">
                  <c:v>10-09-2021</c:v>
                </c:pt>
                <c:pt idx="1968">
                  <c:v>10-09-2021</c:v>
                </c:pt>
                <c:pt idx="1969">
                  <c:v>10-09-2021</c:v>
                </c:pt>
                <c:pt idx="1970">
                  <c:v>10-09-2021</c:v>
                </c:pt>
                <c:pt idx="1971">
                  <c:v>10-09-2021</c:v>
                </c:pt>
                <c:pt idx="1972">
                  <c:v>10-09-2021</c:v>
                </c:pt>
                <c:pt idx="1973">
                  <c:v>10-09-2021</c:v>
                </c:pt>
                <c:pt idx="1974">
                  <c:v>10-09-2021</c:v>
                </c:pt>
                <c:pt idx="1975">
                  <c:v>10-09-2021</c:v>
                </c:pt>
                <c:pt idx="1976">
                  <c:v>10-09-2021</c:v>
                </c:pt>
                <c:pt idx="1977">
                  <c:v>10-09-2021</c:v>
                </c:pt>
                <c:pt idx="1978">
                  <c:v>10-09-2021</c:v>
                </c:pt>
                <c:pt idx="1979">
                  <c:v>10-09-2021</c:v>
                </c:pt>
                <c:pt idx="1980">
                  <c:v>10-09-2021</c:v>
                </c:pt>
                <c:pt idx="1981">
                  <c:v>10-09-2021</c:v>
                </c:pt>
                <c:pt idx="1982">
                  <c:v>10-09-2021</c:v>
                </c:pt>
                <c:pt idx="1983">
                  <c:v>10-09-2021</c:v>
                </c:pt>
                <c:pt idx="1984">
                  <c:v>10-09-2021</c:v>
                </c:pt>
                <c:pt idx="1985">
                  <c:v>10-09-2021</c:v>
                </c:pt>
                <c:pt idx="1986">
                  <c:v>10-09-2021</c:v>
                </c:pt>
                <c:pt idx="1987">
                  <c:v>10-09-2021</c:v>
                </c:pt>
                <c:pt idx="1988">
                  <c:v>10-09-2021</c:v>
                </c:pt>
                <c:pt idx="1989">
                  <c:v>11-09-2021</c:v>
                </c:pt>
                <c:pt idx="1990">
                  <c:v>11-09-2021</c:v>
                </c:pt>
                <c:pt idx="1991">
                  <c:v>11-09-2021</c:v>
                </c:pt>
                <c:pt idx="1992">
                  <c:v>11-09-2021</c:v>
                </c:pt>
                <c:pt idx="1993">
                  <c:v>11-09-2021</c:v>
                </c:pt>
                <c:pt idx="1994">
                  <c:v>11-09-2021</c:v>
                </c:pt>
                <c:pt idx="1995">
                  <c:v>11-09-2021</c:v>
                </c:pt>
                <c:pt idx="1996">
                  <c:v>11-09-2021</c:v>
                </c:pt>
                <c:pt idx="1997">
                  <c:v>11-09-2021</c:v>
                </c:pt>
                <c:pt idx="1998">
                  <c:v>11-09-2021</c:v>
                </c:pt>
                <c:pt idx="1999">
                  <c:v>11-09-2021</c:v>
                </c:pt>
                <c:pt idx="2000">
                  <c:v>11-09-2021</c:v>
                </c:pt>
                <c:pt idx="2001">
                  <c:v>11-09-2021</c:v>
                </c:pt>
                <c:pt idx="2002">
                  <c:v>11-09-2021</c:v>
                </c:pt>
                <c:pt idx="2003">
                  <c:v>11-09-2021</c:v>
                </c:pt>
                <c:pt idx="2004">
                  <c:v>11-09-2021</c:v>
                </c:pt>
                <c:pt idx="2005">
                  <c:v>11-09-2021</c:v>
                </c:pt>
                <c:pt idx="2006">
                  <c:v>11-09-2021</c:v>
                </c:pt>
                <c:pt idx="2007">
                  <c:v>11-09-2021</c:v>
                </c:pt>
                <c:pt idx="2008">
                  <c:v>11-09-2021</c:v>
                </c:pt>
                <c:pt idx="2009">
                  <c:v>11-09-2021</c:v>
                </c:pt>
                <c:pt idx="2010">
                  <c:v>11-09-2021</c:v>
                </c:pt>
                <c:pt idx="2011">
                  <c:v>11-09-2021</c:v>
                </c:pt>
                <c:pt idx="2012">
                  <c:v>11-09-2021</c:v>
                </c:pt>
                <c:pt idx="2013">
                  <c:v>11-09-2021</c:v>
                </c:pt>
                <c:pt idx="2014">
                  <c:v>11-09-2021</c:v>
                </c:pt>
                <c:pt idx="2015">
                  <c:v>11-09-2021</c:v>
                </c:pt>
                <c:pt idx="2016">
                  <c:v>11-09-2021</c:v>
                </c:pt>
                <c:pt idx="2017">
                  <c:v>11-09-2021</c:v>
                </c:pt>
                <c:pt idx="2018">
                  <c:v>11-09-2021</c:v>
                </c:pt>
                <c:pt idx="2019">
                  <c:v>11-09-2021</c:v>
                </c:pt>
                <c:pt idx="2020">
                  <c:v>11-09-2021</c:v>
                </c:pt>
                <c:pt idx="2021">
                  <c:v>11-09-2021</c:v>
                </c:pt>
                <c:pt idx="2022">
                  <c:v>11-09-2021</c:v>
                </c:pt>
                <c:pt idx="2023">
                  <c:v>11-09-2021</c:v>
                </c:pt>
                <c:pt idx="2024">
                  <c:v>11-09-2021</c:v>
                </c:pt>
                <c:pt idx="2025">
                  <c:v>11-09-2021</c:v>
                </c:pt>
                <c:pt idx="2026">
                  <c:v>11-09-2021</c:v>
                </c:pt>
                <c:pt idx="2027">
                  <c:v>11-09-2021</c:v>
                </c:pt>
                <c:pt idx="2028">
                  <c:v>11-09-2021</c:v>
                </c:pt>
                <c:pt idx="2029">
                  <c:v>11-09-2021</c:v>
                </c:pt>
                <c:pt idx="2030">
                  <c:v>11-09-2021</c:v>
                </c:pt>
                <c:pt idx="2031">
                  <c:v>11-09-2021</c:v>
                </c:pt>
                <c:pt idx="2032">
                  <c:v>11-09-2021</c:v>
                </c:pt>
                <c:pt idx="2033">
                  <c:v>11-09-2021</c:v>
                </c:pt>
                <c:pt idx="2034">
                  <c:v>11-09-2021</c:v>
                </c:pt>
                <c:pt idx="2035">
                  <c:v>11-09-2021</c:v>
                </c:pt>
                <c:pt idx="2036">
                  <c:v>11-09-2021</c:v>
                </c:pt>
                <c:pt idx="2037">
                  <c:v>11-09-2021</c:v>
                </c:pt>
                <c:pt idx="2038">
                  <c:v>11-09-2021</c:v>
                </c:pt>
                <c:pt idx="2039">
                  <c:v>11-09-2021</c:v>
                </c:pt>
                <c:pt idx="2040">
                  <c:v>11-09-2021</c:v>
                </c:pt>
                <c:pt idx="2041">
                  <c:v>11-09-2021</c:v>
                </c:pt>
                <c:pt idx="2042">
                  <c:v>11-09-2021</c:v>
                </c:pt>
                <c:pt idx="2043">
                  <c:v>11-09-2021</c:v>
                </c:pt>
                <c:pt idx="2044">
                  <c:v>12-09-2021</c:v>
                </c:pt>
                <c:pt idx="2045">
                  <c:v>12-09-2021</c:v>
                </c:pt>
                <c:pt idx="2046">
                  <c:v>12-09-2021</c:v>
                </c:pt>
                <c:pt idx="2047">
                  <c:v>12-09-2021</c:v>
                </c:pt>
                <c:pt idx="2048">
                  <c:v>12-09-2021</c:v>
                </c:pt>
                <c:pt idx="2049">
                  <c:v>12-09-2021</c:v>
                </c:pt>
                <c:pt idx="2050">
                  <c:v>12-09-2021</c:v>
                </c:pt>
                <c:pt idx="2051">
                  <c:v>12-09-2021</c:v>
                </c:pt>
                <c:pt idx="2052">
                  <c:v>12-09-2021</c:v>
                </c:pt>
                <c:pt idx="2053">
                  <c:v>12-09-2021</c:v>
                </c:pt>
                <c:pt idx="2054">
                  <c:v>12-09-2021</c:v>
                </c:pt>
                <c:pt idx="2055">
                  <c:v>12-09-2021</c:v>
                </c:pt>
                <c:pt idx="2056">
                  <c:v>12-09-2021</c:v>
                </c:pt>
                <c:pt idx="2057">
                  <c:v>12-09-2021</c:v>
                </c:pt>
                <c:pt idx="2058">
                  <c:v>12-09-2021</c:v>
                </c:pt>
                <c:pt idx="2059">
                  <c:v>12-09-2021</c:v>
                </c:pt>
                <c:pt idx="2060">
                  <c:v>12-09-2021</c:v>
                </c:pt>
                <c:pt idx="2061">
                  <c:v>12-09-2021</c:v>
                </c:pt>
                <c:pt idx="2062">
                  <c:v>12-09-2021</c:v>
                </c:pt>
                <c:pt idx="2063">
                  <c:v>12-09-2021</c:v>
                </c:pt>
                <c:pt idx="2064">
                  <c:v>12-09-2021</c:v>
                </c:pt>
                <c:pt idx="2065">
                  <c:v>12-09-2021</c:v>
                </c:pt>
                <c:pt idx="2066">
                  <c:v>12-09-2021</c:v>
                </c:pt>
                <c:pt idx="2067">
                  <c:v>12-09-2021</c:v>
                </c:pt>
                <c:pt idx="2068">
                  <c:v>12-09-2021</c:v>
                </c:pt>
                <c:pt idx="2069">
                  <c:v>12-09-2021</c:v>
                </c:pt>
                <c:pt idx="2070">
                  <c:v>12-09-2021</c:v>
                </c:pt>
                <c:pt idx="2071">
                  <c:v>12-09-2021</c:v>
                </c:pt>
                <c:pt idx="2072">
                  <c:v>12-09-2021</c:v>
                </c:pt>
                <c:pt idx="2073">
                  <c:v>12-09-2021</c:v>
                </c:pt>
                <c:pt idx="2074">
                  <c:v>12-09-2021</c:v>
                </c:pt>
                <c:pt idx="2075">
                  <c:v>12-09-2021</c:v>
                </c:pt>
                <c:pt idx="2076">
                  <c:v>12-09-2021</c:v>
                </c:pt>
                <c:pt idx="2077">
                  <c:v>12-09-2021</c:v>
                </c:pt>
                <c:pt idx="2078">
                  <c:v>12-09-2021</c:v>
                </c:pt>
                <c:pt idx="2079">
                  <c:v>12-09-2021</c:v>
                </c:pt>
                <c:pt idx="2080">
                  <c:v>12-09-2021</c:v>
                </c:pt>
                <c:pt idx="2081">
                  <c:v>12-09-2021</c:v>
                </c:pt>
                <c:pt idx="2082">
                  <c:v>12-09-2021</c:v>
                </c:pt>
                <c:pt idx="2083">
                  <c:v>12-09-2021</c:v>
                </c:pt>
                <c:pt idx="2084">
                  <c:v>12-09-2021</c:v>
                </c:pt>
                <c:pt idx="2085">
                  <c:v>12-09-2021</c:v>
                </c:pt>
                <c:pt idx="2086">
                  <c:v>12-09-2021</c:v>
                </c:pt>
                <c:pt idx="2087">
                  <c:v>12-09-2021</c:v>
                </c:pt>
                <c:pt idx="2088">
                  <c:v>13-09-2021</c:v>
                </c:pt>
                <c:pt idx="2089">
                  <c:v>13-09-2021</c:v>
                </c:pt>
                <c:pt idx="2090">
                  <c:v>13-09-2021</c:v>
                </c:pt>
                <c:pt idx="2091">
                  <c:v>13-09-2021</c:v>
                </c:pt>
                <c:pt idx="2092">
                  <c:v>13-09-2021</c:v>
                </c:pt>
                <c:pt idx="2093">
                  <c:v>13-09-2021</c:v>
                </c:pt>
                <c:pt idx="2094">
                  <c:v>13-09-2021</c:v>
                </c:pt>
                <c:pt idx="2095">
                  <c:v>13-09-2021</c:v>
                </c:pt>
                <c:pt idx="2096">
                  <c:v>13-09-2021</c:v>
                </c:pt>
                <c:pt idx="2097">
                  <c:v>13-09-2021</c:v>
                </c:pt>
                <c:pt idx="2098">
                  <c:v>13-09-2021</c:v>
                </c:pt>
                <c:pt idx="2099">
                  <c:v>13-09-2021</c:v>
                </c:pt>
                <c:pt idx="2100">
                  <c:v>13-09-2021</c:v>
                </c:pt>
                <c:pt idx="2101">
                  <c:v>13-09-2021</c:v>
                </c:pt>
                <c:pt idx="2102">
                  <c:v>13-09-2021</c:v>
                </c:pt>
                <c:pt idx="2103">
                  <c:v>13-09-2021</c:v>
                </c:pt>
                <c:pt idx="2104">
                  <c:v>13-09-2021</c:v>
                </c:pt>
                <c:pt idx="2105">
                  <c:v>13-09-2021</c:v>
                </c:pt>
                <c:pt idx="2106">
                  <c:v>13-09-2021</c:v>
                </c:pt>
                <c:pt idx="2107">
                  <c:v>13-09-2021</c:v>
                </c:pt>
                <c:pt idx="2108">
                  <c:v>13-09-2021</c:v>
                </c:pt>
                <c:pt idx="2109">
                  <c:v>13-09-2021</c:v>
                </c:pt>
                <c:pt idx="2110">
                  <c:v>13-09-2021</c:v>
                </c:pt>
                <c:pt idx="2111">
                  <c:v>13-09-2021</c:v>
                </c:pt>
                <c:pt idx="2112">
                  <c:v>13-09-2021</c:v>
                </c:pt>
                <c:pt idx="2113">
                  <c:v>13-09-2021</c:v>
                </c:pt>
                <c:pt idx="2114">
                  <c:v>13-09-2021</c:v>
                </c:pt>
                <c:pt idx="2115">
                  <c:v>13-09-2021</c:v>
                </c:pt>
                <c:pt idx="2116">
                  <c:v>13-09-2021</c:v>
                </c:pt>
                <c:pt idx="2117">
                  <c:v>13-09-2021</c:v>
                </c:pt>
                <c:pt idx="2118">
                  <c:v>13-09-2021</c:v>
                </c:pt>
                <c:pt idx="2119">
                  <c:v>13-09-2021</c:v>
                </c:pt>
                <c:pt idx="2120">
                  <c:v>13-09-2021</c:v>
                </c:pt>
                <c:pt idx="2121">
                  <c:v>13-09-2021</c:v>
                </c:pt>
                <c:pt idx="2122">
                  <c:v>13-09-2021</c:v>
                </c:pt>
                <c:pt idx="2123">
                  <c:v>13-09-2021</c:v>
                </c:pt>
                <c:pt idx="2124">
                  <c:v>13-09-2021</c:v>
                </c:pt>
                <c:pt idx="2125">
                  <c:v>13-09-2021</c:v>
                </c:pt>
                <c:pt idx="2126">
                  <c:v>13-09-2021</c:v>
                </c:pt>
                <c:pt idx="2127">
                  <c:v>13-09-2021</c:v>
                </c:pt>
                <c:pt idx="2128">
                  <c:v>13-09-2021</c:v>
                </c:pt>
                <c:pt idx="2129">
                  <c:v>14-09-2021</c:v>
                </c:pt>
                <c:pt idx="2130">
                  <c:v>14-09-2021</c:v>
                </c:pt>
                <c:pt idx="2131">
                  <c:v>14-09-2021</c:v>
                </c:pt>
                <c:pt idx="2132">
                  <c:v>14-09-2021</c:v>
                </c:pt>
                <c:pt idx="2133">
                  <c:v>14-09-2021</c:v>
                </c:pt>
                <c:pt idx="2134">
                  <c:v>14-09-2021</c:v>
                </c:pt>
                <c:pt idx="2135">
                  <c:v>14-09-2021</c:v>
                </c:pt>
                <c:pt idx="2136">
                  <c:v>14-09-2021</c:v>
                </c:pt>
                <c:pt idx="2137">
                  <c:v>14-09-2021</c:v>
                </c:pt>
                <c:pt idx="2138">
                  <c:v>14-09-2021</c:v>
                </c:pt>
                <c:pt idx="2139">
                  <c:v>14-09-2021</c:v>
                </c:pt>
                <c:pt idx="2140">
                  <c:v>14-09-2021</c:v>
                </c:pt>
                <c:pt idx="2141">
                  <c:v>14-09-2021</c:v>
                </c:pt>
                <c:pt idx="2142">
                  <c:v>14-09-2021</c:v>
                </c:pt>
                <c:pt idx="2143">
                  <c:v>14-09-2021</c:v>
                </c:pt>
                <c:pt idx="2144">
                  <c:v>14-09-2021</c:v>
                </c:pt>
                <c:pt idx="2145">
                  <c:v>14-09-2021</c:v>
                </c:pt>
                <c:pt idx="2146">
                  <c:v>14-09-2021</c:v>
                </c:pt>
                <c:pt idx="2147">
                  <c:v>14-09-2021</c:v>
                </c:pt>
                <c:pt idx="2148">
                  <c:v>14-09-2021</c:v>
                </c:pt>
                <c:pt idx="2149">
                  <c:v>14-09-2021</c:v>
                </c:pt>
                <c:pt idx="2150">
                  <c:v>14-09-2021</c:v>
                </c:pt>
                <c:pt idx="2151">
                  <c:v>14-09-2021</c:v>
                </c:pt>
                <c:pt idx="2152">
                  <c:v>14-09-2021</c:v>
                </c:pt>
                <c:pt idx="2153">
                  <c:v>14-09-2021</c:v>
                </c:pt>
                <c:pt idx="2154">
                  <c:v>14-09-2021</c:v>
                </c:pt>
                <c:pt idx="2155">
                  <c:v>14-09-2021</c:v>
                </c:pt>
                <c:pt idx="2156">
                  <c:v>14-09-2021</c:v>
                </c:pt>
                <c:pt idx="2157">
                  <c:v>14-09-2021</c:v>
                </c:pt>
                <c:pt idx="2158">
                  <c:v>14-09-2021</c:v>
                </c:pt>
                <c:pt idx="2159">
                  <c:v>14-09-2021</c:v>
                </c:pt>
                <c:pt idx="2160">
                  <c:v>14-09-2021</c:v>
                </c:pt>
                <c:pt idx="2161">
                  <c:v>14-09-2021</c:v>
                </c:pt>
                <c:pt idx="2162">
                  <c:v>14-09-2021</c:v>
                </c:pt>
                <c:pt idx="2163">
                  <c:v>14-09-2021</c:v>
                </c:pt>
                <c:pt idx="2164">
                  <c:v>14-09-2021</c:v>
                </c:pt>
                <c:pt idx="2165">
                  <c:v>14-09-2021</c:v>
                </c:pt>
                <c:pt idx="2166">
                  <c:v>14-09-2021</c:v>
                </c:pt>
                <c:pt idx="2167">
                  <c:v>14-09-2021</c:v>
                </c:pt>
                <c:pt idx="2168">
                  <c:v>14-09-2021</c:v>
                </c:pt>
                <c:pt idx="2169">
                  <c:v>14-09-2021</c:v>
                </c:pt>
                <c:pt idx="2170">
                  <c:v>14-09-2021</c:v>
                </c:pt>
                <c:pt idx="2171">
                  <c:v>14-09-2021</c:v>
                </c:pt>
                <c:pt idx="2172">
                  <c:v>14-09-2021</c:v>
                </c:pt>
                <c:pt idx="2173">
                  <c:v>14-09-2021</c:v>
                </c:pt>
                <c:pt idx="2174">
                  <c:v>14-09-2021</c:v>
                </c:pt>
                <c:pt idx="2175">
                  <c:v>14-09-2021</c:v>
                </c:pt>
                <c:pt idx="2176">
                  <c:v>14-09-2021</c:v>
                </c:pt>
                <c:pt idx="2177">
                  <c:v>14-09-2021</c:v>
                </c:pt>
                <c:pt idx="2178">
                  <c:v>14-09-2021</c:v>
                </c:pt>
                <c:pt idx="2179">
                  <c:v>14-09-2021</c:v>
                </c:pt>
                <c:pt idx="2180">
                  <c:v>14-09-2021</c:v>
                </c:pt>
                <c:pt idx="2181">
                  <c:v>14-09-2021</c:v>
                </c:pt>
                <c:pt idx="2182">
                  <c:v>14-09-2021</c:v>
                </c:pt>
                <c:pt idx="2183">
                  <c:v>14-09-2021</c:v>
                </c:pt>
                <c:pt idx="2184">
                  <c:v>15-09-2021</c:v>
                </c:pt>
                <c:pt idx="2185">
                  <c:v>15-09-2021</c:v>
                </c:pt>
                <c:pt idx="2186">
                  <c:v>15-09-2021</c:v>
                </c:pt>
                <c:pt idx="2187">
                  <c:v>15-09-2021</c:v>
                </c:pt>
                <c:pt idx="2188">
                  <c:v>15-09-2021</c:v>
                </c:pt>
                <c:pt idx="2189">
                  <c:v>15-09-2021</c:v>
                </c:pt>
                <c:pt idx="2190">
                  <c:v>15-09-2021</c:v>
                </c:pt>
                <c:pt idx="2191">
                  <c:v>15-09-2021</c:v>
                </c:pt>
                <c:pt idx="2192">
                  <c:v>15-09-2021</c:v>
                </c:pt>
                <c:pt idx="2193">
                  <c:v>15-09-2021</c:v>
                </c:pt>
                <c:pt idx="2194">
                  <c:v>15-09-2021</c:v>
                </c:pt>
                <c:pt idx="2195">
                  <c:v>15-09-2021</c:v>
                </c:pt>
                <c:pt idx="2196">
                  <c:v>15-09-2021</c:v>
                </c:pt>
                <c:pt idx="2197">
                  <c:v>15-09-2021</c:v>
                </c:pt>
                <c:pt idx="2198">
                  <c:v>15-09-2021</c:v>
                </c:pt>
                <c:pt idx="2199">
                  <c:v>15-09-2021</c:v>
                </c:pt>
                <c:pt idx="2200">
                  <c:v>15-09-2021</c:v>
                </c:pt>
                <c:pt idx="2201">
                  <c:v>15-09-2021</c:v>
                </c:pt>
                <c:pt idx="2202">
                  <c:v>15-09-2021</c:v>
                </c:pt>
                <c:pt idx="2203">
                  <c:v>15-09-2021</c:v>
                </c:pt>
                <c:pt idx="2204">
                  <c:v>15-09-2021</c:v>
                </c:pt>
                <c:pt idx="2205">
                  <c:v>15-09-2021</c:v>
                </c:pt>
                <c:pt idx="2206">
                  <c:v>15-09-2021</c:v>
                </c:pt>
                <c:pt idx="2207">
                  <c:v>15-09-2021</c:v>
                </c:pt>
                <c:pt idx="2208">
                  <c:v>15-09-2021</c:v>
                </c:pt>
                <c:pt idx="2209">
                  <c:v>15-09-2021</c:v>
                </c:pt>
                <c:pt idx="2210">
                  <c:v>15-09-2021</c:v>
                </c:pt>
                <c:pt idx="2211">
                  <c:v>15-09-2021</c:v>
                </c:pt>
                <c:pt idx="2212">
                  <c:v>15-09-2021</c:v>
                </c:pt>
                <c:pt idx="2213">
                  <c:v>15-09-2021</c:v>
                </c:pt>
                <c:pt idx="2214">
                  <c:v>15-09-2021</c:v>
                </c:pt>
                <c:pt idx="2215">
                  <c:v>15-09-2021</c:v>
                </c:pt>
                <c:pt idx="2216">
                  <c:v>15-09-2021</c:v>
                </c:pt>
                <c:pt idx="2217">
                  <c:v>15-09-2021</c:v>
                </c:pt>
                <c:pt idx="2218">
                  <c:v>15-09-2021</c:v>
                </c:pt>
                <c:pt idx="2219">
                  <c:v>15-09-2021</c:v>
                </c:pt>
                <c:pt idx="2220">
                  <c:v>15-09-2021</c:v>
                </c:pt>
                <c:pt idx="2221">
                  <c:v>15-09-2021</c:v>
                </c:pt>
                <c:pt idx="2222">
                  <c:v>15-09-2021</c:v>
                </c:pt>
                <c:pt idx="2223">
                  <c:v>15-09-2021</c:v>
                </c:pt>
                <c:pt idx="2224">
                  <c:v>15-09-2021</c:v>
                </c:pt>
                <c:pt idx="2225">
                  <c:v>15-09-2021</c:v>
                </c:pt>
                <c:pt idx="2226">
                  <c:v>15-09-2021</c:v>
                </c:pt>
                <c:pt idx="2227">
                  <c:v>15-09-2021</c:v>
                </c:pt>
                <c:pt idx="2228">
                  <c:v>15-09-2021</c:v>
                </c:pt>
                <c:pt idx="2229">
                  <c:v>15-09-2021</c:v>
                </c:pt>
                <c:pt idx="2230">
                  <c:v>15-09-2021</c:v>
                </c:pt>
                <c:pt idx="2231">
                  <c:v>15-09-2021</c:v>
                </c:pt>
                <c:pt idx="2232">
                  <c:v>15-09-2021</c:v>
                </c:pt>
                <c:pt idx="2233">
                  <c:v>15-09-2021</c:v>
                </c:pt>
                <c:pt idx="2234">
                  <c:v>15-09-2021</c:v>
                </c:pt>
                <c:pt idx="2235">
                  <c:v>15-09-2021</c:v>
                </c:pt>
                <c:pt idx="2236">
                  <c:v>15-09-2021</c:v>
                </c:pt>
                <c:pt idx="2237">
                  <c:v>15-09-2021</c:v>
                </c:pt>
                <c:pt idx="2238">
                  <c:v>15-09-2021</c:v>
                </c:pt>
                <c:pt idx="2239">
                  <c:v>15-09-2021</c:v>
                </c:pt>
                <c:pt idx="2240">
                  <c:v>15-09-2021</c:v>
                </c:pt>
                <c:pt idx="2241">
                  <c:v>15-09-2021</c:v>
                </c:pt>
                <c:pt idx="2242">
                  <c:v>16-09-2021</c:v>
                </c:pt>
                <c:pt idx="2243">
                  <c:v>16-09-2021</c:v>
                </c:pt>
                <c:pt idx="2244">
                  <c:v>16-09-2021</c:v>
                </c:pt>
                <c:pt idx="2245">
                  <c:v>16-09-2021</c:v>
                </c:pt>
                <c:pt idx="2246">
                  <c:v>16-09-2021</c:v>
                </c:pt>
                <c:pt idx="2247">
                  <c:v>16-09-2021</c:v>
                </c:pt>
                <c:pt idx="2248">
                  <c:v>16-09-2021</c:v>
                </c:pt>
                <c:pt idx="2249">
                  <c:v>16-09-2021</c:v>
                </c:pt>
                <c:pt idx="2250">
                  <c:v>16-09-2021</c:v>
                </c:pt>
                <c:pt idx="2251">
                  <c:v>16-09-2021</c:v>
                </c:pt>
                <c:pt idx="2252">
                  <c:v>16-09-2021</c:v>
                </c:pt>
                <c:pt idx="2253">
                  <c:v>16-09-2021</c:v>
                </c:pt>
                <c:pt idx="2254">
                  <c:v>16-09-2021</c:v>
                </c:pt>
                <c:pt idx="2255">
                  <c:v>16-09-2021</c:v>
                </c:pt>
                <c:pt idx="2256">
                  <c:v>16-09-2021</c:v>
                </c:pt>
                <c:pt idx="2257">
                  <c:v>16-09-2021</c:v>
                </c:pt>
                <c:pt idx="2258">
                  <c:v>16-09-2021</c:v>
                </c:pt>
                <c:pt idx="2259">
                  <c:v>16-09-2021</c:v>
                </c:pt>
                <c:pt idx="2260">
                  <c:v>16-09-2021</c:v>
                </c:pt>
                <c:pt idx="2261">
                  <c:v>16-09-2021</c:v>
                </c:pt>
                <c:pt idx="2262">
                  <c:v>16-09-2021</c:v>
                </c:pt>
                <c:pt idx="2263">
                  <c:v>16-09-2021</c:v>
                </c:pt>
                <c:pt idx="2264">
                  <c:v>16-09-2021</c:v>
                </c:pt>
                <c:pt idx="2265">
                  <c:v>16-09-2021</c:v>
                </c:pt>
                <c:pt idx="2266">
                  <c:v>16-09-2021</c:v>
                </c:pt>
                <c:pt idx="2267">
                  <c:v>16-09-2021</c:v>
                </c:pt>
                <c:pt idx="2268">
                  <c:v>16-09-2021</c:v>
                </c:pt>
                <c:pt idx="2269">
                  <c:v>16-09-2021</c:v>
                </c:pt>
                <c:pt idx="2270">
                  <c:v>16-09-2021</c:v>
                </c:pt>
                <c:pt idx="2271">
                  <c:v>16-09-2021</c:v>
                </c:pt>
                <c:pt idx="2272">
                  <c:v>16-09-2021</c:v>
                </c:pt>
                <c:pt idx="2273">
                  <c:v>16-09-2021</c:v>
                </c:pt>
                <c:pt idx="2274">
                  <c:v>16-09-2021</c:v>
                </c:pt>
                <c:pt idx="2275">
                  <c:v>16-09-2021</c:v>
                </c:pt>
                <c:pt idx="2276">
                  <c:v>16-09-2021</c:v>
                </c:pt>
                <c:pt idx="2277">
                  <c:v>16-09-2021</c:v>
                </c:pt>
                <c:pt idx="2278">
                  <c:v>16-09-2021</c:v>
                </c:pt>
                <c:pt idx="2279">
                  <c:v>16-09-2021</c:v>
                </c:pt>
                <c:pt idx="2280">
                  <c:v>16-09-2021</c:v>
                </c:pt>
                <c:pt idx="2281">
                  <c:v>16-09-2021</c:v>
                </c:pt>
                <c:pt idx="2282">
                  <c:v>16-09-2021</c:v>
                </c:pt>
                <c:pt idx="2283">
                  <c:v>16-09-2021</c:v>
                </c:pt>
                <c:pt idx="2284">
                  <c:v>16-09-2021</c:v>
                </c:pt>
                <c:pt idx="2285">
                  <c:v>16-09-2021</c:v>
                </c:pt>
                <c:pt idx="2286">
                  <c:v>16-09-2021</c:v>
                </c:pt>
                <c:pt idx="2287">
                  <c:v>16-09-2021</c:v>
                </c:pt>
                <c:pt idx="2288">
                  <c:v>16-09-2021</c:v>
                </c:pt>
                <c:pt idx="2289">
                  <c:v>16-09-2021</c:v>
                </c:pt>
                <c:pt idx="2290">
                  <c:v>16-09-2021</c:v>
                </c:pt>
                <c:pt idx="2291">
                  <c:v>16-09-2021</c:v>
                </c:pt>
                <c:pt idx="2292">
                  <c:v>16-09-2021</c:v>
                </c:pt>
                <c:pt idx="2293">
                  <c:v>16-09-2021</c:v>
                </c:pt>
                <c:pt idx="2294">
                  <c:v>16-09-2021</c:v>
                </c:pt>
                <c:pt idx="2295">
                  <c:v>16-09-2021</c:v>
                </c:pt>
                <c:pt idx="2296">
                  <c:v>16-09-2021</c:v>
                </c:pt>
                <c:pt idx="2297">
                  <c:v>16-09-2021</c:v>
                </c:pt>
                <c:pt idx="2298">
                  <c:v>16-09-2021</c:v>
                </c:pt>
                <c:pt idx="2299">
                  <c:v>16-09-2021</c:v>
                </c:pt>
                <c:pt idx="2300">
                  <c:v>17-09-2021</c:v>
                </c:pt>
                <c:pt idx="2301">
                  <c:v>17-09-2021</c:v>
                </c:pt>
                <c:pt idx="2302">
                  <c:v>17-09-2021</c:v>
                </c:pt>
                <c:pt idx="2303">
                  <c:v>17-09-2021</c:v>
                </c:pt>
                <c:pt idx="2304">
                  <c:v>17-09-2021</c:v>
                </c:pt>
                <c:pt idx="2305">
                  <c:v>17-09-2021</c:v>
                </c:pt>
                <c:pt idx="2306">
                  <c:v>17-09-2021</c:v>
                </c:pt>
                <c:pt idx="2307">
                  <c:v>17-09-2021</c:v>
                </c:pt>
                <c:pt idx="2308">
                  <c:v>17-09-2021</c:v>
                </c:pt>
                <c:pt idx="2309">
                  <c:v>17-09-2021</c:v>
                </c:pt>
                <c:pt idx="2310">
                  <c:v>17-09-2021</c:v>
                </c:pt>
                <c:pt idx="2311">
                  <c:v>17-09-2021</c:v>
                </c:pt>
                <c:pt idx="2312">
                  <c:v>17-09-2021</c:v>
                </c:pt>
                <c:pt idx="2313">
                  <c:v>17-09-2021</c:v>
                </c:pt>
                <c:pt idx="2314">
                  <c:v>17-09-2021</c:v>
                </c:pt>
                <c:pt idx="2315">
                  <c:v>17-09-2021</c:v>
                </c:pt>
                <c:pt idx="2316">
                  <c:v>17-09-2021</c:v>
                </c:pt>
                <c:pt idx="2317">
                  <c:v>17-09-2021</c:v>
                </c:pt>
                <c:pt idx="2318">
                  <c:v>17-09-2021</c:v>
                </c:pt>
                <c:pt idx="2319">
                  <c:v>17-09-2021</c:v>
                </c:pt>
                <c:pt idx="2320">
                  <c:v>17-09-2021</c:v>
                </c:pt>
                <c:pt idx="2321">
                  <c:v>17-09-2021</c:v>
                </c:pt>
                <c:pt idx="2322">
                  <c:v>17-09-2021</c:v>
                </c:pt>
                <c:pt idx="2323">
                  <c:v>17-09-2021</c:v>
                </c:pt>
                <c:pt idx="2324">
                  <c:v>17-09-2021</c:v>
                </c:pt>
                <c:pt idx="2325">
                  <c:v>17-09-2021</c:v>
                </c:pt>
                <c:pt idx="2326">
                  <c:v>17-09-2021</c:v>
                </c:pt>
                <c:pt idx="2327">
                  <c:v>17-09-2021</c:v>
                </c:pt>
                <c:pt idx="2328">
                  <c:v>17-09-2021</c:v>
                </c:pt>
                <c:pt idx="2329">
                  <c:v>17-09-2021</c:v>
                </c:pt>
                <c:pt idx="2330">
                  <c:v>17-09-2021</c:v>
                </c:pt>
                <c:pt idx="2331">
                  <c:v>17-09-2021</c:v>
                </c:pt>
                <c:pt idx="2332">
                  <c:v>17-09-2021</c:v>
                </c:pt>
                <c:pt idx="2333">
                  <c:v>17-09-2021</c:v>
                </c:pt>
                <c:pt idx="2334">
                  <c:v>17-09-2021</c:v>
                </c:pt>
                <c:pt idx="2335">
                  <c:v>17-09-2021</c:v>
                </c:pt>
                <c:pt idx="2336">
                  <c:v>17-09-2021</c:v>
                </c:pt>
                <c:pt idx="2337">
                  <c:v>17-09-2021</c:v>
                </c:pt>
                <c:pt idx="2338">
                  <c:v>17-09-2021</c:v>
                </c:pt>
                <c:pt idx="2339">
                  <c:v>17-09-2021</c:v>
                </c:pt>
                <c:pt idx="2340">
                  <c:v>17-09-2021</c:v>
                </c:pt>
                <c:pt idx="2341">
                  <c:v>17-09-2021</c:v>
                </c:pt>
                <c:pt idx="2342">
                  <c:v>17-09-2021</c:v>
                </c:pt>
                <c:pt idx="2343">
                  <c:v>17-09-2021</c:v>
                </c:pt>
                <c:pt idx="2344">
                  <c:v>17-09-2021</c:v>
                </c:pt>
                <c:pt idx="2345">
                  <c:v>17-09-2021</c:v>
                </c:pt>
                <c:pt idx="2346">
                  <c:v>17-09-2021</c:v>
                </c:pt>
                <c:pt idx="2347">
                  <c:v>17-09-2021</c:v>
                </c:pt>
                <c:pt idx="2348">
                  <c:v>17-09-2021</c:v>
                </c:pt>
                <c:pt idx="2349">
                  <c:v>17-09-2021</c:v>
                </c:pt>
                <c:pt idx="2350">
                  <c:v>17-09-2021</c:v>
                </c:pt>
                <c:pt idx="2351">
                  <c:v>17-09-2021</c:v>
                </c:pt>
                <c:pt idx="2352">
                  <c:v>17-09-2021</c:v>
                </c:pt>
                <c:pt idx="2353">
                  <c:v>17-09-2021</c:v>
                </c:pt>
                <c:pt idx="2354">
                  <c:v>17-09-2021</c:v>
                </c:pt>
                <c:pt idx="2355">
                  <c:v>17-09-2021</c:v>
                </c:pt>
                <c:pt idx="2356">
                  <c:v>18-09-2021</c:v>
                </c:pt>
                <c:pt idx="2357">
                  <c:v>18-09-2021</c:v>
                </c:pt>
                <c:pt idx="2358">
                  <c:v>18-09-2021</c:v>
                </c:pt>
                <c:pt idx="2359">
                  <c:v>18-09-2021</c:v>
                </c:pt>
                <c:pt idx="2360">
                  <c:v>18-09-2021</c:v>
                </c:pt>
                <c:pt idx="2361">
                  <c:v>18-09-2021</c:v>
                </c:pt>
                <c:pt idx="2362">
                  <c:v>18-09-2021</c:v>
                </c:pt>
                <c:pt idx="2363">
                  <c:v>18-09-2021</c:v>
                </c:pt>
                <c:pt idx="2364">
                  <c:v>18-09-2021</c:v>
                </c:pt>
                <c:pt idx="2365">
                  <c:v>18-09-2021</c:v>
                </c:pt>
                <c:pt idx="2366">
                  <c:v>18-09-2021</c:v>
                </c:pt>
                <c:pt idx="2367">
                  <c:v>18-09-2021</c:v>
                </c:pt>
                <c:pt idx="2368">
                  <c:v>18-09-2021</c:v>
                </c:pt>
                <c:pt idx="2369">
                  <c:v>18-09-2021</c:v>
                </c:pt>
                <c:pt idx="2370">
                  <c:v>18-09-2021</c:v>
                </c:pt>
                <c:pt idx="2371">
                  <c:v>18-09-2021</c:v>
                </c:pt>
                <c:pt idx="2372">
                  <c:v>18-09-2021</c:v>
                </c:pt>
                <c:pt idx="2373">
                  <c:v>18-09-2021</c:v>
                </c:pt>
                <c:pt idx="2374">
                  <c:v>18-09-2021</c:v>
                </c:pt>
                <c:pt idx="2375">
                  <c:v>18-09-2021</c:v>
                </c:pt>
                <c:pt idx="2376">
                  <c:v>18-09-2021</c:v>
                </c:pt>
                <c:pt idx="2377">
                  <c:v>18-09-2021</c:v>
                </c:pt>
                <c:pt idx="2378">
                  <c:v>18-09-2021</c:v>
                </c:pt>
                <c:pt idx="2379">
                  <c:v>18-09-2021</c:v>
                </c:pt>
                <c:pt idx="2380">
                  <c:v>18-09-2021</c:v>
                </c:pt>
                <c:pt idx="2381">
                  <c:v>18-09-2021</c:v>
                </c:pt>
                <c:pt idx="2382">
                  <c:v>18-09-2021</c:v>
                </c:pt>
                <c:pt idx="2383">
                  <c:v>18-09-2021</c:v>
                </c:pt>
                <c:pt idx="2384">
                  <c:v>18-09-2021</c:v>
                </c:pt>
                <c:pt idx="2385">
                  <c:v>18-09-2021</c:v>
                </c:pt>
                <c:pt idx="2386">
                  <c:v>18-09-2021</c:v>
                </c:pt>
                <c:pt idx="2387">
                  <c:v>18-09-2021</c:v>
                </c:pt>
                <c:pt idx="2388">
                  <c:v>18-09-2021</c:v>
                </c:pt>
                <c:pt idx="2389">
                  <c:v>18-09-2021</c:v>
                </c:pt>
                <c:pt idx="2390">
                  <c:v>18-09-2021</c:v>
                </c:pt>
                <c:pt idx="2391">
                  <c:v>18-09-2021</c:v>
                </c:pt>
                <c:pt idx="2392">
                  <c:v>18-09-2021</c:v>
                </c:pt>
                <c:pt idx="2393">
                  <c:v>18-09-2021</c:v>
                </c:pt>
                <c:pt idx="2394">
                  <c:v>18-09-2021</c:v>
                </c:pt>
                <c:pt idx="2395">
                  <c:v>18-09-2021</c:v>
                </c:pt>
                <c:pt idx="2396">
                  <c:v>18-09-2021</c:v>
                </c:pt>
                <c:pt idx="2397">
                  <c:v>18-09-2021</c:v>
                </c:pt>
                <c:pt idx="2398">
                  <c:v>18-09-2021</c:v>
                </c:pt>
                <c:pt idx="2399">
                  <c:v>18-09-2021</c:v>
                </c:pt>
                <c:pt idx="2400">
                  <c:v>18-09-2021</c:v>
                </c:pt>
                <c:pt idx="2401">
                  <c:v>18-09-2021</c:v>
                </c:pt>
                <c:pt idx="2402">
                  <c:v>18-09-2021</c:v>
                </c:pt>
                <c:pt idx="2403">
                  <c:v>18-09-2021</c:v>
                </c:pt>
                <c:pt idx="2404">
                  <c:v>18-09-2021</c:v>
                </c:pt>
                <c:pt idx="2405">
                  <c:v>18-09-2021</c:v>
                </c:pt>
                <c:pt idx="2406">
                  <c:v>18-09-2021</c:v>
                </c:pt>
                <c:pt idx="2407">
                  <c:v>18-09-2021</c:v>
                </c:pt>
                <c:pt idx="2408">
                  <c:v>18-09-2021</c:v>
                </c:pt>
                <c:pt idx="2409">
                  <c:v>18-09-2021</c:v>
                </c:pt>
                <c:pt idx="2410">
                  <c:v>18-09-2021</c:v>
                </c:pt>
                <c:pt idx="2411">
                  <c:v>18-09-2021</c:v>
                </c:pt>
                <c:pt idx="2412">
                  <c:v>18-09-2021</c:v>
                </c:pt>
                <c:pt idx="2413">
                  <c:v>18-09-2021</c:v>
                </c:pt>
                <c:pt idx="2414">
                  <c:v>19-09-2021</c:v>
                </c:pt>
                <c:pt idx="2415">
                  <c:v>19-09-2021</c:v>
                </c:pt>
                <c:pt idx="2416">
                  <c:v>19-09-2021</c:v>
                </c:pt>
                <c:pt idx="2417">
                  <c:v>19-09-2021</c:v>
                </c:pt>
                <c:pt idx="2418">
                  <c:v>19-09-2021</c:v>
                </c:pt>
                <c:pt idx="2419">
                  <c:v>19-09-2021</c:v>
                </c:pt>
                <c:pt idx="2420">
                  <c:v>19-09-2021</c:v>
                </c:pt>
                <c:pt idx="2421">
                  <c:v>19-09-2021</c:v>
                </c:pt>
                <c:pt idx="2422">
                  <c:v>19-09-2021</c:v>
                </c:pt>
                <c:pt idx="2423">
                  <c:v>19-09-2021</c:v>
                </c:pt>
                <c:pt idx="2424">
                  <c:v>19-09-2021</c:v>
                </c:pt>
                <c:pt idx="2425">
                  <c:v>19-09-2021</c:v>
                </c:pt>
                <c:pt idx="2426">
                  <c:v>19-09-2021</c:v>
                </c:pt>
                <c:pt idx="2427">
                  <c:v>19-09-2021</c:v>
                </c:pt>
                <c:pt idx="2428">
                  <c:v>19-09-2021</c:v>
                </c:pt>
                <c:pt idx="2429">
                  <c:v>19-09-2021</c:v>
                </c:pt>
                <c:pt idx="2430">
                  <c:v>19-09-2021</c:v>
                </c:pt>
                <c:pt idx="2431">
                  <c:v>19-09-2021</c:v>
                </c:pt>
                <c:pt idx="2432">
                  <c:v>19-09-2021</c:v>
                </c:pt>
                <c:pt idx="2433">
                  <c:v>19-09-2021</c:v>
                </c:pt>
                <c:pt idx="2434">
                  <c:v>19-09-2021</c:v>
                </c:pt>
                <c:pt idx="2435">
                  <c:v>19-09-2021</c:v>
                </c:pt>
                <c:pt idx="2436">
                  <c:v>19-09-2021</c:v>
                </c:pt>
                <c:pt idx="2437">
                  <c:v>19-09-2021</c:v>
                </c:pt>
                <c:pt idx="2438">
                  <c:v>19-09-2021</c:v>
                </c:pt>
                <c:pt idx="2439">
                  <c:v>19-09-2021</c:v>
                </c:pt>
                <c:pt idx="2440">
                  <c:v>19-09-2021</c:v>
                </c:pt>
                <c:pt idx="2441">
                  <c:v>19-09-2021</c:v>
                </c:pt>
                <c:pt idx="2442">
                  <c:v>19-09-2021</c:v>
                </c:pt>
                <c:pt idx="2443">
                  <c:v>19-09-2021</c:v>
                </c:pt>
                <c:pt idx="2444">
                  <c:v>19-09-2021</c:v>
                </c:pt>
                <c:pt idx="2445">
                  <c:v>19-09-2021</c:v>
                </c:pt>
                <c:pt idx="2446">
                  <c:v>19-09-2021</c:v>
                </c:pt>
                <c:pt idx="2447">
                  <c:v>19-09-2021</c:v>
                </c:pt>
                <c:pt idx="2448">
                  <c:v>19-09-2021</c:v>
                </c:pt>
                <c:pt idx="2449">
                  <c:v>19-09-2021</c:v>
                </c:pt>
                <c:pt idx="2450">
                  <c:v>19-09-2021</c:v>
                </c:pt>
                <c:pt idx="2451">
                  <c:v>19-09-2021</c:v>
                </c:pt>
                <c:pt idx="2452">
                  <c:v>19-09-2021</c:v>
                </c:pt>
                <c:pt idx="2453">
                  <c:v>19-09-2021</c:v>
                </c:pt>
                <c:pt idx="2454">
                  <c:v>19-09-2021</c:v>
                </c:pt>
                <c:pt idx="2455">
                  <c:v>19-09-2021</c:v>
                </c:pt>
                <c:pt idx="2456">
                  <c:v>19-09-2021</c:v>
                </c:pt>
                <c:pt idx="2457">
                  <c:v>19-09-2021</c:v>
                </c:pt>
                <c:pt idx="2458">
                  <c:v>19-09-2021</c:v>
                </c:pt>
                <c:pt idx="2459">
                  <c:v>19-09-2021</c:v>
                </c:pt>
                <c:pt idx="2460">
                  <c:v>19-09-2021</c:v>
                </c:pt>
                <c:pt idx="2461">
                  <c:v>20-09-2021</c:v>
                </c:pt>
                <c:pt idx="2462">
                  <c:v>20-09-2021</c:v>
                </c:pt>
                <c:pt idx="2463">
                  <c:v>20-09-2021</c:v>
                </c:pt>
                <c:pt idx="2464">
                  <c:v>20-09-2021</c:v>
                </c:pt>
                <c:pt idx="2465">
                  <c:v>20-09-2021</c:v>
                </c:pt>
                <c:pt idx="2466">
                  <c:v>20-09-2021</c:v>
                </c:pt>
                <c:pt idx="2467">
                  <c:v>20-09-2021</c:v>
                </c:pt>
                <c:pt idx="2468">
                  <c:v>20-09-2021</c:v>
                </c:pt>
                <c:pt idx="2469">
                  <c:v>20-09-2021</c:v>
                </c:pt>
                <c:pt idx="2470">
                  <c:v>20-09-2021</c:v>
                </c:pt>
                <c:pt idx="2471">
                  <c:v>20-09-2021</c:v>
                </c:pt>
                <c:pt idx="2472">
                  <c:v>20-09-2021</c:v>
                </c:pt>
                <c:pt idx="2473">
                  <c:v>20-09-2021</c:v>
                </c:pt>
                <c:pt idx="2474">
                  <c:v>20-09-2021</c:v>
                </c:pt>
                <c:pt idx="2475">
                  <c:v>20-09-2021</c:v>
                </c:pt>
                <c:pt idx="2476">
                  <c:v>20-09-2021</c:v>
                </c:pt>
                <c:pt idx="2477">
                  <c:v>20-09-2021</c:v>
                </c:pt>
                <c:pt idx="2478">
                  <c:v>20-09-2021</c:v>
                </c:pt>
                <c:pt idx="2479">
                  <c:v>20-09-2021</c:v>
                </c:pt>
                <c:pt idx="2480">
                  <c:v>20-09-2021</c:v>
                </c:pt>
                <c:pt idx="2481">
                  <c:v>20-09-2021</c:v>
                </c:pt>
                <c:pt idx="2482">
                  <c:v>20-09-2021</c:v>
                </c:pt>
                <c:pt idx="2483">
                  <c:v>20-09-2021</c:v>
                </c:pt>
                <c:pt idx="2484">
                  <c:v>20-09-2021</c:v>
                </c:pt>
                <c:pt idx="2485">
                  <c:v>20-09-2021</c:v>
                </c:pt>
                <c:pt idx="2486">
                  <c:v>20-09-2021</c:v>
                </c:pt>
                <c:pt idx="2487">
                  <c:v>20-09-2021</c:v>
                </c:pt>
                <c:pt idx="2488">
                  <c:v>20-09-2021</c:v>
                </c:pt>
                <c:pt idx="2489">
                  <c:v>20-09-2021</c:v>
                </c:pt>
                <c:pt idx="2490">
                  <c:v>20-09-2021</c:v>
                </c:pt>
                <c:pt idx="2491">
                  <c:v>20-09-2021</c:v>
                </c:pt>
                <c:pt idx="2492">
                  <c:v>20-09-2021</c:v>
                </c:pt>
                <c:pt idx="2493">
                  <c:v>20-09-2021</c:v>
                </c:pt>
                <c:pt idx="2494">
                  <c:v>20-09-2021</c:v>
                </c:pt>
                <c:pt idx="2495">
                  <c:v>20-09-2021</c:v>
                </c:pt>
                <c:pt idx="2496">
                  <c:v>20-09-2021</c:v>
                </c:pt>
                <c:pt idx="2497">
                  <c:v>20-09-2021</c:v>
                </c:pt>
                <c:pt idx="2498">
                  <c:v>20-09-2021</c:v>
                </c:pt>
                <c:pt idx="2499">
                  <c:v>20-09-2021</c:v>
                </c:pt>
                <c:pt idx="2500">
                  <c:v>20-09-2021</c:v>
                </c:pt>
                <c:pt idx="2501">
                  <c:v>20-09-2021</c:v>
                </c:pt>
                <c:pt idx="2502">
                  <c:v>20-09-2021</c:v>
                </c:pt>
                <c:pt idx="2503">
                  <c:v>20-09-2021</c:v>
                </c:pt>
                <c:pt idx="2504">
                  <c:v>20-09-2021</c:v>
                </c:pt>
                <c:pt idx="2505">
                  <c:v>20-09-2021</c:v>
                </c:pt>
                <c:pt idx="2506">
                  <c:v>20-09-2021</c:v>
                </c:pt>
                <c:pt idx="2507">
                  <c:v>20-09-2021</c:v>
                </c:pt>
                <c:pt idx="2508">
                  <c:v>20-09-2021</c:v>
                </c:pt>
                <c:pt idx="2509">
                  <c:v>20-09-2021</c:v>
                </c:pt>
                <c:pt idx="2510">
                  <c:v>21-09-2021</c:v>
                </c:pt>
                <c:pt idx="2511">
                  <c:v>21-09-2021</c:v>
                </c:pt>
                <c:pt idx="2512">
                  <c:v>21-09-2021</c:v>
                </c:pt>
                <c:pt idx="2513">
                  <c:v>21-09-2021</c:v>
                </c:pt>
                <c:pt idx="2514">
                  <c:v>21-09-2021</c:v>
                </c:pt>
                <c:pt idx="2515">
                  <c:v>21-09-2021</c:v>
                </c:pt>
                <c:pt idx="2516">
                  <c:v>21-09-2021</c:v>
                </c:pt>
                <c:pt idx="2517">
                  <c:v>21-09-2021</c:v>
                </c:pt>
                <c:pt idx="2518">
                  <c:v>21-09-2021</c:v>
                </c:pt>
                <c:pt idx="2519">
                  <c:v>21-09-2021</c:v>
                </c:pt>
                <c:pt idx="2520">
                  <c:v>21-09-2021</c:v>
                </c:pt>
                <c:pt idx="2521">
                  <c:v>21-09-2021</c:v>
                </c:pt>
                <c:pt idx="2522">
                  <c:v>21-09-2021</c:v>
                </c:pt>
                <c:pt idx="2523">
                  <c:v>21-09-2021</c:v>
                </c:pt>
                <c:pt idx="2524">
                  <c:v>21-09-2021</c:v>
                </c:pt>
                <c:pt idx="2525">
                  <c:v>21-09-2021</c:v>
                </c:pt>
                <c:pt idx="2526">
                  <c:v>21-09-2021</c:v>
                </c:pt>
                <c:pt idx="2527">
                  <c:v>21-09-2021</c:v>
                </c:pt>
                <c:pt idx="2528">
                  <c:v>21-09-2021</c:v>
                </c:pt>
                <c:pt idx="2529">
                  <c:v>21-09-2021</c:v>
                </c:pt>
                <c:pt idx="2530">
                  <c:v>21-09-2021</c:v>
                </c:pt>
                <c:pt idx="2531">
                  <c:v>21-09-2021</c:v>
                </c:pt>
                <c:pt idx="2532">
                  <c:v>21-09-2021</c:v>
                </c:pt>
                <c:pt idx="2533">
                  <c:v>21-09-2021</c:v>
                </c:pt>
                <c:pt idx="2534">
                  <c:v>21-09-2021</c:v>
                </c:pt>
                <c:pt idx="2535">
                  <c:v>21-09-2021</c:v>
                </c:pt>
                <c:pt idx="2536">
                  <c:v>21-09-2021</c:v>
                </c:pt>
                <c:pt idx="2537">
                  <c:v>21-09-2021</c:v>
                </c:pt>
                <c:pt idx="2538">
                  <c:v>21-09-2021</c:v>
                </c:pt>
                <c:pt idx="2539">
                  <c:v>21-09-2021</c:v>
                </c:pt>
                <c:pt idx="2540">
                  <c:v>21-09-2021</c:v>
                </c:pt>
                <c:pt idx="2541">
                  <c:v>21-09-2021</c:v>
                </c:pt>
                <c:pt idx="2542">
                  <c:v>21-09-2021</c:v>
                </c:pt>
                <c:pt idx="2543">
                  <c:v>21-09-2021</c:v>
                </c:pt>
                <c:pt idx="2544">
                  <c:v>21-09-2021</c:v>
                </c:pt>
                <c:pt idx="2545">
                  <c:v>21-09-2021</c:v>
                </c:pt>
                <c:pt idx="2546">
                  <c:v>21-09-2021</c:v>
                </c:pt>
                <c:pt idx="2547">
                  <c:v>21-09-2021</c:v>
                </c:pt>
                <c:pt idx="2548">
                  <c:v>21-09-2021</c:v>
                </c:pt>
                <c:pt idx="2549">
                  <c:v>21-09-2021</c:v>
                </c:pt>
                <c:pt idx="2550">
                  <c:v>21-09-2021</c:v>
                </c:pt>
                <c:pt idx="2551">
                  <c:v>21-09-2021</c:v>
                </c:pt>
                <c:pt idx="2552">
                  <c:v>21-09-2021</c:v>
                </c:pt>
                <c:pt idx="2553">
                  <c:v>21-09-2021</c:v>
                </c:pt>
                <c:pt idx="2554">
                  <c:v>21-09-2021</c:v>
                </c:pt>
                <c:pt idx="2555">
                  <c:v>21-09-2021</c:v>
                </c:pt>
                <c:pt idx="2556">
                  <c:v>21-09-2021</c:v>
                </c:pt>
                <c:pt idx="2557">
                  <c:v>21-09-2021</c:v>
                </c:pt>
                <c:pt idx="2558">
                  <c:v>21-09-2021</c:v>
                </c:pt>
                <c:pt idx="2559">
                  <c:v>21-09-2021</c:v>
                </c:pt>
                <c:pt idx="2560">
                  <c:v>21-09-2021</c:v>
                </c:pt>
                <c:pt idx="2561">
                  <c:v>22-09-2021</c:v>
                </c:pt>
                <c:pt idx="2562">
                  <c:v>22-09-2021</c:v>
                </c:pt>
                <c:pt idx="2563">
                  <c:v>22-09-2021</c:v>
                </c:pt>
                <c:pt idx="2564">
                  <c:v>22-09-2021</c:v>
                </c:pt>
                <c:pt idx="2565">
                  <c:v>22-09-2021</c:v>
                </c:pt>
                <c:pt idx="2566">
                  <c:v>22-09-2021</c:v>
                </c:pt>
                <c:pt idx="2567">
                  <c:v>22-09-2021</c:v>
                </c:pt>
                <c:pt idx="2568">
                  <c:v>22-09-2021</c:v>
                </c:pt>
                <c:pt idx="2569">
                  <c:v>22-09-2021</c:v>
                </c:pt>
                <c:pt idx="2570">
                  <c:v>22-09-2021</c:v>
                </c:pt>
                <c:pt idx="2571">
                  <c:v>22-09-2021</c:v>
                </c:pt>
                <c:pt idx="2572">
                  <c:v>22-09-2021</c:v>
                </c:pt>
                <c:pt idx="2573">
                  <c:v>22-09-2021</c:v>
                </c:pt>
                <c:pt idx="2574">
                  <c:v>22-09-2021</c:v>
                </c:pt>
                <c:pt idx="2575">
                  <c:v>22-09-2021</c:v>
                </c:pt>
                <c:pt idx="2576">
                  <c:v>22-09-2021</c:v>
                </c:pt>
                <c:pt idx="2577">
                  <c:v>22-09-2021</c:v>
                </c:pt>
                <c:pt idx="2578">
                  <c:v>22-09-2021</c:v>
                </c:pt>
                <c:pt idx="2579">
                  <c:v>22-09-2021</c:v>
                </c:pt>
                <c:pt idx="2580">
                  <c:v>22-09-2021</c:v>
                </c:pt>
                <c:pt idx="2581">
                  <c:v>22-09-2021</c:v>
                </c:pt>
                <c:pt idx="2582">
                  <c:v>22-09-2021</c:v>
                </c:pt>
                <c:pt idx="2583">
                  <c:v>22-09-2021</c:v>
                </c:pt>
                <c:pt idx="2584">
                  <c:v>22-09-2021</c:v>
                </c:pt>
                <c:pt idx="2585">
                  <c:v>22-09-2021</c:v>
                </c:pt>
                <c:pt idx="2586">
                  <c:v>22-09-2021</c:v>
                </c:pt>
                <c:pt idx="2587">
                  <c:v>22-09-2021</c:v>
                </c:pt>
                <c:pt idx="2588">
                  <c:v>22-09-2021</c:v>
                </c:pt>
                <c:pt idx="2589">
                  <c:v>22-09-2021</c:v>
                </c:pt>
                <c:pt idx="2590">
                  <c:v>22-09-2021</c:v>
                </c:pt>
                <c:pt idx="2591">
                  <c:v>22-09-2021</c:v>
                </c:pt>
                <c:pt idx="2592">
                  <c:v>22-09-2021</c:v>
                </c:pt>
                <c:pt idx="2593">
                  <c:v>22-09-2021</c:v>
                </c:pt>
                <c:pt idx="2594">
                  <c:v>22-09-2021</c:v>
                </c:pt>
                <c:pt idx="2595">
                  <c:v>22-09-2021</c:v>
                </c:pt>
                <c:pt idx="2596">
                  <c:v>22-09-2021</c:v>
                </c:pt>
                <c:pt idx="2597">
                  <c:v>22-09-2021</c:v>
                </c:pt>
                <c:pt idx="2598">
                  <c:v>22-09-2021</c:v>
                </c:pt>
                <c:pt idx="2599">
                  <c:v>22-09-2021</c:v>
                </c:pt>
                <c:pt idx="2600">
                  <c:v>22-09-2021</c:v>
                </c:pt>
                <c:pt idx="2601">
                  <c:v>22-09-2021</c:v>
                </c:pt>
                <c:pt idx="2602">
                  <c:v>22-09-2021</c:v>
                </c:pt>
                <c:pt idx="2603">
                  <c:v>22-09-2021</c:v>
                </c:pt>
                <c:pt idx="2604">
                  <c:v>22-09-2021</c:v>
                </c:pt>
                <c:pt idx="2605">
                  <c:v>22-09-2021</c:v>
                </c:pt>
                <c:pt idx="2606">
                  <c:v>22-09-2021</c:v>
                </c:pt>
                <c:pt idx="2607">
                  <c:v>22-09-2021</c:v>
                </c:pt>
                <c:pt idx="2608">
                  <c:v>22-09-2021</c:v>
                </c:pt>
                <c:pt idx="2609">
                  <c:v>22-09-2021</c:v>
                </c:pt>
                <c:pt idx="2610">
                  <c:v>22-09-2021</c:v>
                </c:pt>
                <c:pt idx="2611">
                  <c:v>22-09-2021</c:v>
                </c:pt>
                <c:pt idx="2612">
                  <c:v>22-09-2021</c:v>
                </c:pt>
                <c:pt idx="2613">
                  <c:v>22-09-2021</c:v>
                </c:pt>
                <c:pt idx="2614">
                  <c:v>22-09-2021</c:v>
                </c:pt>
                <c:pt idx="2615">
                  <c:v>22-09-2021</c:v>
                </c:pt>
                <c:pt idx="2616">
                  <c:v>22-09-2021</c:v>
                </c:pt>
                <c:pt idx="2617">
                  <c:v>23-09-2021</c:v>
                </c:pt>
                <c:pt idx="2618">
                  <c:v>23-09-2021</c:v>
                </c:pt>
                <c:pt idx="2619">
                  <c:v>23-09-2021</c:v>
                </c:pt>
                <c:pt idx="2620">
                  <c:v>23-09-2021</c:v>
                </c:pt>
                <c:pt idx="2621">
                  <c:v>23-09-2021</c:v>
                </c:pt>
                <c:pt idx="2622">
                  <c:v>23-09-2021</c:v>
                </c:pt>
                <c:pt idx="2623">
                  <c:v>23-09-2021</c:v>
                </c:pt>
                <c:pt idx="2624">
                  <c:v>23-09-2021</c:v>
                </c:pt>
                <c:pt idx="2625">
                  <c:v>23-09-2021</c:v>
                </c:pt>
                <c:pt idx="2626">
                  <c:v>23-09-2021</c:v>
                </c:pt>
                <c:pt idx="2627">
                  <c:v>23-09-2021</c:v>
                </c:pt>
                <c:pt idx="2628">
                  <c:v>23-09-2021</c:v>
                </c:pt>
                <c:pt idx="2629">
                  <c:v>23-09-2021</c:v>
                </c:pt>
                <c:pt idx="2630">
                  <c:v>23-09-2021</c:v>
                </c:pt>
                <c:pt idx="2631">
                  <c:v>23-09-2021</c:v>
                </c:pt>
                <c:pt idx="2632">
                  <c:v>23-09-2021</c:v>
                </c:pt>
                <c:pt idx="2633">
                  <c:v>23-09-2021</c:v>
                </c:pt>
                <c:pt idx="2634">
                  <c:v>23-09-2021</c:v>
                </c:pt>
                <c:pt idx="2635">
                  <c:v>23-09-2021</c:v>
                </c:pt>
                <c:pt idx="2636">
                  <c:v>23-09-2021</c:v>
                </c:pt>
                <c:pt idx="2637">
                  <c:v>23-09-2021</c:v>
                </c:pt>
                <c:pt idx="2638">
                  <c:v>23-09-2021</c:v>
                </c:pt>
                <c:pt idx="2639">
                  <c:v>23-09-2021</c:v>
                </c:pt>
                <c:pt idx="2640">
                  <c:v>23-09-2021</c:v>
                </c:pt>
                <c:pt idx="2641">
                  <c:v>23-09-2021</c:v>
                </c:pt>
                <c:pt idx="2642">
                  <c:v>23-09-2021</c:v>
                </c:pt>
                <c:pt idx="2643">
                  <c:v>23-09-2021</c:v>
                </c:pt>
                <c:pt idx="2644">
                  <c:v>23-09-2021</c:v>
                </c:pt>
                <c:pt idx="2645">
                  <c:v>23-09-2021</c:v>
                </c:pt>
                <c:pt idx="2646">
                  <c:v>23-09-2021</c:v>
                </c:pt>
                <c:pt idx="2647">
                  <c:v>23-09-2021</c:v>
                </c:pt>
                <c:pt idx="2648">
                  <c:v>23-09-2021</c:v>
                </c:pt>
                <c:pt idx="2649">
                  <c:v>23-09-2021</c:v>
                </c:pt>
                <c:pt idx="2650">
                  <c:v>23-09-2021</c:v>
                </c:pt>
                <c:pt idx="2651">
                  <c:v>23-09-2021</c:v>
                </c:pt>
                <c:pt idx="2652">
                  <c:v>23-09-2021</c:v>
                </c:pt>
                <c:pt idx="2653">
                  <c:v>23-09-2021</c:v>
                </c:pt>
                <c:pt idx="2654">
                  <c:v>23-09-2021</c:v>
                </c:pt>
                <c:pt idx="2655">
                  <c:v>23-09-2021</c:v>
                </c:pt>
                <c:pt idx="2656">
                  <c:v>23-09-2021</c:v>
                </c:pt>
                <c:pt idx="2657">
                  <c:v>23-09-2021</c:v>
                </c:pt>
                <c:pt idx="2658">
                  <c:v>23-09-2021</c:v>
                </c:pt>
                <c:pt idx="2659">
                  <c:v>23-09-2021</c:v>
                </c:pt>
                <c:pt idx="2660">
                  <c:v>23-09-2021</c:v>
                </c:pt>
                <c:pt idx="2661">
                  <c:v>23-09-2021</c:v>
                </c:pt>
                <c:pt idx="2662">
                  <c:v>23-09-2021</c:v>
                </c:pt>
                <c:pt idx="2663">
                  <c:v>23-09-2021</c:v>
                </c:pt>
                <c:pt idx="2664">
                  <c:v>23-09-2021</c:v>
                </c:pt>
                <c:pt idx="2665">
                  <c:v>23-09-2021</c:v>
                </c:pt>
                <c:pt idx="2666">
                  <c:v>23-09-2021</c:v>
                </c:pt>
                <c:pt idx="2667">
                  <c:v>23-09-2021</c:v>
                </c:pt>
                <c:pt idx="2668">
                  <c:v>23-09-2021</c:v>
                </c:pt>
                <c:pt idx="2669">
                  <c:v>23-09-2021</c:v>
                </c:pt>
                <c:pt idx="2670">
                  <c:v>23-09-2021</c:v>
                </c:pt>
                <c:pt idx="2671">
                  <c:v>23-09-2021</c:v>
                </c:pt>
                <c:pt idx="2672">
                  <c:v>24-09-2021</c:v>
                </c:pt>
                <c:pt idx="2673">
                  <c:v>24-09-2021</c:v>
                </c:pt>
                <c:pt idx="2674">
                  <c:v>24-09-2021</c:v>
                </c:pt>
                <c:pt idx="2675">
                  <c:v>24-09-2021</c:v>
                </c:pt>
                <c:pt idx="2676">
                  <c:v>24-09-2021</c:v>
                </c:pt>
                <c:pt idx="2677">
                  <c:v>24-09-2021</c:v>
                </c:pt>
                <c:pt idx="2678">
                  <c:v>24-09-2021</c:v>
                </c:pt>
                <c:pt idx="2679">
                  <c:v>24-09-2021</c:v>
                </c:pt>
                <c:pt idx="2680">
                  <c:v>24-09-2021</c:v>
                </c:pt>
                <c:pt idx="2681">
                  <c:v>24-09-2021</c:v>
                </c:pt>
                <c:pt idx="2682">
                  <c:v>24-09-2021</c:v>
                </c:pt>
                <c:pt idx="2683">
                  <c:v>24-09-2021</c:v>
                </c:pt>
                <c:pt idx="2684">
                  <c:v>24-09-2021</c:v>
                </c:pt>
                <c:pt idx="2685">
                  <c:v>24-09-2021</c:v>
                </c:pt>
                <c:pt idx="2686">
                  <c:v>24-09-2021</c:v>
                </c:pt>
                <c:pt idx="2687">
                  <c:v>24-09-2021</c:v>
                </c:pt>
                <c:pt idx="2688">
                  <c:v>24-09-2021</c:v>
                </c:pt>
                <c:pt idx="2689">
                  <c:v>24-09-2021</c:v>
                </c:pt>
                <c:pt idx="2690">
                  <c:v>24-09-2021</c:v>
                </c:pt>
                <c:pt idx="2691">
                  <c:v>24-09-2021</c:v>
                </c:pt>
                <c:pt idx="2692">
                  <c:v>24-09-2021</c:v>
                </c:pt>
                <c:pt idx="2693">
                  <c:v>24-09-2021</c:v>
                </c:pt>
                <c:pt idx="2694">
                  <c:v>24-09-2021</c:v>
                </c:pt>
                <c:pt idx="2695">
                  <c:v>24-09-2021</c:v>
                </c:pt>
                <c:pt idx="2696">
                  <c:v>24-09-2021</c:v>
                </c:pt>
                <c:pt idx="2697">
                  <c:v>24-09-2021</c:v>
                </c:pt>
                <c:pt idx="2698">
                  <c:v>24-09-2021</c:v>
                </c:pt>
                <c:pt idx="2699">
                  <c:v>24-09-2021</c:v>
                </c:pt>
                <c:pt idx="2700">
                  <c:v>24-09-2021</c:v>
                </c:pt>
                <c:pt idx="2701">
                  <c:v>24-09-2021</c:v>
                </c:pt>
                <c:pt idx="2702">
                  <c:v>24-09-2021</c:v>
                </c:pt>
                <c:pt idx="2703">
                  <c:v>24-09-2021</c:v>
                </c:pt>
                <c:pt idx="2704">
                  <c:v>24-09-2021</c:v>
                </c:pt>
                <c:pt idx="2705">
                  <c:v>24-09-2021</c:v>
                </c:pt>
                <c:pt idx="2706">
                  <c:v>24-09-2021</c:v>
                </c:pt>
                <c:pt idx="2707">
                  <c:v>24-09-2021</c:v>
                </c:pt>
                <c:pt idx="2708">
                  <c:v>24-09-2021</c:v>
                </c:pt>
                <c:pt idx="2709">
                  <c:v>24-09-2021</c:v>
                </c:pt>
                <c:pt idx="2710">
                  <c:v>24-09-2021</c:v>
                </c:pt>
                <c:pt idx="2711">
                  <c:v>24-09-2021</c:v>
                </c:pt>
                <c:pt idx="2712">
                  <c:v>24-09-2021</c:v>
                </c:pt>
                <c:pt idx="2713">
                  <c:v>24-09-2021</c:v>
                </c:pt>
                <c:pt idx="2714">
                  <c:v>24-09-2021</c:v>
                </c:pt>
                <c:pt idx="2715">
                  <c:v>24-09-2021</c:v>
                </c:pt>
                <c:pt idx="2716">
                  <c:v>24-09-2021</c:v>
                </c:pt>
                <c:pt idx="2717">
                  <c:v>24-09-2021</c:v>
                </c:pt>
                <c:pt idx="2718">
                  <c:v>24-09-2021</c:v>
                </c:pt>
                <c:pt idx="2719">
                  <c:v>24-09-2021</c:v>
                </c:pt>
                <c:pt idx="2720">
                  <c:v>24-09-2021</c:v>
                </c:pt>
                <c:pt idx="2721">
                  <c:v>24-09-2021</c:v>
                </c:pt>
                <c:pt idx="2722">
                  <c:v>24-09-2021</c:v>
                </c:pt>
                <c:pt idx="2723">
                  <c:v>24-09-2021</c:v>
                </c:pt>
                <c:pt idx="2724">
                  <c:v>25-09-2021</c:v>
                </c:pt>
                <c:pt idx="2725">
                  <c:v>25-09-2021</c:v>
                </c:pt>
                <c:pt idx="2726">
                  <c:v>25-09-2021</c:v>
                </c:pt>
                <c:pt idx="2727">
                  <c:v>25-09-2021</c:v>
                </c:pt>
                <c:pt idx="2728">
                  <c:v>25-09-2021</c:v>
                </c:pt>
                <c:pt idx="2729">
                  <c:v>25-09-2021</c:v>
                </c:pt>
                <c:pt idx="2730">
                  <c:v>25-09-2021</c:v>
                </c:pt>
                <c:pt idx="2731">
                  <c:v>25-09-2021</c:v>
                </c:pt>
                <c:pt idx="2732">
                  <c:v>25-09-2021</c:v>
                </c:pt>
                <c:pt idx="2733">
                  <c:v>25-09-2021</c:v>
                </c:pt>
                <c:pt idx="2734">
                  <c:v>25-09-2021</c:v>
                </c:pt>
                <c:pt idx="2735">
                  <c:v>25-09-2021</c:v>
                </c:pt>
                <c:pt idx="2736">
                  <c:v>25-09-2021</c:v>
                </c:pt>
                <c:pt idx="2737">
                  <c:v>25-09-2021</c:v>
                </c:pt>
                <c:pt idx="2738">
                  <c:v>25-09-2021</c:v>
                </c:pt>
                <c:pt idx="2739">
                  <c:v>25-09-2021</c:v>
                </c:pt>
                <c:pt idx="2740">
                  <c:v>25-09-2021</c:v>
                </c:pt>
                <c:pt idx="2741">
                  <c:v>25-09-2021</c:v>
                </c:pt>
                <c:pt idx="2742">
                  <c:v>25-09-2021</c:v>
                </c:pt>
                <c:pt idx="2743">
                  <c:v>25-09-2021</c:v>
                </c:pt>
                <c:pt idx="2744">
                  <c:v>25-09-2021</c:v>
                </c:pt>
                <c:pt idx="2745">
                  <c:v>25-09-2021</c:v>
                </c:pt>
                <c:pt idx="2746">
                  <c:v>25-09-2021</c:v>
                </c:pt>
                <c:pt idx="2747">
                  <c:v>25-09-2021</c:v>
                </c:pt>
                <c:pt idx="2748">
                  <c:v>25-09-2021</c:v>
                </c:pt>
                <c:pt idx="2749">
                  <c:v>25-09-2021</c:v>
                </c:pt>
                <c:pt idx="2750">
                  <c:v>25-09-2021</c:v>
                </c:pt>
                <c:pt idx="2751">
                  <c:v>25-09-2021</c:v>
                </c:pt>
                <c:pt idx="2752">
                  <c:v>25-09-2021</c:v>
                </c:pt>
                <c:pt idx="2753">
                  <c:v>25-09-2021</c:v>
                </c:pt>
                <c:pt idx="2754">
                  <c:v>25-09-2021</c:v>
                </c:pt>
                <c:pt idx="2755">
                  <c:v>25-09-2021</c:v>
                </c:pt>
                <c:pt idx="2756">
                  <c:v>25-09-2021</c:v>
                </c:pt>
                <c:pt idx="2757">
                  <c:v>25-09-2021</c:v>
                </c:pt>
                <c:pt idx="2758">
                  <c:v>25-09-2021</c:v>
                </c:pt>
                <c:pt idx="2759">
                  <c:v>25-09-2021</c:v>
                </c:pt>
                <c:pt idx="2760">
                  <c:v>25-09-2021</c:v>
                </c:pt>
                <c:pt idx="2761">
                  <c:v>25-09-2021</c:v>
                </c:pt>
                <c:pt idx="2762">
                  <c:v>25-09-2021</c:v>
                </c:pt>
                <c:pt idx="2763">
                  <c:v>25-09-2021</c:v>
                </c:pt>
                <c:pt idx="2764">
                  <c:v>25-09-2021</c:v>
                </c:pt>
                <c:pt idx="2765">
                  <c:v>25-09-2021</c:v>
                </c:pt>
                <c:pt idx="2766">
                  <c:v>25-09-2021</c:v>
                </c:pt>
                <c:pt idx="2767">
                  <c:v>25-09-2021</c:v>
                </c:pt>
                <c:pt idx="2768">
                  <c:v>25-09-2021</c:v>
                </c:pt>
                <c:pt idx="2769">
                  <c:v>25-09-2021</c:v>
                </c:pt>
                <c:pt idx="2770">
                  <c:v>25-09-2021</c:v>
                </c:pt>
                <c:pt idx="2771">
                  <c:v>25-09-2021</c:v>
                </c:pt>
                <c:pt idx="2772">
                  <c:v>25-09-2021</c:v>
                </c:pt>
                <c:pt idx="2773">
                  <c:v>26-09-2021</c:v>
                </c:pt>
                <c:pt idx="2774">
                  <c:v>26-09-2021</c:v>
                </c:pt>
                <c:pt idx="2775">
                  <c:v>26-09-2021</c:v>
                </c:pt>
                <c:pt idx="2776">
                  <c:v>26-09-2021</c:v>
                </c:pt>
                <c:pt idx="2777">
                  <c:v>26-09-2021</c:v>
                </c:pt>
                <c:pt idx="2778">
                  <c:v>26-09-2021</c:v>
                </c:pt>
                <c:pt idx="2779">
                  <c:v>26-09-2021</c:v>
                </c:pt>
                <c:pt idx="2780">
                  <c:v>26-09-2021</c:v>
                </c:pt>
                <c:pt idx="2781">
                  <c:v>26-09-2021</c:v>
                </c:pt>
                <c:pt idx="2782">
                  <c:v>26-09-2021</c:v>
                </c:pt>
                <c:pt idx="2783">
                  <c:v>26-09-2021</c:v>
                </c:pt>
                <c:pt idx="2784">
                  <c:v>26-09-2021</c:v>
                </c:pt>
                <c:pt idx="2785">
                  <c:v>26-09-2021</c:v>
                </c:pt>
                <c:pt idx="2786">
                  <c:v>26-09-2021</c:v>
                </c:pt>
                <c:pt idx="2787">
                  <c:v>26-09-2021</c:v>
                </c:pt>
                <c:pt idx="2788">
                  <c:v>26-09-2021</c:v>
                </c:pt>
                <c:pt idx="2789">
                  <c:v>26-09-2021</c:v>
                </c:pt>
                <c:pt idx="2790">
                  <c:v>26-09-2021</c:v>
                </c:pt>
                <c:pt idx="2791">
                  <c:v>26-09-2021</c:v>
                </c:pt>
                <c:pt idx="2792">
                  <c:v>26-09-2021</c:v>
                </c:pt>
                <c:pt idx="2793">
                  <c:v>26-09-2021</c:v>
                </c:pt>
                <c:pt idx="2794">
                  <c:v>26-09-2021</c:v>
                </c:pt>
                <c:pt idx="2795">
                  <c:v>26-09-2021</c:v>
                </c:pt>
                <c:pt idx="2796">
                  <c:v>26-09-2021</c:v>
                </c:pt>
                <c:pt idx="2797">
                  <c:v>26-09-2021</c:v>
                </c:pt>
                <c:pt idx="2798">
                  <c:v>26-09-2021</c:v>
                </c:pt>
                <c:pt idx="2799">
                  <c:v>26-09-2021</c:v>
                </c:pt>
                <c:pt idx="2800">
                  <c:v>26-09-2021</c:v>
                </c:pt>
                <c:pt idx="2801">
                  <c:v>26-09-2021</c:v>
                </c:pt>
                <c:pt idx="2802">
                  <c:v>26-09-2021</c:v>
                </c:pt>
                <c:pt idx="2803">
                  <c:v>26-09-2021</c:v>
                </c:pt>
                <c:pt idx="2804">
                  <c:v>26-09-2021</c:v>
                </c:pt>
                <c:pt idx="2805">
                  <c:v>26-09-2021</c:v>
                </c:pt>
                <c:pt idx="2806">
                  <c:v>26-09-2021</c:v>
                </c:pt>
                <c:pt idx="2807">
                  <c:v>26-09-2021</c:v>
                </c:pt>
                <c:pt idx="2808">
                  <c:v>26-09-2021</c:v>
                </c:pt>
                <c:pt idx="2809">
                  <c:v>26-09-2021</c:v>
                </c:pt>
                <c:pt idx="2810">
                  <c:v>26-09-2021</c:v>
                </c:pt>
                <c:pt idx="2811">
                  <c:v>26-09-2021</c:v>
                </c:pt>
                <c:pt idx="2812">
                  <c:v>26-09-2021</c:v>
                </c:pt>
                <c:pt idx="2813">
                  <c:v>26-09-2021</c:v>
                </c:pt>
                <c:pt idx="2814">
                  <c:v>26-09-2021</c:v>
                </c:pt>
                <c:pt idx="2815">
                  <c:v>26-09-2021</c:v>
                </c:pt>
                <c:pt idx="2816">
                  <c:v>26-09-2021</c:v>
                </c:pt>
                <c:pt idx="2817">
                  <c:v>26-09-2021</c:v>
                </c:pt>
                <c:pt idx="2818">
                  <c:v>26-09-2021</c:v>
                </c:pt>
                <c:pt idx="2819">
                  <c:v>26-09-2021</c:v>
                </c:pt>
                <c:pt idx="2820">
                  <c:v>26-09-2021</c:v>
                </c:pt>
                <c:pt idx="2821">
                  <c:v>26-09-2021</c:v>
                </c:pt>
                <c:pt idx="2822">
                  <c:v>26-09-2021</c:v>
                </c:pt>
                <c:pt idx="2823">
                  <c:v>26-09-2021</c:v>
                </c:pt>
                <c:pt idx="2824">
                  <c:v>27-09-2021</c:v>
                </c:pt>
                <c:pt idx="2825">
                  <c:v>27-09-2021</c:v>
                </c:pt>
                <c:pt idx="2826">
                  <c:v>27-09-2021</c:v>
                </c:pt>
                <c:pt idx="2827">
                  <c:v>27-09-2021</c:v>
                </c:pt>
                <c:pt idx="2828">
                  <c:v>27-09-2021</c:v>
                </c:pt>
                <c:pt idx="2829">
                  <c:v>27-09-2021</c:v>
                </c:pt>
                <c:pt idx="2830">
                  <c:v>27-09-2021</c:v>
                </c:pt>
                <c:pt idx="2831">
                  <c:v>27-09-2021</c:v>
                </c:pt>
                <c:pt idx="2832">
                  <c:v>27-09-2021</c:v>
                </c:pt>
                <c:pt idx="2833">
                  <c:v>27-09-2021</c:v>
                </c:pt>
                <c:pt idx="2834">
                  <c:v>27-09-2021</c:v>
                </c:pt>
                <c:pt idx="2835">
                  <c:v>27-09-2021</c:v>
                </c:pt>
                <c:pt idx="2836">
                  <c:v>27-09-2021</c:v>
                </c:pt>
                <c:pt idx="2837">
                  <c:v>27-09-2021</c:v>
                </c:pt>
                <c:pt idx="2838">
                  <c:v>27-09-2021</c:v>
                </c:pt>
                <c:pt idx="2839">
                  <c:v>27-09-2021</c:v>
                </c:pt>
                <c:pt idx="2840">
                  <c:v>27-09-2021</c:v>
                </c:pt>
                <c:pt idx="2841">
                  <c:v>27-09-2021</c:v>
                </c:pt>
                <c:pt idx="2842">
                  <c:v>27-09-2021</c:v>
                </c:pt>
                <c:pt idx="2843">
                  <c:v>27-09-2021</c:v>
                </c:pt>
                <c:pt idx="2844">
                  <c:v>27-09-2021</c:v>
                </c:pt>
                <c:pt idx="2845">
                  <c:v>27-09-2021</c:v>
                </c:pt>
                <c:pt idx="2846">
                  <c:v>27-09-2021</c:v>
                </c:pt>
                <c:pt idx="2847">
                  <c:v>27-09-2021</c:v>
                </c:pt>
                <c:pt idx="2848">
                  <c:v>27-09-2021</c:v>
                </c:pt>
                <c:pt idx="2849">
                  <c:v>27-09-2021</c:v>
                </c:pt>
                <c:pt idx="2850">
                  <c:v>27-09-2021</c:v>
                </c:pt>
                <c:pt idx="2851">
                  <c:v>27-09-2021</c:v>
                </c:pt>
                <c:pt idx="2852">
                  <c:v>27-09-2021</c:v>
                </c:pt>
                <c:pt idx="2853">
                  <c:v>27-09-2021</c:v>
                </c:pt>
                <c:pt idx="2854">
                  <c:v>27-09-2021</c:v>
                </c:pt>
                <c:pt idx="2855">
                  <c:v>27-09-2021</c:v>
                </c:pt>
                <c:pt idx="2856">
                  <c:v>27-09-2021</c:v>
                </c:pt>
                <c:pt idx="2857">
                  <c:v>27-09-2021</c:v>
                </c:pt>
                <c:pt idx="2858">
                  <c:v>27-09-2021</c:v>
                </c:pt>
                <c:pt idx="2859">
                  <c:v>27-09-2021</c:v>
                </c:pt>
                <c:pt idx="2860">
                  <c:v>27-09-2021</c:v>
                </c:pt>
                <c:pt idx="2861">
                  <c:v>27-09-2021</c:v>
                </c:pt>
                <c:pt idx="2862">
                  <c:v>27-09-2021</c:v>
                </c:pt>
                <c:pt idx="2863">
                  <c:v>27-09-2021</c:v>
                </c:pt>
                <c:pt idx="2864">
                  <c:v>27-09-2021</c:v>
                </c:pt>
                <c:pt idx="2865">
                  <c:v>27-09-2021</c:v>
                </c:pt>
                <c:pt idx="2866">
                  <c:v>27-09-2021</c:v>
                </c:pt>
                <c:pt idx="2867">
                  <c:v>27-09-2021</c:v>
                </c:pt>
                <c:pt idx="2868">
                  <c:v>27-09-2021</c:v>
                </c:pt>
                <c:pt idx="2869">
                  <c:v>27-09-2021</c:v>
                </c:pt>
                <c:pt idx="2870">
                  <c:v>27-09-2021</c:v>
                </c:pt>
                <c:pt idx="2871">
                  <c:v>27-09-2021</c:v>
                </c:pt>
                <c:pt idx="2872">
                  <c:v>27-09-2021</c:v>
                </c:pt>
                <c:pt idx="2873">
                  <c:v>27-09-2021</c:v>
                </c:pt>
                <c:pt idx="2874">
                  <c:v>27-09-2021</c:v>
                </c:pt>
                <c:pt idx="2875">
                  <c:v>27-09-2021</c:v>
                </c:pt>
                <c:pt idx="2876">
                  <c:v>27-09-2021</c:v>
                </c:pt>
                <c:pt idx="2877">
                  <c:v>27-09-2021</c:v>
                </c:pt>
                <c:pt idx="2878">
                  <c:v>27-09-2021</c:v>
                </c:pt>
                <c:pt idx="2879">
                  <c:v>28-09-2021</c:v>
                </c:pt>
                <c:pt idx="2880">
                  <c:v>28-09-2021</c:v>
                </c:pt>
                <c:pt idx="2881">
                  <c:v>28-09-2021</c:v>
                </c:pt>
                <c:pt idx="2882">
                  <c:v>28-09-2021</c:v>
                </c:pt>
                <c:pt idx="2883">
                  <c:v>28-09-2021</c:v>
                </c:pt>
                <c:pt idx="2884">
                  <c:v>28-09-2021</c:v>
                </c:pt>
                <c:pt idx="2885">
                  <c:v>28-09-2021</c:v>
                </c:pt>
                <c:pt idx="2886">
                  <c:v>28-09-2021</c:v>
                </c:pt>
                <c:pt idx="2887">
                  <c:v>28-09-2021</c:v>
                </c:pt>
                <c:pt idx="2888">
                  <c:v>28-09-2021</c:v>
                </c:pt>
                <c:pt idx="2889">
                  <c:v>28-09-2021</c:v>
                </c:pt>
                <c:pt idx="2890">
                  <c:v>28-09-2021</c:v>
                </c:pt>
                <c:pt idx="2891">
                  <c:v>28-09-2021</c:v>
                </c:pt>
                <c:pt idx="2892">
                  <c:v>28-09-2021</c:v>
                </c:pt>
                <c:pt idx="2893">
                  <c:v>28-09-2021</c:v>
                </c:pt>
                <c:pt idx="2894">
                  <c:v>28-09-2021</c:v>
                </c:pt>
                <c:pt idx="2895">
                  <c:v>28-09-2021</c:v>
                </c:pt>
                <c:pt idx="2896">
                  <c:v>28-09-2021</c:v>
                </c:pt>
                <c:pt idx="2897">
                  <c:v>28-09-2021</c:v>
                </c:pt>
                <c:pt idx="2898">
                  <c:v>28-09-2021</c:v>
                </c:pt>
                <c:pt idx="2899">
                  <c:v>28-09-2021</c:v>
                </c:pt>
                <c:pt idx="2900">
                  <c:v>28-09-2021</c:v>
                </c:pt>
                <c:pt idx="2901">
                  <c:v>28-09-2021</c:v>
                </c:pt>
                <c:pt idx="2902">
                  <c:v>28-09-2021</c:v>
                </c:pt>
                <c:pt idx="2903">
                  <c:v>28-09-2021</c:v>
                </c:pt>
                <c:pt idx="2904">
                  <c:v>28-09-2021</c:v>
                </c:pt>
                <c:pt idx="2905">
                  <c:v>28-09-2021</c:v>
                </c:pt>
                <c:pt idx="2906">
                  <c:v>28-09-2021</c:v>
                </c:pt>
                <c:pt idx="2907">
                  <c:v>28-09-2021</c:v>
                </c:pt>
                <c:pt idx="2908">
                  <c:v>28-09-2021</c:v>
                </c:pt>
                <c:pt idx="2909">
                  <c:v>28-09-2021</c:v>
                </c:pt>
                <c:pt idx="2910">
                  <c:v>28-09-2021</c:v>
                </c:pt>
                <c:pt idx="2911">
                  <c:v>28-09-2021</c:v>
                </c:pt>
                <c:pt idx="2912">
                  <c:v>28-09-2021</c:v>
                </c:pt>
                <c:pt idx="2913">
                  <c:v>28-09-2021</c:v>
                </c:pt>
                <c:pt idx="2914">
                  <c:v>28-09-2021</c:v>
                </c:pt>
                <c:pt idx="2915">
                  <c:v>28-09-2021</c:v>
                </c:pt>
                <c:pt idx="2916">
                  <c:v>28-09-2021</c:v>
                </c:pt>
                <c:pt idx="2917">
                  <c:v>28-09-2021</c:v>
                </c:pt>
                <c:pt idx="2918">
                  <c:v>28-09-2021</c:v>
                </c:pt>
                <c:pt idx="2919">
                  <c:v>28-09-2021</c:v>
                </c:pt>
                <c:pt idx="2920">
                  <c:v>28-09-2021</c:v>
                </c:pt>
                <c:pt idx="2921">
                  <c:v>28-09-2021</c:v>
                </c:pt>
                <c:pt idx="2922">
                  <c:v>28-09-2021</c:v>
                </c:pt>
                <c:pt idx="2923">
                  <c:v>28-09-2021</c:v>
                </c:pt>
                <c:pt idx="2924">
                  <c:v>28-09-2021</c:v>
                </c:pt>
                <c:pt idx="2925">
                  <c:v>28-09-2021</c:v>
                </c:pt>
                <c:pt idx="2926">
                  <c:v>28-09-2021</c:v>
                </c:pt>
                <c:pt idx="2927">
                  <c:v>28-09-2021</c:v>
                </c:pt>
                <c:pt idx="2928">
                  <c:v>28-09-2021</c:v>
                </c:pt>
                <c:pt idx="2929">
                  <c:v>28-09-2021</c:v>
                </c:pt>
                <c:pt idx="2930">
                  <c:v>28-09-2021</c:v>
                </c:pt>
                <c:pt idx="2931">
                  <c:v>28-09-2021</c:v>
                </c:pt>
                <c:pt idx="2932">
                  <c:v>28-09-2021</c:v>
                </c:pt>
                <c:pt idx="2933">
                  <c:v>28-09-2021</c:v>
                </c:pt>
                <c:pt idx="2934">
                  <c:v>29-09-2021</c:v>
                </c:pt>
                <c:pt idx="2935">
                  <c:v>29-09-2021</c:v>
                </c:pt>
                <c:pt idx="2936">
                  <c:v>29-09-2021</c:v>
                </c:pt>
                <c:pt idx="2937">
                  <c:v>29-09-2021</c:v>
                </c:pt>
                <c:pt idx="2938">
                  <c:v>29-09-2021</c:v>
                </c:pt>
                <c:pt idx="2939">
                  <c:v>29-09-2021</c:v>
                </c:pt>
                <c:pt idx="2940">
                  <c:v>29-09-2021</c:v>
                </c:pt>
                <c:pt idx="2941">
                  <c:v>29-09-2021</c:v>
                </c:pt>
                <c:pt idx="2942">
                  <c:v>29-09-2021</c:v>
                </c:pt>
                <c:pt idx="2943">
                  <c:v>29-09-2021</c:v>
                </c:pt>
                <c:pt idx="2944">
                  <c:v>29-09-2021</c:v>
                </c:pt>
                <c:pt idx="2945">
                  <c:v>29-09-2021</c:v>
                </c:pt>
                <c:pt idx="2946">
                  <c:v>29-09-2021</c:v>
                </c:pt>
                <c:pt idx="2947">
                  <c:v>29-09-2021</c:v>
                </c:pt>
                <c:pt idx="2948">
                  <c:v>29-09-2021</c:v>
                </c:pt>
                <c:pt idx="2949">
                  <c:v>29-09-2021</c:v>
                </c:pt>
                <c:pt idx="2950">
                  <c:v>29-09-2021</c:v>
                </c:pt>
                <c:pt idx="2951">
                  <c:v>29-09-2021</c:v>
                </c:pt>
                <c:pt idx="2952">
                  <c:v>29-09-2021</c:v>
                </c:pt>
                <c:pt idx="2953">
                  <c:v>29-09-2021</c:v>
                </c:pt>
                <c:pt idx="2954">
                  <c:v>29-09-2021</c:v>
                </c:pt>
                <c:pt idx="2955">
                  <c:v>29-09-2021</c:v>
                </c:pt>
                <c:pt idx="2956">
                  <c:v>29-09-2021</c:v>
                </c:pt>
                <c:pt idx="2957">
                  <c:v>29-09-2021</c:v>
                </c:pt>
                <c:pt idx="2958">
                  <c:v>29-09-2021</c:v>
                </c:pt>
                <c:pt idx="2959">
                  <c:v>29-09-2021</c:v>
                </c:pt>
                <c:pt idx="2960">
                  <c:v>29-09-2021</c:v>
                </c:pt>
                <c:pt idx="2961">
                  <c:v>29-09-2021</c:v>
                </c:pt>
                <c:pt idx="2962">
                  <c:v>29-09-2021</c:v>
                </c:pt>
                <c:pt idx="2963">
                  <c:v>29-09-2021</c:v>
                </c:pt>
                <c:pt idx="2964">
                  <c:v>29-09-2021</c:v>
                </c:pt>
                <c:pt idx="2965">
                  <c:v>29-09-2021</c:v>
                </c:pt>
                <c:pt idx="2966">
                  <c:v>29-09-2021</c:v>
                </c:pt>
                <c:pt idx="2967">
                  <c:v>29-09-2021</c:v>
                </c:pt>
                <c:pt idx="2968">
                  <c:v>29-09-2021</c:v>
                </c:pt>
                <c:pt idx="2969">
                  <c:v>29-09-2021</c:v>
                </c:pt>
                <c:pt idx="2970">
                  <c:v>29-09-2021</c:v>
                </c:pt>
                <c:pt idx="2971">
                  <c:v>29-09-2021</c:v>
                </c:pt>
                <c:pt idx="2972">
                  <c:v>29-09-2021</c:v>
                </c:pt>
                <c:pt idx="2973">
                  <c:v>29-09-2021</c:v>
                </c:pt>
                <c:pt idx="2974">
                  <c:v>29-09-2021</c:v>
                </c:pt>
                <c:pt idx="2975">
                  <c:v>29-09-2021</c:v>
                </c:pt>
                <c:pt idx="2976">
                  <c:v>29-09-2021</c:v>
                </c:pt>
                <c:pt idx="2977">
                  <c:v>29-09-2021</c:v>
                </c:pt>
                <c:pt idx="2978">
                  <c:v>29-09-2021</c:v>
                </c:pt>
                <c:pt idx="2979">
                  <c:v>29-09-2021</c:v>
                </c:pt>
                <c:pt idx="2980">
                  <c:v>29-09-2021</c:v>
                </c:pt>
                <c:pt idx="2981">
                  <c:v>29-09-2021</c:v>
                </c:pt>
                <c:pt idx="2982">
                  <c:v>29-09-2021</c:v>
                </c:pt>
                <c:pt idx="2983">
                  <c:v>29-09-2021</c:v>
                </c:pt>
                <c:pt idx="2984">
                  <c:v>29-09-2021</c:v>
                </c:pt>
                <c:pt idx="2985">
                  <c:v>30-09-2021</c:v>
                </c:pt>
                <c:pt idx="2986">
                  <c:v>30-09-2021</c:v>
                </c:pt>
                <c:pt idx="2987">
                  <c:v>30-09-2021</c:v>
                </c:pt>
                <c:pt idx="2988">
                  <c:v>30-09-2021</c:v>
                </c:pt>
                <c:pt idx="2989">
                  <c:v>30-09-2021</c:v>
                </c:pt>
                <c:pt idx="2990">
                  <c:v>30-09-2021</c:v>
                </c:pt>
                <c:pt idx="2991">
                  <c:v>30-09-2021</c:v>
                </c:pt>
                <c:pt idx="2992">
                  <c:v>30-09-2021</c:v>
                </c:pt>
                <c:pt idx="2993">
                  <c:v>30-09-2021</c:v>
                </c:pt>
                <c:pt idx="2994">
                  <c:v>30-09-2021</c:v>
                </c:pt>
                <c:pt idx="2995">
                  <c:v>30-09-2021</c:v>
                </c:pt>
                <c:pt idx="2996">
                  <c:v>30-09-2021</c:v>
                </c:pt>
                <c:pt idx="2997">
                  <c:v>30-09-2021</c:v>
                </c:pt>
                <c:pt idx="2998">
                  <c:v>30-09-2021</c:v>
                </c:pt>
                <c:pt idx="2999">
                  <c:v>30-09-2021</c:v>
                </c:pt>
                <c:pt idx="3000">
                  <c:v>30-09-2021</c:v>
                </c:pt>
                <c:pt idx="3001">
                  <c:v>30-09-2021</c:v>
                </c:pt>
                <c:pt idx="3002">
                  <c:v>30-09-2021</c:v>
                </c:pt>
                <c:pt idx="3003">
                  <c:v>30-09-2021</c:v>
                </c:pt>
                <c:pt idx="3004">
                  <c:v>30-09-2021</c:v>
                </c:pt>
                <c:pt idx="3005">
                  <c:v>30-09-2021</c:v>
                </c:pt>
                <c:pt idx="3006">
                  <c:v>30-09-2021</c:v>
                </c:pt>
                <c:pt idx="3007">
                  <c:v>30-09-2021</c:v>
                </c:pt>
                <c:pt idx="3008">
                  <c:v>30-09-2021</c:v>
                </c:pt>
                <c:pt idx="3009">
                  <c:v>30-09-2021</c:v>
                </c:pt>
                <c:pt idx="3010">
                  <c:v>30-09-2021</c:v>
                </c:pt>
                <c:pt idx="3011">
                  <c:v>30-09-2021</c:v>
                </c:pt>
                <c:pt idx="3012">
                  <c:v>30-09-2021</c:v>
                </c:pt>
                <c:pt idx="3013">
                  <c:v>30-09-2021</c:v>
                </c:pt>
                <c:pt idx="3014">
                  <c:v>30-09-2021</c:v>
                </c:pt>
                <c:pt idx="3015">
                  <c:v>30-09-2021</c:v>
                </c:pt>
                <c:pt idx="3016">
                  <c:v>30-09-2021</c:v>
                </c:pt>
                <c:pt idx="3017">
                  <c:v>30-09-2021</c:v>
                </c:pt>
                <c:pt idx="3018">
                  <c:v>30-09-2021</c:v>
                </c:pt>
                <c:pt idx="3019">
                  <c:v>30-09-2021</c:v>
                </c:pt>
                <c:pt idx="3020">
                  <c:v>30-09-2021</c:v>
                </c:pt>
                <c:pt idx="3021">
                  <c:v>30-09-2021</c:v>
                </c:pt>
                <c:pt idx="3022">
                  <c:v>30-09-2021</c:v>
                </c:pt>
                <c:pt idx="3023">
                  <c:v>30-09-2021</c:v>
                </c:pt>
                <c:pt idx="3024">
                  <c:v>30-09-2021</c:v>
                </c:pt>
                <c:pt idx="3025">
                  <c:v>30-09-2021</c:v>
                </c:pt>
                <c:pt idx="3026">
                  <c:v>30-09-2021</c:v>
                </c:pt>
                <c:pt idx="3027">
                  <c:v>30-09-2021</c:v>
                </c:pt>
                <c:pt idx="3028">
                  <c:v>30-09-2021</c:v>
                </c:pt>
                <c:pt idx="3029">
                  <c:v>30-09-2021</c:v>
                </c:pt>
                <c:pt idx="3030">
                  <c:v>30-09-2021</c:v>
                </c:pt>
                <c:pt idx="3031">
                  <c:v>30-09-2021</c:v>
                </c:pt>
                <c:pt idx="3032">
                  <c:v>30-09-2021</c:v>
                </c:pt>
                <c:pt idx="3033">
                  <c:v>30-09-2021</c:v>
                </c:pt>
                <c:pt idx="3034">
                  <c:v>30-09-2021</c:v>
                </c:pt>
                <c:pt idx="3035">
                  <c:v>30-09-2021</c:v>
                </c:pt>
                <c:pt idx="3036">
                  <c:v>30-09-2021</c:v>
                </c:pt>
                <c:pt idx="3037">
                  <c:v>01-10-2021</c:v>
                </c:pt>
                <c:pt idx="3038">
                  <c:v>01-10-2021</c:v>
                </c:pt>
                <c:pt idx="3039">
                  <c:v>01-10-2021</c:v>
                </c:pt>
                <c:pt idx="3040">
                  <c:v>01-10-2021</c:v>
                </c:pt>
                <c:pt idx="3041">
                  <c:v>01-10-2021</c:v>
                </c:pt>
                <c:pt idx="3042">
                  <c:v>01-10-2021</c:v>
                </c:pt>
                <c:pt idx="3043">
                  <c:v>01-10-2021</c:v>
                </c:pt>
                <c:pt idx="3044">
                  <c:v>01-10-2021</c:v>
                </c:pt>
                <c:pt idx="3045">
                  <c:v>01-10-2021</c:v>
                </c:pt>
                <c:pt idx="3046">
                  <c:v>01-10-2021</c:v>
                </c:pt>
                <c:pt idx="3047">
                  <c:v>01-10-2021</c:v>
                </c:pt>
                <c:pt idx="3048">
                  <c:v>01-10-2021</c:v>
                </c:pt>
                <c:pt idx="3049">
                  <c:v>01-10-2021</c:v>
                </c:pt>
                <c:pt idx="3050">
                  <c:v>01-10-2021</c:v>
                </c:pt>
                <c:pt idx="3051">
                  <c:v>01-10-2021</c:v>
                </c:pt>
                <c:pt idx="3052">
                  <c:v>01-10-2021</c:v>
                </c:pt>
                <c:pt idx="3053">
                  <c:v>01-10-2021</c:v>
                </c:pt>
                <c:pt idx="3054">
                  <c:v>01-10-2021</c:v>
                </c:pt>
                <c:pt idx="3055">
                  <c:v>01-10-2021</c:v>
                </c:pt>
                <c:pt idx="3056">
                  <c:v>01-10-2021</c:v>
                </c:pt>
                <c:pt idx="3057">
                  <c:v>01-10-2021</c:v>
                </c:pt>
                <c:pt idx="3058">
                  <c:v>01-10-2021</c:v>
                </c:pt>
                <c:pt idx="3059">
                  <c:v>01-10-2021</c:v>
                </c:pt>
                <c:pt idx="3060">
                  <c:v>01-10-2021</c:v>
                </c:pt>
                <c:pt idx="3061">
                  <c:v>01-10-2021</c:v>
                </c:pt>
                <c:pt idx="3062">
                  <c:v>01-10-2021</c:v>
                </c:pt>
                <c:pt idx="3063">
                  <c:v>01-10-2021</c:v>
                </c:pt>
                <c:pt idx="3064">
                  <c:v>01-10-2021</c:v>
                </c:pt>
                <c:pt idx="3065">
                  <c:v>01-10-2021</c:v>
                </c:pt>
                <c:pt idx="3066">
                  <c:v>01-10-2021</c:v>
                </c:pt>
                <c:pt idx="3067">
                  <c:v>01-10-2021</c:v>
                </c:pt>
                <c:pt idx="3068">
                  <c:v>01-10-2021</c:v>
                </c:pt>
                <c:pt idx="3069">
                  <c:v>01-10-2021</c:v>
                </c:pt>
                <c:pt idx="3070">
                  <c:v>01-10-2021</c:v>
                </c:pt>
                <c:pt idx="3071">
                  <c:v>01-10-2021</c:v>
                </c:pt>
                <c:pt idx="3072">
                  <c:v>01-10-2021</c:v>
                </c:pt>
                <c:pt idx="3073">
                  <c:v>01-10-2021</c:v>
                </c:pt>
                <c:pt idx="3074">
                  <c:v>01-10-2021</c:v>
                </c:pt>
                <c:pt idx="3075">
                  <c:v>01-10-2021</c:v>
                </c:pt>
                <c:pt idx="3076">
                  <c:v>01-10-2021</c:v>
                </c:pt>
                <c:pt idx="3077">
                  <c:v>01-10-2021</c:v>
                </c:pt>
                <c:pt idx="3078">
                  <c:v>01-10-2021</c:v>
                </c:pt>
                <c:pt idx="3079">
                  <c:v>01-10-2021</c:v>
                </c:pt>
                <c:pt idx="3080">
                  <c:v>01-10-2021</c:v>
                </c:pt>
                <c:pt idx="3081">
                  <c:v>01-10-2021</c:v>
                </c:pt>
                <c:pt idx="3082">
                  <c:v>01-10-2021</c:v>
                </c:pt>
                <c:pt idx="3083">
                  <c:v>01-10-2021</c:v>
                </c:pt>
                <c:pt idx="3084">
                  <c:v>01-10-2021</c:v>
                </c:pt>
                <c:pt idx="3085">
                  <c:v>01-10-2021</c:v>
                </c:pt>
                <c:pt idx="3086">
                  <c:v>01-10-2021</c:v>
                </c:pt>
                <c:pt idx="3087">
                  <c:v>01-10-2021</c:v>
                </c:pt>
                <c:pt idx="3088">
                  <c:v>01-10-2021</c:v>
                </c:pt>
                <c:pt idx="3089">
                  <c:v>02-10-2021</c:v>
                </c:pt>
                <c:pt idx="3090">
                  <c:v>02-10-2021</c:v>
                </c:pt>
                <c:pt idx="3091">
                  <c:v>02-10-2021</c:v>
                </c:pt>
                <c:pt idx="3092">
                  <c:v>02-10-2021</c:v>
                </c:pt>
                <c:pt idx="3093">
                  <c:v>02-10-2021</c:v>
                </c:pt>
                <c:pt idx="3094">
                  <c:v>02-10-2021</c:v>
                </c:pt>
                <c:pt idx="3095">
                  <c:v>02-10-2021</c:v>
                </c:pt>
                <c:pt idx="3096">
                  <c:v>02-10-2021</c:v>
                </c:pt>
                <c:pt idx="3097">
                  <c:v>02-10-2021</c:v>
                </c:pt>
                <c:pt idx="3098">
                  <c:v>02-10-2021</c:v>
                </c:pt>
                <c:pt idx="3099">
                  <c:v>02-10-2021</c:v>
                </c:pt>
                <c:pt idx="3100">
                  <c:v>02-10-2021</c:v>
                </c:pt>
                <c:pt idx="3101">
                  <c:v>02-10-2021</c:v>
                </c:pt>
                <c:pt idx="3102">
                  <c:v>02-10-2021</c:v>
                </c:pt>
                <c:pt idx="3103">
                  <c:v>02-10-2021</c:v>
                </c:pt>
                <c:pt idx="3104">
                  <c:v>02-10-2021</c:v>
                </c:pt>
                <c:pt idx="3105">
                  <c:v>02-10-2021</c:v>
                </c:pt>
                <c:pt idx="3106">
                  <c:v>02-10-2021</c:v>
                </c:pt>
                <c:pt idx="3107">
                  <c:v>02-10-2021</c:v>
                </c:pt>
                <c:pt idx="3108">
                  <c:v>02-10-2021</c:v>
                </c:pt>
                <c:pt idx="3109">
                  <c:v>02-10-2021</c:v>
                </c:pt>
                <c:pt idx="3110">
                  <c:v>02-10-2021</c:v>
                </c:pt>
                <c:pt idx="3111">
                  <c:v>02-10-2021</c:v>
                </c:pt>
                <c:pt idx="3112">
                  <c:v>02-10-2021</c:v>
                </c:pt>
                <c:pt idx="3113">
                  <c:v>02-10-2021</c:v>
                </c:pt>
                <c:pt idx="3114">
                  <c:v>02-10-2021</c:v>
                </c:pt>
                <c:pt idx="3115">
                  <c:v>02-10-2021</c:v>
                </c:pt>
                <c:pt idx="3116">
                  <c:v>02-10-2021</c:v>
                </c:pt>
                <c:pt idx="3117">
                  <c:v>02-10-2021</c:v>
                </c:pt>
                <c:pt idx="3118">
                  <c:v>02-10-2021</c:v>
                </c:pt>
                <c:pt idx="3119">
                  <c:v>02-10-2021</c:v>
                </c:pt>
                <c:pt idx="3120">
                  <c:v>02-10-2021</c:v>
                </c:pt>
                <c:pt idx="3121">
                  <c:v>02-10-2021</c:v>
                </c:pt>
                <c:pt idx="3122">
                  <c:v>02-10-2021</c:v>
                </c:pt>
                <c:pt idx="3123">
                  <c:v>02-10-2021</c:v>
                </c:pt>
                <c:pt idx="3124">
                  <c:v>02-10-2021</c:v>
                </c:pt>
                <c:pt idx="3125">
                  <c:v>02-10-2021</c:v>
                </c:pt>
                <c:pt idx="3126">
                  <c:v>02-10-2021</c:v>
                </c:pt>
                <c:pt idx="3127">
                  <c:v>02-10-2021</c:v>
                </c:pt>
                <c:pt idx="3128">
                  <c:v>02-10-2021</c:v>
                </c:pt>
                <c:pt idx="3129">
                  <c:v>02-10-2021</c:v>
                </c:pt>
                <c:pt idx="3130">
                  <c:v>02-10-2021</c:v>
                </c:pt>
                <c:pt idx="3131">
                  <c:v>02-10-2021</c:v>
                </c:pt>
                <c:pt idx="3132">
                  <c:v>02-10-2021</c:v>
                </c:pt>
                <c:pt idx="3133">
                  <c:v>02-10-2021</c:v>
                </c:pt>
                <c:pt idx="3134">
                  <c:v>02-10-2021</c:v>
                </c:pt>
                <c:pt idx="3135">
                  <c:v>02-10-2021</c:v>
                </c:pt>
                <c:pt idx="3136">
                  <c:v>02-10-2021</c:v>
                </c:pt>
                <c:pt idx="3137">
                  <c:v>02-10-2021</c:v>
                </c:pt>
                <c:pt idx="3138">
                  <c:v>02-10-2021</c:v>
                </c:pt>
                <c:pt idx="3139">
                  <c:v>02-10-2021</c:v>
                </c:pt>
                <c:pt idx="3140">
                  <c:v>03-10-2021</c:v>
                </c:pt>
                <c:pt idx="3141">
                  <c:v>03-10-2021</c:v>
                </c:pt>
                <c:pt idx="3142">
                  <c:v>03-10-2021</c:v>
                </c:pt>
                <c:pt idx="3143">
                  <c:v>03-10-2021</c:v>
                </c:pt>
                <c:pt idx="3144">
                  <c:v>03-10-2021</c:v>
                </c:pt>
                <c:pt idx="3145">
                  <c:v>03-10-2021</c:v>
                </c:pt>
                <c:pt idx="3146">
                  <c:v>03-10-2021</c:v>
                </c:pt>
                <c:pt idx="3147">
                  <c:v>03-10-2021</c:v>
                </c:pt>
                <c:pt idx="3148">
                  <c:v>03-10-2021</c:v>
                </c:pt>
                <c:pt idx="3149">
                  <c:v>03-10-2021</c:v>
                </c:pt>
                <c:pt idx="3150">
                  <c:v>03-10-2021</c:v>
                </c:pt>
                <c:pt idx="3151">
                  <c:v>03-10-2021</c:v>
                </c:pt>
                <c:pt idx="3152">
                  <c:v>03-10-2021</c:v>
                </c:pt>
                <c:pt idx="3153">
                  <c:v>03-10-2021</c:v>
                </c:pt>
                <c:pt idx="3154">
                  <c:v>03-10-2021</c:v>
                </c:pt>
                <c:pt idx="3155">
                  <c:v>03-10-2021</c:v>
                </c:pt>
                <c:pt idx="3156">
                  <c:v>03-10-2021</c:v>
                </c:pt>
                <c:pt idx="3157">
                  <c:v>03-10-2021</c:v>
                </c:pt>
                <c:pt idx="3158">
                  <c:v>03-10-2021</c:v>
                </c:pt>
                <c:pt idx="3159">
                  <c:v>03-10-2021</c:v>
                </c:pt>
                <c:pt idx="3160">
                  <c:v>03-10-2021</c:v>
                </c:pt>
                <c:pt idx="3161">
                  <c:v>03-10-2021</c:v>
                </c:pt>
                <c:pt idx="3162">
                  <c:v>03-10-2021</c:v>
                </c:pt>
                <c:pt idx="3163">
                  <c:v>03-10-2021</c:v>
                </c:pt>
                <c:pt idx="3164">
                  <c:v>03-10-2021</c:v>
                </c:pt>
                <c:pt idx="3165">
                  <c:v>03-10-2021</c:v>
                </c:pt>
                <c:pt idx="3166">
                  <c:v>03-10-2021</c:v>
                </c:pt>
                <c:pt idx="3167">
                  <c:v>03-10-2021</c:v>
                </c:pt>
                <c:pt idx="3168">
                  <c:v>03-10-2021</c:v>
                </c:pt>
                <c:pt idx="3169">
                  <c:v>03-10-2021</c:v>
                </c:pt>
                <c:pt idx="3170">
                  <c:v>03-10-2021</c:v>
                </c:pt>
                <c:pt idx="3171">
                  <c:v>03-10-2021</c:v>
                </c:pt>
                <c:pt idx="3172">
                  <c:v>03-10-2021</c:v>
                </c:pt>
                <c:pt idx="3173">
                  <c:v>03-10-2021</c:v>
                </c:pt>
                <c:pt idx="3174">
                  <c:v>03-10-2021</c:v>
                </c:pt>
                <c:pt idx="3175">
                  <c:v>03-10-2021</c:v>
                </c:pt>
                <c:pt idx="3176">
                  <c:v>03-10-2021</c:v>
                </c:pt>
                <c:pt idx="3177">
                  <c:v>03-10-2021</c:v>
                </c:pt>
                <c:pt idx="3178">
                  <c:v>03-10-2021</c:v>
                </c:pt>
                <c:pt idx="3179">
                  <c:v>03-10-2021</c:v>
                </c:pt>
                <c:pt idx="3180">
                  <c:v>03-10-2021</c:v>
                </c:pt>
                <c:pt idx="3181">
                  <c:v>03-10-2021</c:v>
                </c:pt>
                <c:pt idx="3182">
                  <c:v>03-10-2021</c:v>
                </c:pt>
                <c:pt idx="3183">
                  <c:v>03-10-2021</c:v>
                </c:pt>
                <c:pt idx="3184">
                  <c:v>03-10-2021</c:v>
                </c:pt>
                <c:pt idx="3185">
                  <c:v>03-10-2021</c:v>
                </c:pt>
                <c:pt idx="3186">
                  <c:v>03-10-2021</c:v>
                </c:pt>
                <c:pt idx="3187">
                  <c:v>03-10-2021</c:v>
                </c:pt>
                <c:pt idx="3188">
                  <c:v>03-10-2021</c:v>
                </c:pt>
                <c:pt idx="3189">
                  <c:v>03-10-2021</c:v>
                </c:pt>
                <c:pt idx="3190">
                  <c:v>03-10-2021</c:v>
                </c:pt>
                <c:pt idx="3191">
                  <c:v>04-10-2021</c:v>
                </c:pt>
                <c:pt idx="3192">
                  <c:v>04-10-2021</c:v>
                </c:pt>
                <c:pt idx="3193">
                  <c:v>04-10-2021</c:v>
                </c:pt>
                <c:pt idx="3194">
                  <c:v>04-10-2021</c:v>
                </c:pt>
                <c:pt idx="3195">
                  <c:v>04-10-2021</c:v>
                </c:pt>
                <c:pt idx="3196">
                  <c:v>04-10-2021</c:v>
                </c:pt>
                <c:pt idx="3197">
                  <c:v>04-10-2021</c:v>
                </c:pt>
                <c:pt idx="3198">
                  <c:v>04-10-2021</c:v>
                </c:pt>
                <c:pt idx="3199">
                  <c:v>04-10-2021</c:v>
                </c:pt>
                <c:pt idx="3200">
                  <c:v>04-10-2021</c:v>
                </c:pt>
                <c:pt idx="3201">
                  <c:v>04-10-2021</c:v>
                </c:pt>
                <c:pt idx="3202">
                  <c:v>04-10-2021</c:v>
                </c:pt>
                <c:pt idx="3203">
                  <c:v>04-10-2021</c:v>
                </c:pt>
                <c:pt idx="3204">
                  <c:v>04-10-2021</c:v>
                </c:pt>
                <c:pt idx="3205">
                  <c:v>04-10-2021</c:v>
                </c:pt>
                <c:pt idx="3206">
                  <c:v>04-10-2021</c:v>
                </c:pt>
                <c:pt idx="3207">
                  <c:v>04-10-2021</c:v>
                </c:pt>
                <c:pt idx="3208">
                  <c:v>04-10-2021</c:v>
                </c:pt>
                <c:pt idx="3209">
                  <c:v>04-10-2021</c:v>
                </c:pt>
                <c:pt idx="3210">
                  <c:v>04-10-2021</c:v>
                </c:pt>
                <c:pt idx="3211">
                  <c:v>04-10-2021</c:v>
                </c:pt>
                <c:pt idx="3212">
                  <c:v>04-10-2021</c:v>
                </c:pt>
                <c:pt idx="3213">
                  <c:v>04-10-2021</c:v>
                </c:pt>
                <c:pt idx="3214">
                  <c:v>04-10-2021</c:v>
                </c:pt>
                <c:pt idx="3215">
                  <c:v>04-10-2021</c:v>
                </c:pt>
                <c:pt idx="3216">
                  <c:v>04-10-2021</c:v>
                </c:pt>
                <c:pt idx="3217">
                  <c:v>04-10-2021</c:v>
                </c:pt>
                <c:pt idx="3218">
                  <c:v>04-10-2021</c:v>
                </c:pt>
                <c:pt idx="3219">
                  <c:v>04-10-2021</c:v>
                </c:pt>
                <c:pt idx="3220">
                  <c:v>04-10-2021</c:v>
                </c:pt>
                <c:pt idx="3221">
                  <c:v>04-10-2021</c:v>
                </c:pt>
                <c:pt idx="3222">
                  <c:v>04-10-2021</c:v>
                </c:pt>
                <c:pt idx="3223">
                  <c:v>04-10-2021</c:v>
                </c:pt>
                <c:pt idx="3224">
                  <c:v>04-10-2021</c:v>
                </c:pt>
                <c:pt idx="3225">
                  <c:v>04-10-2021</c:v>
                </c:pt>
                <c:pt idx="3226">
                  <c:v>04-10-2021</c:v>
                </c:pt>
                <c:pt idx="3227">
                  <c:v>04-10-2021</c:v>
                </c:pt>
                <c:pt idx="3228">
                  <c:v>04-10-2021</c:v>
                </c:pt>
                <c:pt idx="3229">
                  <c:v>04-10-2021</c:v>
                </c:pt>
                <c:pt idx="3230">
                  <c:v>04-10-2021</c:v>
                </c:pt>
                <c:pt idx="3231">
                  <c:v>04-10-2021</c:v>
                </c:pt>
                <c:pt idx="3232">
                  <c:v>04-10-2021</c:v>
                </c:pt>
                <c:pt idx="3233">
                  <c:v>04-10-2021</c:v>
                </c:pt>
                <c:pt idx="3234">
                  <c:v>04-10-2021</c:v>
                </c:pt>
                <c:pt idx="3235">
                  <c:v>04-10-2021</c:v>
                </c:pt>
                <c:pt idx="3236">
                  <c:v>04-10-2021</c:v>
                </c:pt>
                <c:pt idx="3237">
                  <c:v>04-10-2021</c:v>
                </c:pt>
                <c:pt idx="3238">
                  <c:v>04-10-2021</c:v>
                </c:pt>
                <c:pt idx="3239">
                  <c:v>04-10-2021</c:v>
                </c:pt>
                <c:pt idx="3240">
                  <c:v>04-10-2021</c:v>
                </c:pt>
                <c:pt idx="3241">
                  <c:v>04-10-2021</c:v>
                </c:pt>
                <c:pt idx="3242">
                  <c:v>05-10-2021</c:v>
                </c:pt>
                <c:pt idx="3243">
                  <c:v>05-10-2021</c:v>
                </c:pt>
                <c:pt idx="3244">
                  <c:v>05-10-2021</c:v>
                </c:pt>
                <c:pt idx="3245">
                  <c:v>05-10-2021</c:v>
                </c:pt>
                <c:pt idx="3246">
                  <c:v>05-10-2021</c:v>
                </c:pt>
                <c:pt idx="3247">
                  <c:v>05-10-2021</c:v>
                </c:pt>
                <c:pt idx="3248">
                  <c:v>05-10-2021</c:v>
                </c:pt>
                <c:pt idx="3249">
                  <c:v>05-10-2021</c:v>
                </c:pt>
                <c:pt idx="3250">
                  <c:v>05-10-2021</c:v>
                </c:pt>
                <c:pt idx="3251">
                  <c:v>05-10-2021</c:v>
                </c:pt>
                <c:pt idx="3252">
                  <c:v>05-10-2021</c:v>
                </c:pt>
                <c:pt idx="3253">
                  <c:v>05-10-2021</c:v>
                </c:pt>
                <c:pt idx="3254">
                  <c:v>05-10-2021</c:v>
                </c:pt>
                <c:pt idx="3255">
                  <c:v>05-10-2021</c:v>
                </c:pt>
                <c:pt idx="3256">
                  <c:v>05-10-2021</c:v>
                </c:pt>
                <c:pt idx="3257">
                  <c:v>05-10-2021</c:v>
                </c:pt>
                <c:pt idx="3258">
                  <c:v>05-10-2021</c:v>
                </c:pt>
                <c:pt idx="3259">
                  <c:v>05-10-2021</c:v>
                </c:pt>
                <c:pt idx="3260">
                  <c:v>05-10-2021</c:v>
                </c:pt>
                <c:pt idx="3261">
                  <c:v>05-10-2021</c:v>
                </c:pt>
                <c:pt idx="3262">
                  <c:v>05-10-2021</c:v>
                </c:pt>
                <c:pt idx="3263">
                  <c:v>05-10-2021</c:v>
                </c:pt>
                <c:pt idx="3264">
                  <c:v>05-10-2021</c:v>
                </c:pt>
                <c:pt idx="3265">
                  <c:v>05-10-2021</c:v>
                </c:pt>
                <c:pt idx="3266">
                  <c:v>05-10-2021</c:v>
                </c:pt>
                <c:pt idx="3267">
                  <c:v>05-10-2021</c:v>
                </c:pt>
                <c:pt idx="3268">
                  <c:v>05-10-2021</c:v>
                </c:pt>
                <c:pt idx="3269">
                  <c:v>05-10-2021</c:v>
                </c:pt>
                <c:pt idx="3270">
                  <c:v>05-10-2021</c:v>
                </c:pt>
                <c:pt idx="3271">
                  <c:v>05-10-2021</c:v>
                </c:pt>
                <c:pt idx="3272">
                  <c:v>05-10-2021</c:v>
                </c:pt>
                <c:pt idx="3273">
                  <c:v>05-10-2021</c:v>
                </c:pt>
                <c:pt idx="3274">
                  <c:v>05-10-2021</c:v>
                </c:pt>
                <c:pt idx="3275">
                  <c:v>05-10-2021</c:v>
                </c:pt>
                <c:pt idx="3276">
                  <c:v>05-10-2021</c:v>
                </c:pt>
                <c:pt idx="3277">
                  <c:v>05-10-2021</c:v>
                </c:pt>
                <c:pt idx="3278">
                  <c:v>05-10-2021</c:v>
                </c:pt>
                <c:pt idx="3279">
                  <c:v>05-10-2021</c:v>
                </c:pt>
                <c:pt idx="3280">
                  <c:v>05-10-2021</c:v>
                </c:pt>
                <c:pt idx="3281">
                  <c:v>05-10-2021</c:v>
                </c:pt>
                <c:pt idx="3282">
                  <c:v>05-10-2021</c:v>
                </c:pt>
                <c:pt idx="3283">
                  <c:v>05-10-2021</c:v>
                </c:pt>
                <c:pt idx="3284">
                  <c:v>05-10-2021</c:v>
                </c:pt>
                <c:pt idx="3285">
                  <c:v>05-10-2021</c:v>
                </c:pt>
                <c:pt idx="3286">
                  <c:v>05-10-2021</c:v>
                </c:pt>
                <c:pt idx="3287">
                  <c:v>05-10-2021</c:v>
                </c:pt>
                <c:pt idx="3288">
                  <c:v>05-10-2021</c:v>
                </c:pt>
                <c:pt idx="3289">
                  <c:v>05-10-2021</c:v>
                </c:pt>
                <c:pt idx="3290">
                  <c:v>05-10-2021</c:v>
                </c:pt>
                <c:pt idx="3291">
                  <c:v>05-10-2021</c:v>
                </c:pt>
                <c:pt idx="3292">
                  <c:v>06-10-2021</c:v>
                </c:pt>
                <c:pt idx="3293">
                  <c:v>06-10-2021</c:v>
                </c:pt>
                <c:pt idx="3294">
                  <c:v>06-10-2021</c:v>
                </c:pt>
                <c:pt idx="3295">
                  <c:v>06-10-2021</c:v>
                </c:pt>
                <c:pt idx="3296">
                  <c:v>06-10-2021</c:v>
                </c:pt>
                <c:pt idx="3297">
                  <c:v>06-10-2021</c:v>
                </c:pt>
                <c:pt idx="3298">
                  <c:v>06-10-2021</c:v>
                </c:pt>
                <c:pt idx="3299">
                  <c:v>06-10-2021</c:v>
                </c:pt>
                <c:pt idx="3300">
                  <c:v>06-10-2021</c:v>
                </c:pt>
                <c:pt idx="3301">
                  <c:v>06-10-2021</c:v>
                </c:pt>
                <c:pt idx="3302">
                  <c:v>06-10-2021</c:v>
                </c:pt>
                <c:pt idx="3303">
                  <c:v>06-10-2021</c:v>
                </c:pt>
                <c:pt idx="3304">
                  <c:v>06-10-2021</c:v>
                </c:pt>
                <c:pt idx="3305">
                  <c:v>06-10-2021</c:v>
                </c:pt>
                <c:pt idx="3306">
                  <c:v>06-10-2021</c:v>
                </c:pt>
                <c:pt idx="3307">
                  <c:v>06-10-2021</c:v>
                </c:pt>
                <c:pt idx="3308">
                  <c:v>06-10-2021</c:v>
                </c:pt>
                <c:pt idx="3309">
                  <c:v>06-10-2021</c:v>
                </c:pt>
                <c:pt idx="3310">
                  <c:v>06-10-2021</c:v>
                </c:pt>
                <c:pt idx="3311">
                  <c:v>06-10-2021</c:v>
                </c:pt>
                <c:pt idx="3312">
                  <c:v>06-10-2021</c:v>
                </c:pt>
                <c:pt idx="3313">
                  <c:v>06-10-2021</c:v>
                </c:pt>
                <c:pt idx="3314">
                  <c:v>06-10-2021</c:v>
                </c:pt>
                <c:pt idx="3315">
                  <c:v>06-10-2021</c:v>
                </c:pt>
                <c:pt idx="3316">
                  <c:v>06-10-2021</c:v>
                </c:pt>
                <c:pt idx="3317">
                  <c:v>06-10-2021</c:v>
                </c:pt>
                <c:pt idx="3318">
                  <c:v>06-10-2021</c:v>
                </c:pt>
                <c:pt idx="3319">
                  <c:v>06-10-2021</c:v>
                </c:pt>
                <c:pt idx="3320">
                  <c:v>06-10-2021</c:v>
                </c:pt>
                <c:pt idx="3321">
                  <c:v>06-10-2021</c:v>
                </c:pt>
                <c:pt idx="3322">
                  <c:v>06-10-2021</c:v>
                </c:pt>
                <c:pt idx="3323">
                  <c:v>06-10-2021</c:v>
                </c:pt>
                <c:pt idx="3324">
                  <c:v>06-10-2021</c:v>
                </c:pt>
                <c:pt idx="3325">
                  <c:v>06-10-2021</c:v>
                </c:pt>
                <c:pt idx="3326">
                  <c:v>06-10-2021</c:v>
                </c:pt>
                <c:pt idx="3327">
                  <c:v>06-10-2021</c:v>
                </c:pt>
                <c:pt idx="3328">
                  <c:v>06-10-2021</c:v>
                </c:pt>
                <c:pt idx="3329">
                  <c:v>06-10-2021</c:v>
                </c:pt>
                <c:pt idx="3330">
                  <c:v>06-10-2021</c:v>
                </c:pt>
                <c:pt idx="3331">
                  <c:v>06-10-2021</c:v>
                </c:pt>
                <c:pt idx="3332">
                  <c:v>06-10-2021</c:v>
                </c:pt>
                <c:pt idx="3333">
                  <c:v>06-10-2021</c:v>
                </c:pt>
                <c:pt idx="3334">
                  <c:v>06-10-2021</c:v>
                </c:pt>
                <c:pt idx="3335">
                  <c:v>06-10-2021</c:v>
                </c:pt>
                <c:pt idx="3336">
                  <c:v>06-10-2021</c:v>
                </c:pt>
                <c:pt idx="3337">
                  <c:v>06-10-2021</c:v>
                </c:pt>
                <c:pt idx="3338">
                  <c:v>06-10-2021</c:v>
                </c:pt>
                <c:pt idx="3339">
                  <c:v>06-10-2021</c:v>
                </c:pt>
                <c:pt idx="3340">
                  <c:v>06-10-2021</c:v>
                </c:pt>
                <c:pt idx="3341">
                  <c:v>06-10-2021</c:v>
                </c:pt>
                <c:pt idx="3342">
                  <c:v>06-10-2021</c:v>
                </c:pt>
                <c:pt idx="3343">
                  <c:v>06-10-2021</c:v>
                </c:pt>
                <c:pt idx="3344">
                  <c:v>07-10-2021</c:v>
                </c:pt>
                <c:pt idx="3345">
                  <c:v>07-10-2021</c:v>
                </c:pt>
                <c:pt idx="3346">
                  <c:v>07-10-2021</c:v>
                </c:pt>
                <c:pt idx="3347">
                  <c:v>07-10-2021</c:v>
                </c:pt>
                <c:pt idx="3348">
                  <c:v>07-10-2021</c:v>
                </c:pt>
                <c:pt idx="3349">
                  <c:v>07-10-2021</c:v>
                </c:pt>
                <c:pt idx="3350">
                  <c:v>07-10-2021</c:v>
                </c:pt>
                <c:pt idx="3351">
                  <c:v>07-10-2021</c:v>
                </c:pt>
                <c:pt idx="3352">
                  <c:v>07-10-2021</c:v>
                </c:pt>
                <c:pt idx="3353">
                  <c:v>07-10-2021</c:v>
                </c:pt>
                <c:pt idx="3354">
                  <c:v>07-10-2021</c:v>
                </c:pt>
                <c:pt idx="3355">
                  <c:v>07-10-2021</c:v>
                </c:pt>
                <c:pt idx="3356">
                  <c:v>07-10-2021</c:v>
                </c:pt>
                <c:pt idx="3357">
                  <c:v>07-10-2021</c:v>
                </c:pt>
                <c:pt idx="3358">
                  <c:v>07-10-2021</c:v>
                </c:pt>
                <c:pt idx="3359">
                  <c:v>07-10-2021</c:v>
                </c:pt>
                <c:pt idx="3360">
                  <c:v>07-10-2021</c:v>
                </c:pt>
                <c:pt idx="3361">
                  <c:v>07-10-2021</c:v>
                </c:pt>
                <c:pt idx="3362">
                  <c:v>07-10-2021</c:v>
                </c:pt>
                <c:pt idx="3363">
                  <c:v>07-10-2021</c:v>
                </c:pt>
                <c:pt idx="3364">
                  <c:v>07-10-2021</c:v>
                </c:pt>
                <c:pt idx="3365">
                  <c:v>07-10-2021</c:v>
                </c:pt>
                <c:pt idx="3366">
                  <c:v>07-10-2021</c:v>
                </c:pt>
                <c:pt idx="3367">
                  <c:v>07-10-2021</c:v>
                </c:pt>
                <c:pt idx="3368">
                  <c:v>07-10-2021</c:v>
                </c:pt>
                <c:pt idx="3369">
                  <c:v>07-10-2021</c:v>
                </c:pt>
                <c:pt idx="3370">
                  <c:v>07-10-2021</c:v>
                </c:pt>
                <c:pt idx="3371">
                  <c:v>07-10-2021</c:v>
                </c:pt>
                <c:pt idx="3372">
                  <c:v>07-10-2021</c:v>
                </c:pt>
                <c:pt idx="3373">
                  <c:v>07-10-2021</c:v>
                </c:pt>
                <c:pt idx="3374">
                  <c:v>07-10-2021</c:v>
                </c:pt>
                <c:pt idx="3375">
                  <c:v>07-10-2021</c:v>
                </c:pt>
                <c:pt idx="3376">
                  <c:v>07-10-2021</c:v>
                </c:pt>
                <c:pt idx="3377">
                  <c:v>07-10-2021</c:v>
                </c:pt>
                <c:pt idx="3378">
                  <c:v>07-10-2021</c:v>
                </c:pt>
                <c:pt idx="3379">
                  <c:v>07-10-2021</c:v>
                </c:pt>
                <c:pt idx="3380">
                  <c:v>07-10-2021</c:v>
                </c:pt>
                <c:pt idx="3381">
                  <c:v>07-10-2021</c:v>
                </c:pt>
                <c:pt idx="3382">
                  <c:v>07-10-2021</c:v>
                </c:pt>
                <c:pt idx="3383">
                  <c:v>07-10-2021</c:v>
                </c:pt>
                <c:pt idx="3384">
                  <c:v>07-10-2021</c:v>
                </c:pt>
                <c:pt idx="3385">
                  <c:v>07-10-2021</c:v>
                </c:pt>
                <c:pt idx="3386">
                  <c:v>07-10-2021</c:v>
                </c:pt>
                <c:pt idx="3387">
                  <c:v>07-10-2021</c:v>
                </c:pt>
                <c:pt idx="3388">
                  <c:v>07-10-2021</c:v>
                </c:pt>
                <c:pt idx="3389">
                  <c:v>07-10-2021</c:v>
                </c:pt>
                <c:pt idx="3390">
                  <c:v>07-10-2021</c:v>
                </c:pt>
                <c:pt idx="3391">
                  <c:v>07-10-2021</c:v>
                </c:pt>
                <c:pt idx="3392">
                  <c:v>07-10-2021</c:v>
                </c:pt>
                <c:pt idx="3393">
                  <c:v>07-10-2021</c:v>
                </c:pt>
                <c:pt idx="3394">
                  <c:v>07-10-2021</c:v>
                </c:pt>
                <c:pt idx="3395">
                  <c:v>08-10-2021</c:v>
                </c:pt>
                <c:pt idx="3396">
                  <c:v>08-10-2021</c:v>
                </c:pt>
                <c:pt idx="3397">
                  <c:v>08-10-2021</c:v>
                </c:pt>
                <c:pt idx="3398">
                  <c:v>08-10-2021</c:v>
                </c:pt>
                <c:pt idx="3399">
                  <c:v>08-10-2021</c:v>
                </c:pt>
                <c:pt idx="3400">
                  <c:v>08-10-2021</c:v>
                </c:pt>
                <c:pt idx="3401">
                  <c:v>08-10-2021</c:v>
                </c:pt>
                <c:pt idx="3402">
                  <c:v>08-10-2021</c:v>
                </c:pt>
                <c:pt idx="3403">
                  <c:v>08-10-2021</c:v>
                </c:pt>
                <c:pt idx="3404">
                  <c:v>08-10-2021</c:v>
                </c:pt>
                <c:pt idx="3405">
                  <c:v>08-10-2021</c:v>
                </c:pt>
                <c:pt idx="3406">
                  <c:v>08-10-2021</c:v>
                </c:pt>
                <c:pt idx="3407">
                  <c:v>08-10-2021</c:v>
                </c:pt>
                <c:pt idx="3408">
                  <c:v>08-10-2021</c:v>
                </c:pt>
                <c:pt idx="3409">
                  <c:v>08-10-2021</c:v>
                </c:pt>
                <c:pt idx="3410">
                  <c:v>08-10-2021</c:v>
                </c:pt>
                <c:pt idx="3411">
                  <c:v>08-10-2021</c:v>
                </c:pt>
                <c:pt idx="3412">
                  <c:v>08-10-2021</c:v>
                </c:pt>
                <c:pt idx="3413">
                  <c:v>08-10-2021</c:v>
                </c:pt>
                <c:pt idx="3414">
                  <c:v>08-10-2021</c:v>
                </c:pt>
                <c:pt idx="3415">
                  <c:v>08-10-2021</c:v>
                </c:pt>
                <c:pt idx="3416">
                  <c:v>08-10-2021</c:v>
                </c:pt>
                <c:pt idx="3417">
                  <c:v>08-10-2021</c:v>
                </c:pt>
                <c:pt idx="3418">
                  <c:v>08-10-2021</c:v>
                </c:pt>
                <c:pt idx="3419">
                  <c:v>08-10-2021</c:v>
                </c:pt>
                <c:pt idx="3420">
                  <c:v>08-10-2021</c:v>
                </c:pt>
                <c:pt idx="3421">
                  <c:v>08-10-2021</c:v>
                </c:pt>
                <c:pt idx="3422">
                  <c:v>08-10-2021</c:v>
                </c:pt>
                <c:pt idx="3423">
                  <c:v>08-10-2021</c:v>
                </c:pt>
                <c:pt idx="3424">
                  <c:v>08-10-2021</c:v>
                </c:pt>
                <c:pt idx="3425">
                  <c:v>08-10-2021</c:v>
                </c:pt>
                <c:pt idx="3426">
                  <c:v>08-10-2021</c:v>
                </c:pt>
                <c:pt idx="3427">
                  <c:v>08-10-2021</c:v>
                </c:pt>
                <c:pt idx="3428">
                  <c:v>08-10-2021</c:v>
                </c:pt>
                <c:pt idx="3429">
                  <c:v>08-10-2021</c:v>
                </c:pt>
                <c:pt idx="3430">
                  <c:v>08-10-2021</c:v>
                </c:pt>
                <c:pt idx="3431">
                  <c:v>08-10-2021</c:v>
                </c:pt>
                <c:pt idx="3432">
                  <c:v>08-10-2021</c:v>
                </c:pt>
                <c:pt idx="3433">
                  <c:v>08-10-2021</c:v>
                </c:pt>
                <c:pt idx="3434">
                  <c:v>08-10-2021</c:v>
                </c:pt>
                <c:pt idx="3435">
                  <c:v>08-10-2021</c:v>
                </c:pt>
                <c:pt idx="3436">
                  <c:v>08-10-2021</c:v>
                </c:pt>
                <c:pt idx="3437">
                  <c:v>08-10-2021</c:v>
                </c:pt>
                <c:pt idx="3438">
                  <c:v>08-10-2021</c:v>
                </c:pt>
                <c:pt idx="3439">
                  <c:v>08-10-2021</c:v>
                </c:pt>
                <c:pt idx="3440">
                  <c:v>08-10-2021</c:v>
                </c:pt>
                <c:pt idx="3441">
                  <c:v>08-10-2021</c:v>
                </c:pt>
                <c:pt idx="3442">
                  <c:v>08-10-2021</c:v>
                </c:pt>
                <c:pt idx="3443">
                  <c:v>08-10-2021</c:v>
                </c:pt>
                <c:pt idx="3444">
                  <c:v>08-10-2021</c:v>
                </c:pt>
                <c:pt idx="3445">
                  <c:v>08-10-2021</c:v>
                </c:pt>
                <c:pt idx="3446">
                  <c:v>08-10-2021</c:v>
                </c:pt>
                <c:pt idx="3447">
                  <c:v>09-10-2021</c:v>
                </c:pt>
                <c:pt idx="3448">
                  <c:v>09-10-2021</c:v>
                </c:pt>
                <c:pt idx="3449">
                  <c:v>09-10-2021</c:v>
                </c:pt>
                <c:pt idx="3450">
                  <c:v>09-10-2021</c:v>
                </c:pt>
                <c:pt idx="3451">
                  <c:v>09-10-2021</c:v>
                </c:pt>
                <c:pt idx="3452">
                  <c:v>09-10-2021</c:v>
                </c:pt>
                <c:pt idx="3453">
                  <c:v>09-10-2021</c:v>
                </c:pt>
                <c:pt idx="3454">
                  <c:v>09-10-2021</c:v>
                </c:pt>
                <c:pt idx="3455">
                  <c:v>09-10-2021</c:v>
                </c:pt>
                <c:pt idx="3456">
                  <c:v>09-10-2021</c:v>
                </c:pt>
                <c:pt idx="3457">
                  <c:v>09-10-2021</c:v>
                </c:pt>
                <c:pt idx="3458">
                  <c:v>09-10-2021</c:v>
                </c:pt>
                <c:pt idx="3459">
                  <c:v>09-10-2021</c:v>
                </c:pt>
                <c:pt idx="3460">
                  <c:v>09-10-2021</c:v>
                </c:pt>
                <c:pt idx="3461">
                  <c:v>09-10-2021</c:v>
                </c:pt>
                <c:pt idx="3462">
                  <c:v>09-10-2021</c:v>
                </c:pt>
                <c:pt idx="3463">
                  <c:v>09-10-2021</c:v>
                </c:pt>
                <c:pt idx="3464">
                  <c:v>09-10-2021</c:v>
                </c:pt>
                <c:pt idx="3465">
                  <c:v>09-10-2021</c:v>
                </c:pt>
                <c:pt idx="3466">
                  <c:v>09-10-2021</c:v>
                </c:pt>
                <c:pt idx="3467">
                  <c:v>09-10-2021</c:v>
                </c:pt>
                <c:pt idx="3468">
                  <c:v>09-10-2021</c:v>
                </c:pt>
                <c:pt idx="3469">
                  <c:v>09-10-2021</c:v>
                </c:pt>
                <c:pt idx="3470">
                  <c:v>09-10-2021</c:v>
                </c:pt>
                <c:pt idx="3471">
                  <c:v>09-10-2021</c:v>
                </c:pt>
                <c:pt idx="3472">
                  <c:v>09-10-2021</c:v>
                </c:pt>
                <c:pt idx="3473">
                  <c:v>09-10-2021</c:v>
                </c:pt>
                <c:pt idx="3474">
                  <c:v>09-10-2021</c:v>
                </c:pt>
                <c:pt idx="3475">
                  <c:v>09-10-2021</c:v>
                </c:pt>
                <c:pt idx="3476">
                  <c:v>09-10-2021</c:v>
                </c:pt>
                <c:pt idx="3477">
                  <c:v>09-10-2021</c:v>
                </c:pt>
                <c:pt idx="3478">
                  <c:v>09-10-2021</c:v>
                </c:pt>
                <c:pt idx="3479">
                  <c:v>09-10-2021</c:v>
                </c:pt>
                <c:pt idx="3480">
                  <c:v>09-10-2021</c:v>
                </c:pt>
                <c:pt idx="3481">
                  <c:v>09-10-2021</c:v>
                </c:pt>
                <c:pt idx="3482">
                  <c:v>09-10-2021</c:v>
                </c:pt>
                <c:pt idx="3483">
                  <c:v>09-10-2021</c:v>
                </c:pt>
                <c:pt idx="3484">
                  <c:v>09-10-2021</c:v>
                </c:pt>
                <c:pt idx="3485">
                  <c:v>09-10-2021</c:v>
                </c:pt>
                <c:pt idx="3486">
                  <c:v>09-10-2021</c:v>
                </c:pt>
                <c:pt idx="3487">
                  <c:v>09-10-2021</c:v>
                </c:pt>
                <c:pt idx="3488">
                  <c:v>09-10-2021</c:v>
                </c:pt>
                <c:pt idx="3489">
                  <c:v>09-10-2021</c:v>
                </c:pt>
                <c:pt idx="3490">
                  <c:v>09-10-2021</c:v>
                </c:pt>
                <c:pt idx="3491">
                  <c:v>09-10-2021</c:v>
                </c:pt>
                <c:pt idx="3492">
                  <c:v>09-10-2021</c:v>
                </c:pt>
                <c:pt idx="3493">
                  <c:v>09-10-2021</c:v>
                </c:pt>
                <c:pt idx="3494">
                  <c:v>09-10-2021</c:v>
                </c:pt>
                <c:pt idx="3495">
                  <c:v>09-10-2021</c:v>
                </c:pt>
                <c:pt idx="3496">
                  <c:v>09-10-2021</c:v>
                </c:pt>
                <c:pt idx="3497">
                  <c:v>10-10-2021</c:v>
                </c:pt>
                <c:pt idx="3498">
                  <c:v>10-10-2021</c:v>
                </c:pt>
                <c:pt idx="3499">
                  <c:v>10-10-2021</c:v>
                </c:pt>
                <c:pt idx="3500">
                  <c:v>10-10-2021</c:v>
                </c:pt>
                <c:pt idx="3501">
                  <c:v>10-10-2021</c:v>
                </c:pt>
                <c:pt idx="3502">
                  <c:v>10-10-2021</c:v>
                </c:pt>
                <c:pt idx="3503">
                  <c:v>10-10-2021</c:v>
                </c:pt>
                <c:pt idx="3504">
                  <c:v>10-10-2021</c:v>
                </c:pt>
                <c:pt idx="3505">
                  <c:v>10-10-2021</c:v>
                </c:pt>
                <c:pt idx="3506">
                  <c:v>10-10-2021</c:v>
                </c:pt>
                <c:pt idx="3507">
                  <c:v>10-10-2021</c:v>
                </c:pt>
                <c:pt idx="3508">
                  <c:v>10-10-2021</c:v>
                </c:pt>
                <c:pt idx="3509">
                  <c:v>10-10-2021</c:v>
                </c:pt>
                <c:pt idx="3510">
                  <c:v>10-10-2021</c:v>
                </c:pt>
                <c:pt idx="3511">
                  <c:v>10-10-2021</c:v>
                </c:pt>
                <c:pt idx="3512">
                  <c:v>10-10-2021</c:v>
                </c:pt>
                <c:pt idx="3513">
                  <c:v>10-10-2021</c:v>
                </c:pt>
                <c:pt idx="3514">
                  <c:v>10-10-2021</c:v>
                </c:pt>
                <c:pt idx="3515">
                  <c:v>10-10-2021</c:v>
                </c:pt>
                <c:pt idx="3516">
                  <c:v>10-10-2021</c:v>
                </c:pt>
                <c:pt idx="3517">
                  <c:v>10-10-2021</c:v>
                </c:pt>
                <c:pt idx="3518">
                  <c:v>10-10-2021</c:v>
                </c:pt>
                <c:pt idx="3519">
                  <c:v>10-10-2021</c:v>
                </c:pt>
                <c:pt idx="3520">
                  <c:v>10-10-2021</c:v>
                </c:pt>
                <c:pt idx="3521">
                  <c:v>10-10-2021</c:v>
                </c:pt>
                <c:pt idx="3522">
                  <c:v>10-10-2021</c:v>
                </c:pt>
                <c:pt idx="3523">
                  <c:v>10-10-2021</c:v>
                </c:pt>
                <c:pt idx="3524">
                  <c:v>10-10-2021</c:v>
                </c:pt>
                <c:pt idx="3525">
                  <c:v>10-10-2021</c:v>
                </c:pt>
                <c:pt idx="3526">
                  <c:v>10-10-2021</c:v>
                </c:pt>
                <c:pt idx="3527">
                  <c:v>10-10-2021</c:v>
                </c:pt>
                <c:pt idx="3528">
                  <c:v>10-10-2021</c:v>
                </c:pt>
                <c:pt idx="3529">
                  <c:v>10-10-2021</c:v>
                </c:pt>
                <c:pt idx="3530">
                  <c:v>10-10-2021</c:v>
                </c:pt>
                <c:pt idx="3531">
                  <c:v>10-10-2021</c:v>
                </c:pt>
                <c:pt idx="3532">
                  <c:v>10-10-2021</c:v>
                </c:pt>
                <c:pt idx="3533">
                  <c:v>10-10-2021</c:v>
                </c:pt>
                <c:pt idx="3534">
                  <c:v>10-10-2021</c:v>
                </c:pt>
                <c:pt idx="3535">
                  <c:v>10-10-2021</c:v>
                </c:pt>
                <c:pt idx="3536">
                  <c:v>10-10-2021</c:v>
                </c:pt>
                <c:pt idx="3537">
                  <c:v>10-10-2021</c:v>
                </c:pt>
                <c:pt idx="3538">
                  <c:v>10-10-2021</c:v>
                </c:pt>
                <c:pt idx="3539">
                  <c:v>10-10-2021</c:v>
                </c:pt>
                <c:pt idx="3540">
                  <c:v>10-10-2021</c:v>
                </c:pt>
                <c:pt idx="3541">
                  <c:v>10-10-2021</c:v>
                </c:pt>
                <c:pt idx="3542">
                  <c:v>10-10-2021</c:v>
                </c:pt>
                <c:pt idx="3543">
                  <c:v>10-10-2021</c:v>
                </c:pt>
                <c:pt idx="3544">
                  <c:v>10-10-2021</c:v>
                </c:pt>
                <c:pt idx="3545">
                  <c:v>10-10-2021</c:v>
                </c:pt>
                <c:pt idx="3546">
                  <c:v>10-10-2021</c:v>
                </c:pt>
                <c:pt idx="3547">
                  <c:v>10-10-2021</c:v>
                </c:pt>
                <c:pt idx="3548">
                  <c:v>10-10-2021</c:v>
                </c:pt>
                <c:pt idx="3549">
                  <c:v>11-10-2021</c:v>
                </c:pt>
                <c:pt idx="3550">
                  <c:v>11-10-2021</c:v>
                </c:pt>
                <c:pt idx="3551">
                  <c:v>11-10-2021</c:v>
                </c:pt>
                <c:pt idx="3552">
                  <c:v>11-10-2021</c:v>
                </c:pt>
                <c:pt idx="3553">
                  <c:v>11-10-2021</c:v>
                </c:pt>
                <c:pt idx="3554">
                  <c:v>11-10-2021</c:v>
                </c:pt>
                <c:pt idx="3555">
                  <c:v>11-10-2021</c:v>
                </c:pt>
                <c:pt idx="3556">
                  <c:v>11-10-2021</c:v>
                </c:pt>
                <c:pt idx="3557">
                  <c:v>11-10-2021</c:v>
                </c:pt>
                <c:pt idx="3558">
                  <c:v>11-10-2021</c:v>
                </c:pt>
                <c:pt idx="3559">
                  <c:v>11-10-2021</c:v>
                </c:pt>
                <c:pt idx="3560">
                  <c:v>11-10-2021</c:v>
                </c:pt>
                <c:pt idx="3561">
                  <c:v>11-10-2021</c:v>
                </c:pt>
                <c:pt idx="3562">
                  <c:v>11-10-2021</c:v>
                </c:pt>
                <c:pt idx="3563">
                  <c:v>11-10-2021</c:v>
                </c:pt>
                <c:pt idx="3564">
                  <c:v>11-10-2021</c:v>
                </c:pt>
                <c:pt idx="3565">
                  <c:v>11-10-2021</c:v>
                </c:pt>
                <c:pt idx="3566">
                  <c:v>11-10-2021</c:v>
                </c:pt>
                <c:pt idx="3567">
                  <c:v>11-10-2021</c:v>
                </c:pt>
                <c:pt idx="3568">
                  <c:v>11-10-2021</c:v>
                </c:pt>
                <c:pt idx="3569">
                  <c:v>11-10-2021</c:v>
                </c:pt>
                <c:pt idx="3570">
                  <c:v>11-10-2021</c:v>
                </c:pt>
                <c:pt idx="3571">
                  <c:v>11-10-2021</c:v>
                </c:pt>
                <c:pt idx="3572">
                  <c:v>11-10-2021</c:v>
                </c:pt>
                <c:pt idx="3573">
                  <c:v>11-10-2021</c:v>
                </c:pt>
                <c:pt idx="3574">
                  <c:v>11-10-2021</c:v>
                </c:pt>
                <c:pt idx="3575">
                  <c:v>11-10-2021</c:v>
                </c:pt>
                <c:pt idx="3576">
                  <c:v>11-10-2021</c:v>
                </c:pt>
                <c:pt idx="3577">
                  <c:v>11-10-2021</c:v>
                </c:pt>
                <c:pt idx="3578">
                  <c:v>11-10-2021</c:v>
                </c:pt>
                <c:pt idx="3579">
                  <c:v>11-10-2021</c:v>
                </c:pt>
                <c:pt idx="3580">
                  <c:v>11-10-2021</c:v>
                </c:pt>
                <c:pt idx="3581">
                  <c:v>11-10-2021</c:v>
                </c:pt>
                <c:pt idx="3582">
                  <c:v>11-10-2021</c:v>
                </c:pt>
                <c:pt idx="3583">
                  <c:v>11-10-2021</c:v>
                </c:pt>
                <c:pt idx="3584">
                  <c:v>11-10-2021</c:v>
                </c:pt>
                <c:pt idx="3585">
                  <c:v>11-10-2021</c:v>
                </c:pt>
                <c:pt idx="3586">
                  <c:v>11-10-2021</c:v>
                </c:pt>
                <c:pt idx="3587">
                  <c:v>11-10-2021</c:v>
                </c:pt>
                <c:pt idx="3588">
                  <c:v>11-10-2021</c:v>
                </c:pt>
                <c:pt idx="3589">
                  <c:v>11-10-2021</c:v>
                </c:pt>
                <c:pt idx="3590">
                  <c:v>11-10-2021</c:v>
                </c:pt>
                <c:pt idx="3591">
                  <c:v>11-10-2021</c:v>
                </c:pt>
                <c:pt idx="3592">
                  <c:v>11-10-2021</c:v>
                </c:pt>
                <c:pt idx="3593">
                  <c:v>11-10-2021</c:v>
                </c:pt>
                <c:pt idx="3594">
                  <c:v>11-10-2021</c:v>
                </c:pt>
                <c:pt idx="3595">
                  <c:v>11-10-2021</c:v>
                </c:pt>
                <c:pt idx="3596">
                  <c:v>11-10-2021</c:v>
                </c:pt>
                <c:pt idx="3597">
                  <c:v>11-10-2021</c:v>
                </c:pt>
                <c:pt idx="3598">
                  <c:v>11-10-2021</c:v>
                </c:pt>
                <c:pt idx="3599">
                  <c:v>11-10-2021</c:v>
                </c:pt>
                <c:pt idx="3600">
                  <c:v>12-10-2021</c:v>
                </c:pt>
                <c:pt idx="3601">
                  <c:v>12-10-2021</c:v>
                </c:pt>
                <c:pt idx="3602">
                  <c:v>12-10-2021</c:v>
                </c:pt>
                <c:pt idx="3603">
                  <c:v>12-10-2021</c:v>
                </c:pt>
                <c:pt idx="3604">
                  <c:v>12-10-2021</c:v>
                </c:pt>
                <c:pt idx="3605">
                  <c:v>12-10-2021</c:v>
                </c:pt>
                <c:pt idx="3606">
                  <c:v>12-10-2021</c:v>
                </c:pt>
                <c:pt idx="3607">
                  <c:v>12-10-2021</c:v>
                </c:pt>
                <c:pt idx="3608">
                  <c:v>12-10-2021</c:v>
                </c:pt>
                <c:pt idx="3609">
                  <c:v>12-10-2021</c:v>
                </c:pt>
                <c:pt idx="3610">
                  <c:v>12-10-2021</c:v>
                </c:pt>
                <c:pt idx="3611">
                  <c:v>12-10-2021</c:v>
                </c:pt>
                <c:pt idx="3612">
                  <c:v>12-10-2021</c:v>
                </c:pt>
                <c:pt idx="3613">
                  <c:v>12-10-2021</c:v>
                </c:pt>
                <c:pt idx="3614">
                  <c:v>12-10-2021</c:v>
                </c:pt>
                <c:pt idx="3615">
                  <c:v>12-10-2021</c:v>
                </c:pt>
                <c:pt idx="3616">
                  <c:v>12-10-2021</c:v>
                </c:pt>
                <c:pt idx="3617">
                  <c:v>12-10-2021</c:v>
                </c:pt>
                <c:pt idx="3618">
                  <c:v>12-10-2021</c:v>
                </c:pt>
                <c:pt idx="3619">
                  <c:v>12-10-2021</c:v>
                </c:pt>
                <c:pt idx="3620">
                  <c:v>12-10-2021</c:v>
                </c:pt>
                <c:pt idx="3621">
                  <c:v>12-10-2021</c:v>
                </c:pt>
                <c:pt idx="3622">
                  <c:v>12-10-2021</c:v>
                </c:pt>
                <c:pt idx="3623">
                  <c:v>12-10-2021</c:v>
                </c:pt>
                <c:pt idx="3624">
                  <c:v>12-10-2021</c:v>
                </c:pt>
                <c:pt idx="3625">
                  <c:v>12-10-2021</c:v>
                </c:pt>
                <c:pt idx="3626">
                  <c:v>12-10-2021</c:v>
                </c:pt>
                <c:pt idx="3627">
                  <c:v>12-10-2021</c:v>
                </c:pt>
                <c:pt idx="3628">
                  <c:v>12-10-2021</c:v>
                </c:pt>
                <c:pt idx="3629">
                  <c:v>12-10-2021</c:v>
                </c:pt>
                <c:pt idx="3630">
                  <c:v>12-10-2021</c:v>
                </c:pt>
                <c:pt idx="3631">
                  <c:v>12-10-2021</c:v>
                </c:pt>
                <c:pt idx="3632">
                  <c:v>12-10-2021</c:v>
                </c:pt>
                <c:pt idx="3633">
                  <c:v>12-10-2021</c:v>
                </c:pt>
                <c:pt idx="3634">
                  <c:v>12-10-2021</c:v>
                </c:pt>
                <c:pt idx="3635">
                  <c:v>12-10-2021</c:v>
                </c:pt>
                <c:pt idx="3636">
                  <c:v>12-10-2021</c:v>
                </c:pt>
                <c:pt idx="3637">
                  <c:v>12-10-2021</c:v>
                </c:pt>
                <c:pt idx="3638">
                  <c:v>12-10-2021</c:v>
                </c:pt>
                <c:pt idx="3639">
                  <c:v>12-10-2021</c:v>
                </c:pt>
                <c:pt idx="3640">
                  <c:v>12-10-2021</c:v>
                </c:pt>
                <c:pt idx="3641">
                  <c:v>12-10-2021</c:v>
                </c:pt>
                <c:pt idx="3642">
                  <c:v>12-10-2021</c:v>
                </c:pt>
                <c:pt idx="3643">
                  <c:v>12-10-2021</c:v>
                </c:pt>
                <c:pt idx="3644">
                  <c:v>12-10-2021</c:v>
                </c:pt>
                <c:pt idx="3645">
                  <c:v>12-10-2021</c:v>
                </c:pt>
                <c:pt idx="3646">
                  <c:v>12-10-2021</c:v>
                </c:pt>
                <c:pt idx="3647">
                  <c:v>12-10-2021</c:v>
                </c:pt>
                <c:pt idx="3648">
                  <c:v>12-10-2021</c:v>
                </c:pt>
                <c:pt idx="3649">
                  <c:v>12-10-2021</c:v>
                </c:pt>
                <c:pt idx="3650">
                  <c:v>13-10-2021</c:v>
                </c:pt>
                <c:pt idx="3651">
                  <c:v>13-10-2021</c:v>
                </c:pt>
                <c:pt idx="3652">
                  <c:v>13-10-2021</c:v>
                </c:pt>
                <c:pt idx="3653">
                  <c:v>13-10-2021</c:v>
                </c:pt>
                <c:pt idx="3654">
                  <c:v>13-10-2021</c:v>
                </c:pt>
                <c:pt idx="3655">
                  <c:v>13-10-2021</c:v>
                </c:pt>
                <c:pt idx="3656">
                  <c:v>13-10-2021</c:v>
                </c:pt>
                <c:pt idx="3657">
                  <c:v>13-10-2021</c:v>
                </c:pt>
                <c:pt idx="3658">
                  <c:v>13-10-2021</c:v>
                </c:pt>
                <c:pt idx="3659">
                  <c:v>13-10-2021</c:v>
                </c:pt>
                <c:pt idx="3660">
                  <c:v>13-10-2021</c:v>
                </c:pt>
                <c:pt idx="3661">
                  <c:v>13-10-2021</c:v>
                </c:pt>
                <c:pt idx="3662">
                  <c:v>13-10-2021</c:v>
                </c:pt>
                <c:pt idx="3663">
                  <c:v>13-10-2021</c:v>
                </c:pt>
                <c:pt idx="3664">
                  <c:v>13-10-2021</c:v>
                </c:pt>
                <c:pt idx="3665">
                  <c:v>13-10-2021</c:v>
                </c:pt>
                <c:pt idx="3666">
                  <c:v>13-10-2021</c:v>
                </c:pt>
                <c:pt idx="3667">
                  <c:v>13-10-2021</c:v>
                </c:pt>
                <c:pt idx="3668">
                  <c:v>13-10-2021</c:v>
                </c:pt>
                <c:pt idx="3669">
                  <c:v>13-10-2021</c:v>
                </c:pt>
                <c:pt idx="3670">
                  <c:v>13-10-2021</c:v>
                </c:pt>
                <c:pt idx="3671">
                  <c:v>13-10-2021</c:v>
                </c:pt>
                <c:pt idx="3672">
                  <c:v>13-10-2021</c:v>
                </c:pt>
                <c:pt idx="3673">
                  <c:v>13-10-2021</c:v>
                </c:pt>
                <c:pt idx="3674">
                  <c:v>13-10-2021</c:v>
                </c:pt>
                <c:pt idx="3675">
                  <c:v>13-10-2021</c:v>
                </c:pt>
                <c:pt idx="3676">
                  <c:v>13-10-2021</c:v>
                </c:pt>
                <c:pt idx="3677">
                  <c:v>13-10-2021</c:v>
                </c:pt>
                <c:pt idx="3678">
                  <c:v>13-10-2021</c:v>
                </c:pt>
                <c:pt idx="3679">
                  <c:v>13-10-2021</c:v>
                </c:pt>
                <c:pt idx="3680">
                  <c:v>13-10-2021</c:v>
                </c:pt>
                <c:pt idx="3681">
                  <c:v>13-10-2021</c:v>
                </c:pt>
                <c:pt idx="3682">
                  <c:v>13-10-2021</c:v>
                </c:pt>
                <c:pt idx="3683">
                  <c:v>13-10-2021</c:v>
                </c:pt>
                <c:pt idx="3684">
                  <c:v>13-10-2021</c:v>
                </c:pt>
                <c:pt idx="3685">
                  <c:v>13-10-2021</c:v>
                </c:pt>
                <c:pt idx="3686">
                  <c:v>13-10-2021</c:v>
                </c:pt>
                <c:pt idx="3687">
                  <c:v>13-10-2021</c:v>
                </c:pt>
                <c:pt idx="3688">
                  <c:v>13-10-2021</c:v>
                </c:pt>
                <c:pt idx="3689">
                  <c:v>13-10-2021</c:v>
                </c:pt>
                <c:pt idx="3690">
                  <c:v>13-10-2021</c:v>
                </c:pt>
                <c:pt idx="3691">
                  <c:v>13-10-2021</c:v>
                </c:pt>
                <c:pt idx="3692">
                  <c:v>13-10-2021</c:v>
                </c:pt>
                <c:pt idx="3693">
                  <c:v>13-10-2021</c:v>
                </c:pt>
                <c:pt idx="3694">
                  <c:v>13-10-2021</c:v>
                </c:pt>
                <c:pt idx="3695">
                  <c:v>13-10-2021</c:v>
                </c:pt>
                <c:pt idx="3696">
                  <c:v>13-10-2021</c:v>
                </c:pt>
                <c:pt idx="3697">
                  <c:v>13-10-2021</c:v>
                </c:pt>
                <c:pt idx="3698">
                  <c:v>13-10-2021</c:v>
                </c:pt>
                <c:pt idx="3699">
                  <c:v>14-10-2021</c:v>
                </c:pt>
                <c:pt idx="3700">
                  <c:v>14-10-2021</c:v>
                </c:pt>
                <c:pt idx="3701">
                  <c:v>14-10-2021</c:v>
                </c:pt>
                <c:pt idx="3702">
                  <c:v>14-10-2021</c:v>
                </c:pt>
                <c:pt idx="3703">
                  <c:v>14-10-2021</c:v>
                </c:pt>
                <c:pt idx="3704">
                  <c:v>14-10-2021</c:v>
                </c:pt>
                <c:pt idx="3705">
                  <c:v>14-10-2021</c:v>
                </c:pt>
                <c:pt idx="3706">
                  <c:v>14-10-2021</c:v>
                </c:pt>
                <c:pt idx="3707">
                  <c:v>14-10-2021</c:v>
                </c:pt>
                <c:pt idx="3708">
                  <c:v>14-10-2021</c:v>
                </c:pt>
                <c:pt idx="3709">
                  <c:v>14-10-2021</c:v>
                </c:pt>
                <c:pt idx="3710">
                  <c:v>14-10-2021</c:v>
                </c:pt>
                <c:pt idx="3711">
                  <c:v>14-10-2021</c:v>
                </c:pt>
                <c:pt idx="3712">
                  <c:v>14-10-2021</c:v>
                </c:pt>
                <c:pt idx="3713">
                  <c:v>14-10-2021</c:v>
                </c:pt>
                <c:pt idx="3714">
                  <c:v>14-10-2021</c:v>
                </c:pt>
                <c:pt idx="3715">
                  <c:v>14-10-2021</c:v>
                </c:pt>
                <c:pt idx="3716">
                  <c:v>14-10-2021</c:v>
                </c:pt>
                <c:pt idx="3717">
                  <c:v>14-10-2021</c:v>
                </c:pt>
                <c:pt idx="3718">
                  <c:v>14-10-2021</c:v>
                </c:pt>
                <c:pt idx="3719">
                  <c:v>14-10-2021</c:v>
                </c:pt>
                <c:pt idx="3720">
                  <c:v>14-10-2021</c:v>
                </c:pt>
                <c:pt idx="3721">
                  <c:v>14-10-2021</c:v>
                </c:pt>
                <c:pt idx="3722">
                  <c:v>14-10-2021</c:v>
                </c:pt>
                <c:pt idx="3723">
                  <c:v>14-10-2021</c:v>
                </c:pt>
                <c:pt idx="3724">
                  <c:v>14-10-2021</c:v>
                </c:pt>
                <c:pt idx="3725">
                  <c:v>14-10-2021</c:v>
                </c:pt>
                <c:pt idx="3726">
                  <c:v>14-10-2021</c:v>
                </c:pt>
                <c:pt idx="3727">
                  <c:v>14-10-2021</c:v>
                </c:pt>
                <c:pt idx="3728">
                  <c:v>14-10-2021</c:v>
                </c:pt>
                <c:pt idx="3729">
                  <c:v>14-10-2021</c:v>
                </c:pt>
                <c:pt idx="3730">
                  <c:v>14-10-2021</c:v>
                </c:pt>
                <c:pt idx="3731">
                  <c:v>14-10-2021</c:v>
                </c:pt>
                <c:pt idx="3732">
                  <c:v>14-10-2021</c:v>
                </c:pt>
                <c:pt idx="3733">
                  <c:v>14-10-2021</c:v>
                </c:pt>
                <c:pt idx="3734">
                  <c:v>14-10-2021</c:v>
                </c:pt>
                <c:pt idx="3735">
                  <c:v>14-10-2021</c:v>
                </c:pt>
                <c:pt idx="3736">
                  <c:v>14-10-2021</c:v>
                </c:pt>
                <c:pt idx="3737">
                  <c:v>14-10-2021</c:v>
                </c:pt>
                <c:pt idx="3738">
                  <c:v>14-10-2021</c:v>
                </c:pt>
                <c:pt idx="3739">
                  <c:v>14-10-2021</c:v>
                </c:pt>
                <c:pt idx="3740">
                  <c:v>14-10-2021</c:v>
                </c:pt>
                <c:pt idx="3741">
                  <c:v>14-10-2021</c:v>
                </c:pt>
                <c:pt idx="3742">
                  <c:v>14-10-2021</c:v>
                </c:pt>
                <c:pt idx="3743">
                  <c:v>14-10-2021</c:v>
                </c:pt>
                <c:pt idx="3744">
                  <c:v>14-10-2021</c:v>
                </c:pt>
                <c:pt idx="3745">
                  <c:v>14-10-2021</c:v>
                </c:pt>
                <c:pt idx="3746">
                  <c:v>14-10-2021</c:v>
                </c:pt>
                <c:pt idx="3747">
                  <c:v>14-10-2021</c:v>
                </c:pt>
                <c:pt idx="3748">
                  <c:v>14-10-2021</c:v>
                </c:pt>
                <c:pt idx="3749">
                  <c:v>14-10-2021</c:v>
                </c:pt>
                <c:pt idx="3750">
                  <c:v>14-10-2021</c:v>
                </c:pt>
                <c:pt idx="3751">
                  <c:v>14-10-2021</c:v>
                </c:pt>
                <c:pt idx="3752">
                  <c:v>14-10-2021</c:v>
                </c:pt>
                <c:pt idx="3753">
                  <c:v>14-10-2021</c:v>
                </c:pt>
                <c:pt idx="3754">
                  <c:v>14-10-2021</c:v>
                </c:pt>
                <c:pt idx="3755">
                  <c:v>15-10-2021</c:v>
                </c:pt>
                <c:pt idx="3756">
                  <c:v>15-10-2021</c:v>
                </c:pt>
                <c:pt idx="3757">
                  <c:v>15-10-2021</c:v>
                </c:pt>
                <c:pt idx="3758">
                  <c:v>15-10-2021</c:v>
                </c:pt>
                <c:pt idx="3759">
                  <c:v>15-10-2021</c:v>
                </c:pt>
                <c:pt idx="3760">
                  <c:v>15-10-2021</c:v>
                </c:pt>
                <c:pt idx="3761">
                  <c:v>15-10-2021</c:v>
                </c:pt>
                <c:pt idx="3762">
                  <c:v>15-10-2021</c:v>
                </c:pt>
                <c:pt idx="3763">
                  <c:v>15-10-2021</c:v>
                </c:pt>
                <c:pt idx="3764">
                  <c:v>15-10-2021</c:v>
                </c:pt>
                <c:pt idx="3765">
                  <c:v>15-10-2021</c:v>
                </c:pt>
                <c:pt idx="3766">
                  <c:v>15-10-2021</c:v>
                </c:pt>
                <c:pt idx="3767">
                  <c:v>15-10-2021</c:v>
                </c:pt>
                <c:pt idx="3768">
                  <c:v>15-10-2021</c:v>
                </c:pt>
                <c:pt idx="3769">
                  <c:v>15-10-2021</c:v>
                </c:pt>
                <c:pt idx="3770">
                  <c:v>15-10-2021</c:v>
                </c:pt>
                <c:pt idx="3771">
                  <c:v>15-10-2021</c:v>
                </c:pt>
                <c:pt idx="3772">
                  <c:v>15-10-2021</c:v>
                </c:pt>
                <c:pt idx="3773">
                  <c:v>15-10-2021</c:v>
                </c:pt>
                <c:pt idx="3774">
                  <c:v>15-10-2021</c:v>
                </c:pt>
                <c:pt idx="3775">
                  <c:v>15-10-2021</c:v>
                </c:pt>
                <c:pt idx="3776">
                  <c:v>15-10-2021</c:v>
                </c:pt>
                <c:pt idx="3777">
                  <c:v>15-10-2021</c:v>
                </c:pt>
                <c:pt idx="3778">
                  <c:v>15-10-2021</c:v>
                </c:pt>
                <c:pt idx="3779">
                  <c:v>15-10-2021</c:v>
                </c:pt>
                <c:pt idx="3780">
                  <c:v>15-10-2021</c:v>
                </c:pt>
                <c:pt idx="3781">
                  <c:v>15-10-2021</c:v>
                </c:pt>
                <c:pt idx="3782">
                  <c:v>15-10-2021</c:v>
                </c:pt>
                <c:pt idx="3783">
                  <c:v>15-10-2021</c:v>
                </c:pt>
                <c:pt idx="3784">
                  <c:v>15-10-2021</c:v>
                </c:pt>
                <c:pt idx="3785">
                  <c:v>15-10-2021</c:v>
                </c:pt>
                <c:pt idx="3786">
                  <c:v>15-10-2021</c:v>
                </c:pt>
                <c:pt idx="3787">
                  <c:v>15-10-2021</c:v>
                </c:pt>
                <c:pt idx="3788">
                  <c:v>15-10-2021</c:v>
                </c:pt>
                <c:pt idx="3789">
                  <c:v>15-10-2021</c:v>
                </c:pt>
                <c:pt idx="3790">
                  <c:v>15-10-2021</c:v>
                </c:pt>
                <c:pt idx="3791">
                  <c:v>15-10-2021</c:v>
                </c:pt>
                <c:pt idx="3792">
                  <c:v>15-10-2021</c:v>
                </c:pt>
                <c:pt idx="3793">
                  <c:v>15-10-2021</c:v>
                </c:pt>
                <c:pt idx="3794">
                  <c:v>15-10-2021</c:v>
                </c:pt>
                <c:pt idx="3795">
                  <c:v>15-10-2021</c:v>
                </c:pt>
                <c:pt idx="3796">
                  <c:v>15-10-2021</c:v>
                </c:pt>
                <c:pt idx="3797">
                  <c:v>15-10-2021</c:v>
                </c:pt>
                <c:pt idx="3798">
                  <c:v>15-10-2021</c:v>
                </c:pt>
                <c:pt idx="3799">
                  <c:v>15-10-2021</c:v>
                </c:pt>
                <c:pt idx="3800">
                  <c:v>15-10-2021</c:v>
                </c:pt>
                <c:pt idx="3801">
                  <c:v>15-10-2021</c:v>
                </c:pt>
                <c:pt idx="3802">
                  <c:v>15-10-2021</c:v>
                </c:pt>
                <c:pt idx="3803">
                  <c:v>15-10-2021</c:v>
                </c:pt>
                <c:pt idx="3804">
                  <c:v>15-10-2021</c:v>
                </c:pt>
                <c:pt idx="3805">
                  <c:v>15-10-2021</c:v>
                </c:pt>
                <c:pt idx="3806">
                  <c:v>15-10-2021</c:v>
                </c:pt>
                <c:pt idx="3807">
                  <c:v>15-10-2021</c:v>
                </c:pt>
                <c:pt idx="3808">
                  <c:v>15-10-2021</c:v>
                </c:pt>
                <c:pt idx="3809">
                  <c:v>15-10-2021</c:v>
                </c:pt>
                <c:pt idx="3810">
                  <c:v>15-10-2021</c:v>
                </c:pt>
                <c:pt idx="3811">
                  <c:v>16-10-2021</c:v>
                </c:pt>
                <c:pt idx="3812">
                  <c:v>16-10-2021</c:v>
                </c:pt>
                <c:pt idx="3813">
                  <c:v>16-10-2021</c:v>
                </c:pt>
                <c:pt idx="3814">
                  <c:v>16-10-2021</c:v>
                </c:pt>
                <c:pt idx="3815">
                  <c:v>16-10-2021</c:v>
                </c:pt>
                <c:pt idx="3816">
                  <c:v>16-10-2021</c:v>
                </c:pt>
                <c:pt idx="3817">
                  <c:v>16-10-2021</c:v>
                </c:pt>
                <c:pt idx="3818">
                  <c:v>16-10-2021</c:v>
                </c:pt>
                <c:pt idx="3819">
                  <c:v>16-10-2021</c:v>
                </c:pt>
                <c:pt idx="3820">
                  <c:v>16-10-2021</c:v>
                </c:pt>
                <c:pt idx="3821">
                  <c:v>16-10-2021</c:v>
                </c:pt>
                <c:pt idx="3822">
                  <c:v>16-10-2021</c:v>
                </c:pt>
                <c:pt idx="3823">
                  <c:v>16-10-2021</c:v>
                </c:pt>
                <c:pt idx="3824">
                  <c:v>16-10-2021</c:v>
                </c:pt>
                <c:pt idx="3825">
                  <c:v>16-10-2021</c:v>
                </c:pt>
                <c:pt idx="3826">
                  <c:v>16-10-2021</c:v>
                </c:pt>
                <c:pt idx="3827">
                  <c:v>16-10-2021</c:v>
                </c:pt>
                <c:pt idx="3828">
                  <c:v>16-10-2021</c:v>
                </c:pt>
                <c:pt idx="3829">
                  <c:v>16-10-2021</c:v>
                </c:pt>
                <c:pt idx="3830">
                  <c:v>16-10-2021</c:v>
                </c:pt>
                <c:pt idx="3831">
                  <c:v>16-10-2021</c:v>
                </c:pt>
                <c:pt idx="3832">
                  <c:v>16-10-2021</c:v>
                </c:pt>
                <c:pt idx="3833">
                  <c:v>16-10-2021</c:v>
                </c:pt>
                <c:pt idx="3834">
                  <c:v>16-10-2021</c:v>
                </c:pt>
                <c:pt idx="3835">
                  <c:v>16-10-2021</c:v>
                </c:pt>
                <c:pt idx="3836">
                  <c:v>16-10-2021</c:v>
                </c:pt>
                <c:pt idx="3837">
                  <c:v>16-10-2021</c:v>
                </c:pt>
                <c:pt idx="3838">
                  <c:v>16-10-2021</c:v>
                </c:pt>
                <c:pt idx="3839">
                  <c:v>16-10-2021</c:v>
                </c:pt>
                <c:pt idx="3840">
                  <c:v>16-10-2021</c:v>
                </c:pt>
                <c:pt idx="3841">
                  <c:v>16-10-2021</c:v>
                </c:pt>
                <c:pt idx="3842">
                  <c:v>16-10-2021</c:v>
                </c:pt>
                <c:pt idx="3843">
                  <c:v>16-10-2021</c:v>
                </c:pt>
                <c:pt idx="3844">
                  <c:v>16-10-2021</c:v>
                </c:pt>
                <c:pt idx="3845">
                  <c:v>16-10-2021</c:v>
                </c:pt>
                <c:pt idx="3846">
                  <c:v>16-10-2021</c:v>
                </c:pt>
                <c:pt idx="3847">
                  <c:v>16-10-2021</c:v>
                </c:pt>
                <c:pt idx="3848">
                  <c:v>16-10-2021</c:v>
                </c:pt>
                <c:pt idx="3849">
                  <c:v>16-10-2021</c:v>
                </c:pt>
                <c:pt idx="3850">
                  <c:v>16-10-2021</c:v>
                </c:pt>
                <c:pt idx="3851">
                  <c:v>16-10-2021</c:v>
                </c:pt>
                <c:pt idx="3852">
                  <c:v>16-10-2021</c:v>
                </c:pt>
                <c:pt idx="3853">
                  <c:v>16-10-2021</c:v>
                </c:pt>
                <c:pt idx="3854">
                  <c:v>16-10-2021</c:v>
                </c:pt>
                <c:pt idx="3855">
                  <c:v>16-10-2021</c:v>
                </c:pt>
                <c:pt idx="3856">
                  <c:v>16-10-2021</c:v>
                </c:pt>
                <c:pt idx="3857">
                  <c:v>16-10-2021</c:v>
                </c:pt>
                <c:pt idx="3858">
                  <c:v>16-10-2021</c:v>
                </c:pt>
                <c:pt idx="3859">
                  <c:v>16-10-2021</c:v>
                </c:pt>
                <c:pt idx="3860">
                  <c:v>16-10-2021</c:v>
                </c:pt>
                <c:pt idx="3861">
                  <c:v>16-10-2021</c:v>
                </c:pt>
                <c:pt idx="3862">
                  <c:v>16-10-2021</c:v>
                </c:pt>
                <c:pt idx="3863">
                  <c:v>16-10-2021</c:v>
                </c:pt>
                <c:pt idx="3864">
                  <c:v>16-10-2021</c:v>
                </c:pt>
                <c:pt idx="3865">
                  <c:v>16-10-2021</c:v>
                </c:pt>
                <c:pt idx="3866">
                  <c:v>16-10-2021</c:v>
                </c:pt>
                <c:pt idx="3867">
                  <c:v>17-10-2021</c:v>
                </c:pt>
                <c:pt idx="3868">
                  <c:v>17-10-2021</c:v>
                </c:pt>
                <c:pt idx="3869">
                  <c:v>17-10-2021</c:v>
                </c:pt>
                <c:pt idx="3870">
                  <c:v>17-10-2021</c:v>
                </c:pt>
                <c:pt idx="3871">
                  <c:v>17-10-2021</c:v>
                </c:pt>
                <c:pt idx="3872">
                  <c:v>17-10-2021</c:v>
                </c:pt>
                <c:pt idx="3873">
                  <c:v>17-10-2021</c:v>
                </c:pt>
                <c:pt idx="3874">
                  <c:v>17-10-2021</c:v>
                </c:pt>
                <c:pt idx="3875">
                  <c:v>17-10-2021</c:v>
                </c:pt>
                <c:pt idx="3876">
                  <c:v>17-10-2021</c:v>
                </c:pt>
                <c:pt idx="3877">
                  <c:v>17-10-2021</c:v>
                </c:pt>
                <c:pt idx="3878">
                  <c:v>17-10-2021</c:v>
                </c:pt>
                <c:pt idx="3879">
                  <c:v>17-10-2021</c:v>
                </c:pt>
                <c:pt idx="3880">
                  <c:v>17-10-2021</c:v>
                </c:pt>
                <c:pt idx="3881">
                  <c:v>17-10-2021</c:v>
                </c:pt>
                <c:pt idx="3882">
                  <c:v>17-10-2021</c:v>
                </c:pt>
                <c:pt idx="3883">
                  <c:v>17-10-2021</c:v>
                </c:pt>
                <c:pt idx="3884">
                  <c:v>17-10-2021</c:v>
                </c:pt>
                <c:pt idx="3885">
                  <c:v>17-10-2021</c:v>
                </c:pt>
                <c:pt idx="3886">
                  <c:v>17-10-2021</c:v>
                </c:pt>
                <c:pt idx="3887">
                  <c:v>17-10-2021</c:v>
                </c:pt>
                <c:pt idx="3888">
                  <c:v>17-10-2021</c:v>
                </c:pt>
                <c:pt idx="3889">
                  <c:v>17-10-2021</c:v>
                </c:pt>
                <c:pt idx="3890">
                  <c:v>17-10-2021</c:v>
                </c:pt>
                <c:pt idx="3891">
                  <c:v>17-10-2021</c:v>
                </c:pt>
                <c:pt idx="3892">
                  <c:v>17-10-2021</c:v>
                </c:pt>
                <c:pt idx="3893">
                  <c:v>17-10-2021</c:v>
                </c:pt>
                <c:pt idx="3894">
                  <c:v>17-10-2021</c:v>
                </c:pt>
                <c:pt idx="3895">
                  <c:v>17-10-2021</c:v>
                </c:pt>
                <c:pt idx="3896">
                  <c:v>17-10-2021</c:v>
                </c:pt>
                <c:pt idx="3897">
                  <c:v>17-10-2021</c:v>
                </c:pt>
                <c:pt idx="3898">
                  <c:v>17-10-2021</c:v>
                </c:pt>
                <c:pt idx="3899">
                  <c:v>17-10-2021</c:v>
                </c:pt>
                <c:pt idx="3900">
                  <c:v>17-10-2021</c:v>
                </c:pt>
                <c:pt idx="3901">
                  <c:v>17-10-2021</c:v>
                </c:pt>
                <c:pt idx="3902">
                  <c:v>17-10-2021</c:v>
                </c:pt>
                <c:pt idx="3903">
                  <c:v>17-10-2021</c:v>
                </c:pt>
                <c:pt idx="3904">
                  <c:v>17-10-2021</c:v>
                </c:pt>
                <c:pt idx="3905">
                  <c:v>17-10-2021</c:v>
                </c:pt>
                <c:pt idx="3906">
                  <c:v>17-10-2021</c:v>
                </c:pt>
                <c:pt idx="3907">
                  <c:v>17-10-2021</c:v>
                </c:pt>
                <c:pt idx="3908">
                  <c:v>17-10-2021</c:v>
                </c:pt>
                <c:pt idx="3909">
                  <c:v>17-10-2021</c:v>
                </c:pt>
                <c:pt idx="3910">
                  <c:v>17-10-2021</c:v>
                </c:pt>
                <c:pt idx="3911">
                  <c:v>17-10-2021</c:v>
                </c:pt>
                <c:pt idx="3912">
                  <c:v>17-10-2021</c:v>
                </c:pt>
                <c:pt idx="3913">
                  <c:v>17-10-2021</c:v>
                </c:pt>
                <c:pt idx="3914">
                  <c:v>17-10-2021</c:v>
                </c:pt>
                <c:pt idx="3915">
                  <c:v>17-10-2021</c:v>
                </c:pt>
                <c:pt idx="3916">
                  <c:v>17-10-2021</c:v>
                </c:pt>
                <c:pt idx="3917">
                  <c:v>17-10-2021</c:v>
                </c:pt>
                <c:pt idx="3918">
                  <c:v>17-10-2021</c:v>
                </c:pt>
                <c:pt idx="3919">
                  <c:v>17-10-2021</c:v>
                </c:pt>
                <c:pt idx="3920">
                  <c:v>17-10-2021</c:v>
                </c:pt>
                <c:pt idx="3921">
                  <c:v>17-10-2021</c:v>
                </c:pt>
                <c:pt idx="3922">
                  <c:v>18-10-2021</c:v>
                </c:pt>
                <c:pt idx="3923">
                  <c:v>18-10-2021</c:v>
                </c:pt>
                <c:pt idx="3924">
                  <c:v>18-10-2021</c:v>
                </c:pt>
                <c:pt idx="3925">
                  <c:v>18-10-2021</c:v>
                </c:pt>
                <c:pt idx="3926">
                  <c:v>18-10-2021</c:v>
                </c:pt>
                <c:pt idx="3927">
                  <c:v>18-10-2021</c:v>
                </c:pt>
                <c:pt idx="3928">
                  <c:v>18-10-2021</c:v>
                </c:pt>
                <c:pt idx="3929">
                  <c:v>18-10-2021</c:v>
                </c:pt>
                <c:pt idx="3930">
                  <c:v>18-10-2021</c:v>
                </c:pt>
                <c:pt idx="3931">
                  <c:v>18-10-2021</c:v>
                </c:pt>
                <c:pt idx="3932">
                  <c:v>18-10-2021</c:v>
                </c:pt>
                <c:pt idx="3933">
                  <c:v>18-10-2021</c:v>
                </c:pt>
                <c:pt idx="3934">
                  <c:v>18-10-2021</c:v>
                </c:pt>
                <c:pt idx="3935">
                  <c:v>18-10-2021</c:v>
                </c:pt>
                <c:pt idx="3936">
                  <c:v>18-10-2021</c:v>
                </c:pt>
                <c:pt idx="3937">
                  <c:v>18-10-2021</c:v>
                </c:pt>
                <c:pt idx="3938">
                  <c:v>18-10-2021</c:v>
                </c:pt>
                <c:pt idx="3939">
                  <c:v>18-10-2021</c:v>
                </c:pt>
                <c:pt idx="3940">
                  <c:v>18-10-2021</c:v>
                </c:pt>
                <c:pt idx="3941">
                  <c:v>18-10-2021</c:v>
                </c:pt>
                <c:pt idx="3942">
                  <c:v>18-10-2021</c:v>
                </c:pt>
                <c:pt idx="3943">
                  <c:v>18-10-2021</c:v>
                </c:pt>
                <c:pt idx="3944">
                  <c:v>18-10-2021</c:v>
                </c:pt>
                <c:pt idx="3945">
                  <c:v>18-10-2021</c:v>
                </c:pt>
                <c:pt idx="3946">
                  <c:v>18-10-2021</c:v>
                </c:pt>
                <c:pt idx="3947">
                  <c:v>18-10-2021</c:v>
                </c:pt>
                <c:pt idx="3948">
                  <c:v>18-10-2021</c:v>
                </c:pt>
                <c:pt idx="3949">
                  <c:v>18-10-2021</c:v>
                </c:pt>
                <c:pt idx="3950">
                  <c:v>18-10-2021</c:v>
                </c:pt>
                <c:pt idx="3951">
                  <c:v>18-10-2021</c:v>
                </c:pt>
                <c:pt idx="3952">
                  <c:v>18-10-2021</c:v>
                </c:pt>
                <c:pt idx="3953">
                  <c:v>18-10-2021</c:v>
                </c:pt>
                <c:pt idx="3954">
                  <c:v>18-10-2021</c:v>
                </c:pt>
                <c:pt idx="3955">
                  <c:v>18-10-2021</c:v>
                </c:pt>
                <c:pt idx="3956">
                  <c:v>18-10-2021</c:v>
                </c:pt>
                <c:pt idx="3957">
                  <c:v>18-10-2021</c:v>
                </c:pt>
                <c:pt idx="3958">
                  <c:v>18-10-2021</c:v>
                </c:pt>
                <c:pt idx="3959">
                  <c:v>18-10-2021</c:v>
                </c:pt>
                <c:pt idx="3960">
                  <c:v>18-10-2021</c:v>
                </c:pt>
                <c:pt idx="3961">
                  <c:v>18-10-2021</c:v>
                </c:pt>
                <c:pt idx="3962">
                  <c:v>18-10-2021</c:v>
                </c:pt>
                <c:pt idx="3963">
                  <c:v>18-10-2021</c:v>
                </c:pt>
                <c:pt idx="3964">
                  <c:v>18-10-2021</c:v>
                </c:pt>
                <c:pt idx="3965">
                  <c:v>18-10-2021</c:v>
                </c:pt>
                <c:pt idx="3966">
                  <c:v>18-10-2021</c:v>
                </c:pt>
                <c:pt idx="3967">
                  <c:v>18-10-2021</c:v>
                </c:pt>
                <c:pt idx="3968">
                  <c:v>18-10-2021</c:v>
                </c:pt>
                <c:pt idx="3969">
                  <c:v>18-10-2021</c:v>
                </c:pt>
                <c:pt idx="3970">
                  <c:v>18-10-2021</c:v>
                </c:pt>
                <c:pt idx="3971">
                  <c:v>18-10-2021</c:v>
                </c:pt>
                <c:pt idx="3972">
                  <c:v>18-10-2021</c:v>
                </c:pt>
                <c:pt idx="3973">
                  <c:v>18-10-2021</c:v>
                </c:pt>
                <c:pt idx="3974">
                  <c:v>18-10-2021</c:v>
                </c:pt>
                <c:pt idx="3975">
                  <c:v>18-10-2021</c:v>
                </c:pt>
                <c:pt idx="3976">
                  <c:v>19-10-2021</c:v>
                </c:pt>
                <c:pt idx="3977">
                  <c:v>19-10-2021</c:v>
                </c:pt>
                <c:pt idx="3978">
                  <c:v>19-10-2021</c:v>
                </c:pt>
                <c:pt idx="3979">
                  <c:v>19-10-2021</c:v>
                </c:pt>
                <c:pt idx="3980">
                  <c:v>19-10-2021</c:v>
                </c:pt>
                <c:pt idx="3981">
                  <c:v>19-10-2021</c:v>
                </c:pt>
                <c:pt idx="3982">
                  <c:v>19-10-2021</c:v>
                </c:pt>
                <c:pt idx="3983">
                  <c:v>19-10-2021</c:v>
                </c:pt>
                <c:pt idx="3984">
                  <c:v>19-10-2021</c:v>
                </c:pt>
                <c:pt idx="3985">
                  <c:v>19-10-2021</c:v>
                </c:pt>
                <c:pt idx="3986">
                  <c:v>19-10-2021</c:v>
                </c:pt>
                <c:pt idx="3987">
                  <c:v>19-10-2021</c:v>
                </c:pt>
                <c:pt idx="3988">
                  <c:v>19-10-2021</c:v>
                </c:pt>
                <c:pt idx="3989">
                  <c:v>19-10-2021</c:v>
                </c:pt>
                <c:pt idx="3990">
                  <c:v>19-10-2021</c:v>
                </c:pt>
                <c:pt idx="3991">
                  <c:v>19-10-2021</c:v>
                </c:pt>
                <c:pt idx="3992">
                  <c:v>19-10-2021</c:v>
                </c:pt>
                <c:pt idx="3993">
                  <c:v>19-10-2021</c:v>
                </c:pt>
                <c:pt idx="3994">
                  <c:v>19-10-2021</c:v>
                </c:pt>
                <c:pt idx="3995">
                  <c:v>19-10-2021</c:v>
                </c:pt>
                <c:pt idx="3996">
                  <c:v>19-10-2021</c:v>
                </c:pt>
                <c:pt idx="3997">
                  <c:v>19-10-2021</c:v>
                </c:pt>
                <c:pt idx="3998">
                  <c:v>19-10-2021</c:v>
                </c:pt>
                <c:pt idx="3999">
                  <c:v>19-10-2021</c:v>
                </c:pt>
                <c:pt idx="4000">
                  <c:v>19-10-2021</c:v>
                </c:pt>
                <c:pt idx="4001">
                  <c:v>19-10-2021</c:v>
                </c:pt>
                <c:pt idx="4002">
                  <c:v>19-10-2021</c:v>
                </c:pt>
                <c:pt idx="4003">
                  <c:v>19-10-2021</c:v>
                </c:pt>
                <c:pt idx="4004">
                  <c:v>19-10-2021</c:v>
                </c:pt>
                <c:pt idx="4005">
                  <c:v>19-10-2021</c:v>
                </c:pt>
                <c:pt idx="4006">
                  <c:v>19-10-2021</c:v>
                </c:pt>
                <c:pt idx="4007">
                  <c:v>19-10-2021</c:v>
                </c:pt>
                <c:pt idx="4008">
                  <c:v>19-10-2021</c:v>
                </c:pt>
                <c:pt idx="4009">
                  <c:v>19-10-2021</c:v>
                </c:pt>
                <c:pt idx="4010">
                  <c:v>19-10-2021</c:v>
                </c:pt>
                <c:pt idx="4011">
                  <c:v>19-10-2021</c:v>
                </c:pt>
                <c:pt idx="4012">
                  <c:v>19-10-2021</c:v>
                </c:pt>
                <c:pt idx="4013">
                  <c:v>19-10-2021</c:v>
                </c:pt>
                <c:pt idx="4014">
                  <c:v>19-10-2021</c:v>
                </c:pt>
                <c:pt idx="4015">
                  <c:v>19-10-2021</c:v>
                </c:pt>
                <c:pt idx="4016">
                  <c:v>19-10-2021</c:v>
                </c:pt>
                <c:pt idx="4017">
                  <c:v>19-10-2021</c:v>
                </c:pt>
                <c:pt idx="4018">
                  <c:v>19-10-2021</c:v>
                </c:pt>
                <c:pt idx="4019">
                  <c:v>19-10-2021</c:v>
                </c:pt>
                <c:pt idx="4020">
                  <c:v>19-10-2021</c:v>
                </c:pt>
                <c:pt idx="4021">
                  <c:v>19-10-2021</c:v>
                </c:pt>
                <c:pt idx="4022">
                  <c:v>19-10-2021</c:v>
                </c:pt>
                <c:pt idx="4023">
                  <c:v>19-10-2021</c:v>
                </c:pt>
                <c:pt idx="4024">
                  <c:v>19-10-2021</c:v>
                </c:pt>
                <c:pt idx="4025">
                  <c:v>19-10-2021</c:v>
                </c:pt>
                <c:pt idx="4026">
                  <c:v>20-10-2021</c:v>
                </c:pt>
                <c:pt idx="4027">
                  <c:v>20-10-2021</c:v>
                </c:pt>
                <c:pt idx="4028">
                  <c:v>20-10-2021</c:v>
                </c:pt>
                <c:pt idx="4029">
                  <c:v>20-10-2021</c:v>
                </c:pt>
                <c:pt idx="4030">
                  <c:v>20-10-2021</c:v>
                </c:pt>
                <c:pt idx="4031">
                  <c:v>20-10-2021</c:v>
                </c:pt>
                <c:pt idx="4032">
                  <c:v>20-10-2021</c:v>
                </c:pt>
                <c:pt idx="4033">
                  <c:v>20-10-2021</c:v>
                </c:pt>
                <c:pt idx="4034">
                  <c:v>20-10-2021</c:v>
                </c:pt>
                <c:pt idx="4035">
                  <c:v>20-10-2021</c:v>
                </c:pt>
                <c:pt idx="4036">
                  <c:v>20-10-2021</c:v>
                </c:pt>
                <c:pt idx="4037">
                  <c:v>20-10-2021</c:v>
                </c:pt>
                <c:pt idx="4038">
                  <c:v>20-10-2021</c:v>
                </c:pt>
                <c:pt idx="4039">
                  <c:v>20-10-2021</c:v>
                </c:pt>
                <c:pt idx="4040">
                  <c:v>20-10-2021</c:v>
                </c:pt>
                <c:pt idx="4041">
                  <c:v>20-10-2021</c:v>
                </c:pt>
                <c:pt idx="4042">
                  <c:v>20-10-2021</c:v>
                </c:pt>
                <c:pt idx="4043">
                  <c:v>20-10-2021</c:v>
                </c:pt>
                <c:pt idx="4044">
                  <c:v>20-10-2021</c:v>
                </c:pt>
                <c:pt idx="4045">
                  <c:v>20-10-2021</c:v>
                </c:pt>
                <c:pt idx="4046">
                  <c:v>20-10-2021</c:v>
                </c:pt>
                <c:pt idx="4047">
                  <c:v>20-10-2021</c:v>
                </c:pt>
                <c:pt idx="4048">
                  <c:v>20-10-2021</c:v>
                </c:pt>
                <c:pt idx="4049">
                  <c:v>20-10-2021</c:v>
                </c:pt>
                <c:pt idx="4050">
                  <c:v>20-10-2021</c:v>
                </c:pt>
                <c:pt idx="4051">
                  <c:v>20-10-2021</c:v>
                </c:pt>
                <c:pt idx="4052">
                  <c:v>20-10-2021</c:v>
                </c:pt>
                <c:pt idx="4053">
                  <c:v>20-10-2021</c:v>
                </c:pt>
                <c:pt idx="4054">
                  <c:v>20-10-2021</c:v>
                </c:pt>
                <c:pt idx="4055">
                  <c:v>20-10-2021</c:v>
                </c:pt>
                <c:pt idx="4056">
                  <c:v>20-10-2021</c:v>
                </c:pt>
                <c:pt idx="4057">
                  <c:v>20-10-2021</c:v>
                </c:pt>
                <c:pt idx="4058">
                  <c:v>20-10-2021</c:v>
                </c:pt>
                <c:pt idx="4059">
                  <c:v>20-10-2021</c:v>
                </c:pt>
                <c:pt idx="4060">
                  <c:v>20-10-2021</c:v>
                </c:pt>
                <c:pt idx="4061">
                  <c:v>20-10-2021</c:v>
                </c:pt>
                <c:pt idx="4062">
                  <c:v>20-10-2021</c:v>
                </c:pt>
                <c:pt idx="4063">
                  <c:v>20-10-2021</c:v>
                </c:pt>
                <c:pt idx="4064">
                  <c:v>20-10-2021</c:v>
                </c:pt>
                <c:pt idx="4065">
                  <c:v>20-10-2021</c:v>
                </c:pt>
                <c:pt idx="4066">
                  <c:v>20-10-2021</c:v>
                </c:pt>
                <c:pt idx="4067">
                  <c:v>20-10-2021</c:v>
                </c:pt>
                <c:pt idx="4068">
                  <c:v>20-10-2021</c:v>
                </c:pt>
                <c:pt idx="4069">
                  <c:v>20-10-2021</c:v>
                </c:pt>
                <c:pt idx="4070">
                  <c:v>20-10-2021</c:v>
                </c:pt>
                <c:pt idx="4071">
                  <c:v>20-10-2021</c:v>
                </c:pt>
                <c:pt idx="4072">
                  <c:v>20-10-2021</c:v>
                </c:pt>
                <c:pt idx="4073">
                  <c:v>20-10-2021</c:v>
                </c:pt>
                <c:pt idx="4074">
                  <c:v>20-10-2021</c:v>
                </c:pt>
                <c:pt idx="4075">
                  <c:v>20-10-2021</c:v>
                </c:pt>
                <c:pt idx="4076">
                  <c:v>21-10-2021</c:v>
                </c:pt>
                <c:pt idx="4077">
                  <c:v>21-10-2021</c:v>
                </c:pt>
                <c:pt idx="4078">
                  <c:v>21-10-2021</c:v>
                </c:pt>
                <c:pt idx="4079">
                  <c:v>21-10-2021</c:v>
                </c:pt>
                <c:pt idx="4080">
                  <c:v>21-10-2021</c:v>
                </c:pt>
                <c:pt idx="4081">
                  <c:v>21-10-2021</c:v>
                </c:pt>
                <c:pt idx="4082">
                  <c:v>21-10-2021</c:v>
                </c:pt>
                <c:pt idx="4083">
                  <c:v>21-10-2021</c:v>
                </c:pt>
                <c:pt idx="4084">
                  <c:v>21-10-2021</c:v>
                </c:pt>
                <c:pt idx="4085">
                  <c:v>21-10-2021</c:v>
                </c:pt>
                <c:pt idx="4086">
                  <c:v>21-10-2021</c:v>
                </c:pt>
                <c:pt idx="4087">
                  <c:v>21-10-2021</c:v>
                </c:pt>
                <c:pt idx="4088">
                  <c:v>21-10-2021</c:v>
                </c:pt>
                <c:pt idx="4089">
                  <c:v>21-10-2021</c:v>
                </c:pt>
                <c:pt idx="4090">
                  <c:v>21-10-2021</c:v>
                </c:pt>
                <c:pt idx="4091">
                  <c:v>21-10-2021</c:v>
                </c:pt>
                <c:pt idx="4092">
                  <c:v>21-10-2021</c:v>
                </c:pt>
                <c:pt idx="4093">
                  <c:v>21-10-2021</c:v>
                </c:pt>
                <c:pt idx="4094">
                  <c:v>21-10-2021</c:v>
                </c:pt>
                <c:pt idx="4095">
                  <c:v>21-10-2021</c:v>
                </c:pt>
                <c:pt idx="4096">
                  <c:v>21-10-2021</c:v>
                </c:pt>
                <c:pt idx="4097">
                  <c:v>21-10-2021</c:v>
                </c:pt>
                <c:pt idx="4098">
                  <c:v>21-10-2021</c:v>
                </c:pt>
                <c:pt idx="4099">
                  <c:v>21-10-2021</c:v>
                </c:pt>
                <c:pt idx="4100">
                  <c:v>21-10-2021</c:v>
                </c:pt>
                <c:pt idx="4101">
                  <c:v>21-10-2021</c:v>
                </c:pt>
                <c:pt idx="4102">
                  <c:v>21-10-2021</c:v>
                </c:pt>
                <c:pt idx="4103">
                  <c:v>21-10-2021</c:v>
                </c:pt>
                <c:pt idx="4104">
                  <c:v>21-10-2021</c:v>
                </c:pt>
                <c:pt idx="4105">
                  <c:v>21-10-2021</c:v>
                </c:pt>
                <c:pt idx="4106">
                  <c:v>21-10-2021</c:v>
                </c:pt>
                <c:pt idx="4107">
                  <c:v>21-10-2021</c:v>
                </c:pt>
                <c:pt idx="4108">
                  <c:v>21-10-2021</c:v>
                </c:pt>
                <c:pt idx="4109">
                  <c:v>21-10-2021</c:v>
                </c:pt>
                <c:pt idx="4110">
                  <c:v>21-10-2021</c:v>
                </c:pt>
                <c:pt idx="4111">
                  <c:v>21-10-2021</c:v>
                </c:pt>
                <c:pt idx="4112">
                  <c:v>21-10-2021</c:v>
                </c:pt>
                <c:pt idx="4113">
                  <c:v>21-10-2021</c:v>
                </c:pt>
                <c:pt idx="4114">
                  <c:v>21-10-2021</c:v>
                </c:pt>
                <c:pt idx="4115">
                  <c:v>21-10-2021</c:v>
                </c:pt>
                <c:pt idx="4116">
                  <c:v>21-10-2021</c:v>
                </c:pt>
                <c:pt idx="4117">
                  <c:v>21-10-2021</c:v>
                </c:pt>
                <c:pt idx="4118">
                  <c:v>21-10-2021</c:v>
                </c:pt>
                <c:pt idx="4119">
                  <c:v>21-10-2021</c:v>
                </c:pt>
                <c:pt idx="4120">
                  <c:v>21-10-2021</c:v>
                </c:pt>
                <c:pt idx="4121">
                  <c:v>21-10-2021</c:v>
                </c:pt>
                <c:pt idx="4122">
                  <c:v>21-10-2021</c:v>
                </c:pt>
                <c:pt idx="4123">
                  <c:v>21-10-2021</c:v>
                </c:pt>
                <c:pt idx="4124">
                  <c:v>21-10-2021</c:v>
                </c:pt>
                <c:pt idx="4125">
                  <c:v>21-10-2021</c:v>
                </c:pt>
                <c:pt idx="4126">
                  <c:v>22-10-2021</c:v>
                </c:pt>
                <c:pt idx="4127">
                  <c:v>22-10-2021</c:v>
                </c:pt>
                <c:pt idx="4128">
                  <c:v>22-10-2021</c:v>
                </c:pt>
                <c:pt idx="4129">
                  <c:v>22-10-2021</c:v>
                </c:pt>
                <c:pt idx="4130">
                  <c:v>22-10-2021</c:v>
                </c:pt>
                <c:pt idx="4131">
                  <c:v>22-10-2021</c:v>
                </c:pt>
                <c:pt idx="4132">
                  <c:v>22-10-2021</c:v>
                </c:pt>
                <c:pt idx="4133">
                  <c:v>22-10-2021</c:v>
                </c:pt>
                <c:pt idx="4134">
                  <c:v>22-10-2021</c:v>
                </c:pt>
                <c:pt idx="4135">
                  <c:v>22-10-2021</c:v>
                </c:pt>
                <c:pt idx="4136">
                  <c:v>22-10-2021</c:v>
                </c:pt>
                <c:pt idx="4137">
                  <c:v>22-10-2021</c:v>
                </c:pt>
                <c:pt idx="4138">
                  <c:v>22-10-2021</c:v>
                </c:pt>
                <c:pt idx="4139">
                  <c:v>22-10-2021</c:v>
                </c:pt>
                <c:pt idx="4140">
                  <c:v>22-10-2021</c:v>
                </c:pt>
                <c:pt idx="4141">
                  <c:v>22-10-2021</c:v>
                </c:pt>
                <c:pt idx="4142">
                  <c:v>22-10-2021</c:v>
                </c:pt>
                <c:pt idx="4143">
                  <c:v>22-10-2021</c:v>
                </c:pt>
                <c:pt idx="4144">
                  <c:v>22-10-2021</c:v>
                </c:pt>
                <c:pt idx="4145">
                  <c:v>22-10-2021</c:v>
                </c:pt>
                <c:pt idx="4146">
                  <c:v>22-10-2021</c:v>
                </c:pt>
                <c:pt idx="4147">
                  <c:v>22-10-2021</c:v>
                </c:pt>
                <c:pt idx="4148">
                  <c:v>22-10-2021</c:v>
                </c:pt>
                <c:pt idx="4149">
                  <c:v>22-10-2021</c:v>
                </c:pt>
                <c:pt idx="4150">
                  <c:v>22-10-2021</c:v>
                </c:pt>
                <c:pt idx="4151">
                  <c:v>22-10-2021</c:v>
                </c:pt>
                <c:pt idx="4152">
                  <c:v>22-10-2021</c:v>
                </c:pt>
                <c:pt idx="4153">
                  <c:v>22-10-2021</c:v>
                </c:pt>
                <c:pt idx="4154">
                  <c:v>22-10-2021</c:v>
                </c:pt>
                <c:pt idx="4155">
                  <c:v>22-10-2021</c:v>
                </c:pt>
                <c:pt idx="4156">
                  <c:v>22-10-2021</c:v>
                </c:pt>
                <c:pt idx="4157">
                  <c:v>22-10-2021</c:v>
                </c:pt>
                <c:pt idx="4158">
                  <c:v>22-10-2021</c:v>
                </c:pt>
                <c:pt idx="4159">
                  <c:v>22-10-2021</c:v>
                </c:pt>
                <c:pt idx="4160">
                  <c:v>22-10-2021</c:v>
                </c:pt>
                <c:pt idx="4161">
                  <c:v>22-10-2021</c:v>
                </c:pt>
                <c:pt idx="4162">
                  <c:v>22-10-2021</c:v>
                </c:pt>
                <c:pt idx="4163">
                  <c:v>22-10-2021</c:v>
                </c:pt>
                <c:pt idx="4164">
                  <c:v>22-10-2021</c:v>
                </c:pt>
                <c:pt idx="4165">
                  <c:v>22-10-2021</c:v>
                </c:pt>
                <c:pt idx="4166">
                  <c:v>22-10-2021</c:v>
                </c:pt>
                <c:pt idx="4167">
                  <c:v>22-10-2021</c:v>
                </c:pt>
                <c:pt idx="4168">
                  <c:v>22-10-2021</c:v>
                </c:pt>
                <c:pt idx="4169">
                  <c:v>22-10-2021</c:v>
                </c:pt>
                <c:pt idx="4170">
                  <c:v>22-10-2021</c:v>
                </c:pt>
                <c:pt idx="4171">
                  <c:v>22-10-2021</c:v>
                </c:pt>
                <c:pt idx="4172">
                  <c:v>22-10-2021</c:v>
                </c:pt>
                <c:pt idx="4173">
                  <c:v>22-10-2021</c:v>
                </c:pt>
                <c:pt idx="4174">
                  <c:v>22-10-2021</c:v>
                </c:pt>
                <c:pt idx="4175">
                  <c:v>22-10-2021</c:v>
                </c:pt>
                <c:pt idx="4176">
                  <c:v>22-10-2021</c:v>
                </c:pt>
                <c:pt idx="4177">
                  <c:v>23-10-2021</c:v>
                </c:pt>
                <c:pt idx="4178">
                  <c:v>23-10-2021</c:v>
                </c:pt>
                <c:pt idx="4179">
                  <c:v>23-10-2021</c:v>
                </c:pt>
                <c:pt idx="4180">
                  <c:v>23-10-2021</c:v>
                </c:pt>
                <c:pt idx="4181">
                  <c:v>23-10-2021</c:v>
                </c:pt>
                <c:pt idx="4182">
                  <c:v>23-10-2021</c:v>
                </c:pt>
                <c:pt idx="4183">
                  <c:v>23-10-2021</c:v>
                </c:pt>
                <c:pt idx="4184">
                  <c:v>23-10-2021</c:v>
                </c:pt>
                <c:pt idx="4185">
                  <c:v>23-10-2021</c:v>
                </c:pt>
                <c:pt idx="4186">
                  <c:v>23-10-2021</c:v>
                </c:pt>
                <c:pt idx="4187">
                  <c:v>23-10-2021</c:v>
                </c:pt>
                <c:pt idx="4188">
                  <c:v>23-10-2021</c:v>
                </c:pt>
                <c:pt idx="4189">
                  <c:v>23-10-2021</c:v>
                </c:pt>
                <c:pt idx="4190">
                  <c:v>23-10-2021</c:v>
                </c:pt>
                <c:pt idx="4191">
                  <c:v>23-10-2021</c:v>
                </c:pt>
                <c:pt idx="4192">
                  <c:v>23-10-2021</c:v>
                </c:pt>
                <c:pt idx="4193">
                  <c:v>23-10-2021</c:v>
                </c:pt>
                <c:pt idx="4194">
                  <c:v>23-10-2021</c:v>
                </c:pt>
                <c:pt idx="4195">
                  <c:v>23-10-2021</c:v>
                </c:pt>
                <c:pt idx="4196">
                  <c:v>23-10-2021</c:v>
                </c:pt>
                <c:pt idx="4197">
                  <c:v>23-10-2021</c:v>
                </c:pt>
                <c:pt idx="4198">
                  <c:v>23-10-2021</c:v>
                </c:pt>
                <c:pt idx="4199">
                  <c:v>23-10-2021</c:v>
                </c:pt>
                <c:pt idx="4200">
                  <c:v>23-10-2021</c:v>
                </c:pt>
                <c:pt idx="4201">
                  <c:v>23-10-2021</c:v>
                </c:pt>
                <c:pt idx="4202">
                  <c:v>23-10-2021</c:v>
                </c:pt>
                <c:pt idx="4203">
                  <c:v>23-10-2021</c:v>
                </c:pt>
                <c:pt idx="4204">
                  <c:v>23-10-2021</c:v>
                </c:pt>
                <c:pt idx="4205">
                  <c:v>23-10-2021</c:v>
                </c:pt>
                <c:pt idx="4206">
                  <c:v>23-10-2021</c:v>
                </c:pt>
                <c:pt idx="4207">
                  <c:v>23-10-2021</c:v>
                </c:pt>
                <c:pt idx="4208">
                  <c:v>23-10-2021</c:v>
                </c:pt>
                <c:pt idx="4209">
                  <c:v>23-10-2021</c:v>
                </c:pt>
                <c:pt idx="4210">
                  <c:v>23-10-2021</c:v>
                </c:pt>
                <c:pt idx="4211">
                  <c:v>23-10-2021</c:v>
                </c:pt>
                <c:pt idx="4212">
                  <c:v>23-10-2021</c:v>
                </c:pt>
                <c:pt idx="4213">
                  <c:v>23-10-2021</c:v>
                </c:pt>
                <c:pt idx="4214">
                  <c:v>23-10-2021</c:v>
                </c:pt>
                <c:pt idx="4215">
                  <c:v>23-10-2021</c:v>
                </c:pt>
                <c:pt idx="4216">
                  <c:v>23-10-2021</c:v>
                </c:pt>
                <c:pt idx="4217">
                  <c:v>23-10-2021</c:v>
                </c:pt>
                <c:pt idx="4218">
                  <c:v>23-10-2021</c:v>
                </c:pt>
                <c:pt idx="4219">
                  <c:v>23-10-2021</c:v>
                </c:pt>
                <c:pt idx="4220">
                  <c:v>23-10-2021</c:v>
                </c:pt>
                <c:pt idx="4221">
                  <c:v>23-10-2021</c:v>
                </c:pt>
                <c:pt idx="4222">
                  <c:v>23-10-2021</c:v>
                </c:pt>
                <c:pt idx="4223">
                  <c:v>23-10-2021</c:v>
                </c:pt>
                <c:pt idx="4224">
                  <c:v>23-10-2021</c:v>
                </c:pt>
                <c:pt idx="4225">
                  <c:v>23-10-2021</c:v>
                </c:pt>
                <c:pt idx="4226">
                  <c:v>23-10-2021</c:v>
                </c:pt>
                <c:pt idx="4227">
                  <c:v>23-10-2021</c:v>
                </c:pt>
                <c:pt idx="4228">
                  <c:v>24-10-2021</c:v>
                </c:pt>
                <c:pt idx="4229">
                  <c:v>24-10-2021</c:v>
                </c:pt>
                <c:pt idx="4230">
                  <c:v>24-10-2021</c:v>
                </c:pt>
                <c:pt idx="4231">
                  <c:v>24-10-2021</c:v>
                </c:pt>
                <c:pt idx="4232">
                  <c:v>24-10-2021</c:v>
                </c:pt>
                <c:pt idx="4233">
                  <c:v>24-10-2021</c:v>
                </c:pt>
                <c:pt idx="4234">
                  <c:v>24-10-2021</c:v>
                </c:pt>
                <c:pt idx="4235">
                  <c:v>24-10-2021</c:v>
                </c:pt>
                <c:pt idx="4236">
                  <c:v>24-10-2021</c:v>
                </c:pt>
                <c:pt idx="4237">
                  <c:v>24-10-2021</c:v>
                </c:pt>
                <c:pt idx="4238">
                  <c:v>24-10-2021</c:v>
                </c:pt>
                <c:pt idx="4239">
                  <c:v>24-10-2021</c:v>
                </c:pt>
                <c:pt idx="4240">
                  <c:v>24-10-2021</c:v>
                </c:pt>
                <c:pt idx="4241">
                  <c:v>24-10-2021</c:v>
                </c:pt>
                <c:pt idx="4242">
                  <c:v>24-10-2021</c:v>
                </c:pt>
                <c:pt idx="4243">
                  <c:v>24-10-2021</c:v>
                </c:pt>
                <c:pt idx="4244">
                  <c:v>24-10-2021</c:v>
                </c:pt>
                <c:pt idx="4245">
                  <c:v>24-10-2021</c:v>
                </c:pt>
                <c:pt idx="4246">
                  <c:v>24-10-2021</c:v>
                </c:pt>
                <c:pt idx="4247">
                  <c:v>24-10-2021</c:v>
                </c:pt>
                <c:pt idx="4248">
                  <c:v>24-10-2021</c:v>
                </c:pt>
                <c:pt idx="4249">
                  <c:v>24-10-2021</c:v>
                </c:pt>
                <c:pt idx="4250">
                  <c:v>24-10-2021</c:v>
                </c:pt>
                <c:pt idx="4251">
                  <c:v>24-10-2021</c:v>
                </c:pt>
                <c:pt idx="4252">
                  <c:v>24-10-2021</c:v>
                </c:pt>
                <c:pt idx="4253">
                  <c:v>24-10-2021</c:v>
                </c:pt>
                <c:pt idx="4254">
                  <c:v>24-10-2021</c:v>
                </c:pt>
                <c:pt idx="4255">
                  <c:v>24-10-2021</c:v>
                </c:pt>
                <c:pt idx="4256">
                  <c:v>24-10-2021</c:v>
                </c:pt>
                <c:pt idx="4257">
                  <c:v>24-10-2021</c:v>
                </c:pt>
                <c:pt idx="4258">
                  <c:v>24-10-2021</c:v>
                </c:pt>
                <c:pt idx="4259">
                  <c:v>24-10-2021</c:v>
                </c:pt>
                <c:pt idx="4260">
                  <c:v>24-10-2021</c:v>
                </c:pt>
                <c:pt idx="4261">
                  <c:v>24-10-2021</c:v>
                </c:pt>
                <c:pt idx="4262">
                  <c:v>24-10-2021</c:v>
                </c:pt>
                <c:pt idx="4263">
                  <c:v>24-10-2021</c:v>
                </c:pt>
                <c:pt idx="4264">
                  <c:v>24-10-2021</c:v>
                </c:pt>
                <c:pt idx="4265">
                  <c:v>24-10-2021</c:v>
                </c:pt>
                <c:pt idx="4266">
                  <c:v>24-10-2021</c:v>
                </c:pt>
                <c:pt idx="4267">
                  <c:v>24-10-2021</c:v>
                </c:pt>
                <c:pt idx="4268">
                  <c:v>24-10-2021</c:v>
                </c:pt>
                <c:pt idx="4269">
                  <c:v>24-10-2021</c:v>
                </c:pt>
                <c:pt idx="4270">
                  <c:v>24-10-2021</c:v>
                </c:pt>
                <c:pt idx="4271">
                  <c:v>24-10-2021</c:v>
                </c:pt>
                <c:pt idx="4272">
                  <c:v>24-10-2021</c:v>
                </c:pt>
                <c:pt idx="4273">
                  <c:v>24-10-2021</c:v>
                </c:pt>
                <c:pt idx="4274">
                  <c:v>24-10-2021</c:v>
                </c:pt>
                <c:pt idx="4275">
                  <c:v>24-10-2021</c:v>
                </c:pt>
                <c:pt idx="4276">
                  <c:v>24-10-2021</c:v>
                </c:pt>
                <c:pt idx="4277">
                  <c:v>24-10-2021</c:v>
                </c:pt>
                <c:pt idx="4278">
                  <c:v>24-10-2021</c:v>
                </c:pt>
                <c:pt idx="4279">
                  <c:v>25-10-2021</c:v>
                </c:pt>
                <c:pt idx="4280">
                  <c:v>25-10-2021</c:v>
                </c:pt>
                <c:pt idx="4281">
                  <c:v>25-10-2021</c:v>
                </c:pt>
                <c:pt idx="4282">
                  <c:v>25-10-2021</c:v>
                </c:pt>
                <c:pt idx="4283">
                  <c:v>25-10-2021</c:v>
                </c:pt>
                <c:pt idx="4284">
                  <c:v>25-10-2021</c:v>
                </c:pt>
                <c:pt idx="4285">
                  <c:v>25-10-2021</c:v>
                </c:pt>
                <c:pt idx="4286">
                  <c:v>25-10-2021</c:v>
                </c:pt>
                <c:pt idx="4287">
                  <c:v>25-10-2021</c:v>
                </c:pt>
                <c:pt idx="4288">
                  <c:v>25-10-2021</c:v>
                </c:pt>
                <c:pt idx="4289">
                  <c:v>25-10-2021</c:v>
                </c:pt>
                <c:pt idx="4290">
                  <c:v>25-10-2021</c:v>
                </c:pt>
                <c:pt idx="4291">
                  <c:v>25-10-2021</c:v>
                </c:pt>
                <c:pt idx="4292">
                  <c:v>25-10-2021</c:v>
                </c:pt>
                <c:pt idx="4293">
                  <c:v>25-10-2021</c:v>
                </c:pt>
                <c:pt idx="4294">
                  <c:v>25-10-2021</c:v>
                </c:pt>
                <c:pt idx="4295">
                  <c:v>25-10-2021</c:v>
                </c:pt>
                <c:pt idx="4296">
                  <c:v>25-10-2021</c:v>
                </c:pt>
                <c:pt idx="4297">
                  <c:v>25-10-2021</c:v>
                </c:pt>
                <c:pt idx="4298">
                  <c:v>25-10-2021</c:v>
                </c:pt>
                <c:pt idx="4299">
                  <c:v>25-10-2021</c:v>
                </c:pt>
                <c:pt idx="4300">
                  <c:v>25-10-2021</c:v>
                </c:pt>
                <c:pt idx="4301">
                  <c:v>25-10-2021</c:v>
                </c:pt>
                <c:pt idx="4302">
                  <c:v>25-10-2021</c:v>
                </c:pt>
                <c:pt idx="4303">
                  <c:v>25-10-2021</c:v>
                </c:pt>
                <c:pt idx="4304">
                  <c:v>25-10-2021</c:v>
                </c:pt>
                <c:pt idx="4305">
                  <c:v>25-10-2021</c:v>
                </c:pt>
                <c:pt idx="4306">
                  <c:v>25-10-2021</c:v>
                </c:pt>
                <c:pt idx="4307">
                  <c:v>25-10-2021</c:v>
                </c:pt>
                <c:pt idx="4308">
                  <c:v>25-10-2021</c:v>
                </c:pt>
                <c:pt idx="4309">
                  <c:v>25-10-2021</c:v>
                </c:pt>
                <c:pt idx="4310">
                  <c:v>25-10-2021</c:v>
                </c:pt>
                <c:pt idx="4311">
                  <c:v>25-10-2021</c:v>
                </c:pt>
                <c:pt idx="4312">
                  <c:v>25-10-2021</c:v>
                </c:pt>
                <c:pt idx="4313">
                  <c:v>25-10-2021</c:v>
                </c:pt>
                <c:pt idx="4314">
                  <c:v>25-10-2021</c:v>
                </c:pt>
                <c:pt idx="4315">
                  <c:v>25-10-2021</c:v>
                </c:pt>
                <c:pt idx="4316">
                  <c:v>25-10-2021</c:v>
                </c:pt>
                <c:pt idx="4317">
                  <c:v>25-10-2021</c:v>
                </c:pt>
                <c:pt idx="4318">
                  <c:v>25-10-2021</c:v>
                </c:pt>
                <c:pt idx="4319">
                  <c:v>25-10-2021</c:v>
                </c:pt>
                <c:pt idx="4320">
                  <c:v>25-10-2021</c:v>
                </c:pt>
                <c:pt idx="4321">
                  <c:v>25-10-2021</c:v>
                </c:pt>
                <c:pt idx="4322">
                  <c:v>25-10-2021</c:v>
                </c:pt>
                <c:pt idx="4323">
                  <c:v>25-10-2021</c:v>
                </c:pt>
                <c:pt idx="4324">
                  <c:v>25-10-2021</c:v>
                </c:pt>
                <c:pt idx="4325">
                  <c:v>25-10-2021</c:v>
                </c:pt>
                <c:pt idx="4326">
                  <c:v>25-10-2021</c:v>
                </c:pt>
                <c:pt idx="4327">
                  <c:v>25-10-2021</c:v>
                </c:pt>
                <c:pt idx="4328">
                  <c:v>25-10-2021</c:v>
                </c:pt>
                <c:pt idx="4329">
                  <c:v>25-10-2021</c:v>
                </c:pt>
                <c:pt idx="4330">
                  <c:v>25-10-2021</c:v>
                </c:pt>
                <c:pt idx="4331">
                  <c:v>26-10-2021</c:v>
                </c:pt>
                <c:pt idx="4332">
                  <c:v>26-10-2021</c:v>
                </c:pt>
                <c:pt idx="4333">
                  <c:v>26-10-2021</c:v>
                </c:pt>
                <c:pt idx="4334">
                  <c:v>26-10-2021</c:v>
                </c:pt>
                <c:pt idx="4335">
                  <c:v>26-10-2021</c:v>
                </c:pt>
                <c:pt idx="4336">
                  <c:v>26-10-2021</c:v>
                </c:pt>
                <c:pt idx="4337">
                  <c:v>26-10-2021</c:v>
                </c:pt>
                <c:pt idx="4338">
                  <c:v>26-10-2021</c:v>
                </c:pt>
                <c:pt idx="4339">
                  <c:v>26-10-2021</c:v>
                </c:pt>
                <c:pt idx="4340">
                  <c:v>26-10-2021</c:v>
                </c:pt>
                <c:pt idx="4341">
                  <c:v>26-10-2021</c:v>
                </c:pt>
                <c:pt idx="4342">
                  <c:v>26-10-2021</c:v>
                </c:pt>
                <c:pt idx="4343">
                  <c:v>26-10-2021</c:v>
                </c:pt>
                <c:pt idx="4344">
                  <c:v>26-10-2021</c:v>
                </c:pt>
                <c:pt idx="4345">
                  <c:v>26-10-2021</c:v>
                </c:pt>
                <c:pt idx="4346">
                  <c:v>26-10-2021</c:v>
                </c:pt>
                <c:pt idx="4347">
                  <c:v>26-10-2021</c:v>
                </c:pt>
                <c:pt idx="4348">
                  <c:v>26-10-2021</c:v>
                </c:pt>
                <c:pt idx="4349">
                  <c:v>26-10-2021</c:v>
                </c:pt>
                <c:pt idx="4350">
                  <c:v>26-10-2021</c:v>
                </c:pt>
                <c:pt idx="4351">
                  <c:v>26-10-2021</c:v>
                </c:pt>
                <c:pt idx="4352">
                  <c:v>26-10-2021</c:v>
                </c:pt>
                <c:pt idx="4353">
                  <c:v>26-10-2021</c:v>
                </c:pt>
                <c:pt idx="4354">
                  <c:v>26-10-2021</c:v>
                </c:pt>
                <c:pt idx="4355">
                  <c:v>26-10-2021</c:v>
                </c:pt>
                <c:pt idx="4356">
                  <c:v>26-10-2021</c:v>
                </c:pt>
                <c:pt idx="4357">
                  <c:v>26-10-2021</c:v>
                </c:pt>
                <c:pt idx="4358">
                  <c:v>26-10-2021</c:v>
                </c:pt>
                <c:pt idx="4359">
                  <c:v>26-10-2021</c:v>
                </c:pt>
                <c:pt idx="4360">
                  <c:v>26-10-2021</c:v>
                </c:pt>
                <c:pt idx="4361">
                  <c:v>26-10-2021</c:v>
                </c:pt>
                <c:pt idx="4362">
                  <c:v>26-10-2021</c:v>
                </c:pt>
                <c:pt idx="4363">
                  <c:v>26-10-2021</c:v>
                </c:pt>
                <c:pt idx="4364">
                  <c:v>26-10-2021</c:v>
                </c:pt>
                <c:pt idx="4365">
                  <c:v>26-10-2021</c:v>
                </c:pt>
                <c:pt idx="4366">
                  <c:v>26-10-2021</c:v>
                </c:pt>
                <c:pt idx="4367">
                  <c:v>26-10-2021</c:v>
                </c:pt>
                <c:pt idx="4368">
                  <c:v>26-10-2021</c:v>
                </c:pt>
                <c:pt idx="4369">
                  <c:v>26-10-2021</c:v>
                </c:pt>
                <c:pt idx="4370">
                  <c:v>26-10-2021</c:v>
                </c:pt>
                <c:pt idx="4371">
                  <c:v>26-10-2021</c:v>
                </c:pt>
                <c:pt idx="4372">
                  <c:v>26-10-2021</c:v>
                </c:pt>
                <c:pt idx="4373">
                  <c:v>26-10-2021</c:v>
                </c:pt>
                <c:pt idx="4374">
                  <c:v>26-10-2021</c:v>
                </c:pt>
                <c:pt idx="4375">
                  <c:v>26-10-2021</c:v>
                </c:pt>
                <c:pt idx="4376">
                  <c:v>26-10-2021</c:v>
                </c:pt>
                <c:pt idx="4377">
                  <c:v>26-10-2021</c:v>
                </c:pt>
                <c:pt idx="4378">
                  <c:v>26-10-2021</c:v>
                </c:pt>
                <c:pt idx="4379">
                  <c:v>26-10-2021</c:v>
                </c:pt>
                <c:pt idx="4380">
                  <c:v>26-10-2021</c:v>
                </c:pt>
                <c:pt idx="4381">
                  <c:v>26-10-2021</c:v>
                </c:pt>
                <c:pt idx="4382">
                  <c:v>26-10-2021</c:v>
                </c:pt>
                <c:pt idx="4383">
                  <c:v>26-10-2021</c:v>
                </c:pt>
                <c:pt idx="4384">
                  <c:v>26-10-2021</c:v>
                </c:pt>
                <c:pt idx="4385">
                  <c:v>27-10-2021</c:v>
                </c:pt>
                <c:pt idx="4386">
                  <c:v>27-10-2021</c:v>
                </c:pt>
                <c:pt idx="4387">
                  <c:v>27-10-2021</c:v>
                </c:pt>
                <c:pt idx="4388">
                  <c:v>27-10-2021</c:v>
                </c:pt>
                <c:pt idx="4389">
                  <c:v>27-10-2021</c:v>
                </c:pt>
                <c:pt idx="4390">
                  <c:v>27-10-2021</c:v>
                </c:pt>
                <c:pt idx="4391">
                  <c:v>27-10-2021</c:v>
                </c:pt>
                <c:pt idx="4392">
                  <c:v>27-10-2021</c:v>
                </c:pt>
                <c:pt idx="4393">
                  <c:v>27-10-2021</c:v>
                </c:pt>
                <c:pt idx="4394">
                  <c:v>27-10-2021</c:v>
                </c:pt>
                <c:pt idx="4395">
                  <c:v>27-10-2021</c:v>
                </c:pt>
                <c:pt idx="4396">
                  <c:v>27-10-2021</c:v>
                </c:pt>
                <c:pt idx="4397">
                  <c:v>27-10-2021</c:v>
                </c:pt>
                <c:pt idx="4398">
                  <c:v>27-10-2021</c:v>
                </c:pt>
                <c:pt idx="4399">
                  <c:v>27-10-2021</c:v>
                </c:pt>
                <c:pt idx="4400">
                  <c:v>27-10-2021</c:v>
                </c:pt>
                <c:pt idx="4401">
                  <c:v>27-10-2021</c:v>
                </c:pt>
                <c:pt idx="4402">
                  <c:v>27-10-2021</c:v>
                </c:pt>
                <c:pt idx="4403">
                  <c:v>27-10-2021</c:v>
                </c:pt>
                <c:pt idx="4404">
                  <c:v>27-10-2021</c:v>
                </c:pt>
                <c:pt idx="4405">
                  <c:v>27-10-2021</c:v>
                </c:pt>
                <c:pt idx="4406">
                  <c:v>27-10-2021</c:v>
                </c:pt>
                <c:pt idx="4407">
                  <c:v>27-10-2021</c:v>
                </c:pt>
                <c:pt idx="4408">
                  <c:v>27-10-2021</c:v>
                </c:pt>
                <c:pt idx="4409">
                  <c:v>27-10-2021</c:v>
                </c:pt>
                <c:pt idx="4410">
                  <c:v>27-10-2021</c:v>
                </c:pt>
                <c:pt idx="4411">
                  <c:v>27-10-2021</c:v>
                </c:pt>
                <c:pt idx="4412">
                  <c:v>27-10-2021</c:v>
                </c:pt>
                <c:pt idx="4413">
                  <c:v>27-10-2021</c:v>
                </c:pt>
                <c:pt idx="4414">
                  <c:v>27-10-2021</c:v>
                </c:pt>
                <c:pt idx="4415">
                  <c:v>27-10-2021</c:v>
                </c:pt>
                <c:pt idx="4416">
                  <c:v>27-10-2021</c:v>
                </c:pt>
                <c:pt idx="4417">
                  <c:v>27-10-2021</c:v>
                </c:pt>
                <c:pt idx="4418">
                  <c:v>27-10-2021</c:v>
                </c:pt>
                <c:pt idx="4419">
                  <c:v>27-10-2021</c:v>
                </c:pt>
                <c:pt idx="4420">
                  <c:v>27-10-2021</c:v>
                </c:pt>
                <c:pt idx="4421">
                  <c:v>27-10-2021</c:v>
                </c:pt>
                <c:pt idx="4422">
                  <c:v>27-10-2021</c:v>
                </c:pt>
                <c:pt idx="4423">
                  <c:v>27-10-2021</c:v>
                </c:pt>
                <c:pt idx="4424">
                  <c:v>27-10-2021</c:v>
                </c:pt>
                <c:pt idx="4425">
                  <c:v>27-10-2021</c:v>
                </c:pt>
                <c:pt idx="4426">
                  <c:v>27-10-2021</c:v>
                </c:pt>
                <c:pt idx="4427">
                  <c:v>27-10-2021</c:v>
                </c:pt>
                <c:pt idx="4428">
                  <c:v>27-10-2021</c:v>
                </c:pt>
                <c:pt idx="4429">
                  <c:v>27-10-2021</c:v>
                </c:pt>
                <c:pt idx="4430">
                  <c:v>27-10-2021</c:v>
                </c:pt>
                <c:pt idx="4431">
                  <c:v>27-10-2021</c:v>
                </c:pt>
                <c:pt idx="4432">
                  <c:v>27-10-2021</c:v>
                </c:pt>
                <c:pt idx="4433">
                  <c:v>27-10-2021</c:v>
                </c:pt>
                <c:pt idx="4434">
                  <c:v>27-10-2021</c:v>
                </c:pt>
                <c:pt idx="4435">
                  <c:v>27-10-2021</c:v>
                </c:pt>
                <c:pt idx="4436">
                  <c:v>27-10-2021</c:v>
                </c:pt>
                <c:pt idx="4437">
                  <c:v>28-10-2021</c:v>
                </c:pt>
                <c:pt idx="4438">
                  <c:v>28-10-2021</c:v>
                </c:pt>
                <c:pt idx="4439">
                  <c:v>28-10-2021</c:v>
                </c:pt>
                <c:pt idx="4440">
                  <c:v>28-10-2021</c:v>
                </c:pt>
                <c:pt idx="4441">
                  <c:v>28-10-2021</c:v>
                </c:pt>
                <c:pt idx="4442">
                  <c:v>28-10-2021</c:v>
                </c:pt>
                <c:pt idx="4443">
                  <c:v>28-10-2021</c:v>
                </c:pt>
                <c:pt idx="4444">
                  <c:v>28-10-2021</c:v>
                </c:pt>
                <c:pt idx="4445">
                  <c:v>28-10-2021</c:v>
                </c:pt>
                <c:pt idx="4446">
                  <c:v>28-10-2021</c:v>
                </c:pt>
                <c:pt idx="4447">
                  <c:v>28-10-2021</c:v>
                </c:pt>
                <c:pt idx="4448">
                  <c:v>28-10-2021</c:v>
                </c:pt>
                <c:pt idx="4449">
                  <c:v>28-10-2021</c:v>
                </c:pt>
                <c:pt idx="4450">
                  <c:v>28-10-2021</c:v>
                </c:pt>
                <c:pt idx="4451">
                  <c:v>28-10-2021</c:v>
                </c:pt>
                <c:pt idx="4452">
                  <c:v>28-10-2021</c:v>
                </c:pt>
                <c:pt idx="4453">
                  <c:v>28-10-2021</c:v>
                </c:pt>
                <c:pt idx="4454">
                  <c:v>28-10-2021</c:v>
                </c:pt>
                <c:pt idx="4455">
                  <c:v>28-10-2021</c:v>
                </c:pt>
                <c:pt idx="4456">
                  <c:v>28-10-2021</c:v>
                </c:pt>
                <c:pt idx="4457">
                  <c:v>28-10-2021</c:v>
                </c:pt>
                <c:pt idx="4458">
                  <c:v>28-10-2021</c:v>
                </c:pt>
                <c:pt idx="4459">
                  <c:v>28-10-2021</c:v>
                </c:pt>
                <c:pt idx="4460">
                  <c:v>28-10-2021</c:v>
                </c:pt>
                <c:pt idx="4461">
                  <c:v>28-10-2021</c:v>
                </c:pt>
                <c:pt idx="4462">
                  <c:v>28-10-2021</c:v>
                </c:pt>
                <c:pt idx="4463">
                  <c:v>28-10-2021</c:v>
                </c:pt>
                <c:pt idx="4464">
                  <c:v>28-10-2021</c:v>
                </c:pt>
                <c:pt idx="4465">
                  <c:v>28-10-2021</c:v>
                </c:pt>
                <c:pt idx="4466">
                  <c:v>28-10-2021</c:v>
                </c:pt>
                <c:pt idx="4467">
                  <c:v>28-10-2021</c:v>
                </c:pt>
                <c:pt idx="4468">
                  <c:v>28-10-2021</c:v>
                </c:pt>
                <c:pt idx="4469">
                  <c:v>28-10-2021</c:v>
                </c:pt>
                <c:pt idx="4470">
                  <c:v>28-10-2021</c:v>
                </c:pt>
                <c:pt idx="4471">
                  <c:v>28-10-2021</c:v>
                </c:pt>
                <c:pt idx="4472">
                  <c:v>28-10-2021</c:v>
                </c:pt>
                <c:pt idx="4473">
                  <c:v>28-10-2021</c:v>
                </c:pt>
                <c:pt idx="4474">
                  <c:v>28-10-2021</c:v>
                </c:pt>
                <c:pt idx="4475">
                  <c:v>28-10-2021</c:v>
                </c:pt>
                <c:pt idx="4476">
                  <c:v>28-10-2021</c:v>
                </c:pt>
                <c:pt idx="4477">
                  <c:v>28-10-2021</c:v>
                </c:pt>
                <c:pt idx="4478">
                  <c:v>28-10-2021</c:v>
                </c:pt>
                <c:pt idx="4479">
                  <c:v>28-10-2021</c:v>
                </c:pt>
                <c:pt idx="4480">
                  <c:v>28-10-2021</c:v>
                </c:pt>
                <c:pt idx="4481">
                  <c:v>28-10-2021</c:v>
                </c:pt>
                <c:pt idx="4482">
                  <c:v>28-10-2021</c:v>
                </c:pt>
                <c:pt idx="4483">
                  <c:v>28-10-2021</c:v>
                </c:pt>
                <c:pt idx="4484">
                  <c:v>28-10-2021</c:v>
                </c:pt>
                <c:pt idx="4485">
                  <c:v>28-10-2021</c:v>
                </c:pt>
                <c:pt idx="4486">
                  <c:v>28-10-2021</c:v>
                </c:pt>
                <c:pt idx="4487">
                  <c:v>28-10-2021</c:v>
                </c:pt>
                <c:pt idx="4488">
                  <c:v>29-10-2021</c:v>
                </c:pt>
                <c:pt idx="4489">
                  <c:v>29-10-2021</c:v>
                </c:pt>
                <c:pt idx="4490">
                  <c:v>29-10-2021</c:v>
                </c:pt>
                <c:pt idx="4491">
                  <c:v>29-10-2021</c:v>
                </c:pt>
                <c:pt idx="4492">
                  <c:v>29-10-2021</c:v>
                </c:pt>
                <c:pt idx="4493">
                  <c:v>29-10-2021</c:v>
                </c:pt>
                <c:pt idx="4494">
                  <c:v>29-10-2021</c:v>
                </c:pt>
                <c:pt idx="4495">
                  <c:v>29-10-2021</c:v>
                </c:pt>
                <c:pt idx="4496">
                  <c:v>29-10-2021</c:v>
                </c:pt>
                <c:pt idx="4497">
                  <c:v>29-10-2021</c:v>
                </c:pt>
                <c:pt idx="4498">
                  <c:v>29-10-2021</c:v>
                </c:pt>
                <c:pt idx="4499">
                  <c:v>29-10-2021</c:v>
                </c:pt>
                <c:pt idx="4500">
                  <c:v>29-10-2021</c:v>
                </c:pt>
                <c:pt idx="4501">
                  <c:v>29-10-2021</c:v>
                </c:pt>
                <c:pt idx="4502">
                  <c:v>29-10-2021</c:v>
                </c:pt>
                <c:pt idx="4503">
                  <c:v>29-10-2021</c:v>
                </c:pt>
                <c:pt idx="4504">
                  <c:v>29-10-2021</c:v>
                </c:pt>
                <c:pt idx="4505">
                  <c:v>29-10-2021</c:v>
                </c:pt>
                <c:pt idx="4506">
                  <c:v>29-10-2021</c:v>
                </c:pt>
                <c:pt idx="4507">
                  <c:v>29-10-2021</c:v>
                </c:pt>
                <c:pt idx="4508">
                  <c:v>29-10-2021</c:v>
                </c:pt>
                <c:pt idx="4509">
                  <c:v>29-10-2021</c:v>
                </c:pt>
                <c:pt idx="4510">
                  <c:v>29-10-2021</c:v>
                </c:pt>
                <c:pt idx="4511">
                  <c:v>29-10-2021</c:v>
                </c:pt>
                <c:pt idx="4512">
                  <c:v>29-10-2021</c:v>
                </c:pt>
                <c:pt idx="4513">
                  <c:v>29-10-2021</c:v>
                </c:pt>
                <c:pt idx="4514">
                  <c:v>29-10-2021</c:v>
                </c:pt>
                <c:pt idx="4515">
                  <c:v>29-10-2021</c:v>
                </c:pt>
                <c:pt idx="4516">
                  <c:v>29-10-2021</c:v>
                </c:pt>
                <c:pt idx="4517">
                  <c:v>29-10-2021</c:v>
                </c:pt>
                <c:pt idx="4518">
                  <c:v>29-10-2021</c:v>
                </c:pt>
                <c:pt idx="4519">
                  <c:v>29-10-2021</c:v>
                </c:pt>
                <c:pt idx="4520">
                  <c:v>29-10-2021</c:v>
                </c:pt>
                <c:pt idx="4521">
                  <c:v>29-10-2021</c:v>
                </c:pt>
                <c:pt idx="4522">
                  <c:v>29-10-2021</c:v>
                </c:pt>
                <c:pt idx="4523">
                  <c:v>29-10-2021</c:v>
                </c:pt>
                <c:pt idx="4524">
                  <c:v>29-10-2021</c:v>
                </c:pt>
                <c:pt idx="4525">
                  <c:v>29-10-2021</c:v>
                </c:pt>
                <c:pt idx="4526">
                  <c:v>29-10-2021</c:v>
                </c:pt>
                <c:pt idx="4527">
                  <c:v>29-10-2021</c:v>
                </c:pt>
                <c:pt idx="4528">
                  <c:v>29-10-2021</c:v>
                </c:pt>
                <c:pt idx="4529">
                  <c:v>29-10-2021</c:v>
                </c:pt>
                <c:pt idx="4530">
                  <c:v>29-10-2021</c:v>
                </c:pt>
                <c:pt idx="4531">
                  <c:v>29-10-2021</c:v>
                </c:pt>
                <c:pt idx="4532">
                  <c:v>29-10-2021</c:v>
                </c:pt>
                <c:pt idx="4533">
                  <c:v>29-10-2021</c:v>
                </c:pt>
                <c:pt idx="4534">
                  <c:v>29-10-2021</c:v>
                </c:pt>
                <c:pt idx="4535">
                  <c:v>29-10-2021</c:v>
                </c:pt>
                <c:pt idx="4536">
                  <c:v>29-10-2021</c:v>
                </c:pt>
                <c:pt idx="4537">
                  <c:v>29-10-2021</c:v>
                </c:pt>
                <c:pt idx="4538">
                  <c:v>29-10-2021</c:v>
                </c:pt>
                <c:pt idx="4539">
                  <c:v>30-10-2021</c:v>
                </c:pt>
                <c:pt idx="4540">
                  <c:v>30-10-2021</c:v>
                </c:pt>
                <c:pt idx="4541">
                  <c:v>30-10-2021</c:v>
                </c:pt>
                <c:pt idx="4542">
                  <c:v>30-10-2021</c:v>
                </c:pt>
                <c:pt idx="4543">
                  <c:v>30-10-2021</c:v>
                </c:pt>
                <c:pt idx="4544">
                  <c:v>30-10-2021</c:v>
                </c:pt>
                <c:pt idx="4545">
                  <c:v>30-10-2021</c:v>
                </c:pt>
                <c:pt idx="4546">
                  <c:v>30-10-2021</c:v>
                </c:pt>
                <c:pt idx="4547">
                  <c:v>30-10-2021</c:v>
                </c:pt>
                <c:pt idx="4548">
                  <c:v>30-10-2021</c:v>
                </c:pt>
                <c:pt idx="4549">
                  <c:v>30-10-2021</c:v>
                </c:pt>
                <c:pt idx="4550">
                  <c:v>30-10-2021</c:v>
                </c:pt>
                <c:pt idx="4551">
                  <c:v>30-10-2021</c:v>
                </c:pt>
                <c:pt idx="4552">
                  <c:v>30-10-2021</c:v>
                </c:pt>
                <c:pt idx="4553">
                  <c:v>30-10-2021</c:v>
                </c:pt>
                <c:pt idx="4554">
                  <c:v>30-10-2021</c:v>
                </c:pt>
                <c:pt idx="4555">
                  <c:v>30-10-2021</c:v>
                </c:pt>
                <c:pt idx="4556">
                  <c:v>30-10-2021</c:v>
                </c:pt>
                <c:pt idx="4557">
                  <c:v>30-10-2021</c:v>
                </c:pt>
                <c:pt idx="4558">
                  <c:v>30-10-2021</c:v>
                </c:pt>
                <c:pt idx="4559">
                  <c:v>30-10-2021</c:v>
                </c:pt>
                <c:pt idx="4560">
                  <c:v>30-10-2021</c:v>
                </c:pt>
                <c:pt idx="4561">
                  <c:v>30-10-2021</c:v>
                </c:pt>
                <c:pt idx="4562">
                  <c:v>30-10-2021</c:v>
                </c:pt>
                <c:pt idx="4563">
                  <c:v>30-10-2021</c:v>
                </c:pt>
                <c:pt idx="4564">
                  <c:v>30-10-2021</c:v>
                </c:pt>
                <c:pt idx="4565">
                  <c:v>30-10-2021</c:v>
                </c:pt>
                <c:pt idx="4566">
                  <c:v>30-10-2021</c:v>
                </c:pt>
                <c:pt idx="4567">
                  <c:v>30-10-2021</c:v>
                </c:pt>
                <c:pt idx="4568">
                  <c:v>30-10-2021</c:v>
                </c:pt>
                <c:pt idx="4569">
                  <c:v>30-10-2021</c:v>
                </c:pt>
                <c:pt idx="4570">
                  <c:v>30-10-2021</c:v>
                </c:pt>
                <c:pt idx="4571">
                  <c:v>30-10-2021</c:v>
                </c:pt>
                <c:pt idx="4572">
                  <c:v>30-10-2021</c:v>
                </c:pt>
                <c:pt idx="4573">
                  <c:v>30-10-2021</c:v>
                </c:pt>
                <c:pt idx="4574">
                  <c:v>30-10-2021</c:v>
                </c:pt>
                <c:pt idx="4575">
                  <c:v>30-10-2021</c:v>
                </c:pt>
                <c:pt idx="4576">
                  <c:v>30-10-2021</c:v>
                </c:pt>
                <c:pt idx="4577">
                  <c:v>30-10-2021</c:v>
                </c:pt>
                <c:pt idx="4578">
                  <c:v>30-10-2021</c:v>
                </c:pt>
                <c:pt idx="4579">
                  <c:v>30-10-2021</c:v>
                </c:pt>
                <c:pt idx="4580">
                  <c:v>30-10-2021</c:v>
                </c:pt>
                <c:pt idx="4581">
                  <c:v>30-10-2021</c:v>
                </c:pt>
                <c:pt idx="4582">
                  <c:v>30-10-2021</c:v>
                </c:pt>
                <c:pt idx="4583">
                  <c:v>30-10-2021</c:v>
                </c:pt>
                <c:pt idx="4584">
                  <c:v>30-10-2021</c:v>
                </c:pt>
                <c:pt idx="4585">
                  <c:v>30-10-2021</c:v>
                </c:pt>
                <c:pt idx="4586">
                  <c:v>30-10-2021</c:v>
                </c:pt>
                <c:pt idx="4587">
                  <c:v>30-10-2021</c:v>
                </c:pt>
                <c:pt idx="4588">
                  <c:v>30-10-2021</c:v>
                </c:pt>
                <c:pt idx="4589">
                  <c:v>30-10-2021</c:v>
                </c:pt>
                <c:pt idx="4590">
                  <c:v>30-10-2021</c:v>
                </c:pt>
                <c:pt idx="4591">
                  <c:v>30-10-2021</c:v>
                </c:pt>
                <c:pt idx="4592">
                  <c:v>30-10-2021</c:v>
                </c:pt>
                <c:pt idx="4593">
                  <c:v>30-10-2021</c:v>
                </c:pt>
                <c:pt idx="4594">
                  <c:v>30-10-2021</c:v>
                </c:pt>
                <c:pt idx="4595">
                  <c:v>30-10-2021</c:v>
                </c:pt>
                <c:pt idx="4596">
                  <c:v>30-10-2021</c:v>
                </c:pt>
                <c:pt idx="4597">
                  <c:v>30-10-2021</c:v>
                </c:pt>
                <c:pt idx="4598">
                  <c:v>30-10-2021</c:v>
                </c:pt>
                <c:pt idx="4599">
                  <c:v>30-10-2021</c:v>
                </c:pt>
                <c:pt idx="4600">
                  <c:v>30-10-2021</c:v>
                </c:pt>
                <c:pt idx="4601">
                  <c:v>30-10-2021</c:v>
                </c:pt>
                <c:pt idx="4602">
                  <c:v>30-10-2021</c:v>
                </c:pt>
                <c:pt idx="4603">
                  <c:v>30-10-2021</c:v>
                </c:pt>
                <c:pt idx="4604">
                  <c:v>30-10-2021</c:v>
                </c:pt>
                <c:pt idx="4605">
                  <c:v>30-10-2021</c:v>
                </c:pt>
                <c:pt idx="4606">
                  <c:v>30-10-2021</c:v>
                </c:pt>
                <c:pt idx="4607">
                  <c:v>30-10-2021</c:v>
                </c:pt>
                <c:pt idx="4608">
                  <c:v>30-10-2021</c:v>
                </c:pt>
                <c:pt idx="4609">
                  <c:v>30-10-2021</c:v>
                </c:pt>
                <c:pt idx="4610">
                  <c:v>30-10-2021</c:v>
                </c:pt>
                <c:pt idx="4611">
                  <c:v>01-12-2021</c:v>
                </c:pt>
                <c:pt idx="4612">
                  <c:v>01-12-2021</c:v>
                </c:pt>
                <c:pt idx="4613">
                  <c:v>01-12-2021</c:v>
                </c:pt>
                <c:pt idx="4614">
                  <c:v>01-12-2021</c:v>
                </c:pt>
                <c:pt idx="4615">
                  <c:v>01-12-2021</c:v>
                </c:pt>
                <c:pt idx="4616">
                  <c:v>01-12-2021</c:v>
                </c:pt>
                <c:pt idx="4617">
                  <c:v>01-12-2021</c:v>
                </c:pt>
                <c:pt idx="4618">
                  <c:v>01-12-2021</c:v>
                </c:pt>
                <c:pt idx="4619">
                  <c:v>01-12-2021</c:v>
                </c:pt>
                <c:pt idx="4620">
                  <c:v>01-12-2021</c:v>
                </c:pt>
                <c:pt idx="4621">
                  <c:v>01-12-2021</c:v>
                </c:pt>
                <c:pt idx="4622">
                  <c:v>01-12-2021</c:v>
                </c:pt>
                <c:pt idx="4623">
                  <c:v>01-12-2021</c:v>
                </c:pt>
                <c:pt idx="4624">
                  <c:v>01-12-2021</c:v>
                </c:pt>
                <c:pt idx="4625">
                  <c:v>01-12-2021</c:v>
                </c:pt>
                <c:pt idx="4626">
                  <c:v>01-12-2021</c:v>
                </c:pt>
                <c:pt idx="4627">
                  <c:v>01-12-2021</c:v>
                </c:pt>
                <c:pt idx="4628">
                  <c:v>01-12-2021</c:v>
                </c:pt>
                <c:pt idx="4629">
                  <c:v>01-12-2021</c:v>
                </c:pt>
                <c:pt idx="4630">
                  <c:v>01-12-2021</c:v>
                </c:pt>
                <c:pt idx="4631">
                  <c:v>01-12-2021</c:v>
                </c:pt>
                <c:pt idx="4632">
                  <c:v>01-12-2021</c:v>
                </c:pt>
                <c:pt idx="4633">
                  <c:v>01-12-2021</c:v>
                </c:pt>
                <c:pt idx="4634">
                  <c:v>01-12-2021</c:v>
                </c:pt>
                <c:pt idx="4635">
                  <c:v>01-12-2021</c:v>
                </c:pt>
                <c:pt idx="4636">
                  <c:v>01-12-2021</c:v>
                </c:pt>
                <c:pt idx="4637">
                  <c:v>01-12-2021</c:v>
                </c:pt>
                <c:pt idx="4638">
                  <c:v>01-12-2021</c:v>
                </c:pt>
                <c:pt idx="4639">
                  <c:v>01-12-2021</c:v>
                </c:pt>
                <c:pt idx="4640">
                  <c:v>01-12-2021</c:v>
                </c:pt>
                <c:pt idx="4641">
                  <c:v>01-12-2021</c:v>
                </c:pt>
                <c:pt idx="4642">
                  <c:v>01-12-2021</c:v>
                </c:pt>
                <c:pt idx="4643">
                  <c:v>01-12-2021</c:v>
                </c:pt>
                <c:pt idx="4644">
                  <c:v>01-12-2021</c:v>
                </c:pt>
                <c:pt idx="4645">
                  <c:v>01-12-2021</c:v>
                </c:pt>
                <c:pt idx="4646">
                  <c:v>01-12-2021</c:v>
                </c:pt>
                <c:pt idx="4647">
                  <c:v>01-12-2021</c:v>
                </c:pt>
                <c:pt idx="4648">
                  <c:v>01-12-2021</c:v>
                </c:pt>
                <c:pt idx="4649">
                  <c:v>01-12-2021</c:v>
                </c:pt>
                <c:pt idx="4650">
                  <c:v>01-12-2021</c:v>
                </c:pt>
                <c:pt idx="4651">
                  <c:v>01-12-2021</c:v>
                </c:pt>
                <c:pt idx="4652">
                  <c:v>01-12-2021</c:v>
                </c:pt>
                <c:pt idx="4653">
                  <c:v>01-12-2021</c:v>
                </c:pt>
                <c:pt idx="4654">
                  <c:v>01-12-2021</c:v>
                </c:pt>
                <c:pt idx="4655">
                  <c:v>01-12-2021</c:v>
                </c:pt>
                <c:pt idx="4656">
                  <c:v>01-12-2021</c:v>
                </c:pt>
                <c:pt idx="4657">
                  <c:v>01-12-2021</c:v>
                </c:pt>
                <c:pt idx="4658">
                  <c:v>01-12-2021</c:v>
                </c:pt>
                <c:pt idx="4659">
                  <c:v>01-12-2021</c:v>
                </c:pt>
                <c:pt idx="4660">
                  <c:v>01-12-2021</c:v>
                </c:pt>
                <c:pt idx="4661">
                  <c:v>02-12-2021</c:v>
                </c:pt>
                <c:pt idx="4662">
                  <c:v>02-12-2021</c:v>
                </c:pt>
                <c:pt idx="4663">
                  <c:v>02-12-2021</c:v>
                </c:pt>
                <c:pt idx="4664">
                  <c:v>02-12-2021</c:v>
                </c:pt>
                <c:pt idx="4665">
                  <c:v>02-12-2021</c:v>
                </c:pt>
                <c:pt idx="4666">
                  <c:v>02-12-2021</c:v>
                </c:pt>
                <c:pt idx="4667">
                  <c:v>02-12-2021</c:v>
                </c:pt>
                <c:pt idx="4668">
                  <c:v>02-12-2021</c:v>
                </c:pt>
                <c:pt idx="4669">
                  <c:v>02-12-2021</c:v>
                </c:pt>
                <c:pt idx="4670">
                  <c:v>02-12-2021</c:v>
                </c:pt>
                <c:pt idx="4671">
                  <c:v>02-12-2021</c:v>
                </c:pt>
                <c:pt idx="4672">
                  <c:v>02-12-2021</c:v>
                </c:pt>
                <c:pt idx="4673">
                  <c:v>02-12-2021</c:v>
                </c:pt>
                <c:pt idx="4674">
                  <c:v>02-12-2021</c:v>
                </c:pt>
                <c:pt idx="4675">
                  <c:v>02-12-2021</c:v>
                </c:pt>
                <c:pt idx="4676">
                  <c:v>02-12-2021</c:v>
                </c:pt>
                <c:pt idx="4677">
                  <c:v>02-12-2021</c:v>
                </c:pt>
                <c:pt idx="4678">
                  <c:v>02-12-2021</c:v>
                </c:pt>
                <c:pt idx="4679">
                  <c:v>02-12-2021</c:v>
                </c:pt>
                <c:pt idx="4680">
                  <c:v>02-12-2021</c:v>
                </c:pt>
                <c:pt idx="4681">
                  <c:v>02-12-2021</c:v>
                </c:pt>
                <c:pt idx="4682">
                  <c:v>02-12-2021</c:v>
                </c:pt>
                <c:pt idx="4683">
                  <c:v>02-12-2021</c:v>
                </c:pt>
                <c:pt idx="4684">
                  <c:v>02-12-2021</c:v>
                </c:pt>
                <c:pt idx="4685">
                  <c:v>02-12-2021</c:v>
                </c:pt>
                <c:pt idx="4686">
                  <c:v>02-12-2021</c:v>
                </c:pt>
                <c:pt idx="4687">
                  <c:v>02-12-2021</c:v>
                </c:pt>
                <c:pt idx="4688">
                  <c:v>02-12-2021</c:v>
                </c:pt>
                <c:pt idx="4689">
                  <c:v>02-12-2021</c:v>
                </c:pt>
                <c:pt idx="4690">
                  <c:v>02-12-2021</c:v>
                </c:pt>
                <c:pt idx="4691">
                  <c:v>02-12-2021</c:v>
                </c:pt>
                <c:pt idx="4692">
                  <c:v>02-12-2021</c:v>
                </c:pt>
                <c:pt idx="4693">
                  <c:v>02-12-2021</c:v>
                </c:pt>
                <c:pt idx="4694">
                  <c:v>02-12-2021</c:v>
                </c:pt>
                <c:pt idx="4695">
                  <c:v>02-12-2021</c:v>
                </c:pt>
                <c:pt idx="4696">
                  <c:v>02-12-2021</c:v>
                </c:pt>
                <c:pt idx="4697">
                  <c:v>02-12-2021</c:v>
                </c:pt>
                <c:pt idx="4698">
                  <c:v>02-12-2021</c:v>
                </c:pt>
                <c:pt idx="4699">
                  <c:v>02-12-2021</c:v>
                </c:pt>
                <c:pt idx="4700">
                  <c:v>02-12-2021</c:v>
                </c:pt>
                <c:pt idx="4701">
                  <c:v>02-12-2021</c:v>
                </c:pt>
                <c:pt idx="4702">
                  <c:v>02-12-2021</c:v>
                </c:pt>
                <c:pt idx="4703">
                  <c:v>02-12-2021</c:v>
                </c:pt>
                <c:pt idx="4704">
                  <c:v>02-12-2021</c:v>
                </c:pt>
                <c:pt idx="4705">
                  <c:v>02-12-2021</c:v>
                </c:pt>
                <c:pt idx="4706">
                  <c:v>02-12-2021</c:v>
                </c:pt>
                <c:pt idx="4707">
                  <c:v>02-12-2021</c:v>
                </c:pt>
                <c:pt idx="4708">
                  <c:v>02-12-2021</c:v>
                </c:pt>
                <c:pt idx="4709">
                  <c:v>02-12-2021</c:v>
                </c:pt>
                <c:pt idx="4710">
                  <c:v>02-12-2021</c:v>
                </c:pt>
                <c:pt idx="4711">
                  <c:v>03-12-2021</c:v>
                </c:pt>
                <c:pt idx="4712">
                  <c:v>03-12-2021</c:v>
                </c:pt>
                <c:pt idx="4713">
                  <c:v>03-12-2021</c:v>
                </c:pt>
                <c:pt idx="4714">
                  <c:v>03-12-2021</c:v>
                </c:pt>
                <c:pt idx="4715">
                  <c:v>03-12-2021</c:v>
                </c:pt>
                <c:pt idx="4716">
                  <c:v>03-12-2021</c:v>
                </c:pt>
                <c:pt idx="4717">
                  <c:v>03-12-2021</c:v>
                </c:pt>
                <c:pt idx="4718">
                  <c:v>03-12-2021</c:v>
                </c:pt>
                <c:pt idx="4719">
                  <c:v>03-12-2021</c:v>
                </c:pt>
                <c:pt idx="4720">
                  <c:v>03-12-2021</c:v>
                </c:pt>
                <c:pt idx="4721">
                  <c:v>03-12-2021</c:v>
                </c:pt>
                <c:pt idx="4722">
                  <c:v>03-12-2021</c:v>
                </c:pt>
                <c:pt idx="4723">
                  <c:v>03-12-2021</c:v>
                </c:pt>
                <c:pt idx="4724">
                  <c:v>03-12-2021</c:v>
                </c:pt>
                <c:pt idx="4725">
                  <c:v>03-12-2021</c:v>
                </c:pt>
                <c:pt idx="4726">
                  <c:v>03-12-2021</c:v>
                </c:pt>
                <c:pt idx="4727">
                  <c:v>03-12-2021</c:v>
                </c:pt>
                <c:pt idx="4728">
                  <c:v>03-12-2021</c:v>
                </c:pt>
                <c:pt idx="4729">
                  <c:v>03-12-2021</c:v>
                </c:pt>
                <c:pt idx="4730">
                  <c:v>03-12-2021</c:v>
                </c:pt>
                <c:pt idx="4731">
                  <c:v>03-12-2021</c:v>
                </c:pt>
                <c:pt idx="4732">
                  <c:v>03-12-2021</c:v>
                </c:pt>
                <c:pt idx="4733">
                  <c:v>03-12-2021</c:v>
                </c:pt>
                <c:pt idx="4734">
                  <c:v>03-12-2021</c:v>
                </c:pt>
                <c:pt idx="4735">
                  <c:v>03-12-2021</c:v>
                </c:pt>
                <c:pt idx="4736">
                  <c:v>03-12-2021</c:v>
                </c:pt>
                <c:pt idx="4737">
                  <c:v>03-12-2021</c:v>
                </c:pt>
                <c:pt idx="4738">
                  <c:v>03-12-2021</c:v>
                </c:pt>
                <c:pt idx="4739">
                  <c:v>03-12-2021</c:v>
                </c:pt>
                <c:pt idx="4740">
                  <c:v>03-12-2021</c:v>
                </c:pt>
                <c:pt idx="4741">
                  <c:v>03-12-2021</c:v>
                </c:pt>
                <c:pt idx="4742">
                  <c:v>03-12-2021</c:v>
                </c:pt>
                <c:pt idx="4743">
                  <c:v>03-12-2021</c:v>
                </c:pt>
                <c:pt idx="4744">
                  <c:v>03-12-2021</c:v>
                </c:pt>
                <c:pt idx="4745">
                  <c:v>03-12-2021</c:v>
                </c:pt>
                <c:pt idx="4746">
                  <c:v>03-12-2021</c:v>
                </c:pt>
                <c:pt idx="4747">
                  <c:v>03-12-2021</c:v>
                </c:pt>
                <c:pt idx="4748">
                  <c:v>03-12-2021</c:v>
                </c:pt>
                <c:pt idx="4749">
                  <c:v>03-12-2021</c:v>
                </c:pt>
                <c:pt idx="4750">
                  <c:v>03-12-2021</c:v>
                </c:pt>
                <c:pt idx="4751">
                  <c:v>03-12-2021</c:v>
                </c:pt>
                <c:pt idx="4752">
                  <c:v>03-12-2021</c:v>
                </c:pt>
                <c:pt idx="4753">
                  <c:v>03-12-2021</c:v>
                </c:pt>
                <c:pt idx="4754">
                  <c:v>03-12-2021</c:v>
                </c:pt>
                <c:pt idx="4755">
                  <c:v>03-12-2021</c:v>
                </c:pt>
                <c:pt idx="4756">
                  <c:v>03-12-2021</c:v>
                </c:pt>
                <c:pt idx="4757">
                  <c:v>03-12-2021</c:v>
                </c:pt>
                <c:pt idx="4758">
                  <c:v>03-12-2021</c:v>
                </c:pt>
                <c:pt idx="4759">
                  <c:v>03-12-2021</c:v>
                </c:pt>
                <c:pt idx="4760">
                  <c:v>03-12-2021</c:v>
                </c:pt>
                <c:pt idx="4761">
                  <c:v>04-12-2021</c:v>
                </c:pt>
                <c:pt idx="4762">
                  <c:v>04-12-2021</c:v>
                </c:pt>
                <c:pt idx="4763">
                  <c:v>04-12-2021</c:v>
                </c:pt>
                <c:pt idx="4764">
                  <c:v>04-12-2021</c:v>
                </c:pt>
                <c:pt idx="4765">
                  <c:v>04-12-2021</c:v>
                </c:pt>
                <c:pt idx="4766">
                  <c:v>04-12-2021</c:v>
                </c:pt>
                <c:pt idx="4767">
                  <c:v>04-12-2021</c:v>
                </c:pt>
                <c:pt idx="4768">
                  <c:v>04-12-2021</c:v>
                </c:pt>
                <c:pt idx="4769">
                  <c:v>04-12-2021</c:v>
                </c:pt>
                <c:pt idx="4770">
                  <c:v>04-12-2021</c:v>
                </c:pt>
                <c:pt idx="4771">
                  <c:v>04-12-2021</c:v>
                </c:pt>
                <c:pt idx="4772">
                  <c:v>04-12-2021</c:v>
                </c:pt>
                <c:pt idx="4773">
                  <c:v>04-12-2021</c:v>
                </c:pt>
                <c:pt idx="4774">
                  <c:v>04-12-2021</c:v>
                </c:pt>
                <c:pt idx="4775">
                  <c:v>04-12-2021</c:v>
                </c:pt>
                <c:pt idx="4776">
                  <c:v>04-12-2021</c:v>
                </c:pt>
                <c:pt idx="4777">
                  <c:v>04-12-2021</c:v>
                </c:pt>
                <c:pt idx="4778">
                  <c:v>04-12-2021</c:v>
                </c:pt>
                <c:pt idx="4779">
                  <c:v>04-12-2021</c:v>
                </c:pt>
                <c:pt idx="4780">
                  <c:v>04-12-2021</c:v>
                </c:pt>
                <c:pt idx="4781">
                  <c:v>04-12-2021</c:v>
                </c:pt>
                <c:pt idx="4782">
                  <c:v>04-12-2021</c:v>
                </c:pt>
                <c:pt idx="4783">
                  <c:v>04-12-2021</c:v>
                </c:pt>
                <c:pt idx="4784">
                  <c:v>04-12-2021</c:v>
                </c:pt>
                <c:pt idx="4785">
                  <c:v>04-12-2021</c:v>
                </c:pt>
                <c:pt idx="4786">
                  <c:v>04-12-2021</c:v>
                </c:pt>
                <c:pt idx="4787">
                  <c:v>04-12-2021</c:v>
                </c:pt>
                <c:pt idx="4788">
                  <c:v>04-12-2021</c:v>
                </c:pt>
                <c:pt idx="4789">
                  <c:v>04-12-2021</c:v>
                </c:pt>
                <c:pt idx="4790">
                  <c:v>04-12-2021</c:v>
                </c:pt>
                <c:pt idx="4791">
                  <c:v>04-12-2021</c:v>
                </c:pt>
                <c:pt idx="4792">
                  <c:v>04-12-2021</c:v>
                </c:pt>
                <c:pt idx="4793">
                  <c:v>04-12-2021</c:v>
                </c:pt>
                <c:pt idx="4794">
                  <c:v>04-12-2021</c:v>
                </c:pt>
                <c:pt idx="4795">
                  <c:v>04-12-2021</c:v>
                </c:pt>
                <c:pt idx="4796">
                  <c:v>04-12-2021</c:v>
                </c:pt>
                <c:pt idx="4797">
                  <c:v>04-12-2021</c:v>
                </c:pt>
                <c:pt idx="4798">
                  <c:v>04-12-2021</c:v>
                </c:pt>
                <c:pt idx="4799">
                  <c:v>04-12-2021</c:v>
                </c:pt>
                <c:pt idx="4800">
                  <c:v>04-12-2021</c:v>
                </c:pt>
                <c:pt idx="4801">
                  <c:v>04-12-2021</c:v>
                </c:pt>
                <c:pt idx="4802">
                  <c:v>04-12-2021</c:v>
                </c:pt>
                <c:pt idx="4803">
                  <c:v>04-12-2021</c:v>
                </c:pt>
                <c:pt idx="4804">
                  <c:v>04-12-2021</c:v>
                </c:pt>
                <c:pt idx="4805">
                  <c:v>04-12-2021</c:v>
                </c:pt>
                <c:pt idx="4806">
                  <c:v>04-12-2021</c:v>
                </c:pt>
                <c:pt idx="4807">
                  <c:v>04-12-2021</c:v>
                </c:pt>
                <c:pt idx="4808">
                  <c:v>04-12-2021</c:v>
                </c:pt>
                <c:pt idx="4809">
                  <c:v>04-12-2021</c:v>
                </c:pt>
                <c:pt idx="4810">
                  <c:v>04-12-2021</c:v>
                </c:pt>
                <c:pt idx="4811">
                  <c:v>05-12-2021</c:v>
                </c:pt>
                <c:pt idx="4812">
                  <c:v>05-12-2021</c:v>
                </c:pt>
                <c:pt idx="4813">
                  <c:v>05-12-2021</c:v>
                </c:pt>
                <c:pt idx="4814">
                  <c:v>05-12-2021</c:v>
                </c:pt>
                <c:pt idx="4815">
                  <c:v>05-12-2021</c:v>
                </c:pt>
                <c:pt idx="4816">
                  <c:v>05-12-2021</c:v>
                </c:pt>
                <c:pt idx="4817">
                  <c:v>05-12-2021</c:v>
                </c:pt>
                <c:pt idx="4818">
                  <c:v>05-12-2021</c:v>
                </c:pt>
                <c:pt idx="4819">
                  <c:v>05-12-2021</c:v>
                </c:pt>
                <c:pt idx="4820">
                  <c:v>05-12-2021</c:v>
                </c:pt>
                <c:pt idx="4821">
                  <c:v>05-12-2021</c:v>
                </c:pt>
                <c:pt idx="4822">
                  <c:v>05-12-2021</c:v>
                </c:pt>
                <c:pt idx="4823">
                  <c:v>05-12-2021</c:v>
                </c:pt>
                <c:pt idx="4824">
                  <c:v>05-12-2021</c:v>
                </c:pt>
                <c:pt idx="4825">
                  <c:v>05-12-2021</c:v>
                </c:pt>
                <c:pt idx="4826">
                  <c:v>05-12-2021</c:v>
                </c:pt>
                <c:pt idx="4827">
                  <c:v>05-12-2021</c:v>
                </c:pt>
                <c:pt idx="4828">
                  <c:v>05-12-2021</c:v>
                </c:pt>
                <c:pt idx="4829">
                  <c:v>05-12-2021</c:v>
                </c:pt>
                <c:pt idx="4830">
                  <c:v>05-12-2021</c:v>
                </c:pt>
                <c:pt idx="4831">
                  <c:v>05-12-2021</c:v>
                </c:pt>
                <c:pt idx="4832">
                  <c:v>05-12-2021</c:v>
                </c:pt>
                <c:pt idx="4833">
                  <c:v>05-12-2021</c:v>
                </c:pt>
                <c:pt idx="4834">
                  <c:v>05-12-2021</c:v>
                </c:pt>
                <c:pt idx="4835">
                  <c:v>05-12-2021</c:v>
                </c:pt>
                <c:pt idx="4836">
                  <c:v>05-12-2021</c:v>
                </c:pt>
                <c:pt idx="4837">
                  <c:v>05-12-2021</c:v>
                </c:pt>
                <c:pt idx="4838">
                  <c:v>05-12-2021</c:v>
                </c:pt>
                <c:pt idx="4839">
                  <c:v>05-12-2021</c:v>
                </c:pt>
                <c:pt idx="4840">
                  <c:v>05-12-2021</c:v>
                </c:pt>
                <c:pt idx="4841">
                  <c:v>05-12-2021</c:v>
                </c:pt>
                <c:pt idx="4842">
                  <c:v>05-12-2021</c:v>
                </c:pt>
                <c:pt idx="4843">
                  <c:v>05-12-2021</c:v>
                </c:pt>
                <c:pt idx="4844">
                  <c:v>05-12-2021</c:v>
                </c:pt>
                <c:pt idx="4845">
                  <c:v>05-12-2021</c:v>
                </c:pt>
                <c:pt idx="4846">
                  <c:v>05-12-2021</c:v>
                </c:pt>
                <c:pt idx="4847">
                  <c:v>05-12-2021</c:v>
                </c:pt>
                <c:pt idx="4848">
                  <c:v>05-12-2021</c:v>
                </c:pt>
                <c:pt idx="4849">
                  <c:v>05-12-2021</c:v>
                </c:pt>
                <c:pt idx="4850">
                  <c:v>05-12-2021</c:v>
                </c:pt>
                <c:pt idx="4851">
                  <c:v>05-12-2021</c:v>
                </c:pt>
                <c:pt idx="4852">
                  <c:v>05-12-2021</c:v>
                </c:pt>
                <c:pt idx="4853">
                  <c:v>05-12-2021</c:v>
                </c:pt>
                <c:pt idx="4854">
                  <c:v>05-12-2021</c:v>
                </c:pt>
                <c:pt idx="4855">
                  <c:v>05-12-2021</c:v>
                </c:pt>
                <c:pt idx="4856">
                  <c:v>05-12-2021</c:v>
                </c:pt>
                <c:pt idx="4857">
                  <c:v>05-12-2021</c:v>
                </c:pt>
                <c:pt idx="4858">
                  <c:v>05-12-2021</c:v>
                </c:pt>
                <c:pt idx="4859">
                  <c:v>05-12-2021</c:v>
                </c:pt>
                <c:pt idx="4860">
                  <c:v>05-12-2021</c:v>
                </c:pt>
                <c:pt idx="4861">
                  <c:v>06-12-2021</c:v>
                </c:pt>
                <c:pt idx="4862">
                  <c:v>06-12-2021</c:v>
                </c:pt>
                <c:pt idx="4863">
                  <c:v>06-12-2021</c:v>
                </c:pt>
                <c:pt idx="4864">
                  <c:v>06-12-2021</c:v>
                </c:pt>
                <c:pt idx="4865">
                  <c:v>06-12-2021</c:v>
                </c:pt>
                <c:pt idx="4866">
                  <c:v>06-12-2021</c:v>
                </c:pt>
                <c:pt idx="4867">
                  <c:v>06-12-2021</c:v>
                </c:pt>
                <c:pt idx="4868">
                  <c:v>06-12-2021</c:v>
                </c:pt>
                <c:pt idx="4869">
                  <c:v>06-12-2021</c:v>
                </c:pt>
                <c:pt idx="4870">
                  <c:v>06-12-2021</c:v>
                </c:pt>
                <c:pt idx="4871">
                  <c:v>06-12-2021</c:v>
                </c:pt>
                <c:pt idx="4872">
                  <c:v>06-12-2021</c:v>
                </c:pt>
                <c:pt idx="4873">
                  <c:v>06-12-2021</c:v>
                </c:pt>
                <c:pt idx="4874">
                  <c:v>06-12-2021</c:v>
                </c:pt>
                <c:pt idx="4875">
                  <c:v>06-12-2021</c:v>
                </c:pt>
                <c:pt idx="4876">
                  <c:v>06-12-2021</c:v>
                </c:pt>
                <c:pt idx="4877">
                  <c:v>06-12-2021</c:v>
                </c:pt>
                <c:pt idx="4878">
                  <c:v>06-12-2021</c:v>
                </c:pt>
                <c:pt idx="4879">
                  <c:v>06-12-2021</c:v>
                </c:pt>
                <c:pt idx="4880">
                  <c:v>06-12-2021</c:v>
                </c:pt>
                <c:pt idx="4881">
                  <c:v>06-12-2021</c:v>
                </c:pt>
                <c:pt idx="4882">
                  <c:v>06-12-2021</c:v>
                </c:pt>
                <c:pt idx="4883">
                  <c:v>06-12-2021</c:v>
                </c:pt>
                <c:pt idx="4884">
                  <c:v>06-12-2021</c:v>
                </c:pt>
                <c:pt idx="4885">
                  <c:v>06-12-2021</c:v>
                </c:pt>
                <c:pt idx="4886">
                  <c:v>06-12-2021</c:v>
                </c:pt>
                <c:pt idx="4887">
                  <c:v>06-12-2021</c:v>
                </c:pt>
                <c:pt idx="4888">
                  <c:v>06-12-2021</c:v>
                </c:pt>
                <c:pt idx="4889">
                  <c:v>06-12-2021</c:v>
                </c:pt>
                <c:pt idx="4890">
                  <c:v>06-12-2021</c:v>
                </c:pt>
                <c:pt idx="4891">
                  <c:v>06-12-2021</c:v>
                </c:pt>
                <c:pt idx="4892">
                  <c:v>06-12-2021</c:v>
                </c:pt>
                <c:pt idx="4893">
                  <c:v>06-12-2021</c:v>
                </c:pt>
                <c:pt idx="4894">
                  <c:v>06-12-2021</c:v>
                </c:pt>
                <c:pt idx="4895">
                  <c:v>06-12-2021</c:v>
                </c:pt>
                <c:pt idx="4896">
                  <c:v>06-12-2021</c:v>
                </c:pt>
                <c:pt idx="4897">
                  <c:v>06-12-2021</c:v>
                </c:pt>
                <c:pt idx="4898">
                  <c:v>06-12-2021</c:v>
                </c:pt>
                <c:pt idx="4899">
                  <c:v>06-12-2021</c:v>
                </c:pt>
                <c:pt idx="4900">
                  <c:v>06-12-2021</c:v>
                </c:pt>
                <c:pt idx="4901">
                  <c:v>06-12-2021</c:v>
                </c:pt>
                <c:pt idx="4902">
                  <c:v>06-12-2021</c:v>
                </c:pt>
                <c:pt idx="4903">
                  <c:v>06-12-2021</c:v>
                </c:pt>
                <c:pt idx="4904">
                  <c:v>06-12-2021</c:v>
                </c:pt>
                <c:pt idx="4905">
                  <c:v>06-12-2021</c:v>
                </c:pt>
                <c:pt idx="4906">
                  <c:v>06-12-2021</c:v>
                </c:pt>
                <c:pt idx="4907">
                  <c:v>06-12-2021</c:v>
                </c:pt>
                <c:pt idx="4908">
                  <c:v>06-12-2021</c:v>
                </c:pt>
                <c:pt idx="4909">
                  <c:v>06-12-2021</c:v>
                </c:pt>
                <c:pt idx="4910">
                  <c:v>06-12-2021</c:v>
                </c:pt>
                <c:pt idx="4911">
                  <c:v>07-12-2021</c:v>
                </c:pt>
                <c:pt idx="4912">
                  <c:v>07-12-2021</c:v>
                </c:pt>
                <c:pt idx="4913">
                  <c:v>07-12-2021</c:v>
                </c:pt>
                <c:pt idx="4914">
                  <c:v>07-12-2021</c:v>
                </c:pt>
                <c:pt idx="4915">
                  <c:v>07-12-2021</c:v>
                </c:pt>
                <c:pt idx="4916">
                  <c:v>07-12-2021</c:v>
                </c:pt>
                <c:pt idx="4917">
                  <c:v>07-12-2021</c:v>
                </c:pt>
                <c:pt idx="4918">
                  <c:v>07-12-2021</c:v>
                </c:pt>
                <c:pt idx="4919">
                  <c:v>07-12-2021</c:v>
                </c:pt>
                <c:pt idx="4920">
                  <c:v>07-12-2021</c:v>
                </c:pt>
                <c:pt idx="4921">
                  <c:v>07-12-2021</c:v>
                </c:pt>
                <c:pt idx="4922">
                  <c:v>07-12-2021</c:v>
                </c:pt>
                <c:pt idx="4923">
                  <c:v>07-12-2021</c:v>
                </c:pt>
                <c:pt idx="4924">
                  <c:v>07-12-2021</c:v>
                </c:pt>
                <c:pt idx="4925">
                  <c:v>07-12-2021</c:v>
                </c:pt>
                <c:pt idx="4926">
                  <c:v>07-12-2021</c:v>
                </c:pt>
                <c:pt idx="4927">
                  <c:v>07-12-2021</c:v>
                </c:pt>
                <c:pt idx="4928">
                  <c:v>07-12-2021</c:v>
                </c:pt>
                <c:pt idx="4929">
                  <c:v>07-12-2021</c:v>
                </c:pt>
                <c:pt idx="4930">
                  <c:v>07-12-2021</c:v>
                </c:pt>
                <c:pt idx="4931">
                  <c:v>07-12-2021</c:v>
                </c:pt>
                <c:pt idx="4932">
                  <c:v>07-12-2021</c:v>
                </c:pt>
                <c:pt idx="4933">
                  <c:v>07-12-2021</c:v>
                </c:pt>
                <c:pt idx="4934">
                  <c:v>07-12-2021</c:v>
                </c:pt>
                <c:pt idx="4935">
                  <c:v>07-12-2021</c:v>
                </c:pt>
                <c:pt idx="4936">
                  <c:v>07-12-2021</c:v>
                </c:pt>
                <c:pt idx="4937">
                  <c:v>07-12-2021</c:v>
                </c:pt>
                <c:pt idx="4938">
                  <c:v>07-12-2021</c:v>
                </c:pt>
                <c:pt idx="4939">
                  <c:v>07-12-2021</c:v>
                </c:pt>
                <c:pt idx="4940">
                  <c:v>07-12-2021</c:v>
                </c:pt>
                <c:pt idx="4941">
                  <c:v>07-12-2021</c:v>
                </c:pt>
                <c:pt idx="4942">
                  <c:v>07-12-2021</c:v>
                </c:pt>
                <c:pt idx="4943">
                  <c:v>07-12-2021</c:v>
                </c:pt>
                <c:pt idx="4944">
                  <c:v>07-12-2021</c:v>
                </c:pt>
                <c:pt idx="4945">
                  <c:v>07-12-2021</c:v>
                </c:pt>
                <c:pt idx="4946">
                  <c:v>07-12-2021</c:v>
                </c:pt>
                <c:pt idx="4947">
                  <c:v>07-12-2021</c:v>
                </c:pt>
                <c:pt idx="4948">
                  <c:v>07-12-2021</c:v>
                </c:pt>
                <c:pt idx="4949">
                  <c:v>07-12-2021</c:v>
                </c:pt>
                <c:pt idx="4950">
                  <c:v>07-12-2021</c:v>
                </c:pt>
                <c:pt idx="4951">
                  <c:v>07-12-2021</c:v>
                </c:pt>
                <c:pt idx="4952">
                  <c:v>07-12-2021</c:v>
                </c:pt>
                <c:pt idx="4953">
                  <c:v>07-12-2021</c:v>
                </c:pt>
                <c:pt idx="4954">
                  <c:v>07-12-2021</c:v>
                </c:pt>
                <c:pt idx="4955">
                  <c:v>07-12-2021</c:v>
                </c:pt>
                <c:pt idx="4956">
                  <c:v>07-12-2021</c:v>
                </c:pt>
                <c:pt idx="4957">
                  <c:v>07-12-2021</c:v>
                </c:pt>
                <c:pt idx="4958">
                  <c:v>07-12-2021</c:v>
                </c:pt>
                <c:pt idx="4959">
                  <c:v>07-12-2021</c:v>
                </c:pt>
                <c:pt idx="4960">
                  <c:v>07-12-2021</c:v>
                </c:pt>
                <c:pt idx="4961">
                  <c:v>08-12-2021</c:v>
                </c:pt>
                <c:pt idx="4962">
                  <c:v>08-12-2021</c:v>
                </c:pt>
                <c:pt idx="4963">
                  <c:v>08-12-2021</c:v>
                </c:pt>
                <c:pt idx="4964">
                  <c:v>08-12-2021</c:v>
                </c:pt>
                <c:pt idx="4965">
                  <c:v>08-12-2021</c:v>
                </c:pt>
                <c:pt idx="4966">
                  <c:v>08-12-2021</c:v>
                </c:pt>
                <c:pt idx="4967">
                  <c:v>08-12-2021</c:v>
                </c:pt>
                <c:pt idx="4968">
                  <c:v>08-12-2021</c:v>
                </c:pt>
                <c:pt idx="4969">
                  <c:v>08-12-2021</c:v>
                </c:pt>
                <c:pt idx="4970">
                  <c:v>08-12-2021</c:v>
                </c:pt>
                <c:pt idx="4971">
                  <c:v>08-12-2021</c:v>
                </c:pt>
                <c:pt idx="4972">
                  <c:v>08-12-2021</c:v>
                </c:pt>
                <c:pt idx="4973">
                  <c:v>08-12-2021</c:v>
                </c:pt>
                <c:pt idx="4974">
                  <c:v>08-12-2021</c:v>
                </c:pt>
                <c:pt idx="4975">
                  <c:v>08-12-2021</c:v>
                </c:pt>
                <c:pt idx="4976">
                  <c:v>08-12-2021</c:v>
                </c:pt>
                <c:pt idx="4977">
                  <c:v>08-12-2021</c:v>
                </c:pt>
                <c:pt idx="4978">
                  <c:v>08-12-2021</c:v>
                </c:pt>
                <c:pt idx="4979">
                  <c:v>08-12-2021</c:v>
                </c:pt>
                <c:pt idx="4980">
                  <c:v>08-12-2021</c:v>
                </c:pt>
                <c:pt idx="4981">
                  <c:v>08-12-2021</c:v>
                </c:pt>
                <c:pt idx="4982">
                  <c:v>08-12-2021</c:v>
                </c:pt>
                <c:pt idx="4983">
                  <c:v>08-12-2021</c:v>
                </c:pt>
                <c:pt idx="4984">
                  <c:v>08-12-2021</c:v>
                </c:pt>
                <c:pt idx="4985">
                  <c:v>08-12-2021</c:v>
                </c:pt>
                <c:pt idx="4986">
                  <c:v>08-12-2021</c:v>
                </c:pt>
                <c:pt idx="4987">
                  <c:v>08-12-2021</c:v>
                </c:pt>
                <c:pt idx="4988">
                  <c:v>08-12-2021</c:v>
                </c:pt>
                <c:pt idx="4989">
                  <c:v>08-12-2021</c:v>
                </c:pt>
                <c:pt idx="4990">
                  <c:v>08-12-2021</c:v>
                </c:pt>
                <c:pt idx="4991">
                  <c:v>08-12-2021</c:v>
                </c:pt>
                <c:pt idx="4992">
                  <c:v>08-12-2021</c:v>
                </c:pt>
                <c:pt idx="4993">
                  <c:v>08-12-2021</c:v>
                </c:pt>
                <c:pt idx="4994">
                  <c:v>08-12-2021</c:v>
                </c:pt>
                <c:pt idx="4995">
                  <c:v>08-12-2021</c:v>
                </c:pt>
                <c:pt idx="4996">
                  <c:v>08-12-2021</c:v>
                </c:pt>
                <c:pt idx="4997">
                  <c:v>08-12-2021</c:v>
                </c:pt>
                <c:pt idx="4998">
                  <c:v>08-12-2021</c:v>
                </c:pt>
                <c:pt idx="4999">
                  <c:v>08-12-2021</c:v>
                </c:pt>
                <c:pt idx="5000">
                  <c:v>08-12-2021</c:v>
                </c:pt>
                <c:pt idx="5001">
                  <c:v>08-12-2021</c:v>
                </c:pt>
                <c:pt idx="5002">
                  <c:v>08-12-2021</c:v>
                </c:pt>
                <c:pt idx="5003">
                  <c:v>08-12-2021</c:v>
                </c:pt>
                <c:pt idx="5004">
                  <c:v>08-12-2021</c:v>
                </c:pt>
                <c:pt idx="5005">
                  <c:v>08-12-2021</c:v>
                </c:pt>
                <c:pt idx="5006">
                  <c:v>08-12-2021</c:v>
                </c:pt>
                <c:pt idx="5007">
                  <c:v>08-12-2021</c:v>
                </c:pt>
                <c:pt idx="5008">
                  <c:v>08-12-2021</c:v>
                </c:pt>
                <c:pt idx="5009">
                  <c:v>08-12-2021</c:v>
                </c:pt>
                <c:pt idx="5010">
                  <c:v>08-12-2021</c:v>
                </c:pt>
                <c:pt idx="5011">
                  <c:v>09-12-2021</c:v>
                </c:pt>
                <c:pt idx="5012">
                  <c:v>09-12-2021</c:v>
                </c:pt>
                <c:pt idx="5013">
                  <c:v>09-12-2021</c:v>
                </c:pt>
                <c:pt idx="5014">
                  <c:v>09-12-2021</c:v>
                </c:pt>
                <c:pt idx="5015">
                  <c:v>09-12-2021</c:v>
                </c:pt>
                <c:pt idx="5016">
                  <c:v>09-12-2021</c:v>
                </c:pt>
                <c:pt idx="5017">
                  <c:v>09-12-2021</c:v>
                </c:pt>
                <c:pt idx="5018">
                  <c:v>09-12-2021</c:v>
                </c:pt>
                <c:pt idx="5019">
                  <c:v>09-12-2021</c:v>
                </c:pt>
                <c:pt idx="5020">
                  <c:v>09-12-2021</c:v>
                </c:pt>
                <c:pt idx="5021">
                  <c:v>09-12-2021</c:v>
                </c:pt>
                <c:pt idx="5022">
                  <c:v>09-12-2021</c:v>
                </c:pt>
                <c:pt idx="5023">
                  <c:v>09-12-2021</c:v>
                </c:pt>
                <c:pt idx="5024">
                  <c:v>09-12-2021</c:v>
                </c:pt>
                <c:pt idx="5025">
                  <c:v>09-12-2021</c:v>
                </c:pt>
                <c:pt idx="5026">
                  <c:v>09-12-2021</c:v>
                </c:pt>
                <c:pt idx="5027">
                  <c:v>09-12-2021</c:v>
                </c:pt>
                <c:pt idx="5028">
                  <c:v>09-12-2021</c:v>
                </c:pt>
                <c:pt idx="5029">
                  <c:v>09-12-2021</c:v>
                </c:pt>
                <c:pt idx="5030">
                  <c:v>09-12-2021</c:v>
                </c:pt>
                <c:pt idx="5031">
                  <c:v>09-12-2021</c:v>
                </c:pt>
                <c:pt idx="5032">
                  <c:v>09-12-2021</c:v>
                </c:pt>
                <c:pt idx="5033">
                  <c:v>09-12-2021</c:v>
                </c:pt>
                <c:pt idx="5034">
                  <c:v>09-12-2021</c:v>
                </c:pt>
                <c:pt idx="5035">
                  <c:v>09-12-2021</c:v>
                </c:pt>
                <c:pt idx="5036">
                  <c:v>09-12-2021</c:v>
                </c:pt>
                <c:pt idx="5037">
                  <c:v>09-12-2021</c:v>
                </c:pt>
                <c:pt idx="5038">
                  <c:v>09-12-2021</c:v>
                </c:pt>
                <c:pt idx="5039">
                  <c:v>09-12-2021</c:v>
                </c:pt>
                <c:pt idx="5040">
                  <c:v>09-12-2021</c:v>
                </c:pt>
                <c:pt idx="5041">
                  <c:v>09-12-2021</c:v>
                </c:pt>
                <c:pt idx="5042">
                  <c:v>09-12-2021</c:v>
                </c:pt>
                <c:pt idx="5043">
                  <c:v>09-12-2021</c:v>
                </c:pt>
                <c:pt idx="5044">
                  <c:v>09-12-2021</c:v>
                </c:pt>
                <c:pt idx="5045">
                  <c:v>09-12-2021</c:v>
                </c:pt>
                <c:pt idx="5046">
                  <c:v>09-12-2021</c:v>
                </c:pt>
                <c:pt idx="5047">
                  <c:v>09-12-2021</c:v>
                </c:pt>
                <c:pt idx="5048">
                  <c:v>09-12-2021</c:v>
                </c:pt>
                <c:pt idx="5049">
                  <c:v>09-12-2021</c:v>
                </c:pt>
                <c:pt idx="5050">
                  <c:v>09-12-2021</c:v>
                </c:pt>
                <c:pt idx="5051">
                  <c:v>09-12-2021</c:v>
                </c:pt>
                <c:pt idx="5052">
                  <c:v>09-12-2021</c:v>
                </c:pt>
                <c:pt idx="5053">
                  <c:v>09-12-2021</c:v>
                </c:pt>
                <c:pt idx="5054">
                  <c:v>09-12-2021</c:v>
                </c:pt>
                <c:pt idx="5055">
                  <c:v>09-12-2021</c:v>
                </c:pt>
                <c:pt idx="5056">
                  <c:v>09-12-2021</c:v>
                </c:pt>
                <c:pt idx="5057">
                  <c:v>09-12-2021</c:v>
                </c:pt>
                <c:pt idx="5058">
                  <c:v>09-12-2021</c:v>
                </c:pt>
                <c:pt idx="5059">
                  <c:v>09-12-2021</c:v>
                </c:pt>
                <c:pt idx="5060">
                  <c:v>09-12-2021</c:v>
                </c:pt>
                <c:pt idx="5061">
                  <c:v>09-12-2021</c:v>
                </c:pt>
                <c:pt idx="5062">
                  <c:v>10-12-2021</c:v>
                </c:pt>
                <c:pt idx="5063">
                  <c:v>10-12-2021</c:v>
                </c:pt>
                <c:pt idx="5064">
                  <c:v>10-12-2021</c:v>
                </c:pt>
                <c:pt idx="5065">
                  <c:v>10-12-2021</c:v>
                </c:pt>
                <c:pt idx="5066">
                  <c:v>10-12-2021</c:v>
                </c:pt>
                <c:pt idx="5067">
                  <c:v>10-12-2021</c:v>
                </c:pt>
                <c:pt idx="5068">
                  <c:v>10-12-2021</c:v>
                </c:pt>
                <c:pt idx="5069">
                  <c:v>10-12-2021</c:v>
                </c:pt>
                <c:pt idx="5070">
                  <c:v>10-12-2021</c:v>
                </c:pt>
                <c:pt idx="5071">
                  <c:v>10-12-2021</c:v>
                </c:pt>
                <c:pt idx="5072">
                  <c:v>10-12-2021</c:v>
                </c:pt>
                <c:pt idx="5073">
                  <c:v>10-12-2021</c:v>
                </c:pt>
                <c:pt idx="5074">
                  <c:v>10-12-2021</c:v>
                </c:pt>
                <c:pt idx="5075">
                  <c:v>10-12-2021</c:v>
                </c:pt>
                <c:pt idx="5076">
                  <c:v>10-12-2021</c:v>
                </c:pt>
                <c:pt idx="5077">
                  <c:v>10-12-2021</c:v>
                </c:pt>
                <c:pt idx="5078">
                  <c:v>10-12-2021</c:v>
                </c:pt>
                <c:pt idx="5079">
                  <c:v>10-12-2021</c:v>
                </c:pt>
                <c:pt idx="5080">
                  <c:v>10-12-2021</c:v>
                </c:pt>
                <c:pt idx="5081">
                  <c:v>10-12-2021</c:v>
                </c:pt>
                <c:pt idx="5082">
                  <c:v>10-12-2021</c:v>
                </c:pt>
                <c:pt idx="5083">
                  <c:v>10-12-2021</c:v>
                </c:pt>
                <c:pt idx="5084">
                  <c:v>10-12-2021</c:v>
                </c:pt>
                <c:pt idx="5085">
                  <c:v>10-12-2021</c:v>
                </c:pt>
                <c:pt idx="5086">
                  <c:v>10-12-2021</c:v>
                </c:pt>
                <c:pt idx="5087">
                  <c:v>10-12-2021</c:v>
                </c:pt>
                <c:pt idx="5088">
                  <c:v>10-12-2021</c:v>
                </c:pt>
                <c:pt idx="5089">
                  <c:v>10-12-2021</c:v>
                </c:pt>
                <c:pt idx="5090">
                  <c:v>10-12-2021</c:v>
                </c:pt>
                <c:pt idx="5091">
                  <c:v>10-12-2021</c:v>
                </c:pt>
                <c:pt idx="5092">
                  <c:v>10-12-2021</c:v>
                </c:pt>
                <c:pt idx="5093">
                  <c:v>10-12-2021</c:v>
                </c:pt>
                <c:pt idx="5094">
                  <c:v>10-12-2021</c:v>
                </c:pt>
                <c:pt idx="5095">
                  <c:v>10-12-2021</c:v>
                </c:pt>
                <c:pt idx="5096">
                  <c:v>10-12-2021</c:v>
                </c:pt>
                <c:pt idx="5097">
                  <c:v>10-12-2021</c:v>
                </c:pt>
                <c:pt idx="5098">
                  <c:v>10-12-2021</c:v>
                </c:pt>
                <c:pt idx="5099">
                  <c:v>10-12-2021</c:v>
                </c:pt>
                <c:pt idx="5100">
                  <c:v>10-12-2021</c:v>
                </c:pt>
                <c:pt idx="5101">
                  <c:v>10-12-2021</c:v>
                </c:pt>
                <c:pt idx="5102">
                  <c:v>10-12-2021</c:v>
                </c:pt>
                <c:pt idx="5103">
                  <c:v>10-12-2021</c:v>
                </c:pt>
                <c:pt idx="5104">
                  <c:v>10-12-2021</c:v>
                </c:pt>
                <c:pt idx="5105">
                  <c:v>10-12-2021</c:v>
                </c:pt>
                <c:pt idx="5106">
                  <c:v>10-12-2021</c:v>
                </c:pt>
                <c:pt idx="5107">
                  <c:v>10-12-2021</c:v>
                </c:pt>
                <c:pt idx="5108">
                  <c:v>10-12-2021</c:v>
                </c:pt>
                <c:pt idx="5109">
                  <c:v>10-12-2021</c:v>
                </c:pt>
                <c:pt idx="5110">
                  <c:v>10-12-2021</c:v>
                </c:pt>
                <c:pt idx="5111">
                  <c:v>10-12-2021</c:v>
                </c:pt>
                <c:pt idx="5112">
                  <c:v>11-12-2021</c:v>
                </c:pt>
                <c:pt idx="5113">
                  <c:v>11-12-2021</c:v>
                </c:pt>
                <c:pt idx="5114">
                  <c:v>11-12-2021</c:v>
                </c:pt>
                <c:pt idx="5115">
                  <c:v>11-12-2021</c:v>
                </c:pt>
                <c:pt idx="5116">
                  <c:v>11-12-2021</c:v>
                </c:pt>
                <c:pt idx="5117">
                  <c:v>11-12-2021</c:v>
                </c:pt>
                <c:pt idx="5118">
                  <c:v>11-12-2021</c:v>
                </c:pt>
                <c:pt idx="5119">
                  <c:v>11-12-2021</c:v>
                </c:pt>
                <c:pt idx="5120">
                  <c:v>11-12-2021</c:v>
                </c:pt>
                <c:pt idx="5121">
                  <c:v>11-12-2021</c:v>
                </c:pt>
                <c:pt idx="5122">
                  <c:v>11-12-2021</c:v>
                </c:pt>
                <c:pt idx="5123">
                  <c:v>11-12-2021</c:v>
                </c:pt>
                <c:pt idx="5124">
                  <c:v>11-12-2021</c:v>
                </c:pt>
                <c:pt idx="5125">
                  <c:v>11-12-2021</c:v>
                </c:pt>
                <c:pt idx="5126">
                  <c:v>11-12-2021</c:v>
                </c:pt>
                <c:pt idx="5127">
                  <c:v>11-12-2021</c:v>
                </c:pt>
                <c:pt idx="5128">
                  <c:v>11-12-2021</c:v>
                </c:pt>
                <c:pt idx="5129">
                  <c:v>11-12-2021</c:v>
                </c:pt>
                <c:pt idx="5130">
                  <c:v>11-12-2021</c:v>
                </c:pt>
                <c:pt idx="5131">
                  <c:v>11-12-2021</c:v>
                </c:pt>
                <c:pt idx="5132">
                  <c:v>11-12-2021</c:v>
                </c:pt>
                <c:pt idx="5133">
                  <c:v>11-12-2021</c:v>
                </c:pt>
                <c:pt idx="5134">
                  <c:v>11-12-2021</c:v>
                </c:pt>
                <c:pt idx="5135">
                  <c:v>11-12-2021</c:v>
                </c:pt>
                <c:pt idx="5136">
                  <c:v>11-12-2021</c:v>
                </c:pt>
                <c:pt idx="5137">
                  <c:v>11-12-2021</c:v>
                </c:pt>
                <c:pt idx="5138">
                  <c:v>11-12-2021</c:v>
                </c:pt>
                <c:pt idx="5139">
                  <c:v>11-12-2021</c:v>
                </c:pt>
                <c:pt idx="5140">
                  <c:v>11-12-2021</c:v>
                </c:pt>
                <c:pt idx="5141">
                  <c:v>11-12-2021</c:v>
                </c:pt>
                <c:pt idx="5142">
                  <c:v>11-12-2021</c:v>
                </c:pt>
                <c:pt idx="5143">
                  <c:v>11-12-2021</c:v>
                </c:pt>
                <c:pt idx="5144">
                  <c:v>11-12-2021</c:v>
                </c:pt>
                <c:pt idx="5145">
                  <c:v>11-12-2021</c:v>
                </c:pt>
                <c:pt idx="5146">
                  <c:v>11-12-2021</c:v>
                </c:pt>
                <c:pt idx="5147">
                  <c:v>11-12-2021</c:v>
                </c:pt>
                <c:pt idx="5148">
                  <c:v>11-12-2021</c:v>
                </c:pt>
                <c:pt idx="5149">
                  <c:v>11-12-2021</c:v>
                </c:pt>
                <c:pt idx="5150">
                  <c:v>11-12-2021</c:v>
                </c:pt>
                <c:pt idx="5151">
                  <c:v>11-12-2021</c:v>
                </c:pt>
                <c:pt idx="5152">
                  <c:v>11-12-2021</c:v>
                </c:pt>
                <c:pt idx="5153">
                  <c:v>11-12-2021</c:v>
                </c:pt>
                <c:pt idx="5154">
                  <c:v>11-12-2021</c:v>
                </c:pt>
                <c:pt idx="5155">
                  <c:v>11-12-2021</c:v>
                </c:pt>
                <c:pt idx="5156">
                  <c:v>11-12-2021</c:v>
                </c:pt>
                <c:pt idx="5157">
                  <c:v>11-12-2021</c:v>
                </c:pt>
                <c:pt idx="5158">
                  <c:v>11-12-2021</c:v>
                </c:pt>
                <c:pt idx="5159">
                  <c:v>11-12-2021</c:v>
                </c:pt>
                <c:pt idx="5160">
                  <c:v>11-12-2021</c:v>
                </c:pt>
                <c:pt idx="5161">
                  <c:v>11-12-2021</c:v>
                </c:pt>
                <c:pt idx="5162">
                  <c:v>12-12-2021</c:v>
                </c:pt>
                <c:pt idx="5163">
                  <c:v>12-12-2021</c:v>
                </c:pt>
                <c:pt idx="5164">
                  <c:v>12-12-2021</c:v>
                </c:pt>
                <c:pt idx="5165">
                  <c:v>12-12-2021</c:v>
                </c:pt>
                <c:pt idx="5166">
                  <c:v>12-12-2021</c:v>
                </c:pt>
                <c:pt idx="5167">
                  <c:v>12-12-2021</c:v>
                </c:pt>
                <c:pt idx="5168">
                  <c:v>12-12-2021</c:v>
                </c:pt>
                <c:pt idx="5169">
                  <c:v>12-12-2021</c:v>
                </c:pt>
                <c:pt idx="5170">
                  <c:v>12-12-2021</c:v>
                </c:pt>
                <c:pt idx="5171">
                  <c:v>12-12-2021</c:v>
                </c:pt>
                <c:pt idx="5172">
                  <c:v>12-12-2021</c:v>
                </c:pt>
                <c:pt idx="5173">
                  <c:v>12-12-2021</c:v>
                </c:pt>
                <c:pt idx="5174">
                  <c:v>12-12-2021</c:v>
                </c:pt>
                <c:pt idx="5175">
                  <c:v>12-12-2021</c:v>
                </c:pt>
                <c:pt idx="5176">
                  <c:v>12-12-2021</c:v>
                </c:pt>
                <c:pt idx="5177">
                  <c:v>12-12-2021</c:v>
                </c:pt>
                <c:pt idx="5178">
                  <c:v>12-12-2021</c:v>
                </c:pt>
                <c:pt idx="5179">
                  <c:v>12-12-2021</c:v>
                </c:pt>
                <c:pt idx="5180">
                  <c:v>12-12-2021</c:v>
                </c:pt>
                <c:pt idx="5181">
                  <c:v>12-12-2021</c:v>
                </c:pt>
                <c:pt idx="5182">
                  <c:v>12-12-2021</c:v>
                </c:pt>
                <c:pt idx="5183">
                  <c:v>12-12-2021</c:v>
                </c:pt>
                <c:pt idx="5184">
                  <c:v>12-12-2021</c:v>
                </c:pt>
                <c:pt idx="5185">
                  <c:v>12-12-2021</c:v>
                </c:pt>
                <c:pt idx="5186">
                  <c:v>12-12-2021</c:v>
                </c:pt>
                <c:pt idx="5187">
                  <c:v>12-12-2021</c:v>
                </c:pt>
                <c:pt idx="5188">
                  <c:v>12-12-2021</c:v>
                </c:pt>
                <c:pt idx="5189">
                  <c:v>12-12-2021</c:v>
                </c:pt>
                <c:pt idx="5190">
                  <c:v>12-12-2021</c:v>
                </c:pt>
                <c:pt idx="5191">
                  <c:v>12-12-2021</c:v>
                </c:pt>
                <c:pt idx="5192">
                  <c:v>12-12-2021</c:v>
                </c:pt>
                <c:pt idx="5193">
                  <c:v>12-12-2021</c:v>
                </c:pt>
                <c:pt idx="5194">
                  <c:v>12-12-2021</c:v>
                </c:pt>
                <c:pt idx="5195">
                  <c:v>12-12-2021</c:v>
                </c:pt>
                <c:pt idx="5196">
                  <c:v>12-12-2021</c:v>
                </c:pt>
                <c:pt idx="5197">
                  <c:v>12-12-2021</c:v>
                </c:pt>
                <c:pt idx="5198">
                  <c:v>12-12-2021</c:v>
                </c:pt>
                <c:pt idx="5199">
                  <c:v>12-12-2021</c:v>
                </c:pt>
                <c:pt idx="5200">
                  <c:v>12-12-2021</c:v>
                </c:pt>
                <c:pt idx="5201">
                  <c:v>12-12-2021</c:v>
                </c:pt>
                <c:pt idx="5202">
                  <c:v>12-12-2021</c:v>
                </c:pt>
                <c:pt idx="5203">
                  <c:v>12-12-2021</c:v>
                </c:pt>
                <c:pt idx="5204">
                  <c:v>12-12-2021</c:v>
                </c:pt>
                <c:pt idx="5205">
                  <c:v>12-12-2021</c:v>
                </c:pt>
                <c:pt idx="5206">
                  <c:v>12-12-2021</c:v>
                </c:pt>
                <c:pt idx="5207">
                  <c:v>12-12-2021</c:v>
                </c:pt>
                <c:pt idx="5208">
                  <c:v>12-12-2021</c:v>
                </c:pt>
                <c:pt idx="5209">
                  <c:v>12-12-2021</c:v>
                </c:pt>
                <c:pt idx="5210">
                  <c:v>12-12-2021</c:v>
                </c:pt>
                <c:pt idx="5211">
                  <c:v>12-12-2021</c:v>
                </c:pt>
                <c:pt idx="5212">
                  <c:v>13-12-2021</c:v>
                </c:pt>
                <c:pt idx="5213">
                  <c:v>13-12-2021</c:v>
                </c:pt>
                <c:pt idx="5214">
                  <c:v>13-12-2021</c:v>
                </c:pt>
                <c:pt idx="5215">
                  <c:v>13-12-2021</c:v>
                </c:pt>
                <c:pt idx="5216">
                  <c:v>13-12-2021</c:v>
                </c:pt>
                <c:pt idx="5217">
                  <c:v>13-12-2021</c:v>
                </c:pt>
                <c:pt idx="5218">
                  <c:v>13-12-2021</c:v>
                </c:pt>
                <c:pt idx="5219">
                  <c:v>13-12-2021</c:v>
                </c:pt>
                <c:pt idx="5220">
                  <c:v>13-12-2021</c:v>
                </c:pt>
                <c:pt idx="5221">
                  <c:v>13-12-2021</c:v>
                </c:pt>
                <c:pt idx="5222">
                  <c:v>13-12-2021</c:v>
                </c:pt>
                <c:pt idx="5223">
                  <c:v>13-12-2021</c:v>
                </c:pt>
                <c:pt idx="5224">
                  <c:v>13-12-2021</c:v>
                </c:pt>
                <c:pt idx="5225">
                  <c:v>13-12-2021</c:v>
                </c:pt>
                <c:pt idx="5226">
                  <c:v>13-12-2021</c:v>
                </c:pt>
                <c:pt idx="5227">
                  <c:v>13-12-2021</c:v>
                </c:pt>
                <c:pt idx="5228">
                  <c:v>13-12-2021</c:v>
                </c:pt>
                <c:pt idx="5229">
                  <c:v>13-12-2021</c:v>
                </c:pt>
                <c:pt idx="5230">
                  <c:v>13-12-2021</c:v>
                </c:pt>
                <c:pt idx="5231">
                  <c:v>13-12-2021</c:v>
                </c:pt>
                <c:pt idx="5232">
                  <c:v>13-12-2021</c:v>
                </c:pt>
                <c:pt idx="5233">
                  <c:v>13-12-2021</c:v>
                </c:pt>
                <c:pt idx="5234">
                  <c:v>13-12-2021</c:v>
                </c:pt>
                <c:pt idx="5235">
                  <c:v>13-12-2021</c:v>
                </c:pt>
                <c:pt idx="5236">
                  <c:v>13-12-2021</c:v>
                </c:pt>
                <c:pt idx="5237">
                  <c:v>13-12-2021</c:v>
                </c:pt>
                <c:pt idx="5238">
                  <c:v>13-12-2021</c:v>
                </c:pt>
                <c:pt idx="5239">
                  <c:v>13-12-2021</c:v>
                </c:pt>
                <c:pt idx="5240">
                  <c:v>13-12-2021</c:v>
                </c:pt>
                <c:pt idx="5241">
                  <c:v>13-12-2021</c:v>
                </c:pt>
                <c:pt idx="5242">
                  <c:v>13-12-2021</c:v>
                </c:pt>
                <c:pt idx="5243">
                  <c:v>13-12-2021</c:v>
                </c:pt>
                <c:pt idx="5244">
                  <c:v>13-12-2021</c:v>
                </c:pt>
                <c:pt idx="5245">
                  <c:v>13-12-2021</c:v>
                </c:pt>
                <c:pt idx="5246">
                  <c:v>13-12-2021</c:v>
                </c:pt>
                <c:pt idx="5247">
                  <c:v>13-12-2021</c:v>
                </c:pt>
                <c:pt idx="5248">
                  <c:v>13-12-2021</c:v>
                </c:pt>
                <c:pt idx="5249">
                  <c:v>13-12-2021</c:v>
                </c:pt>
                <c:pt idx="5250">
                  <c:v>13-12-2021</c:v>
                </c:pt>
                <c:pt idx="5251">
                  <c:v>13-12-2021</c:v>
                </c:pt>
                <c:pt idx="5252">
                  <c:v>13-12-2021</c:v>
                </c:pt>
                <c:pt idx="5253">
                  <c:v>13-12-2021</c:v>
                </c:pt>
                <c:pt idx="5254">
                  <c:v>13-12-2021</c:v>
                </c:pt>
                <c:pt idx="5255">
                  <c:v>13-12-2021</c:v>
                </c:pt>
                <c:pt idx="5256">
                  <c:v>13-12-2021</c:v>
                </c:pt>
                <c:pt idx="5257">
                  <c:v>13-12-2021</c:v>
                </c:pt>
                <c:pt idx="5258">
                  <c:v>13-12-2021</c:v>
                </c:pt>
                <c:pt idx="5259">
                  <c:v>13-12-2021</c:v>
                </c:pt>
                <c:pt idx="5260">
                  <c:v>13-12-2021</c:v>
                </c:pt>
                <c:pt idx="5261">
                  <c:v>13-12-2021</c:v>
                </c:pt>
                <c:pt idx="5262">
                  <c:v>14-12-2021</c:v>
                </c:pt>
                <c:pt idx="5263">
                  <c:v>14-12-2021</c:v>
                </c:pt>
                <c:pt idx="5264">
                  <c:v>14-12-2021</c:v>
                </c:pt>
                <c:pt idx="5265">
                  <c:v>14-12-2021</c:v>
                </c:pt>
                <c:pt idx="5266">
                  <c:v>14-12-2021</c:v>
                </c:pt>
                <c:pt idx="5267">
                  <c:v>14-12-2021</c:v>
                </c:pt>
                <c:pt idx="5268">
                  <c:v>14-12-2021</c:v>
                </c:pt>
                <c:pt idx="5269">
                  <c:v>14-12-2021</c:v>
                </c:pt>
                <c:pt idx="5270">
                  <c:v>14-12-2021</c:v>
                </c:pt>
                <c:pt idx="5271">
                  <c:v>14-12-2021</c:v>
                </c:pt>
                <c:pt idx="5272">
                  <c:v>14-12-2021</c:v>
                </c:pt>
                <c:pt idx="5273">
                  <c:v>14-12-2021</c:v>
                </c:pt>
                <c:pt idx="5274">
                  <c:v>14-12-2021</c:v>
                </c:pt>
                <c:pt idx="5275">
                  <c:v>14-12-2021</c:v>
                </c:pt>
                <c:pt idx="5276">
                  <c:v>14-12-2021</c:v>
                </c:pt>
                <c:pt idx="5277">
                  <c:v>14-12-2021</c:v>
                </c:pt>
                <c:pt idx="5278">
                  <c:v>14-12-2021</c:v>
                </c:pt>
                <c:pt idx="5279">
                  <c:v>14-12-2021</c:v>
                </c:pt>
                <c:pt idx="5280">
                  <c:v>14-12-2021</c:v>
                </c:pt>
                <c:pt idx="5281">
                  <c:v>14-12-2021</c:v>
                </c:pt>
                <c:pt idx="5282">
                  <c:v>14-12-2021</c:v>
                </c:pt>
                <c:pt idx="5283">
                  <c:v>14-12-2021</c:v>
                </c:pt>
                <c:pt idx="5284">
                  <c:v>14-12-2021</c:v>
                </c:pt>
                <c:pt idx="5285">
                  <c:v>14-12-2021</c:v>
                </c:pt>
                <c:pt idx="5286">
                  <c:v>14-12-2021</c:v>
                </c:pt>
                <c:pt idx="5287">
                  <c:v>14-12-2021</c:v>
                </c:pt>
                <c:pt idx="5288">
                  <c:v>14-12-2021</c:v>
                </c:pt>
                <c:pt idx="5289">
                  <c:v>14-12-2021</c:v>
                </c:pt>
                <c:pt idx="5290">
                  <c:v>14-12-2021</c:v>
                </c:pt>
                <c:pt idx="5291">
                  <c:v>14-12-2021</c:v>
                </c:pt>
                <c:pt idx="5292">
                  <c:v>14-12-2021</c:v>
                </c:pt>
                <c:pt idx="5293">
                  <c:v>14-12-2021</c:v>
                </c:pt>
                <c:pt idx="5294">
                  <c:v>14-12-2021</c:v>
                </c:pt>
                <c:pt idx="5295">
                  <c:v>14-12-2021</c:v>
                </c:pt>
                <c:pt idx="5296">
                  <c:v>14-12-2021</c:v>
                </c:pt>
                <c:pt idx="5297">
                  <c:v>14-12-2021</c:v>
                </c:pt>
                <c:pt idx="5298">
                  <c:v>14-12-2021</c:v>
                </c:pt>
                <c:pt idx="5299">
                  <c:v>14-12-2021</c:v>
                </c:pt>
                <c:pt idx="5300">
                  <c:v>14-12-2021</c:v>
                </c:pt>
                <c:pt idx="5301">
                  <c:v>14-12-2021</c:v>
                </c:pt>
                <c:pt idx="5302">
                  <c:v>14-12-2021</c:v>
                </c:pt>
                <c:pt idx="5303">
                  <c:v>14-12-2021</c:v>
                </c:pt>
                <c:pt idx="5304">
                  <c:v>14-12-2021</c:v>
                </c:pt>
                <c:pt idx="5305">
                  <c:v>14-12-2021</c:v>
                </c:pt>
                <c:pt idx="5306">
                  <c:v>14-12-2021</c:v>
                </c:pt>
                <c:pt idx="5307">
                  <c:v>14-12-2021</c:v>
                </c:pt>
                <c:pt idx="5308">
                  <c:v>14-12-2021</c:v>
                </c:pt>
                <c:pt idx="5309">
                  <c:v>14-12-2021</c:v>
                </c:pt>
                <c:pt idx="5310">
                  <c:v>14-12-2021</c:v>
                </c:pt>
                <c:pt idx="5311">
                  <c:v>14-12-2021</c:v>
                </c:pt>
                <c:pt idx="5312">
                  <c:v>15-12-2021</c:v>
                </c:pt>
                <c:pt idx="5313">
                  <c:v>15-12-2021</c:v>
                </c:pt>
                <c:pt idx="5314">
                  <c:v>15-12-2021</c:v>
                </c:pt>
                <c:pt idx="5315">
                  <c:v>15-12-2021</c:v>
                </c:pt>
                <c:pt idx="5316">
                  <c:v>15-12-2021</c:v>
                </c:pt>
                <c:pt idx="5317">
                  <c:v>15-12-2021</c:v>
                </c:pt>
                <c:pt idx="5318">
                  <c:v>15-12-2021</c:v>
                </c:pt>
                <c:pt idx="5319">
                  <c:v>15-12-2021</c:v>
                </c:pt>
                <c:pt idx="5320">
                  <c:v>15-12-2021</c:v>
                </c:pt>
                <c:pt idx="5321">
                  <c:v>15-12-2021</c:v>
                </c:pt>
                <c:pt idx="5322">
                  <c:v>15-12-2021</c:v>
                </c:pt>
                <c:pt idx="5323">
                  <c:v>15-12-2021</c:v>
                </c:pt>
                <c:pt idx="5324">
                  <c:v>15-12-2021</c:v>
                </c:pt>
                <c:pt idx="5325">
                  <c:v>15-12-2021</c:v>
                </c:pt>
                <c:pt idx="5326">
                  <c:v>15-12-2021</c:v>
                </c:pt>
                <c:pt idx="5327">
                  <c:v>15-12-2021</c:v>
                </c:pt>
                <c:pt idx="5328">
                  <c:v>15-12-2021</c:v>
                </c:pt>
                <c:pt idx="5329">
                  <c:v>15-12-2021</c:v>
                </c:pt>
                <c:pt idx="5330">
                  <c:v>15-12-2021</c:v>
                </c:pt>
                <c:pt idx="5331">
                  <c:v>15-12-2021</c:v>
                </c:pt>
                <c:pt idx="5332">
                  <c:v>15-12-2021</c:v>
                </c:pt>
                <c:pt idx="5333">
                  <c:v>15-12-2021</c:v>
                </c:pt>
                <c:pt idx="5334">
                  <c:v>15-12-2021</c:v>
                </c:pt>
                <c:pt idx="5335">
                  <c:v>15-12-2021</c:v>
                </c:pt>
                <c:pt idx="5336">
                  <c:v>15-12-2021</c:v>
                </c:pt>
                <c:pt idx="5337">
                  <c:v>15-12-2021</c:v>
                </c:pt>
                <c:pt idx="5338">
                  <c:v>15-12-2021</c:v>
                </c:pt>
                <c:pt idx="5339">
                  <c:v>15-12-2021</c:v>
                </c:pt>
                <c:pt idx="5340">
                  <c:v>15-12-2021</c:v>
                </c:pt>
                <c:pt idx="5341">
                  <c:v>15-12-2021</c:v>
                </c:pt>
                <c:pt idx="5342">
                  <c:v>15-12-2021</c:v>
                </c:pt>
                <c:pt idx="5343">
                  <c:v>15-12-2021</c:v>
                </c:pt>
                <c:pt idx="5344">
                  <c:v>15-12-2021</c:v>
                </c:pt>
                <c:pt idx="5345">
                  <c:v>15-12-2021</c:v>
                </c:pt>
                <c:pt idx="5346">
                  <c:v>15-12-2021</c:v>
                </c:pt>
                <c:pt idx="5347">
                  <c:v>15-12-2021</c:v>
                </c:pt>
                <c:pt idx="5348">
                  <c:v>15-12-2021</c:v>
                </c:pt>
                <c:pt idx="5349">
                  <c:v>15-12-2021</c:v>
                </c:pt>
                <c:pt idx="5350">
                  <c:v>15-12-2021</c:v>
                </c:pt>
                <c:pt idx="5351">
                  <c:v>15-12-2021</c:v>
                </c:pt>
                <c:pt idx="5352">
                  <c:v>15-12-2021</c:v>
                </c:pt>
                <c:pt idx="5353">
                  <c:v>15-12-2021</c:v>
                </c:pt>
                <c:pt idx="5354">
                  <c:v>15-12-2021</c:v>
                </c:pt>
                <c:pt idx="5355">
                  <c:v>15-12-2021</c:v>
                </c:pt>
                <c:pt idx="5356">
                  <c:v>15-12-2021</c:v>
                </c:pt>
                <c:pt idx="5357">
                  <c:v>15-12-2021</c:v>
                </c:pt>
                <c:pt idx="5358">
                  <c:v>15-12-2021</c:v>
                </c:pt>
                <c:pt idx="5359">
                  <c:v>15-12-2021</c:v>
                </c:pt>
                <c:pt idx="5360">
                  <c:v>15-12-2021</c:v>
                </c:pt>
                <c:pt idx="5361">
                  <c:v>15-12-2021</c:v>
                </c:pt>
                <c:pt idx="5362">
                  <c:v>16-12-2021</c:v>
                </c:pt>
                <c:pt idx="5363">
                  <c:v>16-12-2021</c:v>
                </c:pt>
                <c:pt idx="5364">
                  <c:v>16-12-2021</c:v>
                </c:pt>
                <c:pt idx="5365">
                  <c:v>16-12-2021</c:v>
                </c:pt>
                <c:pt idx="5366">
                  <c:v>16-12-2021</c:v>
                </c:pt>
                <c:pt idx="5367">
                  <c:v>16-12-2021</c:v>
                </c:pt>
                <c:pt idx="5368">
                  <c:v>16-12-2021</c:v>
                </c:pt>
                <c:pt idx="5369">
                  <c:v>16-12-2021</c:v>
                </c:pt>
                <c:pt idx="5370">
                  <c:v>16-12-2021</c:v>
                </c:pt>
                <c:pt idx="5371">
                  <c:v>16-12-2021</c:v>
                </c:pt>
                <c:pt idx="5372">
                  <c:v>16-12-2021</c:v>
                </c:pt>
                <c:pt idx="5373">
                  <c:v>16-12-2021</c:v>
                </c:pt>
                <c:pt idx="5374">
                  <c:v>16-12-2021</c:v>
                </c:pt>
                <c:pt idx="5375">
                  <c:v>16-12-2021</c:v>
                </c:pt>
                <c:pt idx="5376">
                  <c:v>16-12-2021</c:v>
                </c:pt>
                <c:pt idx="5377">
                  <c:v>16-12-2021</c:v>
                </c:pt>
                <c:pt idx="5378">
                  <c:v>16-12-2021</c:v>
                </c:pt>
                <c:pt idx="5379">
                  <c:v>16-12-2021</c:v>
                </c:pt>
                <c:pt idx="5380">
                  <c:v>16-12-2021</c:v>
                </c:pt>
                <c:pt idx="5381">
                  <c:v>16-12-2021</c:v>
                </c:pt>
                <c:pt idx="5382">
                  <c:v>16-12-2021</c:v>
                </c:pt>
                <c:pt idx="5383">
                  <c:v>16-12-2021</c:v>
                </c:pt>
                <c:pt idx="5384">
                  <c:v>16-12-2021</c:v>
                </c:pt>
                <c:pt idx="5385">
                  <c:v>16-12-2021</c:v>
                </c:pt>
                <c:pt idx="5386">
                  <c:v>16-12-2021</c:v>
                </c:pt>
                <c:pt idx="5387">
                  <c:v>16-12-2021</c:v>
                </c:pt>
                <c:pt idx="5388">
                  <c:v>16-12-2021</c:v>
                </c:pt>
                <c:pt idx="5389">
                  <c:v>16-12-2021</c:v>
                </c:pt>
                <c:pt idx="5390">
                  <c:v>16-12-2021</c:v>
                </c:pt>
                <c:pt idx="5391">
                  <c:v>16-12-2021</c:v>
                </c:pt>
                <c:pt idx="5392">
                  <c:v>16-12-2021</c:v>
                </c:pt>
                <c:pt idx="5393">
                  <c:v>16-12-2021</c:v>
                </c:pt>
                <c:pt idx="5394">
                  <c:v>16-12-2021</c:v>
                </c:pt>
                <c:pt idx="5395">
                  <c:v>16-12-2021</c:v>
                </c:pt>
                <c:pt idx="5396">
                  <c:v>16-12-2021</c:v>
                </c:pt>
                <c:pt idx="5397">
                  <c:v>16-12-2021</c:v>
                </c:pt>
                <c:pt idx="5398">
                  <c:v>16-12-2021</c:v>
                </c:pt>
                <c:pt idx="5399">
                  <c:v>16-12-2021</c:v>
                </c:pt>
                <c:pt idx="5400">
                  <c:v>16-12-2021</c:v>
                </c:pt>
                <c:pt idx="5401">
                  <c:v>16-12-2021</c:v>
                </c:pt>
                <c:pt idx="5402">
                  <c:v>16-12-2021</c:v>
                </c:pt>
                <c:pt idx="5403">
                  <c:v>16-12-2021</c:v>
                </c:pt>
                <c:pt idx="5404">
                  <c:v>16-12-2021</c:v>
                </c:pt>
                <c:pt idx="5405">
                  <c:v>16-12-2021</c:v>
                </c:pt>
                <c:pt idx="5406">
                  <c:v>16-12-2021</c:v>
                </c:pt>
                <c:pt idx="5407">
                  <c:v>16-12-2021</c:v>
                </c:pt>
                <c:pt idx="5408">
                  <c:v>16-12-2021</c:v>
                </c:pt>
                <c:pt idx="5409">
                  <c:v>16-12-2021</c:v>
                </c:pt>
                <c:pt idx="5410">
                  <c:v>16-12-2021</c:v>
                </c:pt>
                <c:pt idx="5411">
                  <c:v>16-12-2021</c:v>
                </c:pt>
                <c:pt idx="5412">
                  <c:v>17-12-2021</c:v>
                </c:pt>
                <c:pt idx="5413">
                  <c:v>17-12-2021</c:v>
                </c:pt>
                <c:pt idx="5414">
                  <c:v>17-12-2021</c:v>
                </c:pt>
                <c:pt idx="5415">
                  <c:v>17-12-2021</c:v>
                </c:pt>
                <c:pt idx="5416">
                  <c:v>17-12-2021</c:v>
                </c:pt>
                <c:pt idx="5417">
                  <c:v>17-12-2021</c:v>
                </c:pt>
                <c:pt idx="5418">
                  <c:v>17-12-2021</c:v>
                </c:pt>
                <c:pt idx="5419">
                  <c:v>17-12-2021</c:v>
                </c:pt>
                <c:pt idx="5420">
                  <c:v>17-12-2021</c:v>
                </c:pt>
                <c:pt idx="5421">
                  <c:v>17-12-2021</c:v>
                </c:pt>
                <c:pt idx="5422">
                  <c:v>17-12-2021</c:v>
                </c:pt>
                <c:pt idx="5423">
                  <c:v>17-12-2021</c:v>
                </c:pt>
                <c:pt idx="5424">
                  <c:v>17-12-2021</c:v>
                </c:pt>
                <c:pt idx="5425">
                  <c:v>17-12-2021</c:v>
                </c:pt>
                <c:pt idx="5426">
                  <c:v>17-12-2021</c:v>
                </c:pt>
                <c:pt idx="5427">
                  <c:v>17-12-2021</c:v>
                </c:pt>
                <c:pt idx="5428">
                  <c:v>17-12-2021</c:v>
                </c:pt>
                <c:pt idx="5429">
                  <c:v>17-12-2021</c:v>
                </c:pt>
                <c:pt idx="5430">
                  <c:v>17-12-2021</c:v>
                </c:pt>
                <c:pt idx="5431">
                  <c:v>17-12-2021</c:v>
                </c:pt>
                <c:pt idx="5432">
                  <c:v>17-12-2021</c:v>
                </c:pt>
                <c:pt idx="5433">
                  <c:v>17-12-2021</c:v>
                </c:pt>
                <c:pt idx="5434">
                  <c:v>17-12-2021</c:v>
                </c:pt>
                <c:pt idx="5435">
                  <c:v>17-12-2021</c:v>
                </c:pt>
                <c:pt idx="5436">
                  <c:v>17-12-2021</c:v>
                </c:pt>
                <c:pt idx="5437">
                  <c:v>17-12-2021</c:v>
                </c:pt>
                <c:pt idx="5438">
                  <c:v>17-12-2021</c:v>
                </c:pt>
                <c:pt idx="5439">
                  <c:v>17-12-2021</c:v>
                </c:pt>
                <c:pt idx="5440">
                  <c:v>17-12-2021</c:v>
                </c:pt>
                <c:pt idx="5441">
                  <c:v>17-12-2021</c:v>
                </c:pt>
                <c:pt idx="5442">
                  <c:v>17-12-2021</c:v>
                </c:pt>
                <c:pt idx="5443">
                  <c:v>17-12-2021</c:v>
                </c:pt>
                <c:pt idx="5444">
                  <c:v>17-12-2021</c:v>
                </c:pt>
                <c:pt idx="5445">
                  <c:v>17-12-2021</c:v>
                </c:pt>
                <c:pt idx="5446">
                  <c:v>17-12-2021</c:v>
                </c:pt>
                <c:pt idx="5447">
                  <c:v>17-12-2021</c:v>
                </c:pt>
                <c:pt idx="5448">
                  <c:v>17-12-2021</c:v>
                </c:pt>
                <c:pt idx="5449">
                  <c:v>17-12-2021</c:v>
                </c:pt>
                <c:pt idx="5450">
                  <c:v>17-12-2021</c:v>
                </c:pt>
                <c:pt idx="5451">
                  <c:v>17-12-2021</c:v>
                </c:pt>
                <c:pt idx="5452">
                  <c:v>17-12-2021</c:v>
                </c:pt>
                <c:pt idx="5453">
                  <c:v>17-12-2021</c:v>
                </c:pt>
                <c:pt idx="5454">
                  <c:v>17-12-2021</c:v>
                </c:pt>
                <c:pt idx="5455">
                  <c:v>17-12-2021</c:v>
                </c:pt>
                <c:pt idx="5456">
                  <c:v>17-12-2021</c:v>
                </c:pt>
                <c:pt idx="5457">
                  <c:v>17-12-2021</c:v>
                </c:pt>
                <c:pt idx="5458">
                  <c:v>17-12-2021</c:v>
                </c:pt>
                <c:pt idx="5459">
                  <c:v>17-12-2021</c:v>
                </c:pt>
                <c:pt idx="5460">
                  <c:v>17-12-2021</c:v>
                </c:pt>
                <c:pt idx="5461">
                  <c:v>17-12-2021</c:v>
                </c:pt>
                <c:pt idx="5462">
                  <c:v>18-12-2021</c:v>
                </c:pt>
                <c:pt idx="5463">
                  <c:v>18-12-2021</c:v>
                </c:pt>
                <c:pt idx="5464">
                  <c:v>18-12-2021</c:v>
                </c:pt>
                <c:pt idx="5465">
                  <c:v>18-12-2021</c:v>
                </c:pt>
                <c:pt idx="5466">
                  <c:v>18-12-2021</c:v>
                </c:pt>
                <c:pt idx="5467">
                  <c:v>18-12-2021</c:v>
                </c:pt>
                <c:pt idx="5468">
                  <c:v>18-12-2021</c:v>
                </c:pt>
                <c:pt idx="5469">
                  <c:v>18-12-2021</c:v>
                </c:pt>
                <c:pt idx="5470">
                  <c:v>18-12-2021</c:v>
                </c:pt>
                <c:pt idx="5471">
                  <c:v>18-12-2021</c:v>
                </c:pt>
                <c:pt idx="5472">
                  <c:v>18-12-2021</c:v>
                </c:pt>
                <c:pt idx="5473">
                  <c:v>18-12-2021</c:v>
                </c:pt>
                <c:pt idx="5474">
                  <c:v>18-12-2021</c:v>
                </c:pt>
                <c:pt idx="5475">
                  <c:v>18-12-2021</c:v>
                </c:pt>
                <c:pt idx="5476">
                  <c:v>18-12-2021</c:v>
                </c:pt>
                <c:pt idx="5477">
                  <c:v>18-12-2021</c:v>
                </c:pt>
                <c:pt idx="5478">
                  <c:v>18-12-2021</c:v>
                </c:pt>
                <c:pt idx="5479">
                  <c:v>18-12-2021</c:v>
                </c:pt>
                <c:pt idx="5480">
                  <c:v>18-12-2021</c:v>
                </c:pt>
                <c:pt idx="5481">
                  <c:v>18-12-2021</c:v>
                </c:pt>
                <c:pt idx="5482">
                  <c:v>18-12-2021</c:v>
                </c:pt>
                <c:pt idx="5483">
                  <c:v>18-12-2021</c:v>
                </c:pt>
                <c:pt idx="5484">
                  <c:v>18-12-2021</c:v>
                </c:pt>
                <c:pt idx="5485">
                  <c:v>18-12-2021</c:v>
                </c:pt>
                <c:pt idx="5486">
                  <c:v>18-12-2021</c:v>
                </c:pt>
                <c:pt idx="5487">
                  <c:v>18-12-2021</c:v>
                </c:pt>
                <c:pt idx="5488">
                  <c:v>18-12-2021</c:v>
                </c:pt>
                <c:pt idx="5489">
                  <c:v>18-12-2021</c:v>
                </c:pt>
                <c:pt idx="5490">
                  <c:v>18-12-2021</c:v>
                </c:pt>
                <c:pt idx="5491">
                  <c:v>18-12-2021</c:v>
                </c:pt>
                <c:pt idx="5492">
                  <c:v>18-12-2021</c:v>
                </c:pt>
                <c:pt idx="5493">
                  <c:v>18-12-2021</c:v>
                </c:pt>
                <c:pt idx="5494">
                  <c:v>18-12-2021</c:v>
                </c:pt>
                <c:pt idx="5495">
                  <c:v>18-12-2021</c:v>
                </c:pt>
                <c:pt idx="5496">
                  <c:v>18-12-2021</c:v>
                </c:pt>
                <c:pt idx="5497">
                  <c:v>18-12-2021</c:v>
                </c:pt>
                <c:pt idx="5498">
                  <c:v>18-12-2021</c:v>
                </c:pt>
                <c:pt idx="5499">
                  <c:v>18-12-2021</c:v>
                </c:pt>
                <c:pt idx="5500">
                  <c:v>18-12-2021</c:v>
                </c:pt>
                <c:pt idx="5501">
                  <c:v>18-12-2021</c:v>
                </c:pt>
                <c:pt idx="5502">
                  <c:v>18-12-2021</c:v>
                </c:pt>
                <c:pt idx="5503">
                  <c:v>18-12-2021</c:v>
                </c:pt>
                <c:pt idx="5504">
                  <c:v>18-12-2021</c:v>
                </c:pt>
                <c:pt idx="5505">
                  <c:v>18-12-2021</c:v>
                </c:pt>
                <c:pt idx="5506">
                  <c:v>18-12-2021</c:v>
                </c:pt>
                <c:pt idx="5507">
                  <c:v>18-12-2021</c:v>
                </c:pt>
                <c:pt idx="5508">
                  <c:v>18-12-2021</c:v>
                </c:pt>
                <c:pt idx="5509">
                  <c:v>18-12-2021</c:v>
                </c:pt>
                <c:pt idx="5510">
                  <c:v>18-12-2021</c:v>
                </c:pt>
                <c:pt idx="5511">
                  <c:v>18-12-2021</c:v>
                </c:pt>
                <c:pt idx="5512">
                  <c:v>19-12-2021</c:v>
                </c:pt>
                <c:pt idx="5513">
                  <c:v>19-12-2021</c:v>
                </c:pt>
                <c:pt idx="5514">
                  <c:v>19-12-2021</c:v>
                </c:pt>
                <c:pt idx="5515">
                  <c:v>19-12-2021</c:v>
                </c:pt>
                <c:pt idx="5516">
                  <c:v>19-12-2021</c:v>
                </c:pt>
                <c:pt idx="5517">
                  <c:v>19-12-2021</c:v>
                </c:pt>
                <c:pt idx="5518">
                  <c:v>19-12-2021</c:v>
                </c:pt>
                <c:pt idx="5519">
                  <c:v>19-12-2021</c:v>
                </c:pt>
                <c:pt idx="5520">
                  <c:v>19-12-2021</c:v>
                </c:pt>
                <c:pt idx="5521">
                  <c:v>19-12-2021</c:v>
                </c:pt>
                <c:pt idx="5522">
                  <c:v>19-12-2021</c:v>
                </c:pt>
                <c:pt idx="5523">
                  <c:v>19-12-2021</c:v>
                </c:pt>
                <c:pt idx="5524">
                  <c:v>19-12-2021</c:v>
                </c:pt>
                <c:pt idx="5525">
                  <c:v>19-12-2021</c:v>
                </c:pt>
                <c:pt idx="5526">
                  <c:v>19-12-2021</c:v>
                </c:pt>
                <c:pt idx="5527">
                  <c:v>19-12-2021</c:v>
                </c:pt>
                <c:pt idx="5528">
                  <c:v>19-12-2021</c:v>
                </c:pt>
                <c:pt idx="5529">
                  <c:v>19-12-2021</c:v>
                </c:pt>
                <c:pt idx="5530">
                  <c:v>19-12-2021</c:v>
                </c:pt>
                <c:pt idx="5531">
                  <c:v>19-12-2021</c:v>
                </c:pt>
                <c:pt idx="5532">
                  <c:v>19-12-2021</c:v>
                </c:pt>
                <c:pt idx="5533">
                  <c:v>19-12-2021</c:v>
                </c:pt>
                <c:pt idx="5534">
                  <c:v>19-12-2021</c:v>
                </c:pt>
                <c:pt idx="5535">
                  <c:v>19-12-2021</c:v>
                </c:pt>
                <c:pt idx="5536">
                  <c:v>19-12-2021</c:v>
                </c:pt>
                <c:pt idx="5537">
                  <c:v>19-12-2021</c:v>
                </c:pt>
                <c:pt idx="5538">
                  <c:v>19-12-2021</c:v>
                </c:pt>
                <c:pt idx="5539">
                  <c:v>19-12-2021</c:v>
                </c:pt>
                <c:pt idx="5540">
                  <c:v>19-12-2021</c:v>
                </c:pt>
                <c:pt idx="5541">
                  <c:v>19-12-2021</c:v>
                </c:pt>
                <c:pt idx="5542">
                  <c:v>19-12-2021</c:v>
                </c:pt>
                <c:pt idx="5543">
                  <c:v>19-12-2021</c:v>
                </c:pt>
                <c:pt idx="5544">
                  <c:v>19-12-2021</c:v>
                </c:pt>
                <c:pt idx="5545">
                  <c:v>19-12-2021</c:v>
                </c:pt>
                <c:pt idx="5546">
                  <c:v>19-12-2021</c:v>
                </c:pt>
                <c:pt idx="5547">
                  <c:v>19-12-2021</c:v>
                </c:pt>
                <c:pt idx="5548">
                  <c:v>19-12-2021</c:v>
                </c:pt>
                <c:pt idx="5549">
                  <c:v>19-12-2021</c:v>
                </c:pt>
                <c:pt idx="5550">
                  <c:v>19-12-2021</c:v>
                </c:pt>
                <c:pt idx="5551">
                  <c:v>19-12-2021</c:v>
                </c:pt>
                <c:pt idx="5552">
                  <c:v>19-12-2021</c:v>
                </c:pt>
                <c:pt idx="5553">
                  <c:v>19-12-2021</c:v>
                </c:pt>
                <c:pt idx="5554">
                  <c:v>19-12-2021</c:v>
                </c:pt>
                <c:pt idx="5555">
                  <c:v>19-12-2021</c:v>
                </c:pt>
                <c:pt idx="5556">
                  <c:v>19-12-2021</c:v>
                </c:pt>
                <c:pt idx="5557">
                  <c:v>19-12-2021</c:v>
                </c:pt>
                <c:pt idx="5558">
                  <c:v>19-12-2021</c:v>
                </c:pt>
                <c:pt idx="5559">
                  <c:v>19-12-2021</c:v>
                </c:pt>
                <c:pt idx="5560">
                  <c:v>19-12-2021</c:v>
                </c:pt>
                <c:pt idx="5561">
                  <c:v>19-12-2021</c:v>
                </c:pt>
                <c:pt idx="5562">
                  <c:v>20-12-2021</c:v>
                </c:pt>
                <c:pt idx="5563">
                  <c:v>20-12-2021</c:v>
                </c:pt>
                <c:pt idx="5564">
                  <c:v>20-12-2021</c:v>
                </c:pt>
                <c:pt idx="5565">
                  <c:v>20-12-2021</c:v>
                </c:pt>
                <c:pt idx="5566">
                  <c:v>20-12-2021</c:v>
                </c:pt>
                <c:pt idx="5567">
                  <c:v>20-12-2021</c:v>
                </c:pt>
                <c:pt idx="5568">
                  <c:v>20-12-2021</c:v>
                </c:pt>
                <c:pt idx="5569">
                  <c:v>20-12-2021</c:v>
                </c:pt>
                <c:pt idx="5570">
                  <c:v>20-12-2021</c:v>
                </c:pt>
                <c:pt idx="5571">
                  <c:v>20-12-2021</c:v>
                </c:pt>
                <c:pt idx="5572">
                  <c:v>20-12-2021</c:v>
                </c:pt>
                <c:pt idx="5573">
                  <c:v>20-12-2021</c:v>
                </c:pt>
                <c:pt idx="5574">
                  <c:v>20-12-2021</c:v>
                </c:pt>
                <c:pt idx="5575">
                  <c:v>20-12-2021</c:v>
                </c:pt>
                <c:pt idx="5576">
                  <c:v>20-12-2021</c:v>
                </c:pt>
                <c:pt idx="5577">
                  <c:v>20-12-2021</c:v>
                </c:pt>
                <c:pt idx="5578">
                  <c:v>20-12-2021</c:v>
                </c:pt>
                <c:pt idx="5579">
                  <c:v>20-12-2021</c:v>
                </c:pt>
                <c:pt idx="5580">
                  <c:v>20-12-2021</c:v>
                </c:pt>
                <c:pt idx="5581">
                  <c:v>20-12-2021</c:v>
                </c:pt>
                <c:pt idx="5582">
                  <c:v>20-12-2021</c:v>
                </c:pt>
                <c:pt idx="5583">
                  <c:v>20-12-2021</c:v>
                </c:pt>
                <c:pt idx="5584">
                  <c:v>20-12-2021</c:v>
                </c:pt>
                <c:pt idx="5585">
                  <c:v>20-12-2021</c:v>
                </c:pt>
                <c:pt idx="5586">
                  <c:v>20-12-2021</c:v>
                </c:pt>
                <c:pt idx="5587">
                  <c:v>20-12-2021</c:v>
                </c:pt>
                <c:pt idx="5588">
                  <c:v>20-12-2021</c:v>
                </c:pt>
                <c:pt idx="5589">
                  <c:v>20-12-2021</c:v>
                </c:pt>
                <c:pt idx="5590">
                  <c:v>20-12-2021</c:v>
                </c:pt>
                <c:pt idx="5591">
                  <c:v>20-12-2021</c:v>
                </c:pt>
                <c:pt idx="5592">
                  <c:v>20-12-2021</c:v>
                </c:pt>
                <c:pt idx="5593">
                  <c:v>20-12-2021</c:v>
                </c:pt>
                <c:pt idx="5594">
                  <c:v>20-12-2021</c:v>
                </c:pt>
                <c:pt idx="5595">
                  <c:v>20-12-2021</c:v>
                </c:pt>
                <c:pt idx="5596">
                  <c:v>20-12-2021</c:v>
                </c:pt>
                <c:pt idx="5597">
                  <c:v>20-12-2021</c:v>
                </c:pt>
                <c:pt idx="5598">
                  <c:v>20-12-2021</c:v>
                </c:pt>
                <c:pt idx="5599">
                  <c:v>20-12-2021</c:v>
                </c:pt>
                <c:pt idx="5600">
                  <c:v>20-12-2021</c:v>
                </c:pt>
                <c:pt idx="5601">
                  <c:v>20-12-2021</c:v>
                </c:pt>
                <c:pt idx="5602">
                  <c:v>20-12-2021</c:v>
                </c:pt>
                <c:pt idx="5603">
                  <c:v>20-12-2021</c:v>
                </c:pt>
                <c:pt idx="5604">
                  <c:v>20-12-2021</c:v>
                </c:pt>
                <c:pt idx="5605">
                  <c:v>20-12-2021</c:v>
                </c:pt>
                <c:pt idx="5606">
                  <c:v>20-12-2021</c:v>
                </c:pt>
                <c:pt idx="5607">
                  <c:v>20-12-2021</c:v>
                </c:pt>
                <c:pt idx="5608">
                  <c:v>20-12-2021</c:v>
                </c:pt>
                <c:pt idx="5609">
                  <c:v>20-12-2021</c:v>
                </c:pt>
                <c:pt idx="5610">
                  <c:v>20-12-2021</c:v>
                </c:pt>
                <c:pt idx="5611">
                  <c:v>20-12-2021</c:v>
                </c:pt>
                <c:pt idx="5612">
                  <c:v>21-12-2021</c:v>
                </c:pt>
                <c:pt idx="5613">
                  <c:v>21-12-2021</c:v>
                </c:pt>
                <c:pt idx="5614">
                  <c:v>21-12-2021</c:v>
                </c:pt>
                <c:pt idx="5615">
                  <c:v>21-12-2021</c:v>
                </c:pt>
                <c:pt idx="5616">
                  <c:v>21-12-2021</c:v>
                </c:pt>
                <c:pt idx="5617">
                  <c:v>21-12-2021</c:v>
                </c:pt>
                <c:pt idx="5618">
                  <c:v>21-12-2021</c:v>
                </c:pt>
                <c:pt idx="5619">
                  <c:v>21-12-2021</c:v>
                </c:pt>
                <c:pt idx="5620">
                  <c:v>21-12-2021</c:v>
                </c:pt>
                <c:pt idx="5621">
                  <c:v>21-12-2021</c:v>
                </c:pt>
                <c:pt idx="5622">
                  <c:v>21-12-2021</c:v>
                </c:pt>
                <c:pt idx="5623">
                  <c:v>21-12-2021</c:v>
                </c:pt>
                <c:pt idx="5624">
                  <c:v>21-12-2021</c:v>
                </c:pt>
                <c:pt idx="5625">
                  <c:v>21-12-2021</c:v>
                </c:pt>
                <c:pt idx="5626">
                  <c:v>21-12-2021</c:v>
                </c:pt>
                <c:pt idx="5627">
                  <c:v>21-12-2021</c:v>
                </c:pt>
                <c:pt idx="5628">
                  <c:v>21-12-2021</c:v>
                </c:pt>
                <c:pt idx="5629">
                  <c:v>21-12-2021</c:v>
                </c:pt>
                <c:pt idx="5630">
                  <c:v>21-12-2021</c:v>
                </c:pt>
                <c:pt idx="5631">
                  <c:v>21-12-2021</c:v>
                </c:pt>
                <c:pt idx="5632">
                  <c:v>21-12-2021</c:v>
                </c:pt>
                <c:pt idx="5633">
                  <c:v>21-12-2021</c:v>
                </c:pt>
                <c:pt idx="5634">
                  <c:v>21-12-2021</c:v>
                </c:pt>
                <c:pt idx="5635">
                  <c:v>21-12-2021</c:v>
                </c:pt>
                <c:pt idx="5636">
                  <c:v>21-12-2021</c:v>
                </c:pt>
                <c:pt idx="5637">
                  <c:v>21-12-2021</c:v>
                </c:pt>
                <c:pt idx="5638">
                  <c:v>21-12-2021</c:v>
                </c:pt>
                <c:pt idx="5639">
                  <c:v>21-12-2021</c:v>
                </c:pt>
                <c:pt idx="5640">
                  <c:v>21-12-2021</c:v>
                </c:pt>
                <c:pt idx="5641">
                  <c:v>21-12-2021</c:v>
                </c:pt>
                <c:pt idx="5642">
                  <c:v>21-12-2021</c:v>
                </c:pt>
                <c:pt idx="5643">
                  <c:v>21-12-2021</c:v>
                </c:pt>
                <c:pt idx="5644">
                  <c:v>21-12-2021</c:v>
                </c:pt>
                <c:pt idx="5645">
                  <c:v>21-12-2021</c:v>
                </c:pt>
                <c:pt idx="5646">
                  <c:v>21-12-2021</c:v>
                </c:pt>
                <c:pt idx="5647">
                  <c:v>21-12-2021</c:v>
                </c:pt>
                <c:pt idx="5648">
                  <c:v>21-12-2021</c:v>
                </c:pt>
                <c:pt idx="5649">
                  <c:v>21-12-2021</c:v>
                </c:pt>
                <c:pt idx="5650">
                  <c:v>21-12-2021</c:v>
                </c:pt>
                <c:pt idx="5651">
                  <c:v>21-12-2021</c:v>
                </c:pt>
                <c:pt idx="5652">
                  <c:v>21-12-2021</c:v>
                </c:pt>
                <c:pt idx="5653">
                  <c:v>21-12-2021</c:v>
                </c:pt>
                <c:pt idx="5654">
                  <c:v>21-12-2021</c:v>
                </c:pt>
                <c:pt idx="5655">
                  <c:v>21-12-2021</c:v>
                </c:pt>
                <c:pt idx="5656">
                  <c:v>21-12-2021</c:v>
                </c:pt>
                <c:pt idx="5657">
                  <c:v>21-12-2021</c:v>
                </c:pt>
                <c:pt idx="5658">
                  <c:v>21-12-2021</c:v>
                </c:pt>
                <c:pt idx="5659">
                  <c:v>21-12-2021</c:v>
                </c:pt>
                <c:pt idx="5660">
                  <c:v>21-12-2021</c:v>
                </c:pt>
                <c:pt idx="5661">
                  <c:v>21-12-2021</c:v>
                </c:pt>
                <c:pt idx="5662">
                  <c:v>22-12-2021</c:v>
                </c:pt>
                <c:pt idx="5663">
                  <c:v>22-12-2021</c:v>
                </c:pt>
                <c:pt idx="5664">
                  <c:v>22-12-2021</c:v>
                </c:pt>
                <c:pt idx="5665">
                  <c:v>22-12-2021</c:v>
                </c:pt>
                <c:pt idx="5666">
                  <c:v>22-12-2021</c:v>
                </c:pt>
                <c:pt idx="5667">
                  <c:v>22-12-2021</c:v>
                </c:pt>
                <c:pt idx="5668">
                  <c:v>22-12-2021</c:v>
                </c:pt>
                <c:pt idx="5669">
                  <c:v>22-12-2021</c:v>
                </c:pt>
                <c:pt idx="5670">
                  <c:v>22-12-2021</c:v>
                </c:pt>
                <c:pt idx="5671">
                  <c:v>22-12-2021</c:v>
                </c:pt>
                <c:pt idx="5672">
                  <c:v>22-12-2021</c:v>
                </c:pt>
                <c:pt idx="5673">
                  <c:v>22-12-2021</c:v>
                </c:pt>
                <c:pt idx="5674">
                  <c:v>22-12-2021</c:v>
                </c:pt>
                <c:pt idx="5675">
                  <c:v>22-12-2021</c:v>
                </c:pt>
                <c:pt idx="5676">
                  <c:v>22-12-2021</c:v>
                </c:pt>
                <c:pt idx="5677">
                  <c:v>22-12-2021</c:v>
                </c:pt>
                <c:pt idx="5678">
                  <c:v>22-12-2021</c:v>
                </c:pt>
                <c:pt idx="5679">
                  <c:v>22-12-2021</c:v>
                </c:pt>
                <c:pt idx="5680">
                  <c:v>22-12-2021</c:v>
                </c:pt>
                <c:pt idx="5681">
                  <c:v>22-12-2021</c:v>
                </c:pt>
                <c:pt idx="5682">
                  <c:v>22-12-2021</c:v>
                </c:pt>
                <c:pt idx="5683">
                  <c:v>22-12-2021</c:v>
                </c:pt>
                <c:pt idx="5684">
                  <c:v>22-12-2021</c:v>
                </c:pt>
                <c:pt idx="5685">
                  <c:v>22-12-2021</c:v>
                </c:pt>
                <c:pt idx="5686">
                  <c:v>22-12-2021</c:v>
                </c:pt>
                <c:pt idx="5687">
                  <c:v>22-12-2021</c:v>
                </c:pt>
                <c:pt idx="5688">
                  <c:v>22-12-2021</c:v>
                </c:pt>
                <c:pt idx="5689">
                  <c:v>22-12-2021</c:v>
                </c:pt>
                <c:pt idx="5690">
                  <c:v>22-12-2021</c:v>
                </c:pt>
                <c:pt idx="5691">
                  <c:v>22-12-2021</c:v>
                </c:pt>
                <c:pt idx="5692">
                  <c:v>22-12-2021</c:v>
                </c:pt>
                <c:pt idx="5693">
                  <c:v>22-12-2021</c:v>
                </c:pt>
                <c:pt idx="5694">
                  <c:v>22-12-2021</c:v>
                </c:pt>
                <c:pt idx="5695">
                  <c:v>22-12-2021</c:v>
                </c:pt>
                <c:pt idx="5696">
                  <c:v>22-12-2021</c:v>
                </c:pt>
                <c:pt idx="5697">
                  <c:v>22-12-2021</c:v>
                </c:pt>
                <c:pt idx="5698">
                  <c:v>22-12-2021</c:v>
                </c:pt>
                <c:pt idx="5699">
                  <c:v>22-12-2021</c:v>
                </c:pt>
                <c:pt idx="5700">
                  <c:v>22-12-2021</c:v>
                </c:pt>
                <c:pt idx="5701">
                  <c:v>22-12-2021</c:v>
                </c:pt>
                <c:pt idx="5702">
                  <c:v>22-12-2021</c:v>
                </c:pt>
                <c:pt idx="5703">
                  <c:v>22-12-2021</c:v>
                </c:pt>
                <c:pt idx="5704">
                  <c:v>22-12-2021</c:v>
                </c:pt>
                <c:pt idx="5705">
                  <c:v>22-12-2021</c:v>
                </c:pt>
                <c:pt idx="5706">
                  <c:v>22-12-2021</c:v>
                </c:pt>
                <c:pt idx="5707">
                  <c:v>22-12-2021</c:v>
                </c:pt>
                <c:pt idx="5708">
                  <c:v>22-12-2021</c:v>
                </c:pt>
                <c:pt idx="5709">
                  <c:v>22-12-2021</c:v>
                </c:pt>
                <c:pt idx="5710">
                  <c:v>22-12-2021</c:v>
                </c:pt>
                <c:pt idx="5711">
                  <c:v>22-12-2021</c:v>
                </c:pt>
                <c:pt idx="5712">
                  <c:v>23-12-2021</c:v>
                </c:pt>
                <c:pt idx="5713">
                  <c:v>23-12-2021</c:v>
                </c:pt>
                <c:pt idx="5714">
                  <c:v>23-12-2021</c:v>
                </c:pt>
                <c:pt idx="5715">
                  <c:v>23-12-2021</c:v>
                </c:pt>
                <c:pt idx="5716">
                  <c:v>23-12-2021</c:v>
                </c:pt>
                <c:pt idx="5717">
                  <c:v>23-12-2021</c:v>
                </c:pt>
                <c:pt idx="5718">
                  <c:v>23-12-2021</c:v>
                </c:pt>
                <c:pt idx="5719">
                  <c:v>23-12-2021</c:v>
                </c:pt>
                <c:pt idx="5720">
                  <c:v>23-12-2021</c:v>
                </c:pt>
                <c:pt idx="5721">
                  <c:v>23-12-2021</c:v>
                </c:pt>
                <c:pt idx="5722">
                  <c:v>23-12-2021</c:v>
                </c:pt>
                <c:pt idx="5723">
                  <c:v>23-12-2021</c:v>
                </c:pt>
                <c:pt idx="5724">
                  <c:v>23-12-2021</c:v>
                </c:pt>
                <c:pt idx="5725">
                  <c:v>23-12-2021</c:v>
                </c:pt>
                <c:pt idx="5726">
                  <c:v>23-12-2021</c:v>
                </c:pt>
                <c:pt idx="5727">
                  <c:v>23-12-2021</c:v>
                </c:pt>
                <c:pt idx="5728">
                  <c:v>23-12-2021</c:v>
                </c:pt>
                <c:pt idx="5729">
                  <c:v>23-12-2021</c:v>
                </c:pt>
                <c:pt idx="5730">
                  <c:v>23-12-2021</c:v>
                </c:pt>
                <c:pt idx="5731">
                  <c:v>23-12-2021</c:v>
                </c:pt>
                <c:pt idx="5732">
                  <c:v>23-12-2021</c:v>
                </c:pt>
                <c:pt idx="5733">
                  <c:v>23-12-2021</c:v>
                </c:pt>
                <c:pt idx="5734">
                  <c:v>23-12-2021</c:v>
                </c:pt>
                <c:pt idx="5735">
                  <c:v>23-12-2021</c:v>
                </c:pt>
                <c:pt idx="5736">
                  <c:v>23-12-2021</c:v>
                </c:pt>
                <c:pt idx="5737">
                  <c:v>23-12-2021</c:v>
                </c:pt>
                <c:pt idx="5738">
                  <c:v>23-12-2021</c:v>
                </c:pt>
                <c:pt idx="5739">
                  <c:v>23-12-2021</c:v>
                </c:pt>
                <c:pt idx="5740">
                  <c:v>23-12-2021</c:v>
                </c:pt>
                <c:pt idx="5741">
                  <c:v>23-12-2021</c:v>
                </c:pt>
                <c:pt idx="5742">
                  <c:v>23-12-2021</c:v>
                </c:pt>
                <c:pt idx="5743">
                  <c:v>23-12-2021</c:v>
                </c:pt>
                <c:pt idx="5744">
                  <c:v>23-12-2021</c:v>
                </c:pt>
                <c:pt idx="5745">
                  <c:v>23-12-2021</c:v>
                </c:pt>
                <c:pt idx="5746">
                  <c:v>23-12-2021</c:v>
                </c:pt>
                <c:pt idx="5747">
                  <c:v>23-12-2021</c:v>
                </c:pt>
                <c:pt idx="5748">
                  <c:v>23-12-2021</c:v>
                </c:pt>
                <c:pt idx="5749">
                  <c:v>23-12-2021</c:v>
                </c:pt>
                <c:pt idx="5750">
                  <c:v>23-12-2021</c:v>
                </c:pt>
                <c:pt idx="5751">
                  <c:v>23-12-2021</c:v>
                </c:pt>
                <c:pt idx="5752">
                  <c:v>23-12-2021</c:v>
                </c:pt>
                <c:pt idx="5753">
                  <c:v>23-12-2021</c:v>
                </c:pt>
                <c:pt idx="5754">
                  <c:v>23-12-2021</c:v>
                </c:pt>
                <c:pt idx="5755">
                  <c:v>23-12-2021</c:v>
                </c:pt>
                <c:pt idx="5756">
                  <c:v>23-12-2021</c:v>
                </c:pt>
                <c:pt idx="5757">
                  <c:v>23-12-2021</c:v>
                </c:pt>
                <c:pt idx="5758">
                  <c:v>23-12-2021</c:v>
                </c:pt>
                <c:pt idx="5759">
                  <c:v>23-12-2021</c:v>
                </c:pt>
                <c:pt idx="5760">
                  <c:v>23-12-2021</c:v>
                </c:pt>
                <c:pt idx="5761">
                  <c:v>23-12-2021</c:v>
                </c:pt>
                <c:pt idx="5762">
                  <c:v>24-12-2021</c:v>
                </c:pt>
                <c:pt idx="5763">
                  <c:v>24-12-2021</c:v>
                </c:pt>
                <c:pt idx="5764">
                  <c:v>24-12-2021</c:v>
                </c:pt>
                <c:pt idx="5765">
                  <c:v>24-12-2021</c:v>
                </c:pt>
                <c:pt idx="5766">
                  <c:v>24-12-2021</c:v>
                </c:pt>
                <c:pt idx="5767">
                  <c:v>24-12-2021</c:v>
                </c:pt>
                <c:pt idx="5768">
                  <c:v>24-12-2021</c:v>
                </c:pt>
                <c:pt idx="5769">
                  <c:v>24-12-2021</c:v>
                </c:pt>
                <c:pt idx="5770">
                  <c:v>24-12-2021</c:v>
                </c:pt>
                <c:pt idx="5771">
                  <c:v>24-12-2021</c:v>
                </c:pt>
                <c:pt idx="5772">
                  <c:v>24-12-2021</c:v>
                </c:pt>
                <c:pt idx="5773">
                  <c:v>24-12-2021</c:v>
                </c:pt>
                <c:pt idx="5774">
                  <c:v>24-12-2021</c:v>
                </c:pt>
                <c:pt idx="5775">
                  <c:v>24-12-2021</c:v>
                </c:pt>
                <c:pt idx="5776">
                  <c:v>24-12-2021</c:v>
                </c:pt>
                <c:pt idx="5777">
                  <c:v>24-12-2021</c:v>
                </c:pt>
                <c:pt idx="5778">
                  <c:v>24-12-2021</c:v>
                </c:pt>
                <c:pt idx="5779">
                  <c:v>24-12-2021</c:v>
                </c:pt>
                <c:pt idx="5780">
                  <c:v>24-12-2021</c:v>
                </c:pt>
                <c:pt idx="5781">
                  <c:v>24-12-2021</c:v>
                </c:pt>
                <c:pt idx="5782">
                  <c:v>24-12-2021</c:v>
                </c:pt>
                <c:pt idx="5783">
                  <c:v>24-12-2021</c:v>
                </c:pt>
                <c:pt idx="5784">
                  <c:v>24-12-2021</c:v>
                </c:pt>
                <c:pt idx="5785">
                  <c:v>24-12-2021</c:v>
                </c:pt>
                <c:pt idx="5786">
                  <c:v>24-12-2021</c:v>
                </c:pt>
                <c:pt idx="5787">
                  <c:v>24-12-2021</c:v>
                </c:pt>
                <c:pt idx="5788">
                  <c:v>24-12-2021</c:v>
                </c:pt>
                <c:pt idx="5789">
                  <c:v>24-12-2021</c:v>
                </c:pt>
                <c:pt idx="5790">
                  <c:v>24-12-2021</c:v>
                </c:pt>
                <c:pt idx="5791">
                  <c:v>24-12-2021</c:v>
                </c:pt>
                <c:pt idx="5792">
                  <c:v>24-12-2021</c:v>
                </c:pt>
                <c:pt idx="5793">
                  <c:v>24-12-2021</c:v>
                </c:pt>
                <c:pt idx="5794">
                  <c:v>24-12-2021</c:v>
                </c:pt>
                <c:pt idx="5795">
                  <c:v>24-12-2021</c:v>
                </c:pt>
                <c:pt idx="5796">
                  <c:v>24-12-2021</c:v>
                </c:pt>
                <c:pt idx="5797">
                  <c:v>24-12-2021</c:v>
                </c:pt>
                <c:pt idx="5798">
                  <c:v>24-12-2021</c:v>
                </c:pt>
                <c:pt idx="5799">
                  <c:v>24-12-2021</c:v>
                </c:pt>
                <c:pt idx="5800">
                  <c:v>24-12-2021</c:v>
                </c:pt>
                <c:pt idx="5801">
                  <c:v>24-12-2021</c:v>
                </c:pt>
                <c:pt idx="5802">
                  <c:v>24-12-2021</c:v>
                </c:pt>
                <c:pt idx="5803">
                  <c:v>24-12-2021</c:v>
                </c:pt>
                <c:pt idx="5804">
                  <c:v>24-12-2021</c:v>
                </c:pt>
                <c:pt idx="5805">
                  <c:v>24-12-2021</c:v>
                </c:pt>
                <c:pt idx="5806">
                  <c:v>24-12-2021</c:v>
                </c:pt>
                <c:pt idx="5807">
                  <c:v>24-12-2021</c:v>
                </c:pt>
                <c:pt idx="5808">
                  <c:v>24-12-2021</c:v>
                </c:pt>
                <c:pt idx="5809">
                  <c:v>24-12-2021</c:v>
                </c:pt>
                <c:pt idx="5810">
                  <c:v>24-12-2021</c:v>
                </c:pt>
                <c:pt idx="5811">
                  <c:v>24-12-2021</c:v>
                </c:pt>
                <c:pt idx="5812">
                  <c:v>25-12-2021</c:v>
                </c:pt>
                <c:pt idx="5813">
                  <c:v>25-12-2021</c:v>
                </c:pt>
                <c:pt idx="5814">
                  <c:v>25-12-2021</c:v>
                </c:pt>
                <c:pt idx="5815">
                  <c:v>25-12-2021</c:v>
                </c:pt>
                <c:pt idx="5816">
                  <c:v>25-12-2021</c:v>
                </c:pt>
                <c:pt idx="5817">
                  <c:v>25-12-2021</c:v>
                </c:pt>
                <c:pt idx="5818">
                  <c:v>25-12-2021</c:v>
                </c:pt>
                <c:pt idx="5819">
                  <c:v>25-12-2021</c:v>
                </c:pt>
                <c:pt idx="5820">
                  <c:v>25-12-2021</c:v>
                </c:pt>
                <c:pt idx="5821">
                  <c:v>25-12-2021</c:v>
                </c:pt>
                <c:pt idx="5822">
                  <c:v>25-12-2021</c:v>
                </c:pt>
                <c:pt idx="5823">
                  <c:v>25-12-2021</c:v>
                </c:pt>
                <c:pt idx="5824">
                  <c:v>25-12-2021</c:v>
                </c:pt>
                <c:pt idx="5825">
                  <c:v>25-12-2021</c:v>
                </c:pt>
                <c:pt idx="5826">
                  <c:v>25-12-2021</c:v>
                </c:pt>
                <c:pt idx="5827">
                  <c:v>25-12-2021</c:v>
                </c:pt>
                <c:pt idx="5828">
                  <c:v>25-12-2021</c:v>
                </c:pt>
                <c:pt idx="5829">
                  <c:v>25-12-2021</c:v>
                </c:pt>
                <c:pt idx="5830">
                  <c:v>25-12-2021</c:v>
                </c:pt>
                <c:pt idx="5831">
                  <c:v>25-12-2021</c:v>
                </c:pt>
                <c:pt idx="5832">
                  <c:v>25-12-2021</c:v>
                </c:pt>
                <c:pt idx="5833">
                  <c:v>25-12-2021</c:v>
                </c:pt>
                <c:pt idx="5834">
                  <c:v>25-12-2021</c:v>
                </c:pt>
                <c:pt idx="5835">
                  <c:v>25-12-2021</c:v>
                </c:pt>
                <c:pt idx="5836">
                  <c:v>25-12-2021</c:v>
                </c:pt>
                <c:pt idx="5837">
                  <c:v>25-12-2021</c:v>
                </c:pt>
                <c:pt idx="5838">
                  <c:v>25-12-2021</c:v>
                </c:pt>
                <c:pt idx="5839">
                  <c:v>25-12-2021</c:v>
                </c:pt>
                <c:pt idx="5840">
                  <c:v>25-12-2021</c:v>
                </c:pt>
                <c:pt idx="5841">
                  <c:v>25-12-2021</c:v>
                </c:pt>
                <c:pt idx="5842">
                  <c:v>25-12-2021</c:v>
                </c:pt>
                <c:pt idx="5843">
                  <c:v>25-12-2021</c:v>
                </c:pt>
                <c:pt idx="5844">
                  <c:v>25-12-2021</c:v>
                </c:pt>
                <c:pt idx="5845">
                  <c:v>25-12-2021</c:v>
                </c:pt>
                <c:pt idx="5846">
                  <c:v>25-12-2021</c:v>
                </c:pt>
                <c:pt idx="5847">
                  <c:v>25-12-2021</c:v>
                </c:pt>
                <c:pt idx="5848">
                  <c:v>25-12-2021</c:v>
                </c:pt>
                <c:pt idx="5849">
                  <c:v>25-12-2021</c:v>
                </c:pt>
                <c:pt idx="5850">
                  <c:v>25-12-2021</c:v>
                </c:pt>
                <c:pt idx="5851">
                  <c:v>25-12-2021</c:v>
                </c:pt>
                <c:pt idx="5852">
                  <c:v>25-12-2021</c:v>
                </c:pt>
                <c:pt idx="5853">
                  <c:v>25-12-2021</c:v>
                </c:pt>
                <c:pt idx="5854">
                  <c:v>25-12-2021</c:v>
                </c:pt>
                <c:pt idx="5855">
                  <c:v>25-12-2021</c:v>
                </c:pt>
                <c:pt idx="5856">
                  <c:v>25-12-2021</c:v>
                </c:pt>
                <c:pt idx="5857">
                  <c:v>25-12-2021</c:v>
                </c:pt>
                <c:pt idx="5858">
                  <c:v>25-12-2021</c:v>
                </c:pt>
                <c:pt idx="5859">
                  <c:v>25-12-2021</c:v>
                </c:pt>
                <c:pt idx="5860">
                  <c:v>25-12-2021</c:v>
                </c:pt>
                <c:pt idx="5861">
                  <c:v>25-12-2021</c:v>
                </c:pt>
                <c:pt idx="5862">
                  <c:v>26-12-2021</c:v>
                </c:pt>
                <c:pt idx="5863">
                  <c:v>26-12-2021</c:v>
                </c:pt>
                <c:pt idx="5864">
                  <c:v>26-12-2021</c:v>
                </c:pt>
                <c:pt idx="5865">
                  <c:v>26-12-2021</c:v>
                </c:pt>
                <c:pt idx="5866">
                  <c:v>26-12-2021</c:v>
                </c:pt>
                <c:pt idx="5867">
                  <c:v>26-12-2021</c:v>
                </c:pt>
                <c:pt idx="5868">
                  <c:v>26-12-2021</c:v>
                </c:pt>
                <c:pt idx="5869">
                  <c:v>26-12-2021</c:v>
                </c:pt>
                <c:pt idx="5870">
                  <c:v>26-12-2021</c:v>
                </c:pt>
                <c:pt idx="5871">
                  <c:v>26-12-2021</c:v>
                </c:pt>
                <c:pt idx="5872">
                  <c:v>26-12-2021</c:v>
                </c:pt>
                <c:pt idx="5873">
                  <c:v>26-12-2021</c:v>
                </c:pt>
                <c:pt idx="5874">
                  <c:v>26-12-2021</c:v>
                </c:pt>
                <c:pt idx="5875">
                  <c:v>26-12-2021</c:v>
                </c:pt>
                <c:pt idx="5876">
                  <c:v>26-12-2021</c:v>
                </c:pt>
                <c:pt idx="5877">
                  <c:v>26-12-2021</c:v>
                </c:pt>
                <c:pt idx="5878">
                  <c:v>26-12-2021</c:v>
                </c:pt>
                <c:pt idx="5879">
                  <c:v>26-12-2021</c:v>
                </c:pt>
                <c:pt idx="5880">
                  <c:v>26-12-2021</c:v>
                </c:pt>
                <c:pt idx="5881">
                  <c:v>26-12-2021</c:v>
                </c:pt>
                <c:pt idx="5882">
                  <c:v>26-12-2021</c:v>
                </c:pt>
                <c:pt idx="5883">
                  <c:v>26-12-2021</c:v>
                </c:pt>
                <c:pt idx="5884">
                  <c:v>26-12-2021</c:v>
                </c:pt>
                <c:pt idx="5885">
                  <c:v>26-12-2021</c:v>
                </c:pt>
                <c:pt idx="5886">
                  <c:v>26-12-2021</c:v>
                </c:pt>
                <c:pt idx="5887">
                  <c:v>26-12-2021</c:v>
                </c:pt>
                <c:pt idx="5888">
                  <c:v>26-12-2021</c:v>
                </c:pt>
                <c:pt idx="5889">
                  <c:v>26-12-2021</c:v>
                </c:pt>
                <c:pt idx="5890">
                  <c:v>26-12-2021</c:v>
                </c:pt>
                <c:pt idx="5891">
                  <c:v>26-12-2021</c:v>
                </c:pt>
                <c:pt idx="5892">
                  <c:v>26-12-2021</c:v>
                </c:pt>
                <c:pt idx="5893">
                  <c:v>26-12-2021</c:v>
                </c:pt>
                <c:pt idx="5894">
                  <c:v>26-12-2021</c:v>
                </c:pt>
                <c:pt idx="5895">
                  <c:v>26-12-2021</c:v>
                </c:pt>
                <c:pt idx="5896">
                  <c:v>26-12-2021</c:v>
                </c:pt>
                <c:pt idx="5897">
                  <c:v>26-12-2021</c:v>
                </c:pt>
                <c:pt idx="5898">
                  <c:v>26-12-2021</c:v>
                </c:pt>
                <c:pt idx="5899">
                  <c:v>26-12-2021</c:v>
                </c:pt>
                <c:pt idx="5900">
                  <c:v>26-12-2021</c:v>
                </c:pt>
                <c:pt idx="5901">
                  <c:v>26-12-2021</c:v>
                </c:pt>
                <c:pt idx="5902">
                  <c:v>26-12-2021</c:v>
                </c:pt>
                <c:pt idx="5903">
                  <c:v>26-12-2021</c:v>
                </c:pt>
                <c:pt idx="5904">
                  <c:v>26-12-2021</c:v>
                </c:pt>
                <c:pt idx="5905">
                  <c:v>26-12-2021</c:v>
                </c:pt>
                <c:pt idx="5906">
                  <c:v>26-12-2021</c:v>
                </c:pt>
                <c:pt idx="5907">
                  <c:v>26-12-2021</c:v>
                </c:pt>
                <c:pt idx="5908">
                  <c:v>26-12-2021</c:v>
                </c:pt>
                <c:pt idx="5909">
                  <c:v>26-12-2021</c:v>
                </c:pt>
                <c:pt idx="5910">
                  <c:v>26-12-2021</c:v>
                </c:pt>
                <c:pt idx="5911">
                  <c:v>26-12-2021</c:v>
                </c:pt>
                <c:pt idx="5912">
                  <c:v>27-12-2021</c:v>
                </c:pt>
                <c:pt idx="5913">
                  <c:v>27-12-2021</c:v>
                </c:pt>
                <c:pt idx="5914">
                  <c:v>27-12-2021</c:v>
                </c:pt>
                <c:pt idx="5915">
                  <c:v>27-12-2021</c:v>
                </c:pt>
                <c:pt idx="5916">
                  <c:v>27-12-2021</c:v>
                </c:pt>
                <c:pt idx="5917">
                  <c:v>27-12-2021</c:v>
                </c:pt>
                <c:pt idx="5918">
                  <c:v>27-12-2021</c:v>
                </c:pt>
                <c:pt idx="5919">
                  <c:v>27-12-2021</c:v>
                </c:pt>
                <c:pt idx="5920">
                  <c:v>27-12-2021</c:v>
                </c:pt>
                <c:pt idx="5921">
                  <c:v>27-12-2021</c:v>
                </c:pt>
                <c:pt idx="5922">
                  <c:v>27-12-2021</c:v>
                </c:pt>
                <c:pt idx="5923">
                  <c:v>27-12-2021</c:v>
                </c:pt>
                <c:pt idx="5924">
                  <c:v>27-12-2021</c:v>
                </c:pt>
                <c:pt idx="5925">
                  <c:v>27-12-2021</c:v>
                </c:pt>
                <c:pt idx="5926">
                  <c:v>27-12-2021</c:v>
                </c:pt>
                <c:pt idx="5927">
                  <c:v>27-12-2021</c:v>
                </c:pt>
                <c:pt idx="5928">
                  <c:v>27-12-2021</c:v>
                </c:pt>
                <c:pt idx="5929">
                  <c:v>27-12-2021</c:v>
                </c:pt>
                <c:pt idx="5930">
                  <c:v>27-12-2021</c:v>
                </c:pt>
                <c:pt idx="5931">
                  <c:v>27-12-2021</c:v>
                </c:pt>
                <c:pt idx="5932">
                  <c:v>27-12-2021</c:v>
                </c:pt>
                <c:pt idx="5933">
                  <c:v>27-12-2021</c:v>
                </c:pt>
                <c:pt idx="5934">
                  <c:v>27-12-2021</c:v>
                </c:pt>
                <c:pt idx="5935">
                  <c:v>27-12-2021</c:v>
                </c:pt>
                <c:pt idx="5936">
                  <c:v>27-12-2021</c:v>
                </c:pt>
                <c:pt idx="5937">
                  <c:v>27-12-2021</c:v>
                </c:pt>
                <c:pt idx="5938">
                  <c:v>27-12-2021</c:v>
                </c:pt>
                <c:pt idx="5939">
                  <c:v>27-12-2021</c:v>
                </c:pt>
                <c:pt idx="5940">
                  <c:v>27-12-2021</c:v>
                </c:pt>
                <c:pt idx="5941">
                  <c:v>27-12-2021</c:v>
                </c:pt>
                <c:pt idx="5942">
                  <c:v>27-12-2021</c:v>
                </c:pt>
                <c:pt idx="5943">
                  <c:v>27-12-2021</c:v>
                </c:pt>
                <c:pt idx="5944">
                  <c:v>27-12-2021</c:v>
                </c:pt>
                <c:pt idx="5945">
                  <c:v>27-12-2021</c:v>
                </c:pt>
                <c:pt idx="5946">
                  <c:v>27-12-2021</c:v>
                </c:pt>
                <c:pt idx="5947">
                  <c:v>27-12-2021</c:v>
                </c:pt>
                <c:pt idx="5948">
                  <c:v>27-12-2021</c:v>
                </c:pt>
                <c:pt idx="5949">
                  <c:v>27-12-2021</c:v>
                </c:pt>
                <c:pt idx="5950">
                  <c:v>27-12-2021</c:v>
                </c:pt>
                <c:pt idx="5951">
                  <c:v>27-12-2021</c:v>
                </c:pt>
                <c:pt idx="5952">
                  <c:v>27-12-2021</c:v>
                </c:pt>
                <c:pt idx="5953">
                  <c:v>27-12-2021</c:v>
                </c:pt>
                <c:pt idx="5954">
                  <c:v>27-12-2021</c:v>
                </c:pt>
                <c:pt idx="5955">
                  <c:v>27-12-2021</c:v>
                </c:pt>
                <c:pt idx="5956">
                  <c:v>27-12-2021</c:v>
                </c:pt>
                <c:pt idx="5957">
                  <c:v>27-12-2021</c:v>
                </c:pt>
                <c:pt idx="5958">
                  <c:v>27-12-2021</c:v>
                </c:pt>
                <c:pt idx="5959">
                  <c:v>27-12-2021</c:v>
                </c:pt>
                <c:pt idx="5960">
                  <c:v>27-12-2021</c:v>
                </c:pt>
                <c:pt idx="5961">
                  <c:v>27-12-2021</c:v>
                </c:pt>
                <c:pt idx="5962">
                  <c:v>28-12-2021</c:v>
                </c:pt>
                <c:pt idx="5963">
                  <c:v>28-12-2021</c:v>
                </c:pt>
                <c:pt idx="5964">
                  <c:v>28-12-2021</c:v>
                </c:pt>
                <c:pt idx="5965">
                  <c:v>28-12-2021</c:v>
                </c:pt>
                <c:pt idx="5966">
                  <c:v>28-12-2021</c:v>
                </c:pt>
                <c:pt idx="5967">
                  <c:v>28-12-2021</c:v>
                </c:pt>
                <c:pt idx="5968">
                  <c:v>28-12-2021</c:v>
                </c:pt>
                <c:pt idx="5969">
                  <c:v>28-12-2021</c:v>
                </c:pt>
                <c:pt idx="5970">
                  <c:v>28-12-2021</c:v>
                </c:pt>
                <c:pt idx="5971">
                  <c:v>28-12-2021</c:v>
                </c:pt>
                <c:pt idx="5972">
                  <c:v>28-12-2021</c:v>
                </c:pt>
                <c:pt idx="5973">
                  <c:v>28-12-2021</c:v>
                </c:pt>
                <c:pt idx="5974">
                  <c:v>28-12-2021</c:v>
                </c:pt>
                <c:pt idx="5975">
                  <c:v>28-12-2021</c:v>
                </c:pt>
                <c:pt idx="5976">
                  <c:v>28-12-2021</c:v>
                </c:pt>
                <c:pt idx="5977">
                  <c:v>28-12-2021</c:v>
                </c:pt>
                <c:pt idx="5978">
                  <c:v>28-12-2021</c:v>
                </c:pt>
                <c:pt idx="5979">
                  <c:v>28-12-2021</c:v>
                </c:pt>
                <c:pt idx="5980">
                  <c:v>28-12-2021</c:v>
                </c:pt>
                <c:pt idx="5981">
                  <c:v>28-12-2021</c:v>
                </c:pt>
                <c:pt idx="5982">
                  <c:v>28-12-2021</c:v>
                </c:pt>
                <c:pt idx="5983">
                  <c:v>28-12-2021</c:v>
                </c:pt>
                <c:pt idx="5984">
                  <c:v>28-12-2021</c:v>
                </c:pt>
                <c:pt idx="5985">
                  <c:v>28-12-2021</c:v>
                </c:pt>
                <c:pt idx="5986">
                  <c:v>28-12-2021</c:v>
                </c:pt>
                <c:pt idx="5987">
                  <c:v>28-12-2021</c:v>
                </c:pt>
                <c:pt idx="5988">
                  <c:v>28-12-2021</c:v>
                </c:pt>
                <c:pt idx="5989">
                  <c:v>28-12-2021</c:v>
                </c:pt>
                <c:pt idx="5990">
                  <c:v>28-12-2021</c:v>
                </c:pt>
                <c:pt idx="5991">
                  <c:v>28-12-2021</c:v>
                </c:pt>
                <c:pt idx="5992">
                  <c:v>28-12-2021</c:v>
                </c:pt>
                <c:pt idx="5993">
                  <c:v>28-12-2021</c:v>
                </c:pt>
                <c:pt idx="5994">
                  <c:v>28-12-2021</c:v>
                </c:pt>
                <c:pt idx="5995">
                  <c:v>28-12-2021</c:v>
                </c:pt>
                <c:pt idx="5996">
                  <c:v>28-12-2021</c:v>
                </c:pt>
                <c:pt idx="5997">
                  <c:v>28-12-2021</c:v>
                </c:pt>
                <c:pt idx="5998">
                  <c:v>28-12-2021</c:v>
                </c:pt>
                <c:pt idx="5999">
                  <c:v>28-12-2021</c:v>
                </c:pt>
                <c:pt idx="6000">
                  <c:v>28-12-2021</c:v>
                </c:pt>
                <c:pt idx="6001">
                  <c:v>28-12-2021</c:v>
                </c:pt>
                <c:pt idx="6002">
                  <c:v>28-12-2021</c:v>
                </c:pt>
                <c:pt idx="6003">
                  <c:v>28-12-2021</c:v>
                </c:pt>
                <c:pt idx="6004">
                  <c:v>28-12-2021</c:v>
                </c:pt>
                <c:pt idx="6005">
                  <c:v>28-12-2021</c:v>
                </c:pt>
                <c:pt idx="6006">
                  <c:v>28-12-2021</c:v>
                </c:pt>
                <c:pt idx="6007">
                  <c:v>28-12-2021</c:v>
                </c:pt>
                <c:pt idx="6008">
                  <c:v>28-12-2021</c:v>
                </c:pt>
                <c:pt idx="6009">
                  <c:v>28-12-2021</c:v>
                </c:pt>
                <c:pt idx="6010">
                  <c:v>28-12-2021</c:v>
                </c:pt>
                <c:pt idx="6011">
                  <c:v>28-12-2021</c:v>
                </c:pt>
                <c:pt idx="6012">
                  <c:v>29-12-2021</c:v>
                </c:pt>
                <c:pt idx="6013">
                  <c:v>29-12-2021</c:v>
                </c:pt>
                <c:pt idx="6014">
                  <c:v>29-12-2021</c:v>
                </c:pt>
                <c:pt idx="6015">
                  <c:v>29-12-2021</c:v>
                </c:pt>
                <c:pt idx="6016">
                  <c:v>29-12-2021</c:v>
                </c:pt>
                <c:pt idx="6017">
                  <c:v>29-12-2021</c:v>
                </c:pt>
                <c:pt idx="6018">
                  <c:v>29-12-2021</c:v>
                </c:pt>
                <c:pt idx="6019">
                  <c:v>29-12-2021</c:v>
                </c:pt>
                <c:pt idx="6020">
                  <c:v>29-12-2021</c:v>
                </c:pt>
                <c:pt idx="6021">
                  <c:v>29-12-2021</c:v>
                </c:pt>
                <c:pt idx="6022">
                  <c:v>29-12-2021</c:v>
                </c:pt>
                <c:pt idx="6023">
                  <c:v>29-12-2021</c:v>
                </c:pt>
                <c:pt idx="6024">
                  <c:v>29-12-2021</c:v>
                </c:pt>
                <c:pt idx="6025">
                  <c:v>29-12-2021</c:v>
                </c:pt>
                <c:pt idx="6026">
                  <c:v>29-12-2021</c:v>
                </c:pt>
                <c:pt idx="6027">
                  <c:v>29-12-2021</c:v>
                </c:pt>
                <c:pt idx="6028">
                  <c:v>29-12-2021</c:v>
                </c:pt>
                <c:pt idx="6029">
                  <c:v>29-12-2021</c:v>
                </c:pt>
                <c:pt idx="6030">
                  <c:v>29-12-2021</c:v>
                </c:pt>
                <c:pt idx="6031">
                  <c:v>29-12-2021</c:v>
                </c:pt>
                <c:pt idx="6032">
                  <c:v>29-12-2021</c:v>
                </c:pt>
                <c:pt idx="6033">
                  <c:v>29-12-2021</c:v>
                </c:pt>
                <c:pt idx="6034">
                  <c:v>29-12-2021</c:v>
                </c:pt>
                <c:pt idx="6035">
                  <c:v>29-12-2021</c:v>
                </c:pt>
                <c:pt idx="6036">
                  <c:v>29-12-2021</c:v>
                </c:pt>
                <c:pt idx="6037">
                  <c:v>29-12-2021</c:v>
                </c:pt>
                <c:pt idx="6038">
                  <c:v>29-12-2021</c:v>
                </c:pt>
                <c:pt idx="6039">
                  <c:v>29-12-2021</c:v>
                </c:pt>
                <c:pt idx="6040">
                  <c:v>29-12-2021</c:v>
                </c:pt>
                <c:pt idx="6041">
                  <c:v>29-12-2021</c:v>
                </c:pt>
                <c:pt idx="6042">
                  <c:v>29-12-2021</c:v>
                </c:pt>
                <c:pt idx="6043">
                  <c:v>29-12-2021</c:v>
                </c:pt>
                <c:pt idx="6044">
                  <c:v>29-12-2021</c:v>
                </c:pt>
                <c:pt idx="6045">
                  <c:v>29-12-2021</c:v>
                </c:pt>
                <c:pt idx="6046">
                  <c:v>29-12-2021</c:v>
                </c:pt>
                <c:pt idx="6047">
                  <c:v>29-12-2021</c:v>
                </c:pt>
                <c:pt idx="6048">
                  <c:v>29-12-2021</c:v>
                </c:pt>
                <c:pt idx="6049">
                  <c:v>29-12-2021</c:v>
                </c:pt>
                <c:pt idx="6050">
                  <c:v>29-12-2021</c:v>
                </c:pt>
                <c:pt idx="6051">
                  <c:v>29-12-2021</c:v>
                </c:pt>
                <c:pt idx="6052">
                  <c:v>29-12-2021</c:v>
                </c:pt>
                <c:pt idx="6053">
                  <c:v>29-12-2021</c:v>
                </c:pt>
                <c:pt idx="6054">
                  <c:v>29-12-2021</c:v>
                </c:pt>
                <c:pt idx="6055">
                  <c:v>29-12-2021</c:v>
                </c:pt>
                <c:pt idx="6056">
                  <c:v>29-12-2021</c:v>
                </c:pt>
                <c:pt idx="6057">
                  <c:v>29-12-2021</c:v>
                </c:pt>
                <c:pt idx="6058">
                  <c:v>30-12-2021</c:v>
                </c:pt>
                <c:pt idx="6059">
                  <c:v>30-12-2021</c:v>
                </c:pt>
                <c:pt idx="6060">
                  <c:v>30-12-2021</c:v>
                </c:pt>
                <c:pt idx="6061">
                  <c:v>30-12-2021</c:v>
                </c:pt>
                <c:pt idx="6062">
                  <c:v>30-12-2021</c:v>
                </c:pt>
                <c:pt idx="6063">
                  <c:v>30-12-2021</c:v>
                </c:pt>
                <c:pt idx="6064">
                  <c:v>30-12-2021</c:v>
                </c:pt>
                <c:pt idx="6065">
                  <c:v>30-12-2021</c:v>
                </c:pt>
                <c:pt idx="6066">
                  <c:v>30-12-2021</c:v>
                </c:pt>
                <c:pt idx="6067">
                  <c:v>30-12-2021</c:v>
                </c:pt>
                <c:pt idx="6068">
                  <c:v>30-12-2021</c:v>
                </c:pt>
                <c:pt idx="6069">
                  <c:v>30-12-2021</c:v>
                </c:pt>
                <c:pt idx="6070">
                  <c:v>30-12-2021</c:v>
                </c:pt>
                <c:pt idx="6071">
                  <c:v>30-12-2021</c:v>
                </c:pt>
                <c:pt idx="6072">
                  <c:v>30-12-2021</c:v>
                </c:pt>
                <c:pt idx="6073">
                  <c:v>30-12-2021</c:v>
                </c:pt>
                <c:pt idx="6074">
                  <c:v>30-12-2021</c:v>
                </c:pt>
                <c:pt idx="6075">
                  <c:v>30-12-2021</c:v>
                </c:pt>
                <c:pt idx="6076">
                  <c:v>30-12-2021</c:v>
                </c:pt>
                <c:pt idx="6077">
                  <c:v>30-12-2021</c:v>
                </c:pt>
                <c:pt idx="6078">
                  <c:v>30-12-2021</c:v>
                </c:pt>
                <c:pt idx="6079">
                  <c:v>30-12-2021</c:v>
                </c:pt>
                <c:pt idx="6080">
                  <c:v>30-12-2021</c:v>
                </c:pt>
                <c:pt idx="6081">
                  <c:v>30-12-2021</c:v>
                </c:pt>
                <c:pt idx="6082">
                  <c:v>30-12-2021</c:v>
                </c:pt>
                <c:pt idx="6083">
                  <c:v>30-12-2021</c:v>
                </c:pt>
                <c:pt idx="6084">
                  <c:v>30-12-2021</c:v>
                </c:pt>
                <c:pt idx="6085">
                  <c:v>30-12-2021</c:v>
                </c:pt>
                <c:pt idx="6086">
                  <c:v>30-12-2021</c:v>
                </c:pt>
                <c:pt idx="6087">
                  <c:v>30-12-2021</c:v>
                </c:pt>
                <c:pt idx="6088">
                  <c:v>30-12-2021</c:v>
                </c:pt>
                <c:pt idx="6089">
                  <c:v>30-12-2021</c:v>
                </c:pt>
                <c:pt idx="6090">
                  <c:v>30-12-2021</c:v>
                </c:pt>
                <c:pt idx="6091">
                  <c:v>30-12-2021</c:v>
                </c:pt>
                <c:pt idx="6092">
                  <c:v>30-12-2021</c:v>
                </c:pt>
                <c:pt idx="6093">
                  <c:v>30-12-2021</c:v>
                </c:pt>
                <c:pt idx="6094">
                  <c:v>30-12-2021</c:v>
                </c:pt>
                <c:pt idx="6095">
                  <c:v>30-12-2021</c:v>
                </c:pt>
                <c:pt idx="6096">
                  <c:v>30-12-2021</c:v>
                </c:pt>
                <c:pt idx="6097">
                  <c:v>30-12-2021</c:v>
                </c:pt>
                <c:pt idx="6098">
                  <c:v>30-12-2021</c:v>
                </c:pt>
                <c:pt idx="6099">
                  <c:v>30-12-2021</c:v>
                </c:pt>
                <c:pt idx="6100">
                  <c:v>30-12-2021</c:v>
                </c:pt>
                <c:pt idx="6101">
                  <c:v>30-12-2021</c:v>
                </c:pt>
                <c:pt idx="6102">
                  <c:v>31-12-2021</c:v>
                </c:pt>
                <c:pt idx="6103">
                  <c:v>31-12-2021</c:v>
                </c:pt>
                <c:pt idx="6104">
                  <c:v>31-12-2021</c:v>
                </c:pt>
                <c:pt idx="6105">
                  <c:v>31-12-2021</c:v>
                </c:pt>
                <c:pt idx="6106">
                  <c:v>31-12-2021</c:v>
                </c:pt>
                <c:pt idx="6107">
                  <c:v>31-12-2021</c:v>
                </c:pt>
                <c:pt idx="6108">
                  <c:v>31-12-2021</c:v>
                </c:pt>
                <c:pt idx="6109">
                  <c:v>31-12-2021</c:v>
                </c:pt>
                <c:pt idx="6110">
                  <c:v>31-12-2021</c:v>
                </c:pt>
                <c:pt idx="6111">
                  <c:v>31-12-2021</c:v>
                </c:pt>
                <c:pt idx="6112">
                  <c:v>31-12-2021</c:v>
                </c:pt>
                <c:pt idx="6113">
                  <c:v>31-12-2021</c:v>
                </c:pt>
                <c:pt idx="6114">
                  <c:v>31-12-2021</c:v>
                </c:pt>
                <c:pt idx="6115">
                  <c:v>31-12-2021</c:v>
                </c:pt>
                <c:pt idx="6116">
                  <c:v>31-12-2021</c:v>
                </c:pt>
                <c:pt idx="6117">
                  <c:v>31-12-2021</c:v>
                </c:pt>
                <c:pt idx="6118">
                  <c:v>31-12-2021</c:v>
                </c:pt>
                <c:pt idx="6119">
                  <c:v>31-12-2021</c:v>
                </c:pt>
                <c:pt idx="6120">
                  <c:v>31-12-2021</c:v>
                </c:pt>
                <c:pt idx="6121">
                  <c:v>31-12-2021</c:v>
                </c:pt>
                <c:pt idx="6122">
                  <c:v>31-12-2021</c:v>
                </c:pt>
                <c:pt idx="6123">
                  <c:v>31-12-2021</c:v>
                </c:pt>
                <c:pt idx="6124">
                  <c:v>31-12-2021</c:v>
                </c:pt>
                <c:pt idx="6125">
                  <c:v>31-12-2021</c:v>
                </c:pt>
                <c:pt idx="6126">
                  <c:v>31-12-2021</c:v>
                </c:pt>
                <c:pt idx="6127">
                  <c:v>31-12-2021</c:v>
                </c:pt>
                <c:pt idx="6128">
                  <c:v>31-12-2021</c:v>
                </c:pt>
                <c:pt idx="6129">
                  <c:v>31-12-2021</c:v>
                </c:pt>
                <c:pt idx="6130">
                  <c:v>31-12-2021</c:v>
                </c:pt>
                <c:pt idx="6131">
                  <c:v>31-12-2021</c:v>
                </c:pt>
                <c:pt idx="6132">
                  <c:v>31-12-2021</c:v>
                </c:pt>
                <c:pt idx="6133">
                  <c:v>31-12-2021</c:v>
                </c:pt>
                <c:pt idx="6134">
                  <c:v>31-12-2021</c:v>
                </c:pt>
                <c:pt idx="6135">
                  <c:v>31-12-2021</c:v>
                </c:pt>
                <c:pt idx="6136">
                  <c:v>31-12-2021</c:v>
                </c:pt>
                <c:pt idx="6137">
                  <c:v>31-12-2021</c:v>
                </c:pt>
                <c:pt idx="6138">
                  <c:v>31-12-2021</c:v>
                </c:pt>
                <c:pt idx="6139">
                  <c:v>31-12-2021</c:v>
                </c:pt>
                <c:pt idx="6140">
                  <c:v>31-12-2021</c:v>
                </c:pt>
                <c:pt idx="6141">
                  <c:v>31-12-2021</c:v>
                </c:pt>
                <c:pt idx="6142">
                  <c:v>31-12-2021</c:v>
                </c:pt>
                <c:pt idx="6143">
                  <c:v>31-12-2021</c:v>
                </c:pt>
                <c:pt idx="6144">
                  <c:v>31-12-2021</c:v>
                </c:pt>
                <c:pt idx="6145">
                  <c:v>31-12-2021</c:v>
                </c:pt>
                <c:pt idx="6146">
                  <c:v>01-01-2022</c:v>
                </c:pt>
                <c:pt idx="6147">
                  <c:v>01-01-2022</c:v>
                </c:pt>
                <c:pt idx="6148">
                  <c:v>01-01-2022</c:v>
                </c:pt>
                <c:pt idx="6149">
                  <c:v>01-01-2022</c:v>
                </c:pt>
                <c:pt idx="6150">
                  <c:v>01-01-2022</c:v>
                </c:pt>
                <c:pt idx="6151">
                  <c:v>01-01-2022</c:v>
                </c:pt>
                <c:pt idx="6152">
                  <c:v>01-01-2022</c:v>
                </c:pt>
                <c:pt idx="6153">
                  <c:v>01-01-2022</c:v>
                </c:pt>
                <c:pt idx="6154">
                  <c:v>01-01-2022</c:v>
                </c:pt>
                <c:pt idx="6155">
                  <c:v>01-01-2022</c:v>
                </c:pt>
                <c:pt idx="6156">
                  <c:v>01-01-2022</c:v>
                </c:pt>
                <c:pt idx="6157">
                  <c:v>01-01-2022</c:v>
                </c:pt>
                <c:pt idx="6158">
                  <c:v>01-01-2022</c:v>
                </c:pt>
                <c:pt idx="6159">
                  <c:v>01-01-2022</c:v>
                </c:pt>
                <c:pt idx="6160">
                  <c:v>01-01-2022</c:v>
                </c:pt>
                <c:pt idx="6161">
                  <c:v>01-01-2022</c:v>
                </c:pt>
                <c:pt idx="6162">
                  <c:v>01-01-2022</c:v>
                </c:pt>
                <c:pt idx="6163">
                  <c:v>01-01-2022</c:v>
                </c:pt>
                <c:pt idx="6164">
                  <c:v>01-01-2022</c:v>
                </c:pt>
                <c:pt idx="6165">
                  <c:v>01-01-2022</c:v>
                </c:pt>
                <c:pt idx="6166">
                  <c:v>01-01-2022</c:v>
                </c:pt>
                <c:pt idx="6167">
                  <c:v>01-01-2022</c:v>
                </c:pt>
                <c:pt idx="6168">
                  <c:v>01-01-2022</c:v>
                </c:pt>
                <c:pt idx="6169">
                  <c:v>01-01-2022</c:v>
                </c:pt>
                <c:pt idx="6170">
                  <c:v>01-01-2022</c:v>
                </c:pt>
                <c:pt idx="6171">
                  <c:v>01-01-2022</c:v>
                </c:pt>
                <c:pt idx="6172">
                  <c:v>01-01-2022</c:v>
                </c:pt>
                <c:pt idx="6173">
                  <c:v>01-01-2022</c:v>
                </c:pt>
                <c:pt idx="6174">
                  <c:v>01-01-2022</c:v>
                </c:pt>
                <c:pt idx="6175">
                  <c:v>01-01-2022</c:v>
                </c:pt>
                <c:pt idx="6176">
                  <c:v>01-01-2022</c:v>
                </c:pt>
                <c:pt idx="6177">
                  <c:v>01-01-2022</c:v>
                </c:pt>
                <c:pt idx="6178">
                  <c:v>01-01-2022</c:v>
                </c:pt>
                <c:pt idx="6179">
                  <c:v>01-01-2022</c:v>
                </c:pt>
                <c:pt idx="6180">
                  <c:v>01-01-2022</c:v>
                </c:pt>
                <c:pt idx="6181">
                  <c:v>01-01-2022</c:v>
                </c:pt>
                <c:pt idx="6182">
                  <c:v>01-01-2022</c:v>
                </c:pt>
                <c:pt idx="6183">
                  <c:v>01-01-2022</c:v>
                </c:pt>
                <c:pt idx="6184">
                  <c:v>01-01-2022</c:v>
                </c:pt>
                <c:pt idx="6185">
                  <c:v>01-01-2022</c:v>
                </c:pt>
                <c:pt idx="6186">
                  <c:v>01-01-2022</c:v>
                </c:pt>
                <c:pt idx="6187">
                  <c:v>01-01-2022</c:v>
                </c:pt>
                <c:pt idx="6188">
                  <c:v>01-01-2022</c:v>
                </c:pt>
                <c:pt idx="6189">
                  <c:v>01-01-2022</c:v>
                </c:pt>
                <c:pt idx="6190">
                  <c:v>01-01-2022</c:v>
                </c:pt>
                <c:pt idx="6191">
                  <c:v>01-01-2022</c:v>
                </c:pt>
                <c:pt idx="6192">
                  <c:v>02-01-2022</c:v>
                </c:pt>
                <c:pt idx="6193">
                  <c:v>02-01-2022</c:v>
                </c:pt>
                <c:pt idx="6194">
                  <c:v>02-01-2022</c:v>
                </c:pt>
                <c:pt idx="6195">
                  <c:v>02-01-2022</c:v>
                </c:pt>
                <c:pt idx="6196">
                  <c:v>02-01-2022</c:v>
                </c:pt>
                <c:pt idx="6197">
                  <c:v>02-01-2022</c:v>
                </c:pt>
                <c:pt idx="6198">
                  <c:v>02-01-2022</c:v>
                </c:pt>
                <c:pt idx="6199">
                  <c:v>02-01-2022</c:v>
                </c:pt>
                <c:pt idx="6200">
                  <c:v>02-01-2022</c:v>
                </c:pt>
                <c:pt idx="6201">
                  <c:v>02-01-2022</c:v>
                </c:pt>
                <c:pt idx="6202">
                  <c:v>02-01-2022</c:v>
                </c:pt>
                <c:pt idx="6203">
                  <c:v>02-01-2022</c:v>
                </c:pt>
                <c:pt idx="6204">
                  <c:v>02-01-2022</c:v>
                </c:pt>
                <c:pt idx="6205">
                  <c:v>02-01-2022</c:v>
                </c:pt>
                <c:pt idx="6206">
                  <c:v>02-01-2022</c:v>
                </c:pt>
                <c:pt idx="6207">
                  <c:v>02-01-2022</c:v>
                </c:pt>
                <c:pt idx="6208">
                  <c:v>02-01-2022</c:v>
                </c:pt>
                <c:pt idx="6209">
                  <c:v>02-01-2022</c:v>
                </c:pt>
                <c:pt idx="6210">
                  <c:v>02-01-2022</c:v>
                </c:pt>
                <c:pt idx="6211">
                  <c:v>02-01-2022</c:v>
                </c:pt>
                <c:pt idx="6212">
                  <c:v>02-01-2022</c:v>
                </c:pt>
                <c:pt idx="6213">
                  <c:v>02-01-2022</c:v>
                </c:pt>
                <c:pt idx="6214">
                  <c:v>02-01-2022</c:v>
                </c:pt>
                <c:pt idx="6215">
                  <c:v>02-01-2022</c:v>
                </c:pt>
                <c:pt idx="6216">
                  <c:v>02-01-2022</c:v>
                </c:pt>
                <c:pt idx="6217">
                  <c:v>02-01-2022</c:v>
                </c:pt>
                <c:pt idx="6218">
                  <c:v>02-01-2022</c:v>
                </c:pt>
                <c:pt idx="6219">
                  <c:v>02-01-2022</c:v>
                </c:pt>
                <c:pt idx="6220">
                  <c:v>02-01-2022</c:v>
                </c:pt>
                <c:pt idx="6221">
                  <c:v>02-01-2022</c:v>
                </c:pt>
                <c:pt idx="6222">
                  <c:v>02-01-2022</c:v>
                </c:pt>
                <c:pt idx="6223">
                  <c:v>02-01-2022</c:v>
                </c:pt>
                <c:pt idx="6224">
                  <c:v>02-01-2022</c:v>
                </c:pt>
                <c:pt idx="6225">
                  <c:v>02-01-2022</c:v>
                </c:pt>
                <c:pt idx="6226">
                  <c:v>02-01-2022</c:v>
                </c:pt>
                <c:pt idx="6227">
                  <c:v>02-01-2022</c:v>
                </c:pt>
                <c:pt idx="6228">
                  <c:v>02-01-2022</c:v>
                </c:pt>
                <c:pt idx="6229">
                  <c:v>02-01-2022</c:v>
                </c:pt>
                <c:pt idx="6230">
                  <c:v>02-01-2022</c:v>
                </c:pt>
                <c:pt idx="6231">
                  <c:v>02-01-2022</c:v>
                </c:pt>
                <c:pt idx="6232">
                  <c:v>02-01-2022</c:v>
                </c:pt>
                <c:pt idx="6233">
                  <c:v>02-01-2022</c:v>
                </c:pt>
                <c:pt idx="6234">
                  <c:v>02-01-2022</c:v>
                </c:pt>
                <c:pt idx="6235">
                  <c:v>02-01-2022</c:v>
                </c:pt>
                <c:pt idx="6236">
                  <c:v>02-01-2022</c:v>
                </c:pt>
                <c:pt idx="6237">
                  <c:v>02-01-2022</c:v>
                </c:pt>
                <c:pt idx="6238">
                  <c:v>02-01-2022</c:v>
                </c:pt>
                <c:pt idx="6239">
                  <c:v>03-01-2022</c:v>
                </c:pt>
                <c:pt idx="6240">
                  <c:v>03-01-2022</c:v>
                </c:pt>
                <c:pt idx="6241">
                  <c:v>03-01-2022</c:v>
                </c:pt>
                <c:pt idx="6242">
                  <c:v>03-01-2022</c:v>
                </c:pt>
                <c:pt idx="6243">
                  <c:v>03-01-2022</c:v>
                </c:pt>
                <c:pt idx="6244">
                  <c:v>03-01-2022</c:v>
                </c:pt>
                <c:pt idx="6245">
                  <c:v>03-01-2022</c:v>
                </c:pt>
                <c:pt idx="6246">
                  <c:v>03-01-2022</c:v>
                </c:pt>
                <c:pt idx="6247">
                  <c:v>03-01-2022</c:v>
                </c:pt>
                <c:pt idx="6248">
                  <c:v>03-01-2022</c:v>
                </c:pt>
                <c:pt idx="6249">
                  <c:v>03-01-2022</c:v>
                </c:pt>
                <c:pt idx="6250">
                  <c:v>03-01-2022</c:v>
                </c:pt>
                <c:pt idx="6251">
                  <c:v>03-01-2022</c:v>
                </c:pt>
                <c:pt idx="6252">
                  <c:v>03-01-2022</c:v>
                </c:pt>
                <c:pt idx="6253">
                  <c:v>03-01-2022</c:v>
                </c:pt>
                <c:pt idx="6254">
                  <c:v>03-01-2022</c:v>
                </c:pt>
                <c:pt idx="6255">
                  <c:v>03-01-2022</c:v>
                </c:pt>
                <c:pt idx="6256">
                  <c:v>03-01-2022</c:v>
                </c:pt>
                <c:pt idx="6257">
                  <c:v>03-01-2022</c:v>
                </c:pt>
                <c:pt idx="6258">
                  <c:v>03-01-2022</c:v>
                </c:pt>
                <c:pt idx="6259">
                  <c:v>03-01-2022</c:v>
                </c:pt>
                <c:pt idx="6260">
                  <c:v>03-01-2022</c:v>
                </c:pt>
                <c:pt idx="6261">
                  <c:v>03-01-2022</c:v>
                </c:pt>
                <c:pt idx="6262">
                  <c:v>03-01-2022</c:v>
                </c:pt>
                <c:pt idx="6263">
                  <c:v>03-01-2022</c:v>
                </c:pt>
                <c:pt idx="6264">
                  <c:v>03-01-2022</c:v>
                </c:pt>
                <c:pt idx="6265">
                  <c:v>03-01-2022</c:v>
                </c:pt>
                <c:pt idx="6266">
                  <c:v>03-01-2022</c:v>
                </c:pt>
                <c:pt idx="6267">
                  <c:v>03-01-2022</c:v>
                </c:pt>
                <c:pt idx="6268">
                  <c:v>03-01-2022</c:v>
                </c:pt>
                <c:pt idx="6269">
                  <c:v>03-01-2022</c:v>
                </c:pt>
                <c:pt idx="6270">
                  <c:v>03-01-2022</c:v>
                </c:pt>
                <c:pt idx="6271">
                  <c:v>03-01-2022</c:v>
                </c:pt>
                <c:pt idx="6272">
                  <c:v>03-01-2022</c:v>
                </c:pt>
                <c:pt idx="6273">
                  <c:v>03-01-2022</c:v>
                </c:pt>
                <c:pt idx="6274">
                  <c:v>03-01-2022</c:v>
                </c:pt>
                <c:pt idx="6275">
                  <c:v>03-01-2022</c:v>
                </c:pt>
                <c:pt idx="6276">
                  <c:v>03-01-2022</c:v>
                </c:pt>
                <c:pt idx="6277">
                  <c:v>03-01-2022</c:v>
                </c:pt>
                <c:pt idx="6278">
                  <c:v>03-01-2022</c:v>
                </c:pt>
                <c:pt idx="6279">
                  <c:v>03-01-2022</c:v>
                </c:pt>
                <c:pt idx="6280">
                  <c:v>03-01-2022</c:v>
                </c:pt>
                <c:pt idx="6281">
                  <c:v>03-01-2022</c:v>
                </c:pt>
                <c:pt idx="6282">
                  <c:v>03-01-2022</c:v>
                </c:pt>
                <c:pt idx="6283">
                  <c:v>03-01-2022</c:v>
                </c:pt>
                <c:pt idx="6284">
                  <c:v>03-01-2022</c:v>
                </c:pt>
                <c:pt idx="6285">
                  <c:v>04-01-2022</c:v>
                </c:pt>
                <c:pt idx="6286">
                  <c:v>04-01-2022</c:v>
                </c:pt>
                <c:pt idx="6287">
                  <c:v>04-01-2022</c:v>
                </c:pt>
                <c:pt idx="6288">
                  <c:v>04-01-2022</c:v>
                </c:pt>
                <c:pt idx="6289">
                  <c:v>04-01-2022</c:v>
                </c:pt>
                <c:pt idx="6290">
                  <c:v>04-01-2022</c:v>
                </c:pt>
                <c:pt idx="6291">
                  <c:v>04-01-2022</c:v>
                </c:pt>
                <c:pt idx="6292">
                  <c:v>04-01-2022</c:v>
                </c:pt>
                <c:pt idx="6293">
                  <c:v>04-01-2022</c:v>
                </c:pt>
                <c:pt idx="6294">
                  <c:v>04-01-2022</c:v>
                </c:pt>
                <c:pt idx="6295">
                  <c:v>04-01-2022</c:v>
                </c:pt>
                <c:pt idx="6296">
                  <c:v>04-01-2022</c:v>
                </c:pt>
                <c:pt idx="6297">
                  <c:v>04-01-2022</c:v>
                </c:pt>
                <c:pt idx="6298">
                  <c:v>04-01-2022</c:v>
                </c:pt>
                <c:pt idx="6299">
                  <c:v>04-01-2022</c:v>
                </c:pt>
                <c:pt idx="6300">
                  <c:v>04-01-2022</c:v>
                </c:pt>
                <c:pt idx="6301">
                  <c:v>04-01-2022</c:v>
                </c:pt>
                <c:pt idx="6302">
                  <c:v>04-01-2022</c:v>
                </c:pt>
                <c:pt idx="6303">
                  <c:v>04-01-2022</c:v>
                </c:pt>
                <c:pt idx="6304">
                  <c:v>04-01-2022</c:v>
                </c:pt>
                <c:pt idx="6305">
                  <c:v>04-01-2022</c:v>
                </c:pt>
                <c:pt idx="6306">
                  <c:v>04-01-2022</c:v>
                </c:pt>
                <c:pt idx="6307">
                  <c:v>04-01-2022</c:v>
                </c:pt>
                <c:pt idx="6308">
                  <c:v>04-01-2022</c:v>
                </c:pt>
                <c:pt idx="6309">
                  <c:v>04-01-2022</c:v>
                </c:pt>
                <c:pt idx="6310">
                  <c:v>04-01-2022</c:v>
                </c:pt>
                <c:pt idx="6311">
                  <c:v>04-01-2022</c:v>
                </c:pt>
                <c:pt idx="6312">
                  <c:v>04-01-2022</c:v>
                </c:pt>
                <c:pt idx="6313">
                  <c:v>04-01-2022</c:v>
                </c:pt>
                <c:pt idx="6314">
                  <c:v>04-01-2022</c:v>
                </c:pt>
                <c:pt idx="6315">
                  <c:v>04-01-2022</c:v>
                </c:pt>
                <c:pt idx="6316">
                  <c:v>04-01-2022</c:v>
                </c:pt>
                <c:pt idx="6317">
                  <c:v>04-01-2022</c:v>
                </c:pt>
                <c:pt idx="6318">
                  <c:v>04-01-2022</c:v>
                </c:pt>
                <c:pt idx="6319">
                  <c:v>04-01-2022</c:v>
                </c:pt>
                <c:pt idx="6320">
                  <c:v>04-01-2022</c:v>
                </c:pt>
                <c:pt idx="6321">
                  <c:v>04-01-2022</c:v>
                </c:pt>
                <c:pt idx="6322">
                  <c:v>04-01-2022</c:v>
                </c:pt>
                <c:pt idx="6323">
                  <c:v>04-01-2022</c:v>
                </c:pt>
                <c:pt idx="6324">
                  <c:v>04-01-2022</c:v>
                </c:pt>
                <c:pt idx="6325">
                  <c:v>04-01-2022</c:v>
                </c:pt>
                <c:pt idx="6326">
                  <c:v>04-01-2022</c:v>
                </c:pt>
                <c:pt idx="6327">
                  <c:v>04-01-2022</c:v>
                </c:pt>
                <c:pt idx="6328">
                  <c:v>04-01-2022</c:v>
                </c:pt>
                <c:pt idx="6329">
                  <c:v>05-01-2022</c:v>
                </c:pt>
                <c:pt idx="6330">
                  <c:v>05-01-2022</c:v>
                </c:pt>
                <c:pt idx="6331">
                  <c:v>05-01-2022</c:v>
                </c:pt>
                <c:pt idx="6332">
                  <c:v>05-01-2022</c:v>
                </c:pt>
                <c:pt idx="6333">
                  <c:v>05-01-2022</c:v>
                </c:pt>
                <c:pt idx="6334">
                  <c:v>05-01-2022</c:v>
                </c:pt>
                <c:pt idx="6335">
                  <c:v>05-01-2022</c:v>
                </c:pt>
                <c:pt idx="6336">
                  <c:v>05-01-2022</c:v>
                </c:pt>
                <c:pt idx="6337">
                  <c:v>05-01-2022</c:v>
                </c:pt>
                <c:pt idx="6338">
                  <c:v>05-01-2022</c:v>
                </c:pt>
                <c:pt idx="6339">
                  <c:v>05-01-2022</c:v>
                </c:pt>
                <c:pt idx="6340">
                  <c:v>05-01-2022</c:v>
                </c:pt>
                <c:pt idx="6341">
                  <c:v>05-01-2022</c:v>
                </c:pt>
                <c:pt idx="6342">
                  <c:v>05-01-2022</c:v>
                </c:pt>
                <c:pt idx="6343">
                  <c:v>05-01-2022</c:v>
                </c:pt>
                <c:pt idx="6344">
                  <c:v>05-01-2022</c:v>
                </c:pt>
                <c:pt idx="6345">
                  <c:v>05-01-2022</c:v>
                </c:pt>
                <c:pt idx="6346">
                  <c:v>05-01-2022</c:v>
                </c:pt>
                <c:pt idx="6347">
                  <c:v>05-01-2022</c:v>
                </c:pt>
                <c:pt idx="6348">
                  <c:v>05-01-2022</c:v>
                </c:pt>
                <c:pt idx="6349">
                  <c:v>05-01-2022</c:v>
                </c:pt>
                <c:pt idx="6350">
                  <c:v>05-01-2022</c:v>
                </c:pt>
                <c:pt idx="6351">
                  <c:v>05-01-2022</c:v>
                </c:pt>
                <c:pt idx="6352">
                  <c:v>05-01-2022</c:v>
                </c:pt>
                <c:pt idx="6353">
                  <c:v>05-01-2022</c:v>
                </c:pt>
                <c:pt idx="6354">
                  <c:v>05-01-2022</c:v>
                </c:pt>
                <c:pt idx="6355">
                  <c:v>05-01-2022</c:v>
                </c:pt>
                <c:pt idx="6356">
                  <c:v>05-01-2022</c:v>
                </c:pt>
                <c:pt idx="6357">
                  <c:v>06-01-2022</c:v>
                </c:pt>
                <c:pt idx="6358">
                  <c:v>06-01-2022</c:v>
                </c:pt>
                <c:pt idx="6359">
                  <c:v>06-01-2022</c:v>
                </c:pt>
                <c:pt idx="6360">
                  <c:v>06-01-2022</c:v>
                </c:pt>
                <c:pt idx="6361">
                  <c:v>06-01-2022</c:v>
                </c:pt>
                <c:pt idx="6362">
                  <c:v>06-01-2022</c:v>
                </c:pt>
                <c:pt idx="6363">
                  <c:v>06-01-2022</c:v>
                </c:pt>
                <c:pt idx="6364">
                  <c:v>06-01-2022</c:v>
                </c:pt>
                <c:pt idx="6365">
                  <c:v>06-01-2022</c:v>
                </c:pt>
                <c:pt idx="6366">
                  <c:v>06-01-2022</c:v>
                </c:pt>
                <c:pt idx="6367">
                  <c:v>06-01-2022</c:v>
                </c:pt>
                <c:pt idx="6368">
                  <c:v>06-01-2022</c:v>
                </c:pt>
                <c:pt idx="6369">
                  <c:v>06-01-2022</c:v>
                </c:pt>
                <c:pt idx="6370">
                  <c:v>06-01-2022</c:v>
                </c:pt>
                <c:pt idx="6371">
                  <c:v>06-01-2022</c:v>
                </c:pt>
                <c:pt idx="6372">
                  <c:v>06-01-2022</c:v>
                </c:pt>
                <c:pt idx="6373">
                  <c:v>06-01-2022</c:v>
                </c:pt>
                <c:pt idx="6374">
                  <c:v>06-01-2022</c:v>
                </c:pt>
                <c:pt idx="6375">
                  <c:v>06-01-2022</c:v>
                </c:pt>
                <c:pt idx="6376">
                  <c:v>06-01-2022</c:v>
                </c:pt>
                <c:pt idx="6377">
                  <c:v>07-01-2022</c:v>
                </c:pt>
                <c:pt idx="6378">
                  <c:v>07-01-2022</c:v>
                </c:pt>
                <c:pt idx="6379">
                  <c:v>07-01-2022</c:v>
                </c:pt>
                <c:pt idx="6380">
                  <c:v>07-01-2022</c:v>
                </c:pt>
                <c:pt idx="6381">
                  <c:v>07-01-2022</c:v>
                </c:pt>
                <c:pt idx="6382">
                  <c:v>07-01-2022</c:v>
                </c:pt>
                <c:pt idx="6383">
                  <c:v>07-01-2022</c:v>
                </c:pt>
                <c:pt idx="6384">
                  <c:v>07-01-2022</c:v>
                </c:pt>
                <c:pt idx="6385">
                  <c:v>07-01-2022</c:v>
                </c:pt>
                <c:pt idx="6386">
                  <c:v>07-01-2022</c:v>
                </c:pt>
                <c:pt idx="6387">
                  <c:v>07-01-2022</c:v>
                </c:pt>
                <c:pt idx="6388">
                  <c:v>07-01-2022</c:v>
                </c:pt>
                <c:pt idx="6389">
                  <c:v>07-01-2022</c:v>
                </c:pt>
                <c:pt idx="6390">
                  <c:v>07-01-2022</c:v>
                </c:pt>
                <c:pt idx="6391">
                  <c:v>07-01-2022</c:v>
                </c:pt>
                <c:pt idx="6392">
                  <c:v>07-01-2022</c:v>
                </c:pt>
                <c:pt idx="6393">
                  <c:v>07-01-2022</c:v>
                </c:pt>
                <c:pt idx="6394">
                  <c:v>07-01-2022</c:v>
                </c:pt>
                <c:pt idx="6395">
                  <c:v>07-01-2022</c:v>
                </c:pt>
                <c:pt idx="6396">
                  <c:v>07-01-2022</c:v>
                </c:pt>
                <c:pt idx="6397">
                  <c:v>08-01-2022</c:v>
                </c:pt>
                <c:pt idx="6398">
                  <c:v>08-01-2022</c:v>
                </c:pt>
                <c:pt idx="6399">
                  <c:v>08-01-2022</c:v>
                </c:pt>
                <c:pt idx="6400">
                  <c:v>08-01-2022</c:v>
                </c:pt>
                <c:pt idx="6401">
                  <c:v>08-01-2022</c:v>
                </c:pt>
                <c:pt idx="6402">
                  <c:v>08-01-2022</c:v>
                </c:pt>
                <c:pt idx="6403">
                  <c:v>08-01-2022</c:v>
                </c:pt>
                <c:pt idx="6404">
                  <c:v>08-01-2022</c:v>
                </c:pt>
                <c:pt idx="6405">
                  <c:v>08-01-2022</c:v>
                </c:pt>
                <c:pt idx="6406">
                  <c:v>08-01-2022</c:v>
                </c:pt>
                <c:pt idx="6407">
                  <c:v>08-01-2022</c:v>
                </c:pt>
                <c:pt idx="6408">
                  <c:v>08-01-2022</c:v>
                </c:pt>
                <c:pt idx="6409">
                  <c:v>08-01-2022</c:v>
                </c:pt>
                <c:pt idx="6410">
                  <c:v>08-01-2022</c:v>
                </c:pt>
                <c:pt idx="6411">
                  <c:v>08-01-2022</c:v>
                </c:pt>
                <c:pt idx="6412">
                  <c:v>08-01-2022</c:v>
                </c:pt>
                <c:pt idx="6413">
                  <c:v>08-01-2022</c:v>
                </c:pt>
                <c:pt idx="6414">
                  <c:v>08-01-2022</c:v>
                </c:pt>
                <c:pt idx="6415">
                  <c:v>08-01-2022</c:v>
                </c:pt>
                <c:pt idx="6416">
                  <c:v>08-01-2022</c:v>
                </c:pt>
                <c:pt idx="6417">
                  <c:v>08-01-2022</c:v>
                </c:pt>
                <c:pt idx="6418">
                  <c:v>08-01-2022</c:v>
                </c:pt>
                <c:pt idx="6419">
                  <c:v>08-01-2022</c:v>
                </c:pt>
                <c:pt idx="6420">
                  <c:v>08-01-2022</c:v>
                </c:pt>
                <c:pt idx="6421">
                  <c:v>08-01-2022</c:v>
                </c:pt>
                <c:pt idx="6422">
                  <c:v>08-01-2022</c:v>
                </c:pt>
                <c:pt idx="6423">
                  <c:v>08-01-2022</c:v>
                </c:pt>
                <c:pt idx="6424">
                  <c:v>08-01-2022</c:v>
                </c:pt>
                <c:pt idx="6425">
                  <c:v>08-01-2022</c:v>
                </c:pt>
                <c:pt idx="6426">
                  <c:v>08-01-2022</c:v>
                </c:pt>
                <c:pt idx="6427">
                  <c:v>08-01-2022</c:v>
                </c:pt>
                <c:pt idx="6428">
                  <c:v>08-01-2022</c:v>
                </c:pt>
                <c:pt idx="6429">
                  <c:v>08-01-2022</c:v>
                </c:pt>
                <c:pt idx="6430">
                  <c:v>08-01-2022</c:v>
                </c:pt>
                <c:pt idx="6431">
                  <c:v>08-01-2022</c:v>
                </c:pt>
                <c:pt idx="6432">
                  <c:v>08-01-2022</c:v>
                </c:pt>
                <c:pt idx="6433">
                  <c:v>08-01-2022</c:v>
                </c:pt>
                <c:pt idx="6434">
                  <c:v>08-01-2022</c:v>
                </c:pt>
                <c:pt idx="6435">
                  <c:v>08-01-2022</c:v>
                </c:pt>
                <c:pt idx="6436">
                  <c:v>08-01-2022</c:v>
                </c:pt>
                <c:pt idx="6437">
                  <c:v>08-01-2022</c:v>
                </c:pt>
                <c:pt idx="6438">
                  <c:v>08-01-2022</c:v>
                </c:pt>
                <c:pt idx="6439">
                  <c:v>08-01-2022</c:v>
                </c:pt>
                <c:pt idx="6440">
                  <c:v>09-01-2022</c:v>
                </c:pt>
                <c:pt idx="6441">
                  <c:v>09-01-2022</c:v>
                </c:pt>
                <c:pt idx="6442">
                  <c:v>09-01-2022</c:v>
                </c:pt>
                <c:pt idx="6443">
                  <c:v>09-01-2022</c:v>
                </c:pt>
                <c:pt idx="6444">
                  <c:v>09-01-2022</c:v>
                </c:pt>
                <c:pt idx="6445">
                  <c:v>09-01-2022</c:v>
                </c:pt>
                <c:pt idx="6446">
                  <c:v>09-01-2022</c:v>
                </c:pt>
                <c:pt idx="6447">
                  <c:v>09-01-2022</c:v>
                </c:pt>
                <c:pt idx="6448">
                  <c:v>09-01-2022</c:v>
                </c:pt>
                <c:pt idx="6449">
                  <c:v>09-01-2022</c:v>
                </c:pt>
                <c:pt idx="6450">
                  <c:v>09-01-2022</c:v>
                </c:pt>
                <c:pt idx="6451">
                  <c:v>09-01-2022</c:v>
                </c:pt>
                <c:pt idx="6452">
                  <c:v>09-01-2022</c:v>
                </c:pt>
                <c:pt idx="6453">
                  <c:v>09-01-2022</c:v>
                </c:pt>
                <c:pt idx="6454">
                  <c:v>09-01-2022</c:v>
                </c:pt>
                <c:pt idx="6455">
                  <c:v>09-01-2022</c:v>
                </c:pt>
                <c:pt idx="6456">
                  <c:v>09-01-2022</c:v>
                </c:pt>
                <c:pt idx="6457">
                  <c:v>09-01-2022</c:v>
                </c:pt>
                <c:pt idx="6458">
                  <c:v>09-01-2022</c:v>
                </c:pt>
                <c:pt idx="6459">
                  <c:v>09-01-2022</c:v>
                </c:pt>
                <c:pt idx="6460">
                  <c:v>09-01-2022</c:v>
                </c:pt>
                <c:pt idx="6461">
                  <c:v>09-01-2022</c:v>
                </c:pt>
                <c:pt idx="6462">
                  <c:v>09-01-2022</c:v>
                </c:pt>
                <c:pt idx="6463">
                  <c:v>09-01-2022</c:v>
                </c:pt>
                <c:pt idx="6464">
                  <c:v>09-01-2022</c:v>
                </c:pt>
                <c:pt idx="6465">
                  <c:v>09-01-2022</c:v>
                </c:pt>
                <c:pt idx="6466">
                  <c:v>09-01-2022</c:v>
                </c:pt>
                <c:pt idx="6467">
                  <c:v>09-01-2022</c:v>
                </c:pt>
                <c:pt idx="6468">
                  <c:v>09-01-2022</c:v>
                </c:pt>
                <c:pt idx="6469">
                  <c:v>09-01-2022</c:v>
                </c:pt>
                <c:pt idx="6470">
                  <c:v>09-01-2022</c:v>
                </c:pt>
                <c:pt idx="6471">
                  <c:v>09-01-2022</c:v>
                </c:pt>
                <c:pt idx="6472">
                  <c:v>09-01-2022</c:v>
                </c:pt>
                <c:pt idx="6473">
                  <c:v>09-01-2022</c:v>
                </c:pt>
                <c:pt idx="6474">
                  <c:v>09-01-2022</c:v>
                </c:pt>
                <c:pt idx="6475">
                  <c:v>09-01-2022</c:v>
                </c:pt>
                <c:pt idx="6476">
                  <c:v>09-01-2022</c:v>
                </c:pt>
                <c:pt idx="6477">
                  <c:v>09-01-2022</c:v>
                </c:pt>
                <c:pt idx="6478">
                  <c:v>09-01-2022</c:v>
                </c:pt>
                <c:pt idx="6479">
                  <c:v>09-01-2022</c:v>
                </c:pt>
                <c:pt idx="6480">
                  <c:v>09-01-2022</c:v>
                </c:pt>
                <c:pt idx="6481">
                  <c:v>09-01-2022</c:v>
                </c:pt>
                <c:pt idx="6482">
                  <c:v>09-01-2022</c:v>
                </c:pt>
                <c:pt idx="6483">
                  <c:v>09-01-2022</c:v>
                </c:pt>
                <c:pt idx="6484">
                  <c:v>09-01-2022</c:v>
                </c:pt>
                <c:pt idx="6485">
                  <c:v>09-01-2022</c:v>
                </c:pt>
                <c:pt idx="6486">
                  <c:v>10-01-2022</c:v>
                </c:pt>
                <c:pt idx="6487">
                  <c:v>10-01-2022</c:v>
                </c:pt>
                <c:pt idx="6488">
                  <c:v>10-01-2022</c:v>
                </c:pt>
                <c:pt idx="6489">
                  <c:v>10-01-2022</c:v>
                </c:pt>
                <c:pt idx="6490">
                  <c:v>10-01-2022</c:v>
                </c:pt>
                <c:pt idx="6491">
                  <c:v>10-01-2022</c:v>
                </c:pt>
                <c:pt idx="6492">
                  <c:v>10-01-2022</c:v>
                </c:pt>
                <c:pt idx="6493">
                  <c:v>10-01-2022</c:v>
                </c:pt>
                <c:pt idx="6494">
                  <c:v>10-01-2022</c:v>
                </c:pt>
                <c:pt idx="6495">
                  <c:v>10-01-2022</c:v>
                </c:pt>
                <c:pt idx="6496">
                  <c:v>10-01-2022</c:v>
                </c:pt>
                <c:pt idx="6497">
                  <c:v>10-01-2022</c:v>
                </c:pt>
                <c:pt idx="6498">
                  <c:v>10-01-2022</c:v>
                </c:pt>
                <c:pt idx="6499">
                  <c:v>10-01-2022</c:v>
                </c:pt>
                <c:pt idx="6500">
                  <c:v>10-01-2022</c:v>
                </c:pt>
                <c:pt idx="6501">
                  <c:v>10-01-2022</c:v>
                </c:pt>
                <c:pt idx="6502">
                  <c:v>10-01-2022</c:v>
                </c:pt>
                <c:pt idx="6503">
                  <c:v>10-01-2022</c:v>
                </c:pt>
                <c:pt idx="6504">
                  <c:v>10-01-2022</c:v>
                </c:pt>
                <c:pt idx="6505">
                  <c:v>10-01-2022</c:v>
                </c:pt>
                <c:pt idx="6506">
                  <c:v>11-01-2022</c:v>
                </c:pt>
                <c:pt idx="6507">
                  <c:v>11-01-2022</c:v>
                </c:pt>
                <c:pt idx="6508">
                  <c:v>11-01-2022</c:v>
                </c:pt>
                <c:pt idx="6509">
                  <c:v>11-01-2022</c:v>
                </c:pt>
                <c:pt idx="6510">
                  <c:v>11-01-2022</c:v>
                </c:pt>
                <c:pt idx="6511">
                  <c:v>11-01-2022</c:v>
                </c:pt>
                <c:pt idx="6512">
                  <c:v>11-01-2022</c:v>
                </c:pt>
                <c:pt idx="6513">
                  <c:v>11-01-2022</c:v>
                </c:pt>
                <c:pt idx="6514">
                  <c:v>11-01-2022</c:v>
                </c:pt>
                <c:pt idx="6515">
                  <c:v>11-01-2022</c:v>
                </c:pt>
                <c:pt idx="6516">
                  <c:v>11-01-2022</c:v>
                </c:pt>
                <c:pt idx="6517">
                  <c:v>11-01-2022</c:v>
                </c:pt>
                <c:pt idx="6518">
                  <c:v>11-01-2022</c:v>
                </c:pt>
                <c:pt idx="6519">
                  <c:v>11-01-2022</c:v>
                </c:pt>
                <c:pt idx="6520">
                  <c:v>11-01-2022</c:v>
                </c:pt>
                <c:pt idx="6521">
                  <c:v>11-01-2022</c:v>
                </c:pt>
                <c:pt idx="6522">
                  <c:v>11-01-2022</c:v>
                </c:pt>
                <c:pt idx="6523">
                  <c:v>11-01-2022</c:v>
                </c:pt>
                <c:pt idx="6524">
                  <c:v>11-01-2022</c:v>
                </c:pt>
                <c:pt idx="6525">
                  <c:v>11-01-2022</c:v>
                </c:pt>
                <c:pt idx="6526">
                  <c:v>11-01-2022</c:v>
                </c:pt>
                <c:pt idx="6527">
                  <c:v>11-01-2022</c:v>
                </c:pt>
                <c:pt idx="6528">
                  <c:v>11-01-2022</c:v>
                </c:pt>
                <c:pt idx="6529">
                  <c:v>11-01-2022</c:v>
                </c:pt>
                <c:pt idx="6530">
                  <c:v>11-01-2022</c:v>
                </c:pt>
                <c:pt idx="6531">
                  <c:v>11-01-2022</c:v>
                </c:pt>
                <c:pt idx="6532">
                  <c:v>11-01-2022</c:v>
                </c:pt>
                <c:pt idx="6533">
                  <c:v>11-01-2022</c:v>
                </c:pt>
                <c:pt idx="6534">
                  <c:v>12-01-2022</c:v>
                </c:pt>
                <c:pt idx="6535">
                  <c:v>12-01-2022</c:v>
                </c:pt>
                <c:pt idx="6536">
                  <c:v>12-01-2022</c:v>
                </c:pt>
                <c:pt idx="6537">
                  <c:v>12-01-2022</c:v>
                </c:pt>
                <c:pt idx="6538">
                  <c:v>12-01-2022</c:v>
                </c:pt>
                <c:pt idx="6539">
                  <c:v>12-01-2022</c:v>
                </c:pt>
                <c:pt idx="6540">
                  <c:v>12-01-2022</c:v>
                </c:pt>
                <c:pt idx="6541">
                  <c:v>12-01-2022</c:v>
                </c:pt>
                <c:pt idx="6542">
                  <c:v>12-01-2022</c:v>
                </c:pt>
                <c:pt idx="6543">
                  <c:v>12-01-2022</c:v>
                </c:pt>
                <c:pt idx="6544">
                  <c:v>12-01-2022</c:v>
                </c:pt>
                <c:pt idx="6545">
                  <c:v>12-01-2022</c:v>
                </c:pt>
                <c:pt idx="6546">
                  <c:v>12-01-2022</c:v>
                </c:pt>
                <c:pt idx="6547">
                  <c:v>12-01-2022</c:v>
                </c:pt>
                <c:pt idx="6548">
                  <c:v>12-01-2022</c:v>
                </c:pt>
                <c:pt idx="6549">
                  <c:v>12-01-2022</c:v>
                </c:pt>
                <c:pt idx="6550">
                  <c:v>12-01-2022</c:v>
                </c:pt>
                <c:pt idx="6551">
                  <c:v>12-01-2022</c:v>
                </c:pt>
                <c:pt idx="6552">
                  <c:v>12-01-2022</c:v>
                </c:pt>
                <c:pt idx="6553">
                  <c:v>12-01-2022</c:v>
                </c:pt>
                <c:pt idx="6554">
                  <c:v>12-01-2022</c:v>
                </c:pt>
                <c:pt idx="6555">
                  <c:v>12-01-2022</c:v>
                </c:pt>
                <c:pt idx="6556">
                  <c:v>12-01-2022</c:v>
                </c:pt>
                <c:pt idx="6557">
                  <c:v>12-01-2022</c:v>
                </c:pt>
                <c:pt idx="6558">
                  <c:v>12-01-2022</c:v>
                </c:pt>
                <c:pt idx="6559">
                  <c:v>12-01-2022</c:v>
                </c:pt>
                <c:pt idx="6560">
                  <c:v>12-01-2022</c:v>
                </c:pt>
                <c:pt idx="6561">
                  <c:v>12-01-2022</c:v>
                </c:pt>
                <c:pt idx="6562">
                  <c:v>12-01-2022</c:v>
                </c:pt>
                <c:pt idx="6563">
                  <c:v>12-01-2022</c:v>
                </c:pt>
                <c:pt idx="6564">
                  <c:v>12-01-2022</c:v>
                </c:pt>
                <c:pt idx="6565">
                  <c:v>12-01-2022</c:v>
                </c:pt>
                <c:pt idx="6566">
                  <c:v>12-01-2022</c:v>
                </c:pt>
                <c:pt idx="6567">
                  <c:v>12-01-2022</c:v>
                </c:pt>
                <c:pt idx="6568">
                  <c:v>12-01-2022</c:v>
                </c:pt>
                <c:pt idx="6569">
                  <c:v>12-01-2022</c:v>
                </c:pt>
                <c:pt idx="6570">
                  <c:v>12-01-2022</c:v>
                </c:pt>
                <c:pt idx="6571">
                  <c:v>12-01-2022</c:v>
                </c:pt>
                <c:pt idx="6572">
                  <c:v>12-01-2022</c:v>
                </c:pt>
                <c:pt idx="6573">
                  <c:v>12-01-2022</c:v>
                </c:pt>
                <c:pt idx="6574">
                  <c:v>12-01-2022</c:v>
                </c:pt>
                <c:pt idx="6575">
                  <c:v>12-01-2022</c:v>
                </c:pt>
                <c:pt idx="6576">
                  <c:v>12-01-2022</c:v>
                </c:pt>
                <c:pt idx="6577">
                  <c:v>12-01-2022</c:v>
                </c:pt>
                <c:pt idx="6578">
                  <c:v>12-01-2022</c:v>
                </c:pt>
                <c:pt idx="6579">
                  <c:v>12-01-2022</c:v>
                </c:pt>
                <c:pt idx="6580">
                  <c:v>13-01-2022</c:v>
                </c:pt>
                <c:pt idx="6581">
                  <c:v>13-01-2022</c:v>
                </c:pt>
                <c:pt idx="6582">
                  <c:v>13-01-2022</c:v>
                </c:pt>
                <c:pt idx="6583">
                  <c:v>13-01-2022</c:v>
                </c:pt>
                <c:pt idx="6584">
                  <c:v>13-01-2022</c:v>
                </c:pt>
                <c:pt idx="6585">
                  <c:v>13-01-2022</c:v>
                </c:pt>
                <c:pt idx="6586">
                  <c:v>13-01-2022</c:v>
                </c:pt>
                <c:pt idx="6587">
                  <c:v>13-01-2022</c:v>
                </c:pt>
                <c:pt idx="6588">
                  <c:v>13-01-2022</c:v>
                </c:pt>
                <c:pt idx="6589">
                  <c:v>13-01-2022</c:v>
                </c:pt>
                <c:pt idx="6590">
                  <c:v>13-01-2022</c:v>
                </c:pt>
                <c:pt idx="6591">
                  <c:v>13-01-2022</c:v>
                </c:pt>
                <c:pt idx="6592">
                  <c:v>13-01-2022</c:v>
                </c:pt>
                <c:pt idx="6593">
                  <c:v>13-01-2022</c:v>
                </c:pt>
                <c:pt idx="6594">
                  <c:v>13-01-2022</c:v>
                </c:pt>
                <c:pt idx="6595">
                  <c:v>13-01-2022</c:v>
                </c:pt>
                <c:pt idx="6596">
                  <c:v>13-01-2022</c:v>
                </c:pt>
                <c:pt idx="6597">
                  <c:v>13-01-2022</c:v>
                </c:pt>
                <c:pt idx="6598">
                  <c:v>13-01-2022</c:v>
                </c:pt>
                <c:pt idx="6599">
                  <c:v>13-01-2022</c:v>
                </c:pt>
                <c:pt idx="6600">
                  <c:v>13-01-2022</c:v>
                </c:pt>
                <c:pt idx="6601">
                  <c:v>13-01-2022</c:v>
                </c:pt>
                <c:pt idx="6602">
                  <c:v>13-01-2022</c:v>
                </c:pt>
                <c:pt idx="6603">
                  <c:v>13-01-2022</c:v>
                </c:pt>
                <c:pt idx="6604">
                  <c:v>13-01-2022</c:v>
                </c:pt>
                <c:pt idx="6605">
                  <c:v>13-01-2022</c:v>
                </c:pt>
                <c:pt idx="6606">
                  <c:v>13-01-2022</c:v>
                </c:pt>
                <c:pt idx="6607">
                  <c:v>13-01-2022</c:v>
                </c:pt>
                <c:pt idx="6608">
                  <c:v>14-01-2022</c:v>
                </c:pt>
                <c:pt idx="6609">
                  <c:v>14-01-2022</c:v>
                </c:pt>
                <c:pt idx="6610">
                  <c:v>14-01-2022</c:v>
                </c:pt>
                <c:pt idx="6611">
                  <c:v>14-01-2022</c:v>
                </c:pt>
                <c:pt idx="6612">
                  <c:v>14-01-2022</c:v>
                </c:pt>
                <c:pt idx="6613">
                  <c:v>14-01-2022</c:v>
                </c:pt>
                <c:pt idx="6614">
                  <c:v>14-01-2022</c:v>
                </c:pt>
                <c:pt idx="6615">
                  <c:v>14-01-2022</c:v>
                </c:pt>
                <c:pt idx="6616">
                  <c:v>14-01-2022</c:v>
                </c:pt>
                <c:pt idx="6617">
                  <c:v>14-01-2022</c:v>
                </c:pt>
                <c:pt idx="6618">
                  <c:v>14-01-2022</c:v>
                </c:pt>
                <c:pt idx="6619">
                  <c:v>14-01-2022</c:v>
                </c:pt>
                <c:pt idx="6620">
                  <c:v>14-01-2022</c:v>
                </c:pt>
                <c:pt idx="6621">
                  <c:v>14-01-2022</c:v>
                </c:pt>
                <c:pt idx="6622">
                  <c:v>14-01-2022</c:v>
                </c:pt>
                <c:pt idx="6623">
                  <c:v>14-01-2022</c:v>
                </c:pt>
                <c:pt idx="6624">
                  <c:v>14-01-2022</c:v>
                </c:pt>
                <c:pt idx="6625">
                  <c:v>14-01-2022</c:v>
                </c:pt>
                <c:pt idx="6626">
                  <c:v>14-01-2022</c:v>
                </c:pt>
                <c:pt idx="6627">
                  <c:v>14-01-2022</c:v>
                </c:pt>
                <c:pt idx="6628">
                  <c:v>15-01-2022</c:v>
                </c:pt>
                <c:pt idx="6629">
                  <c:v>15-01-2022</c:v>
                </c:pt>
                <c:pt idx="6630">
                  <c:v>15-01-2022</c:v>
                </c:pt>
                <c:pt idx="6631">
                  <c:v>15-01-2022</c:v>
                </c:pt>
                <c:pt idx="6632">
                  <c:v>15-01-2022</c:v>
                </c:pt>
                <c:pt idx="6633">
                  <c:v>15-01-2022</c:v>
                </c:pt>
                <c:pt idx="6634">
                  <c:v>15-01-2022</c:v>
                </c:pt>
                <c:pt idx="6635">
                  <c:v>15-01-2022</c:v>
                </c:pt>
                <c:pt idx="6636">
                  <c:v>15-01-2022</c:v>
                </c:pt>
                <c:pt idx="6637">
                  <c:v>15-01-2022</c:v>
                </c:pt>
                <c:pt idx="6638">
                  <c:v>15-01-2022</c:v>
                </c:pt>
                <c:pt idx="6639">
                  <c:v>15-01-2022</c:v>
                </c:pt>
                <c:pt idx="6640">
                  <c:v>15-01-2022</c:v>
                </c:pt>
                <c:pt idx="6641">
                  <c:v>15-01-2022</c:v>
                </c:pt>
                <c:pt idx="6642">
                  <c:v>15-01-2022</c:v>
                </c:pt>
                <c:pt idx="6643">
                  <c:v>15-01-2022</c:v>
                </c:pt>
                <c:pt idx="6644">
                  <c:v>15-01-2022</c:v>
                </c:pt>
                <c:pt idx="6645">
                  <c:v>15-01-2022</c:v>
                </c:pt>
                <c:pt idx="6646">
                  <c:v>15-01-2022</c:v>
                </c:pt>
                <c:pt idx="6647">
                  <c:v>15-01-2022</c:v>
                </c:pt>
                <c:pt idx="6648">
                  <c:v>15-01-2022</c:v>
                </c:pt>
                <c:pt idx="6649">
                  <c:v>15-01-2022</c:v>
                </c:pt>
                <c:pt idx="6650">
                  <c:v>15-01-2022</c:v>
                </c:pt>
                <c:pt idx="6651">
                  <c:v>15-01-2022</c:v>
                </c:pt>
                <c:pt idx="6652">
                  <c:v>15-01-2022</c:v>
                </c:pt>
                <c:pt idx="6653">
                  <c:v>15-01-2022</c:v>
                </c:pt>
                <c:pt idx="6654">
                  <c:v>15-01-2022</c:v>
                </c:pt>
                <c:pt idx="6655">
                  <c:v>15-01-2022</c:v>
                </c:pt>
                <c:pt idx="6656">
                  <c:v>15-01-2022</c:v>
                </c:pt>
                <c:pt idx="6657">
                  <c:v>15-01-2022</c:v>
                </c:pt>
                <c:pt idx="6658">
                  <c:v>15-01-2022</c:v>
                </c:pt>
                <c:pt idx="6659">
                  <c:v>15-01-2022</c:v>
                </c:pt>
                <c:pt idx="6660">
                  <c:v>15-01-2022</c:v>
                </c:pt>
                <c:pt idx="6661">
                  <c:v>15-01-2022</c:v>
                </c:pt>
                <c:pt idx="6662">
                  <c:v>15-01-2022</c:v>
                </c:pt>
                <c:pt idx="6663">
                  <c:v>15-01-2022</c:v>
                </c:pt>
                <c:pt idx="6664">
                  <c:v>15-01-2022</c:v>
                </c:pt>
                <c:pt idx="6665">
                  <c:v>15-01-2022</c:v>
                </c:pt>
                <c:pt idx="6666">
                  <c:v>15-01-2022</c:v>
                </c:pt>
                <c:pt idx="6667">
                  <c:v>15-01-2022</c:v>
                </c:pt>
                <c:pt idx="6668">
                  <c:v>15-01-2022</c:v>
                </c:pt>
                <c:pt idx="6669">
                  <c:v>15-01-2022</c:v>
                </c:pt>
                <c:pt idx="6670">
                  <c:v>16-01-2022</c:v>
                </c:pt>
                <c:pt idx="6671">
                  <c:v>16-01-2022</c:v>
                </c:pt>
                <c:pt idx="6672">
                  <c:v>16-01-2022</c:v>
                </c:pt>
                <c:pt idx="6673">
                  <c:v>16-01-2022</c:v>
                </c:pt>
                <c:pt idx="6674">
                  <c:v>16-01-2022</c:v>
                </c:pt>
                <c:pt idx="6675">
                  <c:v>16-01-2022</c:v>
                </c:pt>
                <c:pt idx="6676">
                  <c:v>16-01-2022</c:v>
                </c:pt>
                <c:pt idx="6677">
                  <c:v>16-01-2022</c:v>
                </c:pt>
                <c:pt idx="6678">
                  <c:v>16-01-2022</c:v>
                </c:pt>
                <c:pt idx="6679">
                  <c:v>16-01-2022</c:v>
                </c:pt>
                <c:pt idx="6680">
                  <c:v>16-01-2022</c:v>
                </c:pt>
                <c:pt idx="6681">
                  <c:v>16-01-2022</c:v>
                </c:pt>
                <c:pt idx="6682">
                  <c:v>16-01-2022</c:v>
                </c:pt>
                <c:pt idx="6683">
                  <c:v>16-01-2022</c:v>
                </c:pt>
                <c:pt idx="6684">
                  <c:v>16-01-2022</c:v>
                </c:pt>
                <c:pt idx="6685">
                  <c:v>16-01-2022</c:v>
                </c:pt>
                <c:pt idx="6686">
                  <c:v>16-01-2022</c:v>
                </c:pt>
                <c:pt idx="6687">
                  <c:v>16-01-2022</c:v>
                </c:pt>
                <c:pt idx="6688">
                  <c:v>16-01-2022</c:v>
                </c:pt>
                <c:pt idx="6689">
                  <c:v>16-01-2022</c:v>
                </c:pt>
                <c:pt idx="6690">
                  <c:v>16-01-2022</c:v>
                </c:pt>
                <c:pt idx="6691">
                  <c:v>16-01-2022</c:v>
                </c:pt>
                <c:pt idx="6692">
                  <c:v>16-01-2022</c:v>
                </c:pt>
                <c:pt idx="6693">
                  <c:v>16-01-2022</c:v>
                </c:pt>
                <c:pt idx="6694">
                  <c:v>16-01-2022</c:v>
                </c:pt>
                <c:pt idx="6695">
                  <c:v>16-01-2022</c:v>
                </c:pt>
                <c:pt idx="6696">
                  <c:v>16-01-2022</c:v>
                </c:pt>
                <c:pt idx="6697">
                  <c:v>16-01-2022</c:v>
                </c:pt>
                <c:pt idx="6698">
                  <c:v>16-01-2022</c:v>
                </c:pt>
                <c:pt idx="6699">
                  <c:v>16-01-2022</c:v>
                </c:pt>
                <c:pt idx="6700">
                  <c:v>16-01-2022</c:v>
                </c:pt>
                <c:pt idx="6701">
                  <c:v>16-01-2022</c:v>
                </c:pt>
                <c:pt idx="6702">
                  <c:v>16-01-2022</c:v>
                </c:pt>
                <c:pt idx="6703">
                  <c:v>16-01-2022</c:v>
                </c:pt>
                <c:pt idx="6704">
                  <c:v>16-01-2022</c:v>
                </c:pt>
                <c:pt idx="6705">
                  <c:v>16-01-2022</c:v>
                </c:pt>
                <c:pt idx="6706">
                  <c:v>16-01-2022</c:v>
                </c:pt>
                <c:pt idx="6707">
                  <c:v>16-01-2022</c:v>
                </c:pt>
                <c:pt idx="6708">
                  <c:v>16-01-2022</c:v>
                </c:pt>
                <c:pt idx="6709">
                  <c:v>16-01-2022</c:v>
                </c:pt>
                <c:pt idx="6710">
                  <c:v>16-01-2022</c:v>
                </c:pt>
                <c:pt idx="6711">
                  <c:v>16-01-2022</c:v>
                </c:pt>
                <c:pt idx="6712">
                  <c:v>16-01-2022</c:v>
                </c:pt>
                <c:pt idx="6713">
                  <c:v>16-01-2022</c:v>
                </c:pt>
                <c:pt idx="6714">
                  <c:v>16-01-2022</c:v>
                </c:pt>
                <c:pt idx="6715">
                  <c:v>16-01-2022</c:v>
                </c:pt>
                <c:pt idx="6716">
                  <c:v>17-01-2022</c:v>
                </c:pt>
                <c:pt idx="6717">
                  <c:v>17-01-2022</c:v>
                </c:pt>
                <c:pt idx="6718">
                  <c:v>17-01-2022</c:v>
                </c:pt>
                <c:pt idx="6719">
                  <c:v>17-01-2022</c:v>
                </c:pt>
                <c:pt idx="6720">
                  <c:v>17-01-2022</c:v>
                </c:pt>
                <c:pt idx="6721">
                  <c:v>17-01-2022</c:v>
                </c:pt>
                <c:pt idx="6722">
                  <c:v>17-01-2022</c:v>
                </c:pt>
                <c:pt idx="6723">
                  <c:v>17-01-2022</c:v>
                </c:pt>
                <c:pt idx="6724">
                  <c:v>17-01-2022</c:v>
                </c:pt>
                <c:pt idx="6725">
                  <c:v>17-01-2022</c:v>
                </c:pt>
                <c:pt idx="6726">
                  <c:v>17-01-2022</c:v>
                </c:pt>
                <c:pt idx="6727">
                  <c:v>17-01-2022</c:v>
                </c:pt>
                <c:pt idx="6728">
                  <c:v>17-01-2022</c:v>
                </c:pt>
                <c:pt idx="6729">
                  <c:v>17-01-2022</c:v>
                </c:pt>
                <c:pt idx="6730">
                  <c:v>17-01-2022</c:v>
                </c:pt>
                <c:pt idx="6731">
                  <c:v>17-01-2022</c:v>
                </c:pt>
                <c:pt idx="6732">
                  <c:v>17-01-2022</c:v>
                </c:pt>
                <c:pt idx="6733">
                  <c:v>17-01-2022</c:v>
                </c:pt>
                <c:pt idx="6734">
                  <c:v>17-01-2022</c:v>
                </c:pt>
                <c:pt idx="6735">
                  <c:v>17-01-2022</c:v>
                </c:pt>
                <c:pt idx="6736">
                  <c:v>17-01-2022</c:v>
                </c:pt>
                <c:pt idx="6737">
                  <c:v>17-01-2022</c:v>
                </c:pt>
                <c:pt idx="6738">
                  <c:v>17-01-2022</c:v>
                </c:pt>
                <c:pt idx="6739">
                  <c:v>17-01-2022</c:v>
                </c:pt>
                <c:pt idx="6740">
                  <c:v>17-01-2022</c:v>
                </c:pt>
                <c:pt idx="6741">
                  <c:v>17-01-2022</c:v>
                </c:pt>
                <c:pt idx="6742">
                  <c:v>17-01-2022</c:v>
                </c:pt>
                <c:pt idx="6743">
                  <c:v>17-01-2022</c:v>
                </c:pt>
                <c:pt idx="6744">
                  <c:v>17-01-2022</c:v>
                </c:pt>
                <c:pt idx="6745">
                  <c:v>17-01-2022</c:v>
                </c:pt>
                <c:pt idx="6746">
                  <c:v>17-01-2022</c:v>
                </c:pt>
                <c:pt idx="6747">
                  <c:v>17-01-2022</c:v>
                </c:pt>
                <c:pt idx="6748">
                  <c:v>17-01-2022</c:v>
                </c:pt>
                <c:pt idx="6749">
                  <c:v>17-01-2022</c:v>
                </c:pt>
                <c:pt idx="6750">
                  <c:v>17-01-2022</c:v>
                </c:pt>
                <c:pt idx="6751">
                  <c:v>17-01-2022</c:v>
                </c:pt>
                <c:pt idx="6752">
                  <c:v>17-01-2022</c:v>
                </c:pt>
                <c:pt idx="6753">
                  <c:v>17-01-2022</c:v>
                </c:pt>
                <c:pt idx="6754">
                  <c:v>17-01-2022</c:v>
                </c:pt>
                <c:pt idx="6755">
                  <c:v>17-01-2022</c:v>
                </c:pt>
                <c:pt idx="6756">
                  <c:v>17-01-2022</c:v>
                </c:pt>
                <c:pt idx="6757">
                  <c:v>17-01-2022</c:v>
                </c:pt>
                <c:pt idx="6758">
                  <c:v>17-01-2022</c:v>
                </c:pt>
                <c:pt idx="6759">
                  <c:v>17-01-2022</c:v>
                </c:pt>
                <c:pt idx="6760">
                  <c:v>17-01-2022</c:v>
                </c:pt>
                <c:pt idx="6761">
                  <c:v>17-01-2022</c:v>
                </c:pt>
                <c:pt idx="6762">
                  <c:v>17-01-2022</c:v>
                </c:pt>
                <c:pt idx="6763">
                  <c:v>18-01-2022</c:v>
                </c:pt>
                <c:pt idx="6764">
                  <c:v>18-01-2022</c:v>
                </c:pt>
                <c:pt idx="6765">
                  <c:v>18-01-2022</c:v>
                </c:pt>
                <c:pt idx="6766">
                  <c:v>18-01-2022</c:v>
                </c:pt>
                <c:pt idx="6767">
                  <c:v>18-01-2022</c:v>
                </c:pt>
                <c:pt idx="6768">
                  <c:v>18-01-2022</c:v>
                </c:pt>
                <c:pt idx="6769">
                  <c:v>18-01-2022</c:v>
                </c:pt>
                <c:pt idx="6770">
                  <c:v>18-01-2022</c:v>
                </c:pt>
                <c:pt idx="6771">
                  <c:v>18-01-2022</c:v>
                </c:pt>
                <c:pt idx="6772">
                  <c:v>18-01-2022</c:v>
                </c:pt>
                <c:pt idx="6773">
                  <c:v>18-01-2022</c:v>
                </c:pt>
                <c:pt idx="6774">
                  <c:v>18-01-2022</c:v>
                </c:pt>
                <c:pt idx="6775">
                  <c:v>18-01-2022</c:v>
                </c:pt>
                <c:pt idx="6776">
                  <c:v>18-01-2022</c:v>
                </c:pt>
                <c:pt idx="6777">
                  <c:v>18-01-2022</c:v>
                </c:pt>
                <c:pt idx="6778">
                  <c:v>18-01-2022</c:v>
                </c:pt>
                <c:pt idx="6779">
                  <c:v>18-01-2022</c:v>
                </c:pt>
                <c:pt idx="6780">
                  <c:v>18-01-2022</c:v>
                </c:pt>
                <c:pt idx="6781">
                  <c:v>18-01-2022</c:v>
                </c:pt>
                <c:pt idx="6782">
                  <c:v>18-01-2022</c:v>
                </c:pt>
                <c:pt idx="6783">
                  <c:v>18-01-2022</c:v>
                </c:pt>
                <c:pt idx="6784">
                  <c:v>18-01-2022</c:v>
                </c:pt>
                <c:pt idx="6785">
                  <c:v>18-01-2022</c:v>
                </c:pt>
                <c:pt idx="6786">
                  <c:v>18-01-2022</c:v>
                </c:pt>
                <c:pt idx="6787">
                  <c:v>18-01-2022</c:v>
                </c:pt>
                <c:pt idx="6788">
                  <c:v>18-01-2022</c:v>
                </c:pt>
                <c:pt idx="6789">
                  <c:v>18-01-2022</c:v>
                </c:pt>
                <c:pt idx="6790">
                  <c:v>18-01-2022</c:v>
                </c:pt>
                <c:pt idx="6791">
                  <c:v>19-01-2022</c:v>
                </c:pt>
                <c:pt idx="6792">
                  <c:v>19-01-2022</c:v>
                </c:pt>
                <c:pt idx="6793">
                  <c:v>19-01-2022</c:v>
                </c:pt>
                <c:pt idx="6794">
                  <c:v>19-01-2022</c:v>
                </c:pt>
                <c:pt idx="6795">
                  <c:v>19-01-2022</c:v>
                </c:pt>
                <c:pt idx="6796">
                  <c:v>19-01-2022</c:v>
                </c:pt>
                <c:pt idx="6797">
                  <c:v>19-01-2022</c:v>
                </c:pt>
                <c:pt idx="6798">
                  <c:v>19-01-2022</c:v>
                </c:pt>
                <c:pt idx="6799">
                  <c:v>19-01-2022</c:v>
                </c:pt>
                <c:pt idx="6800">
                  <c:v>19-01-2022</c:v>
                </c:pt>
                <c:pt idx="6801">
                  <c:v>19-01-2022</c:v>
                </c:pt>
                <c:pt idx="6802">
                  <c:v>19-01-2022</c:v>
                </c:pt>
                <c:pt idx="6803">
                  <c:v>19-01-2022</c:v>
                </c:pt>
                <c:pt idx="6804">
                  <c:v>19-01-2022</c:v>
                </c:pt>
                <c:pt idx="6805">
                  <c:v>19-01-2022</c:v>
                </c:pt>
                <c:pt idx="6806">
                  <c:v>19-01-2022</c:v>
                </c:pt>
                <c:pt idx="6807">
                  <c:v>19-01-2022</c:v>
                </c:pt>
                <c:pt idx="6808">
                  <c:v>19-01-2022</c:v>
                </c:pt>
                <c:pt idx="6809">
                  <c:v>19-01-2022</c:v>
                </c:pt>
                <c:pt idx="6810">
                  <c:v>19-01-2022</c:v>
                </c:pt>
                <c:pt idx="6811">
                  <c:v>19-01-2022</c:v>
                </c:pt>
                <c:pt idx="6812">
                  <c:v>19-01-2022</c:v>
                </c:pt>
                <c:pt idx="6813">
                  <c:v>19-01-2022</c:v>
                </c:pt>
                <c:pt idx="6814">
                  <c:v>19-01-2022</c:v>
                </c:pt>
                <c:pt idx="6815">
                  <c:v>19-01-2022</c:v>
                </c:pt>
                <c:pt idx="6816">
                  <c:v>19-01-2022</c:v>
                </c:pt>
                <c:pt idx="6817">
                  <c:v>19-01-2022</c:v>
                </c:pt>
                <c:pt idx="6818">
                  <c:v>19-01-2022</c:v>
                </c:pt>
                <c:pt idx="6819">
                  <c:v>20-01-2022</c:v>
                </c:pt>
                <c:pt idx="6820">
                  <c:v>20-01-2022</c:v>
                </c:pt>
                <c:pt idx="6821">
                  <c:v>20-01-2022</c:v>
                </c:pt>
                <c:pt idx="6822">
                  <c:v>20-01-2022</c:v>
                </c:pt>
                <c:pt idx="6823">
                  <c:v>20-01-2022</c:v>
                </c:pt>
                <c:pt idx="6824">
                  <c:v>20-01-2022</c:v>
                </c:pt>
                <c:pt idx="6825">
                  <c:v>20-01-2022</c:v>
                </c:pt>
                <c:pt idx="6826">
                  <c:v>20-01-2022</c:v>
                </c:pt>
                <c:pt idx="6827">
                  <c:v>20-01-2022</c:v>
                </c:pt>
                <c:pt idx="6828">
                  <c:v>20-01-2022</c:v>
                </c:pt>
                <c:pt idx="6829">
                  <c:v>20-01-2022</c:v>
                </c:pt>
                <c:pt idx="6830">
                  <c:v>20-01-2022</c:v>
                </c:pt>
                <c:pt idx="6831">
                  <c:v>20-01-2022</c:v>
                </c:pt>
                <c:pt idx="6832">
                  <c:v>20-01-2022</c:v>
                </c:pt>
                <c:pt idx="6833">
                  <c:v>20-01-2022</c:v>
                </c:pt>
                <c:pt idx="6834">
                  <c:v>20-01-2022</c:v>
                </c:pt>
                <c:pt idx="6835">
                  <c:v>20-01-2022</c:v>
                </c:pt>
                <c:pt idx="6836">
                  <c:v>20-01-2022</c:v>
                </c:pt>
                <c:pt idx="6837">
                  <c:v>20-01-2022</c:v>
                </c:pt>
                <c:pt idx="6838">
                  <c:v>20-01-2022</c:v>
                </c:pt>
                <c:pt idx="6839">
                  <c:v>20-01-2022</c:v>
                </c:pt>
                <c:pt idx="6840">
                  <c:v>20-01-2022</c:v>
                </c:pt>
                <c:pt idx="6841">
                  <c:v>20-01-2022</c:v>
                </c:pt>
                <c:pt idx="6842">
                  <c:v>20-01-2022</c:v>
                </c:pt>
                <c:pt idx="6843">
                  <c:v>20-01-2022</c:v>
                </c:pt>
                <c:pt idx="6844">
                  <c:v>20-01-2022</c:v>
                </c:pt>
                <c:pt idx="6845">
                  <c:v>20-01-2022</c:v>
                </c:pt>
                <c:pt idx="6846">
                  <c:v>20-01-2022</c:v>
                </c:pt>
                <c:pt idx="6847">
                  <c:v>21-01-2022</c:v>
                </c:pt>
                <c:pt idx="6848">
                  <c:v>21-01-2022</c:v>
                </c:pt>
                <c:pt idx="6849">
                  <c:v>21-01-2022</c:v>
                </c:pt>
                <c:pt idx="6850">
                  <c:v>21-01-2022</c:v>
                </c:pt>
                <c:pt idx="6851">
                  <c:v>21-01-2022</c:v>
                </c:pt>
                <c:pt idx="6852">
                  <c:v>21-01-2022</c:v>
                </c:pt>
                <c:pt idx="6853">
                  <c:v>21-01-2022</c:v>
                </c:pt>
                <c:pt idx="6854">
                  <c:v>21-01-2022</c:v>
                </c:pt>
                <c:pt idx="6855">
                  <c:v>21-01-2022</c:v>
                </c:pt>
                <c:pt idx="6856">
                  <c:v>21-01-2022</c:v>
                </c:pt>
                <c:pt idx="6857">
                  <c:v>21-01-2022</c:v>
                </c:pt>
                <c:pt idx="6858">
                  <c:v>21-01-2022</c:v>
                </c:pt>
                <c:pt idx="6859">
                  <c:v>21-01-2022</c:v>
                </c:pt>
                <c:pt idx="6860">
                  <c:v>21-01-2022</c:v>
                </c:pt>
                <c:pt idx="6861">
                  <c:v>21-01-2022</c:v>
                </c:pt>
                <c:pt idx="6862">
                  <c:v>21-01-2022</c:v>
                </c:pt>
                <c:pt idx="6863">
                  <c:v>21-01-2022</c:v>
                </c:pt>
                <c:pt idx="6864">
                  <c:v>21-01-2022</c:v>
                </c:pt>
                <c:pt idx="6865">
                  <c:v>21-01-2022</c:v>
                </c:pt>
                <c:pt idx="6866">
                  <c:v>21-01-2022</c:v>
                </c:pt>
                <c:pt idx="6867">
                  <c:v>21-01-2022</c:v>
                </c:pt>
                <c:pt idx="6868">
                  <c:v>21-01-2022</c:v>
                </c:pt>
                <c:pt idx="6869">
                  <c:v>21-01-2022</c:v>
                </c:pt>
                <c:pt idx="6870">
                  <c:v>21-01-2022</c:v>
                </c:pt>
                <c:pt idx="6871">
                  <c:v>21-01-2022</c:v>
                </c:pt>
                <c:pt idx="6872">
                  <c:v>21-01-2022</c:v>
                </c:pt>
                <c:pt idx="6873">
                  <c:v>21-01-2022</c:v>
                </c:pt>
                <c:pt idx="6874">
                  <c:v>21-01-2022</c:v>
                </c:pt>
                <c:pt idx="6875">
                  <c:v>21-01-2022</c:v>
                </c:pt>
                <c:pt idx="6876">
                  <c:v>22-01-2022</c:v>
                </c:pt>
                <c:pt idx="6877">
                  <c:v>22-01-2022</c:v>
                </c:pt>
                <c:pt idx="6878">
                  <c:v>22-01-2022</c:v>
                </c:pt>
                <c:pt idx="6879">
                  <c:v>22-01-2022</c:v>
                </c:pt>
                <c:pt idx="6880">
                  <c:v>22-01-2022</c:v>
                </c:pt>
                <c:pt idx="6881">
                  <c:v>22-01-2022</c:v>
                </c:pt>
                <c:pt idx="6882">
                  <c:v>22-01-2022</c:v>
                </c:pt>
                <c:pt idx="6883">
                  <c:v>22-01-2022</c:v>
                </c:pt>
                <c:pt idx="6884">
                  <c:v>22-01-2022</c:v>
                </c:pt>
                <c:pt idx="6885">
                  <c:v>22-01-2022</c:v>
                </c:pt>
                <c:pt idx="6886">
                  <c:v>22-01-2022</c:v>
                </c:pt>
                <c:pt idx="6887">
                  <c:v>22-01-2022</c:v>
                </c:pt>
                <c:pt idx="6888">
                  <c:v>22-01-2022</c:v>
                </c:pt>
                <c:pt idx="6889">
                  <c:v>22-01-2022</c:v>
                </c:pt>
                <c:pt idx="6890">
                  <c:v>22-01-2022</c:v>
                </c:pt>
                <c:pt idx="6891">
                  <c:v>22-01-2022</c:v>
                </c:pt>
                <c:pt idx="6892">
                  <c:v>22-01-2022</c:v>
                </c:pt>
                <c:pt idx="6893">
                  <c:v>22-01-2022</c:v>
                </c:pt>
                <c:pt idx="6894">
                  <c:v>22-01-2022</c:v>
                </c:pt>
                <c:pt idx="6895">
                  <c:v>22-01-2022</c:v>
                </c:pt>
                <c:pt idx="6896">
                  <c:v>22-01-2022</c:v>
                </c:pt>
                <c:pt idx="6897">
                  <c:v>22-01-2022</c:v>
                </c:pt>
                <c:pt idx="6898">
                  <c:v>22-01-2022</c:v>
                </c:pt>
                <c:pt idx="6899">
                  <c:v>22-01-2022</c:v>
                </c:pt>
                <c:pt idx="6900">
                  <c:v>22-01-2022</c:v>
                </c:pt>
                <c:pt idx="6901">
                  <c:v>22-01-2022</c:v>
                </c:pt>
                <c:pt idx="6902">
                  <c:v>22-01-2022</c:v>
                </c:pt>
                <c:pt idx="6903">
                  <c:v>22-01-2022</c:v>
                </c:pt>
                <c:pt idx="6904">
                  <c:v>22-01-2022</c:v>
                </c:pt>
                <c:pt idx="6905">
                  <c:v>22-01-2022</c:v>
                </c:pt>
                <c:pt idx="6906">
                  <c:v>22-01-2022</c:v>
                </c:pt>
                <c:pt idx="6907">
                  <c:v>22-01-2022</c:v>
                </c:pt>
                <c:pt idx="6908">
                  <c:v>22-01-2022</c:v>
                </c:pt>
                <c:pt idx="6909">
                  <c:v>22-01-2022</c:v>
                </c:pt>
                <c:pt idx="6910">
                  <c:v>23-01-2022</c:v>
                </c:pt>
                <c:pt idx="6911">
                  <c:v>23-01-2022</c:v>
                </c:pt>
                <c:pt idx="6912">
                  <c:v>23-01-2022</c:v>
                </c:pt>
                <c:pt idx="6913">
                  <c:v>23-01-2022</c:v>
                </c:pt>
                <c:pt idx="6914">
                  <c:v>23-01-2022</c:v>
                </c:pt>
                <c:pt idx="6915">
                  <c:v>23-01-2022</c:v>
                </c:pt>
                <c:pt idx="6916">
                  <c:v>23-01-2022</c:v>
                </c:pt>
                <c:pt idx="6917">
                  <c:v>23-01-2022</c:v>
                </c:pt>
                <c:pt idx="6918">
                  <c:v>23-01-2022</c:v>
                </c:pt>
                <c:pt idx="6919">
                  <c:v>23-01-2022</c:v>
                </c:pt>
                <c:pt idx="6920">
                  <c:v>23-01-2022</c:v>
                </c:pt>
                <c:pt idx="6921">
                  <c:v>23-01-2022</c:v>
                </c:pt>
                <c:pt idx="6922">
                  <c:v>23-01-2022</c:v>
                </c:pt>
                <c:pt idx="6923">
                  <c:v>23-01-2022</c:v>
                </c:pt>
                <c:pt idx="6924">
                  <c:v>23-01-2022</c:v>
                </c:pt>
                <c:pt idx="6925">
                  <c:v>23-01-2022</c:v>
                </c:pt>
                <c:pt idx="6926">
                  <c:v>23-01-2022</c:v>
                </c:pt>
                <c:pt idx="6927">
                  <c:v>23-01-2022</c:v>
                </c:pt>
                <c:pt idx="6928">
                  <c:v>23-01-2022</c:v>
                </c:pt>
                <c:pt idx="6929">
                  <c:v>23-01-2022</c:v>
                </c:pt>
                <c:pt idx="6930">
                  <c:v>23-01-2022</c:v>
                </c:pt>
                <c:pt idx="6931">
                  <c:v>23-01-2022</c:v>
                </c:pt>
                <c:pt idx="6932">
                  <c:v>23-01-2022</c:v>
                </c:pt>
                <c:pt idx="6933">
                  <c:v>23-01-2022</c:v>
                </c:pt>
                <c:pt idx="6934">
                  <c:v>23-01-2022</c:v>
                </c:pt>
                <c:pt idx="6935">
                  <c:v>23-01-2022</c:v>
                </c:pt>
                <c:pt idx="6936">
                  <c:v>23-01-2022</c:v>
                </c:pt>
                <c:pt idx="6937">
                  <c:v>23-01-2022</c:v>
                </c:pt>
                <c:pt idx="6938">
                  <c:v>24-01-2022</c:v>
                </c:pt>
                <c:pt idx="6939">
                  <c:v>24-01-2022</c:v>
                </c:pt>
                <c:pt idx="6940">
                  <c:v>24-01-2022</c:v>
                </c:pt>
                <c:pt idx="6941">
                  <c:v>24-01-2022</c:v>
                </c:pt>
                <c:pt idx="6942">
                  <c:v>24-01-2022</c:v>
                </c:pt>
                <c:pt idx="6943">
                  <c:v>24-01-2022</c:v>
                </c:pt>
                <c:pt idx="6944">
                  <c:v>24-01-2022</c:v>
                </c:pt>
                <c:pt idx="6945">
                  <c:v>24-01-2022</c:v>
                </c:pt>
                <c:pt idx="6946">
                  <c:v>24-01-2022</c:v>
                </c:pt>
                <c:pt idx="6947">
                  <c:v>24-01-2022</c:v>
                </c:pt>
                <c:pt idx="6948">
                  <c:v>24-01-2022</c:v>
                </c:pt>
                <c:pt idx="6949">
                  <c:v>24-01-2022</c:v>
                </c:pt>
                <c:pt idx="6950">
                  <c:v>24-01-2022</c:v>
                </c:pt>
                <c:pt idx="6951">
                  <c:v>24-01-2022</c:v>
                </c:pt>
                <c:pt idx="6952">
                  <c:v>24-01-2022</c:v>
                </c:pt>
                <c:pt idx="6953">
                  <c:v>24-01-2022</c:v>
                </c:pt>
                <c:pt idx="6954">
                  <c:v>24-01-2022</c:v>
                </c:pt>
                <c:pt idx="6955">
                  <c:v>24-01-2022</c:v>
                </c:pt>
                <c:pt idx="6956">
                  <c:v>24-01-2022</c:v>
                </c:pt>
                <c:pt idx="6957">
                  <c:v>24-01-2022</c:v>
                </c:pt>
                <c:pt idx="6958">
                  <c:v>24-01-2022</c:v>
                </c:pt>
                <c:pt idx="6959">
                  <c:v>24-01-2022</c:v>
                </c:pt>
                <c:pt idx="6960">
                  <c:v>24-01-2022</c:v>
                </c:pt>
                <c:pt idx="6961">
                  <c:v>24-01-2022</c:v>
                </c:pt>
                <c:pt idx="6962">
                  <c:v>24-01-2022</c:v>
                </c:pt>
                <c:pt idx="6963">
                  <c:v>24-01-2022</c:v>
                </c:pt>
                <c:pt idx="6964">
                  <c:v>24-01-2022</c:v>
                </c:pt>
                <c:pt idx="6965">
                  <c:v>24-01-2022</c:v>
                </c:pt>
                <c:pt idx="6966">
                  <c:v>25-01-2022</c:v>
                </c:pt>
                <c:pt idx="6967">
                  <c:v>25-01-2022</c:v>
                </c:pt>
                <c:pt idx="6968">
                  <c:v>25-01-2022</c:v>
                </c:pt>
                <c:pt idx="6969">
                  <c:v>25-01-2022</c:v>
                </c:pt>
                <c:pt idx="6970">
                  <c:v>25-01-2022</c:v>
                </c:pt>
                <c:pt idx="6971">
                  <c:v>25-01-2022</c:v>
                </c:pt>
                <c:pt idx="6972">
                  <c:v>25-01-2022</c:v>
                </c:pt>
                <c:pt idx="6973">
                  <c:v>25-01-2022</c:v>
                </c:pt>
                <c:pt idx="6974">
                  <c:v>25-01-2022</c:v>
                </c:pt>
                <c:pt idx="6975">
                  <c:v>25-01-2022</c:v>
                </c:pt>
                <c:pt idx="6976">
                  <c:v>25-01-2022</c:v>
                </c:pt>
                <c:pt idx="6977">
                  <c:v>25-01-2022</c:v>
                </c:pt>
                <c:pt idx="6978">
                  <c:v>25-01-2022</c:v>
                </c:pt>
                <c:pt idx="6979">
                  <c:v>25-01-2022</c:v>
                </c:pt>
                <c:pt idx="6980">
                  <c:v>25-01-2022</c:v>
                </c:pt>
                <c:pt idx="6981">
                  <c:v>25-01-2022</c:v>
                </c:pt>
                <c:pt idx="6982">
                  <c:v>25-01-2022</c:v>
                </c:pt>
                <c:pt idx="6983">
                  <c:v>25-01-2022</c:v>
                </c:pt>
                <c:pt idx="6984">
                  <c:v>25-01-2022</c:v>
                </c:pt>
                <c:pt idx="6985">
                  <c:v>25-01-2022</c:v>
                </c:pt>
                <c:pt idx="6986">
                  <c:v>26-01-2022</c:v>
                </c:pt>
                <c:pt idx="6987">
                  <c:v>26-01-2022</c:v>
                </c:pt>
                <c:pt idx="6988">
                  <c:v>26-01-2022</c:v>
                </c:pt>
                <c:pt idx="6989">
                  <c:v>26-01-2022</c:v>
                </c:pt>
                <c:pt idx="6990">
                  <c:v>26-01-2022</c:v>
                </c:pt>
                <c:pt idx="6991">
                  <c:v>26-01-2022</c:v>
                </c:pt>
                <c:pt idx="6992">
                  <c:v>26-01-2022</c:v>
                </c:pt>
                <c:pt idx="6993">
                  <c:v>26-01-2022</c:v>
                </c:pt>
                <c:pt idx="6994">
                  <c:v>26-01-2022</c:v>
                </c:pt>
                <c:pt idx="6995">
                  <c:v>26-01-2022</c:v>
                </c:pt>
                <c:pt idx="6996">
                  <c:v>26-01-2022</c:v>
                </c:pt>
                <c:pt idx="6997">
                  <c:v>26-01-2022</c:v>
                </c:pt>
                <c:pt idx="6998">
                  <c:v>26-01-2022</c:v>
                </c:pt>
                <c:pt idx="6999">
                  <c:v>26-01-2022</c:v>
                </c:pt>
                <c:pt idx="7000">
                  <c:v>26-01-2022</c:v>
                </c:pt>
                <c:pt idx="7001">
                  <c:v>26-01-2022</c:v>
                </c:pt>
                <c:pt idx="7002">
                  <c:v>26-01-2022</c:v>
                </c:pt>
                <c:pt idx="7003">
                  <c:v>26-01-2022</c:v>
                </c:pt>
                <c:pt idx="7004">
                  <c:v>26-01-2022</c:v>
                </c:pt>
                <c:pt idx="7005">
                  <c:v>26-01-2022</c:v>
                </c:pt>
                <c:pt idx="7006">
                  <c:v>26-01-2022</c:v>
                </c:pt>
                <c:pt idx="7007">
                  <c:v>26-01-2022</c:v>
                </c:pt>
                <c:pt idx="7008">
                  <c:v>26-01-2022</c:v>
                </c:pt>
                <c:pt idx="7009">
                  <c:v>26-01-2022</c:v>
                </c:pt>
                <c:pt idx="7010">
                  <c:v>26-01-2022</c:v>
                </c:pt>
                <c:pt idx="7011">
                  <c:v>26-01-2022</c:v>
                </c:pt>
                <c:pt idx="7012">
                  <c:v>26-01-2022</c:v>
                </c:pt>
                <c:pt idx="7013">
                  <c:v>26-01-2022</c:v>
                </c:pt>
                <c:pt idx="7014">
                  <c:v>26-01-2022</c:v>
                </c:pt>
                <c:pt idx="7015">
                  <c:v>27-01-2022</c:v>
                </c:pt>
                <c:pt idx="7016">
                  <c:v>27-01-2022</c:v>
                </c:pt>
                <c:pt idx="7017">
                  <c:v>27-01-2022</c:v>
                </c:pt>
                <c:pt idx="7018">
                  <c:v>27-01-2022</c:v>
                </c:pt>
                <c:pt idx="7019">
                  <c:v>27-01-2022</c:v>
                </c:pt>
                <c:pt idx="7020">
                  <c:v>27-01-2022</c:v>
                </c:pt>
                <c:pt idx="7021">
                  <c:v>27-01-2022</c:v>
                </c:pt>
                <c:pt idx="7022">
                  <c:v>27-01-2022</c:v>
                </c:pt>
                <c:pt idx="7023">
                  <c:v>27-01-2022</c:v>
                </c:pt>
                <c:pt idx="7024">
                  <c:v>27-01-2022</c:v>
                </c:pt>
                <c:pt idx="7025">
                  <c:v>27-01-2022</c:v>
                </c:pt>
                <c:pt idx="7026">
                  <c:v>27-01-2022</c:v>
                </c:pt>
                <c:pt idx="7027">
                  <c:v>27-01-2022</c:v>
                </c:pt>
                <c:pt idx="7028">
                  <c:v>27-01-2022</c:v>
                </c:pt>
                <c:pt idx="7029">
                  <c:v>27-01-2022</c:v>
                </c:pt>
                <c:pt idx="7030">
                  <c:v>27-01-2022</c:v>
                </c:pt>
                <c:pt idx="7031">
                  <c:v>27-01-2022</c:v>
                </c:pt>
                <c:pt idx="7032">
                  <c:v>27-01-2022</c:v>
                </c:pt>
                <c:pt idx="7033">
                  <c:v>27-01-2022</c:v>
                </c:pt>
                <c:pt idx="7034">
                  <c:v>27-01-2022</c:v>
                </c:pt>
                <c:pt idx="7035">
                  <c:v>27-01-2022</c:v>
                </c:pt>
                <c:pt idx="7036">
                  <c:v>27-01-2022</c:v>
                </c:pt>
                <c:pt idx="7037">
                  <c:v>27-01-2022</c:v>
                </c:pt>
                <c:pt idx="7038">
                  <c:v>27-01-2022</c:v>
                </c:pt>
                <c:pt idx="7039">
                  <c:v>27-01-2022</c:v>
                </c:pt>
                <c:pt idx="7040">
                  <c:v>27-01-2022</c:v>
                </c:pt>
                <c:pt idx="7041">
                  <c:v>27-01-2022</c:v>
                </c:pt>
                <c:pt idx="7042">
                  <c:v>27-01-2022</c:v>
                </c:pt>
                <c:pt idx="7043">
                  <c:v>27-01-2022</c:v>
                </c:pt>
                <c:pt idx="7044">
                  <c:v>27-01-2022</c:v>
                </c:pt>
                <c:pt idx="7045">
                  <c:v>27-01-2022</c:v>
                </c:pt>
                <c:pt idx="7046">
                  <c:v>27-01-2022</c:v>
                </c:pt>
                <c:pt idx="7047">
                  <c:v>27-01-2022</c:v>
                </c:pt>
                <c:pt idx="7048">
                  <c:v>27-01-2022</c:v>
                </c:pt>
                <c:pt idx="7049">
                  <c:v>27-01-2022</c:v>
                </c:pt>
                <c:pt idx="7050">
                  <c:v>28-01-2022</c:v>
                </c:pt>
                <c:pt idx="7051">
                  <c:v>28-01-2022</c:v>
                </c:pt>
                <c:pt idx="7052">
                  <c:v>28-01-2022</c:v>
                </c:pt>
                <c:pt idx="7053">
                  <c:v>28-01-2022</c:v>
                </c:pt>
                <c:pt idx="7054">
                  <c:v>28-01-2022</c:v>
                </c:pt>
                <c:pt idx="7055">
                  <c:v>28-01-2022</c:v>
                </c:pt>
                <c:pt idx="7056">
                  <c:v>28-01-2022</c:v>
                </c:pt>
                <c:pt idx="7057">
                  <c:v>28-01-2022</c:v>
                </c:pt>
                <c:pt idx="7058">
                  <c:v>28-01-2022</c:v>
                </c:pt>
                <c:pt idx="7059">
                  <c:v>28-01-2022</c:v>
                </c:pt>
                <c:pt idx="7060">
                  <c:v>28-01-2022</c:v>
                </c:pt>
                <c:pt idx="7061">
                  <c:v>28-01-2022</c:v>
                </c:pt>
                <c:pt idx="7062">
                  <c:v>28-01-2022</c:v>
                </c:pt>
                <c:pt idx="7063">
                  <c:v>28-01-2022</c:v>
                </c:pt>
                <c:pt idx="7064">
                  <c:v>28-01-2022</c:v>
                </c:pt>
                <c:pt idx="7065">
                  <c:v>28-01-2022</c:v>
                </c:pt>
                <c:pt idx="7066">
                  <c:v>28-01-2022</c:v>
                </c:pt>
                <c:pt idx="7067">
                  <c:v>28-01-2022</c:v>
                </c:pt>
                <c:pt idx="7068">
                  <c:v>28-01-2022</c:v>
                </c:pt>
                <c:pt idx="7069">
                  <c:v>28-01-2022</c:v>
                </c:pt>
                <c:pt idx="7070">
                  <c:v>28-01-2022</c:v>
                </c:pt>
                <c:pt idx="7071">
                  <c:v>28-01-2022</c:v>
                </c:pt>
                <c:pt idx="7072">
                  <c:v>28-01-2022</c:v>
                </c:pt>
                <c:pt idx="7073">
                  <c:v>28-01-2022</c:v>
                </c:pt>
                <c:pt idx="7074">
                  <c:v>28-01-2022</c:v>
                </c:pt>
                <c:pt idx="7075">
                  <c:v>28-01-2022</c:v>
                </c:pt>
                <c:pt idx="7076">
                  <c:v>28-01-2022</c:v>
                </c:pt>
                <c:pt idx="7077">
                  <c:v>28-01-2022</c:v>
                </c:pt>
                <c:pt idx="7078">
                  <c:v>29-01-2022</c:v>
                </c:pt>
                <c:pt idx="7079">
                  <c:v>29-01-2022</c:v>
                </c:pt>
                <c:pt idx="7080">
                  <c:v>29-01-2022</c:v>
                </c:pt>
                <c:pt idx="7081">
                  <c:v>29-01-2022</c:v>
                </c:pt>
                <c:pt idx="7082">
                  <c:v>29-01-2022</c:v>
                </c:pt>
                <c:pt idx="7083">
                  <c:v>29-01-2022</c:v>
                </c:pt>
                <c:pt idx="7084">
                  <c:v>29-01-2022</c:v>
                </c:pt>
                <c:pt idx="7085">
                  <c:v>29-01-2022</c:v>
                </c:pt>
                <c:pt idx="7086">
                  <c:v>29-01-2022</c:v>
                </c:pt>
                <c:pt idx="7087">
                  <c:v>29-01-2022</c:v>
                </c:pt>
                <c:pt idx="7088">
                  <c:v>29-01-2022</c:v>
                </c:pt>
                <c:pt idx="7089">
                  <c:v>29-01-2022</c:v>
                </c:pt>
                <c:pt idx="7090">
                  <c:v>29-01-2022</c:v>
                </c:pt>
                <c:pt idx="7091">
                  <c:v>29-01-2022</c:v>
                </c:pt>
                <c:pt idx="7092">
                  <c:v>29-01-2022</c:v>
                </c:pt>
                <c:pt idx="7093">
                  <c:v>29-01-2022</c:v>
                </c:pt>
                <c:pt idx="7094">
                  <c:v>29-01-2022</c:v>
                </c:pt>
                <c:pt idx="7095">
                  <c:v>29-01-2022</c:v>
                </c:pt>
                <c:pt idx="7096">
                  <c:v>29-01-2022</c:v>
                </c:pt>
                <c:pt idx="7097">
                  <c:v>29-01-2022</c:v>
                </c:pt>
                <c:pt idx="7098">
                  <c:v>29-01-2022</c:v>
                </c:pt>
                <c:pt idx="7099">
                  <c:v>29-01-2022</c:v>
                </c:pt>
                <c:pt idx="7100">
                  <c:v>29-01-2022</c:v>
                </c:pt>
                <c:pt idx="7101">
                  <c:v>29-01-2022</c:v>
                </c:pt>
                <c:pt idx="7102">
                  <c:v>29-01-2022</c:v>
                </c:pt>
                <c:pt idx="7103">
                  <c:v>29-01-2022</c:v>
                </c:pt>
                <c:pt idx="7104">
                  <c:v>29-01-2022</c:v>
                </c:pt>
                <c:pt idx="7105">
                  <c:v>29-01-2022</c:v>
                </c:pt>
                <c:pt idx="7106">
                  <c:v>29-01-2022</c:v>
                </c:pt>
                <c:pt idx="7107">
                  <c:v>29-01-2022</c:v>
                </c:pt>
                <c:pt idx="7108">
                  <c:v>30-01-2022</c:v>
                </c:pt>
                <c:pt idx="7109">
                  <c:v>30-01-2022</c:v>
                </c:pt>
                <c:pt idx="7110">
                  <c:v>30-01-2022</c:v>
                </c:pt>
                <c:pt idx="7111">
                  <c:v>30-01-2022</c:v>
                </c:pt>
                <c:pt idx="7112">
                  <c:v>30-01-2022</c:v>
                </c:pt>
                <c:pt idx="7113">
                  <c:v>30-01-2022</c:v>
                </c:pt>
                <c:pt idx="7114">
                  <c:v>30-01-2022</c:v>
                </c:pt>
                <c:pt idx="7115">
                  <c:v>30-01-2022</c:v>
                </c:pt>
                <c:pt idx="7116">
                  <c:v>30-01-2022</c:v>
                </c:pt>
                <c:pt idx="7117">
                  <c:v>30-01-2022</c:v>
                </c:pt>
                <c:pt idx="7118">
                  <c:v>30-01-2022</c:v>
                </c:pt>
                <c:pt idx="7119">
                  <c:v>30-01-2022</c:v>
                </c:pt>
                <c:pt idx="7120">
                  <c:v>30-01-2022</c:v>
                </c:pt>
                <c:pt idx="7121">
                  <c:v>30-01-2022</c:v>
                </c:pt>
                <c:pt idx="7122">
                  <c:v>30-01-2022</c:v>
                </c:pt>
                <c:pt idx="7123">
                  <c:v>30-01-2022</c:v>
                </c:pt>
                <c:pt idx="7124">
                  <c:v>30-01-2022</c:v>
                </c:pt>
                <c:pt idx="7125">
                  <c:v>30-01-2022</c:v>
                </c:pt>
                <c:pt idx="7126">
                  <c:v>30-01-2022</c:v>
                </c:pt>
                <c:pt idx="7127">
                  <c:v>30-01-2022</c:v>
                </c:pt>
                <c:pt idx="7128">
                  <c:v>30-01-2022</c:v>
                </c:pt>
                <c:pt idx="7129">
                  <c:v>30-01-2022</c:v>
                </c:pt>
                <c:pt idx="7130">
                  <c:v>30-01-2022</c:v>
                </c:pt>
                <c:pt idx="7131">
                  <c:v>30-01-2022</c:v>
                </c:pt>
                <c:pt idx="7132">
                  <c:v>30-01-2022</c:v>
                </c:pt>
                <c:pt idx="7133">
                  <c:v>30-01-2022</c:v>
                </c:pt>
                <c:pt idx="7134">
                  <c:v>30-01-2022</c:v>
                </c:pt>
                <c:pt idx="7135">
                  <c:v>30-01-2022</c:v>
                </c:pt>
                <c:pt idx="7136">
                  <c:v>30-01-2022</c:v>
                </c:pt>
                <c:pt idx="7137">
                  <c:v>30-01-2022</c:v>
                </c:pt>
                <c:pt idx="7138">
                  <c:v>30-01-2022</c:v>
                </c:pt>
                <c:pt idx="7139">
                  <c:v>31-01-2022</c:v>
                </c:pt>
                <c:pt idx="7140">
                  <c:v>31-01-2022</c:v>
                </c:pt>
                <c:pt idx="7141">
                  <c:v>31-01-2022</c:v>
                </c:pt>
                <c:pt idx="7142">
                  <c:v>31-01-2022</c:v>
                </c:pt>
                <c:pt idx="7143">
                  <c:v>31-01-2022</c:v>
                </c:pt>
                <c:pt idx="7144">
                  <c:v>31-01-2022</c:v>
                </c:pt>
                <c:pt idx="7145">
                  <c:v>31-01-2022</c:v>
                </c:pt>
                <c:pt idx="7146">
                  <c:v>31-01-2022</c:v>
                </c:pt>
                <c:pt idx="7147">
                  <c:v>31-01-2022</c:v>
                </c:pt>
                <c:pt idx="7148">
                  <c:v>31-01-2022</c:v>
                </c:pt>
                <c:pt idx="7149">
                  <c:v>31-01-2022</c:v>
                </c:pt>
                <c:pt idx="7150">
                  <c:v>31-01-2022</c:v>
                </c:pt>
                <c:pt idx="7151">
                  <c:v>31-01-2022</c:v>
                </c:pt>
                <c:pt idx="7152">
                  <c:v>31-01-2022</c:v>
                </c:pt>
                <c:pt idx="7153">
                  <c:v>31-01-2022</c:v>
                </c:pt>
                <c:pt idx="7154">
                  <c:v>31-01-2022</c:v>
                </c:pt>
                <c:pt idx="7155">
                  <c:v>31-01-2022</c:v>
                </c:pt>
                <c:pt idx="7156">
                  <c:v>31-01-2022</c:v>
                </c:pt>
                <c:pt idx="7157">
                  <c:v>31-01-2022</c:v>
                </c:pt>
                <c:pt idx="7158">
                  <c:v>31-01-2022</c:v>
                </c:pt>
                <c:pt idx="7159">
                  <c:v>31-01-2022</c:v>
                </c:pt>
                <c:pt idx="7160">
                  <c:v>31-01-2022</c:v>
                </c:pt>
                <c:pt idx="7161">
                  <c:v>31-01-2022</c:v>
                </c:pt>
                <c:pt idx="7162">
                  <c:v>31-01-2022</c:v>
                </c:pt>
                <c:pt idx="7163">
                  <c:v>31-01-2022</c:v>
                </c:pt>
                <c:pt idx="7164">
                  <c:v>31-01-2022</c:v>
                </c:pt>
                <c:pt idx="7165">
                  <c:v>31-01-2022</c:v>
                </c:pt>
                <c:pt idx="7166">
                  <c:v>31-01-2022</c:v>
                </c:pt>
                <c:pt idx="7167">
                  <c:v>31-01-2022</c:v>
                </c:pt>
                <c:pt idx="7168">
                  <c:v>31-01-2022</c:v>
                </c:pt>
                <c:pt idx="7169">
                  <c:v>01-02-2022</c:v>
                </c:pt>
                <c:pt idx="7170">
                  <c:v>01-02-2022</c:v>
                </c:pt>
                <c:pt idx="7171">
                  <c:v>01-02-2022</c:v>
                </c:pt>
                <c:pt idx="7172">
                  <c:v>01-02-2022</c:v>
                </c:pt>
                <c:pt idx="7173">
                  <c:v>01-02-2022</c:v>
                </c:pt>
                <c:pt idx="7174">
                  <c:v>01-02-2022</c:v>
                </c:pt>
                <c:pt idx="7175">
                  <c:v>01-02-2022</c:v>
                </c:pt>
                <c:pt idx="7176">
                  <c:v>01-02-2022</c:v>
                </c:pt>
                <c:pt idx="7177">
                  <c:v>01-02-2022</c:v>
                </c:pt>
                <c:pt idx="7178">
                  <c:v>01-02-2022</c:v>
                </c:pt>
                <c:pt idx="7179">
                  <c:v>01-02-2022</c:v>
                </c:pt>
                <c:pt idx="7180">
                  <c:v>01-02-2022</c:v>
                </c:pt>
                <c:pt idx="7181">
                  <c:v>01-02-2022</c:v>
                </c:pt>
                <c:pt idx="7182">
                  <c:v>01-02-2022</c:v>
                </c:pt>
                <c:pt idx="7183">
                  <c:v>01-02-2022</c:v>
                </c:pt>
                <c:pt idx="7184">
                  <c:v>01-02-2022</c:v>
                </c:pt>
                <c:pt idx="7185">
                  <c:v>01-02-2022</c:v>
                </c:pt>
                <c:pt idx="7186">
                  <c:v>01-02-2022</c:v>
                </c:pt>
                <c:pt idx="7187">
                  <c:v>01-02-2022</c:v>
                </c:pt>
                <c:pt idx="7188">
                  <c:v>01-02-2022</c:v>
                </c:pt>
                <c:pt idx="7189">
                  <c:v>01-02-2022</c:v>
                </c:pt>
                <c:pt idx="7190">
                  <c:v>01-02-2022</c:v>
                </c:pt>
                <c:pt idx="7191">
                  <c:v>01-02-2022</c:v>
                </c:pt>
                <c:pt idx="7192">
                  <c:v>01-02-2022</c:v>
                </c:pt>
                <c:pt idx="7193">
                  <c:v>01-02-2022</c:v>
                </c:pt>
                <c:pt idx="7194">
                  <c:v>01-02-2022</c:v>
                </c:pt>
                <c:pt idx="7195">
                  <c:v>01-02-2022</c:v>
                </c:pt>
                <c:pt idx="7196">
                  <c:v>01-02-2022</c:v>
                </c:pt>
                <c:pt idx="7197">
                  <c:v>01-02-2022</c:v>
                </c:pt>
                <c:pt idx="7198">
                  <c:v>01-02-2022</c:v>
                </c:pt>
                <c:pt idx="7199">
                  <c:v>01-02-2022</c:v>
                </c:pt>
                <c:pt idx="7200">
                  <c:v>01-02-2022</c:v>
                </c:pt>
                <c:pt idx="7201">
                  <c:v>02-02-2022</c:v>
                </c:pt>
                <c:pt idx="7202">
                  <c:v>02-02-2022</c:v>
                </c:pt>
                <c:pt idx="7203">
                  <c:v>02-02-2022</c:v>
                </c:pt>
                <c:pt idx="7204">
                  <c:v>02-02-2022</c:v>
                </c:pt>
                <c:pt idx="7205">
                  <c:v>02-02-2022</c:v>
                </c:pt>
                <c:pt idx="7206">
                  <c:v>02-02-2022</c:v>
                </c:pt>
                <c:pt idx="7207">
                  <c:v>02-02-2022</c:v>
                </c:pt>
                <c:pt idx="7208">
                  <c:v>02-02-2022</c:v>
                </c:pt>
                <c:pt idx="7209">
                  <c:v>02-02-2022</c:v>
                </c:pt>
                <c:pt idx="7210">
                  <c:v>02-02-2022</c:v>
                </c:pt>
                <c:pt idx="7211">
                  <c:v>02-02-2022</c:v>
                </c:pt>
                <c:pt idx="7212">
                  <c:v>02-02-2022</c:v>
                </c:pt>
                <c:pt idx="7213">
                  <c:v>02-02-2022</c:v>
                </c:pt>
                <c:pt idx="7214">
                  <c:v>02-02-2022</c:v>
                </c:pt>
                <c:pt idx="7215">
                  <c:v>02-02-2022</c:v>
                </c:pt>
                <c:pt idx="7216">
                  <c:v>02-02-2022</c:v>
                </c:pt>
                <c:pt idx="7217">
                  <c:v>02-02-2022</c:v>
                </c:pt>
                <c:pt idx="7218">
                  <c:v>02-02-2022</c:v>
                </c:pt>
                <c:pt idx="7219">
                  <c:v>02-02-2022</c:v>
                </c:pt>
                <c:pt idx="7220">
                  <c:v>02-02-2022</c:v>
                </c:pt>
                <c:pt idx="7221">
                  <c:v>02-02-2022</c:v>
                </c:pt>
                <c:pt idx="7222">
                  <c:v>02-02-2022</c:v>
                </c:pt>
                <c:pt idx="7223">
                  <c:v>02-02-2022</c:v>
                </c:pt>
                <c:pt idx="7224">
                  <c:v>02-02-2022</c:v>
                </c:pt>
                <c:pt idx="7225">
                  <c:v>02-02-2022</c:v>
                </c:pt>
                <c:pt idx="7226">
                  <c:v>02-02-2022</c:v>
                </c:pt>
                <c:pt idx="7227">
                  <c:v>02-02-2022</c:v>
                </c:pt>
                <c:pt idx="7228">
                  <c:v>02-02-2022</c:v>
                </c:pt>
                <c:pt idx="7229">
                  <c:v>02-02-2022</c:v>
                </c:pt>
                <c:pt idx="7230">
                  <c:v>02-02-2022</c:v>
                </c:pt>
                <c:pt idx="7231">
                  <c:v>02-02-2022</c:v>
                </c:pt>
                <c:pt idx="7232">
                  <c:v>02-02-2022</c:v>
                </c:pt>
                <c:pt idx="7233">
                  <c:v>03-02-2022</c:v>
                </c:pt>
                <c:pt idx="7234">
                  <c:v>03-02-2022</c:v>
                </c:pt>
                <c:pt idx="7235">
                  <c:v>03-02-2022</c:v>
                </c:pt>
                <c:pt idx="7236">
                  <c:v>03-02-2022</c:v>
                </c:pt>
                <c:pt idx="7237">
                  <c:v>03-02-2022</c:v>
                </c:pt>
                <c:pt idx="7238">
                  <c:v>03-02-2022</c:v>
                </c:pt>
                <c:pt idx="7239">
                  <c:v>03-02-2022</c:v>
                </c:pt>
                <c:pt idx="7240">
                  <c:v>03-02-2022</c:v>
                </c:pt>
                <c:pt idx="7241">
                  <c:v>03-02-2022</c:v>
                </c:pt>
                <c:pt idx="7242">
                  <c:v>03-02-2022</c:v>
                </c:pt>
                <c:pt idx="7243">
                  <c:v>03-02-2022</c:v>
                </c:pt>
                <c:pt idx="7244">
                  <c:v>03-02-2022</c:v>
                </c:pt>
                <c:pt idx="7245">
                  <c:v>03-02-2022</c:v>
                </c:pt>
                <c:pt idx="7246">
                  <c:v>03-02-2022</c:v>
                </c:pt>
                <c:pt idx="7247">
                  <c:v>03-02-2022</c:v>
                </c:pt>
                <c:pt idx="7248">
                  <c:v>03-02-2022</c:v>
                </c:pt>
                <c:pt idx="7249">
                  <c:v>03-02-2022</c:v>
                </c:pt>
                <c:pt idx="7250">
                  <c:v>03-02-2022</c:v>
                </c:pt>
                <c:pt idx="7251">
                  <c:v>03-02-2022</c:v>
                </c:pt>
                <c:pt idx="7252">
                  <c:v>03-02-2022</c:v>
                </c:pt>
                <c:pt idx="7253">
                  <c:v>04-02-2022</c:v>
                </c:pt>
                <c:pt idx="7254">
                  <c:v>04-02-2022</c:v>
                </c:pt>
                <c:pt idx="7255">
                  <c:v>04-02-2022</c:v>
                </c:pt>
                <c:pt idx="7256">
                  <c:v>04-02-2022</c:v>
                </c:pt>
                <c:pt idx="7257">
                  <c:v>04-02-2022</c:v>
                </c:pt>
                <c:pt idx="7258">
                  <c:v>04-02-2022</c:v>
                </c:pt>
                <c:pt idx="7259">
                  <c:v>04-02-2022</c:v>
                </c:pt>
                <c:pt idx="7260">
                  <c:v>04-02-2022</c:v>
                </c:pt>
                <c:pt idx="7261">
                  <c:v>04-02-2022</c:v>
                </c:pt>
                <c:pt idx="7262">
                  <c:v>04-02-2022</c:v>
                </c:pt>
                <c:pt idx="7263">
                  <c:v>04-02-2022</c:v>
                </c:pt>
                <c:pt idx="7264">
                  <c:v>04-02-2022</c:v>
                </c:pt>
                <c:pt idx="7265">
                  <c:v>04-02-2022</c:v>
                </c:pt>
                <c:pt idx="7266">
                  <c:v>04-02-2022</c:v>
                </c:pt>
                <c:pt idx="7267">
                  <c:v>04-02-2022</c:v>
                </c:pt>
                <c:pt idx="7268">
                  <c:v>04-02-2022</c:v>
                </c:pt>
                <c:pt idx="7269">
                  <c:v>04-02-2022</c:v>
                </c:pt>
                <c:pt idx="7270">
                  <c:v>04-02-2022</c:v>
                </c:pt>
                <c:pt idx="7271">
                  <c:v>04-02-2022</c:v>
                </c:pt>
                <c:pt idx="7272">
                  <c:v>04-02-2022</c:v>
                </c:pt>
                <c:pt idx="7273">
                  <c:v>04-02-2022</c:v>
                </c:pt>
                <c:pt idx="7274">
                  <c:v>04-02-2022</c:v>
                </c:pt>
                <c:pt idx="7275">
                  <c:v>04-02-2022</c:v>
                </c:pt>
                <c:pt idx="7276">
                  <c:v>04-02-2022</c:v>
                </c:pt>
                <c:pt idx="7277">
                  <c:v>04-02-2022</c:v>
                </c:pt>
                <c:pt idx="7278">
                  <c:v>04-02-2022</c:v>
                </c:pt>
                <c:pt idx="7279">
                  <c:v>04-02-2022</c:v>
                </c:pt>
                <c:pt idx="7280">
                  <c:v>04-02-2022</c:v>
                </c:pt>
                <c:pt idx="7281">
                  <c:v>04-02-2022</c:v>
                </c:pt>
                <c:pt idx="7282">
                  <c:v>04-02-2022</c:v>
                </c:pt>
                <c:pt idx="7283">
                  <c:v>04-02-2022</c:v>
                </c:pt>
                <c:pt idx="7284">
                  <c:v>04-02-2022</c:v>
                </c:pt>
                <c:pt idx="7285">
                  <c:v>05-02-2022</c:v>
                </c:pt>
                <c:pt idx="7286">
                  <c:v>05-02-2022</c:v>
                </c:pt>
                <c:pt idx="7287">
                  <c:v>05-02-2022</c:v>
                </c:pt>
                <c:pt idx="7288">
                  <c:v>05-02-2022</c:v>
                </c:pt>
                <c:pt idx="7289">
                  <c:v>05-02-2022</c:v>
                </c:pt>
                <c:pt idx="7290">
                  <c:v>05-02-2022</c:v>
                </c:pt>
                <c:pt idx="7291">
                  <c:v>05-02-2022</c:v>
                </c:pt>
                <c:pt idx="7292">
                  <c:v>05-02-2022</c:v>
                </c:pt>
                <c:pt idx="7293">
                  <c:v>05-02-2022</c:v>
                </c:pt>
                <c:pt idx="7294">
                  <c:v>05-02-2022</c:v>
                </c:pt>
                <c:pt idx="7295">
                  <c:v>05-02-2022</c:v>
                </c:pt>
                <c:pt idx="7296">
                  <c:v>05-02-2022</c:v>
                </c:pt>
                <c:pt idx="7297">
                  <c:v>05-02-2022</c:v>
                </c:pt>
                <c:pt idx="7298">
                  <c:v>05-02-2022</c:v>
                </c:pt>
                <c:pt idx="7299">
                  <c:v>05-02-2022</c:v>
                </c:pt>
                <c:pt idx="7300">
                  <c:v>05-02-2022</c:v>
                </c:pt>
                <c:pt idx="7301">
                  <c:v>05-02-2022</c:v>
                </c:pt>
                <c:pt idx="7302">
                  <c:v>05-02-2022</c:v>
                </c:pt>
                <c:pt idx="7303">
                  <c:v>05-02-2022</c:v>
                </c:pt>
                <c:pt idx="7304">
                  <c:v>05-02-2022</c:v>
                </c:pt>
                <c:pt idx="7305">
                  <c:v>05-02-2022</c:v>
                </c:pt>
                <c:pt idx="7306">
                  <c:v>05-02-2022</c:v>
                </c:pt>
                <c:pt idx="7307">
                  <c:v>05-02-2022</c:v>
                </c:pt>
                <c:pt idx="7308">
                  <c:v>05-02-2022</c:v>
                </c:pt>
                <c:pt idx="7309">
                  <c:v>05-02-2022</c:v>
                </c:pt>
                <c:pt idx="7310">
                  <c:v>05-02-2022</c:v>
                </c:pt>
                <c:pt idx="7311">
                  <c:v>05-02-2022</c:v>
                </c:pt>
                <c:pt idx="7312">
                  <c:v>05-02-2022</c:v>
                </c:pt>
                <c:pt idx="7313">
                  <c:v>05-02-2022</c:v>
                </c:pt>
                <c:pt idx="7314">
                  <c:v>05-02-2022</c:v>
                </c:pt>
                <c:pt idx="7315">
                  <c:v>05-02-2022</c:v>
                </c:pt>
                <c:pt idx="7316">
                  <c:v>05-02-2022</c:v>
                </c:pt>
                <c:pt idx="7317">
                  <c:v>05-02-2022</c:v>
                </c:pt>
                <c:pt idx="7318">
                  <c:v>05-02-2022</c:v>
                </c:pt>
                <c:pt idx="7319">
                  <c:v>05-02-2022</c:v>
                </c:pt>
                <c:pt idx="7320">
                  <c:v>05-02-2022</c:v>
                </c:pt>
                <c:pt idx="7321">
                  <c:v>05-02-2022</c:v>
                </c:pt>
                <c:pt idx="7322">
                  <c:v>05-02-2022</c:v>
                </c:pt>
                <c:pt idx="7323">
                  <c:v>05-02-2022</c:v>
                </c:pt>
                <c:pt idx="7324">
                  <c:v>05-02-2022</c:v>
                </c:pt>
                <c:pt idx="7325">
                  <c:v>05-02-2022</c:v>
                </c:pt>
                <c:pt idx="7326">
                  <c:v>05-02-2022</c:v>
                </c:pt>
                <c:pt idx="7327">
                  <c:v>05-02-2022</c:v>
                </c:pt>
                <c:pt idx="7328">
                  <c:v>05-02-2022</c:v>
                </c:pt>
                <c:pt idx="7329">
                  <c:v>05-02-2022</c:v>
                </c:pt>
                <c:pt idx="7330">
                  <c:v>06-02-2022</c:v>
                </c:pt>
                <c:pt idx="7331">
                  <c:v>06-02-2022</c:v>
                </c:pt>
                <c:pt idx="7332">
                  <c:v>06-02-2022</c:v>
                </c:pt>
                <c:pt idx="7333">
                  <c:v>06-02-2022</c:v>
                </c:pt>
                <c:pt idx="7334">
                  <c:v>06-02-2022</c:v>
                </c:pt>
                <c:pt idx="7335">
                  <c:v>06-02-2022</c:v>
                </c:pt>
                <c:pt idx="7336">
                  <c:v>06-02-2022</c:v>
                </c:pt>
                <c:pt idx="7337">
                  <c:v>06-02-2022</c:v>
                </c:pt>
                <c:pt idx="7338">
                  <c:v>06-02-2022</c:v>
                </c:pt>
                <c:pt idx="7339">
                  <c:v>06-02-2022</c:v>
                </c:pt>
                <c:pt idx="7340">
                  <c:v>06-02-2022</c:v>
                </c:pt>
                <c:pt idx="7341">
                  <c:v>06-02-2022</c:v>
                </c:pt>
                <c:pt idx="7342">
                  <c:v>06-02-2022</c:v>
                </c:pt>
                <c:pt idx="7343">
                  <c:v>06-02-2022</c:v>
                </c:pt>
                <c:pt idx="7344">
                  <c:v>06-02-2022</c:v>
                </c:pt>
                <c:pt idx="7345">
                  <c:v>06-02-2022</c:v>
                </c:pt>
                <c:pt idx="7346">
                  <c:v>06-02-2022</c:v>
                </c:pt>
                <c:pt idx="7347">
                  <c:v>06-02-2022</c:v>
                </c:pt>
                <c:pt idx="7348">
                  <c:v>06-02-2022</c:v>
                </c:pt>
                <c:pt idx="7349">
                  <c:v>06-02-2022</c:v>
                </c:pt>
                <c:pt idx="7350">
                  <c:v>06-02-2022</c:v>
                </c:pt>
                <c:pt idx="7351">
                  <c:v>06-02-2022</c:v>
                </c:pt>
                <c:pt idx="7352">
                  <c:v>06-02-2022</c:v>
                </c:pt>
                <c:pt idx="7353">
                  <c:v>06-02-2022</c:v>
                </c:pt>
                <c:pt idx="7354">
                  <c:v>07-02-2022</c:v>
                </c:pt>
                <c:pt idx="7355">
                  <c:v>07-02-2022</c:v>
                </c:pt>
                <c:pt idx="7356">
                  <c:v>07-02-2022</c:v>
                </c:pt>
                <c:pt idx="7357">
                  <c:v>07-02-2022</c:v>
                </c:pt>
                <c:pt idx="7358">
                  <c:v>07-02-2022</c:v>
                </c:pt>
                <c:pt idx="7359">
                  <c:v>07-02-2022</c:v>
                </c:pt>
                <c:pt idx="7360">
                  <c:v>07-02-2022</c:v>
                </c:pt>
                <c:pt idx="7361">
                  <c:v>07-02-2022</c:v>
                </c:pt>
                <c:pt idx="7362">
                  <c:v>07-02-2022</c:v>
                </c:pt>
                <c:pt idx="7363">
                  <c:v>07-02-2022</c:v>
                </c:pt>
                <c:pt idx="7364">
                  <c:v>07-02-2022</c:v>
                </c:pt>
                <c:pt idx="7365">
                  <c:v>07-02-2022</c:v>
                </c:pt>
                <c:pt idx="7366">
                  <c:v>07-02-2022</c:v>
                </c:pt>
                <c:pt idx="7367">
                  <c:v>07-02-2022</c:v>
                </c:pt>
                <c:pt idx="7368">
                  <c:v>07-02-2022</c:v>
                </c:pt>
                <c:pt idx="7369">
                  <c:v>07-02-2022</c:v>
                </c:pt>
                <c:pt idx="7370">
                  <c:v>07-02-2022</c:v>
                </c:pt>
                <c:pt idx="7371">
                  <c:v>07-02-2022</c:v>
                </c:pt>
                <c:pt idx="7372">
                  <c:v>07-02-2022</c:v>
                </c:pt>
                <c:pt idx="7373">
                  <c:v>07-02-2022</c:v>
                </c:pt>
                <c:pt idx="7374">
                  <c:v>07-02-2022</c:v>
                </c:pt>
                <c:pt idx="7375">
                  <c:v>07-02-2022</c:v>
                </c:pt>
                <c:pt idx="7376">
                  <c:v>07-02-2022</c:v>
                </c:pt>
                <c:pt idx="7377">
                  <c:v>07-02-2022</c:v>
                </c:pt>
                <c:pt idx="7378">
                  <c:v>07-02-2022</c:v>
                </c:pt>
                <c:pt idx="7379">
                  <c:v>07-02-2022</c:v>
                </c:pt>
                <c:pt idx="7380">
                  <c:v>07-02-2022</c:v>
                </c:pt>
                <c:pt idx="7381">
                  <c:v>07-02-2022</c:v>
                </c:pt>
                <c:pt idx="7382">
                  <c:v>07-02-2022</c:v>
                </c:pt>
                <c:pt idx="7383">
                  <c:v>07-02-2022</c:v>
                </c:pt>
                <c:pt idx="7384">
                  <c:v>07-02-2022</c:v>
                </c:pt>
                <c:pt idx="7385">
                  <c:v>07-02-2022</c:v>
                </c:pt>
                <c:pt idx="7386">
                  <c:v>07-02-2022</c:v>
                </c:pt>
                <c:pt idx="7387">
                  <c:v>07-02-2022</c:v>
                </c:pt>
                <c:pt idx="7388">
                  <c:v>07-02-2022</c:v>
                </c:pt>
                <c:pt idx="7389">
                  <c:v>08-02-2022</c:v>
                </c:pt>
                <c:pt idx="7390">
                  <c:v>08-02-2022</c:v>
                </c:pt>
                <c:pt idx="7391">
                  <c:v>08-02-2022</c:v>
                </c:pt>
                <c:pt idx="7392">
                  <c:v>08-02-2022</c:v>
                </c:pt>
                <c:pt idx="7393">
                  <c:v>08-02-2022</c:v>
                </c:pt>
                <c:pt idx="7394">
                  <c:v>08-02-2022</c:v>
                </c:pt>
                <c:pt idx="7395">
                  <c:v>08-02-2022</c:v>
                </c:pt>
                <c:pt idx="7396">
                  <c:v>08-02-2022</c:v>
                </c:pt>
                <c:pt idx="7397">
                  <c:v>08-02-2022</c:v>
                </c:pt>
                <c:pt idx="7398">
                  <c:v>08-02-2022</c:v>
                </c:pt>
                <c:pt idx="7399">
                  <c:v>08-02-2022</c:v>
                </c:pt>
                <c:pt idx="7400">
                  <c:v>08-02-2022</c:v>
                </c:pt>
                <c:pt idx="7401">
                  <c:v>08-02-2022</c:v>
                </c:pt>
                <c:pt idx="7402">
                  <c:v>08-02-2022</c:v>
                </c:pt>
                <c:pt idx="7403">
                  <c:v>08-02-2022</c:v>
                </c:pt>
                <c:pt idx="7404">
                  <c:v>08-02-2022</c:v>
                </c:pt>
                <c:pt idx="7405">
                  <c:v>08-02-2022</c:v>
                </c:pt>
                <c:pt idx="7406">
                  <c:v>08-02-2022</c:v>
                </c:pt>
                <c:pt idx="7407">
                  <c:v>08-02-2022</c:v>
                </c:pt>
                <c:pt idx="7408">
                  <c:v>08-02-2022</c:v>
                </c:pt>
                <c:pt idx="7409">
                  <c:v>08-02-2022</c:v>
                </c:pt>
                <c:pt idx="7410">
                  <c:v>08-02-2022</c:v>
                </c:pt>
                <c:pt idx="7411">
                  <c:v>08-02-2022</c:v>
                </c:pt>
                <c:pt idx="7412">
                  <c:v>08-02-2022</c:v>
                </c:pt>
                <c:pt idx="7413">
                  <c:v>08-02-2022</c:v>
                </c:pt>
                <c:pt idx="7414">
                  <c:v>08-02-2022</c:v>
                </c:pt>
                <c:pt idx="7415">
                  <c:v>08-02-2022</c:v>
                </c:pt>
                <c:pt idx="7416">
                  <c:v>08-02-2022</c:v>
                </c:pt>
                <c:pt idx="7417">
                  <c:v>09-02-2022</c:v>
                </c:pt>
                <c:pt idx="7418">
                  <c:v>09-02-2022</c:v>
                </c:pt>
                <c:pt idx="7419">
                  <c:v>09-02-2022</c:v>
                </c:pt>
                <c:pt idx="7420">
                  <c:v>09-02-2022</c:v>
                </c:pt>
                <c:pt idx="7421">
                  <c:v>09-02-2022</c:v>
                </c:pt>
                <c:pt idx="7422">
                  <c:v>09-02-2022</c:v>
                </c:pt>
                <c:pt idx="7423">
                  <c:v>09-02-2022</c:v>
                </c:pt>
                <c:pt idx="7424">
                  <c:v>09-02-2022</c:v>
                </c:pt>
                <c:pt idx="7425">
                  <c:v>09-02-2022</c:v>
                </c:pt>
                <c:pt idx="7426">
                  <c:v>09-02-2022</c:v>
                </c:pt>
                <c:pt idx="7427">
                  <c:v>09-02-2022</c:v>
                </c:pt>
                <c:pt idx="7428">
                  <c:v>09-02-2022</c:v>
                </c:pt>
                <c:pt idx="7429">
                  <c:v>09-02-2022</c:v>
                </c:pt>
                <c:pt idx="7430">
                  <c:v>09-02-2022</c:v>
                </c:pt>
                <c:pt idx="7431">
                  <c:v>09-02-2022</c:v>
                </c:pt>
                <c:pt idx="7432">
                  <c:v>09-02-2022</c:v>
                </c:pt>
                <c:pt idx="7433">
                  <c:v>09-02-2022</c:v>
                </c:pt>
                <c:pt idx="7434">
                  <c:v>09-02-2022</c:v>
                </c:pt>
                <c:pt idx="7435">
                  <c:v>09-02-2022</c:v>
                </c:pt>
                <c:pt idx="7436">
                  <c:v>09-02-2022</c:v>
                </c:pt>
                <c:pt idx="7437">
                  <c:v>09-02-2022</c:v>
                </c:pt>
                <c:pt idx="7438">
                  <c:v>09-02-2022</c:v>
                </c:pt>
                <c:pt idx="7439">
                  <c:v>09-02-2022</c:v>
                </c:pt>
                <c:pt idx="7440">
                  <c:v>09-02-2022</c:v>
                </c:pt>
                <c:pt idx="7441">
                  <c:v>09-02-2022</c:v>
                </c:pt>
                <c:pt idx="7442">
                  <c:v>09-02-2022</c:v>
                </c:pt>
                <c:pt idx="7443">
                  <c:v>09-02-2022</c:v>
                </c:pt>
                <c:pt idx="7444">
                  <c:v>09-02-2022</c:v>
                </c:pt>
                <c:pt idx="7445">
                  <c:v>09-02-2022</c:v>
                </c:pt>
                <c:pt idx="7446">
                  <c:v>09-02-2022</c:v>
                </c:pt>
                <c:pt idx="7447">
                  <c:v>10-02-2022</c:v>
                </c:pt>
                <c:pt idx="7448">
                  <c:v>10-02-2022</c:v>
                </c:pt>
                <c:pt idx="7449">
                  <c:v>10-02-2022</c:v>
                </c:pt>
                <c:pt idx="7450">
                  <c:v>10-02-2022</c:v>
                </c:pt>
                <c:pt idx="7451">
                  <c:v>10-02-2022</c:v>
                </c:pt>
                <c:pt idx="7452">
                  <c:v>10-02-2022</c:v>
                </c:pt>
                <c:pt idx="7453">
                  <c:v>10-02-2022</c:v>
                </c:pt>
                <c:pt idx="7454">
                  <c:v>10-02-2022</c:v>
                </c:pt>
                <c:pt idx="7455">
                  <c:v>10-02-2022</c:v>
                </c:pt>
                <c:pt idx="7456">
                  <c:v>10-02-2022</c:v>
                </c:pt>
                <c:pt idx="7457">
                  <c:v>10-02-2022</c:v>
                </c:pt>
                <c:pt idx="7458">
                  <c:v>10-02-2022</c:v>
                </c:pt>
                <c:pt idx="7459">
                  <c:v>10-02-2022</c:v>
                </c:pt>
                <c:pt idx="7460">
                  <c:v>10-02-2022</c:v>
                </c:pt>
                <c:pt idx="7461">
                  <c:v>10-02-2022</c:v>
                </c:pt>
                <c:pt idx="7462">
                  <c:v>10-02-2022</c:v>
                </c:pt>
                <c:pt idx="7463">
                  <c:v>10-02-2022</c:v>
                </c:pt>
                <c:pt idx="7464">
                  <c:v>10-02-2022</c:v>
                </c:pt>
                <c:pt idx="7465">
                  <c:v>10-02-2022</c:v>
                </c:pt>
                <c:pt idx="7466">
                  <c:v>10-02-2022</c:v>
                </c:pt>
                <c:pt idx="7467">
                  <c:v>10-02-2022</c:v>
                </c:pt>
                <c:pt idx="7468">
                  <c:v>10-02-2022</c:v>
                </c:pt>
                <c:pt idx="7469">
                  <c:v>10-02-2022</c:v>
                </c:pt>
                <c:pt idx="7470">
                  <c:v>10-02-2022</c:v>
                </c:pt>
                <c:pt idx="7471">
                  <c:v>10-02-2022</c:v>
                </c:pt>
                <c:pt idx="7472">
                  <c:v>10-02-2022</c:v>
                </c:pt>
                <c:pt idx="7473">
                  <c:v>10-02-2022</c:v>
                </c:pt>
                <c:pt idx="7474">
                  <c:v>10-02-2022</c:v>
                </c:pt>
                <c:pt idx="7475">
                  <c:v>10-02-2022</c:v>
                </c:pt>
                <c:pt idx="7476">
                  <c:v>10-02-2022</c:v>
                </c:pt>
                <c:pt idx="7477">
                  <c:v>10-02-2022</c:v>
                </c:pt>
                <c:pt idx="7478">
                  <c:v>10-02-2022</c:v>
                </c:pt>
                <c:pt idx="7479">
                  <c:v>10-02-2022</c:v>
                </c:pt>
                <c:pt idx="7480">
                  <c:v>10-02-2022</c:v>
                </c:pt>
                <c:pt idx="7481">
                  <c:v>10-02-2022</c:v>
                </c:pt>
                <c:pt idx="7482">
                  <c:v>10-02-2022</c:v>
                </c:pt>
                <c:pt idx="7483">
                  <c:v>10-02-2022</c:v>
                </c:pt>
                <c:pt idx="7484">
                  <c:v>10-02-2022</c:v>
                </c:pt>
                <c:pt idx="7485">
                  <c:v>10-02-2022</c:v>
                </c:pt>
                <c:pt idx="7486">
                  <c:v>10-02-2022</c:v>
                </c:pt>
                <c:pt idx="7487">
                  <c:v>10-02-2022</c:v>
                </c:pt>
                <c:pt idx="7488">
                  <c:v>10-02-2022</c:v>
                </c:pt>
                <c:pt idx="7489">
                  <c:v>10-02-2022</c:v>
                </c:pt>
                <c:pt idx="7490">
                  <c:v>10-02-2022</c:v>
                </c:pt>
                <c:pt idx="7491">
                  <c:v>10-02-2022</c:v>
                </c:pt>
                <c:pt idx="7492">
                  <c:v>10-02-2022</c:v>
                </c:pt>
                <c:pt idx="7493">
                  <c:v>11-02-2022</c:v>
                </c:pt>
                <c:pt idx="7494">
                  <c:v>11-02-2022</c:v>
                </c:pt>
                <c:pt idx="7495">
                  <c:v>11-02-2022</c:v>
                </c:pt>
                <c:pt idx="7496">
                  <c:v>11-02-2022</c:v>
                </c:pt>
                <c:pt idx="7497">
                  <c:v>11-02-2022</c:v>
                </c:pt>
                <c:pt idx="7498">
                  <c:v>11-02-2022</c:v>
                </c:pt>
                <c:pt idx="7499">
                  <c:v>11-02-2022</c:v>
                </c:pt>
                <c:pt idx="7500">
                  <c:v>11-02-2022</c:v>
                </c:pt>
                <c:pt idx="7501">
                  <c:v>11-02-2022</c:v>
                </c:pt>
                <c:pt idx="7502">
                  <c:v>11-02-2022</c:v>
                </c:pt>
                <c:pt idx="7503">
                  <c:v>11-02-2022</c:v>
                </c:pt>
                <c:pt idx="7504">
                  <c:v>11-02-2022</c:v>
                </c:pt>
                <c:pt idx="7505">
                  <c:v>11-02-2022</c:v>
                </c:pt>
                <c:pt idx="7506">
                  <c:v>11-02-2022</c:v>
                </c:pt>
                <c:pt idx="7507">
                  <c:v>11-02-2022</c:v>
                </c:pt>
                <c:pt idx="7508">
                  <c:v>11-02-2022</c:v>
                </c:pt>
                <c:pt idx="7509">
                  <c:v>11-02-2022</c:v>
                </c:pt>
                <c:pt idx="7510">
                  <c:v>11-02-2022</c:v>
                </c:pt>
                <c:pt idx="7511">
                  <c:v>11-02-2022</c:v>
                </c:pt>
                <c:pt idx="7512">
                  <c:v>11-02-2022</c:v>
                </c:pt>
                <c:pt idx="7513">
                  <c:v>11-02-2022</c:v>
                </c:pt>
                <c:pt idx="7514">
                  <c:v>11-02-2022</c:v>
                </c:pt>
                <c:pt idx="7515">
                  <c:v>11-02-2022</c:v>
                </c:pt>
                <c:pt idx="7516">
                  <c:v>11-02-2022</c:v>
                </c:pt>
                <c:pt idx="7517">
                  <c:v>11-02-2022</c:v>
                </c:pt>
                <c:pt idx="7518">
                  <c:v>11-02-2022</c:v>
                </c:pt>
                <c:pt idx="7519">
                  <c:v>11-02-2022</c:v>
                </c:pt>
                <c:pt idx="7520">
                  <c:v>11-02-2022</c:v>
                </c:pt>
                <c:pt idx="7521">
                  <c:v>11-02-2022</c:v>
                </c:pt>
                <c:pt idx="7522">
                  <c:v>11-02-2022</c:v>
                </c:pt>
                <c:pt idx="7523">
                  <c:v>11-02-2022</c:v>
                </c:pt>
                <c:pt idx="7524">
                  <c:v>11-02-2022</c:v>
                </c:pt>
                <c:pt idx="7525">
                  <c:v>11-02-2022</c:v>
                </c:pt>
                <c:pt idx="7526">
                  <c:v>11-02-2022</c:v>
                </c:pt>
                <c:pt idx="7527">
                  <c:v>11-02-2022</c:v>
                </c:pt>
                <c:pt idx="7528">
                  <c:v>11-02-2022</c:v>
                </c:pt>
                <c:pt idx="7529">
                  <c:v>11-02-2022</c:v>
                </c:pt>
                <c:pt idx="7530">
                  <c:v>11-02-2022</c:v>
                </c:pt>
                <c:pt idx="7531">
                  <c:v>11-02-2022</c:v>
                </c:pt>
                <c:pt idx="7532">
                  <c:v>11-02-2022</c:v>
                </c:pt>
                <c:pt idx="7533">
                  <c:v>11-02-2022</c:v>
                </c:pt>
                <c:pt idx="7534">
                  <c:v>11-02-2022</c:v>
                </c:pt>
                <c:pt idx="7535">
                  <c:v>11-02-2022</c:v>
                </c:pt>
                <c:pt idx="7536">
                  <c:v>11-02-2022</c:v>
                </c:pt>
                <c:pt idx="7537">
                  <c:v>11-02-2022</c:v>
                </c:pt>
                <c:pt idx="7538">
                  <c:v>11-02-2022</c:v>
                </c:pt>
                <c:pt idx="7539">
                  <c:v>12-02-2022</c:v>
                </c:pt>
                <c:pt idx="7540">
                  <c:v>12-02-2022</c:v>
                </c:pt>
                <c:pt idx="7541">
                  <c:v>12-02-2022</c:v>
                </c:pt>
                <c:pt idx="7542">
                  <c:v>12-02-2022</c:v>
                </c:pt>
                <c:pt idx="7543">
                  <c:v>12-02-2022</c:v>
                </c:pt>
                <c:pt idx="7544">
                  <c:v>12-02-2022</c:v>
                </c:pt>
                <c:pt idx="7545">
                  <c:v>12-02-2022</c:v>
                </c:pt>
                <c:pt idx="7546">
                  <c:v>12-02-2022</c:v>
                </c:pt>
                <c:pt idx="7547">
                  <c:v>12-02-2022</c:v>
                </c:pt>
                <c:pt idx="7548">
                  <c:v>12-02-2022</c:v>
                </c:pt>
                <c:pt idx="7549">
                  <c:v>12-02-2022</c:v>
                </c:pt>
                <c:pt idx="7550">
                  <c:v>12-02-2022</c:v>
                </c:pt>
                <c:pt idx="7551">
                  <c:v>12-02-2022</c:v>
                </c:pt>
                <c:pt idx="7552">
                  <c:v>12-02-2022</c:v>
                </c:pt>
                <c:pt idx="7553">
                  <c:v>12-02-2022</c:v>
                </c:pt>
                <c:pt idx="7554">
                  <c:v>12-02-2022</c:v>
                </c:pt>
                <c:pt idx="7555">
                  <c:v>12-02-2022</c:v>
                </c:pt>
                <c:pt idx="7556">
                  <c:v>12-02-2022</c:v>
                </c:pt>
                <c:pt idx="7557">
                  <c:v>12-02-2022</c:v>
                </c:pt>
                <c:pt idx="7558">
                  <c:v>12-02-2022</c:v>
                </c:pt>
                <c:pt idx="7559">
                  <c:v>12-02-2022</c:v>
                </c:pt>
                <c:pt idx="7560">
                  <c:v>12-02-2022</c:v>
                </c:pt>
                <c:pt idx="7561">
                  <c:v>12-02-2022</c:v>
                </c:pt>
                <c:pt idx="7562">
                  <c:v>12-02-2022</c:v>
                </c:pt>
                <c:pt idx="7563">
                  <c:v>12-02-2022</c:v>
                </c:pt>
                <c:pt idx="7564">
                  <c:v>12-02-2022</c:v>
                </c:pt>
                <c:pt idx="7565">
                  <c:v>12-02-2022</c:v>
                </c:pt>
                <c:pt idx="7566">
                  <c:v>12-02-2022</c:v>
                </c:pt>
                <c:pt idx="7567">
                  <c:v>12-02-2022</c:v>
                </c:pt>
                <c:pt idx="7568">
                  <c:v>12-02-2022</c:v>
                </c:pt>
                <c:pt idx="7569">
                  <c:v>12-02-2022</c:v>
                </c:pt>
                <c:pt idx="7570">
                  <c:v>12-02-2022</c:v>
                </c:pt>
                <c:pt idx="7571">
                  <c:v>12-02-2022</c:v>
                </c:pt>
                <c:pt idx="7572">
                  <c:v>12-02-2022</c:v>
                </c:pt>
                <c:pt idx="7573">
                  <c:v>12-02-2022</c:v>
                </c:pt>
                <c:pt idx="7574">
                  <c:v>12-02-2022</c:v>
                </c:pt>
                <c:pt idx="7575">
                  <c:v>12-02-2022</c:v>
                </c:pt>
                <c:pt idx="7576">
                  <c:v>12-02-2022</c:v>
                </c:pt>
                <c:pt idx="7577">
                  <c:v>12-02-2022</c:v>
                </c:pt>
                <c:pt idx="7578">
                  <c:v>12-02-2022</c:v>
                </c:pt>
                <c:pt idx="7579">
                  <c:v>12-02-2022</c:v>
                </c:pt>
                <c:pt idx="7580">
                  <c:v>12-02-2022</c:v>
                </c:pt>
                <c:pt idx="7581">
                  <c:v>13-02-2022</c:v>
                </c:pt>
                <c:pt idx="7582">
                  <c:v>13-02-2022</c:v>
                </c:pt>
                <c:pt idx="7583">
                  <c:v>13-02-2022</c:v>
                </c:pt>
                <c:pt idx="7584">
                  <c:v>13-02-2022</c:v>
                </c:pt>
                <c:pt idx="7585">
                  <c:v>13-02-2022</c:v>
                </c:pt>
                <c:pt idx="7586">
                  <c:v>13-02-2022</c:v>
                </c:pt>
                <c:pt idx="7587">
                  <c:v>13-02-2022</c:v>
                </c:pt>
                <c:pt idx="7588">
                  <c:v>13-02-2022</c:v>
                </c:pt>
                <c:pt idx="7589">
                  <c:v>13-02-2022</c:v>
                </c:pt>
                <c:pt idx="7590">
                  <c:v>13-02-2022</c:v>
                </c:pt>
                <c:pt idx="7591">
                  <c:v>13-02-2022</c:v>
                </c:pt>
                <c:pt idx="7592">
                  <c:v>13-02-2022</c:v>
                </c:pt>
                <c:pt idx="7593">
                  <c:v>13-02-2022</c:v>
                </c:pt>
                <c:pt idx="7594">
                  <c:v>13-02-2022</c:v>
                </c:pt>
                <c:pt idx="7595">
                  <c:v>13-02-2022</c:v>
                </c:pt>
                <c:pt idx="7596">
                  <c:v>13-02-2022</c:v>
                </c:pt>
                <c:pt idx="7597">
                  <c:v>13-02-2022</c:v>
                </c:pt>
                <c:pt idx="7598">
                  <c:v>13-02-2022</c:v>
                </c:pt>
                <c:pt idx="7599">
                  <c:v>13-02-2022</c:v>
                </c:pt>
                <c:pt idx="7600">
                  <c:v>13-02-2022</c:v>
                </c:pt>
                <c:pt idx="7601">
                  <c:v>14-02-2022</c:v>
                </c:pt>
                <c:pt idx="7602">
                  <c:v>14-02-2022</c:v>
                </c:pt>
                <c:pt idx="7603">
                  <c:v>14-02-2022</c:v>
                </c:pt>
                <c:pt idx="7604">
                  <c:v>14-02-2022</c:v>
                </c:pt>
                <c:pt idx="7605">
                  <c:v>14-02-2022</c:v>
                </c:pt>
                <c:pt idx="7606">
                  <c:v>14-02-2022</c:v>
                </c:pt>
                <c:pt idx="7607">
                  <c:v>14-02-2022</c:v>
                </c:pt>
                <c:pt idx="7608">
                  <c:v>14-02-2022</c:v>
                </c:pt>
                <c:pt idx="7609">
                  <c:v>14-02-2022</c:v>
                </c:pt>
                <c:pt idx="7610">
                  <c:v>14-02-2022</c:v>
                </c:pt>
                <c:pt idx="7611">
                  <c:v>14-02-2022</c:v>
                </c:pt>
                <c:pt idx="7612">
                  <c:v>14-02-2022</c:v>
                </c:pt>
                <c:pt idx="7613">
                  <c:v>14-02-2022</c:v>
                </c:pt>
                <c:pt idx="7614">
                  <c:v>14-02-2022</c:v>
                </c:pt>
                <c:pt idx="7615">
                  <c:v>14-02-2022</c:v>
                </c:pt>
                <c:pt idx="7616">
                  <c:v>14-02-2022</c:v>
                </c:pt>
                <c:pt idx="7617">
                  <c:v>14-02-2022</c:v>
                </c:pt>
                <c:pt idx="7618">
                  <c:v>14-02-2022</c:v>
                </c:pt>
                <c:pt idx="7619">
                  <c:v>14-02-2022</c:v>
                </c:pt>
                <c:pt idx="7620">
                  <c:v>14-02-2022</c:v>
                </c:pt>
                <c:pt idx="7621">
                  <c:v>14-02-2022</c:v>
                </c:pt>
                <c:pt idx="7622">
                  <c:v>14-02-2022</c:v>
                </c:pt>
                <c:pt idx="7623">
                  <c:v>14-02-2022</c:v>
                </c:pt>
                <c:pt idx="7624">
                  <c:v>14-02-2022</c:v>
                </c:pt>
                <c:pt idx="7625">
                  <c:v>14-02-2022</c:v>
                </c:pt>
                <c:pt idx="7626">
                  <c:v>14-02-2022</c:v>
                </c:pt>
                <c:pt idx="7627">
                  <c:v>14-02-2022</c:v>
                </c:pt>
                <c:pt idx="7628">
                  <c:v>14-02-2022</c:v>
                </c:pt>
                <c:pt idx="7629">
                  <c:v>14-02-2022</c:v>
                </c:pt>
                <c:pt idx="7630">
                  <c:v>15-02-2022</c:v>
                </c:pt>
                <c:pt idx="7631">
                  <c:v>15-02-2022</c:v>
                </c:pt>
                <c:pt idx="7632">
                  <c:v>15-02-2022</c:v>
                </c:pt>
                <c:pt idx="7633">
                  <c:v>15-02-2022</c:v>
                </c:pt>
                <c:pt idx="7634">
                  <c:v>15-02-2022</c:v>
                </c:pt>
                <c:pt idx="7635">
                  <c:v>15-02-2022</c:v>
                </c:pt>
                <c:pt idx="7636">
                  <c:v>15-02-2022</c:v>
                </c:pt>
                <c:pt idx="7637">
                  <c:v>15-02-2022</c:v>
                </c:pt>
                <c:pt idx="7638">
                  <c:v>15-02-2022</c:v>
                </c:pt>
                <c:pt idx="7639">
                  <c:v>15-02-2022</c:v>
                </c:pt>
                <c:pt idx="7640">
                  <c:v>15-02-2022</c:v>
                </c:pt>
                <c:pt idx="7641">
                  <c:v>15-02-2022</c:v>
                </c:pt>
                <c:pt idx="7642">
                  <c:v>15-02-2022</c:v>
                </c:pt>
                <c:pt idx="7643">
                  <c:v>15-02-2022</c:v>
                </c:pt>
                <c:pt idx="7644">
                  <c:v>15-02-2022</c:v>
                </c:pt>
                <c:pt idx="7645">
                  <c:v>15-02-2022</c:v>
                </c:pt>
                <c:pt idx="7646">
                  <c:v>15-02-2022</c:v>
                </c:pt>
                <c:pt idx="7647">
                  <c:v>15-02-2022</c:v>
                </c:pt>
                <c:pt idx="7648">
                  <c:v>15-02-2022</c:v>
                </c:pt>
                <c:pt idx="7649">
                  <c:v>15-02-2022</c:v>
                </c:pt>
                <c:pt idx="7650">
                  <c:v>16-02-2022</c:v>
                </c:pt>
                <c:pt idx="7651">
                  <c:v>16-02-2022</c:v>
                </c:pt>
                <c:pt idx="7652">
                  <c:v>16-02-2022</c:v>
                </c:pt>
                <c:pt idx="7653">
                  <c:v>16-02-2022</c:v>
                </c:pt>
                <c:pt idx="7654">
                  <c:v>16-02-2022</c:v>
                </c:pt>
                <c:pt idx="7655">
                  <c:v>16-02-2022</c:v>
                </c:pt>
                <c:pt idx="7656">
                  <c:v>16-02-2022</c:v>
                </c:pt>
                <c:pt idx="7657">
                  <c:v>16-02-2022</c:v>
                </c:pt>
                <c:pt idx="7658">
                  <c:v>16-02-2022</c:v>
                </c:pt>
                <c:pt idx="7659">
                  <c:v>16-02-2022</c:v>
                </c:pt>
                <c:pt idx="7660">
                  <c:v>16-02-2022</c:v>
                </c:pt>
                <c:pt idx="7661">
                  <c:v>16-02-2022</c:v>
                </c:pt>
                <c:pt idx="7662">
                  <c:v>16-02-2022</c:v>
                </c:pt>
                <c:pt idx="7663">
                  <c:v>16-02-2022</c:v>
                </c:pt>
                <c:pt idx="7664">
                  <c:v>16-02-2022</c:v>
                </c:pt>
                <c:pt idx="7665">
                  <c:v>16-02-2022</c:v>
                </c:pt>
                <c:pt idx="7666">
                  <c:v>16-02-2022</c:v>
                </c:pt>
                <c:pt idx="7667">
                  <c:v>16-02-2022</c:v>
                </c:pt>
                <c:pt idx="7668">
                  <c:v>16-02-2022</c:v>
                </c:pt>
                <c:pt idx="7669">
                  <c:v>16-02-2022</c:v>
                </c:pt>
                <c:pt idx="7670">
                  <c:v>16-02-2022</c:v>
                </c:pt>
                <c:pt idx="7671">
                  <c:v>16-02-2022</c:v>
                </c:pt>
                <c:pt idx="7672">
                  <c:v>16-02-2022</c:v>
                </c:pt>
                <c:pt idx="7673">
                  <c:v>16-02-2022</c:v>
                </c:pt>
                <c:pt idx="7674">
                  <c:v>16-02-2022</c:v>
                </c:pt>
                <c:pt idx="7675">
                  <c:v>16-02-2022</c:v>
                </c:pt>
                <c:pt idx="7676">
                  <c:v>16-02-2022</c:v>
                </c:pt>
                <c:pt idx="7677">
                  <c:v>16-02-2022</c:v>
                </c:pt>
                <c:pt idx="7678">
                  <c:v>16-02-2022</c:v>
                </c:pt>
                <c:pt idx="7679">
                  <c:v>16-02-2022</c:v>
                </c:pt>
                <c:pt idx="7680">
                  <c:v>16-02-2022</c:v>
                </c:pt>
                <c:pt idx="7681">
                  <c:v>16-02-2022</c:v>
                </c:pt>
                <c:pt idx="7682">
                  <c:v>16-02-2022</c:v>
                </c:pt>
                <c:pt idx="7683">
                  <c:v>16-02-2022</c:v>
                </c:pt>
                <c:pt idx="7684">
                  <c:v>16-02-2022</c:v>
                </c:pt>
                <c:pt idx="7685">
                  <c:v>16-02-2022</c:v>
                </c:pt>
                <c:pt idx="7686">
                  <c:v>16-02-2022</c:v>
                </c:pt>
                <c:pt idx="7687">
                  <c:v>16-02-2022</c:v>
                </c:pt>
                <c:pt idx="7688">
                  <c:v>16-02-2022</c:v>
                </c:pt>
                <c:pt idx="7689">
                  <c:v>16-02-2022</c:v>
                </c:pt>
                <c:pt idx="7690">
                  <c:v>16-02-2022</c:v>
                </c:pt>
                <c:pt idx="7691">
                  <c:v>16-02-2022</c:v>
                </c:pt>
                <c:pt idx="7692">
                  <c:v>16-02-2022</c:v>
                </c:pt>
                <c:pt idx="7693">
                  <c:v>17-02-2022</c:v>
                </c:pt>
                <c:pt idx="7694">
                  <c:v>17-02-2022</c:v>
                </c:pt>
                <c:pt idx="7695">
                  <c:v>17-02-2022</c:v>
                </c:pt>
                <c:pt idx="7696">
                  <c:v>17-02-2022</c:v>
                </c:pt>
                <c:pt idx="7697">
                  <c:v>17-02-2022</c:v>
                </c:pt>
                <c:pt idx="7698">
                  <c:v>17-02-2022</c:v>
                </c:pt>
                <c:pt idx="7699">
                  <c:v>17-02-2022</c:v>
                </c:pt>
                <c:pt idx="7700">
                  <c:v>17-02-2022</c:v>
                </c:pt>
                <c:pt idx="7701">
                  <c:v>17-02-2022</c:v>
                </c:pt>
                <c:pt idx="7702">
                  <c:v>17-02-2022</c:v>
                </c:pt>
                <c:pt idx="7703">
                  <c:v>17-02-2022</c:v>
                </c:pt>
                <c:pt idx="7704">
                  <c:v>17-02-2022</c:v>
                </c:pt>
                <c:pt idx="7705">
                  <c:v>17-02-2022</c:v>
                </c:pt>
                <c:pt idx="7706">
                  <c:v>17-02-2022</c:v>
                </c:pt>
                <c:pt idx="7707">
                  <c:v>17-02-2022</c:v>
                </c:pt>
                <c:pt idx="7708">
                  <c:v>17-02-2022</c:v>
                </c:pt>
                <c:pt idx="7709">
                  <c:v>17-02-2022</c:v>
                </c:pt>
                <c:pt idx="7710">
                  <c:v>17-02-2022</c:v>
                </c:pt>
                <c:pt idx="7711">
                  <c:v>17-02-2022</c:v>
                </c:pt>
                <c:pt idx="7712">
                  <c:v>17-02-2022</c:v>
                </c:pt>
                <c:pt idx="7713">
                  <c:v>17-02-2022</c:v>
                </c:pt>
                <c:pt idx="7714">
                  <c:v>17-02-2022</c:v>
                </c:pt>
                <c:pt idx="7715">
                  <c:v>17-02-2022</c:v>
                </c:pt>
                <c:pt idx="7716">
                  <c:v>17-02-2022</c:v>
                </c:pt>
                <c:pt idx="7717">
                  <c:v>17-02-2022</c:v>
                </c:pt>
                <c:pt idx="7718">
                  <c:v>17-02-2022</c:v>
                </c:pt>
                <c:pt idx="7719">
                  <c:v>17-02-2022</c:v>
                </c:pt>
                <c:pt idx="7720">
                  <c:v>17-02-2022</c:v>
                </c:pt>
                <c:pt idx="7721">
                  <c:v>17-02-2022</c:v>
                </c:pt>
                <c:pt idx="7722">
                  <c:v>17-02-2022</c:v>
                </c:pt>
                <c:pt idx="7723">
                  <c:v>17-02-2022</c:v>
                </c:pt>
                <c:pt idx="7724">
                  <c:v>17-02-2022</c:v>
                </c:pt>
                <c:pt idx="7725">
                  <c:v>17-02-2022</c:v>
                </c:pt>
                <c:pt idx="7726">
                  <c:v>17-02-2022</c:v>
                </c:pt>
                <c:pt idx="7727">
                  <c:v>17-02-2022</c:v>
                </c:pt>
                <c:pt idx="7728">
                  <c:v>17-02-2022</c:v>
                </c:pt>
                <c:pt idx="7729">
                  <c:v>17-02-2022</c:v>
                </c:pt>
                <c:pt idx="7730">
                  <c:v>17-02-2022</c:v>
                </c:pt>
                <c:pt idx="7731">
                  <c:v>17-02-2022</c:v>
                </c:pt>
                <c:pt idx="7732">
                  <c:v>17-02-2022</c:v>
                </c:pt>
                <c:pt idx="7733">
                  <c:v>17-02-2022</c:v>
                </c:pt>
                <c:pt idx="7734">
                  <c:v>17-02-2022</c:v>
                </c:pt>
                <c:pt idx="7735">
                  <c:v>17-02-2022</c:v>
                </c:pt>
                <c:pt idx="7736">
                  <c:v>17-02-2022</c:v>
                </c:pt>
                <c:pt idx="7737">
                  <c:v>17-02-2022</c:v>
                </c:pt>
                <c:pt idx="7738">
                  <c:v>17-02-2022</c:v>
                </c:pt>
                <c:pt idx="7739">
                  <c:v>17-02-2022</c:v>
                </c:pt>
                <c:pt idx="7740">
                  <c:v>17-02-2022</c:v>
                </c:pt>
                <c:pt idx="7741">
                  <c:v>17-02-2022</c:v>
                </c:pt>
                <c:pt idx="7742">
                  <c:v>17-02-2022</c:v>
                </c:pt>
                <c:pt idx="7743">
                  <c:v>18-02-2022</c:v>
                </c:pt>
                <c:pt idx="7744">
                  <c:v>18-02-2022</c:v>
                </c:pt>
                <c:pt idx="7745">
                  <c:v>18-02-2022</c:v>
                </c:pt>
                <c:pt idx="7746">
                  <c:v>18-02-2022</c:v>
                </c:pt>
                <c:pt idx="7747">
                  <c:v>18-02-2022</c:v>
                </c:pt>
                <c:pt idx="7748">
                  <c:v>18-02-2022</c:v>
                </c:pt>
                <c:pt idx="7749">
                  <c:v>18-02-2022</c:v>
                </c:pt>
                <c:pt idx="7750">
                  <c:v>18-02-2022</c:v>
                </c:pt>
                <c:pt idx="7751">
                  <c:v>18-02-2022</c:v>
                </c:pt>
                <c:pt idx="7752">
                  <c:v>18-02-2022</c:v>
                </c:pt>
                <c:pt idx="7753">
                  <c:v>18-02-2022</c:v>
                </c:pt>
                <c:pt idx="7754">
                  <c:v>18-02-2022</c:v>
                </c:pt>
                <c:pt idx="7755">
                  <c:v>18-02-2022</c:v>
                </c:pt>
                <c:pt idx="7756">
                  <c:v>18-02-2022</c:v>
                </c:pt>
                <c:pt idx="7757">
                  <c:v>18-02-2022</c:v>
                </c:pt>
                <c:pt idx="7758">
                  <c:v>18-02-2022</c:v>
                </c:pt>
                <c:pt idx="7759">
                  <c:v>18-02-2022</c:v>
                </c:pt>
                <c:pt idx="7760">
                  <c:v>18-02-2022</c:v>
                </c:pt>
                <c:pt idx="7761">
                  <c:v>18-02-2022</c:v>
                </c:pt>
                <c:pt idx="7762">
                  <c:v>18-02-2022</c:v>
                </c:pt>
                <c:pt idx="7763">
                  <c:v>18-02-2022</c:v>
                </c:pt>
                <c:pt idx="7764">
                  <c:v>18-02-2022</c:v>
                </c:pt>
                <c:pt idx="7765">
                  <c:v>18-02-2022</c:v>
                </c:pt>
                <c:pt idx="7766">
                  <c:v>18-02-2022</c:v>
                </c:pt>
                <c:pt idx="7767">
                  <c:v>18-02-2022</c:v>
                </c:pt>
                <c:pt idx="7768">
                  <c:v>18-02-2022</c:v>
                </c:pt>
                <c:pt idx="7769">
                  <c:v>18-02-2022</c:v>
                </c:pt>
                <c:pt idx="7770">
                  <c:v>18-02-2022</c:v>
                </c:pt>
                <c:pt idx="7771">
                  <c:v>18-02-2022</c:v>
                </c:pt>
                <c:pt idx="7772">
                  <c:v>18-02-2022</c:v>
                </c:pt>
                <c:pt idx="7773">
                  <c:v>18-02-2022</c:v>
                </c:pt>
                <c:pt idx="7774">
                  <c:v>18-02-2022</c:v>
                </c:pt>
                <c:pt idx="7775">
                  <c:v>18-02-2022</c:v>
                </c:pt>
                <c:pt idx="7776">
                  <c:v>18-02-2022</c:v>
                </c:pt>
                <c:pt idx="7777">
                  <c:v>18-02-2022</c:v>
                </c:pt>
                <c:pt idx="7778">
                  <c:v>18-02-2022</c:v>
                </c:pt>
                <c:pt idx="7779">
                  <c:v>18-02-2022</c:v>
                </c:pt>
                <c:pt idx="7780">
                  <c:v>18-02-2022</c:v>
                </c:pt>
                <c:pt idx="7781">
                  <c:v>18-02-2022</c:v>
                </c:pt>
                <c:pt idx="7782">
                  <c:v>18-02-2022</c:v>
                </c:pt>
                <c:pt idx="7783">
                  <c:v>18-02-2022</c:v>
                </c:pt>
                <c:pt idx="7784">
                  <c:v>18-02-2022</c:v>
                </c:pt>
                <c:pt idx="7785">
                  <c:v>18-02-2022</c:v>
                </c:pt>
                <c:pt idx="7786">
                  <c:v>19-02-2022</c:v>
                </c:pt>
                <c:pt idx="7787">
                  <c:v>19-02-2022</c:v>
                </c:pt>
                <c:pt idx="7788">
                  <c:v>19-02-2022</c:v>
                </c:pt>
                <c:pt idx="7789">
                  <c:v>19-02-2022</c:v>
                </c:pt>
                <c:pt idx="7790">
                  <c:v>19-02-2022</c:v>
                </c:pt>
                <c:pt idx="7791">
                  <c:v>19-02-2022</c:v>
                </c:pt>
                <c:pt idx="7792">
                  <c:v>19-02-2022</c:v>
                </c:pt>
                <c:pt idx="7793">
                  <c:v>19-02-2022</c:v>
                </c:pt>
                <c:pt idx="7794">
                  <c:v>19-02-2022</c:v>
                </c:pt>
                <c:pt idx="7795">
                  <c:v>19-02-2022</c:v>
                </c:pt>
                <c:pt idx="7796">
                  <c:v>19-02-2022</c:v>
                </c:pt>
                <c:pt idx="7797">
                  <c:v>19-02-2022</c:v>
                </c:pt>
                <c:pt idx="7798">
                  <c:v>19-02-2022</c:v>
                </c:pt>
                <c:pt idx="7799">
                  <c:v>19-02-2022</c:v>
                </c:pt>
                <c:pt idx="7800">
                  <c:v>19-02-2022</c:v>
                </c:pt>
                <c:pt idx="7801">
                  <c:v>19-02-2022</c:v>
                </c:pt>
                <c:pt idx="7802">
                  <c:v>19-02-2022</c:v>
                </c:pt>
                <c:pt idx="7803">
                  <c:v>19-02-2022</c:v>
                </c:pt>
                <c:pt idx="7804">
                  <c:v>19-02-2022</c:v>
                </c:pt>
                <c:pt idx="7805">
                  <c:v>19-02-2022</c:v>
                </c:pt>
                <c:pt idx="7806">
                  <c:v>19-02-2022</c:v>
                </c:pt>
                <c:pt idx="7807">
                  <c:v>19-02-2022</c:v>
                </c:pt>
                <c:pt idx="7808">
                  <c:v>19-02-2022</c:v>
                </c:pt>
                <c:pt idx="7809">
                  <c:v>19-02-2022</c:v>
                </c:pt>
                <c:pt idx="7810">
                  <c:v>19-02-2022</c:v>
                </c:pt>
                <c:pt idx="7811">
                  <c:v>19-02-2022</c:v>
                </c:pt>
                <c:pt idx="7812">
                  <c:v>19-02-2022</c:v>
                </c:pt>
                <c:pt idx="7813">
                  <c:v>19-02-2022</c:v>
                </c:pt>
                <c:pt idx="7814">
                  <c:v>19-02-2022</c:v>
                </c:pt>
                <c:pt idx="7815">
                  <c:v>19-02-2022</c:v>
                </c:pt>
                <c:pt idx="7816">
                  <c:v>19-02-2022</c:v>
                </c:pt>
                <c:pt idx="7817">
                  <c:v>19-02-2022</c:v>
                </c:pt>
                <c:pt idx="7818">
                  <c:v>19-02-2022</c:v>
                </c:pt>
                <c:pt idx="7819">
                  <c:v>19-02-2022</c:v>
                </c:pt>
                <c:pt idx="7820">
                  <c:v>19-02-2022</c:v>
                </c:pt>
                <c:pt idx="7821">
                  <c:v>19-02-2022</c:v>
                </c:pt>
                <c:pt idx="7822">
                  <c:v>19-02-2022</c:v>
                </c:pt>
                <c:pt idx="7823">
                  <c:v>19-02-2022</c:v>
                </c:pt>
                <c:pt idx="7824">
                  <c:v>19-02-2022</c:v>
                </c:pt>
                <c:pt idx="7825">
                  <c:v>19-02-2022</c:v>
                </c:pt>
                <c:pt idx="7826">
                  <c:v>19-02-2022</c:v>
                </c:pt>
                <c:pt idx="7827">
                  <c:v>19-02-2022</c:v>
                </c:pt>
                <c:pt idx="7828">
                  <c:v>19-02-2022</c:v>
                </c:pt>
                <c:pt idx="7829">
                  <c:v>19-02-2022</c:v>
                </c:pt>
                <c:pt idx="7830">
                  <c:v>19-02-2022</c:v>
                </c:pt>
                <c:pt idx="7831">
                  <c:v>19-02-2022</c:v>
                </c:pt>
                <c:pt idx="7832">
                  <c:v>19-02-2022</c:v>
                </c:pt>
                <c:pt idx="7833">
                  <c:v>19-02-2022</c:v>
                </c:pt>
                <c:pt idx="7834">
                  <c:v>19-02-2022</c:v>
                </c:pt>
                <c:pt idx="7835">
                  <c:v>19-02-2022</c:v>
                </c:pt>
                <c:pt idx="7836">
                  <c:v>20-02-2022</c:v>
                </c:pt>
                <c:pt idx="7837">
                  <c:v>20-02-2022</c:v>
                </c:pt>
                <c:pt idx="7838">
                  <c:v>20-02-2022</c:v>
                </c:pt>
                <c:pt idx="7839">
                  <c:v>20-02-2022</c:v>
                </c:pt>
                <c:pt idx="7840">
                  <c:v>20-02-2022</c:v>
                </c:pt>
                <c:pt idx="7841">
                  <c:v>20-02-2022</c:v>
                </c:pt>
                <c:pt idx="7842">
                  <c:v>20-02-2022</c:v>
                </c:pt>
                <c:pt idx="7843">
                  <c:v>20-02-2022</c:v>
                </c:pt>
                <c:pt idx="7844">
                  <c:v>20-02-2022</c:v>
                </c:pt>
                <c:pt idx="7845">
                  <c:v>20-02-2022</c:v>
                </c:pt>
                <c:pt idx="7846">
                  <c:v>20-02-2022</c:v>
                </c:pt>
                <c:pt idx="7847">
                  <c:v>20-02-2022</c:v>
                </c:pt>
                <c:pt idx="7848">
                  <c:v>20-02-2022</c:v>
                </c:pt>
                <c:pt idx="7849">
                  <c:v>20-02-2022</c:v>
                </c:pt>
                <c:pt idx="7850">
                  <c:v>20-02-2022</c:v>
                </c:pt>
                <c:pt idx="7851">
                  <c:v>20-02-2022</c:v>
                </c:pt>
                <c:pt idx="7852">
                  <c:v>20-02-2022</c:v>
                </c:pt>
                <c:pt idx="7853">
                  <c:v>20-02-2022</c:v>
                </c:pt>
                <c:pt idx="7854">
                  <c:v>20-02-2022</c:v>
                </c:pt>
                <c:pt idx="7855">
                  <c:v>20-02-2022</c:v>
                </c:pt>
                <c:pt idx="7856">
                  <c:v>20-02-2022</c:v>
                </c:pt>
                <c:pt idx="7857">
                  <c:v>20-02-2022</c:v>
                </c:pt>
                <c:pt idx="7858">
                  <c:v>20-02-2022</c:v>
                </c:pt>
                <c:pt idx="7859">
                  <c:v>20-02-2022</c:v>
                </c:pt>
                <c:pt idx="7860">
                  <c:v>20-02-2022</c:v>
                </c:pt>
                <c:pt idx="7861">
                  <c:v>20-02-2022</c:v>
                </c:pt>
                <c:pt idx="7862">
                  <c:v>20-02-2022</c:v>
                </c:pt>
                <c:pt idx="7863">
                  <c:v>20-02-2022</c:v>
                </c:pt>
                <c:pt idx="7864">
                  <c:v>20-02-2022</c:v>
                </c:pt>
                <c:pt idx="7865">
                  <c:v>20-02-2022</c:v>
                </c:pt>
                <c:pt idx="7866">
                  <c:v>20-02-2022</c:v>
                </c:pt>
                <c:pt idx="7867">
                  <c:v>20-02-2022</c:v>
                </c:pt>
                <c:pt idx="7868">
                  <c:v>20-02-2022</c:v>
                </c:pt>
                <c:pt idx="7869">
                  <c:v>20-02-2022</c:v>
                </c:pt>
                <c:pt idx="7870">
                  <c:v>20-02-2022</c:v>
                </c:pt>
                <c:pt idx="7871">
                  <c:v>20-02-2022</c:v>
                </c:pt>
                <c:pt idx="7872">
                  <c:v>20-02-2022</c:v>
                </c:pt>
                <c:pt idx="7873">
                  <c:v>20-02-2022</c:v>
                </c:pt>
                <c:pt idx="7874">
                  <c:v>20-02-2022</c:v>
                </c:pt>
                <c:pt idx="7875">
                  <c:v>20-02-2022</c:v>
                </c:pt>
                <c:pt idx="7876">
                  <c:v>20-02-2022</c:v>
                </c:pt>
                <c:pt idx="7877">
                  <c:v>20-02-2022</c:v>
                </c:pt>
                <c:pt idx="7878">
                  <c:v>20-02-2022</c:v>
                </c:pt>
                <c:pt idx="7879">
                  <c:v>20-02-2022</c:v>
                </c:pt>
                <c:pt idx="7880">
                  <c:v>20-02-2022</c:v>
                </c:pt>
                <c:pt idx="7881">
                  <c:v>20-02-2022</c:v>
                </c:pt>
                <c:pt idx="7882">
                  <c:v>20-02-2022</c:v>
                </c:pt>
                <c:pt idx="7883">
                  <c:v>20-02-2022</c:v>
                </c:pt>
                <c:pt idx="7884">
                  <c:v>20-02-2022</c:v>
                </c:pt>
                <c:pt idx="7885">
                  <c:v>20-02-2022</c:v>
                </c:pt>
                <c:pt idx="7886">
                  <c:v>21-02-2022</c:v>
                </c:pt>
                <c:pt idx="7887">
                  <c:v>21-02-2022</c:v>
                </c:pt>
                <c:pt idx="7888">
                  <c:v>21-02-2022</c:v>
                </c:pt>
                <c:pt idx="7889">
                  <c:v>21-02-2022</c:v>
                </c:pt>
                <c:pt idx="7890">
                  <c:v>21-02-2022</c:v>
                </c:pt>
                <c:pt idx="7891">
                  <c:v>21-02-2022</c:v>
                </c:pt>
                <c:pt idx="7892">
                  <c:v>21-02-2022</c:v>
                </c:pt>
                <c:pt idx="7893">
                  <c:v>21-02-2022</c:v>
                </c:pt>
                <c:pt idx="7894">
                  <c:v>21-02-2022</c:v>
                </c:pt>
                <c:pt idx="7895">
                  <c:v>21-02-2022</c:v>
                </c:pt>
                <c:pt idx="7896">
                  <c:v>21-02-2022</c:v>
                </c:pt>
                <c:pt idx="7897">
                  <c:v>21-02-2022</c:v>
                </c:pt>
                <c:pt idx="7898">
                  <c:v>21-02-2022</c:v>
                </c:pt>
                <c:pt idx="7899">
                  <c:v>21-02-2022</c:v>
                </c:pt>
                <c:pt idx="7900">
                  <c:v>21-02-2022</c:v>
                </c:pt>
                <c:pt idx="7901">
                  <c:v>21-02-2022</c:v>
                </c:pt>
                <c:pt idx="7902">
                  <c:v>21-02-2022</c:v>
                </c:pt>
                <c:pt idx="7903">
                  <c:v>21-02-2022</c:v>
                </c:pt>
                <c:pt idx="7904">
                  <c:v>21-02-2022</c:v>
                </c:pt>
                <c:pt idx="7905">
                  <c:v>21-02-2022</c:v>
                </c:pt>
                <c:pt idx="7906">
                  <c:v>21-02-2022</c:v>
                </c:pt>
                <c:pt idx="7907">
                  <c:v>21-02-2022</c:v>
                </c:pt>
                <c:pt idx="7908">
                  <c:v>21-02-2022</c:v>
                </c:pt>
                <c:pt idx="7909">
                  <c:v>21-02-2022</c:v>
                </c:pt>
                <c:pt idx="7910">
                  <c:v>21-02-2022</c:v>
                </c:pt>
                <c:pt idx="7911">
                  <c:v>21-02-2022</c:v>
                </c:pt>
                <c:pt idx="7912">
                  <c:v>21-02-2022</c:v>
                </c:pt>
                <c:pt idx="7913">
                  <c:v>21-02-2022</c:v>
                </c:pt>
                <c:pt idx="7914">
                  <c:v>21-02-2022</c:v>
                </c:pt>
                <c:pt idx="7915">
                  <c:v>21-02-2022</c:v>
                </c:pt>
                <c:pt idx="7916">
                  <c:v>21-02-2022</c:v>
                </c:pt>
                <c:pt idx="7917">
                  <c:v>21-02-2022</c:v>
                </c:pt>
                <c:pt idx="7918">
                  <c:v>21-02-2022</c:v>
                </c:pt>
                <c:pt idx="7919">
                  <c:v>21-02-2022</c:v>
                </c:pt>
                <c:pt idx="7920">
                  <c:v>21-02-2022</c:v>
                </c:pt>
                <c:pt idx="7921">
                  <c:v>21-02-2022</c:v>
                </c:pt>
                <c:pt idx="7922">
                  <c:v>21-02-2022</c:v>
                </c:pt>
                <c:pt idx="7923">
                  <c:v>21-02-2022</c:v>
                </c:pt>
                <c:pt idx="7924">
                  <c:v>21-02-2022</c:v>
                </c:pt>
                <c:pt idx="7925">
                  <c:v>21-02-2022</c:v>
                </c:pt>
                <c:pt idx="7926">
                  <c:v>21-02-2022</c:v>
                </c:pt>
                <c:pt idx="7927">
                  <c:v>21-02-2022</c:v>
                </c:pt>
                <c:pt idx="7928">
                  <c:v>21-02-2022</c:v>
                </c:pt>
                <c:pt idx="7929">
                  <c:v>21-02-2022</c:v>
                </c:pt>
                <c:pt idx="7930">
                  <c:v>21-02-2022</c:v>
                </c:pt>
                <c:pt idx="7931">
                  <c:v>21-02-2022</c:v>
                </c:pt>
                <c:pt idx="7932">
                  <c:v>21-02-2022</c:v>
                </c:pt>
                <c:pt idx="7933">
                  <c:v>21-02-2022</c:v>
                </c:pt>
                <c:pt idx="7934">
                  <c:v>21-02-2022</c:v>
                </c:pt>
                <c:pt idx="7935">
                  <c:v>21-02-2022</c:v>
                </c:pt>
                <c:pt idx="7936">
                  <c:v>22-02-2022</c:v>
                </c:pt>
                <c:pt idx="7937">
                  <c:v>22-02-2022</c:v>
                </c:pt>
                <c:pt idx="7938">
                  <c:v>22-02-2022</c:v>
                </c:pt>
                <c:pt idx="7939">
                  <c:v>22-02-2022</c:v>
                </c:pt>
                <c:pt idx="7940">
                  <c:v>22-02-2022</c:v>
                </c:pt>
                <c:pt idx="7941">
                  <c:v>22-02-2022</c:v>
                </c:pt>
                <c:pt idx="7942">
                  <c:v>22-02-2022</c:v>
                </c:pt>
                <c:pt idx="7943">
                  <c:v>22-02-2022</c:v>
                </c:pt>
                <c:pt idx="7944">
                  <c:v>22-02-2022</c:v>
                </c:pt>
                <c:pt idx="7945">
                  <c:v>22-02-2022</c:v>
                </c:pt>
                <c:pt idx="7946">
                  <c:v>22-02-2022</c:v>
                </c:pt>
                <c:pt idx="7947">
                  <c:v>22-02-2022</c:v>
                </c:pt>
                <c:pt idx="7948">
                  <c:v>22-02-2022</c:v>
                </c:pt>
                <c:pt idx="7949">
                  <c:v>22-02-2022</c:v>
                </c:pt>
                <c:pt idx="7950">
                  <c:v>22-02-2022</c:v>
                </c:pt>
                <c:pt idx="7951">
                  <c:v>22-02-2022</c:v>
                </c:pt>
                <c:pt idx="7952">
                  <c:v>22-02-2022</c:v>
                </c:pt>
                <c:pt idx="7953">
                  <c:v>22-02-2022</c:v>
                </c:pt>
                <c:pt idx="7954">
                  <c:v>22-02-2022</c:v>
                </c:pt>
                <c:pt idx="7955">
                  <c:v>22-02-2022</c:v>
                </c:pt>
                <c:pt idx="7956">
                  <c:v>22-02-2022</c:v>
                </c:pt>
                <c:pt idx="7957">
                  <c:v>22-02-2022</c:v>
                </c:pt>
                <c:pt idx="7958">
                  <c:v>22-02-2022</c:v>
                </c:pt>
                <c:pt idx="7959">
                  <c:v>22-02-2022</c:v>
                </c:pt>
                <c:pt idx="7960">
                  <c:v>22-02-2022</c:v>
                </c:pt>
                <c:pt idx="7961">
                  <c:v>22-02-2022</c:v>
                </c:pt>
                <c:pt idx="7962">
                  <c:v>22-02-2022</c:v>
                </c:pt>
                <c:pt idx="7963">
                  <c:v>22-02-2022</c:v>
                </c:pt>
                <c:pt idx="7964">
                  <c:v>22-02-2022</c:v>
                </c:pt>
                <c:pt idx="7965">
                  <c:v>22-02-2022</c:v>
                </c:pt>
                <c:pt idx="7966">
                  <c:v>22-02-2022</c:v>
                </c:pt>
                <c:pt idx="7967">
                  <c:v>22-02-2022</c:v>
                </c:pt>
                <c:pt idx="7968">
                  <c:v>22-02-2022</c:v>
                </c:pt>
                <c:pt idx="7969">
                  <c:v>22-02-2022</c:v>
                </c:pt>
                <c:pt idx="7970">
                  <c:v>22-02-2022</c:v>
                </c:pt>
                <c:pt idx="7971">
                  <c:v>22-02-2022</c:v>
                </c:pt>
                <c:pt idx="7972">
                  <c:v>22-02-2022</c:v>
                </c:pt>
                <c:pt idx="7973">
                  <c:v>22-02-2022</c:v>
                </c:pt>
                <c:pt idx="7974">
                  <c:v>22-02-2022</c:v>
                </c:pt>
                <c:pt idx="7975">
                  <c:v>22-02-2022</c:v>
                </c:pt>
                <c:pt idx="7976">
                  <c:v>22-02-2022</c:v>
                </c:pt>
                <c:pt idx="7977">
                  <c:v>22-02-2022</c:v>
                </c:pt>
                <c:pt idx="7978">
                  <c:v>22-02-2022</c:v>
                </c:pt>
                <c:pt idx="7979">
                  <c:v>22-02-2022</c:v>
                </c:pt>
                <c:pt idx="7980">
                  <c:v>22-02-2022</c:v>
                </c:pt>
                <c:pt idx="7981">
                  <c:v>22-02-2022</c:v>
                </c:pt>
                <c:pt idx="7982">
                  <c:v>22-02-2022</c:v>
                </c:pt>
                <c:pt idx="7983">
                  <c:v>22-02-2022</c:v>
                </c:pt>
                <c:pt idx="7984">
                  <c:v>22-02-2022</c:v>
                </c:pt>
                <c:pt idx="7985">
                  <c:v>22-02-2022</c:v>
                </c:pt>
                <c:pt idx="7986">
                  <c:v>23-02-2022</c:v>
                </c:pt>
                <c:pt idx="7987">
                  <c:v>23-02-2022</c:v>
                </c:pt>
                <c:pt idx="7988">
                  <c:v>23-02-2022</c:v>
                </c:pt>
                <c:pt idx="7989">
                  <c:v>23-02-2022</c:v>
                </c:pt>
                <c:pt idx="7990">
                  <c:v>23-02-2022</c:v>
                </c:pt>
                <c:pt idx="7991">
                  <c:v>23-02-2022</c:v>
                </c:pt>
                <c:pt idx="7992">
                  <c:v>23-02-2022</c:v>
                </c:pt>
                <c:pt idx="7993">
                  <c:v>23-02-2022</c:v>
                </c:pt>
                <c:pt idx="7994">
                  <c:v>23-02-2022</c:v>
                </c:pt>
                <c:pt idx="7995">
                  <c:v>23-02-2022</c:v>
                </c:pt>
                <c:pt idx="7996">
                  <c:v>23-02-2022</c:v>
                </c:pt>
                <c:pt idx="7997">
                  <c:v>23-02-2022</c:v>
                </c:pt>
                <c:pt idx="7998">
                  <c:v>23-02-2022</c:v>
                </c:pt>
                <c:pt idx="7999">
                  <c:v>23-02-2022</c:v>
                </c:pt>
                <c:pt idx="8000">
                  <c:v>23-02-2022</c:v>
                </c:pt>
                <c:pt idx="8001">
                  <c:v>23-02-2022</c:v>
                </c:pt>
                <c:pt idx="8002">
                  <c:v>23-02-2022</c:v>
                </c:pt>
                <c:pt idx="8003">
                  <c:v>23-02-2022</c:v>
                </c:pt>
                <c:pt idx="8004">
                  <c:v>23-02-2022</c:v>
                </c:pt>
                <c:pt idx="8005">
                  <c:v>23-02-2022</c:v>
                </c:pt>
                <c:pt idx="8006">
                  <c:v>23-02-2022</c:v>
                </c:pt>
                <c:pt idx="8007">
                  <c:v>23-02-2022</c:v>
                </c:pt>
                <c:pt idx="8008">
                  <c:v>23-02-2022</c:v>
                </c:pt>
                <c:pt idx="8009">
                  <c:v>23-02-2022</c:v>
                </c:pt>
                <c:pt idx="8010">
                  <c:v>23-02-2022</c:v>
                </c:pt>
                <c:pt idx="8011">
                  <c:v>23-02-2022</c:v>
                </c:pt>
                <c:pt idx="8012">
                  <c:v>23-02-2022</c:v>
                </c:pt>
                <c:pt idx="8013">
                  <c:v>23-02-2022</c:v>
                </c:pt>
                <c:pt idx="8014">
                  <c:v>23-02-2022</c:v>
                </c:pt>
                <c:pt idx="8015">
                  <c:v>23-02-2022</c:v>
                </c:pt>
                <c:pt idx="8016">
                  <c:v>23-02-2022</c:v>
                </c:pt>
                <c:pt idx="8017">
                  <c:v>23-02-2022</c:v>
                </c:pt>
                <c:pt idx="8018">
                  <c:v>23-02-2022</c:v>
                </c:pt>
                <c:pt idx="8019">
                  <c:v>23-02-2022</c:v>
                </c:pt>
                <c:pt idx="8020">
                  <c:v>23-02-2022</c:v>
                </c:pt>
                <c:pt idx="8021">
                  <c:v>23-02-2022</c:v>
                </c:pt>
                <c:pt idx="8022">
                  <c:v>23-02-2022</c:v>
                </c:pt>
                <c:pt idx="8023">
                  <c:v>23-02-2022</c:v>
                </c:pt>
                <c:pt idx="8024">
                  <c:v>23-02-2022</c:v>
                </c:pt>
                <c:pt idx="8025">
                  <c:v>23-02-2022</c:v>
                </c:pt>
                <c:pt idx="8026">
                  <c:v>23-02-2022</c:v>
                </c:pt>
                <c:pt idx="8027">
                  <c:v>23-02-2022</c:v>
                </c:pt>
                <c:pt idx="8028">
                  <c:v>23-02-2022</c:v>
                </c:pt>
                <c:pt idx="8029">
                  <c:v>23-02-2022</c:v>
                </c:pt>
                <c:pt idx="8030">
                  <c:v>23-02-2022</c:v>
                </c:pt>
                <c:pt idx="8031">
                  <c:v>23-02-2022</c:v>
                </c:pt>
                <c:pt idx="8032">
                  <c:v>23-02-2022</c:v>
                </c:pt>
                <c:pt idx="8033">
                  <c:v>23-02-2022</c:v>
                </c:pt>
                <c:pt idx="8034">
                  <c:v>24-02-2022</c:v>
                </c:pt>
                <c:pt idx="8035">
                  <c:v>24-02-2022</c:v>
                </c:pt>
                <c:pt idx="8036">
                  <c:v>24-02-2022</c:v>
                </c:pt>
                <c:pt idx="8037">
                  <c:v>24-02-2022</c:v>
                </c:pt>
                <c:pt idx="8038">
                  <c:v>24-02-2022</c:v>
                </c:pt>
                <c:pt idx="8039">
                  <c:v>24-02-2022</c:v>
                </c:pt>
                <c:pt idx="8040">
                  <c:v>24-02-2022</c:v>
                </c:pt>
                <c:pt idx="8041">
                  <c:v>24-02-2022</c:v>
                </c:pt>
                <c:pt idx="8042">
                  <c:v>24-02-2022</c:v>
                </c:pt>
                <c:pt idx="8043">
                  <c:v>24-02-2022</c:v>
                </c:pt>
                <c:pt idx="8044">
                  <c:v>24-02-2022</c:v>
                </c:pt>
                <c:pt idx="8045">
                  <c:v>24-02-2022</c:v>
                </c:pt>
                <c:pt idx="8046">
                  <c:v>24-02-2022</c:v>
                </c:pt>
                <c:pt idx="8047">
                  <c:v>24-02-2022</c:v>
                </c:pt>
                <c:pt idx="8048">
                  <c:v>24-02-2022</c:v>
                </c:pt>
                <c:pt idx="8049">
                  <c:v>24-02-2022</c:v>
                </c:pt>
                <c:pt idx="8050">
                  <c:v>24-02-2022</c:v>
                </c:pt>
                <c:pt idx="8051">
                  <c:v>24-02-2022</c:v>
                </c:pt>
                <c:pt idx="8052">
                  <c:v>24-02-2022</c:v>
                </c:pt>
                <c:pt idx="8053">
                  <c:v>24-02-2022</c:v>
                </c:pt>
                <c:pt idx="8054">
                  <c:v>24-02-2022</c:v>
                </c:pt>
                <c:pt idx="8055">
                  <c:v>24-02-2022</c:v>
                </c:pt>
                <c:pt idx="8056">
                  <c:v>24-02-2022</c:v>
                </c:pt>
                <c:pt idx="8057">
                  <c:v>24-02-2022</c:v>
                </c:pt>
                <c:pt idx="8058">
                  <c:v>24-02-2022</c:v>
                </c:pt>
                <c:pt idx="8059">
                  <c:v>24-02-2022</c:v>
                </c:pt>
                <c:pt idx="8060">
                  <c:v>24-02-2022</c:v>
                </c:pt>
                <c:pt idx="8061">
                  <c:v>24-02-2022</c:v>
                </c:pt>
                <c:pt idx="8062">
                  <c:v>24-02-2022</c:v>
                </c:pt>
                <c:pt idx="8063">
                  <c:v>24-02-2022</c:v>
                </c:pt>
                <c:pt idx="8064">
                  <c:v>24-02-2022</c:v>
                </c:pt>
                <c:pt idx="8065">
                  <c:v>24-02-2022</c:v>
                </c:pt>
                <c:pt idx="8066">
                  <c:v>24-02-2022</c:v>
                </c:pt>
                <c:pt idx="8067">
                  <c:v>24-02-2022</c:v>
                </c:pt>
                <c:pt idx="8068">
                  <c:v>24-02-2022</c:v>
                </c:pt>
                <c:pt idx="8069">
                  <c:v>24-02-2022</c:v>
                </c:pt>
                <c:pt idx="8070">
                  <c:v>24-02-2022</c:v>
                </c:pt>
                <c:pt idx="8071">
                  <c:v>24-02-2022</c:v>
                </c:pt>
                <c:pt idx="8072">
                  <c:v>24-02-2022</c:v>
                </c:pt>
                <c:pt idx="8073">
                  <c:v>24-02-2022</c:v>
                </c:pt>
                <c:pt idx="8074">
                  <c:v>24-02-2022</c:v>
                </c:pt>
                <c:pt idx="8075">
                  <c:v>24-02-2022</c:v>
                </c:pt>
                <c:pt idx="8076">
                  <c:v>24-02-2022</c:v>
                </c:pt>
                <c:pt idx="8077">
                  <c:v>24-02-2022</c:v>
                </c:pt>
                <c:pt idx="8078">
                  <c:v>24-02-2022</c:v>
                </c:pt>
                <c:pt idx="8079">
                  <c:v>24-02-2022</c:v>
                </c:pt>
                <c:pt idx="8080">
                  <c:v>24-02-2022</c:v>
                </c:pt>
                <c:pt idx="8081">
                  <c:v>24-02-2022</c:v>
                </c:pt>
                <c:pt idx="8082">
                  <c:v>24-02-2022</c:v>
                </c:pt>
                <c:pt idx="8083">
                  <c:v>24-02-2022</c:v>
                </c:pt>
                <c:pt idx="8084">
                  <c:v>24-02-2022</c:v>
                </c:pt>
                <c:pt idx="8085">
                  <c:v>25-02-2022</c:v>
                </c:pt>
                <c:pt idx="8086">
                  <c:v>25-02-2022</c:v>
                </c:pt>
                <c:pt idx="8087">
                  <c:v>25-02-2022</c:v>
                </c:pt>
                <c:pt idx="8088">
                  <c:v>25-02-2022</c:v>
                </c:pt>
                <c:pt idx="8089">
                  <c:v>25-02-2022</c:v>
                </c:pt>
                <c:pt idx="8090">
                  <c:v>25-02-2022</c:v>
                </c:pt>
                <c:pt idx="8091">
                  <c:v>25-02-2022</c:v>
                </c:pt>
                <c:pt idx="8092">
                  <c:v>25-02-2022</c:v>
                </c:pt>
                <c:pt idx="8093">
                  <c:v>25-02-2022</c:v>
                </c:pt>
                <c:pt idx="8094">
                  <c:v>25-02-2022</c:v>
                </c:pt>
                <c:pt idx="8095">
                  <c:v>25-02-2022</c:v>
                </c:pt>
                <c:pt idx="8096">
                  <c:v>25-02-2022</c:v>
                </c:pt>
                <c:pt idx="8097">
                  <c:v>25-02-2022</c:v>
                </c:pt>
                <c:pt idx="8098">
                  <c:v>25-02-2022</c:v>
                </c:pt>
                <c:pt idx="8099">
                  <c:v>25-02-2022</c:v>
                </c:pt>
                <c:pt idx="8100">
                  <c:v>25-02-2022</c:v>
                </c:pt>
                <c:pt idx="8101">
                  <c:v>25-02-2022</c:v>
                </c:pt>
                <c:pt idx="8102">
                  <c:v>25-02-2022</c:v>
                </c:pt>
                <c:pt idx="8103">
                  <c:v>25-02-2022</c:v>
                </c:pt>
                <c:pt idx="8104">
                  <c:v>25-02-2022</c:v>
                </c:pt>
                <c:pt idx="8105">
                  <c:v>25-02-2022</c:v>
                </c:pt>
                <c:pt idx="8106">
                  <c:v>25-02-2022</c:v>
                </c:pt>
                <c:pt idx="8107">
                  <c:v>25-02-2022</c:v>
                </c:pt>
                <c:pt idx="8108">
                  <c:v>25-02-2022</c:v>
                </c:pt>
                <c:pt idx="8109">
                  <c:v>25-02-2022</c:v>
                </c:pt>
                <c:pt idx="8110">
                  <c:v>25-02-2022</c:v>
                </c:pt>
                <c:pt idx="8111">
                  <c:v>25-02-2022</c:v>
                </c:pt>
                <c:pt idx="8112">
                  <c:v>25-02-2022</c:v>
                </c:pt>
                <c:pt idx="8113">
                  <c:v>25-02-2022</c:v>
                </c:pt>
                <c:pt idx="8114">
                  <c:v>25-02-2022</c:v>
                </c:pt>
                <c:pt idx="8115">
                  <c:v>25-02-2022</c:v>
                </c:pt>
                <c:pt idx="8116">
                  <c:v>25-02-2022</c:v>
                </c:pt>
                <c:pt idx="8117">
                  <c:v>25-02-2022</c:v>
                </c:pt>
                <c:pt idx="8118">
                  <c:v>25-02-2022</c:v>
                </c:pt>
                <c:pt idx="8119">
                  <c:v>25-02-2022</c:v>
                </c:pt>
                <c:pt idx="8120">
                  <c:v>25-02-2022</c:v>
                </c:pt>
                <c:pt idx="8121">
                  <c:v>25-02-2022</c:v>
                </c:pt>
                <c:pt idx="8122">
                  <c:v>25-02-2022</c:v>
                </c:pt>
                <c:pt idx="8123">
                  <c:v>25-02-2022</c:v>
                </c:pt>
                <c:pt idx="8124">
                  <c:v>25-02-2022</c:v>
                </c:pt>
                <c:pt idx="8125">
                  <c:v>25-02-2022</c:v>
                </c:pt>
                <c:pt idx="8126">
                  <c:v>25-02-2022</c:v>
                </c:pt>
                <c:pt idx="8127">
                  <c:v>25-02-2022</c:v>
                </c:pt>
                <c:pt idx="8128">
                  <c:v>25-02-2022</c:v>
                </c:pt>
                <c:pt idx="8129">
                  <c:v>25-02-2022</c:v>
                </c:pt>
                <c:pt idx="8130">
                  <c:v>25-02-2022</c:v>
                </c:pt>
                <c:pt idx="8131">
                  <c:v>25-02-2022</c:v>
                </c:pt>
                <c:pt idx="8132">
                  <c:v>25-02-2022</c:v>
                </c:pt>
                <c:pt idx="8133">
                  <c:v>25-02-2022</c:v>
                </c:pt>
                <c:pt idx="8134">
                  <c:v>25-02-2022</c:v>
                </c:pt>
                <c:pt idx="8135">
                  <c:v>25-02-2022</c:v>
                </c:pt>
                <c:pt idx="8136">
                  <c:v>26-02-2022</c:v>
                </c:pt>
                <c:pt idx="8137">
                  <c:v>26-02-2022</c:v>
                </c:pt>
                <c:pt idx="8138">
                  <c:v>26-02-2022</c:v>
                </c:pt>
                <c:pt idx="8139">
                  <c:v>26-02-2022</c:v>
                </c:pt>
                <c:pt idx="8140">
                  <c:v>26-02-2022</c:v>
                </c:pt>
                <c:pt idx="8141">
                  <c:v>26-02-2022</c:v>
                </c:pt>
                <c:pt idx="8142">
                  <c:v>26-02-2022</c:v>
                </c:pt>
                <c:pt idx="8143">
                  <c:v>26-02-2022</c:v>
                </c:pt>
                <c:pt idx="8144">
                  <c:v>26-02-2022</c:v>
                </c:pt>
                <c:pt idx="8145">
                  <c:v>26-02-2022</c:v>
                </c:pt>
                <c:pt idx="8146">
                  <c:v>26-02-2022</c:v>
                </c:pt>
                <c:pt idx="8147">
                  <c:v>26-02-2022</c:v>
                </c:pt>
                <c:pt idx="8148">
                  <c:v>26-02-2022</c:v>
                </c:pt>
                <c:pt idx="8149">
                  <c:v>26-02-2022</c:v>
                </c:pt>
                <c:pt idx="8150">
                  <c:v>26-02-2022</c:v>
                </c:pt>
                <c:pt idx="8151">
                  <c:v>26-02-2022</c:v>
                </c:pt>
                <c:pt idx="8152">
                  <c:v>26-02-2022</c:v>
                </c:pt>
                <c:pt idx="8153">
                  <c:v>26-02-2022</c:v>
                </c:pt>
                <c:pt idx="8154">
                  <c:v>26-02-2022</c:v>
                </c:pt>
                <c:pt idx="8155">
                  <c:v>26-02-2022</c:v>
                </c:pt>
                <c:pt idx="8156">
                  <c:v>26-02-2022</c:v>
                </c:pt>
                <c:pt idx="8157">
                  <c:v>26-02-2022</c:v>
                </c:pt>
                <c:pt idx="8158">
                  <c:v>26-02-2022</c:v>
                </c:pt>
                <c:pt idx="8159">
                  <c:v>26-02-2022</c:v>
                </c:pt>
                <c:pt idx="8160">
                  <c:v>26-02-2022</c:v>
                </c:pt>
                <c:pt idx="8161">
                  <c:v>26-02-2022</c:v>
                </c:pt>
                <c:pt idx="8162">
                  <c:v>26-02-2022</c:v>
                </c:pt>
                <c:pt idx="8163">
                  <c:v>26-02-2022</c:v>
                </c:pt>
                <c:pt idx="8164">
                  <c:v>26-02-2022</c:v>
                </c:pt>
                <c:pt idx="8165">
                  <c:v>26-02-2022</c:v>
                </c:pt>
                <c:pt idx="8166">
                  <c:v>26-02-2022</c:v>
                </c:pt>
                <c:pt idx="8167">
                  <c:v>26-02-2022</c:v>
                </c:pt>
                <c:pt idx="8168">
                  <c:v>26-02-2022</c:v>
                </c:pt>
                <c:pt idx="8169">
                  <c:v>26-02-2022</c:v>
                </c:pt>
                <c:pt idx="8170">
                  <c:v>26-02-2022</c:v>
                </c:pt>
                <c:pt idx="8171">
                  <c:v>26-02-2022</c:v>
                </c:pt>
                <c:pt idx="8172">
                  <c:v>26-02-2022</c:v>
                </c:pt>
                <c:pt idx="8173">
                  <c:v>26-02-2022</c:v>
                </c:pt>
                <c:pt idx="8174">
                  <c:v>26-02-2022</c:v>
                </c:pt>
                <c:pt idx="8175">
                  <c:v>26-02-2022</c:v>
                </c:pt>
                <c:pt idx="8176">
                  <c:v>26-02-2022</c:v>
                </c:pt>
                <c:pt idx="8177">
                  <c:v>26-02-2022</c:v>
                </c:pt>
                <c:pt idx="8178">
                  <c:v>26-02-2022</c:v>
                </c:pt>
                <c:pt idx="8179">
                  <c:v>26-02-2022</c:v>
                </c:pt>
                <c:pt idx="8180">
                  <c:v>26-02-2022</c:v>
                </c:pt>
                <c:pt idx="8181">
                  <c:v>26-02-2022</c:v>
                </c:pt>
                <c:pt idx="8182">
                  <c:v>26-02-2022</c:v>
                </c:pt>
                <c:pt idx="8183">
                  <c:v>26-02-2022</c:v>
                </c:pt>
                <c:pt idx="8184">
                  <c:v>26-02-2022</c:v>
                </c:pt>
                <c:pt idx="8185">
                  <c:v>26-02-2022</c:v>
                </c:pt>
                <c:pt idx="8186">
                  <c:v>26-02-2022</c:v>
                </c:pt>
                <c:pt idx="8187">
                  <c:v>27-02-2022</c:v>
                </c:pt>
                <c:pt idx="8188">
                  <c:v>27-02-2022</c:v>
                </c:pt>
                <c:pt idx="8189">
                  <c:v>27-02-2022</c:v>
                </c:pt>
                <c:pt idx="8190">
                  <c:v>27-02-2022</c:v>
                </c:pt>
                <c:pt idx="8191">
                  <c:v>27-02-2022</c:v>
                </c:pt>
                <c:pt idx="8192">
                  <c:v>27-02-2022</c:v>
                </c:pt>
                <c:pt idx="8193">
                  <c:v>27-02-2022</c:v>
                </c:pt>
                <c:pt idx="8194">
                  <c:v>27-02-2022</c:v>
                </c:pt>
                <c:pt idx="8195">
                  <c:v>27-02-2022</c:v>
                </c:pt>
                <c:pt idx="8196">
                  <c:v>27-02-2022</c:v>
                </c:pt>
                <c:pt idx="8197">
                  <c:v>27-02-2022</c:v>
                </c:pt>
                <c:pt idx="8198">
                  <c:v>27-02-2022</c:v>
                </c:pt>
                <c:pt idx="8199">
                  <c:v>27-02-2022</c:v>
                </c:pt>
                <c:pt idx="8200">
                  <c:v>27-02-2022</c:v>
                </c:pt>
                <c:pt idx="8201">
                  <c:v>27-02-2022</c:v>
                </c:pt>
                <c:pt idx="8202">
                  <c:v>27-02-2022</c:v>
                </c:pt>
                <c:pt idx="8203">
                  <c:v>27-02-2022</c:v>
                </c:pt>
                <c:pt idx="8204">
                  <c:v>27-02-2022</c:v>
                </c:pt>
                <c:pt idx="8205">
                  <c:v>27-02-2022</c:v>
                </c:pt>
                <c:pt idx="8206">
                  <c:v>27-02-2022</c:v>
                </c:pt>
                <c:pt idx="8207">
                  <c:v>27-02-2022</c:v>
                </c:pt>
                <c:pt idx="8208">
                  <c:v>27-02-2022</c:v>
                </c:pt>
                <c:pt idx="8209">
                  <c:v>27-02-2022</c:v>
                </c:pt>
                <c:pt idx="8210">
                  <c:v>27-02-2022</c:v>
                </c:pt>
                <c:pt idx="8211">
                  <c:v>27-02-2022</c:v>
                </c:pt>
                <c:pt idx="8212">
                  <c:v>27-02-2022</c:v>
                </c:pt>
                <c:pt idx="8213">
                  <c:v>27-02-2022</c:v>
                </c:pt>
                <c:pt idx="8214">
                  <c:v>27-02-2022</c:v>
                </c:pt>
                <c:pt idx="8215">
                  <c:v>27-02-2022</c:v>
                </c:pt>
                <c:pt idx="8216">
                  <c:v>27-02-2022</c:v>
                </c:pt>
                <c:pt idx="8217">
                  <c:v>27-02-2022</c:v>
                </c:pt>
                <c:pt idx="8218">
                  <c:v>27-02-2022</c:v>
                </c:pt>
                <c:pt idx="8219">
                  <c:v>27-02-2022</c:v>
                </c:pt>
                <c:pt idx="8220">
                  <c:v>27-02-2022</c:v>
                </c:pt>
                <c:pt idx="8221">
                  <c:v>27-02-2022</c:v>
                </c:pt>
                <c:pt idx="8222">
                  <c:v>27-02-2022</c:v>
                </c:pt>
                <c:pt idx="8223">
                  <c:v>27-02-2022</c:v>
                </c:pt>
                <c:pt idx="8224">
                  <c:v>27-02-2022</c:v>
                </c:pt>
                <c:pt idx="8225">
                  <c:v>27-02-2022</c:v>
                </c:pt>
                <c:pt idx="8226">
                  <c:v>27-02-2022</c:v>
                </c:pt>
                <c:pt idx="8227">
                  <c:v>27-02-2022</c:v>
                </c:pt>
                <c:pt idx="8228">
                  <c:v>27-02-2022</c:v>
                </c:pt>
                <c:pt idx="8229">
                  <c:v>27-02-2022</c:v>
                </c:pt>
                <c:pt idx="8230">
                  <c:v>27-02-2022</c:v>
                </c:pt>
                <c:pt idx="8231">
                  <c:v>27-02-2022</c:v>
                </c:pt>
                <c:pt idx="8232">
                  <c:v>27-02-2022</c:v>
                </c:pt>
                <c:pt idx="8233">
                  <c:v>27-02-2022</c:v>
                </c:pt>
                <c:pt idx="8234">
                  <c:v>27-02-2022</c:v>
                </c:pt>
                <c:pt idx="8235">
                  <c:v>27-02-2022</c:v>
                </c:pt>
                <c:pt idx="8236">
                  <c:v>27-02-2022</c:v>
                </c:pt>
                <c:pt idx="8237">
                  <c:v>27-02-2022</c:v>
                </c:pt>
                <c:pt idx="8238">
                  <c:v>28-02-2022</c:v>
                </c:pt>
                <c:pt idx="8239">
                  <c:v>28-02-2022</c:v>
                </c:pt>
                <c:pt idx="8240">
                  <c:v>28-02-2022</c:v>
                </c:pt>
                <c:pt idx="8241">
                  <c:v>28-02-2022</c:v>
                </c:pt>
                <c:pt idx="8242">
                  <c:v>28-02-2022</c:v>
                </c:pt>
                <c:pt idx="8243">
                  <c:v>28-02-2022</c:v>
                </c:pt>
                <c:pt idx="8244">
                  <c:v>28-02-2022</c:v>
                </c:pt>
                <c:pt idx="8245">
                  <c:v>28-02-2022</c:v>
                </c:pt>
                <c:pt idx="8246">
                  <c:v>28-02-2022</c:v>
                </c:pt>
                <c:pt idx="8247">
                  <c:v>28-02-2022</c:v>
                </c:pt>
                <c:pt idx="8248">
                  <c:v>28-02-2022</c:v>
                </c:pt>
                <c:pt idx="8249">
                  <c:v>28-02-2022</c:v>
                </c:pt>
                <c:pt idx="8250">
                  <c:v>28-02-2022</c:v>
                </c:pt>
                <c:pt idx="8251">
                  <c:v>28-02-2022</c:v>
                </c:pt>
                <c:pt idx="8252">
                  <c:v>28-02-2022</c:v>
                </c:pt>
                <c:pt idx="8253">
                  <c:v>28-02-2022</c:v>
                </c:pt>
                <c:pt idx="8254">
                  <c:v>28-02-2022</c:v>
                </c:pt>
                <c:pt idx="8255">
                  <c:v>28-02-2022</c:v>
                </c:pt>
                <c:pt idx="8256">
                  <c:v>28-02-2022</c:v>
                </c:pt>
                <c:pt idx="8257">
                  <c:v>28-02-2022</c:v>
                </c:pt>
                <c:pt idx="8258">
                  <c:v>28-02-2022</c:v>
                </c:pt>
                <c:pt idx="8259">
                  <c:v>28-02-2022</c:v>
                </c:pt>
                <c:pt idx="8260">
                  <c:v>28-02-2022</c:v>
                </c:pt>
                <c:pt idx="8261">
                  <c:v>28-02-2022</c:v>
                </c:pt>
                <c:pt idx="8262">
                  <c:v>28-02-2022</c:v>
                </c:pt>
                <c:pt idx="8263">
                  <c:v>28-02-2022</c:v>
                </c:pt>
                <c:pt idx="8264">
                  <c:v>28-02-2022</c:v>
                </c:pt>
                <c:pt idx="8265">
                  <c:v>28-02-2022</c:v>
                </c:pt>
                <c:pt idx="8266">
                  <c:v>28-02-2022</c:v>
                </c:pt>
                <c:pt idx="8267">
                  <c:v>28-02-2022</c:v>
                </c:pt>
                <c:pt idx="8268">
                  <c:v>28-02-2022</c:v>
                </c:pt>
                <c:pt idx="8269">
                  <c:v>28-02-2022</c:v>
                </c:pt>
                <c:pt idx="8270">
                  <c:v>28-02-2022</c:v>
                </c:pt>
                <c:pt idx="8271">
                  <c:v>28-02-2022</c:v>
                </c:pt>
                <c:pt idx="8272">
                  <c:v>28-02-2022</c:v>
                </c:pt>
                <c:pt idx="8273">
                  <c:v>28-02-2022</c:v>
                </c:pt>
                <c:pt idx="8274">
                  <c:v>28-02-2022</c:v>
                </c:pt>
                <c:pt idx="8275">
                  <c:v>28-02-2022</c:v>
                </c:pt>
                <c:pt idx="8276">
                  <c:v>28-02-2022</c:v>
                </c:pt>
                <c:pt idx="8277">
                  <c:v>28-02-2022</c:v>
                </c:pt>
                <c:pt idx="8278">
                  <c:v>28-02-2022</c:v>
                </c:pt>
                <c:pt idx="8279">
                  <c:v>28-02-2022</c:v>
                </c:pt>
                <c:pt idx="8280">
                  <c:v>28-02-2022</c:v>
                </c:pt>
                <c:pt idx="8281">
                  <c:v>28-02-2022</c:v>
                </c:pt>
                <c:pt idx="8282">
                  <c:v>28-02-2022</c:v>
                </c:pt>
                <c:pt idx="8283">
                  <c:v>28-02-2022</c:v>
                </c:pt>
                <c:pt idx="8284">
                  <c:v>28-02-2022</c:v>
                </c:pt>
                <c:pt idx="8285">
                  <c:v>28-02-2022</c:v>
                </c:pt>
                <c:pt idx="8286">
                  <c:v>28-02-2022</c:v>
                </c:pt>
                <c:pt idx="8287">
                  <c:v>28-02-2022</c:v>
                </c:pt>
                <c:pt idx="8288">
                  <c:v>28-02-2022</c:v>
                </c:pt>
                <c:pt idx="8289">
                  <c:v>01-03-2022</c:v>
                </c:pt>
                <c:pt idx="8290">
                  <c:v>01-03-2022</c:v>
                </c:pt>
                <c:pt idx="8291">
                  <c:v>01-03-2022</c:v>
                </c:pt>
                <c:pt idx="8292">
                  <c:v>01-03-2022</c:v>
                </c:pt>
                <c:pt idx="8293">
                  <c:v>01-03-2022</c:v>
                </c:pt>
                <c:pt idx="8294">
                  <c:v>01-03-2022</c:v>
                </c:pt>
                <c:pt idx="8295">
                  <c:v>01-03-2022</c:v>
                </c:pt>
                <c:pt idx="8296">
                  <c:v>01-03-2022</c:v>
                </c:pt>
                <c:pt idx="8297">
                  <c:v>01-03-2022</c:v>
                </c:pt>
                <c:pt idx="8298">
                  <c:v>01-03-2022</c:v>
                </c:pt>
                <c:pt idx="8299">
                  <c:v>01-03-2022</c:v>
                </c:pt>
                <c:pt idx="8300">
                  <c:v>01-03-2022</c:v>
                </c:pt>
                <c:pt idx="8301">
                  <c:v>01-03-2022</c:v>
                </c:pt>
                <c:pt idx="8302">
                  <c:v>01-03-2022</c:v>
                </c:pt>
                <c:pt idx="8303">
                  <c:v>01-03-2022</c:v>
                </c:pt>
                <c:pt idx="8304">
                  <c:v>01-03-2022</c:v>
                </c:pt>
                <c:pt idx="8305">
                  <c:v>01-03-2022</c:v>
                </c:pt>
                <c:pt idx="8306">
                  <c:v>01-03-2022</c:v>
                </c:pt>
                <c:pt idx="8307">
                  <c:v>01-03-2022</c:v>
                </c:pt>
                <c:pt idx="8308">
                  <c:v>01-03-2022</c:v>
                </c:pt>
                <c:pt idx="8309">
                  <c:v>01-03-2022</c:v>
                </c:pt>
                <c:pt idx="8310">
                  <c:v>01-03-2022</c:v>
                </c:pt>
                <c:pt idx="8311">
                  <c:v>01-03-2022</c:v>
                </c:pt>
                <c:pt idx="8312">
                  <c:v>01-03-2022</c:v>
                </c:pt>
                <c:pt idx="8313">
                  <c:v>01-03-2022</c:v>
                </c:pt>
                <c:pt idx="8314">
                  <c:v>01-03-2022</c:v>
                </c:pt>
                <c:pt idx="8315">
                  <c:v>01-03-2022</c:v>
                </c:pt>
                <c:pt idx="8316">
                  <c:v>01-03-2022</c:v>
                </c:pt>
                <c:pt idx="8317">
                  <c:v>01-03-2022</c:v>
                </c:pt>
                <c:pt idx="8318">
                  <c:v>01-03-2022</c:v>
                </c:pt>
                <c:pt idx="8319">
                  <c:v>01-03-2022</c:v>
                </c:pt>
                <c:pt idx="8320">
                  <c:v>01-03-2022</c:v>
                </c:pt>
                <c:pt idx="8321">
                  <c:v>01-03-2022</c:v>
                </c:pt>
                <c:pt idx="8322">
                  <c:v>01-03-2022</c:v>
                </c:pt>
                <c:pt idx="8323">
                  <c:v>01-03-2022</c:v>
                </c:pt>
                <c:pt idx="8324">
                  <c:v>01-03-2022</c:v>
                </c:pt>
                <c:pt idx="8325">
                  <c:v>01-03-2022</c:v>
                </c:pt>
                <c:pt idx="8326">
                  <c:v>01-03-2022</c:v>
                </c:pt>
                <c:pt idx="8327">
                  <c:v>01-03-2022</c:v>
                </c:pt>
                <c:pt idx="8328">
                  <c:v>01-03-2022</c:v>
                </c:pt>
                <c:pt idx="8329">
                  <c:v>01-03-2022</c:v>
                </c:pt>
                <c:pt idx="8330">
                  <c:v>01-03-2022</c:v>
                </c:pt>
                <c:pt idx="8331">
                  <c:v>01-03-2022</c:v>
                </c:pt>
                <c:pt idx="8332">
                  <c:v>01-03-2022</c:v>
                </c:pt>
                <c:pt idx="8333">
                  <c:v>01-03-2022</c:v>
                </c:pt>
                <c:pt idx="8334">
                  <c:v>01-03-2022</c:v>
                </c:pt>
                <c:pt idx="8335">
                  <c:v>01-03-2022</c:v>
                </c:pt>
                <c:pt idx="8336">
                  <c:v>01-03-2022</c:v>
                </c:pt>
                <c:pt idx="8337">
                  <c:v>01-03-2022</c:v>
                </c:pt>
                <c:pt idx="8338">
                  <c:v>01-03-2022</c:v>
                </c:pt>
                <c:pt idx="8339">
                  <c:v>01-03-2022</c:v>
                </c:pt>
                <c:pt idx="8340">
                  <c:v>02-03-2022</c:v>
                </c:pt>
                <c:pt idx="8341">
                  <c:v>02-03-2022</c:v>
                </c:pt>
                <c:pt idx="8342">
                  <c:v>02-03-2022</c:v>
                </c:pt>
                <c:pt idx="8343">
                  <c:v>02-03-2022</c:v>
                </c:pt>
                <c:pt idx="8344">
                  <c:v>02-03-2022</c:v>
                </c:pt>
                <c:pt idx="8345">
                  <c:v>02-03-2022</c:v>
                </c:pt>
                <c:pt idx="8346">
                  <c:v>02-03-2022</c:v>
                </c:pt>
                <c:pt idx="8347">
                  <c:v>02-03-2022</c:v>
                </c:pt>
                <c:pt idx="8348">
                  <c:v>02-03-2022</c:v>
                </c:pt>
                <c:pt idx="8349">
                  <c:v>02-03-2022</c:v>
                </c:pt>
                <c:pt idx="8350">
                  <c:v>02-03-2022</c:v>
                </c:pt>
                <c:pt idx="8351">
                  <c:v>02-03-2022</c:v>
                </c:pt>
                <c:pt idx="8352">
                  <c:v>02-03-2022</c:v>
                </c:pt>
                <c:pt idx="8353">
                  <c:v>02-03-2022</c:v>
                </c:pt>
                <c:pt idx="8354">
                  <c:v>02-03-2022</c:v>
                </c:pt>
                <c:pt idx="8355">
                  <c:v>02-03-2022</c:v>
                </c:pt>
                <c:pt idx="8356">
                  <c:v>02-03-2022</c:v>
                </c:pt>
                <c:pt idx="8357">
                  <c:v>02-03-2022</c:v>
                </c:pt>
                <c:pt idx="8358">
                  <c:v>02-03-2022</c:v>
                </c:pt>
                <c:pt idx="8359">
                  <c:v>02-03-2022</c:v>
                </c:pt>
                <c:pt idx="8360">
                  <c:v>02-03-2022</c:v>
                </c:pt>
                <c:pt idx="8361">
                  <c:v>02-03-2022</c:v>
                </c:pt>
                <c:pt idx="8362">
                  <c:v>02-03-2022</c:v>
                </c:pt>
                <c:pt idx="8363">
                  <c:v>02-03-2022</c:v>
                </c:pt>
                <c:pt idx="8364">
                  <c:v>02-03-2022</c:v>
                </c:pt>
                <c:pt idx="8365">
                  <c:v>02-03-2022</c:v>
                </c:pt>
                <c:pt idx="8366">
                  <c:v>02-03-2022</c:v>
                </c:pt>
                <c:pt idx="8367">
                  <c:v>02-03-2022</c:v>
                </c:pt>
                <c:pt idx="8368">
                  <c:v>02-03-2022</c:v>
                </c:pt>
                <c:pt idx="8369">
                  <c:v>02-03-2022</c:v>
                </c:pt>
                <c:pt idx="8370">
                  <c:v>02-03-2022</c:v>
                </c:pt>
                <c:pt idx="8371">
                  <c:v>02-03-2022</c:v>
                </c:pt>
                <c:pt idx="8372">
                  <c:v>02-03-2022</c:v>
                </c:pt>
                <c:pt idx="8373">
                  <c:v>02-03-2022</c:v>
                </c:pt>
                <c:pt idx="8374">
                  <c:v>02-03-2022</c:v>
                </c:pt>
                <c:pt idx="8375">
                  <c:v>02-03-2022</c:v>
                </c:pt>
                <c:pt idx="8376">
                  <c:v>02-03-2022</c:v>
                </c:pt>
                <c:pt idx="8377">
                  <c:v>02-03-2022</c:v>
                </c:pt>
                <c:pt idx="8378">
                  <c:v>02-03-2022</c:v>
                </c:pt>
                <c:pt idx="8379">
                  <c:v>02-03-2022</c:v>
                </c:pt>
                <c:pt idx="8380">
                  <c:v>02-03-2022</c:v>
                </c:pt>
                <c:pt idx="8381">
                  <c:v>02-03-2022</c:v>
                </c:pt>
                <c:pt idx="8382">
                  <c:v>02-03-2022</c:v>
                </c:pt>
                <c:pt idx="8383">
                  <c:v>02-03-2022</c:v>
                </c:pt>
                <c:pt idx="8384">
                  <c:v>02-03-2022</c:v>
                </c:pt>
                <c:pt idx="8385">
                  <c:v>02-03-2022</c:v>
                </c:pt>
                <c:pt idx="8386">
                  <c:v>02-03-2022</c:v>
                </c:pt>
                <c:pt idx="8387">
                  <c:v>02-03-2022</c:v>
                </c:pt>
                <c:pt idx="8388">
                  <c:v>02-03-2022</c:v>
                </c:pt>
                <c:pt idx="8389">
                  <c:v>02-03-2022</c:v>
                </c:pt>
                <c:pt idx="8390">
                  <c:v>02-03-2022</c:v>
                </c:pt>
                <c:pt idx="8391">
                  <c:v>03-03-2022</c:v>
                </c:pt>
                <c:pt idx="8392">
                  <c:v>03-03-2022</c:v>
                </c:pt>
                <c:pt idx="8393">
                  <c:v>03-03-2022</c:v>
                </c:pt>
                <c:pt idx="8394">
                  <c:v>03-03-2022</c:v>
                </c:pt>
                <c:pt idx="8395">
                  <c:v>03-03-2022</c:v>
                </c:pt>
                <c:pt idx="8396">
                  <c:v>03-03-2022</c:v>
                </c:pt>
                <c:pt idx="8397">
                  <c:v>03-03-2022</c:v>
                </c:pt>
                <c:pt idx="8398">
                  <c:v>03-03-2022</c:v>
                </c:pt>
                <c:pt idx="8399">
                  <c:v>03-03-2022</c:v>
                </c:pt>
                <c:pt idx="8400">
                  <c:v>03-03-2022</c:v>
                </c:pt>
                <c:pt idx="8401">
                  <c:v>03-03-2022</c:v>
                </c:pt>
                <c:pt idx="8402">
                  <c:v>03-03-2022</c:v>
                </c:pt>
                <c:pt idx="8403">
                  <c:v>03-03-2022</c:v>
                </c:pt>
                <c:pt idx="8404">
                  <c:v>03-03-2022</c:v>
                </c:pt>
                <c:pt idx="8405">
                  <c:v>03-03-2022</c:v>
                </c:pt>
                <c:pt idx="8406">
                  <c:v>03-03-2022</c:v>
                </c:pt>
                <c:pt idx="8407">
                  <c:v>03-03-2022</c:v>
                </c:pt>
                <c:pt idx="8408">
                  <c:v>03-03-2022</c:v>
                </c:pt>
                <c:pt idx="8409">
                  <c:v>03-03-2022</c:v>
                </c:pt>
                <c:pt idx="8410">
                  <c:v>03-03-2022</c:v>
                </c:pt>
                <c:pt idx="8411">
                  <c:v>03-03-2022</c:v>
                </c:pt>
                <c:pt idx="8412">
                  <c:v>03-03-2022</c:v>
                </c:pt>
                <c:pt idx="8413">
                  <c:v>03-03-2022</c:v>
                </c:pt>
                <c:pt idx="8414">
                  <c:v>03-03-2022</c:v>
                </c:pt>
                <c:pt idx="8415">
                  <c:v>03-03-2022</c:v>
                </c:pt>
                <c:pt idx="8416">
                  <c:v>03-03-2022</c:v>
                </c:pt>
                <c:pt idx="8417">
                  <c:v>03-03-2022</c:v>
                </c:pt>
                <c:pt idx="8418">
                  <c:v>03-03-2022</c:v>
                </c:pt>
                <c:pt idx="8419">
                  <c:v>03-03-2022</c:v>
                </c:pt>
                <c:pt idx="8420">
                  <c:v>03-03-2022</c:v>
                </c:pt>
                <c:pt idx="8421">
                  <c:v>03-03-2022</c:v>
                </c:pt>
                <c:pt idx="8422">
                  <c:v>03-03-2022</c:v>
                </c:pt>
                <c:pt idx="8423">
                  <c:v>03-03-2022</c:v>
                </c:pt>
                <c:pt idx="8424">
                  <c:v>03-03-2022</c:v>
                </c:pt>
                <c:pt idx="8425">
                  <c:v>03-03-2022</c:v>
                </c:pt>
                <c:pt idx="8426">
                  <c:v>03-03-2022</c:v>
                </c:pt>
                <c:pt idx="8427">
                  <c:v>03-03-2022</c:v>
                </c:pt>
                <c:pt idx="8428">
                  <c:v>03-03-2022</c:v>
                </c:pt>
                <c:pt idx="8429">
                  <c:v>03-03-2022</c:v>
                </c:pt>
                <c:pt idx="8430">
                  <c:v>03-03-2022</c:v>
                </c:pt>
                <c:pt idx="8431">
                  <c:v>03-03-2022</c:v>
                </c:pt>
                <c:pt idx="8432">
                  <c:v>03-03-2022</c:v>
                </c:pt>
                <c:pt idx="8433">
                  <c:v>03-03-2022</c:v>
                </c:pt>
                <c:pt idx="8434">
                  <c:v>03-03-2022</c:v>
                </c:pt>
                <c:pt idx="8435">
                  <c:v>03-03-2022</c:v>
                </c:pt>
                <c:pt idx="8436">
                  <c:v>03-03-2022</c:v>
                </c:pt>
                <c:pt idx="8437">
                  <c:v>03-03-2022</c:v>
                </c:pt>
                <c:pt idx="8438">
                  <c:v>03-03-2022</c:v>
                </c:pt>
                <c:pt idx="8439">
                  <c:v>03-03-2022</c:v>
                </c:pt>
                <c:pt idx="8440">
                  <c:v>03-03-2022</c:v>
                </c:pt>
                <c:pt idx="8441">
                  <c:v>03-03-2022</c:v>
                </c:pt>
                <c:pt idx="8442">
                  <c:v>04-03-2022</c:v>
                </c:pt>
                <c:pt idx="8443">
                  <c:v>04-03-2022</c:v>
                </c:pt>
                <c:pt idx="8444">
                  <c:v>04-03-2022</c:v>
                </c:pt>
                <c:pt idx="8445">
                  <c:v>04-03-2022</c:v>
                </c:pt>
                <c:pt idx="8446">
                  <c:v>04-03-2022</c:v>
                </c:pt>
                <c:pt idx="8447">
                  <c:v>04-03-2022</c:v>
                </c:pt>
                <c:pt idx="8448">
                  <c:v>04-03-2022</c:v>
                </c:pt>
                <c:pt idx="8449">
                  <c:v>04-03-2022</c:v>
                </c:pt>
                <c:pt idx="8450">
                  <c:v>04-03-2022</c:v>
                </c:pt>
                <c:pt idx="8451">
                  <c:v>04-03-2022</c:v>
                </c:pt>
                <c:pt idx="8452">
                  <c:v>04-03-2022</c:v>
                </c:pt>
                <c:pt idx="8453">
                  <c:v>04-03-2022</c:v>
                </c:pt>
                <c:pt idx="8454">
                  <c:v>04-03-2022</c:v>
                </c:pt>
                <c:pt idx="8455">
                  <c:v>04-03-2022</c:v>
                </c:pt>
                <c:pt idx="8456">
                  <c:v>04-03-2022</c:v>
                </c:pt>
                <c:pt idx="8457">
                  <c:v>04-03-2022</c:v>
                </c:pt>
                <c:pt idx="8458">
                  <c:v>04-03-2022</c:v>
                </c:pt>
                <c:pt idx="8459">
                  <c:v>04-03-2022</c:v>
                </c:pt>
                <c:pt idx="8460">
                  <c:v>04-03-2022</c:v>
                </c:pt>
                <c:pt idx="8461">
                  <c:v>04-03-2022</c:v>
                </c:pt>
                <c:pt idx="8462">
                  <c:v>04-03-2022</c:v>
                </c:pt>
                <c:pt idx="8463">
                  <c:v>04-03-2022</c:v>
                </c:pt>
                <c:pt idx="8464">
                  <c:v>04-03-2022</c:v>
                </c:pt>
                <c:pt idx="8465">
                  <c:v>04-03-2022</c:v>
                </c:pt>
                <c:pt idx="8466">
                  <c:v>04-03-2022</c:v>
                </c:pt>
                <c:pt idx="8467">
                  <c:v>04-03-2022</c:v>
                </c:pt>
                <c:pt idx="8468">
                  <c:v>04-03-2022</c:v>
                </c:pt>
                <c:pt idx="8469">
                  <c:v>04-03-2022</c:v>
                </c:pt>
                <c:pt idx="8470">
                  <c:v>04-03-2022</c:v>
                </c:pt>
                <c:pt idx="8471">
                  <c:v>04-03-2022</c:v>
                </c:pt>
                <c:pt idx="8472">
                  <c:v>04-03-2022</c:v>
                </c:pt>
                <c:pt idx="8473">
                  <c:v>04-03-2022</c:v>
                </c:pt>
                <c:pt idx="8474">
                  <c:v>04-03-2022</c:v>
                </c:pt>
                <c:pt idx="8475">
                  <c:v>04-03-2022</c:v>
                </c:pt>
                <c:pt idx="8476">
                  <c:v>04-03-2022</c:v>
                </c:pt>
                <c:pt idx="8477">
                  <c:v>04-03-2022</c:v>
                </c:pt>
                <c:pt idx="8478">
                  <c:v>04-03-2022</c:v>
                </c:pt>
                <c:pt idx="8479">
                  <c:v>04-03-2022</c:v>
                </c:pt>
                <c:pt idx="8480">
                  <c:v>04-03-2022</c:v>
                </c:pt>
                <c:pt idx="8481">
                  <c:v>04-03-2022</c:v>
                </c:pt>
                <c:pt idx="8482">
                  <c:v>04-03-2022</c:v>
                </c:pt>
                <c:pt idx="8483">
                  <c:v>04-03-2022</c:v>
                </c:pt>
                <c:pt idx="8484">
                  <c:v>04-03-2022</c:v>
                </c:pt>
                <c:pt idx="8485">
                  <c:v>04-03-2022</c:v>
                </c:pt>
                <c:pt idx="8486">
                  <c:v>04-03-2022</c:v>
                </c:pt>
                <c:pt idx="8487">
                  <c:v>04-03-2022</c:v>
                </c:pt>
                <c:pt idx="8488">
                  <c:v>04-03-2022</c:v>
                </c:pt>
                <c:pt idx="8489">
                  <c:v>04-03-2022</c:v>
                </c:pt>
                <c:pt idx="8490">
                  <c:v>04-03-2022</c:v>
                </c:pt>
                <c:pt idx="8491">
                  <c:v>04-03-2022</c:v>
                </c:pt>
                <c:pt idx="8492">
                  <c:v>04-03-2022</c:v>
                </c:pt>
                <c:pt idx="8493">
                  <c:v>05-03-2022</c:v>
                </c:pt>
                <c:pt idx="8494">
                  <c:v>05-03-2022</c:v>
                </c:pt>
                <c:pt idx="8495">
                  <c:v>05-03-2022</c:v>
                </c:pt>
                <c:pt idx="8496">
                  <c:v>05-03-2022</c:v>
                </c:pt>
                <c:pt idx="8497">
                  <c:v>05-03-2022</c:v>
                </c:pt>
                <c:pt idx="8498">
                  <c:v>05-03-2022</c:v>
                </c:pt>
                <c:pt idx="8499">
                  <c:v>05-03-2022</c:v>
                </c:pt>
                <c:pt idx="8500">
                  <c:v>05-03-2022</c:v>
                </c:pt>
                <c:pt idx="8501">
                  <c:v>05-03-2022</c:v>
                </c:pt>
                <c:pt idx="8502">
                  <c:v>05-03-2022</c:v>
                </c:pt>
                <c:pt idx="8503">
                  <c:v>05-03-2022</c:v>
                </c:pt>
                <c:pt idx="8504">
                  <c:v>05-03-2022</c:v>
                </c:pt>
                <c:pt idx="8505">
                  <c:v>05-03-2022</c:v>
                </c:pt>
                <c:pt idx="8506">
                  <c:v>05-03-2022</c:v>
                </c:pt>
                <c:pt idx="8507">
                  <c:v>05-03-2022</c:v>
                </c:pt>
                <c:pt idx="8508">
                  <c:v>05-03-2022</c:v>
                </c:pt>
                <c:pt idx="8509">
                  <c:v>05-03-2022</c:v>
                </c:pt>
                <c:pt idx="8510">
                  <c:v>05-03-2022</c:v>
                </c:pt>
                <c:pt idx="8511">
                  <c:v>05-03-2022</c:v>
                </c:pt>
                <c:pt idx="8512">
                  <c:v>05-03-2022</c:v>
                </c:pt>
                <c:pt idx="8513">
                  <c:v>05-03-2022</c:v>
                </c:pt>
                <c:pt idx="8514">
                  <c:v>05-03-2022</c:v>
                </c:pt>
                <c:pt idx="8515">
                  <c:v>05-03-2022</c:v>
                </c:pt>
                <c:pt idx="8516">
                  <c:v>05-03-2022</c:v>
                </c:pt>
                <c:pt idx="8517">
                  <c:v>05-03-2022</c:v>
                </c:pt>
                <c:pt idx="8518">
                  <c:v>05-03-2022</c:v>
                </c:pt>
                <c:pt idx="8519">
                  <c:v>05-03-2022</c:v>
                </c:pt>
                <c:pt idx="8520">
                  <c:v>05-03-2022</c:v>
                </c:pt>
                <c:pt idx="8521">
                  <c:v>05-03-2022</c:v>
                </c:pt>
                <c:pt idx="8522">
                  <c:v>05-03-2022</c:v>
                </c:pt>
                <c:pt idx="8523">
                  <c:v>05-03-2022</c:v>
                </c:pt>
                <c:pt idx="8524">
                  <c:v>05-03-2022</c:v>
                </c:pt>
                <c:pt idx="8525">
                  <c:v>05-03-2022</c:v>
                </c:pt>
                <c:pt idx="8526">
                  <c:v>05-03-2022</c:v>
                </c:pt>
                <c:pt idx="8527">
                  <c:v>05-03-2022</c:v>
                </c:pt>
                <c:pt idx="8528">
                  <c:v>05-03-2022</c:v>
                </c:pt>
                <c:pt idx="8529">
                  <c:v>05-03-2022</c:v>
                </c:pt>
                <c:pt idx="8530">
                  <c:v>05-03-2022</c:v>
                </c:pt>
                <c:pt idx="8531">
                  <c:v>05-03-2022</c:v>
                </c:pt>
                <c:pt idx="8532">
                  <c:v>05-03-2022</c:v>
                </c:pt>
                <c:pt idx="8533">
                  <c:v>05-03-2022</c:v>
                </c:pt>
                <c:pt idx="8534">
                  <c:v>05-03-2022</c:v>
                </c:pt>
                <c:pt idx="8535">
                  <c:v>05-03-2022</c:v>
                </c:pt>
                <c:pt idx="8536">
                  <c:v>05-03-2022</c:v>
                </c:pt>
                <c:pt idx="8537">
                  <c:v>05-03-2022</c:v>
                </c:pt>
                <c:pt idx="8538">
                  <c:v>05-03-2022</c:v>
                </c:pt>
                <c:pt idx="8539">
                  <c:v>05-03-2022</c:v>
                </c:pt>
                <c:pt idx="8540">
                  <c:v>05-03-2022</c:v>
                </c:pt>
                <c:pt idx="8541">
                  <c:v>06-03-2022</c:v>
                </c:pt>
                <c:pt idx="8542">
                  <c:v>06-03-2022</c:v>
                </c:pt>
                <c:pt idx="8543">
                  <c:v>06-03-2022</c:v>
                </c:pt>
                <c:pt idx="8544">
                  <c:v>06-03-2022</c:v>
                </c:pt>
                <c:pt idx="8545">
                  <c:v>06-03-2022</c:v>
                </c:pt>
                <c:pt idx="8546">
                  <c:v>06-03-2022</c:v>
                </c:pt>
                <c:pt idx="8547">
                  <c:v>06-03-2022</c:v>
                </c:pt>
                <c:pt idx="8548">
                  <c:v>06-03-2022</c:v>
                </c:pt>
                <c:pt idx="8549">
                  <c:v>06-03-2022</c:v>
                </c:pt>
                <c:pt idx="8550">
                  <c:v>06-03-2022</c:v>
                </c:pt>
                <c:pt idx="8551">
                  <c:v>06-03-2022</c:v>
                </c:pt>
                <c:pt idx="8552">
                  <c:v>06-03-2022</c:v>
                </c:pt>
                <c:pt idx="8553">
                  <c:v>06-03-2022</c:v>
                </c:pt>
                <c:pt idx="8554">
                  <c:v>06-03-2022</c:v>
                </c:pt>
                <c:pt idx="8555">
                  <c:v>06-03-2022</c:v>
                </c:pt>
                <c:pt idx="8556">
                  <c:v>06-03-2022</c:v>
                </c:pt>
                <c:pt idx="8557">
                  <c:v>06-03-2022</c:v>
                </c:pt>
                <c:pt idx="8558">
                  <c:v>06-03-2022</c:v>
                </c:pt>
                <c:pt idx="8559">
                  <c:v>06-03-2022</c:v>
                </c:pt>
                <c:pt idx="8560">
                  <c:v>06-03-2022</c:v>
                </c:pt>
                <c:pt idx="8561">
                  <c:v>06-03-2022</c:v>
                </c:pt>
                <c:pt idx="8562">
                  <c:v>06-03-2022</c:v>
                </c:pt>
                <c:pt idx="8563">
                  <c:v>06-03-2022</c:v>
                </c:pt>
                <c:pt idx="8564">
                  <c:v>06-03-2022</c:v>
                </c:pt>
                <c:pt idx="8565">
                  <c:v>06-03-2022</c:v>
                </c:pt>
                <c:pt idx="8566">
                  <c:v>06-03-2022</c:v>
                </c:pt>
                <c:pt idx="8567">
                  <c:v>06-03-2022</c:v>
                </c:pt>
                <c:pt idx="8568">
                  <c:v>06-03-2022</c:v>
                </c:pt>
                <c:pt idx="8569">
                  <c:v>06-03-2022</c:v>
                </c:pt>
                <c:pt idx="8570">
                  <c:v>06-03-2022</c:v>
                </c:pt>
                <c:pt idx="8571">
                  <c:v>06-03-2022</c:v>
                </c:pt>
                <c:pt idx="8572">
                  <c:v>06-03-2022</c:v>
                </c:pt>
                <c:pt idx="8573">
                  <c:v>06-03-2022</c:v>
                </c:pt>
                <c:pt idx="8574">
                  <c:v>06-03-2022</c:v>
                </c:pt>
                <c:pt idx="8575">
                  <c:v>06-03-2022</c:v>
                </c:pt>
                <c:pt idx="8576">
                  <c:v>06-03-2022</c:v>
                </c:pt>
                <c:pt idx="8577">
                  <c:v>06-03-2022</c:v>
                </c:pt>
                <c:pt idx="8578">
                  <c:v>06-03-2022</c:v>
                </c:pt>
                <c:pt idx="8579">
                  <c:v>06-03-2022</c:v>
                </c:pt>
                <c:pt idx="8580">
                  <c:v>06-03-2022</c:v>
                </c:pt>
                <c:pt idx="8581">
                  <c:v>06-03-2022</c:v>
                </c:pt>
                <c:pt idx="8582">
                  <c:v>06-03-2022</c:v>
                </c:pt>
                <c:pt idx="8583">
                  <c:v>06-03-2022</c:v>
                </c:pt>
                <c:pt idx="8584">
                  <c:v>06-03-2022</c:v>
                </c:pt>
                <c:pt idx="8585">
                  <c:v>06-03-2022</c:v>
                </c:pt>
                <c:pt idx="8586">
                  <c:v>06-03-2022</c:v>
                </c:pt>
                <c:pt idx="8587">
                  <c:v>06-03-2022</c:v>
                </c:pt>
                <c:pt idx="8588">
                  <c:v>06-03-2022</c:v>
                </c:pt>
                <c:pt idx="8589">
                  <c:v>06-03-2022</c:v>
                </c:pt>
                <c:pt idx="8590">
                  <c:v>06-03-2022</c:v>
                </c:pt>
                <c:pt idx="8591">
                  <c:v>06-03-2022</c:v>
                </c:pt>
                <c:pt idx="8592">
                  <c:v>07-03-2022</c:v>
                </c:pt>
                <c:pt idx="8593">
                  <c:v>07-03-2022</c:v>
                </c:pt>
                <c:pt idx="8594">
                  <c:v>07-03-2022</c:v>
                </c:pt>
                <c:pt idx="8595">
                  <c:v>07-03-2022</c:v>
                </c:pt>
                <c:pt idx="8596">
                  <c:v>07-03-2022</c:v>
                </c:pt>
                <c:pt idx="8597">
                  <c:v>07-03-2022</c:v>
                </c:pt>
                <c:pt idx="8598">
                  <c:v>07-03-2022</c:v>
                </c:pt>
                <c:pt idx="8599">
                  <c:v>07-03-2022</c:v>
                </c:pt>
                <c:pt idx="8600">
                  <c:v>07-03-2022</c:v>
                </c:pt>
                <c:pt idx="8601">
                  <c:v>07-03-2022</c:v>
                </c:pt>
                <c:pt idx="8602">
                  <c:v>07-03-2022</c:v>
                </c:pt>
                <c:pt idx="8603">
                  <c:v>07-03-2022</c:v>
                </c:pt>
                <c:pt idx="8604">
                  <c:v>07-03-2022</c:v>
                </c:pt>
                <c:pt idx="8605">
                  <c:v>07-03-2022</c:v>
                </c:pt>
                <c:pt idx="8606">
                  <c:v>07-03-2022</c:v>
                </c:pt>
                <c:pt idx="8607">
                  <c:v>07-03-2022</c:v>
                </c:pt>
                <c:pt idx="8608">
                  <c:v>07-03-2022</c:v>
                </c:pt>
                <c:pt idx="8609">
                  <c:v>07-03-2022</c:v>
                </c:pt>
                <c:pt idx="8610">
                  <c:v>07-03-2022</c:v>
                </c:pt>
                <c:pt idx="8611">
                  <c:v>07-03-2022</c:v>
                </c:pt>
                <c:pt idx="8612">
                  <c:v>07-03-2022</c:v>
                </c:pt>
                <c:pt idx="8613">
                  <c:v>07-03-2022</c:v>
                </c:pt>
                <c:pt idx="8614">
                  <c:v>07-03-2022</c:v>
                </c:pt>
                <c:pt idx="8615">
                  <c:v>07-03-2022</c:v>
                </c:pt>
                <c:pt idx="8616">
                  <c:v>07-03-2022</c:v>
                </c:pt>
                <c:pt idx="8617">
                  <c:v>07-03-2022</c:v>
                </c:pt>
                <c:pt idx="8618">
                  <c:v>07-03-2022</c:v>
                </c:pt>
                <c:pt idx="8619">
                  <c:v>07-03-2022</c:v>
                </c:pt>
                <c:pt idx="8620">
                  <c:v>07-03-2022</c:v>
                </c:pt>
                <c:pt idx="8621">
                  <c:v>07-03-2022</c:v>
                </c:pt>
                <c:pt idx="8622">
                  <c:v>07-03-2022</c:v>
                </c:pt>
                <c:pt idx="8623">
                  <c:v>07-03-2022</c:v>
                </c:pt>
                <c:pt idx="8624">
                  <c:v>07-03-2022</c:v>
                </c:pt>
                <c:pt idx="8625">
                  <c:v>07-03-2022</c:v>
                </c:pt>
                <c:pt idx="8626">
                  <c:v>07-03-2022</c:v>
                </c:pt>
                <c:pt idx="8627">
                  <c:v>07-03-2022</c:v>
                </c:pt>
                <c:pt idx="8628">
                  <c:v>07-03-2022</c:v>
                </c:pt>
                <c:pt idx="8629">
                  <c:v>07-03-2022</c:v>
                </c:pt>
                <c:pt idx="8630">
                  <c:v>07-03-2022</c:v>
                </c:pt>
                <c:pt idx="8631">
                  <c:v>07-03-2022</c:v>
                </c:pt>
                <c:pt idx="8632">
                  <c:v>07-03-2022</c:v>
                </c:pt>
                <c:pt idx="8633">
                  <c:v>07-03-2022</c:v>
                </c:pt>
                <c:pt idx="8634">
                  <c:v>07-03-2022</c:v>
                </c:pt>
                <c:pt idx="8635">
                  <c:v>07-03-2022</c:v>
                </c:pt>
                <c:pt idx="8636">
                  <c:v>07-03-2022</c:v>
                </c:pt>
                <c:pt idx="8637">
                  <c:v>07-03-2022</c:v>
                </c:pt>
                <c:pt idx="8638">
                  <c:v>07-03-2022</c:v>
                </c:pt>
                <c:pt idx="8639">
                  <c:v>07-03-2022</c:v>
                </c:pt>
                <c:pt idx="8640">
                  <c:v>07-03-2022</c:v>
                </c:pt>
                <c:pt idx="8641">
                  <c:v>07-03-2022</c:v>
                </c:pt>
                <c:pt idx="8642">
                  <c:v>07-03-2022</c:v>
                </c:pt>
                <c:pt idx="8643">
                  <c:v>08-03-2022</c:v>
                </c:pt>
                <c:pt idx="8644">
                  <c:v>08-03-2022</c:v>
                </c:pt>
                <c:pt idx="8645">
                  <c:v>08-03-2022</c:v>
                </c:pt>
                <c:pt idx="8646">
                  <c:v>08-03-2022</c:v>
                </c:pt>
                <c:pt idx="8647">
                  <c:v>08-03-2022</c:v>
                </c:pt>
                <c:pt idx="8648">
                  <c:v>08-03-2022</c:v>
                </c:pt>
                <c:pt idx="8649">
                  <c:v>08-03-2022</c:v>
                </c:pt>
                <c:pt idx="8650">
                  <c:v>08-03-2022</c:v>
                </c:pt>
                <c:pt idx="8651">
                  <c:v>08-03-2022</c:v>
                </c:pt>
                <c:pt idx="8652">
                  <c:v>08-03-2022</c:v>
                </c:pt>
                <c:pt idx="8653">
                  <c:v>08-03-2022</c:v>
                </c:pt>
                <c:pt idx="8654">
                  <c:v>08-03-2022</c:v>
                </c:pt>
                <c:pt idx="8655">
                  <c:v>08-03-2022</c:v>
                </c:pt>
                <c:pt idx="8656">
                  <c:v>08-03-2022</c:v>
                </c:pt>
                <c:pt idx="8657">
                  <c:v>08-03-2022</c:v>
                </c:pt>
                <c:pt idx="8658">
                  <c:v>08-03-2022</c:v>
                </c:pt>
                <c:pt idx="8659">
                  <c:v>08-03-2022</c:v>
                </c:pt>
                <c:pt idx="8660">
                  <c:v>08-03-2022</c:v>
                </c:pt>
                <c:pt idx="8661">
                  <c:v>08-03-2022</c:v>
                </c:pt>
                <c:pt idx="8662">
                  <c:v>08-03-2022</c:v>
                </c:pt>
                <c:pt idx="8663">
                  <c:v>08-03-2022</c:v>
                </c:pt>
                <c:pt idx="8664">
                  <c:v>08-03-2022</c:v>
                </c:pt>
                <c:pt idx="8665">
                  <c:v>08-03-2022</c:v>
                </c:pt>
                <c:pt idx="8666">
                  <c:v>08-03-2022</c:v>
                </c:pt>
                <c:pt idx="8667">
                  <c:v>08-03-2022</c:v>
                </c:pt>
                <c:pt idx="8668">
                  <c:v>08-03-2022</c:v>
                </c:pt>
                <c:pt idx="8669">
                  <c:v>08-03-2022</c:v>
                </c:pt>
                <c:pt idx="8670">
                  <c:v>08-03-2022</c:v>
                </c:pt>
                <c:pt idx="8671">
                  <c:v>08-03-2022</c:v>
                </c:pt>
                <c:pt idx="8672">
                  <c:v>08-03-2022</c:v>
                </c:pt>
                <c:pt idx="8673">
                  <c:v>08-03-2022</c:v>
                </c:pt>
                <c:pt idx="8674">
                  <c:v>08-03-2022</c:v>
                </c:pt>
                <c:pt idx="8675">
                  <c:v>08-03-2022</c:v>
                </c:pt>
                <c:pt idx="8676">
                  <c:v>08-03-2022</c:v>
                </c:pt>
                <c:pt idx="8677">
                  <c:v>08-03-2022</c:v>
                </c:pt>
                <c:pt idx="8678">
                  <c:v>08-03-2022</c:v>
                </c:pt>
                <c:pt idx="8679">
                  <c:v>08-03-2022</c:v>
                </c:pt>
                <c:pt idx="8680">
                  <c:v>08-03-2022</c:v>
                </c:pt>
                <c:pt idx="8681">
                  <c:v>08-03-2022</c:v>
                </c:pt>
                <c:pt idx="8682">
                  <c:v>08-03-2022</c:v>
                </c:pt>
                <c:pt idx="8683">
                  <c:v>08-03-2022</c:v>
                </c:pt>
                <c:pt idx="8684">
                  <c:v>08-03-2022</c:v>
                </c:pt>
                <c:pt idx="8685">
                  <c:v>08-03-2022</c:v>
                </c:pt>
                <c:pt idx="8686">
                  <c:v>08-03-2022</c:v>
                </c:pt>
                <c:pt idx="8687">
                  <c:v>08-03-2022</c:v>
                </c:pt>
                <c:pt idx="8688">
                  <c:v>09-03-2022</c:v>
                </c:pt>
                <c:pt idx="8689">
                  <c:v>09-03-2022</c:v>
                </c:pt>
                <c:pt idx="8690">
                  <c:v>09-03-2022</c:v>
                </c:pt>
                <c:pt idx="8691">
                  <c:v>09-03-2022</c:v>
                </c:pt>
                <c:pt idx="8692">
                  <c:v>09-03-2022</c:v>
                </c:pt>
                <c:pt idx="8693">
                  <c:v>09-03-2022</c:v>
                </c:pt>
                <c:pt idx="8694">
                  <c:v>09-03-2022</c:v>
                </c:pt>
                <c:pt idx="8695">
                  <c:v>09-03-2022</c:v>
                </c:pt>
                <c:pt idx="8696">
                  <c:v>09-03-2022</c:v>
                </c:pt>
                <c:pt idx="8697">
                  <c:v>09-03-2022</c:v>
                </c:pt>
                <c:pt idx="8698">
                  <c:v>09-03-2022</c:v>
                </c:pt>
                <c:pt idx="8699">
                  <c:v>09-03-2022</c:v>
                </c:pt>
                <c:pt idx="8700">
                  <c:v>09-03-2022</c:v>
                </c:pt>
                <c:pt idx="8701">
                  <c:v>09-03-2022</c:v>
                </c:pt>
                <c:pt idx="8702">
                  <c:v>09-03-2022</c:v>
                </c:pt>
                <c:pt idx="8703">
                  <c:v>09-03-2022</c:v>
                </c:pt>
                <c:pt idx="8704">
                  <c:v>09-03-2022</c:v>
                </c:pt>
                <c:pt idx="8705">
                  <c:v>09-03-2022</c:v>
                </c:pt>
                <c:pt idx="8706">
                  <c:v>09-03-2022</c:v>
                </c:pt>
                <c:pt idx="8707">
                  <c:v>09-03-2022</c:v>
                </c:pt>
                <c:pt idx="8708">
                  <c:v>09-03-2022</c:v>
                </c:pt>
                <c:pt idx="8709">
                  <c:v>09-03-2022</c:v>
                </c:pt>
                <c:pt idx="8710">
                  <c:v>09-03-2022</c:v>
                </c:pt>
                <c:pt idx="8711">
                  <c:v>09-03-2022</c:v>
                </c:pt>
                <c:pt idx="8712">
                  <c:v>09-03-2022</c:v>
                </c:pt>
                <c:pt idx="8713">
                  <c:v>09-03-2022</c:v>
                </c:pt>
                <c:pt idx="8714">
                  <c:v>09-03-2022</c:v>
                </c:pt>
                <c:pt idx="8715">
                  <c:v>09-03-2022</c:v>
                </c:pt>
                <c:pt idx="8716">
                  <c:v>09-03-2022</c:v>
                </c:pt>
                <c:pt idx="8717">
                  <c:v>09-03-2022</c:v>
                </c:pt>
                <c:pt idx="8718">
                  <c:v>09-03-2022</c:v>
                </c:pt>
                <c:pt idx="8719">
                  <c:v>09-03-2022</c:v>
                </c:pt>
                <c:pt idx="8720">
                  <c:v>09-03-2022</c:v>
                </c:pt>
                <c:pt idx="8721">
                  <c:v>09-03-2022</c:v>
                </c:pt>
                <c:pt idx="8722">
                  <c:v>09-03-2022</c:v>
                </c:pt>
                <c:pt idx="8723">
                  <c:v>09-03-2022</c:v>
                </c:pt>
                <c:pt idx="8724">
                  <c:v>09-03-2022</c:v>
                </c:pt>
                <c:pt idx="8725">
                  <c:v>09-03-2022</c:v>
                </c:pt>
                <c:pt idx="8726">
                  <c:v>09-03-2022</c:v>
                </c:pt>
                <c:pt idx="8727">
                  <c:v>09-03-2022</c:v>
                </c:pt>
                <c:pt idx="8728">
                  <c:v>09-03-2022</c:v>
                </c:pt>
                <c:pt idx="8729">
                  <c:v>09-03-2022</c:v>
                </c:pt>
                <c:pt idx="8730">
                  <c:v>09-03-2022</c:v>
                </c:pt>
                <c:pt idx="8731">
                  <c:v>09-03-2022</c:v>
                </c:pt>
                <c:pt idx="8732">
                  <c:v>09-03-2022</c:v>
                </c:pt>
                <c:pt idx="8733">
                  <c:v>09-03-2022</c:v>
                </c:pt>
                <c:pt idx="8734">
                  <c:v>09-03-2022</c:v>
                </c:pt>
                <c:pt idx="8735">
                  <c:v>09-03-2022</c:v>
                </c:pt>
                <c:pt idx="8736">
                  <c:v>09-03-2022</c:v>
                </c:pt>
                <c:pt idx="8737">
                  <c:v>09-03-2022</c:v>
                </c:pt>
                <c:pt idx="8738">
                  <c:v>09-03-2022</c:v>
                </c:pt>
                <c:pt idx="8739">
                  <c:v>10-03-2022</c:v>
                </c:pt>
                <c:pt idx="8740">
                  <c:v>10-03-2022</c:v>
                </c:pt>
                <c:pt idx="8741">
                  <c:v>10-03-2022</c:v>
                </c:pt>
                <c:pt idx="8742">
                  <c:v>10-03-2022</c:v>
                </c:pt>
                <c:pt idx="8743">
                  <c:v>10-03-2022</c:v>
                </c:pt>
                <c:pt idx="8744">
                  <c:v>10-03-2022</c:v>
                </c:pt>
                <c:pt idx="8745">
                  <c:v>10-03-2022</c:v>
                </c:pt>
                <c:pt idx="8746">
                  <c:v>10-03-2022</c:v>
                </c:pt>
                <c:pt idx="8747">
                  <c:v>10-03-2022</c:v>
                </c:pt>
                <c:pt idx="8748">
                  <c:v>10-03-2022</c:v>
                </c:pt>
                <c:pt idx="8749">
                  <c:v>10-03-2022</c:v>
                </c:pt>
                <c:pt idx="8750">
                  <c:v>10-03-2022</c:v>
                </c:pt>
                <c:pt idx="8751">
                  <c:v>10-03-2022</c:v>
                </c:pt>
                <c:pt idx="8752">
                  <c:v>10-03-2022</c:v>
                </c:pt>
                <c:pt idx="8753">
                  <c:v>10-03-2022</c:v>
                </c:pt>
                <c:pt idx="8754">
                  <c:v>10-03-2022</c:v>
                </c:pt>
                <c:pt idx="8755">
                  <c:v>10-03-2022</c:v>
                </c:pt>
                <c:pt idx="8756">
                  <c:v>10-03-2022</c:v>
                </c:pt>
                <c:pt idx="8757">
                  <c:v>10-03-2022</c:v>
                </c:pt>
                <c:pt idx="8758">
                  <c:v>10-03-2022</c:v>
                </c:pt>
                <c:pt idx="8759">
                  <c:v>10-03-2022</c:v>
                </c:pt>
                <c:pt idx="8760">
                  <c:v>10-03-2022</c:v>
                </c:pt>
                <c:pt idx="8761">
                  <c:v>10-03-2022</c:v>
                </c:pt>
                <c:pt idx="8762">
                  <c:v>10-03-2022</c:v>
                </c:pt>
                <c:pt idx="8763">
                  <c:v>10-03-2022</c:v>
                </c:pt>
                <c:pt idx="8764">
                  <c:v>10-03-2022</c:v>
                </c:pt>
                <c:pt idx="8765">
                  <c:v>10-03-2022</c:v>
                </c:pt>
                <c:pt idx="8766">
                  <c:v>10-03-2022</c:v>
                </c:pt>
                <c:pt idx="8767">
                  <c:v>10-03-2022</c:v>
                </c:pt>
                <c:pt idx="8768">
                  <c:v>10-03-2022</c:v>
                </c:pt>
                <c:pt idx="8769">
                  <c:v>10-03-2022</c:v>
                </c:pt>
                <c:pt idx="8770">
                  <c:v>10-03-2022</c:v>
                </c:pt>
                <c:pt idx="8771">
                  <c:v>10-03-2022</c:v>
                </c:pt>
                <c:pt idx="8772">
                  <c:v>10-03-2022</c:v>
                </c:pt>
                <c:pt idx="8773">
                  <c:v>10-03-2022</c:v>
                </c:pt>
                <c:pt idx="8774">
                  <c:v>10-03-2022</c:v>
                </c:pt>
                <c:pt idx="8775">
                  <c:v>10-03-2022</c:v>
                </c:pt>
                <c:pt idx="8776">
                  <c:v>10-03-2022</c:v>
                </c:pt>
                <c:pt idx="8777">
                  <c:v>10-03-2022</c:v>
                </c:pt>
                <c:pt idx="8778">
                  <c:v>10-03-2022</c:v>
                </c:pt>
                <c:pt idx="8779">
                  <c:v>10-03-2022</c:v>
                </c:pt>
                <c:pt idx="8780">
                  <c:v>10-03-2022</c:v>
                </c:pt>
                <c:pt idx="8781">
                  <c:v>10-03-2022</c:v>
                </c:pt>
                <c:pt idx="8782">
                  <c:v>10-03-2022</c:v>
                </c:pt>
                <c:pt idx="8783">
                  <c:v>10-03-2022</c:v>
                </c:pt>
                <c:pt idx="8784">
                  <c:v>10-03-2022</c:v>
                </c:pt>
                <c:pt idx="8785">
                  <c:v>10-03-2022</c:v>
                </c:pt>
                <c:pt idx="8786">
                  <c:v>10-03-2022</c:v>
                </c:pt>
                <c:pt idx="8787">
                  <c:v>10-03-2022</c:v>
                </c:pt>
                <c:pt idx="8788">
                  <c:v>10-03-2022</c:v>
                </c:pt>
                <c:pt idx="8789">
                  <c:v>10-03-2022</c:v>
                </c:pt>
                <c:pt idx="8790">
                  <c:v>11-03-2022</c:v>
                </c:pt>
                <c:pt idx="8791">
                  <c:v>11-03-2022</c:v>
                </c:pt>
                <c:pt idx="8792">
                  <c:v>11-03-2022</c:v>
                </c:pt>
                <c:pt idx="8793">
                  <c:v>11-03-2022</c:v>
                </c:pt>
                <c:pt idx="8794">
                  <c:v>11-03-2022</c:v>
                </c:pt>
                <c:pt idx="8795">
                  <c:v>11-03-2022</c:v>
                </c:pt>
                <c:pt idx="8796">
                  <c:v>11-03-2022</c:v>
                </c:pt>
                <c:pt idx="8797">
                  <c:v>11-03-2022</c:v>
                </c:pt>
                <c:pt idx="8798">
                  <c:v>11-03-2022</c:v>
                </c:pt>
                <c:pt idx="8799">
                  <c:v>11-03-2022</c:v>
                </c:pt>
                <c:pt idx="8800">
                  <c:v>11-03-2022</c:v>
                </c:pt>
                <c:pt idx="8801">
                  <c:v>11-03-2022</c:v>
                </c:pt>
                <c:pt idx="8802">
                  <c:v>11-03-2022</c:v>
                </c:pt>
                <c:pt idx="8803">
                  <c:v>11-03-2022</c:v>
                </c:pt>
                <c:pt idx="8804">
                  <c:v>11-03-2022</c:v>
                </c:pt>
                <c:pt idx="8805">
                  <c:v>11-03-2022</c:v>
                </c:pt>
                <c:pt idx="8806">
                  <c:v>11-03-2022</c:v>
                </c:pt>
                <c:pt idx="8807">
                  <c:v>11-03-2022</c:v>
                </c:pt>
                <c:pt idx="8808">
                  <c:v>11-03-2022</c:v>
                </c:pt>
                <c:pt idx="8809">
                  <c:v>11-03-2022</c:v>
                </c:pt>
                <c:pt idx="8810">
                  <c:v>11-03-2022</c:v>
                </c:pt>
                <c:pt idx="8811">
                  <c:v>11-03-2022</c:v>
                </c:pt>
                <c:pt idx="8812">
                  <c:v>11-03-2022</c:v>
                </c:pt>
                <c:pt idx="8813">
                  <c:v>11-03-2022</c:v>
                </c:pt>
                <c:pt idx="8814">
                  <c:v>11-03-2022</c:v>
                </c:pt>
                <c:pt idx="8815">
                  <c:v>11-03-2022</c:v>
                </c:pt>
                <c:pt idx="8816">
                  <c:v>11-03-2022</c:v>
                </c:pt>
                <c:pt idx="8817">
                  <c:v>11-03-2022</c:v>
                </c:pt>
                <c:pt idx="8818">
                  <c:v>11-03-2022</c:v>
                </c:pt>
                <c:pt idx="8819">
                  <c:v>11-03-2022</c:v>
                </c:pt>
                <c:pt idx="8820">
                  <c:v>11-03-2022</c:v>
                </c:pt>
                <c:pt idx="8821">
                  <c:v>11-03-2022</c:v>
                </c:pt>
                <c:pt idx="8822">
                  <c:v>11-03-2022</c:v>
                </c:pt>
                <c:pt idx="8823">
                  <c:v>11-03-2022</c:v>
                </c:pt>
                <c:pt idx="8824">
                  <c:v>11-03-2022</c:v>
                </c:pt>
                <c:pt idx="8825">
                  <c:v>11-03-2022</c:v>
                </c:pt>
                <c:pt idx="8826">
                  <c:v>11-03-2022</c:v>
                </c:pt>
                <c:pt idx="8827">
                  <c:v>11-03-2022</c:v>
                </c:pt>
                <c:pt idx="8828">
                  <c:v>11-03-2022</c:v>
                </c:pt>
                <c:pt idx="8829">
                  <c:v>11-03-2022</c:v>
                </c:pt>
                <c:pt idx="8830">
                  <c:v>11-03-2022</c:v>
                </c:pt>
                <c:pt idx="8831">
                  <c:v>11-03-2022</c:v>
                </c:pt>
                <c:pt idx="8832">
                  <c:v>11-03-2022</c:v>
                </c:pt>
                <c:pt idx="8833">
                  <c:v>11-03-2022</c:v>
                </c:pt>
                <c:pt idx="8834">
                  <c:v>11-03-2022</c:v>
                </c:pt>
                <c:pt idx="8835">
                  <c:v>12-03-2022</c:v>
                </c:pt>
                <c:pt idx="8836">
                  <c:v>12-03-2022</c:v>
                </c:pt>
                <c:pt idx="8837">
                  <c:v>12-03-2022</c:v>
                </c:pt>
                <c:pt idx="8838">
                  <c:v>12-03-2022</c:v>
                </c:pt>
                <c:pt idx="8839">
                  <c:v>12-03-2022</c:v>
                </c:pt>
                <c:pt idx="8840">
                  <c:v>12-03-2022</c:v>
                </c:pt>
                <c:pt idx="8841">
                  <c:v>12-03-2022</c:v>
                </c:pt>
                <c:pt idx="8842">
                  <c:v>12-03-2022</c:v>
                </c:pt>
                <c:pt idx="8843">
                  <c:v>12-03-2022</c:v>
                </c:pt>
                <c:pt idx="8844">
                  <c:v>12-03-2022</c:v>
                </c:pt>
                <c:pt idx="8845">
                  <c:v>12-03-2022</c:v>
                </c:pt>
                <c:pt idx="8846">
                  <c:v>12-03-2022</c:v>
                </c:pt>
                <c:pt idx="8847">
                  <c:v>12-03-2022</c:v>
                </c:pt>
                <c:pt idx="8848">
                  <c:v>12-03-2022</c:v>
                </c:pt>
                <c:pt idx="8849">
                  <c:v>12-03-2022</c:v>
                </c:pt>
                <c:pt idx="8850">
                  <c:v>12-03-2022</c:v>
                </c:pt>
                <c:pt idx="8851">
                  <c:v>12-03-2022</c:v>
                </c:pt>
                <c:pt idx="8852">
                  <c:v>12-03-2022</c:v>
                </c:pt>
                <c:pt idx="8853">
                  <c:v>12-03-2022</c:v>
                </c:pt>
                <c:pt idx="8854">
                  <c:v>12-03-2022</c:v>
                </c:pt>
                <c:pt idx="8855">
                  <c:v>12-03-2022</c:v>
                </c:pt>
                <c:pt idx="8856">
                  <c:v>12-03-2022</c:v>
                </c:pt>
                <c:pt idx="8857">
                  <c:v>12-03-2022</c:v>
                </c:pt>
                <c:pt idx="8858">
                  <c:v>12-03-2022</c:v>
                </c:pt>
                <c:pt idx="8859">
                  <c:v>12-03-2022</c:v>
                </c:pt>
                <c:pt idx="8860">
                  <c:v>12-03-2022</c:v>
                </c:pt>
                <c:pt idx="8861">
                  <c:v>12-03-2022</c:v>
                </c:pt>
                <c:pt idx="8862">
                  <c:v>12-03-2022</c:v>
                </c:pt>
                <c:pt idx="8863">
                  <c:v>12-03-2022</c:v>
                </c:pt>
                <c:pt idx="8864">
                  <c:v>12-03-2022</c:v>
                </c:pt>
                <c:pt idx="8865">
                  <c:v>12-03-2022</c:v>
                </c:pt>
                <c:pt idx="8866">
                  <c:v>12-03-2022</c:v>
                </c:pt>
                <c:pt idx="8867">
                  <c:v>12-03-2022</c:v>
                </c:pt>
                <c:pt idx="8868">
                  <c:v>12-03-2022</c:v>
                </c:pt>
                <c:pt idx="8869">
                  <c:v>12-03-2022</c:v>
                </c:pt>
                <c:pt idx="8870">
                  <c:v>12-03-2022</c:v>
                </c:pt>
                <c:pt idx="8871">
                  <c:v>12-03-2022</c:v>
                </c:pt>
                <c:pt idx="8872">
                  <c:v>12-03-2022</c:v>
                </c:pt>
                <c:pt idx="8873">
                  <c:v>12-03-2022</c:v>
                </c:pt>
                <c:pt idx="8874">
                  <c:v>12-03-2022</c:v>
                </c:pt>
                <c:pt idx="8875">
                  <c:v>12-03-2022</c:v>
                </c:pt>
                <c:pt idx="8876">
                  <c:v>12-03-2022</c:v>
                </c:pt>
                <c:pt idx="8877">
                  <c:v>12-03-2022</c:v>
                </c:pt>
                <c:pt idx="8878">
                  <c:v>12-03-2022</c:v>
                </c:pt>
                <c:pt idx="8879">
                  <c:v>12-03-2022</c:v>
                </c:pt>
                <c:pt idx="8880">
                  <c:v>13-03-2022</c:v>
                </c:pt>
                <c:pt idx="8881">
                  <c:v>13-03-2022</c:v>
                </c:pt>
                <c:pt idx="8882">
                  <c:v>13-03-2022</c:v>
                </c:pt>
                <c:pt idx="8883">
                  <c:v>13-03-2022</c:v>
                </c:pt>
                <c:pt idx="8884">
                  <c:v>13-03-2022</c:v>
                </c:pt>
                <c:pt idx="8885">
                  <c:v>13-03-2022</c:v>
                </c:pt>
                <c:pt idx="8886">
                  <c:v>13-03-2022</c:v>
                </c:pt>
                <c:pt idx="8887">
                  <c:v>13-03-2022</c:v>
                </c:pt>
                <c:pt idx="8888">
                  <c:v>13-03-2022</c:v>
                </c:pt>
                <c:pt idx="8889">
                  <c:v>13-03-2022</c:v>
                </c:pt>
                <c:pt idx="8890">
                  <c:v>13-03-2022</c:v>
                </c:pt>
                <c:pt idx="8891">
                  <c:v>13-03-2022</c:v>
                </c:pt>
                <c:pt idx="8892">
                  <c:v>13-03-2022</c:v>
                </c:pt>
                <c:pt idx="8893">
                  <c:v>13-03-2022</c:v>
                </c:pt>
                <c:pt idx="8894">
                  <c:v>13-03-2022</c:v>
                </c:pt>
                <c:pt idx="8895">
                  <c:v>13-03-2022</c:v>
                </c:pt>
                <c:pt idx="8896">
                  <c:v>13-03-2022</c:v>
                </c:pt>
                <c:pt idx="8897">
                  <c:v>13-03-2022</c:v>
                </c:pt>
                <c:pt idx="8898">
                  <c:v>13-03-2022</c:v>
                </c:pt>
                <c:pt idx="8899">
                  <c:v>13-03-2022</c:v>
                </c:pt>
                <c:pt idx="8900">
                  <c:v>13-03-2022</c:v>
                </c:pt>
                <c:pt idx="8901">
                  <c:v>13-03-2022</c:v>
                </c:pt>
                <c:pt idx="8902">
                  <c:v>13-03-2022</c:v>
                </c:pt>
                <c:pt idx="8903">
                  <c:v>13-03-2022</c:v>
                </c:pt>
                <c:pt idx="8904">
                  <c:v>13-03-2022</c:v>
                </c:pt>
                <c:pt idx="8905">
                  <c:v>13-03-2022</c:v>
                </c:pt>
                <c:pt idx="8906">
                  <c:v>13-03-2022</c:v>
                </c:pt>
                <c:pt idx="8907">
                  <c:v>13-03-2022</c:v>
                </c:pt>
                <c:pt idx="8908">
                  <c:v>13-03-2022</c:v>
                </c:pt>
                <c:pt idx="8909">
                  <c:v>13-03-2022</c:v>
                </c:pt>
                <c:pt idx="8910">
                  <c:v>13-03-2022</c:v>
                </c:pt>
                <c:pt idx="8911">
                  <c:v>13-03-2022</c:v>
                </c:pt>
                <c:pt idx="8912">
                  <c:v>13-03-2022</c:v>
                </c:pt>
                <c:pt idx="8913">
                  <c:v>13-03-2022</c:v>
                </c:pt>
                <c:pt idx="8914">
                  <c:v>13-03-2022</c:v>
                </c:pt>
                <c:pt idx="8915">
                  <c:v>13-03-2022</c:v>
                </c:pt>
                <c:pt idx="8916">
                  <c:v>13-03-2022</c:v>
                </c:pt>
                <c:pt idx="8917">
                  <c:v>13-03-2022</c:v>
                </c:pt>
                <c:pt idx="8918">
                  <c:v>13-03-2022</c:v>
                </c:pt>
                <c:pt idx="8919">
                  <c:v>13-03-2022</c:v>
                </c:pt>
                <c:pt idx="8920">
                  <c:v>14-03-2022</c:v>
                </c:pt>
                <c:pt idx="8921">
                  <c:v>14-03-2022</c:v>
                </c:pt>
                <c:pt idx="8922">
                  <c:v>14-03-2022</c:v>
                </c:pt>
                <c:pt idx="8923">
                  <c:v>14-03-2022</c:v>
                </c:pt>
                <c:pt idx="8924">
                  <c:v>14-03-2022</c:v>
                </c:pt>
                <c:pt idx="8925">
                  <c:v>14-03-2022</c:v>
                </c:pt>
                <c:pt idx="8926">
                  <c:v>14-03-2022</c:v>
                </c:pt>
                <c:pt idx="8927">
                  <c:v>14-03-2022</c:v>
                </c:pt>
                <c:pt idx="8928">
                  <c:v>14-03-2022</c:v>
                </c:pt>
                <c:pt idx="8929">
                  <c:v>14-03-2022</c:v>
                </c:pt>
                <c:pt idx="8930">
                  <c:v>14-03-2022</c:v>
                </c:pt>
                <c:pt idx="8931">
                  <c:v>14-03-2022</c:v>
                </c:pt>
                <c:pt idx="8932">
                  <c:v>14-03-2022</c:v>
                </c:pt>
                <c:pt idx="8933">
                  <c:v>14-03-2022</c:v>
                </c:pt>
                <c:pt idx="8934">
                  <c:v>14-03-2022</c:v>
                </c:pt>
                <c:pt idx="8935">
                  <c:v>14-03-2022</c:v>
                </c:pt>
                <c:pt idx="8936">
                  <c:v>14-03-2022</c:v>
                </c:pt>
                <c:pt idx="8937">
                  <c:v>14-03-2022</c:v>
                </c:pt>
                <c:pt idx="8938">
                  <c:v>14-03-2022</c:v>
                </c:pt>
                <c:pt idx="8939">
                  <c:v>14-03-2022</c:v>
                </c:pt>
                <c:pt idx="8940">
                  <c:v>14-03-2022</c:v>
                </c:pt>
                <c:pt idx="8941">
                  <c:v>14-03-2022</c:v>
                </c:pt>
                <c:pt idx="8942">
                  <c:v>14-03-2022</c:v>
                </c:pt>
                <c:pt idx="8943">
                  <c:v>14-03-2022</c:v>
                </c:pt>
                <c:pt idx="8944">
                  <c:v>14-03-2022</c:v>
                </c:pt>
                <c:pt idx="8945">
                  <c:v>14-03-2022</c:v>
                </c:pt>
                <c:pt idx="8946">
                  <c:v>14-03-2022</c:v>
                </c:pt>
                <c:pt idx="8947">
                  <c:v>14-03-2022</c:v>
                </c:pt>
                <c:pt idx="8948">
                  <c:v>14-03-2022</c:v>
                </c:pt>
                <c:pt idx="8949">
                  <c:v>14-03-2022</c:v>
                </c:pt>
                <c:pt idx="8950">
                  <c:v>14-03-2022</c:v>
                </c:pt>
                <c:pt idx="8951">
                  <c:v>14-03-2022</c:v>
                </c:pt>
                <c:pt idx="8952">
                  <c:v>14-03-2022</c:v>
                </c:pt>
                <c:pt idx="8953">
                  <c:v>14-03-2022</c:v>
                </c:pt>
                <c:pt idx="8954">
                  <c:v>14-03-2022</c:v>
                </c:pt>
                <c:pt idx="8955">
                  <c:v>14-03-2022</c:v>
                </c:pt>
                <c:pt idx="8956">
                  <c:v>14-03-2022</c:v>
                </c:pt>
                <c:pt idx="8957">
                  <c:v>14-03-2022</c:v>
                </c:pt>
                <c:pt idx="8958">
                  <c:v>14-03-2022</c:v>
                </c:pt>
                <c:pt idx="8959">
                  <c:v>14-03-2022</c:v>
                </c:pt>
                <c:pt idx="8960">
                  <c:v>15-03-2022</c:v>
                </c:pt>
                <c:pt idx="8961">
                  <c:v>15-03-2022</c:v>
                </c:pt>
                <c:pt idx="8962">
                  <c:v>15-03-2022</c:v>
                </c:pt>
                <c:pt idx="8963">
                  <c:v>15-03-2022</c:v>
                </c:pt>
                <c:pt idx="8964">
                  <c:v>15-03-2022</c:v>
                </c:pt>
                <c:pt idx="8965">
                  <c:v>15-03-2022</c:v>
                </c:pt>
                <c:pt idx="8966">
                  <c:v>15-03-2022</c:v>
                </c:pt>
                <c:pt idx="8967">
                  <c:v>15-03-2022</c:v>
                </c:pt>
                <c:pt idx="8968">
                  <c:v>15-03-2022</c:v>
                </c:pt>
                <c:pt idx="8969">
                  <c:v>15-03-2022</c:v>
                </c:pt>
                <c:pt idx="8970">
                  <c:v>15-03-2022</c:v>
                </c:pt>
                <c:pt idx="8971">
                  <c:v>15-03-2022</c:v>
                </c:pt>
                <c:pt idx="8972">
                  <c:v>15-03-2022</c:v>
                </c:pt>
                <c:pt idx="8973">
                  <c:v>15-03-2022</c:v>
                </c:pt>
                <c:pt idx="8974">
                  <c:v>15-03-2022</c:v>
                </c:pt>
                <c:pt idx="8975">
                  <c:v>15-03-2022</c:v>
                </c:pt>
                <c:pt idx="8976">
                  <c:v>15-03-2022</c:v>
                </c:pt>
                <c:pt idx="8977">
                  <c:v>15-03-2022</c:v>
                </c:pt>
                <c:pt idx="8978">
                  <c:v>15-03-2022</c:v>
                </c:pt>
                <c:pt idx="8979">
                  <c:v>15-03-2022</c:v>
                </c:pt>
                <c:pt idx="8980">
                  <c:v>15-03-2022</c:v>
                </c:pt>
                <c:pt idx="8981">
                  <c:v>15-03-2022</c:v>
                </c:pt>
                <c:pt idx="8982">
                  <c:v>15-03-2022</c:v>
                </c:pt>
                <c:pt idx="8983">
                  <c:v>15-03-2022</c:v>
                </c:pt>
                <c:pt idx="8984">
                  <c:v>15-03-2022</c:v>
                </c:pt>
                <c:pt idx="8985">
                  <c:v>15-03-2022</c:v>
                </c:pt>
                <c:pt idx="8986">
                  <c:v>15-03-2022</c:v>
                </c:pt>
                <c:pt idx="8987">
                  <c:v>15-03-2022</c:v>
                </c:pt>
                <c:pt idx="8988">
                  <c:v>15-03-2022</c:v>
                </c:pt>
                <c:pt idx="8989">
                  <c:v>15-03-2022</c:v>
                </c:pt>
                <c:pt idx="8990">
                  <c:v>15-03-2022</c:v>
                </c:pt>
                <c:pt idx="8991">
                  <c:v>15-03-2022</c:v>
                </c:pt>
                <c:pt idx="8992">
                  <c:v>15-03-2022</c:v>
                </c:pt>
                <c:pt idx="8993">
                  <c:v>15-03-2022</c:v>
                </c:pt>
                <c:pt idx="8994">
                  <c:v>15-03-2022</c:v>
                </c:pt>
                <c:pt idx="8995">
                  <c:v>15-03-2022</c:v>
                </c:pt>
                <c:pt idx="8996">
                  <c:v>15-03-2022</c:v>
                </c:pt>
                <c:pt idx="8997">
                  <c:v>15-03-2022</c:v>
                </c:pt>
                <c:pt idx="8998">
                  <c:v>15-03-2022</c:v>
                </c:pt>
                <c:pt idx="8999">
                  <c:v>15-03-2022</c:v>
                </c:pt>
                <c:pt idx="9000">
                  <c:v>15-03-2022</c:v>
                </c:pt>
                <c:pt idx="9001">
                  <c:v>15-03-2022</c:v>
                </c:pt>
                <c:pt idx="9002">
                  <c:v>15-03-2022</c:v>
                </c:pt>
                <c:pt idx="9003">
                  <c:v>15-03-2022</c:v>
                </c:pt>
                <c:pt idx="9004">
                  <c:v>15-03-2022</c:v>
                </c:pt>
                <c:pt idx="9005">
                  <c:v>15-03-2022</c:v>
                </c:pt>
                <c:pt idx="9006">
                  <c:v>15-03-2022</c:v>
                </c:pt>
                <c:pt idx="9007">
                  <c:v>15-03-2022</c:v>
                </c:pt>
                <c:pt idx="9008">
                  <c:v>16-03-2022</c:v>
                </c:pt>
                <c:pt idx="9009">
                  <c:v>16-03-2022</c:v>
                </c:pt>
                <c:pt idx="9010">
                  <c:v>16-03-2022</c:v>
                </c:pt>
                <c:pt idx="9011">
                  <c:v>16-03-2022</c:v>
                </c:pt>
                <c:pt idx="9012">
                  <c:v>16-03-2022</c:v>
                </c:pt>
                <c:pt idx="9013">
                  <c:v>16-03-2022</c:v>
                </c:pt>
                <c:pt idx="9014">
                  <c:v>16-03-2022</c:v>
                </c:pt>
                <c:pt idx="9015">
                  <c:v>16-03-2022</c:v>
                </c:pt>
                <c:pt idx="9016">
                  <c:v>16-03-2022</c:v>
                </c:pt>
                <c:pt idx="9017">
                  <c:v>16-03-2022</c:v>
                </c:pt>
                <c:pt idx="9018">
                  <c:v>16-03-2022</c:v>
                </c:pt>
                <c:pt idx="9019">
                  <c:v>16-03-2022</c:v>
                </c:pt>
                <c:pt idx="9020">
                  <c:v>16-03-2022</c:v>
                </c:pt>
                <c:pt idx="9021">
                  <c:v>16-03-2022</c:v>
                </c:pt>
                <c:pt idx="9022">
                  <c:v>16-03-2022</c:v>
                </c:pt>
                <c:pt idx="9023">
                  <c:v>16-03-2022</c:v>
                </c:pt>
                <c:pt idx="9024">
                  <c:v>16-03-2022</c:v>
                </c:pt>
                <c:pt idx="9025">
                  <c:v>16-03-2022</c:v>
                </c:pt>
                <c:pt idx="9026">
                  <c:v>16-03-2022</c:v>
                </c:pt>
                <c:pt idx="9027">
                  <c:v>16-03-2022</c:v>
                </c:pt>
                <c:pt idx="9028">
                  <c:v>16-03-2022</c:v>
                </c:pt>
                <c:pt idx="9029">
                  <c:v>16-03-2022</c:v>
                </c:pt>
                <c:pt idx="9030">
                  <c:v>16-03-2022</c:v>
                </c:pt>
                <c:pt idx="9031">
                  <c:v>16-03-2022</c:v>
                </c:pt>
                <c:pt idx="9032">
                  <c:v>16-03-2022</c:v>
                </c:pt>
                <c:pt idx="9033">
                  <c:v>16-03-2022</c:v>
                </c:pt>
                <c:pt idx="9034">
                  <c:v>16-03-2022</c:v>
                </c:pt>
                <c:pt idx="9035">
                  <c:v>16-03-2022</c:v>
                </c:pt>
                <c:pt idx="9036">
                  <c:v>16-03-2022</c:v>
                </c:pt>
                <c:pt idx="9037">
                  <c:v>16-03-2022</c:v>
                </c:pt>
                <c:pt idx="9038">
                  <c:v>16-03-2022</c:v>
                </c:pt>
                <c:pt idx="9039">
                  <c:v>16-03-2022</c:v>
                </c:pt>
                <c:pt idx="9040">
                  <c:v>16-03-2022</c:v>
                </c:pt>
                <c:pt idx="9041">
                  <c:v>16-03-2022</c:v>
                </c:pt>
                <c:pt idx="9042">
                  <c:v>16-03-2022</c:v>
                </c:pt>
                <c:pt idx="9043">
                  <c:v>16-03-2022</c:v>
                </c:pt>
                <c:pt idx="9044">
                  <c:v>16-03-2022</c:v>
                </c:pt>
                <c:pt idx="9045">
                  <c:v>16-03-2022</c:v>
                </c:pt>
                <c:pt idx="9046">
                  <c:v>16-03-2022</c:v>
                </c:pt>
                <c:pt idx="9047">
                  <c:v>16-03-2022</c:v>
                </c:pt>
                <c:pt idx="9048">
                  <c:v>16-03-2022</c:v>
                </c:pt>
                <c:pt idx="9049">
                  <c:v>16-03-2022</c:v>
                </c:pt>
                <c:pt idx="9050">
                  <c:v>16-03-2022</c:v>
                </c:pt>
                <c:pt idx="9051">
                  <c:v>16-03-2022</c:v>
                </c:pt>
                <c:pt idx="9052">
                  <c:v>16-03-2022</c:v>
                </c:pt>
                <c:pt idx="9053">
                  <c:v>16-03-2022</c:v>
                </c:pt>
                <c:pt idx="9054">
                  <c:v>16-03-2022</c:v>
                </c:pt>
                <c:pt idx="9055">
                  <c:v>16-03-2022</c:v>
                </c:pt>
                <c:pt idx="9056">
                  <c:v>17-03-2022</c:v>
                </c:pt>
                <c:pt idx="9057">
                  <c:v>17-03-2022</c:v>
                </c:pt>
                <c:pt idx="9058">
                  <c:v>17-03-2022</c:v>
                </c:pt>
                <c:pt idx="9059">
                  <c:v>17-03-2022</c:v>
                </c:pt>
                <c:pt idx="9060">
                  <c:v>17-03-2022</c:v>
                </c:pt>
                <c:pt idx="9061">
                  <c:v>17-03-2022</c:v>
                </c:pt>
                <c:pt idx="9062">
                  <c:v>17-03-2022</c:v>
                </c:pt>
                <c:pt idx="9063">
                  <c:v>17-03-2022</c:v>
                </c:pt>
                <c:pt idx="9064">
                  <c:v>17-03-2022</c:v>
                </c:pt>
                <c:pt idx="9065">
                  <c:v>17-03-2022</c:v>
                </c:pt>
                <c:pt idx="9066">
                  <c:v>17-03-2022</c:v>
                </c:pt>
                <c:pt idx="9067">
                  <c:v>17-03-2022</c:v>
                </c:pt>
                <c:pt idx="9068">
                  <c:v>17-03-2022</c:v>
                </c:pt>
                <c:pt idx="9069">
                  <c:v>17-03-2022</c:v>
                </c:pt>
                <c:pt idx="9070">
                  <c:v>17-03-2022</c:v>
                </c:pt>
                <c:pt idx="9071">
                  <c:v>17-03-2022</c:v>
                </c:pt>
                <c:pt idx="9072">
                  <c:v>17-03-2022</c:v>
                </c:pt>
                <c:pt idx="9073">
                  <c:v>17-03-2022</c:v>
                </c:pt>
                <c:pt idx="9074">
                  <c:v>17-03-2022</c:v>
                </c:pt>
                <c:pt idx="9075">
                  <c:v>17-03-2022</c:v>
                </c:pt>
                <c:pt idx="9076">
                  <c:v>17-03-2022</c:v>
                </c:pt>
                <c:pt idx="9077">
                  <c:v>17-03-2022</c:v>
                </c:pt>
                <c:pt idx="9078">
                  <c:v>17-03-2022</c:v>
                </c:pt>
                <c:pt idx="9079">
                  <c:v>17-03-2022</c:v>
                </c:pt>
                <c:pt idx="9080">
                  <c:v>17-03-2022</c:v>
                </c:pt>
                <c:pt idx="9081">
                  <c:v>17-03-2022</c:v>
                </c:pt>
                <c:pt idx="9082">
                  <c:v>17-03-2022</c:v>
                </c:pt>
                <c:pt idx="9083">
                  <c:v>17-03-2022</c:v>
                </c:pt>
                <c:pt idx="9084">
                  <c:v>17-03-2022</c:v>
                </c:pt>
                <c:pt idx="9085">
                  <c:v>17-03-2022</c:v>
                </c:pt>
                <c:pt idx="9086">
                  <c:v>17-03-2022</c:v>
                </c:pt>
                <c:pt idx="9087">
                  <c:v>17-03-2022</c:v>
                </c:pt>
                <c:pt idx="9088">
                  <c:v>17-03-2022</c:v>
                </c:pt>
                <c:pt idx="9089">
                  <c:v>17-03-2022</c:v>
                </c:pt>
                <c:pt idx="9090">
                  <c:v>17-03-2022</c:v>
                </c:pt>
                <c:pt idx="9091">
                  <c:v>17-03-2022</c:v>
                </c:pt>
                <c:pt idx="9092">
                  <c:v>17-03-2022</c:v>
                </c:pt>
                <c:pt idx="9093">
                  <c:v>17-03-2022</c:v>
                </c:pt>
                <c:pt idx="9094">
                  <c:v>17-03-2022</c:v>
                </c:pt>
                <c:pt idx="9095">
                  <c:v>17-03-2022</c:v>
                </c:pt>
                <c:pt idx="9096">
                  <c:v>17-03-2022</c:v>
                </c:pt>
                <c:pt idx="9097">
                  <c:v>17-03-2022</c:v>
                </c:pt>
                <c:pt idx="9098">
                  <c:v>17-03-2022</c:v>
                </c:pt>
                <c:pt idx="9099">
                  <c:v>17-03-2022</c:v>
                </c:pt>
                <c:pt idx="9100">
                  <c:v>17-03-2022</c:v>
                </c:pt>
                <c:pt idx="9101">
                  <c:v>18-03-2022</c:v>
                </c:pt>
                <c:pt idx="9102">
                  <c:v>18-03-2022</c:v>
                </c:pt>
                <c:pt idx="9103">
                  <c:v>18-03-2022</c:v>
                </c:pt>
                <c:pt idx="9104">
                  <c:v>18-03-2022</c:v>
                </c:pt>
                <c:pt idx="9105">
                  <c:v>18-03-2022</c:v>
                </c:pt>
                <c:pt idx="9106">
                  <c:v>18-03-2022</c:v>
                </c:pt>
                <c:pt idx="9107">
                  <c:v>18-03-2022</c:v>
                </c:pt>
                <c:pt idx="9108">
                  <c:v>18-03-2022</c:v>
                </c:pt>
                <c:pt idx="9109">
                  <c:v>18-03-2022</c:v>
                </c:pt>
                <c:pt idx="9110">
                  <c:v>18-03-2022</c:v>
                </c:pt>
                <c:pt idx="9111">
                  <c:v>18-03-2022</c:v>
                </c:pt>
                <c:pt idx="9112">
                  <c:v>18-03-2022</c:v>
                </c:pt>
                <c:pt idx="9113">
                  <c:v>18-03-2022</c:v>
                </c:pt>
                <c:pt idx="9114">
                  <c:v>18-03-2022</c:v>
                </c:pt>
                <c:pt idx="9115">
                  <c:v>18-03-2022</c:v>
                </c:pt>
                <c:pt idx="9116">
                  <c:v>18-03-2022</c:v>
                </c:pt>
                <c:pt idx="9117">
                  <c:v>18-03-2022</c:v>
                </c:pt>
                <c:pt idx="9118">
                  <c:v>18-03-2022</c:v>
                </c:pt>
                <c:pt idx="9119">
                  <c:v>18-03-2022</c:v>
                </c:pt>
                <c:pt idx="9120">
                  <c:v>18-03-2022</c:v>
                </c:pt>
                <c:pt idx="9121">
                  <c:v>18-03-2022</c:v>
                </c:pt>
                <c:pt idx="9122">
                  <c:v>18-03-2022</c:v>
                </c:pt>
                <c:pt idx="9123">
                  <c:v>18-03-2022</c:v>
                </c:pt>
                <c:pt idx="9124">
                  <c:v>18-03-2022</c:v>
                </c:pt>
                <c:pt idx="9125">
                  <c:v>18-03-2022</c:v>
                </c:pt>
                <c:pt idx="9126">
                  <c:v>18-03-2022</c:v>
                </c:pt>
                <c:pt idx="9127">
                  <c:v>18-03-2022</c:v>
                </c:pt>
                <c:pt idx="9128">
                  <c:v>18-03-2022</c:v>
                </c:pt>
                <c:pt idx="9129">
                  <c:v>18-03-2022</c:v>
                </c:pt>
                <c:pt idx="9130">
                  <c:v>18-03-2022</c:v>
                </c:pt>
                <c:pt idx="9131">
                  <c:v>18-03-2022</c:v>
                </c:pt>
                <c:pt idx="9132">
                  <c:v>18-03-2022</c:v>
                </c:pt>
                <c:pt idx="9133">
                  <c:v>18-03-2022</c:v>
                </c:pt>
                <c:pt idx="9134">
                  <c:v>18-03-2022</c:v>
                </c:pt>
                <c:pt idx="9135">
                  <c:v>18-03-2022</c:v>
                </c:pt>
                <c:pt idx="9136">
                  <c:v>18-03-2022</c:v>
                </c:pt>
                <c:pt idx="9137">
                  <c:v>18-03-2022</c:v>
                </c:pt>
                <c:pt idx="9138">
                  <c:v>18-03-2022</c:v>
                </c:pt>
                <c:pt idx="9139">
                  <c:v>18-03-2022</c:v>
                </c:pt>
                <c:pt idx="9140">
                  <c:v>18-03-2022</c:v>
                </c:pt>
                <c:pt idx="9141">
                  <c:v>19-03-2022</c:v>
                </c:pt>
                <c:pt idx="9142">
                  <c:v>19-03-2022</c:v>
                </c:pt>
                <c:pt idx="9143">
                  <c:v>19-03-2022</c:v>
                </c:pt>
                <c:pt idx="9144">
                  <c:v>19-03-2022</c:v>
                </c:pt>
                <c:pt idx="9145">
                  <c:v>19-03-2022</c:v>
                </c:pt>
                <c:pt idx="9146">
                  <c:v>19-03-2022</c:v>
                </c:pt>
                <c:pt idx="9147">
                  <c:v>19-03-2022</c:v>
                </c:pt>
                <c:pt idx="9148">
                  <c:v>19-03-2022</c:v>
                </c:pt>
                <c:pt idx="9149">
                  <c:v>19-03-2022</c:v>
                </c:pt>
                <c:pt idx="9150">
                  <c:v>19-03-2022</c:v>
                </c:pt>
                <c:pt idx="9151">
                  <c:v>19-03-2022</c:v>
                </c:pt>
                <c:pt idx="9152">
                  <c:v>19-03-2022</c:v>
                </c:pt>
                <c:pt idx="9153">
                  <c:v>19-03-2022</c:v>
                </c:pt>
                <c:pt idx="9154">
                  <c:v>19-03-2022</c:v>
                </c:pt>
                <c:pt idx="9155">
                  <c:v>19-03-2022</c:v>
                </c:pt>
                <c:pt idx="9156">
                  <c:v>19-03-2022</c:v>
                </c:pt>
                <c:pt idx="9157">
                  <c:v>19-03-2022</c:v>
                </c:pt>
                <c:pt idx="9158">
                  <c:v>19-03-2022</c:v>
                </c:pt>
                <c:pt idx="9159">
                  <c:v>19-03-2022</c:v>
                </c:pt>
                <c:pt idx="9160">
                  <c:v>19-03-2022</c:v>
                </c:pt>
                <c:pt idx="9161">
                  <c:v>19-03-2022</c:v>
                </c:pt>
                <c:pt idx="9162">
                  <c:v>19-03-2022</c:v>
                </c:pt>
                <c:pt idx="9163">
                  <c:v>19-03-2022</c:v>
                </c:pt>
                <c:pt idx="9164">
                  <c:v>19-03-2022</c:v>
                </c:pt>
                <c:pt idx="9165">
                  <c:v>19-03-2022</c:v>
                </c:pt>
                <c:pt idx="9166">
                  <c:v>19-03-2022</c:v>
                </c:pt>
                <c:pt idx="9167">
                  <c:v>19-03-2022</c:v>
                </c:pt>
                <c:pt idx="9168">
                  <c:v>19-03-2022</c:v>
                </c:pt>
                <c:pt idx="9169">
                  <c:v>19-03-2022</c:v>
                </c:pt>
                <c:pt idx="9170">
                  <c:v>19-03-2022</c:v>
                </c:pt>
                <c:pt idx="9171">
                  <c:v>19-03-2022</c:v>
                </c:pt>
                <c:pt idx="9172">
                  <c:v>19-03-2022</c:v>
                </c:pt>
                <c:pt idx="9173">
                  <c:v>19-03-2022</c:v>
                </c:pt>
                <c:pt idx="9174">
                  <c:v>19-03-2022</c:v>
                </c:pt>
                <c:pt idx="9175">
                  <c:v>19-03-2022</c:v>
                </c:pt>
                <c:pt idx="9176">
                  <c:v>19-03-2022</c:v>
                </c:pt>
                <c:pt idx="9177">
                  <c:v>19-03-2022</c:v>
                </c:pt>
                <c:pt idx="9178">
                  <c:v>19-03-2022</c:v>
                </c:pt>
                <c:pt idx="9179">
                  <c:v>19-03-2022</c:v>
                </c:pt>
                <c:pt idx="9180">
                  <c:v>19-03-2022</c:v>
                </c:pt>
                <c:pt idx="9181">
                  <c:v>19-03-2022</c:v>
                </c:pt>
                <c:pt idx="9182">
                  <c:v>19-03-2022</c:v>
                </c:pt>
                <c:pt idx="9183">
                  <c:v>19-03-2022</c:v>
                </c:pt>
                <c:pt idx="9184">
                  <c:v>19-03-2022</c:v>
                </c:pt>
                <c:pt idx="9185">
                  <c:v>19-03-2022</c:v>
                </c:pt>
                <c:pt idx="9186">
                  <c:v>20-03-2022</c:v>
                </c:pt>
                <c:pt idx="9187">
                  <c:v>20-03-2022</c:v>
                </c:pt>
                <c:pt idx="9188">
                  <c:v>20-03-2022</c:v>
                </c:pt>
                <c:pt idx="9189">
                  <c:v>20-03-2022</c:v>
                </c:pt>
                <c:pt idx="9190">
                  <c:v>20-03-2022</c:v>
                </c:pt>
                <c:pt idx="9191">
                  <c:v>20-03-2022</c:v>
                </c:pt>
                <c:pt idx="9192">
                  <c:v>20-03-2022</c:v>
                </c:pt>
                <c:pt idx="9193">
                  <c:v>20-03-2022</c:v>
                </c:pt>
                <c:pt idx="9194">
                  <c:v>20-03-2022</c:v>
                </c:pt>
                <c:pt idx="9195">
                  <c:v>20-03-2022</c:v>
                </c:pt>
                <c:pt idx="9196">
                  <c:v>20-03-2022</c:v>
                </c:pt>
                <c:pt idx="9197">
                  <c:v>20-03-2022</c:v>
                </c:pt>
                <c:pt idx="9198">
                  <c:v>20-03-2022</c:v>
                </c:pt>
                <c:pt idx="9199">
                  <c:v>20-03-2022</c:v>
                </c:pt>
                <c:pt idx="9200">
                  <c:v>20-03-2022</c:v>
                </c:pt>
                <c:pt idx="9201">
                  <c:v>20-03-2022</c:v>
                </c:pt>
                <c:pt idx="9202">
                  <c:v>20-03-2022</c:v>
                </c:pt>
                <c:pt idx="9203">
                  <c:v>20-03-2022</c:v>
                </c:pt>
                <c:pt idx="9204">
                  <c:v>20-03-2022</c:v>
                </c:pt>
                <c:pt idx="9205">
                  <c:v>20-03-2022</c:v>
                </c:pt>
                <c:pt idx="9206">
                  <c:v>20-03-2022</c:v>
                </c:pt>
                <c:pt idx="9207">
                  <c:v>20-03-2022</c:v>
                </c:pt>
                <c:pt idx="9208">
                  <c:v>20-03-2022</c:v>
                </c:pt>
                <c:pt idx="9209">
                  <c:v>20-03-2022</c:v>
                </c:pt>
                <c:pt idx="9210">
                  <c:v>20-03-2022</c:v>
                </c:pt>
                <c:pt idx="9211">
                  <c:v>20-03-2022</c:v>
                </c:pt>
                <c:pt idx="9212">
                  <c:v>20-03-2022</c:v>
                </c:pt>
                <c:pt idx="9213">
                  <c:v>20-03-2022</c:v>
                </c:pt>
                <c:pt idx="9214">
                  <c:v>20-03-2022</c:v>
                </c:pt>
                <c:pt idx="9215">
                  <c:v>20-03-2022</c:v>
                </c:pt>
                <c:pt idx="9216">
                  <c:v>20-03-2022</c:v>
                </c:pt>
                <c:pt idx="9217">
                  <c:v>20-03-2022</c:v>
                </c:pt>
                <c:pt idx="9218">
                  <c:v>20-03-2022</c:v>
                </c:pt>
                <c:pt idx="9219">
                  <c:v>20-03-2022</c:v>
                </c:pt>
                <c:pt idx="9220">
                  <c:v>20-03-2022</c:v>
                </c:pt>
                <c:pt idx="9221">
                  <c:v>20-03-2022</c:v>
                </c:pt>
                <c:pt idx="9222">
                  <c:v>20-03-2022</c:v>
                </c:pt>
                <c:pt idx="9223">
                  <c:v>20-03-2022</c:v>
                </c:pt>
                <c:pt idx="9224">
                  <c:v>20-03-2022</c:v>
                </c:pt>
                <c:pt idx="9225">
                  <c:v>20-03-2022</c:v>
                </c:pt>
                <c:pt idx="9226">
                  <c:v>21-03-2022</c:v>
                </c:pt>
                <c:pt idx="9227">
                  <c:v>21-03-2022</c:v>
                </c:pt>
                <c:pt idx="9228">
                  <c:v>21-03-2022</c:v>
                </c:pt>
                <c:pt idx="9229">
                  <c:v>21-03-2022</c:v>
                </c:pt>
                <c:pt idx="9230">
                  <c:v>21-03-2022</c:v>
                </c:pt>
                <c:pt idx="9231">
                  <c:v>21-03-2022</c:v>
                </c:pt>
                <c:pt idx="9232">
                  <c:v>21-03-2022</c:v>
                </c:pt>
                <c:pt idx="9233">
                  <c:v>21-03-2022</c:v>
                </c:pt>
                <c:pt idx="9234">
                  <c:v>21-03-2022</c:v>
                </c:pt>
                <c:pt idx="9235">
                  <c:v>21-03-2022</c:v>
                </c:pt>
                <c:pt idx="9236">
                  <c:v>21-03-2022</c:v>
                </c:pt>
                <c:pt idx="9237">
                  <c:v>21-03-2022</c:v>
                </c:pt>
                <c:pt idx="9238">
                  <c:v>21-03-2022</c:v>
                </c:pt>
                <c:pt idx="9239">
                  <c:v>21-03-2022</c:v>
                </c:pt>
                <c:pt idx="9240">
                  <c:v>21-03-2022</c:v>
                </c:pt>
                <c:pt idx="9241">
                  <c:v>21-03-2022</c:v>
                </c:pt>
                <c:pt idx="9242">
                  <c:v>21-03-2022</c:v>
                </c:pt>
                <c:pt idx="9243">
                  <c:v>21-03-2022</c:v>
                </c:pt>
                <c:pt idx="9244">
                  <c:v>21-03-2022</c:v>
                </c:pt>
                <c:pt idx="9245">
                  <c:v>21-03-2022</c:v>
                </c:pt>
                <c:pt idx="9246">
                  <c:v>21-03-2022</c:v>
                </c:pt>
                <c:pt idx="9247">
                  <c:v>21-03-2022</c:v>
                </c:pt>
                <c:pt idx="9248">
                  <c:v>21-03-2022</c:v>
                </c:pt>
                <c:pt idx="9249">
                  <c:v>21-03-2022</c:v>
                </c:pt>
                <c:pt idx="9250">
                  <c:v>21-03-2022</c:v>
                </c:pt>
                <c:pt idx="9251">
                  <c:v>21-03-2022</c:v>
                </c:pt>
                <c:pt idx="9252">
                  <c:v>21-03-2022</c:v>
                </c:pt>
                <c:pt idx="9253">
                  <c:v>21-03-2022</c:v>
                </c:pt>
                <c:pt idx="9254">
                  <c:v>21-03-2022</c:v>
                </c:pt>
                <c:pt idx="9255">
                  <c:v>21-03-2022</c:v>
                </c:pt>
                <c:pt idx="9256">
                  <c:v>21-03-2022</c:v>
                </c:pt>
                <c:pt idx="9257">
                  <c:v>21-03-2022</c:v>
                </c:pt>
                <c:pt idx="9258">
                  <c:v>21-03-2022</c:v>
                </c:pt>
                <c:pt idx="9259">
                  <c:v>21-03-2022</c:v>
                </c:pt>
                <c:pt idx="9260">
                  <c:v>21-03-2022</c:v>
                </c:pt>
                <c:pt idx="9261">
                  <c:v>21-03-2022</c:v>
                </c:pt>
                <c:pt idx="9262">
                  <c:v>21-03-2022</c:v>
                </c:pt>
                <c:pt idx="9263">
                  <c:v>21-03-2022</c:v>
                </c:pt>
                <c:pt idx="9264">
                  <c:v>21-03-2022</c:v>
                </c:pt>
                <c:pt idx="9265">
                  <c:v>21-03-2022</c:v>
                </c:pt>
                <c:pt idx="9266">
                  <c:v>21-03-2022</c:v>
                </c:pt>
                <c:pt idx="9267">
                  <c:v>21-03-2022</c:v>
                </c:pt>
                <c:pt idx="9268">
                  <c:v>21-03-2022</c:v>
                </c:pt>
                <c:pt idx="9269">
                  <c:v>21-03-2022</c:v>
                </c:pt>
                <c:pt idx="9270">
                  <c:v>21-03-2022</c:v>
                </c:pt>
                <c:pt idx="9271">
                  <c:v>21-03-2022</c:v>
                </c:pt>
                <c:pt idx="9272">
                  <c:v>21-03-2022</c:v>
                </c:pt>
                <c:pt idx="9273">
                  <c:v>21-03-2022</c:v>
                </c:pt>
                <c:pt idx="9274">
                  <c:v>21-03-2022</c:v>
                </c:pt>
                <c:pt idx="9275">
                  <c:v>21-03-2022</c:v>
                </c:pt>
                <c:pt idx="9276">
                  <c:v>22-03-2022</c:v>
                </c:pt>
                <c:pt idx="9277">
                  <c:v>22-03-2022</c:v>
                </c:pt>
                <c:pt idx="9278">
                  <c:v>22-03-2022</c:v>
                </c:pt>
                <c:pt idx="9279">
                  <c:v>22-03-2022</c:v>
                </c:pt>
                <c:pt idx="9280">
                  <c:v>22-03-2022</c:v>
                </c:pt>
                <c:pt idx="9281">
                  <c:v>22-03-2022</c:v>
                </c:pt>
                <c:pt idx="9282">
                  <c:v>22-03-2022</c:v>
                </c:pt>
                <c:pt idx="9283">
                  <c:v>22-03-2022</c:v>
                </c:pt>
                <c:pt idx="9284">
                  <c:v>22-03-2022</c:v>
                </c:pt>
                <c:pt idx="9285">
                  <c:v>22-03-2022</c:v>
                </c:pt>
                <c:pt idx="9286">
                  <c:v>22-03-2022</c:v>
                </c:pt>
                <c:pt idx="9287">
                  <c:v>22-03-2022</c:v>
                </c:pt>
                <c:pt idx="9288">
                  <c:v>22-03-2022</c:v>
                </c:pt>
                <c:pt idx="9289">
                  <c:v>22-03-2022</c:v>
                </c:pt>
                <c:pt idx="9290">
                  <c:v>22-03-2022</c:v>
                </c:pt>
                <c:pt idx="9291">
                  <c:v>22-03-2022</c:v>
                </c:pt>
                <c:pt idx="9292">
                  <c:v>22-03-2022</c:v>
                </c:pt>
                <c:pt idx="9293">
                  <c:v>22-03-2022</c:v>
                </c:pt>
                <c:pt idx="9294">
                  <c:v>22-03-2022</c:v>
                </c:pt>
                <c:pt idx="9295">
                  <c:v>22-03-2022</c:v>
                </c:pt>
                <c:pt idx="9296">
                  <c:v>22-03-2022</c:v>
                </c:pt>
                <c:pt idx="9297">
                  <c:v>22-03-2022</c:v>
                </c:pt>
                <c:pt idx="9298">
                  <c:v>22-03-2022</c:v>
                </c:pt>
                <c:pt idx="9299">
                  <c:v>22-03-2022</c:v>
                </c:pt>
                <c:pt idx="9300">
                  <c:v>22-03-2022</c:v>
                </c:pt>
                <c:pt idx="9301">
                  <c:v>22-03-2022</c:v>
                </c:pt>
                <c:pt idx="9302">
                  <c:v>22-03-2022</c:v>
                </c:pt>
                <c:pt idx="9303">
                  <c:v>22-03-2022</c:v>
                </c:pt>
                <c:pt idx="9304">
                  <c:v>22-03-2022</c:v>
                </c:pt>
                <c:pt idx="9305">
                  <c:v>22-03-2022</c:v>
                </c:pt>
                <c:pt idx="9306">
                  <c:v>22-03-2022</c:v>
                </c:pt>
                <c:pt idx="9307">
                  <c:v>22-03-2022</c:v>
                </c:pt>
                <c:pt idx="9308">
                  <c:v>22-03-2022</c:v>
                </c:pt>
                <c:pt idx="9309">
                  <c:v>22-03-2022</c:v>
                </c:pt>
                <c:pt idx="9310">
                  <c:v>22-03-2022</c:v>
                </c:pt>
                <c:pt idx="9311">
                  <c:v>22-03-2022</c:v>
                </c:pt>
                <c:pt idx="9312">
                  <c:v>22-03-2022</c:v>
                </c:pt>
                <c:pt idx="9313">
                  <c:v>22-03-2022</c:v>
                </c:pt>
                <c:pt idx="9314">
                  <c:v>22-03-2022</c:v>
                </c:pt>
                <c:pt idx="9315">
                  <c:v>22-03-2022</c:v>
                </c:pt>
                <c:pt idx="9316">
                  <c:v>22-03-2022</c:v>
                </c:pt>
                <c:pt idx="9317">
                  <c:v>22-03-2022</c:v>
                </c:pt>
                <c:pt idx="9318">
                  <c:v>22-03-2022</c:v>
                </c:pt>
                <c:pt idx="9319">
                  <c:v>22-03-2022</c:v>
                </c:pt>
                <c:pt idx="9320">
                  <c:v>22-03-2022</c:v>
                </c:pt>
                <c:pt idx="9321">
                  <c:v>22-03-2022</c:v>
                </c:pt>
                <c:pt idx="9322">
                  <c:v>22-03-2022</c:v>
                </c:pt>
                <c:pt idx="9323">
                  <c:v>22-03-2022</c:v>
                </c:pt>
                <c:pt idx="9324">
                  <c:v>22-03-2022</c:v>
                </c:pt>
                <c:pt idx="9325">
                  <c:v>23-03-2022</c:v>
                </c:pt>
                <c:pt idx="9326">
                  <c:v>23-03-2022</c:v>
                </c:pt>
                <c:pt idx="9327">
                  <c:v>23-03-2022</c:v>
                </c:pt>
                <c:pt idx="9328">
                  <c:v>23-03-2022</c:v>
                </c:pt>
                <c:pt idx="9329">
                  <c:v>23-03-2022</c:v>
                </c:pt>
                <c:pt idx="9330">
                  <c:v>23-03-2022</c:v>
                </c:pt>
                <c:pt idx="9331">
                  <c:v>23-03-2022</c:v>
                </c:pt>
                <c:pt idx="9332">
                  <c:v>23-03-2022</c:v>
                </c:pt>
                <c:pt idx="9333">
                  <c:v>23-03-2022</c:v>
                </c:pt>
                <c:pt idx="9334">
                  <c:v>23-03-2022</c:v>
                </c:pt>
                <c:pt idx="9335">
                  <c:v>23-03-2022</c:v>
                </c:pt>
                <c:pt idx="9336">
                  <c:v>23-03-2022</c:v>
                </c:pt>
                <c:pt idx="9337">
                  <c:v>23-03-2022</c:v>
                </c:pt>
                <c:pt idx="9338">
                  <c:v>23-03-2022</c:v>
                </c:pt>
                <c:pt idx="9339">
                  <c:v>23-03-2022</c:v>
                </c:pt>
                <c:pt idx="9340">
                  <c:v>23-03-2022</c:v>
                </c:pt>
                <c:pt idx="9341">
                  <c:v>23-03-2022</c:v>
                </c:pt>
                <c:pt idx="9342">
                  <c:v>23-03-2022</c:v>
                </c:pt>
                <c:pt idx="9343">
                  <c:v>23-03-2022</c:v>
                </c:pt>
                <c:pt idx="9344">
                  <c:v>23-03-2022</c:v>
                </c:pt>
                <c:pt idx="9345">
                  <c:v>23-03-2022</c:v>
                </c:pt>
                <c:pt idx="9346">
                  <c:v>23-03-2022</c:v>
                </c:pt>
                <c:pt idx="9347">
                  <c:v>23-03-2022</c:v>
                </c:pt>
                <c:pt idx="9348">
                  <c:v>23-03-2022</c:v>
                </c:pt>
                <c:pt idx="9349">
                  <c:v>23-03-2022</c:v>
                </c:pt>
                <c:pt idx="9350">
                  <c:v>23-03-2022</c:v>
                </c:pt>
                <c:pt idx="9351">
                  <c:v>23-03-2022</c:v>
                </c:pt>
                <c:pt idx="9352">
                  <c:v>23-03-2022</c:v>
                </c:pt>
                <c:pt idx="9353">
                  <c:v>23-03-2022</c:v>
                </c:pt>
                <c:pt idx="9354">
                  <c:v>23-03-2022</c:v>
                </c:pt>
                <c:pt idx="9355">
                  <c:v>23-03-2022</c:v>
                </c:pt>
                <c:pt idx="9356">
                  <c:v>23-03-2022</c:v>
                </c:pt>
                <c:pt idx="9357">
                  <c:v>23-03-2022</c:v>
                </c:pt>
                <c:pt idx="9358">
                  <c:v>23-03-2022</c:v>
                </c:pt>
                <c:pt idx="9359">
                  <c:v>23-03-2022</c:v>
                </c:pt>
                <c:pt idx="9360">
                  <c:v>23-03-2022</c:v>
                </c:pt>
                <c:pt idx="9361">
                  <c:v>23-03-2022</c:v>
                </c:pt>
                <c:pt idx="9362">
                  <c:v>23-03-2022</c:v>
                </c:pt>
                <c:pt idx="9363">
                  <c:v>23-03-2022</c:v>
                </c:pt>
                <c:pt idx="9364">
                  <c:v>23-03-2022</c:v>
                </c:pt>
                <c:pt idx="9365">
                  <c:v>23-03-2022</c:v>
                </c:pt>
                <c:pt idx="9366">
                  <c:v>23-03-2022</c:v>
                </c:pt>
                <c:pt idx="9367">
                  <c:v>23-03-2022</c:v>
                </c:pt>
                <c:pt idx="9368">
                  <c:v>23-03-2022</c:v>
                </c:pt>
                <c:pt idx="9369">
                  <c:v>23-03-2022</c:v>
                </c:pt>
                <c:pt idx="9370">
                  <c:v>23-03-2022</c:v>
                </c:pt>
                <c:pt idx="9371">
                  <c:v>23-03-2022</c:v>
                </c:pt>
                <c:pt idx="9372">
                  <c:v>23-03-2022</c:v>
                </c:pt>
                <c:pt idx="9373">
                  <c:v>24-03-2022</c:v>
                </c:pt>
                <c:pt idx="9374">
                  <c:v>24-03-2022</c:v>
                </c:pt>
                <c:pt idx="9375">
                  <c:v>24-03-2022</c:v>
                </c:pt>
                <c:pt idx="9376">
                  <c:v>24-03-2022</c:v>
                </c:pt>
                <c:pt idx="9377">
                  <c:v>24-03-2022</c:v>
                </c:pt>
                <c:pt idx="9378">
                  <c:v>24-03-2022</c:v>
                </c:pt>
                <c:pt idx="9379">
                  <c:v>24-03-2022</c:v>
                </c:pt>
                <c:pt idx="9380">
                  <c:v>24-03-2022</c:v>
                </c:pt>
                <c:pt idx="9381">
                  <c:v>24-03-2022</c:v>
                </c:pt>
                <c:pt idx="9382">
                  <c:v>24-03-2022</c:v>
                </c:pt>
                <c:pt idx="9383">
                  <c:v>24-03-2022</c:v>
                </c:pt>
                <c:pt idx="9384">
                  <c:v>24-03-2022</c:v>
                </c:pt>
                <c:pt idx="9385">
                  <c:v>24-03-2022</c:v>
                </c:pt>
                <c:pt idx="9386">
                  <c:v>24-03-2022</c:v>
                </c:pt>
                <c:pt idx="9387">
                  <c:v>24-03-2022</c:v>
                </c:pt>
                <c:pt idx="9388">
                  <c:v>24-03-2022</c:v>
                </c:pt>
                <c:pt idx="9389">
                  <c:v>24-03-2022</c:v>
                </c:pt>
                <c:pt idx="9390">
                  <c:v>24-03-2022</c:v>
                </c:pt>
                <c:pt idx="9391">
                  <c:v>24-03-2022</c:v>
                </c:pt>
                <c:pt idx="9392">
                  <c:v>24-03-2022</c:v>
                </c:pt>
                <c:pt idx="9393">
                  <c:v>24-03-2022</c:v>
                </c:pt>
                <c:pt idx="9394">
                  <c:v>24-03-2022</c:v>
                </c:pt>
                <c:pt idx="9395">
                  <c:v>24-03-2022</c:v>
                </c:pt>
                <c:pt idx="9396">
                  <c:v>24-03-2022</c:v>
                </c:pt>
                <c:pt idx="9397">
                  <c:v>24-03-2022</c:v>
                </c:pt>
                <c:pt idx="9398">
                  <c:v>24-03-2022</c:v>
                </c:pt>
                <c:pt idx="9399">
                  <c:v>24-03-2022</c:v>
                </c:pt>
                <c:pt idx="9400">
                  <c:v>24-03-2022</c:v>
                </c:pt>
                <c:pt idx="9401">
                  <c:v>24-03-2022</c:v>
                </c:pt>
                <c:pt idx="9402">
                  <c:v>24-03-2022</c:v>
                </c:pt>
                <c:pt idx="9403">
                  <c:v>24-03-2022</c:v>
                </c:pt>
                <c:pt idx="9404">
                  <c:v>24-03-2022</c:v>
                </c:pt>
                <c:pt idx="9405">
                  <c:v>24-03-2022</c:v>
                </c:pt>
                <c:pt idx="9406">
                  <c:v>24-03-2022</c:v>
                </c:pt>
                <c:pt idx="9407">
                  <c:v>24-03-2022</c:v>
                </c:pt>
                <c:pt idx="9408">
                  <c:v>24-03-2022</c:v>
                </c:pt>
                <c:pt idx="9409">
                  <c:v>24-03-2022</c:v>
                </c:pt>
                <c:pt idx="9410">
                  <c:v>24-03-2022</c:v>
                </c:pt>
                <c:pt idx="9411">
                  <c:v>24-03-2022</c:v>
                </c:pt>
                <c:pt idx="9412">
                  <c:v>24-03-2022</c:v>
                </c:pt>
                <c:pt idx="9413">
                  <c:v>24-03-2022</c:v>
                </c:pt>
                <c:pt idx="9414">
                  <c:v>24-03-2022</c:v>
                </c:pt>
                <c:pt idx="9415">
                  <c:v>24-03-2022</c:v>
                </c:pt>
                <c:pt idx="9416">
                  <c:v>24-03-2022</c:v>
                </c:pt>
                <c:pt idx="9417">
                  <c:v>24-03-2022</c:v>
                </c:pt>
                <c:pt idx="9418">
                  <c:v>24-03-2022</c:v>
                </c:pt>
                <c:pt idx="9419">
                  <c:v>24-03-2022</c:v>
                </c:pt>
                <c:pt idx="9420">
                  <c:v>24-03-2022</c:v>
                </c:pt>
                <c:pt idx="9421">
                  <c:v>25-03-2022</c:v>
                </c:pt>
                <c:pt idx="9422">
                  <c:v>25-03-2022</c:v>
                </c:pt>
                <c:pt idx="9423">
                  <c:v>25-03-2022</c:v>
                </c:pt>
                <c:pt idx="9424">
                  <c:v>25-03-2022</c:v>
                </c:pt>
                <c:pt idx="9425">
                  <c:v>25-03-2022</c:v>
                </c:pt>
                <c:pt idx="9426">
                  <c:v>25-03-2022</c:v>
                </c:pt>
                <c:pt idx="9427">
                  <c:v>25-03-2022</c:v>
                </c:pt>
                <c:pt idx="9428">
                  <c:v>25-03-2022</c:v>
                </c:pt>
                <c:pt idx="9429">
                  <c:v>25-03-2022</c:v>
                </c:pt>
                <c:pt idx="9430">
                  <c:v>25-03-2022</c:v>
                </c:pt>
                <c:pt idx="9431">
                  <c:v>25-03-2022</c:v>
                </c:pt>
                <c:pt idx="9432">
                  <c:v>25-03-2022</c:v>
                </c:pt>
                <c:pt idx="9433">
                  <c:v>25-03-2022</c:v>
                </c:pt>
                <c:pt idx="9434">
                  <c:v>25-03-2022</c:v>
                </c:pt>
                <c:pt idx="9435">
                  <c:v>25-03-2022</c:v>
                </c:pt>
                <c:pt idx="9436">
                  <c:v>25-03-2022</c:v>
                </c:pt>
                <c:pt idx="9437">
                  <c:v>25-03-2022</c:v>
                </c:pt>
                <c:pt idx="9438">
                  <c:v>25-03-2022</c:v>
                </c:pt>
                <c:pt idx="9439">
                  <c:v>25-03-2022</c:v>
                </c:pt>
                <c:pt idx="9440">
                  <c:v>25-03-2022</c:v>
                </c:pt>
                <c:pt idx="9441">
                  <c:v>25-03-2022</c:v>
                </c:pt>
                <c:pt idx="9442">
                  <c:v>25-03-2022</c:v>
                </c:pt>
                <c:pt idx="9443">
                  <c:v>25-03-2022</c:v>
                </c:pt>
                <c:pt idx="9444">
                  <c:v>25-03-2022</c:v>
                </c:pt>
                <c:pt idx="9445">
                  <c:v>25-03-2022</c:v>
                </c:pt>
                <c:pt idx="9446">
                  <c:v>25-03-2022</c:v>
                </c:pt>
                <c:pt idx="9447">
                  <c:v>25-03-2022</c:v>
                </c:pt>
                <c:pt idx="9448">
                  <c:v>25-03-2022</c:v>
                </c:pt>
                <c:pt idx="9449">
                  <c:v>25-03-2022</c:v>
                </c:pt>
                <c:pt idx="9450">
                  <c:v>25-03-2022</c:v>
                </c:pt>
                <c:pt idx="9451">
                  <c:v>25-03-2022</c:v>
                </c:pt>
                <c:pt idx="9452">
                  <c:v>25-03-2022</c:v>
                </c:pt>
                <c:pt idx="9453">
                  <c:v>25-03-2022</c:v>
                </c:pt>
                <c:pt idx="9454">
                  <c:v>25-03-2022</c:v>
                </c:pt>
                <c:pt idx="9455">
                  <c:v>25-03-2022</c:v>
                </c:pt>
                <c:pt idx="9456">
                  <c:v>25-03-2022</c:v>
                </c:pt>
                <c:pt idx="9457">
                  <c:v>25-03-2022</c:v>
                </c:pt>
                <c:pt idx="9458">
                  <c:v>25-03-2022</c:v>
                </c:pt>
                <c:pt idx="9459">
                  <c:v>25-03-2022</c:v>
                </c:pt>
                <c:pt idx="9460">
                  <c:v>25-03-2022</c:v>
                </c:pt>
                <c:pt idx="9461">
                  <c:v>26-03-2022</c:v>
                </c:pt>
                <c:pt idx="9462">
                  <c:v>26-03-2022</c:v>
                </c:pt>
                <c:pt idx="9463">
                  <c:v>26-03-2022</c:v>
                </c:pt>
                <c:pt idx="9464">
                  <c:v>26-03-2022</c:v>
                </c:pt>
                <c:pt idx="9465">
                  <c:v>26-03-2022</c:v>
                </c:pt>
                <c:pt idx="9466">
                  <c:v>26-03-2022</c:v>
                </c:pt>
                <c:pt idx="9467">
                  <c:v>26-03-2022</c:v>
                </c:pt>
                <c:pt idx="9468">
                  <c:v>26-03-2022</c:v>
                </c:pt>
                <c:pt idx="9469">
                  <c:v>26-03-2022</c:v>
                </c:pt>
                <c:pt idx="9470">
                  <c:v>26-03-2022</c:v>
                </c:pt>
                <c:pt idx="9471">
                  <c:v>26-03-2022</c:v>
                </c:pt>
                <c:pt idx="9472">
                  <c:v>26-03-2022</c:v>
                </c:pt>
                <c:pt idx="9473">
                  <c:v>26-03-2022</c:v>
                </c:pt>
                <c:pt idx="9474">
                  <c:v>26-03-2022</c:v>
                </c:pt>
                <c:pt idx="9475">
                  <c:v>26-03-2022</c:v>
                </c:pt>
                <c:pt idx="9476">
                  <c:v>26-03-2022</c:v>
                </c:pt>
                <c:pt idx="9477">
                  <c:v>26-03-2022</c:v>
                </c:pt>
                <c:pt idx="9478">
                  <c:v>26-03-2022</c:v>
                </c:pt>
                <c:pt idx="9479">
                  <c:v>26-03-2022</c:v>
                </c:pt>
                <c:pt idx="9480">
                  <c:v>26-03-2022</c:v>
                </c:pt>
                <c:pt idx="9481">
                  <c:v>26-03-2022</c:v>
                </c:pt>
                <c:pt idx="9482">
                  <c:v>26-03-2022</c:v>
                </c:pt>
                <c:pt idx="9483">
                  <c:v>26-03-2022</c:v>
                </c:pt>
                <c:pt idx="9484">
                  <c:v>26-03-2022</c:v>
                </c:pt>
                <c:pt idx="9485">
                  <c:v>26-03-2022</c:v>
                </c:pt>
                <c:pt idx="9486">
                  <c:v>26-03-2022</c:v>
                </c:pt>
                <c:pt idx="9487">
                  <c:v>26-03-2022</c:v>
                </c:pt>
                <c:pt idx="9488">
                  <c:v>26-03-2022</c:v>
                </c:pt>
                <c:pt idx="9489">
                  <c:v>26-03-2022</c:v>
                </c:pt>
                <c:pt idx="9490">
                  <c:v>26-03-2022</c:v>
                </c:pt>
                <c:pt idx="9491">
                  <c:v>26-03-2022</c:v>
                </c:pt>
                <c:pt idx="9492">
                  <c:v>26-03-2022</c:v>
                </c:pt>
                <c:pt idx="9493">
                  <c:v>26-03-2022</c:v>
                </c:pt>
                <c:pt idx="9494">
                  <c:v>26-03-2022</c:v>
                </c:pt>
                <c:pt idx="9495">
                  <c:v>26-03-2022</c:v>
                </c:pt>
                <c:pt idx="9496">
                  <c:v>26-03-2022</c:v>
                </c:pt>
                <c:pt idx="9497">
                  <c:v>26-03-2022</c:v>
                </c:pt>
                <c:pt idx="9498">
                  <c:v>26-03-2022</c:v>
                </c:pt>
                <c:pt idx="9499">
                  <c:v>26-03-2022</c:v>
                </c:pt>
                <c:pt idx="9500">
                  <c:v>26-03-2022</c:v>
                </c:pt>
                <c:pt idx="9501">
                  <c:v>26-03-2022</c:v>
                </c:pt>
                <c:pt idx="9502">
                  <c:v>26-03-2022</c:v>
                </c:pt>
                <c:pt idx="9503">
                  <c:v>27-03-2022</c:v>
                </c:pt>
                <c:pt idx="9504">
                  <c:v>27-03-2022</c:v>
                </c:pt>
                <c:pt idx="9505">
                  <c:v>27-03-2022</c:v>
                </c:pt>
                <c:pt idx="9506">
                  <c:v>27-03-2022</c:v>
                </c:pt>
                <c:pt idx="9507">
                  <c:v>27-03-2022</c:v>
                </c:pt>
                <c:pt idx="9508">
                  <c:v>27-03-2022</c:v>
                </c:pt>
                <c:pt idx="9509">
                  <c:v>27-03-2022</c:v>
                </c:pt>
                <c:pt idx="9510">
                  <c:v>27-03-2022</c:v>
                </c:pt>
                <c:pt idx="9511">
                  <c:v>27-03-2022</c:v>
                </c:pt>
                <c:pt idx="9512">
                  <c:v>27-03-2022</c:v>
                </c:pt>
                <c:pt idx="9513">
                  <c:v>27-03-2022</c:v>
                </c:pt>
                <c:pt idx="9514">
                  <c:v>27-03-2022</c:v>
                </c:pt>
                <c:pt idx="9515">
                  <c:v>27-03-2022</c:v>
                </c:pt>
                <c:pt idx="9516">
                  <c:v>27-03-2022</c:v>
                </c:pt>
                <c:pt idx="9517">
                  <c:v>27-03-2022</c:v>
                </c:pt>
                <c:pt idx="9518">
                  <c:v>27-03-2022</c:v>
                </c:pt>
                <c:pt idx="9519">
                  <c:v>27-03-2022</c:v>
                </c:pt>
                <c:pt idx="9520">
                  <c:v>27-03-2022</c:v>
                </c:pt>
                <c:pt idx="9521">
                  <c:v>27-03-2022</c:v>
                </c:pt>
                <c:pt idx="9522">
                  <c:v>27-03-2022</c:v>
                </c:pt>
                <c:pt idx="9523">
                  <c:v>27-03-2022</c:v>
                </c:pt>
                <c:pt idx="9524">
                  <c:v>27-03-2022</c:v>
                </c:pt>
                <c:pt idx="9525">
                  <c:v>27-03-2022</c:v>
                </c:pt>
                <c:pt idx="9526">
                  <c:v>27-03-2022</c:v>
                </c:pt>
                <c:pt idx="9527">
                  <c:v>27-03-2022</c:v>
                </c:pt>
                <c:pt idx="9528">
                  <c:v>27-03-2022</c:v>
                </c:pt>
                <c:pt idx="9529">
                  <c:v>27-03-2022</c:v>
                </c:pt>
                <c:pt idx="9530">
                  <c:v>27-03-2022</c:v>
                </c:pt>
                <c:pt idx="9531">
                  <c:v>27-03-2022</c:v>
                </c:pt>
                <c:pt idx="9532">
                  <c:v>27-03-2022</c:v>
                </c:pt>
                <c:pt idx="9533">
                  <c:v>27-03-2022</c:v>
                </c:pt>
                <c:pt idx="9534">
                  <c:v>27-03-2022</c:v>
                </c:pt>
                <c:pt idx="9535">
                  <c:v>27-03-2022</c:v>
                </c:pt>
                <c:pt idx="9536">
                  <c:v>27-03-2022</c:v>
                </c:pt>
                <c:pt idx="9537">
                  <c:v>27-03-2022</c:v>
                </c:pt>
                <c:pt idx="9538">
                  <c:v>27-03-2022</c:v>
                </c:pt>
                <c:pt idx="9539">
                  <c:v>27-03-2022</c:v>
                </c:pt>
                <c:pt idx="9540">
                  <c:v>27-03-2022</c:v>
                </c:pt>
                <c:pt idx="9541">
                  <c:v>27-03-2022</c:v>
                </c:pt>
                <c:pt idx="9542">
                  <c:v>27-03-2022</c:v>
                </c:pt>
                <c:pt idx="9543">
                  <c:v>28-03-2022</c:v>
                </c:pt>
                <c:pt idx="9544">
                  <c:v>28-03-2022</c:v>
                </c:pt>
                <c:pt idx="9545">
                  <c:v>28-03-2022</c:v>
                </c:pt>
                <c:pt idx="9546">
                  <c:v>28-03-2022</c:v>
                </c:pt>
                <c:pt idx="9547">
                  <c:v>28-03-2022</c:v>
                </c:pt>
                <c:pt idx="9548">
                  <c:v>28-03-2022</c:v>
                </c:pt>
                <c:pt idx="9549">
                  <c:v>28-03-2022</c:v>
                </c:pt>
                <c:pt idx="9550">
                  <c:v>28-03-2022</c:v>
                </c:pt>
                <c:pt idx="9551">
                  <c:v>28-03-2022</c:v>
                </c:pt>
                <c:pt idx="9552">
                  <c:v>28-03-2022</c:v>
                </c:pt>
                <c:pt idx="9553">
                  <c:v>28-03-2022</c:v>
                </c:pt>
                <c:pt idx="9554">
                  <c:v>28-03-2022</c:v>
                </c:pt>
                <c:pt idx="9555">
                  <c:v>28-03-2022</c:v>
                </c:pt>
                <c:pt idx="9556">
                  <c:v>28-03-2022</c:v>
                </c:pt>
                <c:pt idx="9557">
                  <c:v>28-03-2022</c:v>
                </c:pt>
                <c:pt idx="9558">
                  <c:v>28-03-2022</c:v>
                </c:pt>
                <c:pt idx="9559">
                  <c:v>28-03-2022</c:v>
                </c:pt>
                <c:pt idx="9560">
                  <c:v>28-03-2022</c:v>
                </c:pt>
                <c:pt idx="9561">
                  <c:v>28-03-2022</c:v>
                </c:pt>
                <c:pt idx="9562">
                  <c:v>28-03-2022</c:v>
                </c:pt>
                <c:pt idx="9563">
                  <c:v>28-03-2022</c:v>
                </c:pt>
                <c:pt idx="9564">
                  <c:v>28-03-2022</c:v>
                </c:pt>
                <c:pt idx="9565">
                  <c:v>28-03-2022</c:v>
                </c:pt>
                <c:pt idx="9566">
                  <c:v>28-03-2022</c:v>
                </c:pt>
                <c:pt idx="9567">
                  <c:v>28-03-2022</c:v>
                </c:pt>
                <c:pt idx="9568">
                  <c:v>28-03-2022</c:v>
                </c:pt>
                <c:pt idx="9569">
                  <c:v>28-03-2022</c:v>
                </c:pt>
                <c:pt idx="9570">
                  <c:v>28-03-2022</c:v>
                </c:pt>
                <c:pt idx="9571">
                  <c:v>28-03-2022</c:v>
                </c:pt>
                <c:pt idx="9572">
                  <c:v>28-03-2022</c:v>
                </c:pt>
                <c:pt idx="9573">
                  <c:v>28-03-2022</c:v>
                </c:pt>
                <c:pt idx="9574">
                  <c:v>28-03-2022</c:v>
                </c:pt>
                <c:pt idx="9575">
                  <c:v>28-03-2022</c:v>
                </c:pt>
                <c:pt idx="9576">
                  <c:v>28-03-2022</c:v>
                </c:pt>
                <c:pt idx="9577">
                  <c:v>28-03-2022</c:v>
                </c:pt>
                <c:pt idx="9578">
                  <c:v>28-03-2022</c:v>
                </c:pt>
                <c:pt idx="9579">
                  <c:v>28-03-2022</c:v>
                </c:pt>
                <c:pt idx="9580">
                  <c:v>28-03-2022</c:v>
                </c:pt>
                <c:pt idx="9581">
                  <c:v>28-03-2022</c:v>
                </c:pt>
                <c:pt idx="9582">
                  <c:v>28-03-2022</c:v>
                </c:pt>
                <c:pt idx="9583">
                  <c:v>28-03-2022</c:v>
                </c:pt>
                <c:pt idx="9584">
                  <c:v>28-03-2022</c:v>
                </c:pt>
                <c:pt idx="9585">
                  <c:v>28-03-2022</c:v>
                </c:pt>
                <c:pt idx="9586">
                  <c:v>28-03-2022</c:v>
                </c:pt>
                <c:pt idx="9587">
                  <c:v>28-03-2022</c:v>
                </c:pt>
                <c:pt idx="9588">
                  <c:v>28-03-2022</c:v>
                </c:pt>
                <c:pt idx="9589">
                  <c:v>28-03-2022</c:v>
                </c:pt>
                <c:pt idx="9590">
                  <c:v>29-03-2022</c:v>
                </c:pt>
                <c:pt idx="9591">
                  <c:v>29-03-2022</c:v>
                </c:pt>
                <c:pt idx="9592">
                  <c:v>29-03-2022</c:v>
                </c:pt>
                <c:pt idx="9593">
                  <c:v>29-03-2022</c:v>
                </c:pt>
                <c:pt idx="9594">
                  <c:v>29-03-2022</c:v>
                </c:pt>
                <c:pt idx="9595">
                  <c:v>29-03-2022</c:v>
                </c:pt>
                <c:pt idx="9596">
                  <c:v>29-03-2022</c:v>
                </c:pt>
                <c:pt idx="9597">
                  <c:v>29-03-2022</c:v>
                </c:pt>
                <c:pt idx="9598">
                  <c:v>29-03-2022</c:v>
                </c:pt>
                <c:pt idx="9599">
                  <c:v>29-03-2022</c:v>
                </c:pt>
                <c:pt idx="9600">
                  <c:v>29-03-2022</c:v>
                </c:pt>
                <c:pt idx="9601">
                  <c:v>29-03-2022</c:v>
                </c:pt>
                <c:pt idx="9602">
                  <c:v>29-03-2022</c:v>
                </c:pt>
                <c:pt idx="9603">
                  <c:v>29-03-2022</c:v>
                </c:pt>
                <c:pt idx="9604">
                  <c:v>29-03-2022</c:v>
                </c:pt>
                <c:pt idx="9605">
                  <c:v>29-03-2022</c:v>
                </c:pt>
                <c:pt idx="9606">
                  <c:v>29-03-2022</c:v>
                </c:pt>
                <c:pt idx="9607">
                  <c:v>29-03-2022</c:v>
                </c:pt>
                <c:pt idx="9608">
                  <c:v>29-03-2022</c:v>
                </c:pt>
                <c:pt idx="9609">
                  <c:v>29-03-2022</c:v>
                </c:pt>
                <c:pt idx="9610">
                  <c:v>29-03-2022</c:v>
                </c:pt>
                <c:pt idx="9611">
                  <c:v>29-03-2022</c:v>
                </c:pt>
                <c:pt idx="9612">
                  <c:v>29-03-2022</c:v>
                </c:pt>
                <c:pt idx="9613">
                  <c:v>29-03-2022</c:v>
                </c:pt>
                <c:pt idx="9614">
                  <c:v>29-03-2022</c:v>
                </c:pt>
                <c:pt idx="9615">
                  <c:v>29-03-2022</c:v>
                </c:pt>
                <c:pt idx="9616">
                  <c:v>29-03-2022</c:v>
                </c:pt>
                <c:pt idx="9617">
                  <c:v>29-03-2022</c:v>
                </c:pt>
                <c:pt idx="9618">
                  <c:v>29-03-2022</c:v>
                </c:pt>
                <c:pt idx="9619">
                  <c:v>29-03-2022</c:v>
                </c:pt>
                <c:pt idx="9620">
                  <c:v>29-03-2022</c:v>
                </c:pt>
                <c:pt idx="9621">
                  <c:v>29-03-2022</c:v>
                </c:pt>
                <c:pt idx="9622">
                  <c:v>29-03-2022</c:v>
                </c:pt>
                <c:pt idx="9623">
                  <c:v>29-03-2022</c:v>
                </c:pt>
                <c:pt idx="9624">
                  <c:v>29-03-2022</c:v>
                </c:pt>
                <c:pt idx="9625">
                  <c:v>29-03-2022</c:v>
                </c:pt>
                <c:pt idx="9626">
                  <c:v>29-03-2022</c:v>
                </c:pt>
                <c:pt idx="9627">
                  <c:v>29-03-2022</c:v>
                </c:pt>
                <c:pt idx="9628">
                  <c:v>29-03-2022</c:v>
                </c:pt>
                <c:pt idx="9629">
                  <c:v>29-03-2022</c:v>
                </c:pt>
                <c:pt idx="9630">
                  <c:v>30-03-2022</c:v>
                </c:pt>
                <c:pt idx="9631">
                  <c:v>30-03-2022</c:v>
                </c:pt>
                <c:pt idx="9632">
                  <c:v>30-03-2022</c:v>
                </c:pt>
                <c:pt idx="9633">
                  <c:v>30-03-2022</c:v>
                </c:pt>
                <c:pt idx="9634">
                  <c:v>30-03-2022</c:v>
                </c:pt>
                <c:pt idx="9635">
                  <c:v>30-03-2022</c:v>
                </c:pt>
                <c:pt idx="9636">
                  <c:v>30-03-2022</c:v>
                </c:pt>
                <c:pt idx="9637">
                  <c:v>30-03-2022</c:v>
                </c:pt>
                <c:pt idx="9638">
                  <c:v>30-03-2022</c:v>
                </c:pt>
                <c:pt idx="9639">
                  <c:v>30-03-2022</c:v>
                </c:pt>
                <c:pt idx="9640">
                  <c:v>30-03-2022</c:v>
                </c:pt>
                <c:pt idx="9641">
                  <c:v>30-03-2022</c:v>
                </c:pt>
                <c:pt idx="9642">
                  <c:v>30-03-2022</c:v>
                </c:pt>
                <c:pt idx="9643">
                  <c:v>30-03-2022</c:v>
                </c:pt>
                <c:pt idx="9644">
                  <c:v>30-03-2022</c:v>
                </c:pt>
                <c:pt idx="9645">
                  <c:v>30-03-2022</c:v>
                </c:pt>
                <c:pt idx="9646">
                  <c:v>30-03-2022</c:v>
                </c:pt>
                <c:pt idx="9647">
                  <c:v>30-03-2022</c:v>
                </c:pt>
                <c:pt idx="9648">
                  <c:v>30-03-2022</c:v>
                </c:pt>
                <c:pt idx="9649">
                  <c:v>30-03-2022</c:v>
                </c:pt>
                <c:pt idx="9650">
                  <c:v>30-03-2022</c:v>
                </c:pt>
                <c:pt idx="9651">
                  <c:v>30-03-2022</c:v>
                </c:pt>
                <c:pt idx="9652">
                  <c:v>30-03-2022</c:v>
                </c:pt>
                <c:pt idx="9653">
                  <c:v>30-03-2022</c:v>
                </c:pt>
                <c:pt idx="9654">
                  <c:v>30-03-2022</c:v>
                </c:pt>
                <c:pt idx="9655">
                  <c:v>30-03-2022</c:v>
                </c:pt>
                <c:pt idx="9656">
                  <c:v>30-03-2022</c:v>
                </c:pt>
                <c:pt idx="9657">
                  <c:v>30-03-2022</c:v>
                </c:pt>
                <c:pt idx="9658">
                  <c:v>30-03-2022</c:v>
                </c:pt>
                <c:pt idx="9659">
                  <c:v>30-03-2022</c:v>
                </c:pt>
                <c:pt idx="9660">
                  <c:v>30-03-2022</c:v>
                </c:pt>
                <c:pt idx="9661">
                  <c:v>30-03-2022</c:v>
                </c:pt>
                <c:pt idx="9662">
                  <c:v>30-03-2022</c:v>
                </c:pt>
                <c:pt idx="9663">
                  <c:v>30-03-2022</c:v>
                </c:pt>
                <c:pt idx="9664">
                  <c:v>30-03-2022</c:v>
                </c:pt>
                <c:pt idx="9665">
                  <c:v>30-03-2022</c:v>
                </c:pt>
                <c:pt idx="9666">
                  <c:v>30-03-2022</c:v>
                </c:pt>
                <c:pt idx="9667">
                  <c:v>30-03-2022</c:v>
                </c:pt>
                <c:pt idx="9668">
                  <c:v>30-03-2022</c:v>
                </c:pt>
                <c:pt idx="9669">
                  <c:v>30-03-2022</c:v>
                </c:pt>
                <c:pt idx="9670">
                  <c:v>30-03-2022</c:v>
                </c:pt>
                <c:pt idx="9671">
                  <c:v>30-03-2022</c:v>
                </c:pt>
                <c:pt idx="9672">
                  <c:v>30-03-2022</c:v>
                </c:pt>
                <c:pt idx="9673">
                  <c:v>30-03-2022</c:v>
                </c:pt>
                <c:pt idx="9674">
                  <c:v>30-03-2022</c:v>
                </c:pt>
                <c:pt idx="9675">
                  <c:v>30-03-2022</c:v>
                </c:pt>
                <c:pt idx="9676">
                  <c:v>30-03-2022</c:v>
                </c:pt>
                <c:pt idx="9677">
                  <c:v>30-03-2022</c:v>
                </c:pt>
                <c:pt idx="9678">
                  <c:v>30-03-2022</c:v>
                </c:pt>
                <c:pt idx="9679">
                  <c:v>30-03-2022</c:v>
                </c:pt>
                <c:pt idx="9680">
                  <c:v>30-03-2022</c:v>
                </c:pt>
                <c:pt idx="9681">
                  <c:v>31-03-2022</c:v>
                </c:pt>
                <c:pt idx="9682">
                  <c:v>31-03-2022</c:v>
                </c:pt>
                <c:pt idx="9683">
                  <c:v>31-03-2022</c:v>
                </c:pt>
                <c:pt idx="9684">
                  <c:v>31-03-2022</c:v>
                </c:pt>
                <c:pt idx="9685">
                  <c:v>31-03-2022</c:v>
                </c:pt>
                <c:pt idx="9686">
                  <c:v>31-03-2022</c:v>
                </c:pt>
                <c:pt idx="9687">
                  <c:v>31-03-2022</c:v>
                </c:pt>
                <c:pt idx="9688">
                  <c:v>31-03-2022</c:v>
                </c:pt>
                <c:pt idx="9689">
                  <c:v>31-03-2022</c:v>
                </c:pt>
                <c:pt idx="9690">
                  <c:v>31-03-2022</c:v>
                </c:pt>
                <c:pt idx="9691">
                  <c:v>31-03-2022</c:v>
                </c:pt>
                <c:pt idx="9692">
                  <c:v>31-03-2022</c:v>
                </c:pt>
                <c:pt idx="9693">
                  <c:v>31-03-2022</c:v>
                </c:pt>
                <c:pt idx="9694">
                  <c:v>31-03-2022</c:v>
                </c:pt>
                <c:pt idx="9695">
                  <c:v>31-03-2022</c:v>
                </c:pt>
                <c:pt idx="9696">
                  <c:v>31-03-2022</c:v>
                </c:pt>
                <c:pt idx="9697">
                  <c:v>31-03-2022</c:v>
                </c:pt>
                <c:pt idx="9698">
                  <c:v>31-03-2022</c:v>
                </c:pt>
                <c:pt idx="9699">
                  <c:v>31-03-2022</c:v>
                </c:pt>
                <c:pt idx="9700">
                  <c:v>31-03-2022</c:v>
                </c:pt>
                <c:pt idx="9701">
                  <c:v>31-03-2022</c:v>
                </c:pt>
                <c:pt idx="9702">
                  <c:v>31-03-2022</c:v>
                </c:pt>
                <c:pt idx="9703">
                  <c:v>31-03-2022</c:v>
                </c:pt>
                <c:pt idx="9704">
                  <c:v>31-03-2022</c:v>
                </c:pt>
                <c:pt idx="9705">
                  <c:v>31-03-2022</c:v>
                </c:pt>
                <c:pt idx="9706">
                  <c:v>31-03-2022</c:v>
                </c:pt>
                <c:pt idx="9707">
                  <c:v>31-03-2022</c:v>
                </c:pt>
                <c:pt idx="9708">
                  <c:v>31-03-2022</c:v>
                </c:pt>
                <c:pt idx="9709">
                  <c:v>31-03-2022</c:v>
                </c:pt>
                <c:pt idx="9710">
                  <c:v>31-03-2022</c:v>
                </c:pt>
                <c:pt idx="9711">
                  <c:v>31-03-2022</c:v>
                </c:pt>
                <c:pt idx="9712">
                  <c:v>31-03-2022</c:v>
                </c:pt>
                <c:pt idx="9713">
                  <c:v>31-03-2022</c:v>
                </c:pt>
                <c:pt idx="9714">
                  <c:v>31-03-2022</c:v>
                </c:pt>
                <c:pt idx="9715">
                  <c:v>31-03-2022</c:v>
                </c:pt>
                <c:pt idx="9716">
                  <c:v>31-03-2022</c:v>
                </c:pt>
                <c:pt idx="9717">
                  <c:v>31-03-2022</c:v>
                </c:pt>
                <c:pt idx="9718">
                  <c:v>31-03-2022</c:v>
                </c:pt>
                <c:pt idx="9719">
                  <c:v>31-03-2022</c:v>
                </c:pt>
                <c:pt idx="9720">
                  <c:v>31-03-2022</c:v>
                </c:pt>
                <c:pt idx="9721">
                  <c:v>31-03-2022</c:v>
                </c:pt>
                <c:pt idx="9722">
                  <c:v>31-03-2022</c:v>
                </c:pt>
                <c:pt idx="9723">
                  <c:v>31-03-2022</c:v>
                </c:pt>
                <c:pt idx="9724">
                  <c:v>31-03-2022</c:v>
                </c:pt>
                <c:pt idx="9725">
                  <c:v>31-03-2022</c:v>
                </c:pt>
                <c:pt idx="9726">
                  <c:v>31-03-2022</c:v>
                </c:pt>
                <c:pt idx="9727">
                  <c:v>31-03-2022</c:v>
                </c:pt>
                <c:pt idx="9728">
                  <c:v>31-03-2022</c:v>
                </c:pt>
                <c:pt idx="9729">
                  <c:v>31-03-2022</c:v>
                </c:pt>
                <c:pt idx="9730">
                  <c:v>31-03-2022</c:v>
                </c:pt>
                <c:pt idx="9731">
                  <c:v>01-04-2022</c:v>
                </c:pt>
                <c:pt idx="9732">
                  <c:v>01-04-2022</c:v>
                </c:pt>
                <c:pt idx="9733">
                  <c:v>01-04-2022</c:v>
                </c:pt>
                <c:pt idx="9734">
                  <c:v>01-04-2022</c:v>
                </c:pt>
                <c:pt idx="9735">
                  <c:v>01-04-2022</c:v>
                </c:pt>
                <c:pt idx="9736">
                  <c:v>01-04-2022</c:v>
                </c:pt>
                <c:pt idx="9737">
                  <c:v>01-04-2022</c:v>
                </c:pt>
                <c:pt idx="9738">
                  <c:v>01-04-2022</c:v>
                </c:pt>
                <c:pt idx="9739">
                  <c:v>01-04-2022</c:v>
                </c:pt>
                <c:pt idx="9740">
                  <c:v>01-04-2022</c:v>
                </c:pt>
                <c:pt idx="9741">
                  <c:v>01-04-2022</c:v>
                </c:pt>
                <c:pt idx="9742">
                  <c:v>01-04-2022</c:v>
                </c:pt>
                <c:pt idx="9743">
                  <c:v>01-04-2022</c:v>
                </c:pt>
                <c:pt idx="9744">
                  <c:v>01-04-2022</c:v>
                </c:pt>
                <c:pt idx="9745">
                  <c:v>01-04-2022</c:v>
                </c:pt>
                <c:pt idx="9746">
                  <c:v>01-04-2022</c:v>
                </c:pt>
                <c:pt idx="9747">
                  <c:v>01-04-2022</c:v>
                </c:pt>
                <c:pt idx="9748">
                  <c:v>01-04-2022</c:v>
                </c:pt>
                <c:pt idx="9749">
                  <c:v>01-04-2022</c:v>
                </c:pt>
                <c:pt idx="9750">
                  <c:v>01-04-2022</c:v>
                </c:pt>
                <c:pt idx="9751">
                  <c:v>01-04-2022</c:v>
                </c:pt>
                <c:pt idx="9752">
                  <c:v>01-04-2022</c:v>
                </c:pt>
                <c:pt idx="9753">
                  <c:v>01-04-2022</c:v>
                </c:pt>
                <c:pt idx="9754">
                  <c:v>01-04-2022</c:v>
                </c:pt>
                <c:pt idx="9755">
                  <c:v>01-04-2022</c:v>
                </c:pt>
                <c:pt idx="9756">
                  <c:v>01-04-2022</c:v>
                </c:pt>
                <c:pt idx="9757">
                  <c:v>01-04-2022</c:v>
                </c:pt>
                <c:pt idx="9758">
                  <c:v>01-04-2022</c:v>
                </c:pt>
                <c:pt idx="9759">
                  <c:v>01-04-2022</c:v>
                </c:pt>
                <c:pt idx="9760">
                  <c:v>01-04-2022</c:v>
                </c:pt>
                <c:pt idx="9761">
                  <c:v>01-04-2022</c:v>
                </c:pt>
                <c:pt idx="9762">
                  <c:v>01-04-2022</c:v>
                </c:pt>
                <c:pt idx="9763">
                  <c:v>01-04-2022</c:v>
                </c:pt>
                <c:pt idx="9764">
                  <c:v>01-04-2022</c:v>
                </c:pt>
                <c:pt idx="9765">
                  <c:v>01-04-2022</c:v>
                </c:pt>
                <c:pt idx="9766">
                  <c:v>01-04-2022</c:v>
                </c:pt>
                <c:pt idx="9767">
                  <c:v>01-04-2022</c:v>
                </c:pt>
                <c:pt idx="9768">
                  <c:v>01-04-2022</c:v>
                </c:pt>
                <c:pt idx="9769">
                  <c:v>01-04-2022</c:v>
                </c:pt>
                <c:pt idx="9770">
                  <c:v>01-04-2022</c:v>
                </c:pt>
                <c:pt idx="9771">
                  <c:v>03-04-2022</c:v>
                </c:pt>
                <c:pt idx="9772">
                  <c:v>03-04-2022</c:v>
                </c:pt>
                <c:pt idx="9773">
                  <c:v>03-04-2022</c:v>
                </c:pt>
                <c:pt idx="9774">
                  <c:v>03-04-2022</c:v>
                </c:pt>
                <c:pt idx="9775">
                  <c:v>03-04-2022</c:v>
                </c:pt>
                <c:pt idx="9776">
                  <c:v>03-04-2022</c:v>
                </c:pt>
                <c:pt idx="9777">
                  <c:v>03-04-2022</c:v>
                </c:pt>
                <c:pt idx="9778">
                  <c:v>03-04-2022</c:v>
                </c:pt>
                <c:pt idx="9779">
                  <c:v>03-04-2022</c:v>
                </c:pt>
                <c:pt idx="9780">
                  <c:v>03-04-2022</c:v>
                </c:pt>
                <c:pt idx="9781">
                  <c:v>03-04-2022</c:v>
                </c:pt>
                <c:pt idx="9782">
                  <c:v>03-04-2022</c:v>
                </c:pt>
                <c:pt idx="9783">
                  <c:v>03-04-2022</c:v>
                </c:pt>
                <c:pt idx="9784">
                  <c:v>03-04-2022</c:v>
                </c:pt>
                <c:pt idx="9785">
                  <c:v>03-04-2022</c:v>
                </c:pt>
                <c:pt idx="9786">
                  <c:v>03-04-2022</c:v>
                </c:pt>
                <c:pt idx="9787">
                  <c:v>03-04-2022</c:v>
                </c:pt>
                <c:pt idx="9788">
                  <c:v>03-04-2022</c:v>
                </c:pt>
                <c:pt idx="9789">
                  <c:v>03-04-2022</c:v>
                </c:pt>
                <c:pt idx="9790">
                  <c:v>03-04-2022</c:v>
                </c:pt>
                <c:pt idx="9791">
                  <c:v>03-04-2022</c:v>
                </c:pt>
                <c:pt idx="9792">
                  <c:v>03-04-2022</c:v>
                </c:pt>
                <c:pt idx="9793">
                  <c:v>03-04-2022</c:v>
                </c:pt>
                <c:pt idx="9794">
                  <c:v>03-04-2022</c:v>
                </c:pt>
                <c:pt idx="9795">
                  <c:v>03-04-2022</c:v>
                </c:pt>
                <c:pt idx="9796">
                  <c:v>03-04-2022</c:v>
                </c:pt>
                <c:pt idx="9797">
                  <c:v>03-04-2022</c:v>
                </c:pt>
                <c:pt idx="9798">
                  <c:v>03-04-2022</c:v>
                </c:pt>
                <c:pt idx="9799">
                  <c:v>03-04-2022</c:v>
                </c:pt>
                <c:pt idx="9800">
                  <c:v>03-04-2022</c:v>
                </c:pt>
                <c:pt idx="9801">
                  <c:v>03-04-2022</c:v>
                </c:pt>
                <c:pt idx="9802">
                  <c:v>03-04-2022</c:v>
                </c:pt>
                <c:pt idx="9803">
                  <c:v>03-04-2022</c:v>
                </c:pt>
                <c:pt idx="9804">
                  <c:v>03-04-2022</c:v>
                </c:pt>
                <c:pt idx="9805">
                  <c:v>03-04-2022</c:v>
                </c:pt>
                <c:pt idx="9806">
                  <c:v>03-04-2022</c:v>
                </c:pt>
                <c:pt idx="9807">
                  <c:v>03-04-2022</c:v>
                </c:pt>
                <c:pt idx="9808">
                  <c:v>03-04-2022</c:v>
                </c:pt>
                <c:pt idx="9809">
                  <c:v>03-04-2022</c:v>
                </c:pt>
                <c:pt idx="9810">
                  <c:v>03-04-2022</c:v>
                </c:pt>
                <c:pt idx="9811">
                  <c:v>04-04-2022</c:v>
                </c:pt>
                <c:pt idx="9812">
                  <c:v>04-04-2022</c:v>
                </c:pt>
                <c:pt idx="9813">
                  <c:v>04-04-2022</c:v>
                </c:pt>
                <c:pt idx="9814">
                  <c:v>04-04-2022</c:v>
                </c:pt>
                <c:pt idx="9815">
                  <c:v>04-04-2022</c:v>
                </c:pt>
                <c:pt idx="9816">
                  <c:v>04-04-2022</c:v>
                </c:pt>
                <c:pt idx="9817">
                  <c:v>04-04-2022</c:v>
                </c:pt>
                <c:pt idx="9818">
                  <c:v>04-04-2022</c:v>
                </c:pt>
                <c:pt idx="9819">
                  <c:v>04-04-2022</c:v>
                </c:pt>
                <c:pt idx="9820">
                  <c:v>04-04-2022</c:v>
                </c:pt>
                <c:pt idx="9821">
                  <c:v>04-04-2022</c:v>
                </c:pt>
                <c:pt idx="9822">
                  <c:v>04-04-2022</c:v>
                </c:pt>
                <c:pt idx="9823">
                  <c:v>04-04-2022</c:v>
                </c:pt>
                <c:pt idx="9824">
                  <c:v>04-04-2022</c:v>
                </c:pt>
                <c:pt idx="9825">
                  <c:v>04-04-2022</c:v>
                </c:pt>
                <c:pt idx="9826">
                  <c:v>04-04-2022</c:v>
                </c:pt>
                <c:pt idx="9827">
                  <c:v>04-04-2022</c:v>
                </c:pt>
                <c:pt idx="9828">
                  <c:v>04-04-2022</c:v>
                </c:pt>
                <c:pt idx="9829">
                  <c:v>04-04-2022</c:v>
                </c:pt>
                <c:pt idx="9830">
                  <c:v>04-04-2022</c:v>
                </c:pt>
                <c:pt idx="9831">
                  <c:v>04-04-2022</c:v>
                </c:pt>
                <c:pt idx="9832">
                  <c:v>04-04-2022</c:v>
                </c:pt>
                <c:pt idx="9833">
                  <c:v>04-04-2022</c:v>
                </c:pt>
                <c:pt idx="9834">
                  <c:v>04-04-2022</c:v>
                </c:pt>
                <c:pt idx="9835">
                  <c:v>04-04-2022</c:v>
                </c:pt>
                <c:pt idx="9836">
                  <c:v>04-04-2022</c:v>
                </c:pt>
                <c:pt idx="9837">
                  <c:v>04-04-2022</c:v>
                </c:pt>
                <c:pt idx="9838">
                  <c:v>04-04-2022</c:v>
                </c:pt>
                <c:pt idx="9839">
                  <c:v>04-04-2022</c:v>
                </c:pt>
                <c:pt idx="9840">
                  <c:v>04-04-2022</c:v>
                </c:pt>
                <c:pt idx="9841">
                  <c:v>04-04-2022</c:v>
                </c:pt>
                <c:pt idx="9842">
                  <c:v>04-04-2022</c:v>
                </c:pt>
                <c:pt idx="9843">
                  <c:v>04-04-2022</c:v>
                </c:pt>
                <c:pt idx="9844">
                  <c:v>04-04-2022</c:v>
                </c:pt>
                <c:pt idx="9845">
                  <c:v>04-04-2022</c:v>
                </c:pt>
                <c:pt idx="9846">
                  <c:v>04-04-2022</c:v>
                </c:pt>
                <c:pt idx="9847">
                  <c:v>04-04-2022</c:v>
                </c:pt>
                <c:pt idx="9848">
                  <c:v>04-04-2022</c:v>
                </c:pt>
                <c:pt idx="9849">
                  <c:v>04-04-2022</c:v>
                </c:pt>
                <c:pt idx="9850">
                  <c:v>04-04-2022</c:v>
                </c:pt>
                <c:pt idx="9851">
                  <c:v>05-04-2022</c:v>
                </c:pt>
                <c:pt idx="9852">
                  <c:v>05-04-2022</c:v>
                </c:pt>
                <c:pt idx="9853">
                  <c:v>05-04-2022</c:v>
                </c:pt>
                <c:pt idx="9854">
                  <c:v>05-04-2022</c:v>
                </c:pt>
                <c:pt idx="9855">
                  <c:v>05-04-2022</c:v>
                </c:pt>
                <c:pt idx="9856">
                  <c:v>05-04-2022</c:v>
                </c:pt>
                <c:pt idx="9857">
                  <c:v>05-04-2022</c:v>
                </c:pt>
                <c:pt idx="9858">
                  <c:v>05-04-2022</c:v>
                </c:pt>
                <c:pt idx="9859">
                  <c:v>05-04-2022</c:v>
                </c:pt>
                <c:pt idx="9860">
                  <c:v>05-04-2022</c:v>
                </c:pt>
                <c:pt idx="9861">
                  <c:v>05-04-2022</c:v>
                </c:pt>
                <c:pt idx="9862">
                  <c:v>05-04-2022</c:v>
                </c:pt>
                <c:pt idx="9863">
                  <c:v>05-04-2022</c:v>
                </c:pt>
                <c:pt idx="9864">
                  <c:v>05-04-2022</c:v>
                </c:pt>
                <c:pt idx="9865">
                  <c:v>05-04-2022</c:v>
                </c:pt>
                <c:pt idx="9866">
                  <c:v>05-04-2022</c:v>
                </c:pt>
                <c:pt idx="9867">
                  <c:v>05-04-2022</c:v>
                </c:pt>
                <c:pt idx="9868">
                  <c:v>05-04-2022</c:v>
                </c:pt>
                <c:pt idx="9869">
                  <c:v>05-04-2022</c:v>
                </c:pt>
                <c:pt idx="9870">
                  <c:v>05-04-2022</c:v>
                </c:pt>
                <c:pt idx="9871">
                  <c:v>05-04-2022</c:v>
                </c:pt>
                <c:pt idx="9872">
                  <c:v>05-04-2022</c:v>
                </c:pt>
                <c:pt idx="9873">
                  <c:v>05-04-2022</c:v>
                </c:pt>
                <c:pt idx="9874">
                  <c:v>05-04-2022</c:v>
                </c:pt>
                <c:pt idx="9875">
                  <c:v>05-04-2022</c:v>
                </c:pt>
                <c:pt idx="9876">
                  <c:v>05-04-2022</c:v>
                </c:pt>
                <c:pt idx="9877">
                  <c:v>05-04-2022</c:v>
                </c:pt>
                <c:pt idx="9878">
                  <c:v>05-04-2022</c:v>
                </c:pt>
                <c:pt idx="9879">
                  <c:v>05-04-2022</c:v>
                </c:pt>
                <c:pt idx="9880">
                  <c:v>05-04-2022</c:v>
                </c:pt>
                <c:pt idx="9881">
                  <c:v>05-04-2022</c:v>
                </c:pt>
                <c:pt idx="9882">
                  <c:v>05-04-2022</c:v>
                </c:pt>
                <c:pt idx="9883">
                  <c:v>05-04-2022</c:v>
                </c:pt>
                <c:pt idx="9884">
                  <c:v>05-04-2022</c:v>
                </c:pt>
                <c:pt idx="9885">
                  <c:v>05-04-2022</c:v>
                </c:pt>
                <c:pt idx="9886">
                  <c:v>05-04-2022</c:v>
                </c:pt>
                <c:pt idx="9887">
                  <c:v>05-04-2022</c:v>
                </c:pt>
                <c:pt idx="9888">
                  <c:v>05-04-2022</c:v>
                </c:pt>
                <c:pt idx="9889">
                  <c:v>05-04-2022</c:v>
                </c:pt>
                <c:pt idx="9890">
                  <c:v>05-04-2022</c:v>
                </c:pt>
                <c:pt idx="9891">
                  <c:v>06-04-2022</c:v>
                </c:pt>
                <c:pt idx="9892">
                  <c:v>06-04-2022</c:v>
                </c:pt>
                <c:pt idx="9893">
                  <c:v>06-04-2022</c:v>
                </c:pt>
                <c:pt idx="9894">
                  <c:v>06-04-2022</c:v>
                </c:pt>
                <c:pt idx="9895">
                  <c:v>06-04-2022</c:v>
                </c:pt>
                <c:pt idx="9896">
                  <c:v>06-04-2022</c:v>
                </c:pt>
                <c:pt idx="9897">
                  <c:v>06-04-2022</c:v>
                </c:pt>
                <c:pt idx="9898">
                  <c:v>06-04-2022</c:v>
                </c:pt>
                <c:pt idx="9899">
                  <c:v>06-04-2022</c:v>
                </c:pt>
                <c:pt idx="9900">
                  <c:v>06-04-2022</c:v>
                </c:pt>
                <c:pt idx="9901">
                  <c:v>06-04-2022</c:v>
                </c:pt>
                <c:pt idx="9902">
                  <c:v>06-04-2022</c:v>
                </c:pt>
                <c:pt idx="9903">
                  <c:v>06-04-2022</c:v>
                </c:pt>
                <c:pt idx="9904">
                  <c:v>06-04-2022</c:v>
                </c:pt>
                <c:pt idx="9905">
                  <c:v>06-04-2022</c:v>
                </c:pt>
                <c:pt idx="9906">
                  <c:v>06-04-2022</c:v>
                </c:pt>
                <c:pt idx="9907">
                  <c:v>06-04-2022</c:v>
                </c:pt>
                <c:pt idx="9908">
                  <c:v>06-04-2022</c:v>
                </c:pt>
                <c:pt idx="9909">
                  <c:v>06-04-2022</c:v>
                </c:pt>
                <c:pt idx="9910">
                  <c:v>06-04-2022</c:v>
                </c:pt>
                <c:pt idx="9911">
                  <c:v>06-04-2022</c:v>
                </c:pt>
                <c:pt idx="9912">
                  <c:v>06-04-2022</c:v>
                </c:pt>
                <c:pt idx="9913">
                  <c:v>06-04-2022</c:v>
                </c:pt>
                <c:pt idx="9914">
                  <c:v>06-04-2022</c:v>
                </c:pt>
                <c:pt idx="9915">
                  <c:v>06-04-2022</c:v>
                </c:pt>
                <c:pt idx="9916">
                  <c:v>06-04-2022</c:v>
                </c:pt>
                <c:pt idx="9917">
                  <c:v>06-04-2022</c:v>
                </c:pt>
                <c:pt idx="9918">
                  <c:v>06-04-2022</c:v>
                </c:pt>
                <c:pt idx="9919">
                  <c:v>06-04-2022</c:v>
                </c:pt>
                <c:pt idx="9920">
                  <c:v>06-04-2022</c:v>
                </c:pt>
                <c:pt idx="9921">
                  <c:v>06-04-2022</c:v>
                </c:pt>
                <c:pt idx="9922">
                  <c:v>06-04-2022</c:v>
                </c:pt>
                <c:pt idx="9923">
                  <c:v>06-04-2022</c:v>
                </c:pt>
                <c:pt idx="9924">
                  <c:v>06-04-2022</c:v>
                </c:pt>
                <c:pt idx="9925">
                  <c:v>06-04-2022</c:v>
                </c:pt>
                <c:pt idx="9926">
                  <c:v>06-04-2022</c:v>
                </c:pt>
                <c:pt idx="9927">
                  <c:v>06-04-2022</c:v>
                </c:pt>
                <c:pt idx="9928">
                  <c:v>06-04-2022</c:v>
                </c:pt>
                <c:pt idx="9929">
                  <c:v>06-04-2022</c:v>
                </c:pt>
                <c:pt idx="9930">
                  <c:v>06-04-2022</c:v>
                </c:pt>
                <c:pt idx="9931">
                  <c:v>07-04-2022</c:v>
                </c:pt>
                <c:pt idx="9932">
                  <c:v>07-04-2022</c:v>
                </c:pt>
                <c:pt idx="9933">
                  <c:v>07-04-2022</c:v>
                </c:pt>
                <c:pt idx="9934">
                  <c:v>07-04-2022</c:v>
                </c:pt>
                <c:pt idx="9935">
                  <c:v>07-04-2022</c:v>
                </c:pt>
                <c:pt idx="9936">
                  <c:v>07-04-2022</c:v>
                </c:pt>
                <c:pt idx="9937">
                  <c:v>07-04-2022</c:v>
                </c:pt>
                <c:pt idx="9938">
                  <c:v>07-04-2022</c:v>
                </c:pt>
                <c:pt idx="9939">
                  <c:v>07-04-2022</c:v>
                </c:pt>
                <c:pt idx="9940">
                  <c:v>07-04-2022</c:v>
                </c:pt>
                <c:pt idx="9941">
                  <c:v>07-04-2022</c:v>
                </c:pt>
                <c:pt idx="9942">
                  <c:v>07-04-2022</c:v>
                </c:pt>
                <c:pt idx="9943">
                  <c:v>07-04-2022</c:v>
                </c:pt>
                <c:pt idx="9944">
                  <c:v>07-04-2022</c:v>
                </c:pt>
                <c:pt idx="9945">
                  <c:v>07-04-2022</c:v>
                </c:pt>
                <c:pt idx="9946">
                  <c:v>07-04-2022</c:v>
                </c:pt>
                <c:pt idx="9947">
                  <c:v>07-04-2022</c:v>
                </c:pt>
                <c:pt idx="9948">
                  <c:v>07-04-2022</c:v>
                </c:pt>
                <c:pt idx="9949">
                  <c:v>07-04-2022</c:v>
                </c:pt>
                <c:pt idx="9950">
                  <c:v>07-04-2022</c:v>
                </c:pt>
                <c:pt idx="9951">
                  <c:v>07-04-2022</c:v>
                </c:pt>
                <c:pt idx="9952">
                  <c:v>07-04-2022</c:v>
                </c:pt>
                <c:pt idx="9953">
                  <c:v>07-04-2022</c:v>
                </c:pt>
                <c:pt idx="9954">
                  <c:v>07-04-2022</c:v>
                </c:pt>
                <c:pt idx="9955">
                  <c:v>07-04-2022</c:v>
                </c:pt>
                <c:pt idx="9956">
                  <c:v>07-04-2022</c:v>
                </c:pt>
                <c:pt idx="9957">
                  <c:v>07-04-2022</c:v>
                </c:pt>
                <c:pt idx="9958">
                  <c:v>07-04-2022</c:v>
                </c:pt>
                <c:pt idx="9959">
                  <c:v>07-04-2022</c:v>
                </c:pt>
                <c:pt idx="9960">
                  <c:v>07-04-2022</c:v>
                </c:pt>
                <c:pt idx="9961">
                  <c:v>07-04-2022</c:v>
                </c:pt>
                <c:pt idx="9962">
                  <c:v>07-04-2022</c:v>
                </c:pt>
                <c:pt idx="9963">
                  <c:v>07-04-2022</c:v>
                </c:pt>
                <c:pt idx="9964">
                  <c:v>07-04-2022</c:v>
                </c:pt>
                <c:pt idx="9965">
                  <c:v>07-04-2022</c:v>
                </c:pt>
                <c:pt idx="9966">
                  <c:v>07-04-2022</c:v>
                </c:pt>
                <c:pt idx="9967">
                  <c:v>07-04-2022</c:v>
                </c:pt>
                <c:pt idx="9968">
                  <c:v>07-04-2022</c:v>
                </c:pt>
                <c:pt idx="9969">
                  <c:v>07-04-2022</c:v>
                </c:pt>
                <c:pt idx="9970">
                  <c:v>07-04-2022</c:v>
                </c:pt>
                <c:pt idx="9971">
                  <c:v>08-04-2022</c:v>
                </c:pt>
                <c:pt idx="9972">
                  <c:v>08-04-2022</c:v>
                </c:pt>
                <c:pt idx="9973">
                  <c:v>08-04-2022</c:v>
                </c:pt>
                <c:pt idx="9974">
                  <c:v>08-04-2022</c:v>
                </c:pt>
                <c:pt idx="9975">
                  <c:v>08-04-2022</c:v>
                </c:pt>
                <c:pt idx="9976">
                  <c:v>08-04-2022</c:v>
                </c:pt>
                <c:pt idx="9977">
                  <c:v>08-04-2022</c:v>
                </c:pt>
                <c:pt idx="9978">
                  <c:v>08-04-2022</c:v>
                </c:pt>
                <c:pt idx="9979">
                  <c:v>08-04-2022</c:v>
                </c:pt>
                <c:pt idx="9980">
                  <c:v>08-04-2022</c:v>
                </c:pt>
                <c:pt idx="9981">
                  <c:v>08-04-2022</c:v>
                </c:pt>
                <c:pt idx="9982">
                  <c:v>08-04-2022</c:v>
                </c:pt>
                <c:pt idx="9983">
                  <c:v>08-04-2022</c:v>
                </c:pt>
                <c:pt idx="9984">
                  <c:v>08-04-2022</c:v>
                </c:pt>
                <c:pt idx="9985">
                  <c:v>08-04-2022</c:v>
                </c:pt>
                <c:pt idx="9986">
                  <c:v>08-04-2022</c:v>
                </c:pt>
                <c:pt idx="9987">
                  <c:v>08-04-2022</c:v>
                </c:pt>
                <c:pt idx="9988">
                  <c:v>08-04-2022</c:v>
                </c:pt>
                <c:pt idx="9989">
                  <c:v>08-04-2022</c:v>
                </c:pt>
                <c:pt idx="9990">
                  <c:v>08-04-2022</c:v>
                </c:pt>
                <c:pt idx="9991">
                  <c:v>08-04-2022</c:v>
                </c:pt>
                <c:pt idx="9992">
                  <c:v>08-04-2022</c:v>
                </c:pt>
                <c:pt idx="9993">
                  <c:v>08-04-2022</c:v>
                </c:pt>
                <c:pt idx="9994">
                  <c:v>08-04-2022</c:v>
                </c:pt>
                <c:pt idx="9995">
                  <c:v>08-04-2022</c:v>
                </c:pt>
                <c:pt idx="9996">
                  <c:v>08-04-2022</c:v>
                </c:pt>
                <c:pt idx="9997">
                  <c:v>08-04-2022</c:v>
                </c:pt>
                <c:pt idx="9998">
                  <c:v>08-04-2022</c:v>
                </c:pt>
                <c:pt idx="9999">
                  <c:v>08-04-2022</c:v>
                </c:pt>
                <c:pt idx="10000">
                  <c:v>08-04-2022</c:v>
                </c:pt>
                <c:pt idx="10001">
                  <c:v>08-04-2022</c:v>
                </c:pt>
                <c:pt idx="10002">
                  <c:v>08-04-2022</c:v>
                </c:pt>
                <c:pt idx="10003">
                  <c:v>08-04-2022</c:v>
                </c:pt>
                <c:pt idx="10004">
                  <c:v>08-04-2022</c:v>
                </c:pt>
                <c:pt idx="10005">
                  <c:v>08-04-2022</c:v>
                </c:pt>
                <c:pt idx="10006">
                  <c:v>08-04-2022</c:v>
                </c:pt>
                <c:pt idx="10007">
                  <c:v>08-04-2022</c:v>
                </c:pt>
                <c:pt idx="10008">
                  <c:v>08-04-2022</c:v>
                </c:pt>
                <c:pt idx="10009">
                  <c:v>08-04-2022</c:v>
                </c:pt>
                <c:pt idx="10010">
                  <c:v>08-04-2022</c:v>
                </c:pt>
                <c:pt idx="10011">
                  <c:v>09-04-2022</c:v>
                </c:pt>
                <c:pt idx="10012">
                  <c:v>09-04-2022</c:v>
                </c:pt>
                <c:pt idx="10013">
                  <c:v>09-04-2022</c:v>
                </c:pt>
                <c:pt idx="10014">
                  <c:v>09-04-2022</c:v>
                </c:pt>
                <c:pt idx="10015">
                  <c:v>09-04-2022</c:v>
                </c:pt>
                <c:pt idx="10016">
                  <c:v>09-04-2022</c:v>
                </c:pt>
                <c:pt idx="10017">
                  <c:v>09-04-2022</c:v>
                </c:pt>
                <c:pt idx="10018">
                  <c:v>09-04-2022</c:v>
                </c:pt>
                <c:pt idx="10019">
                  <c:v>09-04-2022</c:v>
                </c:pt>
                <c:pt idx="10020">
                  <c:v>09-04-2022</c:v>
                </c:pt>
                <c:pt idx="10021">
                  <c:v>09-04-2022</c:v>
                </c:pt>
                <c:pt idx="10022">
                  <c:v>09-04-2022</c:v>
                </c:pt>
                <c:pt idx="10023">
                  <c:v>09-04-2022</c:v>
                </c:pt>
                <c:pt idx="10024">
                  <c:v>09-04-2022</c:v>
                </c:pt>
                <c:pt idx="10025">
                  <c:v>09-04-2022</c:v>
                </c:pt>
                <c:pt idx="10026">
                  <c:v>09-04-2022</c:v>
                </c:pt>
                <c:pt idx="10027">
                  <c:v>09-04-2022</c:v>
                </c:pt>
                <c:pt idx="10028">
                  <c:v>09-04-2022</c:v>
                </c:pt>
                <c:pt idx="10029">
                  <c:v>09-04-2022</c:v>
                </c:pt>
                <c:pt idx="10030">
                  <c:v>09-04-2022</c:v>
                </c:pt>
                <c:pt idx="10031">
                  <c:v>09-04-2022</c:v>
                </c:pt>
                <c:pt idx="10032">
                  <c:v>09-04-2022</c:v>
                </c:pt>
                <c:pt idx="10033">
                  <c:v>09-04-2022</c:v>
                </c:pt>
                <c:pt idx="10034">
                  <c:v>09-04-2022</c:v>
                </c:pt>
                <c:pt idx="10035">
                  <c:v>09-04-2022</c:v>
                </c:pt>
                <c:pt idx="10036">
                  <c:v>09-04-2022</c:v>
                </c:pt>
                <c:pt idx="10037">
                  <c:v>09-04-2022</c:v>
                </c:pt>
                <c:pt idx="10038">
                  <c:v>09-04-2022</c:v>
                </c:pt>
                <c:pt idx="10039">
                  <c:v>09-04-2022</c:v>
                </c:pt>
                <c:pt idx="10040">
                  <c:v>09-04-2022</c:v>
                </c:pt>
                <c:pt idx="10041">
                  <c:v>09-04-2022</c:v>
                </c:pt>
                <c:pt idx="10042">
                  <c:v>09-04-2022</c:v>
                </c:pt>
                <c:pt idx="10043">
                  <c:v>09-04-2022</c:v>
                </c:pt>
                <c:pt idx="10044">
                  <c:v>09-04-2022</c:v>
                </c:pt>
                <c:pt idx="10045">
                  <c:v>09-04-2022</c:v>
                </c:pt>
                <c:pt idx="10046">
                  <c:v>09-04-2022</c:v>
                </c:pt>
                <c:pt idx="10047">
                  <c:v>09-04-2022</c:v>
                </c:pt>
                <c:pt idx="10048">
                  <c:v>09-04-2022</c:v>
                </c:pt>
                <c:pt idx="10049">
                  <c:v>09-04-2022</c:v>
                </c:pt>
                <c:pt idx="10050">
                  <c:v>09-04-2022</c:v>
                </c:pt>
                <c:pt idx="10051">
                  <c:v>10-04-2022</c:v>
                </c:pt>
                <c:pt idx="10052">
                  <c:v>10-04-2022</c:v>
                </c:pt>
                <c:pt idx="10053">
                  <c:v>10-04-2022</c:v>
                </c:pt>
                <c:pt idx="10054">
                  <c:v>10-04-2022</c:v>
                </c:pt>
                <c:pt idx="10055">
                  <c:v>10-04-2022</c:v>
                </c:pt>
                <c:pt idx="10056">
                  <c:v>10-04-2022</c:v>
                </c:pt>
                <c:pt idx="10057">
                  <c:v>10-04-2022</c:v>
                </c:pt>
                <c:pt idx="10058">
                  <c:v>10-04-2022</c:v>
                </c:pt>
                <c:pt idx="10059">
                  <c:v>10-04-2022</c:v>
                </c:pt>
                <c:pt idx="10060">
                  <c:v>10-04-2022</c:v>
                </c:pt>
                <c:pt idx="10061">
                  <c:v>10-04-2022</c:v>
                </c:pt>
                <c:pt idx="10062">
                  <c:v>10-04-2022</c:v>
                </c:pt>
                <c:pt idx="10063">
                  <c:v>10-04-2022</c:v>
                </c:pt>
                <c:pt idx="10064">
                  <c:v>10-04-2022</c:v>
                </c:pt>
                <c:pt idx="10065">
                  <c:v>10-04-2022</c:v>
                </c:pt>
                <c:pt idx="10066">
                  <c:v>10-04-2022</c:v>
                </c:pt>
                <c:pt idx="10067">
                  <c:v>10-04-2022</c:v>
                </c:pt>
                <c:pt idx="10068">
                  <c:v>10-04-2022</c:v>
                </c:pt>
                <c:pt idx="10069">
                  <c:v>10-04-2022</c:v>
                </c:pt>
                <c:pt idx="10070">
                  <c:v>10-04-2022</c:v>
                </c:pt>
                <c:pt idx="10071">
                  <c:v>10-04-2022</c:v>
                </c:pt>
                <c:pt idx="10072">
                  <c:v>10-04-2022</c:v>
                </c:pt>
                <c:pt idx="10073">
                  <c:v>10-04-2022</c:v>
                </c:pt>
                <c:pt idx="10074">
                  <c:v>10-04-2022</c:v>
                </c:pt>
                <c:pt idx="10075">
                  <c:v>10-04-2022</c:v>
                </c:pt>
                <c:pt idx="10076">
                  <c:v>10-04-2022</c:v>
                </c:pt>
                <c:pt idx="10077">
                  <c:v>10-04-2022</c:v>
                </c:pt>
                <c:pt idx="10078">
                  <c:v>10-04-2022</c:v>
                </c:pt>
                <c:pt idx="10079">
                  <c:v>10-04-2022</c:v>
                </c:pt>
                <c:pt idx="10080">
                  <c:v>10-04-2022</c:v>
                </c:pt>
                <c:pt idx="10081">
                  <c:v>10-04-2022</c:v>
                </c:pt>
                <c:pt idx="10082">
                  <c:v>10-04-2022</c:v>
                </c:pt>
                <c:pt idx="10083">
                  <c:v>10-04-2022</c:v>
                </c:pt>
                <c:pt idx="10084">
                  <c:v>10-04-2022</c:v>
                </c:pt>
                <c:pt idx="10085">
                  <c:v>10-04-2022</c:v>
                </c:pt>
                <c:pt idx="10086">
                  <c:v>10-04-2022</c:v>
                </c:pt>
                <c:pt idx="10087">
                  <c:v>10-04-2022</c:v>
                </c:pt>
                <c:pt idx="10088">
                  <c:v>10-04-2022</c:v>
                </c:pt>
                <c:pt idx="10089">
                  <c:v>10-04-2022</c:v>
                </c:pt>
                <c:pt idx="10090">
                  <c:v>10-04-2022</c:v>
                </c:pt>
                <c:pt idx="10091">
                  <c:v>10-04-2022</c:v>
                </c:pt>
                <c:pt idx="10092">
                  <c:v>10-04-2022</c:v>
                </c:pt>
                <c:pt idx="10093">
                  <c:v>10-04-2022</c:v>
                </c:pt>
                <c:pt idx="10094">
                  <c:v>10-04-2022</c:v>
                </c:pt>
                <c:pt idx="10095">
                  <c:v>10-04-2022</c:v>
                </c:pt>
                <c:pt idx="10096">
                  <c:v>10-04-2022</c:v>
                </c:pt>
                <c:pt idx="10097">
                  <c:v>10-04-2022</c:v>
                </c:pt>
                <c:pt idx="10098">
                  <c:v>10-04-2022</c:v>
                </c:pt>
                <c:pt idx="10099">
                  <c:v>10-04-2022</c:v>
                </c:pt>
                <c:pt idx="10100">
                  <c:v>11-04-2022</c:v>
                </c:pt>
                <c:pt idx="10101">
                  <c:v>11-04-2022</c:v>
                </c:pt>
                <c:pt idx="10102">
                  <c:v>11-04-2022</c:v>
                </c:pt>
                <c:pt idx="10103">
                  <c:v>11-04-2022</c:v>
                </c:pt>
                <c:pt idx="10104">
                  <c:v>11-04-2022</c:v>
                </c:pt>
                <c:pt idx="10105">
                  <c:v>11-04-2022</c:v>
                </c:pt>
                <c:pt idx="10106">
                  <c:v>11-04-2022</c:v>
                </c:pt>
                <c:pt idx="10107">
                  <c:v>11-04-2022</c:v>
                </c:pt>
                <c:pt idx="10108">
                  <c:v>11-04-2022</c:v>
                </c:pt>
                <c:pt idx="10109">
                  <c:v>11-04-2022</c:v>
                </c:pt>
                <c:pt idx="10110">
                  <c:v>11-04-2022</c:v>
                </c:pt>
                <c:pt idx="10111">
                  <c:v>11-04-2022</c:v>
                </c:pt>
                <c:pt idx="10112">
                  <c:v>11-04-2022</c:v>
                </c:pt>
                <c:pt idx="10113">
                  <c:v>11-04-2022</c:v>
                </c:pt>
                <c:pt idx="10114">
                  <c:v>11-04-2022</c:v>
                </c:pt>
                <c:pt idx="10115">
                  <c:v>11-04-2022</c:v>
                </c:pt>
                <c:pt idx="10116">
                  <c:v>11-04-2022</c:v>
                </c:pt>
                <c:pt idx="10117">
                  <c:v>11-04-2022</c:v>
                </c:pt>
                <c:pt idx="10118">
                  <c:v>11-04-2022</c:v>
                </c:pt>
                <c:pt idx="10119">
                  <c:v>11-04-2022</c:v>
                </c:pt>
                <c:pt idx="10120">
                  <c:v>11-04-2022</c:v>
                </c:pt>
                <c:pt idx="10121">
                  <c:v>11-04-2022</c:v>
                </c:pt>
                <c:pt idx="10122">
                  <c:v>11-04-2022</c:v>
                </c:pt>
                <c:pt idx="10123">
                  <c:v>11-04-2022</c:v>
                </c:pt>
                <c:pt idx="10124">
                  <c:v>11-04-2022</c:v>
                </c:pt>
                <c:pt idx="10125">
                  <c:v>11-04-2022</c:v>
                </c:pt>
                <c:pt idx="10126">
                  <c:v>11-04-2022</c:v>
                </c:pt>
                <c:pt idx="10127">
                  <c:v>11-04-2022</c:v>
                </c:pt>
                <c:pt idx="10128">
                  <c:v>11-04-2022</c:v>
                </c:pt>
                <c:pt idx="10129">
                  <c:v>11-04-2022</c:v>
                </c:pt>
                <c:pt idx="10130">
                  <c:v>11-04-2022</c:v>
                </c:pt>
                <c:pt idx="10131">
                  <c:v>11-04-2022</c:v>
                </c:pt>
                <c:pt idx="10132">
                  <c:v>11-04-2022</c:v>
                </c:pt>
                <c:pt idx="10133">
                  <c:v>11-04-2022</c:v>
                </c:pt>
                <c:pt idx="10134">
                  <c:v>11-04-2022</c:v>
                </c:pt>
                <c:pt idx="10135">
                  <c:v>11-04-2022</c:v>
                </c:pt>
                <c:pt idx="10136">
                  <c:v>11-04-2022</c:v>
                </c:pt>
                <c:pt idx="10137">
                  <c:v>11-04-2022</c:v>
                </c:pt>
                <c:pt idx="10138">
                  <c:v>11-04-2022</c:v>
                </c:pt>
                <c:pt idx="10139">
                  <c:v>11-04-2022</c:v>
                </c:pt>
                <c:pt idx="10140">
                  <c:v>11-04-2022</c:v>
                </c:pt>
                <c:pt idx="10141">
                  <c:v>11-04-2022</c:v>
                </c:pt>
                <c:pt idx="10142">
                  <c:v>11-04-2022</c:v>
                </c:pt>
                <c:pt idx="10143">
                  <c:v>11-04-2022</c:v>
                </c:pt>
                <c:pt idx="10144">
                  <c:v>11-04-2022</c:v>
                </c:pt>
                <c:pt idx="10145">
                  <c:v>11-04-2022</c:v>
                </c:pt>
                <c:pt idx="10146">
                  <c:v>11-04-2022</c:v>
                </c:pt>
                <c:pt idx="10147">
                  <c:v>12-04-2022</c:v>
                </c:pt>
                <c:pt idx="10148">
                  <c:v>12-04-2022</c:v>
                </c:pt>
                <c:pt idx="10149">
                  <c:v>12-04-2022</c:v>
                </c:pt>
                <c:pt idx="10150">
                  <c:v>12-04-2022</c:v>
                </c:pt>
                <c:pt idx="10151">
                  <c:v>12-04-2022</c:v>
                </c:pt>
                <c:pt idx="10152">
                  <c:v>12-04-2022</c:v>
                </c:pt>
                <c:pt idx="10153">
                  <c:v>12-04-2022</c:v>
                </c:pt>
                <c:pt idx="10154">
                  <c:v>12-04-2022</c:v>
                </c:pt>
                <c:pt idx="10155">
                  <c:v>12-04-2022</c:v>
                </c:pt>
                <c:pt idx="10156">
                  <c:v>12-04-2022</c:v>
                </c:pt>
                <c:pt idx="10157">
                  <c:v>12-04-2022</c:v>
                </c:pt>
                <c:pt idx="10158">
                  <c:v>12-04-2022</c:v>
                </c:pt>
                <c:pt idx="10159">
                  <c:v>12-04-2022</c:v>
                </c:pt>
                <c:pt idx="10160">
                  <c:v>12-04-2022</c:v>
                </c:pt>
                <c:pt idx="10161">
                  <c:v>12-04-2022</c:v>
                </c:pt>
                <c:pt idx="10162">
                  <c:v>12-04-2022</c:v>
                </c:pt>
                <c:pt idx="10163">
                  <c:v>12-04-2022</c:v>
                </c:pt>
                <c:pt idx="10164">
                  <c:v>12-04-2022</c:v>
                </c:pt>
                <c:pt idx="10165">
                  <c:v>12-04-2022</c:v>
                </c:pt>
                <c:pt idx="10166">
                  <c:v>12-04-2022</c:v>
                </c:pt>
                <c:pt idx="10167">
                  <c:v>12-04-2022</c:v>
                </c:pt>
                <c:pt idx="10168">
                  <c:v>12-04-2022</c:v>
                </c:pt>
                <c:pt idx="10169">
                  <c:v>12-04-2022</c:v>
                </c:pt>
                <c:pt idx="10170">
                  <c:v>12-04-2022</c:v>
                </c:pt>
                <c:pt idx="10171">
                  <c:v>12-04-2022</c:v>
                </c:pt>
                <c:pt idx="10172">
                  <c:v>12-04-2022</c:v>
                </c:pt>
                <c:pt idx="10173">
                  <c:v>12-04-2022</c:v>
                </c:pt>
                <c:pt idx="10174">
                  <c:v>12-04-2022</c:v>
                </c:pt>
                <c:pt idx="10175">
                  <c:v>12-04-2022</c:v>
                </c:pt>
                <c:pt idx="10176">
                  <c:v>12-04-2022</c:v>
                </c:pt>
                <c:pt idx="10177">
                  <c:v>12-04-2022</c:v>
                </c:pt>
                <c:pt idx="10178">
                  <c:v>12-04-2022</c:v>
                </c:pt>
                <c:pt idx="10179">
                  <c:v>12-04-2022</c:v>
                </c:pt>
                <c:pt idx="10180">
                  <c:v>12-04-2022</c:v>
                </c:pt>
                <c:pt idx="10181">
                  <c:v>12-04-2022</c:v>
                </c:pt>
                <c:pt idx="10182">
                  <c:v>12-04-2022</c:v>
                </c:pt>
                <c:pt idx="10183">
                  <c:v>12-04-2022</c:v>
                </c:pt>
                <c:pt idx="10184">
                  <c:v>12-04-2022</c:v>
                </c:pt>
                <c:pt idx="10185">
                  <c:v>12-04-2022</c:v>
                </c:pt>
                <c:pt idx="10186">
                  <c:v>12-04-2022</c:v>
                </c:pt>
                <c:pt idx="10187">
                  <c:v>13-04-2022</c:v>
                </c:pt>
                <c:pt idx="10188">
                  <c:v>13-04-2022</c:v>
                </c:pt>
                <c:pt idx="10189">
                  <c:v>13-04-2022</c:v>
                </c:pt>
                <c:pt idx="10190">
                  <c:v>13-04-2022</c:v>
                </c:pt>
                <c:pt idx="10191">
                  <c:v>13-04-2022</c:v>
                </c:pt>
                <c:pt idx="10192">
                  <c:v>13-04-2022</c:v>
                </c:pt>
                <c:pt idx="10193">
                  <c:v>13-04-2022</c:v>
                </c:pt>
                <c:pt idx="10194">
                  <c:v>13-04-2022</c:v>
                </c:pt>
                <c:pt idx="10195">
                  <c:v>13-04-2022</c:v>
                </c:pt>
                <c:pt idx="10196">
                  <c:v>13-04-2022</c:v>
                </c:pt>
                <c:pt idx="10197">
                  <c:v>13-04-2022</c:v>
                </c:pt>
                <c:pt idx="10198">
                  <c:v>13-04-2022</c:v>
                </c:pt>
                <c:pt idx="10199">
                  <c:v>13-04-2022</c:v>
                </c:pt>
                <c:pt idx="10200">
                  <c:v>13-04-2022</c:v>
                </c:pt>
                <c:pt idx="10201">
                  <c:v>13-04-2022</c:v>
                </c:pt>
                <c:pt idx="10202">
                  <c:v>13-04-2022</c:v>
                </c:pt>
                <c:pt idx="10203">
                  <c:v>13-04-2022</c:v>
                </c:pt>
                <c:pt idx="10204">
                  <c:v>13-04-2022</c:v>
                </c:pt>
                <c:pt idx="10205">
                  <c:v>13-04-2022</c:v>
                </c:pt>
                <c:pt idx="10206">
                  <c:v>13-04-2022</c:v>
                </c:pt>
                <c:pt idx="10207">
                  <c:v>13-04-2022</c:v>
                </c:pt>
                <c:pt idx="10208">
                  <c:v>13-04-2022</c:v>
                </c:pt>
                <c:pt idx="10209">
                  <c:v>13-04-2022</c:v>
                </c:pt>
                <c:pt idx="10210">
                  <c:v>13-04-2022</c:v>
                </c:pt>
                <c:pt idx="10211">
                  <c:v>13-04-2022</c:v>
                </c:pt>
                <c:pt idx="10212">
                  <c:v>13-04-2022</c:v>
                </c:pt>
                <c:pt idx="10213">
                  <c:v>13-04-2022</c:v>
                </c:pt>
                <c:pt idx="10214">
                  <c:v>13-04-2022</c:v>
                </c:pt>
                <c:pt idx="10215">
                  <c:v>13-04-2022</c:v>
                </c:pt>
                <c:pt idx="10216">
                  <c:v>13-04-2022</c:v>
                </c:pt>
                <c:pt idx="10217">
                  <c:v>13-04-2022</c:v>
                </c:pt>
                <c:pt idx="10218">
                  <c:v>13-04-2022</c:v>
                </c:pt>
                <c:pt idx="10219">
                  <c:v>13-04-2022</c:v>
                </c:pt>
                <c:pt idx="10220">
                  <c:v>13-04-2022</c:v>
                </c:pt>
                <c:pt idx="10221">
                  <c:v>13-04-2022</c:v>
                </c:pt>
                <c:pt idx="10222">
                  <c:v>13-04-2022</c:v>
                </c:pt>
                <c:pt idx="10223">
                  <c:v>13-04-2022</c:v>
                </c:pt>
                <c:pt idx="10224">
                  <c:v>13-04-2022</c:v>
                </c:pt>
                <c:pt idx="10225">
                  <c:v>13-04-2022</c:v>
                </c:pt>
                <c:pt idx="10226">
                  <c:v>13-04-2022</c:v>
                </c:pt>
                <c:pt idx="10227">
                  <c:v>14-04-2022</c:v>
                </c:pt>
                <c:pt idx="10228">
                  <c:v>14-04-2022</c:v>
                </c:pt>
                <c:pt idx="10229">
                  <c:v>14-04-2022</c:v>
                </c:pt>
                <c:pt idx="10230">
                  <c:v>14-04-2022</c:v>
                </c:pt>
                <c:pt idx="10231">
                  <c:v>14-04-2022</c:v>
                </c:pt>
                <c:pt idx="10232">
                  <c:v>14-04-2022</c:v>
                </c:pt>
                <c:pt idx="10233">
                  <c:v>14-04-2022</c:v>
                </c:pt>
                <c:pt idx="10234">
                  <c:v>14-04-2022</c:v>
                </c:pt>
                <c:pt idx="10235">
                  <c:v>14-04-2022</c:v>
                </c:pt>
                <c:pt idx="10236">
                  <c:v>14-04-2022</c:v>
                </c:pt>
                <c:pt idx="10237">
                  <c:v>14-04-2022</c:v>
                </c:pt>
                <c:pt idx="10238">
                  <c:v>14-04-2022</c:v>
                </c:pt>
                <c:pt idx="10239">
                  <c:v>14-04-2022</c:v>
                </c:pt>
                <c:pt idx="10240">
                  <c:v>14-04-2022</c:v>
                </c:pt>
                <c:pt idx="10241">
                  <c:v>14-04-2022</c:v>
                </c:pt>
                <c:pt idx="10242">
                  <c:v>14-04-2022</c:v>
                </c:pt>
                <c:pt idx="10243">
                  <c:v>14-04-2022</c:v>
                </c:pt>
                <c:pt idx="10244">
                  <c:v>14-04-2022</c:v>
                </c:pt>
                <c:pt idx="10245">
                  <c:v>14-04-2022</c:v>
                </c:pt>
                <c:pt idx="10246">
                  <c:v>14-04-2022</c:v>
                </c:pt>
                <c:pt idx="10247">
                  <c:v>14-04-2022</c:v>
                </c:pt>
                <c:pt idx="10248">
                  <c:v>14-04-2022</c:v>
                </c:pt>
                <c:pt idx="10249">
                  <c:v>14-04-2022</c:v>
                </c:pt>
                <c:pt idx="10250">
                  <c:v>14-04-2022</c:v>
                </c:pt>
                <c:pt idx="10251">
                  <c:v>14-04-2022</c:v>
                </c:pt>
                <c:pt idx="10252">
                  <c:v>14-04-2022</c:v>
                </c:pt>
                <c:pt idx="10253">
                  <c:v>14-04-2022</c:v>
                </c:pt>
                <c:pt idx="10254">
                  <c:v>14-04-2022</c:v>
                </c:pt>
                <c:pt idx="10255">
                  <c:v>14-04-2022</c:v>
                </c:pt>
                <c:pt idx="10256">
                  <c:v>14-04-2022</c:v>
                </c:pt>
                <c:pt idx="10257">
                  <c:v>14-04-2022</c:v>
                </c:pt>
                <c:pt idx="10258">
                  <c:v>14-04-2022</c:v>
                </c:pt>
                <c:pt idx="10259">
                  <c:v>14-04-2022</c:v>
                </c:pt>
                <c:pt idx="10260">
                  <c:v>14-04-2022</c:v>
                </c:pt>
                <c:pt idx="10261">
                  <c:v>14-04-2022</c:v>
                </c:pt>
                <c:pt idx="10262">
                  <c:v>14-04-2022</c:v>
                </c:pt>
                <c:pt idx="10263">
                  <c:v>14-04-2022</c:v>
                </c:pt>
                <c:pt idx="10264">
                  <c:v>14-04-2022</c:v>
                </c:pt>
                <c:pt idx="10265">
                  <c:v>14-04-2022</c:v>
                </c:pt>
                <c:pt idx="10266">
                  <c:v>14-04-2022</c:v>
                </c:pt>
                <c:pt idx="10267">
                  <c:v>15-04-2022</c:v>
                </c:pt>
                <c:pt idx="10268">
                  <c:v>15-04-2022</c:v>
                </c:pt>
                <c:pt idx="10269">
                  <c:v>15-04-2022</c:v>
                </c:pt>
                <c:pt idx="10270">
                  <c:v>15-04-2022</c:v>
                </c:pt>
                <c:pt idx="10271">
                  <c:v>15-04-2022</c:v>
                </c:pt>
                <c:pt idx="10272">
                  <c:v>15-04-2022</c:v>
                </c:pt>
                <c:pt idx="10273">
                  <c:v>15-04-2022</c:v>
                </c:pt>
                <c:pt idx="10274">
                  <c:v>15-04-2022</c:v>
                </c:pt>
                <c:pt idx="10275">
                  <c:v>15-04-2022</c:v>
                </c:pt>
                <c:pt idx="10276">
                  <c:v>15-04-2022</c:v>
                </c:pt>
                <c:pt idx="10277">
                  <c:v>15-04-2022</c:v>
                </c:pt>
                <c:pt idx="10278">
                  <c:v>15-04-2022</c:v>
                </c:pt>
                <c:pt idx="10279">
                  <c:v>15-04-2022</c:v>
                </c:pt>
                <c:pt idx="10280">
                  <c:v>15-04-2022</c:v>
                </c:pt>
                <c:pt idx="10281">
                  <c:v>15-04-2022</c:v>
                </c:pt>
                <c:pt idx="10282">
                  <c:v>15-04-2022</c:v>
                </c:pt>
                <c:pt idx="10283">
                  <c:v>15-04-2022</c:v>
                </c:pt>
                <c:pt idx="10284">
                  <c:v>15-04-2022</c:v>
                </c:pt>
                <c:pt idx="10285">
                  <c:v>15-04-2022</c:v>
                </c:pt>
                <c:pt idx="10286">
                  <c:v>15-04-2022</c:v>
                </c:pt>
                <c:pt idx="10287">
                  <c:v>15-04-2022</c:v>
                </c:pt>
                <c:pt idx="10288">
                  <c:v>15-04-2022</c:v>
                </c:pt>
                <c:pt idx="10289">
                  <c:v>15-04-2022</c:v>
                </c:pt>
                <c:pt idx="10290">
                  <c:v>15-04-2022</c:v>
                </c:pt>
                <c:pt idx="10291">
                  <c:v>15-04-2022</c:v>
                </c:pt>
                <c:pt idx="10292">
                  <c:v>15-04-2022</c:v>
                </c:pt>
                <c:pt idx="10293">
                  <c:v>15-04-2022</c:v>
                </c:pt>
                <c:pt idx="10294">
                  <c:v>15-04-2022</c:v>
                </c:pt>
                <c:pt idx="10295">
                  <c:v>15-04-2022</c:v>
                </c:pt>
                <c:pt idx="10296">
                  <c:v>15-04-2022</c:v>
                </c:pt>
                <c:pt idx="10297">
                  <c:v>15-04-2022</c:v>
                </c:pt>
                <c:pt idx="10298">
                  <c:v>15-04-2022</c:v>
                </c:pt>
                <c:pt idx="10299">
                  <c:v>15-04-2022</c:v>
                </c:pt>
                <c:pt idx="10300">
                  <c:v>15-04-2022</c:v>
                </c:pt>
                <c:pt idx="10301">
                  <c:v>15-04-2022</c:v>
                </c:pt>
                <c:pt idx="10302">
                  <c:v>15-04-2022</c:v>
                </c:pt>
                <c:pt idx="10303">
                  <c:v>15-04-2022</c:v>
                </c:pt>
                <c:pt idx="10304">
                  <c:v>15-04-2022</c:v>
                </c:pt>
                <c:pt idx="10305">
                  <c:v>15-04-2022</c:v>
                </c:pt>
                <c:pt idx="10306">
                  <c:v>15-04-2022</c:v>
                </c:pt>
                <c:pt idx="10307">
                  <c:v>16-04-2022</c:v>
                </c:pt>
                <c:pt idx="10308">
                  <c:v>16-04-2022</c:v>
                </c:pt>
                <c:pt idx="10309">
                  <c:v>16-04-2022</c:v>
                </c:pt>
                <c:pt idx="10310">
                  <c:v>16-04-2022</c:v>
                </c:pt>
                <c:pt idx="10311">
                  <c:v>16-04-2022</c:v>
                </c:pt>
                <c:pt idx="10312">
                  <c:v>16-04-2022</c:v>
                </c:pt>
                <c:pt idx="10313">
                  <c:v>16-04-2022</c:v>
                </c:pt>
                <c:pt idx="10314">
                  <c:v>16-04-2022</c:v>
                </c:pt>
                <c:pt idx="10315">
                  <c:v>16-04-2022</c:v>
                </c:pt>
                <c:pt idx="10316">
                  <c:v>16-04-2022</c:v>
                </c:pt>
                <c:pt idx="10317">
                  <c:v>16-04-2022</c:v>
                </c:pt>
                <c:pt idx="10318">
                  <c:v>16-04-2022</c:v>
                </c:pt>
                <c:pt idx="10319">
                  <c:v>16-04-2022</c:v>
                </c:pt>
                <c:pt idx="10320">
                  <c:v>16-04-2022</c:v>
                </c:pt>
                <c:pt idx="10321">
                  <c:v>16-04-2022</c:v>
                </c:pt>
                <c:pt idx="10322">
                  <c:v>16-04-2022</c:v>
                </c:pt>
                <c:pt idx="10323">
                  <c:v>16-04-2022</c:v>
                </c:pt>
                <c:pt idx="10324">
                  <c:v>16-04-2022</c:v>
                </c:pt>
                <c:pt idx="10325">
                  <c:v>16-04-2022</c:v>
                </c:pt>
                <c:pt idx="10326">
                  <c:v>16-04-2022</c:v>
                </c:pt>
                <c:pt idx="10327">
                  <c:v>16-04-2022</c:v>
                </c:pt>
                <c:pt idx="10328">
                  <c:v>16-04-2022</c:v>
                </c:pt>
                <c:pt idx="10329">
                  <c:v>16-04-2022</c:v>
                </c:pt>
                <c:pt idx="10330">
                  <c:v>16-04-2022</c:v>
                </c:pt>
                <c:pt idx="10331">
                  <c:v>16-04-2022</c:v>
                </c:pt>
                <c:pt idx="10332">
                  <c:v>16-04-2022</c:v>
                </c:pt>
                <c:pt idx="10333">
                  <c:v>16-04-2022</c:v>
                </c:pt>
                <c:pt idx="10334">
                  <c:v>16-04-2022</c:v>
                </c:pt>
                <c:pt idx="10335">
                  <c:v>16-04-2022</c:v>
                </c:pt>
                <c:pt idx="10336">
                  <c:v>16-04-2022</c:v>
                </c:pt>
                <c:pt idx="10337">
                  <c:v>16-04-2022</c:v>
                </c:pt>
                <c:pt idx="10338">
                  <c:v>16-04-2022</c:v>
                </c:pt>
                <c:pt idx="10339">
                  <c:v>16-04-2022</c:v>
                </c:pt>
                <c:pt idx="10340">
                  <c:v>16-04-2022</c:v>
                </c:pt>
                <c:pt idx="10341">
                  <c:v>16-04-2022</c:v>
                </c:pt>
                <c:pt idx="10342">
                  <c:v>16-04-2022</c:v>
                </c:pt>
                <c:pt idx="10343">
                  <c:v>16-04-2022</c:v>
                </c:pt>
                <c:pt idx="10344">
                  <c:v>16-04-2022</c:v>
                </c:pt>
                <c:pt idx="10345">
                  <c:v>16-04-2022</c:v>
                </c:pt>
                <c:pt idx="10346">
                  <c:v>16-04-2022</c:v>
                </c:pt>
                <c:pt idx="10347">
                  <c:v>17-04-2022</c:v>
                </c:pt>
                <c:pt idx="10348">
                  <c:v>17-04-2022</c:v>
                </c:pt>
                <c:pt idx="10349">
                  <c:v>17-04-2022</c:v>
                </c:pt>
                <c:pt idx="10350">
                  <c:v>17-04-2022</c:v>
                </c:pt>
                <c:pt idx="10351">
                  <c:v>17-04-2022</c:v>
                </c:pt>
                <c:pt idx="10352">
                  <c:v>17-04-2022</c:v>
                </c:pt>
                <c:pt idx="10353">
                  <c:v>17-04-2022</c:v>
                </c:pt>
                <c:pt idx="10354">
                  <c:v>17-04-2022</c:v>
                </c:pt>
                <c:pt idx="10355">
                  <c:v>17-04-2022</c:v>
                </c:pt>
                <c:pt idx="10356">
                  <c:v>17-04-2022</c:v>
                </c:pt>
                <c:pt idx="10357">
                  <c:v>17-04-2022</c:v>
                </c:pt>
                <c:pt idx="10358">
                  <c:v>17-04-2022</c:v>
                </c:pt>
                <c:pt idx="10359">
                  <c:v>17-04-2022</c:v>
                </c:pt>
                <c:pt idx="10360">
                  <c:v>17-04-2022</c:v>
                </c:pt>
                <c:pt idx="10361">
                  <c:v>17-04-2022</c:v>
                </c:pt>
                <c:pt idx="10362">
                  <c:v>17-04-2022</c:v>
                </c:pt>
                <c:pt idx="10363">
                  <c:v>17-04-2022</c:v>
                </c:pt>
                <c:pt idx="10364">
                  <c:v>17-04-2022</c:v>
                </c:pt>
                <c:pt idx="10365">
                  <c:v>17-04-2022</c:v>
                </c:pt>
                <c:pt idx="10366">
                  <c:v>17-04-2022</c:v>
                </c:pt>
                <c:pt idx="10367">
                  <c:v>17-04-2022</c:v>
                </c:pt>
                <c:pt idx="10368">
                  <c:v>17-04-2022</c:v>
                </c:pt>
                <c:pt idx="10369">
                  <c:v>17-04-2022</c:v>
                </c:pt>
                <c:pt idx="10370">
                  <c:v>17-04-2022</c:v>
                </c:pt>
                <c:pt idx="10371">
                  <c:v>17-04-2022</c:v>
                </c:pt>
                <c:pt idx="10372">
                  <c:v>17-04-2022</c:v>
                </c:pt>
                <c:pt idx="10373">
                  <c:v>17-04-2022</c:v>
                </c:pt>
                <c:pt idx="10374">
                  <c:v>17-04-2022</c:v>
                </c:pt>
                <c:pt idx="10375">
                  <c:v>17-04-2022</c:v>
                </c:pt>
                <c:pt idx="10376">
                  <c:v>17-04-2022</c:v>
                </c:pt>
                <c:pt idx="10377">
                  <c:v>17-04-2022</c:v>
                </c:pt>
                <c:pt idx="10378">
                  <c:v>17-04-2022</c:v>
                </c:pt>
                <c:pt idx="10379">
                  <c:v>17-04-2022</c:v>
                </c:pt>
                <c:pt idx="10380">
                  <c:v>17-04-2022</c:v>
                </c:pt>
                <c:pt idx="10381">
                  <c:v>17-04-2022</c:v>
                </c:pt>
                <c:pt idx="10382">
                  <c:v>17-04-2022</c:v>
                </c:pt>
                <c:pt idx="10383">
                  <c:v>17-04-2022</c:v>
                </c:pt>
                <c:pt idx="10384">
                  <c:v>17-04-2022</c:v>
                </c:pt>
                <c:pt idx="10385">
                  <c:v>17-04-2022</c:v>
                </c:pt>
                <c:pt idx="10386">
                  <c:v>17-04-2022</c:v>
                </c:pt>
                <c:pt idx="10387">
                  <c:v>18-04-2022</c:v>
                </c:pt>
                <c:pt idx="10388">
                  <c:v>18-04-2022</c:v>
                </c:pt>
                <c:pt idx="10389">
                  <c:v>18-04-2022</c:v>
                </c:pt>
                <c:pt idx="10390">
                  <c:v>18-04-2022</c:v>
                </c:pt>
                <c:pt idx="10391">
                  <c:v>18-04-2022</c:v>
                </c:pt>
                <c:pt idx="10392">
                  <c:v>18-04-2022</c:v>
                </c:pt>
                <c:pt idx="10393">
                  <c:v>18-04-2022</c:v>
                </c:pt>
                <c:pt idx="10394">
                  <c:v>18-04-2022</c:v>
                </c:pt>
                <c:pt idx="10395">
                  <c:v>18-04-2022</c:v>
                </c:pt>
                <c:pt idx="10396">
                  <c:v>18-04-2022</c:v>
                </c:pt>
                <c:pt idx="10397">
                  <c:v>18-04-2022</c:v>
                </c:pt>
                <c:pt idx="10398">
                  <c:v>18-04-2022</c:v>
                </c:pt>
                <c:pt idx="10399">
                  <c:v>18-04-2022</c:v>
                </c:pt>
                <c:pt idx="10400">
                  <c:v>18-04-2022</c:v>
                </c:pt>
                <c:pt idx="10401">
                  <c:v>18-04-2022</c:v>
                </c:pt>
                <c:pt idx="10402">
                  <c:v>18-04-2022</c:v>
                </c:pt>
                <c:pt idx="10403">
                  <c:v>18-04-2022</c:v>
                </c:pt>
                <c:pt idx="10404">
                  <c:v>18-04-2022</c:v>
                </c:pt>
                <c:pt idx="10405">
                  <c:v>18-04-2022</c:v>
                </c:pt>
                <c:pt idx="10406">
                  <c:v>18-04-2022</c:v>
                </c:pt>
                <c:pt idx="10407">
                  <c:v>18-04-2022</c:v>
                </c:pt>
                <c:pt idx="10408">
                  <c:v>18-04-2022</c:v>
                </c:pt>
                <c:pt idx="10409">
                  <c:v>18-04-2022</c:v>
                </c:pt>
                <c:pt idx="10410">
                  <c:v>18-04-2022</c:v>
                </c:pt>
                <c:pt idx="10411">
                  <c:v>18-04-2022</c:v>
                </c:pt>
                <c:pt idx="10412">
                  <c:v>18-04-2022</c:v>
                </c:pt>
                <c:pt idx="10413">
                  <c:v>18-04-2022</c:v>
                </c:pt>
                <c:pt idx="10414">
                  <c:v>18-04-2022</c:v>
                </c:pt>
                <c:pt idx="10415">
                  <c:v>18-04-2022</c:v>
                </c:pt>
                <c:pt idx="10416">
                  <c:v>18-04-2022</c:v>
                </c:pt>
                <c:pt idx="10417">
                  <c:v>18-04-2022</c:v>
                </c:pt>
                <c:pt idx="10418">
                  <c:v>18-04-2022</c:v>
                </c:pt>
                <c:pt idx="10419">
                  <c:v>18-04-2022</c:v>
                </c:pt>
                <c:pt idx="10420">
                  <c:v>18-04-2022</c:v>
                </c:pt>
                <c:pt idx="10421">
                  <c:v>18-04-2022</c:v>
                </c:pt>
                <c:pt idx="10422">
                  <c:v>18-04-2022</c:v>
                </c:pt>
                <c:pt idx="10423">
                  <c:v>18-04-2022</c:v>
                </c:pt>
                <c:pt idx="10424">
                  <c:v>18-04-2022</c:v>
                </c:pt>
                <c:pt idx="10425">
                  <c:v>18-04-2022</c:v>
                </c:pt>
                <c:pt idx="10426">
                  <c:v>18-04-2022</c:v>
                </c:pt>
                <c:pt idx="10427">
                  <c:v>19-04-2022</c:v>
                </c:pt>
                <c:pt idx="10428">
                  <c:v>19-04-2022</c:v>
                </c:pt>
                <c:pt idx="10429">
                  <c:v>19-04-2022</c:v>
                </c:pt>
                <c:pt idx="10430">
                  <c:v>19-04-2022</c:v>
                </c:pt>
                <c:pt idx="10431">
                  <c:v>19-04-2022</c:v>
                </c:pt>
                <c:pt idx="10432">
                  <c:v>19-04-2022</c:v>
                </c:pt>
                <c:pt idx="10433">
                  <c:v>19-04-2022</c:v>
                </c:pt>
                <c:pt idx="10434">
                  <c:v>19-04-2022</c:v>
                </c:pt>
                <c:pt idx="10435">
                  <c:v>19-04-2022</c:v>
                </c:pt>
                <c:pt idx="10436">
                  <c:v>19-04-2022</c:v>
                </c:pt>
                <c:pt idx="10437">
                  <c:v>19-04-2022</c:v>
                </c:pt>
                <c:pt idx="10438">
                  <c:v>19-04-2022</c:v>
                </c:pt>
                <c:pt idx="10439">
                  <c:v>19-04-2022</c:v>
                </c:pt>
                <c:pt idx="10440">
                  <c:v>19-04-2022</c:v>
                </c:pt>
                <c:pt idx="10441">
                  <c:v>19-04-2022</c:v>
                </c:pt>
                <c:pt idx="10442">
                  <c:v>19-04-2022</c:v>
                </c:pt>
                <c:pt idx="10443">
                  <c:v>19-04-2022</c:v>
                </c:pt>
                <c:pt idx="10444">
                  <c:v>19-04-2022</c:v>
                </c:pt>
                <c:pt idx="10445">
                  <c:v>19-04-2022</c:v>
                </c:pt>
                <c:pt idx="10446">
                  <c:v>19-04-2022</c:v>
                </c:pt>
                <c:pt idx="10447">
                  <c:v>19-04-2022</c:v>
                </c:pt>
                <c:pt idx="10448">
                  <c:v>19-04-2022</c:v>
                </c:pt>
                <c:pt idx="10449">
                  <c:v>19-04-2022</c:v>
                </c:pt>
                <c:pt idx="10450">
                  <c:v>19-04-2022</c:v>
                </c:pt>
                <c:pt idx="10451">
                  <c:v>19-04-2022</c:v>
                </c:pt>
                <c:pt idx="10452">
                  <c:v>19-04-2022</c:v>
                </c:pt>
                <c:pt idx="10453">
                  <c:v>19-04-2022</c:v>
                </c:pt>
                <c:pt idx="10454">
                  <c:v>19-04-2022</c:v>
                </c:pt>
                <c:pt idx="10455">
                  <c:v>19-04-2022</c:v>
                </c:pt>
                <c:pt idx="10456">
                  <c:v>19-04-2022</c:v>
                </c:pt>
                <c:pt idx="10457">
                  <c:v>19-04-2022</c:v>
                </c:pt>
                <c:pt idx="10458">
                  <c:v>19-04-2022</c:v>
                </c:pt>
                <c:pt idx="10459">
                  <c:v>19-04-2022</c:v>
                </c:pt>
                <c:pt idx="10460">
                  <c:v>19-04-2022</c:v>
                </c:pt>
                <c:pt idx="10461">
                  <c:v>19-04-2022</c:v>
                </c:pt>
                <c:pt idx="10462">
                  <c:v>19-04-2022</c:v>
                </c:pt>
                <c:pt idx="10463">
                  <c:v>19-04-2022</c:v>
                </c:pt>
                <c:pt idx="10464">
                  <c:v>19-04-2022</c:v>
                </c:pt>
                <c:pt idx="10465">
                  <c:v>19-04-2022</c:v>
                </c:pt>
                <c:pt idx="10466">
                  <c:v>19-04-2022</c:v>
                </c:pt>
                <c:pt idx="10467">
                  <c:v>20-04-2022</c:v>
                </c:pt>
                <c:pt idx="10468">
                  <c:v>20-04-2022</c:v>
                </c:pt>
                <c:pt idx="10469">
                  <c:v>20-04-2022</c:v>
                </c:pt>
                <c:pt idx="10470">
                  <c:v>20-04-2022</c:v>
                </c:pt>
                <c:pt idx="10471">
                  <c:v>20-04-2022</c:v>
                </c:pt>
                <c:pt idx="10472">
                  <c:v>20-04-2022</c:v>
                </c:pt>
                <c:pt idx="10473">
                  <c:v>20-04-2022</c:v>
                </c:pt>
                <c:pt idx="10474">
                  <c:v>20-04-2022</c:v>
                </c:pt>
                <c:pt idx="10475">
                  <c:v>20-04-2022</c:v>
                </c:pt>
                <c:pt idx="10476">
                  <c:v>20-04-2022</c:v>
                </c:pt>
                <c:pt idx="10477">
                  <c:v>20-04-2022</c:v>
                </c:pt>
                <c:pt idx="10478">
                  <c:v>20-04-2022</c:v>
                </c:pt>
                <c:pt idx="10479">
                  <c:v>20-04-2022</c:v>
                </c:pt>
                <c:pt idx="10480">
                  <c:v>20-04-2022</c:v>
                </c:pt>
                <c:pt idx="10481">
                  <c:v>20-04-2022</c:v>
                </c:pt>
                <c:pt idx="10482">
                  <c:v>20-04-2022</c:v>
                </c:pt>
                <c:pt idx="10483">
                  <c:v>20-04-2022</c:v>
                </c:pt>
                <c:pt idx="10484">
                  <c:v>20-04-2022</c:v>
                </c:pt>
                <c:pt idx="10485">
                  <c:v>20-04-2022</c:v>
                </c:pt>
                <c:pt idx="10486">
                  <c:v>20-04-2022</c:v>
                </c:pt>
                <c:pt idx="10487">
                  <c:v>20-04-2022</c:v>
                </c:pt>
                <c:pt idx="10488">
                  <c:v>20-04-2022</c:v>
                </c:pt>
                <c:pt idx="10489">
                  <c:v>20-04-2022</c:v>
                </c:pt>
                <c:pt idx="10490">
                  <c:v>20-04-2022</c:v>
                </c:pt>
                <c:pt idx="10491">
                  <c:v>20-04-2022</c:v>
                </c:pt>
                <c:pt idx="10492">
                  <c:v>20-04-2022</c:v>
                </c:pt>
                <c:pt idx="10493">
                  <c:v>20-04-2022</c:v>
                </c:pt>
                <c:pt idx="10494">
                  <c:v>20-04-2022</c:v>
                </c:pt>
                <c:pt idx="10495">
                  <c:v>20-04-2022</c:v>
                </c:pt>
                <c:pt idx="10496">
                  <c:v>20-04-2022</c:v>
                </c:pt>
                <c:pt idx="10497">
                  <c:v>20-04-2022</c:v>
                </c:pt>
                <c:pt idx="10498">
                  <c:v>20-04-2022</c:v>
                </c:pt>
                <c:pt idx="10499">
                  <c:v>20-04-2022</c:v>
                </c:pt>
                <c:pt idx="10500">
                  <c:v>20-04-2022</c:v>
                </c:pt>
                <c:pt idx="10501">
                  <c:v>20-04-2022</c:v>
                </c:pt>
                <c:pt idx="10502">
                  <c:v>20-04-2022</c:v>
                </c:pt>
                <c:pt idx="10503">
                  <c:v>20-04-2022</c:v>
                </c:pt>
                <c:pt idx="10504">
                  <c:v>20-04-2022</c:v>
                </c:pt>
                <c:pt idx="10505">
                  <c:v>20-04-2022</c:v>
                </c:pt>
                <c:pt idx="10506">
                  <c:v>20-04-2022</c:v>
                </c:pt>
                <c:pt idx="10507">
                  <c:v>21-04-2022</c:v>
                </c:pt>
                <c:pt idx="10508">
                  <c:v>21-04-2022</c:v>
                </c:pt>
                <c:pt idx="10509">
                  <c:v>21-04-2022</c:v>
                </c:pt>
                <c:pt idx="10510">
                  <c:v>21-04-2022</c:v>
                </c:pt>
                <c:pt idx="10511">
                  <c:v>21-04-2022</c:v>
                </c:pt>
                <c:pt idx="10512">
                  <c:v>21-04-2022</c:v>
                </c:pt>
                <c:pt idx="10513">
                  <c:v>21-04-2022</c:v>
                </c:pt>
                <c:pt idx="10514">
                  <c:v>21-04-2022</c:v>
                </c:pt>
                <c:pt idx="10515">
                  <c:v>21-04-2022</c:v>
                </c:pt>
                <c:pt idx="10516">
                  <c:v>21-04-2022</c:v>
                </c:pt>
                <c:pt idx="10517">
                  <c:v>21-04-2022</c:v>
                </c:pt>
                <c:pt idx="10518">
                  <c:v>21-04-2022</c:v>
                </c:pt>
                <c:pt idx="10519">
                  <c:v>21-04-2022</c:v>
                </c:pt>
                <c:pt idx="10520">
                  <c:v>21-04-2022</c:v>
                </c:pt>
                <c:pt idx="10521">
                  <c:v>21-04-2022</c:v>
                </c:pt>
                <c:pt idx="10522">
                  <c:v>21-04-2022</c:v>
                </c:pt>
                <c:pt idx="10523">
                  <c:v>21-04-2022</c:v>
                </c:pt>
                <c:pt idx="10524">
                  <c:v>21-04-2022</c:v>
                </c:pt>
                <c:pt idx="10525">
                  <c:v>21-04-2022</c:v>
                </c:pt>
                <c:pt idx="10526">
                  <c:v>21-04-2022</c:v>
                </c:pt>
                <c:pt idx="10527">
                  <c:v>21-04-2022</c:v>
                </c:pt>
                <c:pt idx="10528">
                  <c:v>21-04-2022</c:v>
                </c:pt>
                <c:pt idx="10529">
                  <c:v>21-04-2022</c:v>
                </c:pt>
                <c:pt idx="10530">
                  <c:v>21-04-2022</c:v>
                </c:pt>
                <c:pt idx="10531">
                  <c:v>21-04-2022</c:v>
                </c:pt>
                <c:pt idx="10532">
                  <c:v>21-04-2022</c:v>
                </c:pt>
                <c:pt idx="10533">
                  <c:v>21-04-2022</c:v>
                </c:pt>
                <c:pt idx="10534">
                  <c:v>21-04-2022</c:v>
                </c:pt>
                <c:pt idx="10535">
                  <c:v>21-04-2022</c:v>
                </c:pt>
                <c:pt idx="10536">
                  <c:v>21-04-2022</c:v>
                </c:pt>
                <c:pt idx="10537">
                  <c:v>21-04-2022</c:v>
                </c:pt>
                <c:pt idx="10538">
                  <c:v>21-04-2022</c:v>
                </c:pt>
                <c:pt idx="10539">
                  <c:v>21-04-2022</c:v>
                </c:pt>
                <c:pt idx="10540">
                  <c:v>21-04-2022</c:v>
                </c:pt>
                <c:pt idx="10541">
                  <c:v>21-04-2022</c:v>
                </c:pt>
                <c:pt idx="10542">
                  <c:v>21-04-2022</c:v>
                </c:pt>
                <c:pt idx="10543">
                  <c:v>21-04-2022</c:v>
                </c:pt>
                <c:pt idx="10544">
                  <c:v>21-04-2022</c:v>
                </c:pt>
                <c:pt idx="10545">
                  <c:v>21-04-2022</c:v>
                </c:pt>
                <c:pt idx="10546">
                  <c:v>21-04-2022</c:v>
                </c:pt>
                <c:pt idx="10547">
                  <c:v>22-04-2022</c:v>
                </c:pt>
                <c:pt idx="10548">
                  <c:v>22-04-2022</c:v>
                </c:pt>
                <c:pt idx="10549">
                  <c:v>22-04-2022</c:v>
                </c:pt>
                <c:pt idx="10550">
                  <c:v>22-04-2022</c:v>
                </c:pt>
                <c:pt idx="10551">
                  <c:v>22-04-2022</c:v>
                </c:pt>
                <c:pt idx="10552">
                  <c:v>22-04-2022</c:v>
                </c:pt>
                <c:pt idx="10553">
                  <c:v>22-04-2022</c:v>
                </c:pt>
                <c:pt idx="10554">
                  <c:v>22-04-2022</c:v>
                </c:pt>
                <c:pt idx="10555">
                  <c:v>22-04-2022</c:v>
                </c:pt>
                <c:pt idx="10556">
                  <c:v>22-04-2022</c:v>
                </c:pt>
                <c:pt idx="10557">
                  <c:v>22-04-2022</c:v>
                </c:pt>
                <c:pt idx="10558">
                  <c:v>22-04-2022</c:v>
                </c:pt>
                <c:pt idx="10559">
                  <c:v>22-04-2022</c:v>
                </c:pt>
                <c:pt idx="10560">
                  <c:v>22-04-2022</c:v>
                </c:pt>
                <c:pt idx="10561">
                  <c:v>22-04-2022</c:v>
                </c:pt>
                <c:pt idx="10562">
                  <c:v>22-04-2022</c:v>
                </c:pt>
                <c:pt idx="10563">
                  <c:v>22-04-2022</c:v>
                </c:pt>
                <c:pt idx="10564">
                  <c:v>22-04-2022</c:v>
                </c:pt>
                <c:pt idx="10565">
                  <c:v>22-04-2022</c:v>
                </c:pt>
                <c:pt idx="10566">
                  <c:v>22-04-2022</c:v>
                </c:pt>
                <c:pt idx="10567">
                  <c:v>22-04-2022</c:v>
                </c:pt>
                <c:pt idx="10568">
                  <c:v>22-04-2022</c:v>
                </c:pt>
                <c:pt idx="10569">
                  <c:v>22-04-2022</c:v>
                </c:pt>
                <c:pt idx="10570">
                  <c:v>22-04-2022</c:v>
                </c:pt>
                <c:pt idx="10571">
                  <c:v>22-04-2022</c:v>
                </c:pt>
                <c:pt idx="10572">
                  <c:v>22-04-2022</c:v>
                </c:pt>
                <c:pt idx="10573">
                  <c:v>22-04-2022</c:v>
                </c:pt>
                <c:pt idx="10574">
                  <c:v>22-04-2022</c:v>
                </c:pt>
                <c:pt idx="10575">
                  <c:v>22-04-2022</c:v>
                </c:pt>
                <c:pt idx="10576">
                  <c:v>22-04-2022</c:v>
                </c:pt>
                <c:pt idx="10577">
                  <c:v>22-04-2022</c:v>
                </c:pt>
                <c:pt idx="10578">
                  <c:v>22-04-2022</c:v>
                </c:pt>
                <c:pt idx="10579">
                  <c:v>22-04-2022</c:v>
                </c:pt>
                <c:pt idx="10580">
                  <c:v>22-04-2022</c:v>
                </c:pt>
                <c:pt idx="10581">
                  <c:v>22-04-2022</c:v>
                </c:pt>
                <c:pt idx="10582">
                  <c:v>22-04-2022</c:v>
                </c:pt>
                <c:pt idx="10583">
                  <c:v>22-04-2022</c:v>
                </c:pt>
                <c:pt idx="10584">
                  <c:v>22-04-2022</c:v>
                </c:pt>
                <c:pt idx="10585">
                  <c:v>22-04-2022</c:v>
                </c:pt>
                <c:pt idx="10586">
                  <c:v>22-04-2022</c:v>
                </c:pt>
                <c:pt idx="10587">
                  <c:v>23-04-2022</c:v>
                </c:pt>
                <c:pt idx="10588">
                  <c:v>23-04-2022</c:v>
                </c:pt>
                <c:pt idx="10589">
                  <c:v>23-04-2022</c:v>
                </c:pt>
                <c:pt idx="10590">
                  <c:v>23-04-2022</c:v>
                </c:pt>
                <c:pt idx="10591">
                  <c:v>23-04-2022</c:v>
                </c:pt>
                <c:pt idx="10592">
                  <c:v>23-04-2022</c:v>
                </c:pt>
                <c:pt idx="10593">
                  <c:v>23-04-2022</c:v>
                </c:pt>
                <c:pt idx="10594">
                  <c:v>23-04-2022</c:v>
                </c:pt>
                <c:pt idx="10595">
                  <c:v>23-04-2022</c:v>
                </c:pt>
                <c:pt idx="10596">
                  <c:v>23-04-2022</c:v>
                </c:pt>
                <c:pt idx="10597">
                  <c:v>23-04-2022</c:v>
                </c:pt>
                <c:pt idx="10598">
                  <c:v>23-04-2022</c:v>
                </c:pt>
                <c:pt idx="10599">
                  <c:v>23-04-2022</c:v>
                </c:pt>
                <c:pt idx="10600">
                  <c:v>23-04-2022</c:v>
                </c:pt>
                <c:pt idx="10601">
                  <c:v>23-04-2022</c:v>
                </c:pt>
                <c:pt idx="10602">
                  <c:v>23-04-2022</c:v>
                </c:pt>
                <c:pt idx="10603">
                  <c:v>23-04-2022</c:v>
                </c:pt>
                <c:pt idx="10604">
                  <c:v>23-04-2022</c:v>
                </c:pt>
                <c:pt idx="10605">
                  <c:v>23-04-2022</c:v>
                </c:pt>
                <c:pt idx="10606">
                  <c:v>23-04-2022</c:v>
                </c:pt>
                <c:pt idx="10607">
                  <c:v>23-04-2022</c:v>
                </c:pt>
                <c:pt idx="10608">
                  <c:v>23-04-2022</c:v>
                </c:pt>
                <c:pt idx="10609">
                  <c:v>23-04-2022</c:v>
                </c:pt>
                <c:pt idx="10610">
                  <c:v>23-04-2022</c:v>
                </c:pt>
                <c:pt idx="10611">
                  <c:v>23-04-2022</c:v>
                </c:pt>
                <c:pt idx="10612">
                  <c:v>23-04-2022</c:v>
                </c:pt>
                <c:pt idx="10613">
                  <c:v>23-04-2022</c:v>
                </c:pt>
                <c:pt idx="10614">
                  <c:v>23-04-2022</c:v>
                </c:pt>
                <c:pt idx="10615">
                  <c:v>23-04-2022</c:v>
                </c:pt>
                <c:pt idx="10616">
                  <c:v>23-04-2022</c:v>
                </c:pt>
                <c:pt idx="10617">
                  <c:v>23-04-2022</c:v>
                </c:pt>
                <c:pt idx="10618">
                  <c:v>23-04-2022</c:v>
                </c:pt>
                <c:pt idx="10619">
                  <c:v>23-04-2022</c:v>
                </c:pt>
                <c:pt idx="10620">
                  <c:v>23-04-2022</c:v>
                </c:pt>
                <c:pt idx="10621">
                  <c:v>23-04-2022</c:v>
                </c:pt>
                <c:pt idx="10622">
                  <c:v>23-04-2022</c:v>
                </c:pt>
                <c:pt idx="10623">
                  <c:v>23-04-2022</c:v>
                </c:pt>
                <c:pt idx="10624">
                  <c:v>23-04-2022</c:v>
                </c:pt>
                <c:pt idx="10625">
                  <c:v>23-04-2022</c:v>
                </c:pt>
                <c:pt idx="10626">
                  <c:v>23-04-2022</c:v>
                </c:pt>
                <c:pt idx="10627">
                  <c:v>23-04-2022</c:v>
                </c:pt>
                <c:pt idx="10628">
                  <c:v>23-04-2022</c:v>
                </c:pt>
                <c:pt idx="10629">
                  <c:v>23-04-2022</c:v>
                </c:pt>
                <c:pt idx="10630">
                  <c:v>23-04-2022</c:v>
                </c:pt>
                <c:pt idx="10631">
                  <c:v>23-04-2022</c:v>
                </c:pt>
                <c:pt idx="10632">
                  <c:v>23-04-2022</c:v>
                </c:pt>
                <c:pt idx="10633">
                  <c:v>23-04-2022</c:v>
                </c:pt>
                <c:pt idx="10634">
                  <c:v>23-04-2022</c:v>
                </c:pt>
                <c:pt idx="10635">
                  <c:v>23-04-2022</c:v>
                </c:pt>
                <c:pt idx="10636">
                  <c:v>23-04-2022</c:v>
                </c:pt>
                <c:pt idx="10637">
                  <c:v>23-04-2022</c:v>
                </c:pt>
                <c:pt idx="10638">
                  <c:v>23-04-2022</c:v>
                </c:pt>
                <c:pt idx="10639">
                  <c:v>24-04-2022</c:v>
                </c:pt>
                <c:pt idx="10640">
                  <c:v>24-04-2022</c:v>
                </c:pt>
                <c:pt idx="10641">
                  <c:v>24-04-2022</c:v>
                </c:pt>
                <c:pt idx="10642">
                  <c:v>24-04-2022</c:v>
                </c:pt>
                <c:pt idx="10643">
                  <c:v>24-04-2022</c:v>
                </c:pt>
                <c:pt idx="10644">
                  <c:v>24-04-2022</c:v>
                </c:pt>
                <c:pt idx="10645">
                  <c:v>24-04-2022</c:v>
                </c:pt>
                <c:pt idx="10646">
                  <c:v>24-04-2022</c:v>
                </c:pt>
                <c:pt idx="10647">
                  <c:v>24-04-2022</c:v>
                </c:pt>
                <c:pt idx="10648">
                  <c:v>24-04-2022</c:v>
                </c:pt>
                <c:pt idx="10649">
                  <c:v>24-04-2022</c:v>
                </c:pt>
                <c:pt idx="10650">
                  <c:v>24-04-2022</c:v>
                </c:pt>
                <c:pt idx="10651">
                  <c:v>24-04-2022</c:v>
                </c:pt>
                <c:pt idx="10652">
                  <c:v>24-04-2022</c:v>
                </c:pt>
                <c:pt idx="10653">
                  <c:v>24-04-2022</c:v>
                </c:pt>
                <c:pt idx="10654">
                  <c:v>24-04-2022</c:v>
                </c:pt>
                <c:pt idx="10655">
                  <c:v>24-04-2022</c:v>
                </c:pt>
                <c:pt idx="10656">
                  <c:v>24-04-2022</c:v>
                </c:pt>
                <c:pt idx="10657">
                  <c:v>24-04-2022</c:v>
                </c:pt>
                <c:pt idx="10658">
                  <c:v>24-04-2022</c:v>
                </c:pt>
                <c:pt idx="10659">
                  <c:v>24-04-2022</c:v>
                </c:pt>
                <c:pt idx="10660">
                  <c:v>24-04-2022</c:v>
                </c:pt>
                <c:pt idx="10661">
                  <c:v>24-04-2022</c:v>
                </c:pt>
                <c:pt idx="10662">
                  <c:v>24-04-2022</c:v>
                </c:pt>
                <c:pt idx="10663">
                  <c:v>24-04-2022</c:v>
                </c:pt>
                <c:pt idx="10664">
                  <c:v>24-04-2022</c:v>
                </c:pt>
                <c:pt idx="10665">
                  <c:v>24-04-2022</c:v>
                </c:pt>
                <c:pt idx="10666">
                  <c:v>24-04-2022</c:v>
                </c:pt>
                <c:pt idx="10667">
                  <c:v>24-04-2022</c:v>
                </c:pt>
                <c:pt idx="10668">
                  <c:v>24-04-2022</c:v>
                </c:pt>
                <c:pt idx="10669">
                  <c:v>24-04-2022</c:v>
                </c:pt>
                <c:pt idx="10670">
                  <c:v>24-04-2022</c:v>
                </c:pt>
                <c:pt idx="10671">
                  <c:v>24-04-2022</c:v>
                </c:pt>
                <c:pt idx="10672">
                  <c:v>24-04-2022</c:v>
                </c:pt>
                <c:pt idx="10673">
                  <c:v>24-04-2022</c:v>
                </c:pt>
                <c:pt idx="10674">
                  <c:v>24-04-2022</c:v>
                </c:pt>
                <c:pt idx="10675">
                  <c:v>24-04-2022</c:v>
                </c:pt>
                <c:pt idx="10676">
                  <c:v>24-04-2022</c:v>
                </c:pt>
                <c:pt idx="10677">
                  <c:v>24-04-2022</c:v>
                </c:pt>
                <c:pt idx="10678">
                  <c:v>24-04-2022</c:v>
                </c:pt>
                <c:pt idx="10679">
                  <c:v>24-04-2022</c:v>
                </c:pt>
                <c:pt idx="10680">
                  <c:v>24-04-2022</c:v>
                </c:pt>
                <c:pt idx="10681">
                  <c:v>24-04-2022</c:v>
                </c:pt>
                <c:pt idx="10682">
                  <c:v>24-04-2022</c:v>
                </c:pt>
                <c:pt idx="10683">
                  <c:v>24-04-2022</c:v>
                </c:pt>
                <c:pt idx="10684">
                  <c:v>24-04-2022</c:v>
                </c:pt>
                <c:pt idx="10685">
                  <c:v>24-04-2022</c:v>
                </c:pt>
                <c:pt idx="10686">
                  <c:v>24-04-2022</c:v>
                </c:pt>
                <c:pt idx="10687">
                  <c:v>24-04-2022</c:v>
                </c:pt>
                <c:pt idx="10688">
                  <c:v>24-04-2022</c:v>
                </c:pt>
                <c:pt idx="10689">
                  <c:v>24-04-2022</c:v>
                </c:pt>
                <c:pt idx="10690">
                  <c:v>24-04-2022</c:v>
                </c:pt>
                <c:pt idx="10691">
                  <c:v>25-04-2022</c:v>
                </c:pt>
                <c:pt idx="10692">
                  <c:v>25-04-2022</c:v>
                </c:pt>
                <c:pt idx="10693">
                  <c:v>25-04-2022</c:v>
                </c:pt>
                <c:pt idx="10694">
                  <c:v>25-04-2022</c:v>
                </c:pt>
                <c:pt idx="10695">
                  <c:v>25-04-2022</c:v>
                </c:pt>
                <c:pt idx="10696">
                  <c:v>25-04-2022</c:v>
                </c:pt>
                <c:pt idx="10697">
                  <c:v>25-04-2022</c:v>
                </c:pt>
                <c:pt idx="10698">
                  <c:v>25-04-2022</c:v>
                </c:pt>
                <c:pt idx="10699">
                  <c:v>25-04-2022</c:v>
                </c:pt>
                <c:pt idx="10700">
                  <c:v>25-04-2022</c:v>
                </c:pt>
                <c:pt idx="10701">
                  <c:v>25-04-2022</c:v>
                </c:pt>
                <c:pt idx="10702">
                  <c:v>25-04-2022</c:v>
                </c:pt>
                <c:pt idx="10703">
                  <c:v>25-04-2022</c:v>
                </c:pt>
                <c:pt idx="10704">
                  <c:v>25-04-2022</c:v>
                </c:pt>
                <c:pt idx="10705">
                  <c:v>25-04-2022</c:v>
                </c:pt>
                <c:pt idx="10706">
                  <c:v>25-04-2022</c:v>
                </c:pt>
                <c:pt idx="10707">
                  <c:v>25-04-2022</c:v>
                </c:pt>
                <c:pt idx="10708">
                  <c:v>25-04-2022</c:v>
                </c:pt>
                <c:pt idx="10709">
                  <c:v>25-04-2022</c:v>
                </c:pt>
                <c:pt idx="10710">
                  <c:v>25-04-2022</c:v>
                </c:pt>
                <c:pt idx="10711">
                  <c:v>25-04-2022</c:v>
                </c:pt>
                <c:pt idx="10712">
                  <c:v>25-04-2022</c:v>
                </c:pt>
                <c:pt idx="10713">
                  <c:v>25-04-2022</c:v>
                </c:pt>
                <c:pt idx="10714">
                  <c:v>25-04-2022</c:v>
                </c:pt>
                <c:pt idx="10715">
                  <c:v>25-04-2022</c:v>
                </c:pt>
                <c:pt idx="10716">
                  <c:v>25-04-2022</c:v>
                </c:pt>
                <c:pt idx="10717">
                  <c:v>25-04-2022</c:v>
                </c:pt>
                <c:pt idx="10718">
                  <c:v>25-04-2022</c:v>
                </c:pt>
                <c:pt idx="10719">
                  <c:v>25-04-2022</c:v>
                </c:pt>
                <c:pt idx="10720">
                  <c:v>25-04-2022</c:v>
                </c:pt>
                <c:pt idx="10721">
                  <c:v>25-04-2022</c:v>
                </c:pt>
                <c:pt idx="10722">
                  <c:v>25-04-2022</c:v>
                </c:pt>
                <c:pt idx="10723">
                  <c:v>25-04-2022</c:v>
                </c:pt>
                <c:pt idx="10724">
                  <c:v>25-04-2022</c:v>
                </c:pt>
                <c:pt idx="10725">
                  <c:v>25-04-2022</c:v>
                </c:pt>
                <c:pt idx="10726">
                  <c:v>25-04-2022</c:v>
                </c:pt>
                <c:pt idx="10727">
                  <c:v>25-04-2022</c:v>
                </c:pt>
                <c:pt idx="10728">
                  <c:v>25-04-2022</c:v>
                </c:pt>
                <c:pt idx="10729">
                  <c:v>25-04-2022</c:v>
                </c:pt>
                <c:pt idx="10730">
                  <c:v>25-04-2022</c:v>
                </c:pt>
                <c:pt idx="10731">
                  <c:v>25-04-2022</c:v>
                </c:pt>
                <c:pt idx="10732">
                  <c:v>25-04-2022</c:v>
                </c:pt>
                <c:pt idx="10733">
                  <c:v>25-04-2022</c:v>
                </c:pt>
                <c:pt idx="10734">
                  <c:v>25-04-2022</c:v>
                </c:pt>
                <c:pt idx="10735">
                  <c:v>25-04-2022</c:v>
                </c:pt>
                <c:pt idx="10736">
                  <c:v>25-04-2022</c:v>
                </c:pt>
                <c:pt idx="10737">
                  <c:v>25-04-2022</c:v>
                </c:pt>
                <c:pt idx="10738">
                  <c:v>25-04-2022</c:v>
                </c:pt>
                <c:pt idx="10739">
                  <c:v>25-04-2022</c:v>
                </c:pt>
                <c:pt idx="10740">
                  <c:v>25-04-2022</c:v>
                </c:pt>
                <c:pt idx="10741">
                  <c:v>25-04-2022</c:v>
                </c:pt>
                <c:pt idx="10742">
                  <c:v>25-04-2022</c:v>
                </c:pt>
                <c:pt idx="10743">
                  <c:v>26-04-2022</c:v>
                </c:pt>
                <c:pt idx="10744">
                  <c:v>26-04-2022</c:v>
                </c:pt>
                <c:pt idx="10745">
                  <c:v>26-04-2022</c:v>
                </c:pt>
                <c:pt idx="10746">
                  <c:v>26-04-2022</c:v>
                </c:pt>
                <c:pt idx="10747">
                  <c:v>26-04-2022</c:v>
                </c:pt>
                <c:pt idx="10748">
                  <c:v>26-04-2022</c:v>
                </c:pt>
                <c:pt idx="10749">
                  <c:v>26-04-2022</c:v>
                </c:pt>
                <c:pt idx="10750">
                  <c:v>26-04-2022</c:v>
                </c:pt>
                <c:pt idx="10751">
                  <c:v>26-04-2022</c:v>
                </c:pt>
                <c:pt idx="10752">
                  <c:v>26-04-2022</c:v>
                </c:pt>
                <c:pt idx="10753">
                  <c:v>26-04-2022</c:v>
                </c:pt>
                <c:pt idx="10754">
                  <c:v>26-04-2022</c:v>
                </c:pt>
                <c:pt idx="10755">
                  <c:v>26-04-2022</c:v>
                </c:pt>
                <c:pt idx="10756">
                  <c:v>26-04-2022</c:v>
                </c:pt>
                <c:pt idx="10757">
                  <c:v>26-04-2022</c:v>
                </c:pt>
                <c:pt idx="10758">
                  <c:v>26-04-2022</c:v>
                </c:pt>
                <c:pt idx="10759">
                  <c:v>26-04-2022</c:v>
                </c:pt>
                <c:pt idx="10760">
                  <c:v>26-04-2022</c:v>
                </c:pt>
                <c:pt idx="10761">
                  <c:v>26-04-2022</c:v>
                </c:pt>
                <c:pt idx="10762">
                  <c:v>26-04-2022</c:v>
                </c:pt>
                <c:pt idx="10763">
                  <c:v>26-04-2022</c:v>
                </c:pt>
                <c:pt idx="10764">
                  <c:v>26-04-2022</c:v>
                </c:pt>
                <c:pt idx="10765">
                  <c:v>26-04-2022</c:v>
                </c:pt>
                <c:pt idx="10766">
                  <c:v>26-04-2022</c:v>
                </c:pt>
                <c:pt idx="10767">
                  <c:v>26-04-2022</c:v>
                </c:pt>
                <c:pt idx="10768">
                  <c:v>26-04-2022</c:v>
                </c:pt>
                <c:pt idx="10769">
                  <c:v>26-04-2022</c:v>
                </c:pt>
                <c:pt idx="10770">
                  <c:v>26-04-2022</c:v>
                </c:pt>
                <c:pt idx="10771">
                  <c:v>26-04-2022</c:v>
                </c:pt>
                <c:pt idx="10772">
                  <c:v>26-04-2022</c:v>
                </c:pt>
                <c:pt idx="10773">
                  <c:v>26-04-2022</c:v>
                </c:pt>
                <c:pt idx="10774">
                  <c:v>26-04-2022</c:v>
                </c:pt>
                <c:pt idx="10775">
                  <c:v>26-04-2022</c:v>
                </c:pt>
                <c:pt idx="10776">
                  <c:v>26-04-2022</c:v>
                </c:pt>
                <c:pt idx="10777">
                  <c:v>26-04-2022</c:v>
                </c:pt>
                <c:pt idx="10778">
                  <c:v>26-04-2022</c:v>
                </c:pt>
                <c:pt idx="10779">
                  <c:v>26-04-2022</c:v>
                </c:pt>
                <c:pt idx="10780">
                  <c:v>26-04-2022</c:v>
                </c:pt>
                <c:pt idx="10781">
                  <c:v>26-04-2022</c:v>
                </c:pt>
                <c:pt idx="10782">
                  <c:v>26-04-2022</c:v>
                </c:pt>
                <c:pt idx="10783">
                  <c:v>26-04-2022</c:v>
                </c:pt>
                <c:pt idx="10784">
                  <c:v>26-04-2022</c:v>
                </c:pt>
                <c:pt idx="10785">
                  <c:v>26-04-2022</c:v>
                </c:pt>
                <c:pt idx="10786">
                  <c:v>26-04-2022</c:v>
                </c:pt>
                <c:pt idx="10787">
                  <c:v>26-04-2022</c:v>
                </c:pt>
                <c:pt idx="10788">
                  <c:v>26-04-2022</c:v>
                </c:pt>
                <c:pt idx="10789">
                  <c:v>26-04-2022</c:v>
                </c:pt>
                <c:pt idx="10790">
                  <c:v>26-04-2022</c:v>
                </c:pt>
                <c:pt idx="10791">
                  <c:v>26-04-2022</c:v>
                </c:pt>
                <c:pt idx="10792">
                  <c:v>26-04-2022</c:v>
                </c:pt>
                <c:pt idx="10793">
                  <c:v>26-04-2022</c:v>
                </c:pt>
                <c:pt idx="10794">
                  <c:v>27-04-2022</c:v>
                </c:pt>
                <c:pt idx="10795">
                  <c:v>27-04-2022</c:v>
                </c:pt>
                <c:pt idx="10796">
                  <c:v>27-04-2022</c:v>
                </c:pt>
                <c:pt idx="10797">
                  <c:v>27-04-2022</c:v>
                </c:pt>
                <c:pt idx="10798">
                  <c:v>27-04-2022</c:v>
                </c:pt>
                <c:pt idx="10799">
                  <c:v>27-04-2022</c:v>
                </c:pt>
                <c:pt idx="10800">
                  <c:v>27-04-2022</c:v>
                </c:pt>
                <c:pt idx="10801">
                  <c:v>27-04-2022</c:v>
                </c:pt>
                <c:pt idx="10802">
                  <c:v>27-04-2022</c:v>
                </c:pt>
                <c:pt idx="10803">
                  <c:v>27-04-2022</c:v>
                </c:pt>
                <c:pt idx="10804">
                  <c:v>27-04-2022</c:v>
                </c:pt>
                <c:pt idx="10805">
                  <c:v>27-04-2022</c:v>
                </c:pt>
                <c:pt idx="10806">
                  <c:v>27-04-2022</c:v>
                </c:pt>
                <c:pt idx="10807">
                  <c:v>27-04-2022</c:v>
                </c:pt>
                <c:pt idx="10808">
                  <c:v>27-04-2022</c:v>
                </c:pt>
                <c:pt idx="10809">
                  <c:v>27-04-2022</c:v>
                </c:pt>
                <c:pt idx="10810">
                  <c:v>27-04-2022</c:v>
                </c:pt>
                <c:pt idx="10811">
                  <c:v>27-04-2022</c:v>
                </c:pt>
                <c:pt idx="10812">
                  <c:v>27-04-2022</c:v>
                </c:pt>
                <c:pt idx="10813">
                  <c:v>27-04-2022</c:v>
                </c:pt>
                <c:pt idx="10814">
                  <c:v>27-04-2022</c:v>
                </c:pt>
                <c:pt idx="10815">
                  <c:v>27-04-2022</c:v>
                </c:pt>
                <c:pt idx="10816">
                  <c:v>27-04-2022</c:v>
                </c:pt>
                <c:pt idx="10817">
                  <c:v>27-04-2022</c:v>
                </c:pt>
                <c:pt idx="10818">
                  <c:v>27-04-2022</c:v>
                </c:pt>
                <c:pt idx="10819">
                  <c:v>27-04-2022</c:v>
                </c:pt>
                <c:pt idx="10820">
                  <c:v>27-04-2022</c:v>
                </c:pt>
                <c:pt idx="10821">
                  <c:v>27-04-2022</c:v>
                </c:pt>
                <c:pt idx="10822">
                  <c:v>27-04-2022</c:v>
                </c:pt>
                <c:pt idx="10823">
                  <c:v>27-04-2022</c:v>
                </c:pt>
                <c:pt idx="10824">
                  <c:v>27-04-2022</c:v>
                </c:pt>
                <c:pt idx="10825">
                  <c:v>27-04-2022</c:v>
                </c:pt>
                <c:pt idx="10826">
                  <c:v>27-04-2022</c:v>
                </c:pt>
                <c:pt idx="10827">
                  <c:v>27-04-2022</c:v>
                </c:pt>
                <c:pt idx="10828">
                  <c:v>27-04-2022</c:v>
                </c:pt>
                <c:pt idx="10829">
                  <c:v>27-04-2022</c:v>
                </c:pt>
                <c:pt idx="10830">
                  <c:v>27-04-2022</c:v>
                </c:pt>
                <c:pt idx="10831">
                  <c:v>27-04-2022</c:v>
                </c:pt>
                <c:pt idx="10832">
                  <c:v>27-04-2022</c:v>
                </c:pt>
                <c:pt idx="10833">
                  <c:v>27-04-2022</c:v>
                </c:pt>
                <c:pt idx="10834">
                  <c:v>27-04-2022</c:v>
                </c:pt>
                <c:pt idx="10835">
                  <c:v>27-04-2022</c:v>
                </c:pt>
                <c:pt idx="10836">
                  <c:v>27-04-2022</c:v>
                </c:pt>
                <c:pt idx="10837">
                  <c:v>27-04-2022</c:v>
                </c:pt>
                <c:pt idx="10838">
                  <c:v>27-04-2022</c:v>
                </c:pt>
                <c:pt idx="10839">
                  <c:v>27-04-2022</c:v>
                </c:pt>
                <c:pt idx="10840">
                  <c:v>27-04-2022</c:v>
                </c:pt>
                <c:pt idx="10841">
                  <c:v>27-04-2022</c:v>
                </c:pt>
                <c:pt idx="10842">
                  <c:v>27-04-2022</c:v>
                </c:pt>
                <c:pt idx="10843">
                  <c:v>27-04-2022</c:v>
                </c:pt>
                <c:pt idx="10844">
                  <c:v>27-04-2022</c:v>
                </c:pt>
                <c:pt idx="10845">
                  <c:v>27-04-2022</c:v>
                </c:pt>
                <c:pt idx="10846">
                  <c:v>28-04-2022</c:v>
                </c:pt>
                <c:pt idx="10847">
                  <c:v>28-04-2022</c:v>
                </c:pt>
                <c:pt idx="10848">
                  <c:v>28-04-2022</c:v>
                </c:pt>
                <c:pt idx="10849">
                  <c:v>28-04-2022</c:v>
                </c:pt>
                <c:pt idx="10850">
                  <c:v>28-04-2022</c:v>
                </c:pt>
                <c:pt idx="10851">
                  <c:v>28-04-2022</c:v>
                </c:pt>
                <c:pt idx="10852">
                  <c:v>28-04-2022</c:v>
                </c:pt>
                <c:pt idx="10853">
                  <c:v>28-04-2022</c:v>
                </c:pt>
                <c:pt idx="10854">
                  <c:v>28-04-2022</c:v>
                </c:pt>
                <c:pt idx="10855">
                  <c:v>28-04-2022</c:v>
                </c:pt>
                <c:pt idx="10856">
                  <c:v>28-04-2022</c:v>
                </c:pt>
                <c:pt idx="10857">
                  <c:v>28-04-2022</c:v>
                </c:pt>
                <c:pt idx="10858">
                  <c:v>28-04-2022</c:v>
                </c:pt>
                <c:pt idx="10859">
                  <c:v>28-04-2022</c:v>
                </c:pt>
                <c:pt idx="10860">
                  <c:v>28-04-2022</c:v>
                </c:pt>
                <c:pt idx="10861">
                  <c:v>28-04-2022</c:v>
                </c:pt>
                <c:pt idx="10862">
                  <c:v>28-04-2022</c:v>
                </c:pt>
                <c:pt idx="10863">
                  <c:v>28-04-2022</c:v>
                </c:pt>
                <c:pt idx="10864">
                  <c:v>28-04-2022</c:v>
                </c:pt>
                <c:pt idx="10865">
                  <c:v>28-04-2022</c:v>
                </c:pt>
                <c:pt idx="10866">
                  <c:v>28-04-2022</c:v>
                </c:pt>
                <c:pt idx="10867">
                  <c:v>28-04-2022</c:v>
                </c:pt>
                <c:pt idx="10868">
                  <c:v>28-04-2022</c:v>
                </c:pt>
                <c:pt idx="10869">
                  <c:v>28-04-2022</c:v>
                </c:pt>
                <c:pt idx="10870">
                  <c:v>28-04-2022</c:v>
                </c:pt>
                <c:pt idx="10871">
                  <c:v>28-04-2022</c:v>
                </c:pt>
                <c:pt idx="10872">
                  <c:v>28-04-2022</c:v>
                </c:pt>
                <c:pt idx="10873">
                  <c:v>28-04-2022</c:v>
                </c:pt>
                <c:pt idx="10874">
                  <c:v>28-04-2022</c:v>
                </c:pt>
                <c:pt idx="10875">
                  <c:v>28-04-2022</c:v>
                </c:pt>
                <c:pt idx="10876">
                  <c:v>28-04-2022</c:v>
                </c:pt>
                <c:pt idx="10877">
                  <c:v>28-04-2022</c:v>
                </c:pt>
                <c:pt idx="10878">
                  <c:v>28-04-2022</c:v>
                </c:pt>
                <c:pt idx="10879">
                  <c:v>28-04-2022</c:v>
                </c:pt>
                <c:pt idx="10880">
                  <c:v>28-04-2022</c:v>
                </c:pt>
                <c:pt idx="10881">
                  <c:v>28-04-2022</c:v>
                </c:pt>
                <c:pt idx="10882">
                  <c:v>28-04-2022</c:v>
                </c:pt>
                <c:pt idx="10883">
                  <c:v>28-04-2022</c:v>
                </c:pt>
                <c:pt idx="10884">
                  <c:v>28-04-2022</c:v>
                </c:pt>
                <c:pt idx="10885">
                  <c:v>28-04-2022</c:v>
                </c:pt>
                <c:pt idx="10886">
                  <c:v>28-04-2022</c:v>
                </c:pt>
                <c:pt idx="10887">
                  <c:v>28-04-2022</c:v>
                </c:pt>
                <c:pt idx="10888">
                  <c:v>28-04-2022</c:v>
                </c:pt>
                <c:pt idx="10889">
                  <c:v>28-04-2022</c:v>
                </c:pt>
                <c:pt idx="10890">
                  <c:v>28-04-2022</c:v>
                </c:pt>
                <c:pt idx="10891">
                  <c:v>28-04-2022</c:v>
                </c:pt>
                <c:pt idx="10892">
                  <c:v>28-04-2022</c:v>
                </c:pt>
                <c:pt idx="10893">
                  <c:v>28-04-2022</c:v>
                </c:pt>
                <c:pt idx="10894">
                  <c:v>28-04-2022</c:v>
                </c:pt>
                <c:pt idx="10895">
                  <c:v>28-04-2022</c:v>
                </c:pt>
                <c:pt idx="10896">
                  <c:v>28-04-2022</c:v>
                </c:pt>
                <c:pt idx="10897">
                  <c:v>28-04-2022</c:v>
                </c:pt>
                <c:pt idx="10898">
                  <c:v>29-04-2022</c:v>
                </c:pt>
                <c:pt idx="10899">
                  <c:v>29-04-2022</c:v>
                </c:pt>
                <c:pt idx="10900">
                  <c:v>29-04-2022</c:v>
                </c:pt>
                <c:pt idx="10901">
                  <c:v>29-04-2022</c:v>
                </c:pt>
                <c:pt idx="10902">
                  <c:v>29-04-2022</c:v>
                </c:pt>
                <c:pt idx="10903">
                  <c:v>29-04-2022</c:v>
                </c:pt>
                <c:pt idx="10904">
                  <c:v>29-04-2022</c:v>
                </c:pt>
                <c:pt idx="10905">
                  <c:v>29-04-2022</c:v>
                </c:pt>
                <c:pt idx="10906">
                  <c:v>29-04-2022</c:v>
                </c:pt>
                <c:pt idx="10907">
                  <c:v>29-04-2022</c:v>
                </c:pt>
                <c:pt idx="10908">
                  <c:v>29-04-2022</c:v>
                </c:pt>
                <c:pt idx="10909">
                  <c:v>29-04-2022</c:v>
                </c:pt>
                <c:pt idx="10910">
                  <c:v>29-04-2022</c:v>
                </c:pt>
                <c:pt idx="10911">
                  <c:v>29-04-2022</c:v>
                </c:pt>
                <c:pt idx="10912">
                  <c:v>29-04-2022</c:v>
                </c:pt>
                <c:pt idx="10913">
                  <c:v>29-04-2022</c:v>
                </c:pt>
                <c:pt idx="10914">
                  <c:v>29-04-2022</c:v>
                </c:pt>
                <c:pt idx="10915">
                  <c:v>29-04-2022</c:v>
                </c:pt>
                <c:pt idx="10916">
                  <c:v>29-04-2022</c:v>
                </c:pt>
                <c:pt idx="10917">
                  <c:v>29-04-2022</c:v>
                </c:pt>
                <c:pt idx="10918">
                  <c:v>29-04-2022</c:v>
                </c:pt>
                <c:pt idx="10919">
                  <c:v>29-04-2022</c:v>
                </c:pt>
                <c:pt idx="10920">
                  <c:v>29-04-2022</c:v>
                </c:pt>
                <c:pt idx="10921">
                  <c:v>29-04-2022</c:v>
                </c:pt>
                <c:pt idx="10922">
                  <c:v>29-04-2022</c:v>
                </c:pt>
                <c:pt idx="10923">
                  <c:v>29-04-2022</c:v>
                </c:pt>
                <c:pt idx="10924">
                  <c:v>29-04-2022</c:v>
                </c:pt>
                <c:pt idx="10925">
                  <c:v>29-04-2022</c:v>
                </c:pt>
                <c:pt idx="10926">
                  <c:v>29-04-2022</c:v>
                </c:pt>
                <c:pt idx="10927">
                  <c:v>29-04-2022</c:v>
                </c:pt>
                <c:pt idx="10928">
                  <c:v>29-04-2022</c:v>
                </c:pt>
                <c:pt idx="10929">
                  <c:v>29-04-2022</c:v>
                </c:pt>
                <c:pt idx="10930">
                  <c:v>29-04-2022</c:v>
                </c:pt>
                <c:pt idx="10931">
                  <c:v>29-04-2022</c:v>
                </c:pt>
                <c:pt idx="10932">
                  <c:v>29-04-2022</c:v>
                </c:pt>
                <c:pt idx="10933">
                  <c:v>29-04-2022</c:v>
                </c:pt>
                <c:pt idx="10934">
                  <c:v>29-04-2022</c:v>
                </c:pt>
                <c:pt idx="10935">
                  <c:v>29-04-2022</c:v>
                </c:pt>
                <c:pt idx="10936">
                  <c:v>29-04-2022</c:v>
                </c:pt>
                <c:pt idx="10937">
                  <c:v>29-04-2022</c:v>
                </c:pt>
                <c:pt idx="10938">
                  <c:v>29-04-2022</c:v>
                </c:pt>
                <c:pt idx="10939">
                  <c:v>29-04-2022</c:v>
                </c:pt>
                <c:pt idx="10940">
                  <c:v>29-04-2022</c:v>
                </c:pt>
                <c:pt idx="10941">
                  <c:v>29-04-2022</c:v>
                </c:pt>
                <c:pt idx="10942">
                  <c:v>29-04-2022</c:v>
                </c:pt>
                <c:pt idx="10943">
                  <c:v>29-04-2022</c:v>
                </c:pt>
                <c:pt idx="10944">
                  <c:v>29-04-2022</c:v>
                </c:pt>
                <c:pt idx="10945">
                  <c:v>29-04-2022</c:v>
                </c:pt>
                <c:pt idx="10946">
                  <c:v>29-04-2022</c:v>
                </c:pt>
                <c:pt idx="10947">
                  <c:v>29-04-2022</c:v>
                </c:pt>
                <c:pt idx="10948">
                  <c:v>29-04-2022</c:v>
                </c:pt>
                <c:pt idx="10949">
                  <c:v>30-04-2022</c:v>
                </c:pt>
                <c:pt idx="10950">
                  <c:v>30-04-2022</c:v>
                </c:pt>
                <c:pt idx="10951">
                  <c:v>30-04-2022</c:v>
                </c:pt>
                <c:pt idx="10952">
                  <c:v>30-04-2022</c:v>
                </c:pt>
                <c:pt idx="10953">
                  <c:v>30-04-2022</c:v>
                </c:pt>
                <c:pt idx="10954">
                  <c:v>30-04-2022</c:v>
                </c:pt>
                <c:pt idx="10955">
                  <c:v>30-04-2022</c:v>
                </c:pt>
                <c:pt idx="10956">
                  <c:v>30-04-2022</c:v>
                </c:pt>
                <c:pt idx="10957">
                  <c:v>30-04-2022</c:v>
                </c:pt>
                <c:pt idx="10958">
                  <c:v>30-04-2022</c:v>
                </c:pt>
                <c:pt idx="10959">
                  <c:v>30-04-2022</c:v>
                </c:pt>
                <c:pt idx="10960">
                  <c:v>30-04-2022</c:v>
                </c:pt>
                <c:pt idx="10961">
                  <c:v>30-04-2022</c:v>
                </c:pt>
                <c:pt idx="10962">
                  <c:v>30-04-2022</c:v>
                </c:pt>
                <c:pt idx="10963">
                  <c:v>30-04-2022</c:v>
                </c:pt>
                <c:pt idx="10964">
                  <c:v>30-04-2022</c:v>
                </c:pt>
                <c:pt idx="10965">
                  <c:v>30-04-2022</c:v>
                </c:pt>
                <c:pt idx="10966">
                  <c:v>30-04-2022</c:v>
                </c:pt>
                <c:pt idx="10967">
                  <c:v>30-04-2022</c:v>
                </c:pt>
                <c:pt idx="10968">
                  <c:v>30-04-2022</c:v>
                </c:pt>
                <c:pt idx="10969">
                  <c:v>30-04-2022</c:v>
                </c:pt>
                <c:pt idx="10970">
                  <c:v>30-04-2022</c:v>
                </c:pt>
                <c:pt idx="10971">
                  <c:v>30-04-2022</c:v>
                </c:pt>
                <c:pt idx="10972">
                  <c:v>30-04-2022</c:v>
                </c:pt>
                <c:pt idx="10973">
                  <c:v>30-04-2022</c:v>
                </c:pt>
                <c:pt idx="10974">
                  <c:v>30-04-2022</c:v>
                </c:pt>
                <c:pt idx="10975">
                  <c:v>30-04-2022</c:v>
                </c:pt>
                <c:pt idx="10976">
                  <c:v>30-04-2022</c:v>
                </c:pt>
                <c:pt idx="10977">
                  <c:v>30-04-2022</c:v>
                </c:pt>
                <c:pt idx="10978">
                  <c:v>30-04-2022</c:v>
                </c:pt>
                <c:pt idx="10979">
                  <c:v>30-04-2022</c:v>
                </c:pt>
                <c:pt idx="10980">
                  <c:v>30-04-2022</c:v>
                </c:pt>
                <c:pt idx="10981">
                  <c:v>30-04-2022</c:v>
                </c:pt>
                <c:pt idx="10982">
                  <c:v>30-04-2022</c:v>
                </c:pt>
                <c:pt idx="10983">
                  <c:v>30-04-2022</c:v>
                </c:pt>
                <c:pt idx="10984">
                  <c:v>30-04-2022</c:v>
                </c:pt>
                <c:pt idx="10985">
                  <c:v>30-04-2022</c:v>
                </c:pt>
                <c:pt idx="10986">
                  <c:v>30-04-2022</c:v>
                </c:pt>
                <c:pt idx="10987">
                  <c:v>30-04-2022</c:v>
                </c:pt>
                <c:pt idx="10988">
                  <c:v>30-04-2022</c:v>
                </c:pt>
                <c:pt idx="10989">
                  <c:v>30-04-2022</c:v>
                </c:pt>
                <c:pt idx="10990">
                  <c:v>30-04-2022</c:v>
                </c:pt>
                <c:pt idx="10991">
                  <c:v>30-04-2022</c:v>
                </c:pt>
                <c:pt idx="10992">
                  <c:v>30-04-2022</c:v>
                </c:pt>
                <c:pt idx="10993">
                  <c:v>30-04-2022</c:v>
                </c:pt>
                <c:pt idx="10994">
                  <c:v>30-04-2022</c:v>
                </c:pt>
                <c:pt idx="10995">
                  <c:v>30-04-2022</c:v>
                </c:pt>
                <c:pt idx="10996">
                  <c:v>30-04-2022</c:v>
                </c:pt>
                <c:pt idx="10997">
                  <c:v>30-04-2022</c:v>
                </c:pt>
                <c:pt idx="10998">
                  <c:v>30-04-2022</c:v>
                </c:pt>
                <c:pt idx="10999">
                  <c:v>30-04-2022</c:v>
                </c:pt>
                <c:pt idx="11000">
                  <c:v>30-04-2022</c:v>
                </c:pt>
                <c:pt idx="11001">
                  <c:v>01-05-2022</c:v>
                </c:pt>
                <c:pt idx="11002">
                  <c:v>01-05-2022</c:v>
                </c:pt>
                <c:pt idx="11003">
                  <c:v>01-05-2022</c:v>
                </c:pt>
                <c:pt idx="11004">
                  <c:v>01-05-2022</c:v>
                </c:pt>
                <c:pt idx="11005">
                  <c:v>01-05-2022</c:v>
                </c:pt>
                <c:pt idx="11006">
                  <c:v>01-05-2022</c:v>
                </c:pt>
                <c:pt idx="11007">
                  <c:v>01-05-2022</c:v>
                </c:pt>
                <c:pt idx="11008">
                  <c:v>01-05-2022</c:v>
                </c:pt>
                <c:pt idx="11009">
                  <c:v>01-05-2022</c:v>
                </c:pt>
                <c:pt idx="11010">
                  <c:v>01-05-2022</c:v>
                </c:pt>
                <c:pt idx="11011">
                  <c:v>01-05-2022</c:v>
                </c:pt>
                <c:pt idx="11012">
                  <c:v>01-05-2022</c:v>
                </c:pt>
                <c:pt idx="11013">
                  <c:v>01-05-2022</c:v>
                </c:pt>
                <c:pt idx="11014">
                  <c:v>01-05-2022</c:v>
                </c:pt>
                <c:pt idx="11015">
                  <c:v>01-05-2022</c:v>
                </c:pt>
                <c:pt idx="11016">
                  <c:v>01-05-2022</c:v>
                </c:pt>
                <c:pt idx="11017">
                  <c:v>01-05-2022</c:v>
                </c:pt>
                <c:pt idx="11018">
                  <c:v>01-05-2022</c:v>
                </c:pt>
                <c:pt idx="11019">
                  <c:v>01-05-2022</c:v>
                </c:pt>
                <c:pt idx="11020">
                  <c:v>01-05-2022</c:v>
                </c:pt>
                <c:pt idx="11021">
                  <c:v>01-05-2022</c:v>
                </c:pt>
                <c:pt idx="11022">
                  <c:v>01-05-2022</c:v>
                </c:pt>
                <c:pt idx="11023">
                  <c:v>01-05-2022</c:v>
                </c:pt>
                <c:pt idx="11024">
                  <c:v>01-05-2022</c:v>
                </c:pt>
                <c:pt idx="11025">
                  <c:v>01-05-2022</c:v>
                </c:pt>
                <c:pt idx="11026">
                  <c:v>01-05-2022</c:v>
                </c:pt>
                <c:pt idx="11027">
                  <c:v>01-05-2022</c:v>
                </c:pt>
                <c:pt idx="11028">
                  <c:v>01-05-2022</c:v>
                </c:pt>
                <c:pt idx="11029">
                  <c:v>01-05-2022</c:v>
                </c:pt>
                <c:pt idx="11030">
                  <c:v>01-05-2022</c:v>
                </c:pt>
                <c:pt idx="11031">
                  <c:v>01-05-2022</c:v>
                </c:pt>
                <c:pt idx="11032">
                  <c:v>01-05-2022</c:v>
                </c:pt>
                <c:pt idx="11033">
                  <c:v>01-05-2022</c:v>
                </c:pt>
                <c:pt idx="11034">
                  <c:v>01-05-2022</c:v>
                </c:pt>
                <c:pt idx="11035">
                  <c:v>01-05-2022</c:v>
                </c:pt>
                <c:pt idx="11036">
                  <c:v>01-05-2022</c:v>
                </c:pt>
                <c:pt idx="11037">
                  <c:v>01-05-2022</c:v>
                </c:pt>
                <c:pt idx="11038">
                  <c:v>01-05-2022</c:v>
                </c:pt>
                <c:pt idx="11039">
                  <c:v>01-05-2022</c:v>
                </c:pt>
                <c:pt idx="11040">
                  <c:v>01-05-2022</c:v>
                </c:pt>
                <c:pt idx="11041">
                  <c:v>01-05-2022</c:v>
                </c:pt>
                <c:pt idx="11042">
                  <c:v>01-05-2022</c:v>
                </c:pt>
                <c:pt idx="11043">
                  <c:v>01-05-2022</c:v>
                </c:pt>
                <c:pt idx="11044">
                  <c:v>01-05-2022</c:v>
                </c:pt>
                <c:pt idx="11045">
                  <c:v>01-05-2022</c:v>
                </c:pt>
                <c:pt idx="11046">
                  <c:v>02-05-2022</c:v>
                </c:pt>
                <c:pt idx="11047">
                  <c:v>02-05-2022</c:v>
                </c:pt>
                <c:pt idx="11048">
                  <c:v>02-05-2022</c:v>
                </c:pt>
                <c:pt idx="11049">
                  <c:v>02-05-2022</c:v>
                </c:pt>
                <c:pt idx="11050">
                  <c:v>02-05-2022</c:v>
                </c:pt>
                <c:pt idx="11051">
                  <c:v>02-05-2022</c:v>
                </c:pt>
                <c:pt idx="11052">
                  <c:v>02-05-2022</c:v>
                </c:pt>
                <c:pt idx="11053">
                  <c:v>02-05-2022</c:v>
                </c:pt>
                <c:pt idx="11054">
                  <c:v>02-05-2022</c:v>
                </c:pt>
                <c:pt idx="11055">
                  <c:v>02-05-2022</c:v>
                </c:pt>
                <c:pt idx="11056">
                  <c:v>02-05-2022</c:v>
                </c:pt>
                <c:pt idx="11057">
                  <c:v>02-05-2022</c:v>
                </c:pt>
                <c:pt idx="11058">
                  <c:v>02-05-2022</c:v>
                </c:pt>
                <c:pt idx="11059">
                  <c:v>02-05-2022</c:v>
                </c:pt>
                <c:pt idx="11060">
                  <c:v>02-05-2022</c:v>
                </c:pt>
                <c:pt idx="11061">
                  <c:v>02-05-2022</c:v>
                </c:pt>
                <c:pt idx="11062">
                  <c:v>02-05-2022</c:v>
                </c:pt>
                <c:pt idx="11063">
                  <c:v>02-05-2022</c:v>
                </c:pt>
                <c:pt idx="11064">
                  <c:v>02-05-2022</c:v>
                </c:pt>
                <c:pt idx="11065">
                  <c:v>02-05-2022</c:v>
                </c:pt>
                <c:pt idx="11066">
                  <c:v>02-05-2022</c:v>
                </c:pt>
                <c:pt idx="11067">
                  <c:v>02-05-2022</c:v>
                </c:pt>
                <c:pt idx="11068">
                  <c:v>02-05-2022</c:v>
                </c:pt>
                <c:pt idx="11069">
                  <c:v>02-05-2022</c:v>
                </c:pt>
                <c:pt idx="11070">
                  <c:v>02-05-2022</c:v>
                </c:pt>
                <c:pt idx="11071">
                  <c:v>02-05-2022</c:v>
                </c:pt>
                <c:pt idx="11072">
                  <c:v>02-05-2022</c:v>
                </c:pt>
                <c:pt idx="11073">
                  <c:v>02-05-2022</c:v>
                </c:pt>
                <c:pt idx="11074">
                  <c:v>02-05-2022</c:v>
                </c:pt>
                <c:pt idx="11075">
                  <c:v>02-05-2022</c:v>
                </c:pt>
                <c:pt idx="11076">
                  <c:v>02-05-2022</c:v>
                </c:pt>
                <c:pt idx="11077">
                  <c:v>02-05-2022</c:v>
                </c:pt>
                <c:pt idx="11078">
                  <c:v>02-05-2022</c:v>
                </c:pt>
                <c:pt idx="11079">
                  <c:v>02-05-2022</c:v>
                </c:pt>
                <c:pt idx="11080">
                  <c:v>02-05-2022</c:v>
                </c:pt>
                <c:pt idx="11081">
                  <c:v>02-05-2022</c:v>
                </c:pt>
                <c:pt idx="11082">
                  <c:v>02-05-2022</c:v>
                </c:pt>
                <c:pt idx="11083">
                  <c:v>02-05-2022</c:v>
                </c:pt>
                <c:pt idx="11084">
                  <c:v>02-05-2022</c:v>
                </c:pt>
                <c:pt idx="11085">
                  <c:v>02-05-2022</c:v>
                </c:pt>
                <c:pt idx="11086">
                  <c:v>03-05-2022</c:v>
                </c:pt>
                <c:pt idx="11087">
                  <c:v>03-05-2022</c:v>
                </c:pt>
                <c:pt idx="11088">
                  <c:v>03-05-2022</c:v>
                </c:pt>
                <c:pt idx="11089">
                  <c:v>03-05-2022</c:v>
                </c:pt>
                <c:pt idx="11090">
                  <c:v>03-05-2022</c:v>
                </c:pt>
                <c:pt idx="11091">
                  <c:v>03-05-2022</c:v>
                </c:pt>
                <c:pt idx="11092">
                  <c:v>03-05-2022</c:v>
                </c:pt>
                <c:pt idx="11093">
                  <c:v>03-05-2022</c:v>
                </c:pt>
                <c:pt idx="11094">
                  <c:v>03-05-2022</c:v>
                </c:pt>
                <c:pt idx="11095">
                  <c:v>03-05-2022</c:v>
                </c:pt>
                <c:pt idx="11096">
                  <c:v>03-05-2022</c:v>
                </c:pt>
                <c:pt idx="11097">
                  <c:v>03-05-2022</c:v>
                </c:pt>
                <c:pt idx="11098">
                  <c:v>03-05-2022</c:v>
                </c:pt>
                <c:pt idx="11099">
                  <c:v>03-05-2022</c:v>
                </c:pt>
                <c:pt idx="11100">
                  <c:v>03-05-2022</c:v>
                </c:pt>
                <c:pt idx="11101">
                  <c:v>03-05-2022</c:v>
                </c:pt>
                <c:pt idx="11102">
                  <c:v>03-05-2022</c:v>
                </c:pt>
                <c:pt idx="11103">
                  <c:v>03-05-2022</c:v>
                </c:pt>
                <c:pt idx="11104">
                  <c:v>03-05-2022</c:v>
                </c:pt>
                <c:pt idx="11105">
                  <c:v>03-05-2022</c:v>
                </c:pt>
                <c:pt idx="11106">
                  <c:v>03-05-2022</c:v>
                </c:pt>
                <c:pt idx="11107">
                  <c:v>03-05-2022</c:v>
                </c:pt>
                <c:pt idx="11108">
                  <c:v>03-05-2022</c:v>
                </c:pt>
                <c:pt idx="11109">
                  <c:v>03-05-2022</c:v>
                </c:pt>
                <c:pt idx="11110">
                  <c:v>03-05-2022</c:v>
                </c:pt>
                <c:pt idx="11111">
                  <c:v>03-05-2022</c:v>
                </c:pt>
                <c:pt idx="11112">
                  <c:v>03-05-2022</c:v>
                </c:pt>
                <c:pt idx="11113">
                  <c:v>03-05-2022</c:v>
                </c:pt>
                <c:pt idx="11114">
                  <c:v>03-05-2022</c:v>
                </c:pt>
                <c:pt idx="11115">
                  <c:v>03-05-2022</c:v>
                </c:pt>
                <c:pt idx="11116">
                  <c:v>03-05-2022</c:v>
                </c:pt>
                <c:pt idx="11117">
                  <c:v>03-05-2022</c:v>
                </c:pt>
                <c:pt idx="11118">
                  <c:v>03-05-2022</c:v>
                </c:pt>
                <c:pt idx="11119">
                  <c:v>03-05-2022</c:v>
                </c:pt>
                <c:pt idx="11120">
                  <c:v>03-05-2022</c:v>
                </c:pt>
                <c:pt idx="11121">
                  <c:v>03-05-2022</c:v>
                </c:pt>
                <c:pt idx="11122">
                  <c:v>03-05-2022</c:v>
                </c:pt>
                <c:pt idx="11123">
                  <c:v>04-05-2022</c:v>
                </c:pt>
                <c:pt idx="11124">
                  <c:v>04-05-2022</c:v>
                </c:pt>
                <c:pt idx="11125">
                  <c:v>04-05-2022</c:v>
                </c:pt>
                <c:pt idx="11126">
                  <c:v>04-05-2022</c:v>
                </c:pt>
                <c:pt idx="11127">
                  <c:v>04-05-2022</c:v>
                </c:pt>
                <c:pt idx="11128">
                  <c:v>04-05-2022</c:v>
                </c:pt>
                <c:pt idx="11129">
                  <c:v>04-05-2022</c:v>
                </c:pt>
                <c:pt idx="11130">
                  <c:v>04-05-2022</c:v>
                </c:pt>
                <c:pt idx="11131">
                  <c:v>04-05-2022</c:v>
                </c:pt>
                <c:pt idx="11132">
                  <c:v>04-05-2022</c:v>
                </c:pt>
                <c:pt idx="11133">
                  <c:v>04-05-2022</c:v>
                </c:pt>
                <c:pt idx="11134">
                  <c:v>04-05-2022</c:v>
                </c:pt>
                <c:pt idx="11135">
                  <c:v>04-05-2022</c:v>
                </c:pt>
                <c:pt idx="11136">
                  <c:v>04-05-2022</c:v>
                </c:pt>
                <c:pt idx="11137">
                  <c:v>04-05-2022</c:v>
                </c:pt>
                <c:pt idx="11138">
                  <c:v>04-05-2022</c:v>
                </c:pt>
                <c:pt idx="11139">
                  <c:v>04-05-2022</c:v>
                </c:pt>
                <c:pt idx="11140">
                  <c:v>04-05-2022</c:v>
                </c:pt>
                <c:pt idx="11141">
                  <c:v>04-05-2022</c:v>
                </c:pt>
                <c:pt idx="11142">
                  <c:v>04-05-2022</c:v>
                </c:pt>
                <c:pt idx="11143">
                  <c:v>04-05-2022</c:v>
                </c:pt>
                <c:pt idx="11144">
                  <c:v>04-05-2022</c:v>
                </c:pt>
                <c:pt idx="11145">
                  <c:v>04-05-2022</c:v>
                </c:pt>
                <c:pt idx="11146">
                  <c:v>04-05-2022</c:v>
                </c:pt>
                <c:pt idx="11147">
                  <c:v>04-05-2022</c:v>
                </c:pt>
                <c:pt idx="11148">
                  <c:v>04-05-2022</c:v>
                </c:pt>
                <c:pt idx="11149">
                  <c:v>04-05-2022</c:v>
                </c:pt>
                <c:pt idx="11150">
                  <c:v>04-05-2022</c:v>
                </c:pt>
                <c:pt idx="11151">
                  <c:v>04-05-2022</c:v>
                </c:pt>
                <c:pt idx="11152">
                  <c:v>04-05-2022</c:v>
                </c:pt>
                <c:pt idx="11153">
                  <c:v>04-05-2022</c:v>
                </c:pt>
                <c:pt idx="11154">
                  <c:v>04-05-2022</c:v>
                </c:pt>
                <c:pt idx="11155">
                  <c:v>04-05-2022</c:v>
                </c:pt>
                <c:pt idx="11156">
                  <c:v>04-05-2022</c:v>
                </c:pt>
                <c:pt idx="11157">
                  <c:v>04-05-2022</c:v>
                </c:pt>
                <c:pt idx="11158">
                  <c:v>04-05-2022</c:v>
                </c:pt>
                <c:pt idx="11159">
                  <c:v>04-05-2022</c:v>
                </c:pt>
                <c:pt idx="11160">
                  <c:v>04-05-2022</c:v>
                </c:pt>
                <c:pt idx="11161">
                  <c:v>04-05-2022</c:v>
                </c:pt>
                <c:pt idx="11162">
                  <c:v>04-05-2022</c:v>
                </c:pt>
                <c:pt idx="11163">
                  <c:v>05-05-2022</c:v>
                </c:pt>
                <c:pt idx="11164">
                  <c:v>05-05-2022</c:v>
                </c:pt>
                <c:pt idx="11165">
                  <c:v>05-05-2022</c:v>
                </c:pt>
                <c:pt idx="11166">
                  <c:v>05-05-2022</c:v>
                </c:pt>
                <c:pt idx="11167">
                  <c:v>05-05-2022</c:v>
                </c:pt>
                <c:pt idx="11168">
                  <c:v>05-05-2022</c:v>
                </c:pt>
                <c:pt idx="11169">
                  <c:v>05-05-2022</c:v>
                </c:pt>
                <c:pt idx="11170">
                  <c:v>05-05-2022</c:v>
                </c:pt>
                <c:pt idx="11171">
                  <c:v>05-05-2022</c:v>
                </c:pt>
                <c:pt idx="11172">
                  <c:v>05-05-2022</c:v>
                </c:pt>
                <c:pt idx="11173">
                  <c:v>05-05-2022</c:v>
                </c:pt>
                <c:pt idx="11174">
                  <c:v>05-05-2022</c:v>
                </c:pt>
                <c:pt idx="11175">
                  <c:v>05-05-2022</c:v>
                </c:pt>
                <c:pt idx="11176">
                  <c:v>05-05-2022</c:v>
                </c:pt>
                <c:pt idx="11177">
                  <c:v>05-05-2022</c:v>
                </c:pt>
                <c:pt idx="11178">
                  <c:v>05-05-2022</c:v>
                </c:pt>
                <c:pt idx="11179">
                  <c:v>05-05-2022</c:v>
                </c:pt>
                <c:pt idx="11180">
                  <c:v>05-05-2022</c:v>
                </c:pt>
                <c:pt idx="11181">
                  <c:v>05-05-2022</c:v>
                </c:pt>
                <c:pt idx="11182">
                  <c:v>05-05-2022</c:v>
                </c:pt>
                <c:pt idx="11183">
                  <c:v>05-05-2022</c:v>
                </c:pt>
                <c:pt idx="11184">
                  <c:v>05-05-2022</c:v>
                </c:pt>
                <c:pt idx="11185">
                  <c:v>05-05-2022</c:v>
                </c:pt>
                <c:pt idx="11186">
                  <c:v>05-05-2022</c:v>
                </c:pt>
                <c:pt idx="11187">
                  <c:v>05-05-2022</c:v>
                </c:pt>
                <c:pt idx="11188">
                  <c:v>05-05-2022</c:v>
                </c:pt>
                <c:pt idx="11189">
                  <c:v>05-05-2022</c:v>
                </c:pt>
                <c:pt idx="11190">
                  <c:v>05-05-2022</c:v>
                </c:pt>
                <c:pt idx="11191">
                  <c:v>05-05-2022</c:v>
                </c:pt>
                <c:pt idx="11192">
                  <c:v>05-05-2022</c:v>
                </c:pt>
                <c:pt idx="11193">
                  <c:v>05-05-2022</c:v>
                </c:pt>
                <c:pt idx="11194">
                  <c:v>05-05-2022</c:v>
                </c:pt>
                <c:pt idx="11195">
                  <c:v>05-05-2022</c:v>
                </c:pt>
                <c:pt idx="11196">
                  <c:v>05-05-2022</c:v>
                </c:pt>
                <c:pt idx="11197">
                  <c:v>05-05-2022</c:v>
                </c:pt>
                <c:pt idx="11198">
                  <c:v>05-05-2022</c:v>
                </c:pt>
                <c:pt idx="11199">
                  <c:v>05-05-2022</c:v>
                </c:pt>
                <c:pt idx="11200">
                  <c:v>05-05-2022</c:v>
                </c:pt>
                <c:pt idx="11201">
                  <c:v>05-05-2022</c:v>
                </c:pt>
                <c:pt idx="11202">
                  <c:v>05-05-2022</c:v>
                </c:pt>
                <c:pt idx="11203">
                  <c:v>05-05-2022</c:v>
                </c:pt>
                <c:pt idx="11204">
                  <c:v>05-05-2022</c:v>
                </c:pt>
                <c:pt idx="11205">
                  <c:v>05-05-2022</c:v>
                </c:pt>
                <c:pt idx="11206">
                  <c:v>05-05-2022</c:v>
                </c:pt>
                <c:pt idx="11207">
                  <c:v>05-05-2022</c:v>
                </c:pt>
                <c:pt idx="11208">
                  <c:v>05-05-2022</c:v>
                </c:pt>
                <c:pt idx="11209">
                  <c:v>05-05-2022</c:v>
                </c:pt>
                <c:pt idx="11210">
                  <c:v>06-05-2022</c:v>
                </c:pt>
                <c:pt idx="11211">
                  <c:v>06-05-2022</c:v>
                </c:pt>
                <c:pt idx="11212">
                  <c:v>06-05-2022</c:v>
                </c:pt>
                <c:pt idx="11213">
                  <c:v>06-05-2022</c:v>
                </c:pt>
                <c:pt idx="11214">
                  <c:v>06-05-2022</c:v>
                </c:pt>
                <c:pt idx="11215">
                  <c:v>06-05-2022</c:v>
                </c:pt>
                <c:pt idx="11216">
                  <c:v>06-05-2022</c:v>
                </c:pt>
                <c:pt idx="11217">
                  <c:v>06-05-2022</c:v>
                </c:pt>
                <c:pt idx="11218">
                  <c:v>06-05-2022</c:v>
                </c:pt>
                <c:pt idx="11219">
                  <c:v>06-05-2022</c:v>
                </c:pt>
                <c:pt idx="11220">
                  <c:v>06-05-2022</c:v>
                </c:pt>
                <c:pt idx="11221">
                  <c:v>06-05-2022</c:v>
                </c:pt>
                <c:pt idx="11222">
                  <c:v>06-05-2022</c:v>
                </c:pt>
                <c:pt idx="11223">
                  <c:v>06-05-2022</c:v>
                </c:pt>
                <c:pt idx="11224">
                  <c:v>06-05-2022</c:v>
                </c:pt>
                <c:pt idx="11225">
                  <c:v>06-05-2022</c:v>
                </c:pt>
                <c:pt idx="11226">
                  <c:v>06-05-2022</c:v>
                </c:pt>
                <c:pt idx="11227">
                  <c:v>06-05-2022</c:v>
                </c:pt>
                <c:pt idx="11228">
                  <c:v>06-05-2022</c:v>
                </c:pt>
                <c:pt idx="11229">
                  <c:v>06-05-2022</c:v>
                </c:pt>
                <c:pt idx="11230">
                  <c:v>06-05-2022</c:v>
                </c:pt>
                <c:pt idx="11231">
                  <c:v>06-05-2022</c:v>
                </c:pt>
                <c:pt idx="11232">
                  <c:v>06-05-2022</c:v>
                </c:pt>
                <c:pt idx="11233">
                  <c:v>06-05-2022</c:v>
                </c:pt>
                <c:pt idx="11234">
                  <c:v>06-05-2022</c:v>
                </c:pt>
                <c:pt idx="11235">
                  <c:v>06-05-2022</c:v>
                </c:pt>
                <c:pt idx="11236">
                  <c:v>06-05-2022</c:v>
                </c:pt>
                <c:pt idx="11237">
                  <c:v>06-05-2022</c:v>
                </c:pt>
                <c:pt idx="11238">
                  <c:v>06-05-2022</c:v>
                </c:pt>
                <c:pt idx="11239">
                  <c:v>06-05-2022</c:v>
                </c:pt>
                <c:pt idx="11240">
                  <c:v>06-05-2022</c:v>
                </c:pt>
                <c:pt idx="11241">
                  <c:v>06-05-2022</c:v>
                </c:pt>
                <c:pt idx="11242">
                  <c:v>06-05-2022</c:v>
                </c:pt>
                <c:pt idx="11243">
                  <c:v>06-05-2022</c:v>
                </c:pt>
                <c:pt idx="11244">
                  <c:v>06-05-2022</c:v>
                </c:pt>
                <c:pt idx="11245">
                  <c:v>06-05-2022</c:v>
                </c:pt>
                <c:pt idx="11246">
                  <c:v>06-05-2022</c:v>
                </c:pt>
                <c:pt idx="11247">
                  <c:v>06-05-2022</c:v>
                </c:pt>
                <c:pt idx="11248">
                  <c:v>06-05-2022</c:v>
                </c:pt>
                <c:pt idx="11249">
                  <c:v>06-05-2022</c:v>
                </c:pt>
                <c:pt idx="11250">
                  <c:v>06-05-2022</c:v>
                </c:pt>
                <c:pt idx="11251">
                  <c:v>06-05-2022</c:v>
                </c:pt>
                <c:pt idx="11252">
                  <c:v>06-05-2022</c:v>
                </c:pt>
                <c:pt idx="11253">
                  <c:v>06-05-2022</c:v>
                </c:pt>
                <c:pt idx="11254">
                  <c:v>06-05-2022</c:v>
                </c:pt>
                <c:pt idx="11255">
                  <c:v>06-05-2022</c:v>
                </c:pt>
                <c:pt idx="11256">
                  <c:v>06-05-2022</c:v>
                </c:pt>
                <c:pt idx="11257">
                  <c:v>06-05-2022</c:v>
                </c:pt>
                <c:pt idx="11258">
                  <c:v>06-05-2022</c:v>
                </c:pt>
                <c:pt idx="11259">
                  <c:v>06-05-2022</c:v>
                </c:pt>
                <c:pt idx="11260">
                  <c:v>07-05-2022</c:v>
                </c:pt>
                <c:pt idx="11261">
                  <c:v>07-05-2022</c:v>
                </c:pt>
                <c:pt idx="11262">
                  <c:v>07-05-2022</c:v>
                </c:pt>
                <c:pt idx="11263">
                  <c:v>07-05-2022</c:v>
                </c:pt>
                <c:pt idx="11264">
                  <c:v>07-05-2022</c:v>
                </c:pt>
                <c:pt idx="11265">
                  <c:v>07-05-2022</c:v>
                </c:pt>
                <c:pt idx="11266">
                  <c:v>07-05-2022</c:v>
                </c:pt>
                <c:pt idx="11267">
                  <c:v>07-05-2022</c:v>
                </c:pt>
                <c:pt idx="11268">
                  <c:v>07-05-2022</c:v>
                </c:pt>
                <c:pt idx="11269">
                  <c:v>07-05-2022</c:v>
                </c:pt>
                <c:pt idx="11270">
                  <c:v>07-05-2022</c:v>
                </c:pt>
                <c:pt idx="11271">
                  <c:v>07-05-2022</c:v>
                </c:pt>
                <c:pt idx="11272">
                  <c:v>07-05-2022</c:v>
                </c:pt>
                <c:pt idx="11273">
                  <c:v>07-05-2022</c:v>
                </c:pt>
                <c:pt idx="11274">
                  <c:v>07-05-2022</c:v>
                </c:pt>
                <c:pt idx="11275">
                  <c:v>07-05-2022</c:v>
                </c:pt>
                <c:pt idx="11276">
                  <c:v>07-05-2022</c:v>
                </c:pt>
                <c:pt idx="11277">
                  <c:v>07-05-2022</c:v>
                </c:pt>
                <c:pt idx="11278">
                  <c:v>07-05-2022</c:v>
                </c:pt>
                <c:pt idx="11279">
                  <c:v>07-05-2022</c:v>
                </c:pt>
                <c:pt idx="11280">
                  <c:v>07-05-2022</c:v>
                </c:pt>
                <c:pt idx="11281">
                  <c:v>07-05-2022</c:v>
                </c:pt>
                <c:pt idx="11282">
                  <c:v>07-05-2022</c:v>
                </c:pt>
                <c:pt idx="11283">
                  <c:v>07-05-2022</c:v>
                </c:pt>
                <c:pt idx="11284">
                  <c:v>07-05-2022</c:v>
                </c:pt>
                <c:pt idx="11285">
                  <c:v>07-05-2022</c:v>
                </c:pt>
                <c:pt idx="11286">
                  <c:v>07-05-2022</c:v>
                </c:pt>
                <c:pt idx="11287">
                  <c:v>07-05-2022</c:v>
                </c:pt>
                <c:pt idx="11288">
                  <c:v>07-05-2022</c:v>
                </c:pt>
                <c:pt idx="11289">
                  <c:v>07-05-2022</c:v>
                </c:pt>
                <c:pt idx="11290">
                  <c:v>07-05-2022</c:v>
                </c:pt>
                <c:pt idx="11291">
                  <c:v>07-05-2022</c:v>
                </c:pt>
                <c:pt idx="11292">
                  <c:v>07-05-2022</c:v>
                </c:pt>
                <c:pt idx="11293">
                  <c:v>07-05-2022</c:v>
                </c:pt>
                <c:pt idx="11294">
                  <c:v>07-05-2022</c:v>
                </c:pt>
                <c:pt idx="11295">
                  <c:v>07-05-2022</c:v>
                </c:pt>
                <c:pt idx="11296">
                  <c:v>07-05-2022</c:v>
                </c:pt>
                <c:pt idx="11297">
                  <c:v>07-05-2022</c:v>
                </c:pt>
                <c:pt idx="11298">
                  <c:v>07-05-2022</c:v>
                </c:pt>
                <c:pt idx="11299">
                  <c:v>07-05-2022</c:v>
                </c:pt>
                <c:pt idx="11300">
                  <c:v>08-05-2022</c:v>
                </c:pt>
                <c:pt idx="11301">
                  <c:v>08-05-2022</c:v>
                </c:pt>
                <c:pt idx="11302">
                  <c:v>08-05-2022</c:v>
                </c:pt>
                <c:pt idx="11303">
                  <c:v>08-05-2022</c:v>
                </c:pt>
                <c:pt idx="11304">
                  <c:v>08-05-2022</c:v>
                </c:pt>
                <c:pt idx="11305">
                  <c:v>08-05-2022</c:v>
                </c:pt>
                <c:pt idx="11306">
                  <c:v>08-05-2022</c:v>
                </c:pt>
                <c:pt idx="11307">
                  <c:v>08-05-2022</c:v>
                </c:pt>
                <c:pt idx="11308">
                  <c:v>08-05-2022</c:v>
                </c:pt>
                <c:pt idx="11309">
                  <c:v>08-05-2022</c:v>
                </c:pt>
                <c:pt idx="11310">
                  <c:v>08-05-2022</c:v>
                </c:pt>
                <c:pt idx="11311">
                  <c:v>08-05-2022</c:v>
                </c:pt>
                <c:pt idx="11312">
                  <c:v>08-05-2022</c:v>
                </c:pt>
                <c:pt idx="11313">
                  <c:v>08-05-2022</c:v>
                </c:pt>
                <c:pt idx="11314">
                  <c:v>08-05-2022</c:v>
                </c:pt>
                <c:pt idx="11315">
                  <c:v>08-05-2022</c:v>
                </c:pt>
                <c:pt idx="11316">
                  <c:v>08-05-2022</c:v>
                </c:pt>
                <c:pt idx="11317">
                  <c:v>08-05-2022</c:v>
                </c:pt>
                <c:pt idx="11318">
                  <c:v>08-05-2022</c:v>
                </c:pt>
                <c:pt idx="11319">
                  <c:v>08-05-2022</c:v>
                </c:pt>
                <c:pt idx="11320">
                  <c:v>08-05-2022</c:v>
                </c:pt>
                <c:pt idx="11321">
                  <c:v>08-05-2022</c:v>
                </c:pt>
                <c:pt idx="11322">
                  <c:v>08-05-2022</c:v>
                </c:pt>
                <c:pt idx="11323">
                  <c:v>08-05-2022</c:v>
                </c:pt>
                <c:pt idx="11324">
                  <c:v>08-05-2022</c:v>
                </c:pt>
                <c:pt idx="11325">
                  <c:v>08-05-2022</c:v>
                </c:pt>
                <c:pt idx="11326">
                  <c:v>08-05-2022</c:v>
                </c:pt>
                <c:pt idx="11327">
                  <c:v>08-05-2022</c:v>
                </c:pt>
                <c:pt idx="11328">
                  <c:v>08-05-2022</c:v>
                </c:pt>
                <c:pt idx="11329">
                  <c:v>08-05-2022</c:v>
                </c:pt>
                <c:pt idx="11330">
                  <c:v>08-05-2022</c:v>
                </c:pt>
                <c:pt idx="11331">
                  <c:v>08-05-2022</c:v>
                </c:pt>
                <c:pt idx="11332">
                  <c:v>08-05-2022</c:v>
                </c:pt>
                <c:pt idx="11333">
                  <c:v>08-05-2022</c:v>
                </c:pt>
                <c:pt idx="11334">
                  <c:v>08-05-2022</c:v>
                </c:pt>
                <c:pt idx="11335">
                  <c:v>08-05-2022</c:v>
                </c:pt>
                <c:pt idx="11336">
                  <c:v>08-05-2022</c:v>
                </c:pt>
                <c:pt idx="11337">
                  <c:v>08-05-2022</c:v>
                </c:pt>
                <c:pt idx="11338">
                  <c:v>08-05-2022</c:v>
                </c:pt>
                <c:pt idx="11339">
                  <c:v>08-05-2022</c:v>
                </c:pt>
                <c:pt idx="11340">
                  <c:v>09-05-2022</c:v>
                </c:pt>
                <c:pt idx="11341">
                  <c:v>09-05-2022</c:v>
                </c:pt>
                <c:pt idx="11342">
                  <c:v>09-05-2022</c:v>
                </c:pt>
                <c:pt idx="11343">
                  <c:v>09-05-2022</c:v>
                </c:pt>
                <c:pt idx="11344">
                  <c:v>09-05-2022</c:v>
                </c:pt>
                <c:pt idx="11345">
                  <c:v>09-05-2022</c:v>
                </c:pt>
                <c:pt idx="11346">
                  <c:v>09-05-2022</c:v>
                </c:pt>
                <c:pt idx="11347">
                  <c:v>09-05-2022</c:v>
                </c:pt>
                <c:pt idx="11348">
                  <c:v>09-05-2022</c:v>
                </c:pt>
                <c:pt idx="11349">
                  <c:v>09-05-2022</c:v>
                </c:pt>
                <c:pt idx="11350">
                  <c:v>09-05-2022</c:v>
                </c:pt>
                <c:pt idx="11351">
                  <c:v>09-05-2022</c:v>
                </c:pt>
                <c:pt idx="11352">
                  <c:v>09-05-2022</c:v>
                </c:pt>
                <c:pt idx="11353">
                  <c:v>09-05-2022</c:v>
                </c:pt>
                <c:pt idx="11354">
                  <c:v>09-05-2022</c:v>
                </c:pt>
                <c:pt idx="11355">
                  <c:v>09-05-2022</c:v>
                </c:pt>
                <c:pt idx="11356">
                  <c:v>09-05-2022</c:v>
                </c:pt>
                <c:pt idx="11357">
                  <c:v>09-05-2022</c:v>
                </c:pt>
                <c:pt idx="11358">
                  <c:v>09-05-2022</c:v>
                </c:pt>
                <c:pt idx="11359">
                  <c:v>09-05-2022</c:v>
                </c:pt>
                <c:pt idx="11360">
                  <c:v>09-05-2022</c:v>
                </c:pt>
                <c:pt idx="11361">
                  <c:v>09-05-2022</c:v>
                </c:pt>
                <c:pt idx="11362">
                  <c:v>09-05-2022</c:v>
                </c:pt>
                <c:pt idx="11363">
                  <c:v>09-05-2022</c:v>
                </c:pt>
                <c:pt idx="11364">
                  <c:v>09-05-2022</c:v>
                </c:pt>
                <c:pt idx="11365">
                  <c:v>09-05-2022</c:v>
                </c:pt>
                <c:pt idx="11366">
                  <c:v>09-05-2022</c:v>
                </c:pt>
                <c:pt idx="11367">
                  <c:v>09-05-2022</c:v>
                </c:pt>
                <c:pt idx="11368">
                  <c:v>09-05-2022</c:v>
                </c:pt>
                <c:pt idx="11369">
                  <c:v>09-05-2022</c:v>
                </c:pt>
                <c:pt idx="11370">
                  <c:v>09-05-2022</c:v>
                </c:pt>
                <c:pt idx="11371">
                  <c:v>09-05-2022</c:v>
                </c:pt>
                <c:pt idx="11372">
                  <c:v>09-05-2022</c:v>
                </c:pt>
                <c:pt idx="11373">
                  <c:v>09-05-2022</c:v>
                </c:pt>
                <c:pt idx="11374">
                  <c:v>09-05-2022</c:v>
                </c:pt>
                <c:pt idx="11375">
                  <c:v>09-05-2022</c:v>
                </c:pt>
                <c:pt idx="11376">
                  <c:v>09-05-2022</c:v>
                </c:pt>
                <c:pt idx="11377">
                  <c:v>09-05-2022</c:v>
                </c:pt>
                <c:pt idx="11378">
                  <c:v>09-05-2022</c:v>
                </c:pt>
                <c:pt idx="11379">
                  <c:v>09-05-2022</c:v>
                </c:pt>
                <c:pt idx="11380">
                  <c:v>10-05-2022</c:v>
                </c:pt>
                <c:pt idx="11381">
                  <c:v>10-05-2022</c:v>
                </c:pt>
                <c:pt idx="11382">
                  <c:v>10-05-2022</c:v>
                </c:pt>
                <c:pt idx="11383">
                  <c:v>10-05-2022</c:v>
                </c:pt>
                <c:pt idx="11384">
                  <c:v>10-05-2022</c:v>
                </c:pt>
                <c:pt idx="11385">
                  <c:v>10-05-2022</c:v>
                </c:pt>
                <c:pt idx="11386">
                  <c:v>10-05-2022</c:v>
                </c:pt>
                <c:pt idx="11387">
                  <c:v>10-05-2022</c:v>
                </c:pt>
                <c:pt idx="11388">
                  <c:v>10-05-2022</c:v>
                </c:pt>
                <c:pt idx="11389">
                  <c:v>10-05-2022</c:v>
                </c:pt>
                <c:pt idx="11390">
                  <c:v>10-05-2022</c:v>
                </c:pt>
                <c:pt idx="11391">
                  <c:v>10-05-2022</c:v>
                </c:pt>
                <c:pt idx="11392">
                  <c:v>10-05-2022</c:v>
                </c:pt>
                <c:pt idx="11393">
                  <c:v>10-05-2022</c:v>
                </c:pt>
                <c:pt idx="11394">
                  <c:v>10-05-2022</c:v>
                </c:pt>
                <c:pt idx="11395">
                  <c:v>10-05-2022</c:v>
                </c:pt>
                <c:pt idx="11396">
                  <c:v>10-05-2022</c:v>
                </c:pt>
                <c:pt idx="11397">
                  <c:v>10-05-2022</c:v>
                </c:pt>
                <c:pt idx="11398">
                  <c:v>10-05-2022</c:v>
                </c:pt>
                <c:pt idx="11399">
                  <c:v>10-05-2022</c:v>
                </c:pt>
                <c:pt idx="11400">
                  <c:v>10-05-2022</c:v>
                </c:pt>
                <c:pt idx="11401">
                  <c:v>10-05-2022</c:v>
                </c:pt>
                <c:pt idx="11402">
                  <c:v>10-05-2022</c:v>
                </c:pt>
                <c:pt idx="11403">
                  <c:v>10-05-2022</c:v>
                </c:pt>
                <c:pt idx="11404">
                  <c:v>10-05-2022</c:v>
                </c:pt>
                <c:pt idx="11405">
                  <c:v>10-05-2022</c:v>
                </c:pt>
                <c:pt idx="11406">
                  <c:v>10-05-2022</c:v>
                </c:pt>
                <c:pt idx="11407">
                  <c:v>10-05-2022</c:v>
                </c:pt>
                <c:pt idx="11408">
                  <c:v>10-05-2022</c:v>
                </c:pt>
                <c:pt idx="11409">
                  <c:v>10-05-2022</c:v>
                </c:pt>
                <c:pt idx="11410">
                  <c:v>10-05-2022</c:v>
                </c:pt>
                <c:pt idx="11411">
                  <c:v>10-05-2022</c:v>
                </c:pt>
                <c:pt idx="11412">
                  <c:v>10-05-2022</c:v>
                </c:pt>
                <c:pt idx="11413">
                  <c:v>10-05-2022</c:v>
                </c:pt>
                <c:pt idx="11414">
                  <c:v>10-05-2022</c:v>
                </c:pt>
                <c:pt idx="11415">
                  <c:v>10-05-2022</c:v>
                </c:pt>
                <c:pt idx="11416">
                  <c:v>10-05-2022</c:v>
                </c:pt>
                <c:pt idx="11417">
                  <c:v>10-05-2022</c:v>
                </c:pt>
                <c:pt idx="11418">
                  <c:v>10-05-2022</c:v>
                </c:pt>
                <c:pt idx="11419">
                  <c:v>10-05-2022</c:v>
                </c:pt>
                <c:pt idx="11420">
                  <c:v>11-05-2022</c:v>
                </c:pt>
                <c:pt idx="11421">
                  <c:v>11-05-2022</c:v>
                </c:pt>
                <c:pt idx="11422">
                  <c:v>11-05-2022</c:v>
                </c:pt>
                <c:pt idx="11423">
                  <c:v>11-05-2022</c:v>
                </c:pt>
                <c:pt idx="11424">
                  <c:v>11-05-2022</c:v>
                </c:pt>
                <c:pt idx="11425">
                  <c:v>11-05-2022</c:v>
                </c:pt>
                <c:pt idx="11426">
                  <c:v>11-05-2022</c:v>
                </c:pt>
                <c:pt idx="11427">
                  <c:v>11-05-2022</c:v>
                </c:pt>
                <c:pt idx="11428">
                  <c:v>11-05-2022</c:v>
                </c:pt>
                <c:pt idx="11429">
                  <c:v>11-05-2022</c:v>
                </c:pt>
                <c:pt idx="11430">
                  <c:v>11-05-2022</c:v>
                </c:pt>
                <c:pt idx="11431">
                  <c:v>11-05-2022</c:v>
                </c:pt>
                <c:pt idx="11432">
                  <c:v>11-05-2022</c:v>
                </c:pt>
                <c:pt idx="11433">
                  <c:v>11-05-2022</c:v>
                </c:pt>
                <c:pt idx="11434">
                  <c:v>11-05-2022</c:v>
                </c:pt>
                <c:pt idx="11435">
                  <c:v>11-05-2022</c:v>
                </c:pt>
                <c:pt idx="11436">
                  <c:v>11-05-2022</c:v>
                </c:pt>
                <c:pt idx="11437">
                  <c:v>11-05-2022</c:v>
                </c:pt>
                <c:pt idx="11438">
                  <c:v>11-05-2022</c:v>
                </c:pt>
                <c:pt idx="11439">
                  <c:v>11-05-2022</c:v>
                </c:pt>
                <c:pt idx="11440">
                  <c:v>11-05-2022</c:v>
                </c:pt>
                <c:pt idx="11441">
                  <c:v>11-05-2022</c:v>
                </c:pt>
                <c:pt idx="11442">
                  <c:v>11-05-2022</c:v>
                </c:pt>
                <c:pt idx="11443">
                  <c:v>11-05-2022</c:v>
                </c:pt>
                <c:pt idx="11444">
                  <c:v>11-05-2022</c:v>
                </c:pt>
                <c:pt idx="11445">
                  <c:v>11-05-2022</c:v>
                </c:pt>
                <c:pt idx="11446">
                  <c:v>11-05-2022</c:v>
                </c:pt>
                <c:pt idx="11447">
                  <c:v>11-05-2022</c:v>
                </c:pt>
                <c:pt idx="11448">
                  <c:v>11-05-2022</c:v>
                </c:pt>
                <c:pt idx="11449">
                  <c:v>11-05-2022</c:v>
                </c:pt>
                <c:pt idx="11450">
                  <c:v>11-05-2022</c:v>
                </c:pt>
                <c:pt idx="11451">
                  <c:v>11-05-2022</c:v>
                </c:pt>
                <c:pt idx="11452">
                  <c:v>11-05-2022</c:v>
                </c:pt>
                <c:pt idx="11453">
                  <c:v>11-05-2022</c:v>
                </c:pt>
                <c:pt idx="11454">
                  <c:v>11-05-2022</c:v>
                </c:pt>
                <c:pt idx="11455">
                  <c:v>11-05-2022</c:v>
                </c:pt>
                <c:pt idx="11456">
                  <c:v>11-05-2022</c:v>
                </c:pt>
                <c:pt idx="11457">
                  <c:v>11-05-2022</c:v>
                </c:pt>
                <c:pt idx="11458">
                  <c:v>11-05-2022</c:v>
                </c:pt>
                <c:pt idx="11459">
                  <c:v>11-05-2022</c:v>
                </c:pt>
                <c:pt idx="11460">
                  <c:v>12-05-2022</c:v>
                </c:pt>
                <c:pt idx="11461">
                  <c:v>12-05-2022</c:v>
                </c:pt>
                <c:pt idx="11462">
                  <c:v>12-05-2022</c:v>
                </c:pt>
                <c:pt idx="11463">
                  <c:v>12-05-2022</c:v>
                </c:pt>
                <c:pt idx="11464">
                  <c:v>12-05-2022</c:v>
                </c:pt>
                <c:pt idx="11465">
                  <c:v>12-05-2022</c:v>
                </c:pt>
                <c:pt idx="11466">
                  <c:v>12-05-2022</c:v>
                </c:pt>
                <c:pt idx="11467">
                  <c:v>12-05-2022</c:v>
                </c:pt>
                <c:pt idx="11468">
                  <c:v>12-05-2022</c:v>
                </c:pt>
                <c:pt idx="11469">
                  <c:v>12-05-2022</c:v>
                </c:pt>
                <c:pt idx="11470">
                  <c:v>12-05-2022</c:v>
                </c:pt>
                <c:pt idx="11471">
                  <c:v>12-05-2022</c:v>
                </c:pt>
                <c:pt idx="11472">
                  <c:v>12-05-2022</c:v>
                </c:pt>
                <c:pt idx="11473">
                  <c:v>12-05-2022</c:v>
                </c:pt>
                <c:pt idx="11474">
                  <c:v>12-05-2022</c:v>
                </c:pt>
                <c:pt idx="11475">
                  <c:v>12-05-2022</c:v>
                </c:pt>
                <c:pt idx="11476">
                  <c:v>12-05-2022</c:v>
                </c:pt>
                <c:pt idx="11477">
                  <c:v>12-05-2022</c:v>
                </c:pt>
                <c:pt idx="11478">
                  <c:v>12-05-2022</c:v>
                </c:pt>
                <c:pt idx="11479">
                  <c:v>12-05-2022</c:v>
                </c:pt>
                <c:pt idx="11480">
                  <c:v>12-05-2022</c:v>
                </c:pt>
                <c:pt idx="11481">
                  <c:v>12-05-2022</c:v>
                </c:pt>
                <c:pt idx="11482">
                  <c:v>12-05-2022</c:v>
                </c:pt>
                <c:pt idx="11483">
                  <c:v>12-05-2022</c:v>
                </c:pt>
                <c:pt idx="11484">
                  <c:v>12-05-2022</c:v>
                </c:pt>
                <c:pt idx="11485">
                  <c:v>12-05-2022</c:v>
                </c:pt>
                <c:pt idx="11486">
                  <c:v>12-05-2022</c:v>
                </c:pt>
                <c:pt idx="11487">
                  <c:v>12-05-2022</c:v>
                </c:pt>
                <c:pt idx="11488">
                  <c:v>12-05-2022</c:v>
                </c:pt>
                <c:pt idx="11489">
                  <c:v>12-05-2022</c:v>
                </c:pt>
                <c:pt idx="11490">
                  <c:v>12-05-2022</c:v>
                </c:pt>
                <c:pt idx="11491">
                  <c:v>12-05-2022</c:v>
                </c:pt>
                <c:pt idx="11492">
                  <c:v>12-05-2022</c:v>
                </c:pt>
                <c:pt idx="11493">
                  <c:v>12-05-2022</c:v>
                </c:pt>
                <c:pt idx="11494">
                  <c:v>12-05-2022</c:v>
                </c:pt>
                <c:pt idx="11495">
                  <c:v>12-05-2022</c:v>
                </c:pt>
                <c:pt idx="11496">
                  <c:v>12-05-2022</c:v>
                </c:pt>
                <c:pt idx="11497">
                  <c:v>12-05-2022</c:v>
                </c:pt>
                <c:pt idx="11498">
                  <c:v>12-05-2022</c:v>
                </c:pt>
                <c:pt idx="11499">
                  <c:v>12-05-2022</c:v>
                </c:pt>
                <c:pt idx="11500">
                  <c:v>13-05-2022</c:v>
                </c:pt>
                <c:pt idx="11501">
                  <c:v>13-05-2022</c:v>
                </c:pt>
                <c:pt idx="11502">
                  <c:v>13-05-2022</c:v>
                </c:pt>
                <c:pt idx="11503">
                  <c:v>13-05-2022</c:v>
                </c:pt>
                <c:pt idx="11504">
                  <c:v>13-05-2022</c:v>
                </c:pt>
                <c:pt idx="11505">
                  <c:v>13-05-2022</c:v>
                </c:pt>
                <c:pt idx="11506">
                  <c:v>13-05-2022</c:v>
                </c:pt>
                <c:pt idx="11507">
                  <c:v>13-05-2022</c:v>
                </c:pt>
                <c:pt idx="11508">
                  <c:v>13-05-2022</c:v>
                </c:pt>
                <c:pt idx="11509">
                  <c:v>13-05-2022</c:v>
                </c:pt>
                <c:pt idx="11510">
                  <c:v>13-05-2022</c:v>
                </c:pt>
                <c:pt idx="11511">
                  <c:v>13-05-2022</c:v>
                </c:pt>
                <c:pt idx="11512">
                  <c:v>13-05-2022</c:v>
                </c:pt>
                <c:pt idx="11513">
                  <c:v>13-05-2022</c:v>
                </c:pt>
                <c:pt idx="11514">
                  <c:v>13-05-2022</c:v>
                </c:pt>
                <c:pt idx="11515">
                  <c:v>13-05-2022</c:v>
                </c:pt>
                <c:pt idx="11516">
                  <c:v>13-05-2022</c:v>
                </c:pt>
                <c:pt idx="11517">
                  <c:v>13-05-2022</c:v>
                </c:pt>
                <c:pt idx="11518">
                  <c:v>13-05-2022</c:v>
                </c:pt>
                <c:pt idx="11519">
                  <c:v>13-05-2022</c:v>
                </c:pt>
                <c:pt idx="11520">
                  <c:v>13-05-2022</c:v>
                </c:pt>
                <c:pt idx="11521">
                  <c:v>13-05-2022</c:v>
                </c:pt>
                <c:pt idx="11522">
                  <c:v>13-05-2022</c:v>
                </c:pt>
                <c:pt idx="11523">
                  <c:v>13-05-2022</c:v>
                </c:pt>
                <c:pt idx="11524">
                  <c:v>13-05-2022</c:v>
                </c:pt>
                <c:pt idx="11525">
                  <c:v>13-05-2022</c:v>
                </c:pt>
                <c:pt idx="11526">
                  <c:v>13-05-2022</c:v>
                </c:pt>
                <c:pt idx="11527">
                  <c:v>13-05-2022</c:v>
                </c:pt>
                <c:pt idx="11528">
                  <c:v>13-05-2022</c:v>
                </c:pt>
                <c:pt idx="11529">
                  <c:v>13-05-2022</c:v>
                </c:pt>
                <c:pt idx="11530">
                  <c:v>13-05-2022</c:v>
                </c:pt>
                <c:pt idx="11531">
                  <c:v>13-05-2022</c:v>
                </c:pt>
                <c:pt idx="11532">
                  <c:v>13-05-2022</c:v>
                </c:pt>
                <c:pt idx="11533">
                  <c:v>13-05-2022</c:v>
                </c:pt>
                <c:pt idx="11534">
                  <c:v>13-05-2022</c:v>
                </c:pt>
                <c:pt idx="11535">
                  <c:v>13-05-2022</c:v>
                </c:pt>
                <c:pt idx="11536">
                  <c:v>13-05-2022</c:v>
                </c:pt>
                <c:pt idx="11537">
                  <c:v>13-05-2022</c:v>
                </c:pt>
                <c:pt idx="11538">
                  <c:v>13-05-2022</c:v>
                </c:pt>
                <c:pt idx="11539">
                  <c:v>13-05-2022</c:v>
                </c:pt>
                <c:pt idx="11540">
                  <c:v>14-05-2022</c:v>
                </c:pt>
                <c:pt idx="11541">
                  <c:v>14-05-2022</c:v>
                </c:pt>
                <c:pt idx="11542">
                  <c:v>14-05-2022</c:v>
                </c:pt>
                <c:pt idx="11543">
                  <c:v>14-05-2022</c:v>
                </c:pt>
                <c:pt idx="11544">
                  <c:v>14-05-2022</c:v>
                </c:pt>
                <c:pt idx="11545">
                  <c:v>14-05-2022</c:v>
                </c:pt>
                <c:pt idx="11546">
                  <c:v>14-05-2022</c:v>
                </c:pt>
                <c:pt idx="11547">
                  <c:v>14-05-2022</c:v>
                </c:pt>
                <c:pt idx="11548">
                  <c:v>14-05-2022</c:v>
                </c:pt>
                <c:pt idx="11549">
                  <c:v>14-05-2022</c:v>
                </c:pt>
                <c:pt idx="11550">
                  <c:v>14-05-2022</c:v>
                </c:pt>
                <c:pt idx="11551">
                  <c:v>14-05-2022</c:v>
                </c:pt>
                <c:pt idx="11552">
                  <c:v>14-05-2022</c:v>
                </c:pt>
                <c:pt idx="11553">
                  <c:v>14-05-2022</c:v>
                </c:pt>
                <c:pt idx="11554">
                  <c:v>14-05-2022</c:v>
                </c:pt>
                <c:pt idx="11555">
                  <c:v>14-05-2022</c:v>
                </c:pt>
                <c:pt idx="11556">
                  <c:v>14-05-2022</c:v>
                </c:pt>
                <c:pt idx="11557">
                  <c:v>14-05-2022</c:v>
                </c:pt>
                <c:pt idx="11558">
                  <c:v>14-05-2022</c:v>
                </c:pt>
                <c:pt idx="11559">
                  <c:v>14-05-2022</c:v>
                </c:pt>
                <c:pt idx="11560">
                  <c:v>14-05-2022</c:v>
                </c:pt>
                <c:pt idx="11561">
                  <c:v>14-05-2022</c:v>
                </c:pt>
                <c:pt idx="11562">
                  <c:v>14-05-2022</c:v>
                </c:pt>
                <c:pt idx="11563">
                  <c:v>14-05-2022</c:v>
                </c:pt>
                <c:pt idx="11564">
                  <c:v>14-05-2022</c:v>
                </c:pt>
                <c:pt idx="11565">
                  <c:v>14-05-2022</c:v>
                </c:pt>
                <c:pt idx="11566">
                  <c:v>14-05-2022</c:v>
                </c:pt>
                <c:pt idx="11567">
                  <c:v>14-05-2022</c:v>
                </c:pt>
                <c:pt idx="11568">
                  <c:v>14-05-2022</c:v>
                </c:pt>
                <c:pt idx="11569">
                  <c:v>14-05-2022</c:v>
                </c:pt>
                <c:pt idx="11570">
                  <c:v>14-05-2022</c:v>
                </c:pt>
                <c:pt idx="11571">
                  <c:v>14-05-2022</c:v>
                </c:pt>
                <c:pt idx="11572">
                  <c:v>14-05-2022</c:v>
                </c:pt>
                <c:pt idx="11573">
                  <c:v>14-05-2022</c:v>
                </c:pt>
                <c:pt idx="11574">
                  <c:v>14-05-2022</c:v>
                </c:pt>
                <c:pt idx="11575">
                  <c:v>14-05-2022</c:v>
                </c:pt>
                <c:pt idx="11576">
                  <c:v>14-05-2022</c:v>
                </c:pt>
                <c:pt idx="11577">
                  <c:v>14-05-2022</c:v>
                </c:pt>
                <c:pt idx="11578">
                  <c:v>14-05-2022</c:v>
                </c:pt>
                <c:pt idx="11579">
                  <c:v>14-05-2022</c:v>
                </c:pt>
                <c:pt idx="11580">
                  <c:v>15-05-2022</c:v>
                </c:pt>
                <c:pt idx="11581">
                  <c:v>15-05-2022</c:v>
                </c:pt>
                <c:pt idx="11582">
                  <c:v>15-05-2022</c:v>
                </c:pt>
                <c:pt idx="11583">
                  <c:v>15-05-2022</c:v>
                </c:pt>
                <c:pt idx="11584">
                  <c:v>15-05-2022</c:v>
                </c:pt>
                <c:pt idx="11585">
                  <c:v>15-05-2022</c:v>
                </c:pt>
                <c:pt idx="11586">
                  <c:v>15-05-2022</c:v>
                </c:pt>
                <c:pt idx="11587">
                  <c:v>15-05-2022</c:v>
                </c:pt>
                <c:pt idx="11588">
                  <c:v>15-05-2022</c:v>
                </c:pt>
                <c:pt idx="11589">
                  <c:v>15-05-2022</c:v>
                </c:pt>
                <c:pt idx="11590">
                  <c:v>15-05-2022</c:v>
                </c:pt>
                <c:pt idx="11591">
                  <c:v>15-05-2022</c:v>
                </c:pt>
                <c:pt idx="11592">
                  <c:v>15-05-2022</c:v>
                </c:pt>
                <c:pt idx="11593">
                  <c:v>15-05-2022</c:v>
                </c:pt>
                <c:pt idx="11594">
                  <c:v>15-05-2022</c:v>
                </c:pt>
                <c:pt idx="11595">
                  <c:v>15-05-2022</c:v>
                </c:pt>
                <c:pt idx="11596">
                  <c:v>15-05-2022</c:v>
                </c:pt>
                <c:pt idx="11597">
                  <c:v>15-05-2022</c:v>
                </c:pt>
                <c:pt idx="11598">
                  <c:v>15-05-2022</c:v>
                </c:pt>
                <c:pt idx="11599">
                  <c:v>15-05-2022</c:v>
                </c:pt>
                <c:pt idx="11600">
                  <c:v>15-05-2022</c:v>
                </c:pt>
                <c:pt idx="11601">
                  <c:v>15-05-2022</c:v>
                </c:pt>
                <c:pt idx="11602">
                  <c:v>15-05-2022</c:v>
                </c:pt>
                <c:pt idx="11603">
                  <c:v>15-05-2022</c:v>
                </c:pt>
                <c:pt idx="11604">
                  <c:v>15-05-2022</c:v>
                </c:pt>
                <c:pt idx="11605">
                  <c:v>15-05-2022</c:v>
                </c:pt>
                <c:pt idx="11606">
                  <c:v>15-05-2022</c:v>
                </c:pt>
                <c:pt idx="11607">
                  <c:v>15-05-2022</c:v>
                </c:pt>
                <c:pt idx="11608">
                  <c:v>15-05-2022</c:v>
                </c:pt>
                <c:pt idx="11609">
                  <c:v>15-05-2022</c:v>
                </c:pt>
                <c:pt idx="11610">
                  <c:v>15-05-2022</c:v>
                </c:pt>
                <c:pt idx="11611">
                  <c:v>15-05-2022</c:v>
                </c:pt>
                <c:pt idx="11612">
                  <c:v>15-05-2022</c:v>
                </c:pt>
                <c:pt idx="11613">
                  <c:v>15-05-2022</c:v>
                </c:pt>
                <c:pt idx="11614">
                  <c:v>15-05-2022</c:v>
                </c:pt>
                <c:pt idx="11615">
                  <c:v>15-05-2022</c:v>
                </c:pt>
                <c:pt idx="11616">
                  <c:v>15-05-2022</c:v>
                </c:pt>
                <c:pt idx="11617">
                  <c:v>15-05-2022</c:v>
                </c:pt>
                <c:pt idx="11618">
                  <c:v>15-05-2022</c:v>
                </c:pt>
                <c:pt idx="11619">
                  <c:v>15-05-2022</c:v>
                </c:pt>
                <c:pt idx="11620">
                  <c:v>16-05-2022</c:v>
                </c:pt>
                <c:pt idx="11621">
                  <c:v>16-05-2022</c:v>
                </c:pt>
                <c:pt idx="11622">
                  <c:v>16-05-2022</c:v>
                </c:pt>
                <c:pt idx="11623">
                  <c:v>16-05-2022</c:v>
                </c:pt>
                <c:pt idx="11624">
                  <c:v>16-05-2022</c:v>
                </c:pt>
                <c:pt idx="11625">
                  <c:v>16-05-2022</c:v>
                </c:pt>
                <c:pt idx="11626">
                  <c:v>16-05-2022</c:v>
                </c:pt>
                <c:pt idx="11627">
                  <c:v>16-05-2022</c:v>
                </c:pt>
                <c:pt idx="11628">
                  <c:v>16-05-2022</c:v>
                </c:pt>
                <c:pt idx="11629">
                  <c:v>16-05-2022</c:v>
                </c:pt>
                <c:pt idx="11630">
                  <c:v>16-05-2022</c:v>
                </c:pt>
                <c:pt idx="11631">
                  <c:v>16-05-2022</c:v>
                </c:pt>
                <c:pt idx="11632">
                  <c:v>16-05-2022</c:v>
                </c:pt>
                <c:pt idx="11633">
                  <c:v>16-05-2022</c:v>
                </c:pt>
                <c:pt idx="11634">
                  <c:v>16-05-2022</c:v>
                </c:pt>
                <c:pt idx="11635">
                  <c:v>16-05-2022</c:v>
                </c:pt>
                <c:pt idx="11636">
                  <c:v>16-05-2022</c:v>
                </c:pt>
                <c:pt idx="11637">
                  <c:v>16-05-2022</c:v>
                </c:pt>
                <c:pt idx="11638">
                  <c:v>16-05-2022</c:v>
                </c:pt>
                <c:pt idx="11639">
                  <c:v>16-05-2022</c:v>
                </c:pt>
                <c:pt idx="11640">
                  <c:v>16-05-2022</c:v>
                </c:pt>
                <c:pt idx="11641">
                  <c:v>16-05-2022</c:v>
                </c:pt>
                <c:pt idx="11642">
                  <c:v>16-05-2022</c:v>
                </c:pt>
                <c:pt idx="11643">
                  <c:v>16-05-2022</c:v>
                </c:pt>
                <c:pt idx="11644">
                  <c:v>16-05-2022</c:v>
                </c:pt>
                <c:pt idx="11645">
                  <c:v>16-05-2022</c:v>
                </c:pt>
                <c:pt idx="11646">
                  <c:v>16-05-2022</c:v>
                </c:pt>
                <c:pt idx="11647">
                  <c:v>16-05-2022</c:v>
                </c:pt>
                <c:pt idx="11648">
                  <c:v>16-05-2022</c:v>
                </c:pt>
                <c:pt idx="11649">
                  <c:v>16-05-2022</c:v>
                </c:pt>
                <c:pt idx="11650">
                  <c:v>16-05-2022</c:v>
                </c:pt>
                <c:pt idx="11651">
                  <c:v>16-05-2022</c:v>
                </c:pt>
                <c:pt idx="11652">
                  <c:v>16-05-2022</c:v>
                </c:pt>
                <c:pt idx="11653">
                  <c:v>16-05-2022</c:v>
                </c:pt>
                <c:pt idx="11654">
                  <c:v>16-05-2022</c:v>
                </c:pt>
                <c:pt idx="11655">
                  <c:v>16-05-2022</c:v>
                </c:pt>
                <c:pt idx="11656">
                  <c:v>16-05-2022</c:v>
                </c:pt>
                <c:pt idx="11657">
                  <c:v>16-05-2022</c:v>
                </c:pt>
                <c:pt idx="11658">
                  <c:v>16-05-2022</c:v>
                </c:pt>
                <c:pt idx="11659">
                  <c:v>16-05-2022</c:v>
                </c:pt>
                <c:pt idx="11660">
                  <c:v>16-05-2022</c:v>
                </c:pt>
                <c:pt idx="11661">
                  <c:v>16-05-2022</c:v>
                </c:pt>
                <c:pt idx="11662">
                  <c:v>16-05-2022</c:v>
                </c:pt>
                <c:pt idx="11663">
                  <c:v>17-05-2022</c:v>
                </c:pt>
                <c:pt idx="11664">
                  <c:v>17-05-2022</c:v>
                </c:pt>
                <c:pt idx="11665">
                  <c:v>17-05-2022</c:v>
                </c:pt>
                <c:pt idx="11666">
                  <c:v>17-05-2022</c:v>
                </c:pt>
                <c:pt idx="11667">
                  <c:v>17-05-2022</c:v>
                </c:pt>
                <c:pt idx="11668">
                  <c:v>17-05-2022</c:v>
                </c:pt>
                <c:pt idx="11669">
                  <c:v>17-05-2022</c:v>
                </c:pt>
                <c:pt idx="11670">
                  <c:v>17-05-2022</c:v>
                </c:pt>
                <c:pt idx="11671">
                  <c:v>17-05-2022</c:v>
                </c:pt>
                <c:pt idx="11672">
                  <c:v>17-05-2022</c:v>
                </c:pt>
                <c:pt idx="11673">
                  <c:v>17-05-2022</c:v>
                </c:pt>
                <c:pt idx="11674">
                  <c:v>17-05-2022</c:v>
                </c:pt>
                <c:pt idx="11675">
                  <c:v>17-05-2022</c:v>
                </c:pt>
                <c:pt idx="11676">
                  <c:v>17-05-2022</c:v>
                </c:pt>
                <c:pt idx="11677">
                  <c:v>17-05-2022</c:v>
                </c:pt>
                <c:pt idx="11678">
                  <c:v>17-05-2022</c:v>
                </c:pt>
                <c:pt idx="11679">
                  <c:v>17-05-2022</c:v>
                </c:pt>
                <c:pt idx="11680">
                  <c:v>17-05-2022</c:v>
                </c:pt>
                <c:pt idx="11681">
                  <c:v>17-05-2022</c:v>
                </c:pt>
                <c:pt idx="11682">
                  <c:v>17-05-2022</c:v>
                </c:pt>
                <c:pt idx="11683">
                  <c:v>17-05-2022</c:v>
                </c:pt>
                <c:pt idx="11684">
                  <c:v>17-05-2022</c:v>
                </c:pt>
                <c:pt idx="11685">
                  <c:v>17-05-2022</c:v>
                </c:pt>
                <c:pt idx="11686">
                  <c:v>17-05-2022</c:v>
                </c:pt>
                <c:pt idx="11687">
                  <c:v>17-05-2022</c:v>
                </c:pt>
                <c:pt idx="11688">
                  <c:v>17-05-2022</c:v>
                </c:pt>
                <c:pt idx="11689">
                  <c:v>17-05-2022</c:v>
                </c:pt>
                <c:pt idx="11690">
                  <c:v>17-05-2022</c:v>
                </c:pt>
                <c:pt idx="11691">
                  <c:v>17-05-2022</c:v>
                </c:pt>
                <c:pt idx="11692">
                  <c:v>17-05-2022</c:v>
                </c:pt>
                <c:pt idx="11693">
                  <c:v>17-05-2022</c:v>
                </c:pt>
                <c:pt idx="11694">
                  <c:v>17-05-2022</c:v>
                </c:pt>
                <c:pt idx="11695">
                  <c:v>17-05-2022</c:v>
                </c:pt>
                <c:pt idx="11696">
                  <c:v>17-05-2022</c:v>
                </c:pt>
                <c:pt idx="11697">
                  <c:v>17-05-2022</c:v>
                </c:pt>
                <c:pt idx="11698">
                  <c:v>17-05-2022</c:v>
                </c:pt>
                <c:pt idx="11699">
                  <c:v>17-05-2022</c:v>
                </c:pt>
                <c:pt idx="11700">
                  <c:v>17-05-2022</c:v>
                </c:pt>
                <c:pt idx="11701">
                  <c:v>17-05-2022</c:v>
                </c:pt>
                <c:pt idx="11702">
                  <c:v>17-05-2022</c:v>
                </c:pt>
                <c:pt idx="11703">
                  <c:v>17-05-2022</c:v>
                </c:pt>
                <c:pt idx="11704">
                  <c:v>17-05-2022</c:v>
                </c:pt>
                <c:pt idx="11705">
                  <c:v>18-05-2022</c:v>
                </c:pt>
                <c:pt idx="11706">
                  <c:v>18-05-2022</c:v>
                </c:pt>
                <c:pt idx="11707">
                  <c:v>18-05-2022</c:v>
                </c:pt>
                <c:pt idx="11708">
                  <c:v>18-05-2022</c:v>
                </c:pt>
                <c:pt idx="11709">
                  <c:v>18-05-2022</c:v>
                </c:pt>
                <c:pt idx="11710">
                  <c:v>18-05-2022</c:v>
                </c:pt>
                <c:pt idx="11711">
                  <c:v>18-05-2022</c:v>
                </c:pt>
                <c:pt idx="11712">
                  <c:v>18-05-2022</c:v>
                </c:pt>
                <c:pt idx="11713">
                  <c:v>18-05-2022</c:v>
                </c:pt>
                <c:pt idx="11714">
                  <c:v>18-05-2022</c:v>
                </c:pt>
                <c:pt idx="11715">
                  <c:v>18-05-2022</c:v>
                </c:pt>
                <c:pt idx="11716">
                  <c:v>18-05-2022</c:v>
                </c:pt>
                <c:pt idx="11717">
                  <c:v>18-05-2022</c:v>
                </c:pt>
                <c:pt idx="11718">
                  <c:v>18-05-2022</c:v>
                </c:pt>
                <c:pt idx="11719">
                  <c:v>18-05-2022</c:v>
                </c:pt>
                <c:pt idx="11720">
                  <c:v>18-05-2022</c:v>
                </c:pt>
                <c:pt idx="11721">
                  <c:v>18-05-2022</c:v>
                </c:pt>
                <c:pt idx="11722">
                  <c:v>18-05-2022</c:v>
                </c:pt>
                <c:pt idx="11723">
                  <c:v>18-05-2022</c:v>
                </c:pt>
                <c:pt idx="11724">
                  <c:v>18-05-2022</c:v>
                </c:pt>
                <c:pt idx="11725">
                  <c:v>18-05-2022</c:v>
                </c:pt>
                <c:pt idx="11726">
                  <c:v>18-05-2022</c:v>
                </c:pt>
                <c:pt idx="11727">
                  <c:v>18-05-2022</c:v>
                </c:pt>
                <c:pt idx="11728">
                  <c:v>18-05-2022</c:v>
                </c:pt>
                <c:pt idx="11729">
                  <c:v>18-05-2022</c:v>
                </c:pt>
                <c:pt idx="11730">
                  <c:v>18-05-2022</c:v>
                </c:pt>
                <c:pt idx="11731">
                  <c:v>18-05-2022</c:v>
                </c:pt>
                <c:pt idx="11732">
                  <c:v>18-05-2022</c:v>
                </c:pt>
                <c:pt idx="11733">
                  <c:v>18-05-2022</c:v>
                </c:pt>
                <c:pt idx="11734">
                  <c:v>18-05-2022</c:v>
                </c:pt>
                <c:pt idx="11735">
                  <c:v>18-05-2022</c:v>
                </c:pt>
                <c:pt idx="11736">
                  <c:v>18-05-2022</c:v>
                </c:pt>
                <c:pt idx="11737">
                  <c:v>18-05-2022</c:v>
                </c:pt>
                <c:pt idx="11738">
                  <c:v>18-05-2022</c:v>
                </c:pt>
                <c:pt idx="11739">
                  <c:v>18-05-2022</c:v>
                </c:pt>
                <c:pt idx="11740">
                  <c:v>18-05-2022</c:v>
                </c:pt>
                <c:pt idx="11741">
                  <c:v>18-05-2022</c:v>
                </c:pt>
                <c:pt idx="11742">
                  <c:v>18-05-2022</c:v>
                </c:pt>
                <c:pt idx="11743">
                  <c:v>18-05-2022</c:v>
                </c:pt>
                <c:pt idx="11744">
                  <c:v>18-05-2022</c:v>
                </c:pt>
                <c:pt idx="11745">
                  <c:v>19-05-2022</c:v>
                </c:pt>
                <c:pt idx="11746">
                  <c:v>19-05-2022</c:v>
                </c:pt>
                <c:pt idx="11747">
                  <c:v>19-05-2022</c:v>
                </c:pt>
                <c:pt idx="11748">
                  <c:v>19-05-2022</c:v>
                </c:pt>
                <c:pt idx="11749">
                  <c:v>19-05-2022</c:v>
                </c:pt>
                <c:pt idx="11750">
                  <c:v>19-05-2022</c:v>
                </c:pt>
                <c:pt idx="11751">
                  <c:v>19-05-2022</c:v>
                </c:pt>
                <c:pt idx="11752">
                  <c:v>19-05-2022</c:v>
                </c:pt>
                <c:pt idx="11753">
                  <c:v>19-05-2022</c:v>
                </c:pt>
                <c:pt idx="11754">
                  <c:v>19-05-2022</c:v>
                </c:pt>
                <c:pt idx="11755">
                  <c:v>19-05-2022</c:v>
                </c:pt>
                <c:pt idx="11756">
                  <c:v>19-05-2022</c:v>
                </c:pt>
                <c:pt idx="11757">
                  <c:v>19-05-2022</c:v>
                </c:pt>
                <c:pt idx="11758">
                  <c:v>19-05-2022</c:v>
                </c:pt>
                <c:pt idx="11759">
                  <c:v>19-05-2022</c:v>
                </c:pt>
                <c:pt idx="11760">
                  <c:v>19-05-2022</c:v>
                </c:pt>
                <c:pt idx="11761">
                  <c:v>19-05-2022</c:v>
                </c:pt>
                <c:pt idx="11762">
                  <c:v>19-05-2022</c:v>
                </c:pt>
                <c:pt idx="11763">
                  <c:v>19-05-2022</c:v>
                </c:pt>
                <c:pt idx="11764">
                  <c:v>19-05-2022</c:v>
                </c:pt>
                <c:pt idx="11765">
                  <c:v>19-05-2022</c:v>
                </c:pt>
                <c:pt idx="11766">
                  <c:v>19-05-2022</c:v>
                </c:pt>
                <c:pt idx="11767">
                  <c:v>19-05-2022</c:v>
                </c:pt>
                <c:pt idx="11768">
                  <c:v>19-05-2022</c:v>
                </c:pt>
                <c:pt idx="11769">
                  <c:v>19-05-2022</c:v>
                </c:pt>
                <c:pt idx="11770">
                  <c:v>19-05-2022</c:v>
                </c:pt>
                <c:pt idx="11771">
                  <c:v>19-05-2022</c:v>
                </c:pt>
                <c:pt idx="11772">
                  <c:v>19-05-2022</c:v>
                </c:pt>
                <c:pt idx="11773">
                  <c:v>19-05-2022</c:v>
                </c:pt>
                <c:pt idx="11774">
                  <c:v>19-05-2022</c:v>
                </c:pt>
                <c:pt idx="11775">
                  <c:v>19-05-2022</c:v>
                </c:pt>
                <c:pt idx="11776">
                  <c:v>19-05-2022</c:v>
                </c:pt>
                <c:pt idx="11777">
                  <c:v>19-05-2022</c:v>
                </c:pt>
                <c:pt idx="11778">
                  <c:v>19-05-2022</c:v>
                </c:pt>
                <c:pt idx="11779">
                  <c:v>19-05-2022</c:v>
                </c:pt>
                <c:pt idx="11780">
                  <c:v>19-05-2022</c:v>
                </c:pt>
                <c:pt idx="11781">
                  <c:v>19-05-2022</c:v>
                </c:pt>
                <c:pt idx="11782">
                  <c:v>19-05-2022</c:v>
                </c:pt>
                <c:pt idx="11783">
                  <c:v>19-05-2022</c:v>
                </c:pt>
                <c:pt idx="11784">
                  <c:v>19-05-2022</c:v>
                </c:pt>
                <c:pt idx="11785">
                  <c:v>19-05-2022</c:v>
                </c:pt>
                <c:pt idx="11786">
                  <c:v>20-05-2022</c:v>
                </c:pt>
                <c:pt idx="11787">
                  <c:v>20-05-2022</c:v>
                </c:pt>
                <c:pt idx="11788">
                  <c:v>20-05-2022</c:v>
                </c:pt>
                <c:pt idx="11789">
                  <c:v>20-05-2022</c:v>
                </c:pt>
                <c:pt idx="11790">
                  <c:v>20-05-2022</c:v>
                </c:pt>
                <c:pt idx="11791">
                  <c:v>20-05-2022</c:v>
                </c:pt>
                <c:pt idx="11792">
                  <c:v>20-05-2022</c:v>
                </c:pt>
                <c:pt idx="11793">
                  <c:v>20-05-2022</c:v>
                </c:pt>
                <c:pt idx="11794">
                  <c:v>20-05-2022</c:v>
                </c:pt>
                <c:pt idx="11795">
                  <c:v>20-05-2022</c:v>
                </c:pt>
                <c:pt idx="11796">
                  <c:v>20-05-2022</c:v>
                </c:pt>
                <c:pt idx="11797">
                  <c:v>20-05-2022</c:v>
                </c:pt>
                <c:pt idx="11798">
                  <c:v>20-05-2022</c:v>
                </c:pt>
                <c:pt idx="11799">
                  <c:v>20-05-2022</c:v>
                </c:pt>
                <c:pt idx="11800">
                  <c:v>20-05-2022</c:v>
                </c:pt>
                <c:pt idx="11801">
                  <c:v>20-05-2022</c:v>
                </c:pt>
                <c:pt idx="11802">
                  <c:v>20-05-2022</c:v>
                </c:pt>
                <c:pt idx="11803">
                  <c:v>20-05-2022</c:v>
                </c:pt>
                <c:pt idx="11804">
                  <c:v>20-05-2022</c:v>
                </c:pt>
                <c:pt idx="11805">
                  <c:v>20-05-2022</c:v>
                </c:pt>
                <c:pt idx="11806">
                  <c:v>20-05-2022</c:v>
                </c:pt>
                <c:pt idx="11807">
                  <c:v>20-05-2022</c:v>
                </c:pt>
                <c:pt idx="11808">
                  <c:v>20-05-2022</c:v>
                </c:pt>
                <c:pt idx="11809">
                  <c:v>20-05-2022</c:v>
                </c:pt>
                <c:pt idx="11810">
                  <c:v>20-05-2022</c:v>
                </c:pt>
                <c:pt idx="11811">
                  <c:v>20-05-2022</c:v>
                </c:pt>
                <c:pt idx="11812">
                  <c:v>20-05-2022</c:v>
                </c:pt>
                <c:pt idx="11813">
                  <c:v>20-05-2022</c:v>
                </c:pt>
                <c:pt idx="11814">
                  <c:v>20-05-2022</c:v>
                </c:pt>
                <c:pt idx="11815">
                  <c:v>20-05-2022</c:v>
                </c:pt>
                <c:pt idx="11816">
                  <c:v>20-05-2022</c:v>
                </c:pt>
                <c:pt idx="11817">
                  <c:v>20-05-2022</c:v>
                </c:pt>
                <c:pt idx="11818">
                  <c:v>20-05-2022</c:v>
                </c:pt>
                <c:pt idx="11819">
                  <c:v>20-05-2022</c:v>
                </c:pt>
                <c:pt idx="11820">
                  <c:v>20-05-2022</c:v>
                </c:pt>
                <c:pt idx="11821">
                  <c:v>20-05-2022</c:v>
                </c:pt>
                <c:pt idx="11822">
                  <c:v>20-05-2022</c:v>
                </c:pt>
                <c:pt idx="11823">
                  <c:v>20-05-2022</c:v>
                </c:pt>
                <c:pt idx="11824">
                  <c:v>20-05-2022</c:v>
                </c:pt>
                <c:pt idx="11825">
                  <c:v>20-05-2022</c:v>
                </c:pt>
                <c:pt idx="11826">
                  <c:v>21-05-2022</c:v>
                </c:pt>
                <c:pt idx="11827">
                  <c:v>21-05-2022</c:v>
                </c:pt>
                <c:pt idx="11828">
                  <c:v>21-05-2022</c:v>
                </c:pt>
                <c:pt idx="11829">
                  <c:v>21-05-2022</c:v>
                </c:pt>
                <c:pt idx="11830">
                  <c:v>21-05-2022</c:v>
                </c:pt>
                <c:pt idx="11831">
                  <c:v>21-05-2022</c:v>
                </c:pt>
                <c:pt idx="11832">
                  <c:v>21-05-2022</c:v>
                </c:pt>
                <c:pt idx="11833">
                  <c:v>21-05-2022</c:v>
                </c:pt>
                <c:pt idx="11834">
                  <c:v>21-05-2022</c:v>
                </c:pt>
                <c:pt idx="11835">
                  <c:v>21-05-2022</c:v>
                </c:pt>
                <c:pt idx="11836">
                  <c:v>21-05-2022</c:v>
                </c:pt>
                <c:pt idx="11837">
                  <c:v>21-05-2022</c:v>
                </c:pt>
                <c:pt idx="11838">
                  <c:v>21-05-2022</c:v>
                </c:pt>
                <c:pt idx="11839">
                  <c:v>21-05-2022</c:v>
                </c:pt>
                <c:pt idx="11840">
                  <c:v>21-05-2022</c:v>
                </c:pt>
                <c:pt idx="11841">
                  <c:v>21-05-2022</c:v>
                </c:pt>
                <c:pt idx="11842">
                  <c:v>21-05-2022</c:v>
                </c:pt>
                <c:pt idx="11843">
                  <c:v>21-05-2022</c:v>
                </c:pt>
                <c:pt idx="11844">
                  <c:v>21-05-2022</c:v>
                </c:pt>
                <c:pt idx="11845">
                  <c:v>21-05-2022</c:v>
                </c:pt>
                <c:pt idx="11846">
                  <c:v>21-05-2022</c:v>
                </c:pt>
                <c:pt idx="11847">
                  <c:v>21-05-2022</c:v>
                </c:pt>
                <c:pt idx="11848">
                  <c:v>21-05-2022</c:v>
                </c:pt>
                <c:pt idx="11849">
                  <c:v>21-05-2022</c:v>
                </c:pt>
                <c:pt idx="11850">
                  <c:v>21-05-2022</c:v>
                </c:pt>
                <c:pt idx="11851">
                  <c:v>21-05-2022</c:v>
                </c:pt>
                <c:pt idx="11852">
                  <c:v>21-05-2022</c:v>
                </c:pt>
                <c:pt idx="11853">
                  <c:v>21-05-2022</c:v>
                </c:pt>
                <c:pt idx="11854">
                  <c:v>21-05-2022</c:v>
                </c:pt>
                <c:pt idx="11855">
                  <c:v>21-05-2022</c:v>
                </c:pt>
                <c:pt idx="11856">
                  <c:v>21-05-2022</c:v>
                </c:pt>
                <c:pt idx="11857">
                  <c:v>21-05-2022</c:v>
                </c:pt>
                <c:pt idx="11858">
                  <c:v>21-05-2022</c:v>
                </c:pt>
                <c:pt idx="11859">
                  <c:v>21-05-2022</c:v>
                </c:pt>
                <c:pt idx="11860">
                  <c:v>21-05-2022</c:v>
                </c:pt>
                <c:pt idx="11861">
                  <c:v>21-05-2022</c:v>
                </c:pt>
                <c:pt idx="11862">
                  <c:v>21-05-2022</c:v>
                </c:pt>
                <c:pt idx="11863">
                  <c:v>21-05-2022</c:v>
                </c:pt>
                <c:pt idx="11864">
                  <c:v>21-05-2022</c:v>
                </c:pt>
                <c:pt idx="11865">
                  <c:v>21-05-2022</c:v>
                </c:pt>
                <c:pt idx="11866">
                  <c:v>21-05-2022</c:v>
                </c:pt>
                <c:pt idx="11867">
                  <c:v>21-05-2022</c:v>
                </c:pt>
                <c:pt idx="11868">
                  <c:v>21-05-2022</c:v>
                </c:pt>
                <c:pt idx="11869">
                  <c:v>21-05-2022</c:v>
                </c:pt>
                <c:pt idx="11870">
                  <c:v>22-05-2022</c:v>
                </c:pt>
                <c:pt idx="11871">
                  <c:v>22-05-2022</c:v>
                </c:pt>
                <c:pt idx="11872">
                  <c:v>22-05-2022</c:v>
                </c:pt>
                <c:pt idx="11873">
                  <c:v>22-05-2022</c:v>
                </c:pt>
                <c:pt idx="11874">
                  <c:v>22-05-2022</c:v>
                </c:pt>
                <c:pt idx="11875">
                  <c:v>22-05-2022</c:v>
                </c:pt>
                <c:pt idx="11876">
                  <c:v>22-05-2022</c:v>
                </c:pt>
                <c:pt idx="11877">
                  <c:v>22-05-2022</c:v>
                </c:pt>
                <c:pt idx="11878">
                  <c:v>22-05-2022</c:v>
                </c:pt>
                <c:pt idx="11879">
                  <c:v>22-05-2022</c:v>
                </c:pt>
                <c:pt idx="11880">
                  <c:v>22-05-2022</c:v>
                </c:pt>
                <c:pt idx="11881">
                  <c:v>22-05-2022</c:v>
                </c:pt>
                <c:pt idx="11882">
                  <c:v>22-05-2022</c:v>
                </c:pt>
                <c:pt idx="11883">
                  <c:v>22-05-2022</c:v>
                </c:pt>
                <c:pt idx="11884">
                  <c:v>22-05-2022</c:v>
                </c:pt>
                <c:pt idx="11885">
                  <c:v>22-05-2022</c:v>
                </c:pt>
                <c:pt idx="11886">
                  <c:v>22-05-2022</c:v>
                </c:pt>
                <c:pt idx="11887">
                  <c:v>22-05-2022</c:v>
                </c:pt>
                <c:pt idx="11888">
                  <c:v>22-05-2022</c:v>
                </c:pt>
                <c:pt idx="11889">
                  <c:v>22-05-2022</c:v>
                </c:pt>
                <c:pt idx="11890">
                  <c:v>22-05-2022</c:v>
                </c:pt>
                <c:pt idx="11891">
                  <c:v>22-05-2022</c:v>
                </c:pt>
                <c:pt idx="11892">
                  <c:v>22-05-2022</c:v>
                </c:pt>
                <c:pt idx="11893">
                  <c:v>22-05-2022</c:v>
                </c:pt>
                <c:pt idx="11894">
                  <c:v>22-05-2022</c:v>
                </c:pt>
                <c:pt idx="11895">
                  <c:v>22-05-2022</c:v>
                </c:pt>
                <c:pt idx="11896">
                  <c:v>22-05-2022</c:v>
                </c:pt>
                <c:pt idx="11897">
                  <c:v>22-05-2022</c:v>
                </c:pt>
                <c:pt idx="11898">
                  <c:v>22-05-2022</c:v>
                </c:pt>
                <c:pt idx="11899">
                  <c:v>22-05-2022</c:v>
                </c:pt>
                <c:pt idx="11900">
                  <c:v>22-05-2022</c:v>
                </c:pt>
                <c:pt idx="11901">
                  <c:v>22-05-2022</c:v>
                </c:pt>
                <c:pt idx="11902">
                  <c:v>22-05-2022</c:v>
                </c:pt>
                <c:pt idx="11903">
                  <c:v>22-05-2022</c:v>
                </c:pt>
                <c:pt idx="11904">
                  <c:v>22-05-2022</c:v>
                </c:pt>
                <c:pt idx="11905">
                  <c:v>22-05-2022</c:v>
                </c:pt>
                <c:pt idx="11906">
                  <c:v>22-05-2022</c:v>
                </c:pt>
                <c:pt idx="11907">
                  <c:v>22-05-2022</c:v>
                </c:pt>
                <c:pt idx="11908">
                  <c:v>22-05-2022</c:v>
                </c:pt>
                <c:pt idx="11909">
                  <c:v>22-05-2022</c:v>
                </c:pt>
                <c:pt idx="11910">
                  <c:v>22-05-2022</c:v>
                </c:pt>
                <c:pt idx="11911">
                  <c:v>22-05-2022</c:v>
                </c:pt>
                <c:pt idx="11912">
                  <c:v>22-05-2022</c:v>
                </c:pt>
                <c:pt idx="11913">
                  <c:v>22-05-2022</c:v>
                </c:pt>
                <c:pt idx="11914">
                  <c:v>23-05-2022</c:v>
                </c:pt>
                <c:pt idx="11915">
                  <c:v>23-05-2022</c:v>
                </c:pt>
                <c:pt idx="11916">
                  <c:v>23-05-2022</c:v>
                </c:pt>
                <c:pt idx="11917">
                  <c:v>23-05-2022</c:v>
                </c:pt>
                <c:pt idx="11918">
                  <c:v>23-05-2022</c:v>
                </c:pt>
                <c:pt idx="11919">
                  <c:v>23-05-2022</c:v>
                </c:pt>
                <c:pt idx="11920">
                  <c:v>23-05-2022</c:v>
                </c:pt>
                <c:pt idx="11921">
                  <c:v>23-05-2022</c:v>
                </c:pt>
                <c:pt idx="11922">
                  <c:v>23-05-2022</c:v>
                </c:pt>
                <c:pt idx="11923">
                  <c:v>23-05-2022</c:v>
                </c:pt>
                <c:pt idx="11924">
                  <c:v>23-05-2022</c:v>
                </c:pt>
                <c:pt idx="11925">
                  <c:v>23-05-2022</c:v>
                </c:pt>
                <c:pt idx="11926">
                  <c:v>23-05-2022</c:v>
                </c:pt>
                <c:pt idx="11927">
                  <c:v>23-05-2022</c:v>
                </c:pt>
                <c:pt idx="11928">
                  <c:v>23-05-2022</c:v>
                </c:pt>
                <c:pt idx="11929">
                  <c:v>23-05-2022</c:v>
                </c:pt>
                <c:pt idx="11930">
                  <c:v>23-05-2022</c:v>
                </c:pt>
                <c:pt idx="11931">
                  <c:v>23-05-2022</c:v>
                </c:pt>
                <c:pt idx="11932">
                  <c:v>23-05-2022</c:v>
                </c:pt>
                <c:pt idx="11933">
                  <c:v>23-05-2022</c:v>
                </c:pt>
                <c:pt idx="11934">
                  <c:v>23-05-2022</c:v>
                </c:pt>
                <c:pt idx="11935">
                  <c:v>23-05-2022</c:v>
                </c:pt>
                <c:pt idx="11936">
                  <c:v>23-05-2022</c:v>
                </c:pt>
                <c:pt idx="11937">
                  <c:v>23-05-2022</c:v>
                </c:pt>
                <c:pt idx="11938">
                  <c:v>23-05-2022</c:v>
                </c:pt>
                <c:pt idx="11939">
                  <c:v>23-05-2022</c:v>
                </c:pt>
                <c:pt idx="11940">
                  <c:v>23-05-2022</c:v>
                </c:pt>
                <c:pt idx="11941">
                  <c:v>23-05-2022</c:v>
                </c:pt>
                <c:pt idx="11942">
                  <c:v>23-05-2022</c:v>
                </c:pt>
                <c:pt idx="11943">
                  <c:v>23-05-2022</c:v>
                </c:pt>
                <c:pt idx="11944">
                  <c:v>23-05-2022</c:v>
                </c:pt>
                <c:pt idx="11945">
                  <c:v>23-05-2022</c:v>
                </c:pt>
                <c:pt idx="11946">
                  <c:v>23-05-2022</c:v>
                </c:pt>
                <c:pt idx="11947">
                  <c:v>23-05-2022</c:v>
                </c:pt>
                <c:pt idx="11948">
                  <c:v>23-05-2022</c:v>
                </c:pt>
                <c:pt idx="11949">
                  <c:v>23-05-2022</c:v>
                </c:pt>
                <c:pt idx="11950">
                  <c:v>23-05-2022</c:v>
                </c:pt>
                <c:pt idx="11951">
                  <c:v>23-05-2022</c:v>
                </c:pt>
                <c:pt idx="11952">
                  <c:v>23-05-2022</c:v>
                </c:pt>
                <c:pt idx="11953">
                  <c:v>23-05-2022</c:v>
                </c:pt>
                <c:pt idx="11954">
                  <c:v>24-05-2022</c:v>
                </c:pt>
                <c:pt idx="11955">
                  <c:v>24-05-2022</c:v>
                </c:pt>
                <c:pt idx="11956">
                  <c:v>24-05-2022</c:v>
                </c:pt>
                <c:pt idx="11957">
                  <c:v>24-05-2022</c:v>
                </c:pt>
                <c:pt idx="11958">
                  <c:v>24-05-2022</c:v>
                </c:pt>
                <c:pt idx="11959">
                  <c:v>24-05-2022</c:v>
                </c:pt>
                <c:pt idx="11960">
                  <c:v>24-05-2022</c:v>
                </c:pt>
                <c:pt idx="11961">
                  <c:v>24-05-2022</c:v>
                </c:pt>
                <c:pt idx="11962">
                  <c:v>24-05-2022</c:v>
                </c:pt>
                <c:pt idx="11963">
                  <c:v>24-05-2022</c:v>
                </c:pt>
                <c:pt idx="11964">
                  <c:v>24-05-2022</c:v>
                </c:pt>
                <c:pt idx="11965">
                  <c:v>24-05-2022</c:v>
                </c:pt>
                <c:pt idx="11966">
                  <c:v>24-05-2022</c:v>
                </c:pt>
                <c:pt idx="11967">
                  <c:v>24-05-2022</c:v>
                </c:pt>
                <c:pt idx="11968">
                  <c:v>24-05-2022</c:v>
                </c:pt>
                <c:pt idx="11969">
                  <c:v>24-05-2022</c:v>
                </c:pt>
                <c:pt idx="11970">
                  <c:v>24-05-2022</c:v>
                </c:pt>
                <c:pt idx="11971">
                  <c:v>24-05-2022</c:v>
                </c:pt>
                <c:pt idx="11972">
                  <c:v>24-05-2022</c:v>
                </c:pt>
                <c:pt idx="11973">
                  <c:v>24-05-2022</c:v>
                </c:pt>
                <c:pt idx="11974">
                  <c:v>24-05-2022</c:v>
                </c:pt>
                <c:pt idx="11975">
                  <c:v>24-05-2022</c:v>
                </c:pt>
                <c:pt idx="11976">
                  <c:v>24-05-2022</c:v>
                </c:pt>
                <c:pt idx="11977">
                  <c:v>24-05-2022</c:v>
                </c:pt>
                <c:pt idx="11978">
                  <c:v>24-05-2022</c:v>
                </c:pt>
                <c:pt idx="11979">
                  <c:v>24-05-2022</c:v>
                </c:pt>
                <c:pt idx="11980">
                  <c:v>24-05-2022</c:v>
                </c:pt>
                <c:pt idx="11981">
                  <c:v>24-05-2022</c:v>
                </c:pt>
                <c:pt idx="11982">
                  <c:v>24-05-2022</c:v>
                </c:pt>
                <c:pt idx="11983">
                  <c:v>24-05-2022</c:v>
                </c:pt>
                <c:pt idx="11984">
                  <c:v>24-05-2022</c:v>
                </c:pt>
                <c:pt idx="11985">
                  <c:v>24-05-2022</c:v>
                </c:pt>
                <c:pt idx="11986">
                  <c:v>24-05-2022</c:v>
                </c:pt>
                <c:pt idx="11987">
                  <c:v>24-05-2022</c:v>
                </c:pt>
                <c:pt idx="11988">
                  <c:v>24-05-2022</c:v>
                </c:pt>
                <c:pt idx="11989">
                  <c:v>24-05-2022</c:v>
                </c:pt>
                <c:pt idx="11990">
                  <c:v>24-05-2022</c:v>
                </c:pt>
                <c:pt idx="11991">
                  <c:v>24-05-2022</c:v>
                </c:pt>
                <c:pt idx="11992">
                  <c:v>24-05-2022</c:v>
                </c:pt>
                <c:pt idx="11993">
                  <c:v>24-05-2022</c:v>
                </c:pt>
                <c:pt idx="11994">
                  <c:v>25-05-2022</c:v>
                </c:pt>
                <c:pt idx="11995">
                  <c:v>25-05-2022</c:v>
                </c:pt>
                <c:pt idx="11996">
                  <c:v>25-05-2022</c:v>
                </c:pt>
                <c:pt idx="11997">
                  <c:v>25-05-2022</c:v>
                </c:pt>
                <c:pt idx="11998">
                  <c:v>25-05-2022</c:v>
                </c:pt>
                <c:pt idx="11999">
                  <c:v>25-05-2022</c:v>
                </c:pt>
                <c:pt idx="12000">
                  <c:v>25-05-2022</c:v>
                </c:pt>
                <c:pt idx="12001">
                  <c:v>25-05-2022</c:v>
                </c:pt>
                <c:pt idx="12002">
                  <c:v>25-05-2022</c:v>
                </c:pt>
                <c:pt idx="12003">
                  <c:v>25-05-2022</c:v>
                </c:pt>
                <c:pt idx="12004">
                  <c:v>25-05-2022</c:v>
                </c:pt>
                <c:pt idx="12005">
                  <c:v>25-05-2022</c:v>
                </c:pt>
                <c:pt idx="12006">
                  <c:v>25-05-2022</c:v>
                </c:pt>
                <c:pt idx="12007">
                  <c:v>25-05-2022</c:v>
                </c:pt>
                <c:pt idx="12008">
                  <c:v>25-05-2022</c:v>
                </c:pt>
                <c:pt idx="12009">
                  <c:v>25-05-2022</c:v>
                </c:pt>
                <c:pt idx="12010">
                  <c:v>25-05-2022</c:v>
                </c:pt>
                <c:pt idx="12011">
                  <c:v>25-05-2022</c:v>
                </c:pt>
                <c:pt idx="12012">
                  <c:v>25-05-2022</c:v>
                </c:pt>
                <c:pt idx="12013">
                  <c:v>25-05-2022</c:v>
                </c:pt>
                <c:pt idx="12014">
                  <c:v>25-05-2022</c:v>
                </c:pt>
                <c:pt idx="12015">
                  <c:v>25-05-2022</c:v>
                </c:pt>
                <c:pt idx="12016">
                  <c:v>25-05-2022</c:v>
                </c:pt>
                <c:pt idx="12017">
                  <c:v>25-05-2022</c:v>
                </c:pt>
                <c:pt idx="12018">
                  <c:v>25-05-2022</c:v>
                </c:pt>
                <c:pt idx="12019">
                  <c:v>25-05-2022</c:v>
                </c:pt>
                <c:pt idx="12020">
                  <c:v>25-05-2022</c:v>
                </c:pt>
                <c:pt idx="12021">
                  <c:v>25-05-2022</c:v>
                </c:pt>
                <c:pt idx="12022">
                  <c:v>25-05-2022</c:v>
                </c:pt>
                <c:pt idx="12023">
                  <c:v>25-05-2022</c:v>
                </c:pt>
                <c:pt idx="12024">
                  <c:v>25-05-2022</c:v>
                </c:pt>
                <c:pt idx="12025">
                  <c:v>25-05-2022</c:v>
                </c:pt>
                <c:pt idx="12026">
                  <c:v>25-05-2022</c:v>
                </c:pt>
                <c:pt idx="12027">
                  <c:v>25-05-2022</c:v>
                </c:pt>
                <c:pt idx="12028">
                  <c:v>25-05-2022</c:v>
                </c:pt>
                <c:pt idx="12029">
                  <c:v>25-05-2022</c:v>
                </c:pt>
                <c:pt idx="12030">
                  <c:v>25-05-2022</c:v>
                </c:pt>
                <c:pt idx="12031">
                  <c:v>25-05-2022</c:v>
                </c:pt>
                <c:pt idx="12032">
                  <c:v>25-05-2022</c:v>
                </c:pt>
                <c:pt idx="12033">
                  <c:v>25-05-2022</c:v>
                </c:pt>
                <c:pt idx="12034">
                  <c:v>25-05-2022</c:v>
                </c:pt>
                <c:pt idx="12035">
                  <c:v>26-05-2022</c:v>
                </c:pt>
                <c:pt idx="12036">
                  <c:v>26-05-2022</c:v>
                </c:pt>
                <c:pt idx="12037">
                  <c:v>26-05-2022</c:v>
                </c:pt>
                <c:pt idx="12038">
                  <c:v>26-05-2022</c:v>
                </c:pt>
                <c:pt idx="12039">
                  <c:v>26-05-2022</c:v>
                </c:pt>
                <c:pt idx="12040">
                  <c:v>26-05-2022</c:v>
                </c:pt>
                <c:pt idx="12041">
                  <c:v>26-05-2022</c:v>
                </c:pt>
                <c:pt idx="12042">
                  <c:v>26-05-2022</c:v>
                </c:pt>
                <c:pt idx="12043">
                  <c:v>26-05-2022</c:v>
                </c:pt>
                <c:pt idx="12044">
                  <c:v>26-05-2022</c:v>
                </c:pt>
                <c:pt idx="12045">
                  <c:v>26-05-2022</c:v>
                </c:pt>
                <c:pt idx="12046">
                  <c:v>26-05-2022</c:v>
                </c:pt>
                <c:pt idx="12047">
                  <c:v>26-05-2022</c:v>
                </c:pt>
                <c:pt idx="12048">
                  <c:v>26-05-2022</c:v>
                </c:pt>
                <c:pt idx="12049">
                  <c:v>26-05-2022</c:v>
                </c:pt>
                <c:pt idx="12050">
                  <c:v>26-05-2022</c:v>
                </c:pt>
                <c:pt idx="12051">
                  <c:v>26-05-2022</c:v>
                </c:pt>
                <c:pt idx="12052">
                  <c:v>26-05-2022</c:v>
                </c:pt>
                <c:pt idx="12053">
                  <c:v>26-05-2022</c:v>
                </c:pt>
                <c:pt idx="12054">
                  <c:v>26-05-2022</c:v>
                </c:pt>
                <c:pt idx="12055">
                  <c:v>26-05-2022</c:v>
                </c:pt>
                <c:pt idx="12056">
                  <c:v>26-05-2022</c:v>
                </c:pt>
                <c:pt idx="12057">
                  <c:v>26-05-2022</c:v>
                </c:pt>
                <c:pt idx="12058">
                  <c:v>26-05-2022</c:v>
                </c:pt>
                <c:pt idx="12059">
                  <c:v>26-05-2022</c:v>
                </c:pt>
                <c:pt idx="12060">
                  <c:v>26-05-2022</c:v>
                </c:pt>
                <c:pt idx="12061">
                  <c:v>26-05-2022</c:v>
                </c:pt>
                <c:pt idx="12062">
                  <c:v>26-05-2022</c:v>
                </c:pt>
                <c:pt idx="12063">
                  <c:v>26-05-2022</c:v>
                </c:pt>
                <c:pt idx="12064">
                  <c:v>26-05-2022</c:v>
                </c:pt>
                <c:pt idx="12065">
                  <c:v>26-05-2022</c:v>
                </c:pt>
                <c:pt idx="12066">
                  <c:v>26-05-2022</c:v>
                </c:pt>
                <c:pt idx="12067">
                  <c:v>26-05-2022</c:v>
                </c:pt>
                <c:pt idx="12068">
                  <c:v>26-05-2022</c:v>
                </c:pt>
                <c:pt idx="12069">
                  <c:v>26-05-2022</c:v>
                </c:pt>
                <c:pt idx="12070">
                  <c:v>26-05-2022</c:v>
                </c:pt>
                <c:pt idx="12071">
                  <c:v>26-05-2022</c:v>
                </c:pt>
                <c:pt idx="12072">
                  <c:v>26-05-2022</c:v>
                </c:pt>
                <c:pt idx="12073">
                  <c:v>26-05-2022</c:v>
                </c:pt>
                <c:pt idx="12074">
                  <c:v>26-05-2022</c:v>
                </c:pt>
                <c:pt idx="12075">
                  <c:v>27-05-2022</c:v>
                </c:pt>
                <c:pt idx="12076">
                  <c:v>27-05-2022</c:v>
                </c:pt>
                <c:pt idx="12077">
                  <c:v>27-05-2022</c:v>
                </c:pt>
                <c:pt idx="12078">
                  <c:v>27-05-2022</c:v>
                </c:pt>
                <c:pt idx="12079">
                  <c:v>27-05-2022</c:v>
                </c:pt>
                <c:pt idx="12080">
                  <c:v>27-05-2022</c:v>
                </c:pt>
                <c:pt idx="12081">
                  <c:v>27-05-2022</c:v>
                </c:pt>
                <c:pt idx="12082">
                  <c:v>27-05-2022</c:v>
                </c:pt>
                <c:pt idx="12083">
                  <c:v>27-05-2022</c:v>
                </c:pt>
                <c:pt idx="12084">
                  <c:v>27-05-2022</c:v>
                </c:pt>
                <c:pt idx="12085">
                  <c:v>27-05-2022</c:v>
                </c:pt>
                <c:pt idx="12086">
                  <c:v>27-05-2022</c:v>
                </c:pt>
                <c:pt idx="12087">
                  <c:v>27-05-2022</c:v>
                </c:pt>
                <c:pt idx="12088">
                  <c:v>27-05-2022</c:v>
                </c:pt>
                <c:pt idx="12089">
                  <c:v>27-05-2022</c:v>
                </c:pt>
                <c:pt idx="12090">
                  <c:v>27-05-2022</c:v>
                </c:pt>
                <c:pt idx="12091">
                  <c:v>27-05-2022</c:v>
                </c:pt>
                <c:pt idx="12092">
                  <c:v>27-05-2022</c:v>
                </c:pt>
                <c:pt idx="12093">
                  <c:v>27-05-2022</c:v>
                </c:pt>
                <c:pt idx="12094">
                  <c:v>27-05-2022</c:v>
                </c:pt>
                <c:pt idx="12095">
                  <c:v>27-05-2022</c:v>
                </c:pt>
                <c:pt idx="12096">
                  <c:v>27-05-2022</c:v>
                </c:pt>
                <c:pt idx="12097">
                  <c:v>27-05-2022</c:v>
                </c:pt>
                <c:pt idx="12098">
                  <c:v>27-05-2022</c:v>
                </c:pt>
                <c:pt idx="12099">
                  <c:v>27-05-2022</c:v>
                </c:pt>
                <c:pt idx="12100">
                  <c:v>27-05-2022</c:v>
                </c:pt>
                <c:pt idx="12101">
                  <c:v>27-05-2022</c:v>
                </c:pt>
                <c:pt idx="12102">
                  <c:v>27-05-2022</c:v>
                </c:pt>
                <c:pt idx="12103">
                  <c:v>27-05-2022</c:v>
                </c:pt>
                <c:pt idx="12104">
                  <c:v>27-05-2022</c:v>
                </c:pt>
                <c:pt idx="12105">
                  <c:v>27-05-2022</c:v>
                </c:pt>
                <c:pt idx="12106">
                  <c:v>27-05-2022</c:v>
                </c:pt>
                <c:pt idx="12107">
                  <c:v>27-05-2022</c:v>
                </c:pt>
                <c:pt idx="12108">
                  <c:v>27-05-2022</c:v>
                </c:pt>
                <c:pt idx="12109">
                  <c:v>27-05-2022</c:v>
                </c:pt>
                <c:pt idx="12110">
                  <c:v>27-05-2022</c:v>
                </c:pt>
                <c:pt idx="12111">
                  <c:v>27-05-2022</c:v>
                </c:pt>
                <c:pt idx="12112">
                  <c:v>27-05-2022</c:v>
                </c:pt>
                <c:pt idx="12113">
                  <c:v>27-05-2022</c:v>
                </c:pt>
                <c:pt idx="12114">
                  <c:v>27-05-2022</c:v>
                </c:pt>
                <c:pt idx="12115">
                  <c:v>28-05-2022</c:v>
                </c:pt>
                <c:pt idx="12116">
                  <c:v>28-05-2022</c:v>
                </c:pt>
                <c:pt idx="12117">
                  <c:v>28-05-2022</c:v>
                </c:pt>
                <c:pt idx="12118">
                  <c:v>28-05-2022</c:v>
                </c:pt>
                <c:pt idx="12119">
                  <c:v>28-05-2022</c:v>
                </c:pt>
                <c:pt idx="12120">
                  <c:v>28-05-2022</c:v>
                </c:pt>
                <c:pt idx="12121">
                  <c:v>28-05-2022</c:v>
                </c:pt>
                <c:pt idx="12122">
                  <c:v>28-05-2022</c:v>
                </c:pt>
                <c:pt idx="12123">
                  <c:v>28-05-2022</c:v>
                </c:pt>
                <c:pt idx="12124">
                  <c:v>28-05-2022</c:v>
                </c:pt>
                <c:pt idx="12125">
                  <c:v>28-05-2022</c:v>
                </c:pt>
                <c:pt idx="12126">
                  <c:v>28-05-2022</c:v>
                </c:pt>
                <c:pt idx="12127">
                  <c:v>28-05-2022</c:v>
                </c:pt>
                <c:pt idx="12128">
                  <c:v>28-05-2022</c:v>
                </c:pt>
                <c:pt idx="12129">
                  <c:v>28-05-2022</c:v>
                </c:pt>
                <c:pt idx="12130">
                  <c:v>28-05-2022</c:v>
                </c:pt>
                <c:pt idx="12131">
                  <c:v>28-05-2022</c:v>
                </c:pt>
                <c:pt idx="12132">
                  <c:v>28-05-2022</c:v>
                </c:pt>
                <c:pt idx="12133">
                  <c:v>28-05-2022</c:v>
                </c:pt>
                <c:pt idx="12134">
                  <c:v>28-05-2022</c:v>
                </c:pt>
                <c:pt idx="12135">
                  <c:v>28-05-2022</c:v>
                </c:pt>
                <c:pt idx="12136">
                  <c:v>28-05-2022</c:v>
                </c:pt>
                <c:pt idx="12137">
                  <c:v>28-05-2022</c:v>
                </c:pt>
                <c:pt idx="12138">
                  <c:v>28-05-2022</c:v>
                </c:pt>
                <c:pt idx="12139">
                  <c:v>28-05-2022</c:v>
                </c:pt>
                <c:pt idx="12140">
                  <c:v>28-05-2022</c:v>
                </c:pt>
                <c:pt idx="12141">
                  <c:v>28-05-2022</c:v>
                </c:pt>
                <c:pt idx="12142">
                  <c:v>28-05-2022</c:v>
                </c:pt>
                <c:pt idx="12143">
                  <c:v>28-05-2022</c:v>
                </c:pt>
                <c:pt idx="12144">
                  <c:v>28-05-2022</c:v>
                </c:pt>
                <c:pt idx="12145">
                  <c:v>28-05-2022</c:v>
                </c:pt>
                <c:pt idx="12146">
                  <c:v>28-05-2022</c:v>
                </c:pt>
                <c:pt idx="12147">
                  <c:v>28-05-2022</c:v>
                </c:pt>
                <c:pt idx="12148">
                  <c:v>28-05-2022</c:v>
                </c:pt>
                <c:pt idx="12149">
                  <c:v>28-05-2022</c:v>
                </c:pt>
                <c:pt idx="12150">
                  <c:v>28-05-2022</c:v>
                </c:pt>
                <c:pt idx="12151">
                  <c:v>28-05-2022</c:v>
                </c:pt>
                <c:pt idx="12152">
                  <c:v>28-05-2022</c:v>
                </c:pt>
                <c:pt idx="12153">
                  <c:v>28-05-2022</c:v>
                </c:pt>
                <c:pt idx="12154">
                  <c:v>28-05-2022</c:v>
                </c:pt>
                <c:pt idx="12155">
                  <c:v>29-05-2022</c:v>
                </c:pt>
                <c:pt idx="12156">
                  <c:v>29-05-2022</c:v>
                </c:pt>
                <c:pt idx="12157">
                  <c:v>29-05-2022</c:v>
                </c:pt>
                <c:pt idx="12158">
                  <c:v>29-05-2022</c:v>
                </c:pt>
                <c:pt idx="12159">
                  <c:v>29-05-2022</c:v>
                </c:pt>
                <c:pt idx="12160">
                  <c:v>29-05-2022</c:v>
                </c:pt>
                <c:pt idx="12161">
                  <c:v>29-05-2022</c:v>
                </c:pt>
                <c:pt idx="12162">
                  <c:v>29-05-2022</c:v>
                </c:pt>
                <c:pt idx="12163">
                  <c:v>29-05-2022</c:v>
                </c:pt>
                <c:pt idx="12164">
                  <c:v>29-05-2022</c:v>
                </c:pt>
                <c:pt idx="12165">
                  <c:v>29-05-2022</c:v>
                </c:pt>
                <c:pt idx="12166">
                  <c:v>29-05-2022</c:v>
                </c:pt>
                <c:pt idx="12167">
                  <c:v>29-05-2022</c:v>
                </c:pt>
                <c:pt idx="12168">
                  <c:v>29-05-2022</c:v>
                </c:pt>
                <c:pt idx="12169">
                  <c:v>29-05-2022</c:v>
                </c:pt>
                <c:pt idx="12170">
                  <c:v>29-05-2022</c:v>
                </c:pt>
                <c:pt idx="12171">
                  <c:v>29-05-2022</c:v>
                </c:pt>
                <c:pt idx="12172">
                  <c:v>29-05-2022</c:v>
                </c:pt>
                <c:pt idx="12173">
                  <c:v>29-05-2022</c:v>
                </c:pt>
                <c:pt idx="12174">
                  <c:v>29-05-2022</c:v>
                </c:pt>
                <c:pt idx="12175">
                  <c:v>29-05-2022</c:v>
                </c:pt>
                <c:pt idx="12176">
                  <c:v>29-05-2022</c:v>
                </c:pt>
                <c:pt idx="12177">
                  <c:v>29-05-2022</c:v>
                </c:pt>
                <c:pt idx="12178">
                  <c:v>29-05-2022</c:v>
                </c:pt>
                <c:pt idx="12179">
                  <c:v>29-05-2022</c:v>
                </c:pt>
                <c:pt idx="12180">
                  <c:v>29-05-2022</c:v>
                </c:pt>
                <c:pt idx="12181">
                  <c:v>29-05-2022</c:v>
                </c:pt>
                <c:pt idx="12182">
                  <c:v>29-05-2022</c:v>
                </c:pt>
                <c:pt idx="12183">
                  <c:v>29-05-2022</c:v>
                </c:pt>
                <c:pt idx="12184">
                  <c:v>29-05-2022</c:v>
                </c:pt>
                <c:pt idx="12185">
                  <c:v>29-05-2022</c:v>
                </c:pt>
                <c:pt idx="12186">
                  <c:v>29-05-2022</c:v>
                </c:pt>
                <c:pt idx="12187">
                  <c:v>29-05-2022</c:v>
                </c:pt>
                <c:pt idx="12188">
                  <c:v>29-05-2022</c:v>
                </c:pt>
                <c:pt idx="12189">
                  <c:v>29-05-2022</c:v>
                </c:pt>
                <c:pt idx="12190">
                  <c:v>29-05-2022</c:v>
                </c:pt>
                <c:pt idx="12191">
                  <c:v>29-05-2022</c:v>
                </c:pt>
                <c:pt idx="12192">
                  <c:v>29-05-2022</c:v>
                </c:pt>
                <c:pt idx="12193">
                  <c:v>29-05-2022</c:v>
                </c:pt>
                <c:pt idx="12194">
                  <c:v>29-05-2022</c:v>
                </c:pt>
                <c:pt idx="12195">
                  <c:v>30-05-2022</c:v>
                </c:pt>
                <c:pt idx="12196">
                  <c:v>30-05-2022</c:v>
                </c:pt>
                <c:pt idx="12197">
                  <c:v>30-05-2022</c:v>
                </c:pt>
                <c:pt idx="12198">
                  <c:v>30-05-2022</c:v>
                </c:pt>
                <c:pt idx="12199">
                  <c:v>30-05-2022</c:v>
                </c:pt>
                <c:pt idx="12200">
                  <c:v>30-05-2022</c:v>
                </c:pt>
                <c:pt idx="12201">
                  <c:v>30-05-2022</c:v>
                </c:pt>
                <c:pt idx="12202">
                  <c:v>30-05-2022</c:v>
                </c:pt>
                <c:pt idx="12203">
                  <c:v>30-05-2022</c:v>
                </c:pt>
                <c:pt idx="12204">
                  <c:v>30-05-2022</c:v>
                </c:pt>
                <c:pt idx="12205">
                  <c:v>30-05-2022</c:v>
                </c:pt>
                <c:pt idx="12206">
                  <c:v>30-05-2022</c:v>
                </c:pt>
                <c:pt idx="12207">
                  <c:v>30-05-2022</c:v>
                </c:pt>
                <c:pt idx="12208">
                  <c:v>30-05-2022</c:v>
                </c:pt>
                <c:pt idx="12209">
                  <c:v>30-05-2022</c:v>
                </c:pt>
                <c:pt idx="12210">
                  <c:v>30-05-2022</c:v>
                </c:pt>
                <c:pt idx="12211">
                  <c:v>30-05-2022</c:v>
                </c:pt>
                <c:pt idx="12212">
                  <c:v>30-05-2022</c:v>
                </c:pt>
                <c:pt idx="12213">
                  <c:v>30-05-2022</c:v>
                </c:pt>
                <c:pt idx="12214">
                  <c:v>30-05-2022</c:v>
                </c:pt>
                <c:pt idx="12215">
                  <c:v>30-05-2022</c:v>
                </c:pt>
                <c:pt idx="12216">
                  <c:v>30-05-2022</c:v>
                </c:pt>
                <c:pt idx="12217">
                  <c:v>30-05-2022</c:v>
                </c:pt>
                <c:pt idx="12218">
                  <c:v>30-05-2022</c:v>
                </c:pt>
                <c:pt idx="12219">
                  <c:v>30-05-2022</c:v>
                </c:pt>
                <c:pt idx="12220">
                  <c:v>30-05-2022</c:v>
                </c:pt>
                <c:pt idx="12221">
                  <c:v>30-05-2022</c:v>
                </c:pt>
                <c:pt idx="12222">
                  <c:v>30-05-2022</c:v>
                </c:pt>
                <c:pt idx="12223">
                  <c:v>30-05-2022</c:v>
                </c:pt>
                <c:pt idx="12224">
                  <c:v>30-05-2022</c:v>
                </c:pt>
                <c:pt idx="12225">
                  <c:v>30-05-2022</c:v>
                </c:pt>
                <c:pt idx="12226">
                  <c:v>30-05-2022</c:v>
                </c:pt>
                <c:pt idx="12227">
                  <c:v>30-05-2022</c:v>
                </c:pt>
                <c:pt idx="12228">
                  <c:v>30-05-2022</c:v>
                </c:pt>
                <c:pt idx="12229">
                  <c:v>30-05-2022</c:v>
                </c:pt>
                <c:pt idx="12230">
                  <c:v>30-05-2022</c:v>
                </c:pt>
                <c:pt idx="12231">
                  <c:v>30-05-2022</c:v>
                </c:pt>
                <c:pt idx="12232">
                  <c:v>30-05-2022</c:v>
                </c:pt>
                <c:pt idx="12233">
                  <c:v>30-05-2022</c:v>
                </c:pt>
                <c:pt idx="12234">
                  <c:v>30-05-2022</c:v>
                </c:pt>
                <c:pt idx="12235">
                  <c:v>31-05-2022</c:v>
                </c:pt>
                <c:pt idx="12236">
                  <c:v>31-05-2022</c:v>
                </c:pt>
                <c:pt idx="12237">
                  <c:v>31-05-2022</c:v>
                </c:pt>
                <c:pt idx="12238">
                  <c:v>31-05-2022</c:v>
                </c:pt>
                <c:pt idx="12239">
                  <c:v>31-05-2022</c:v>
                </c:pt>
                <c:pt idx="12240">
                  <c:v>31-05-2022</c:v>
                </c:pt>
                <c:pt idx="12241">
                  <c:v>31-05-2022</c:v>
                </c:pt>
                <c:pt idx="12242">
                  <c:v>31-05-2022</c:v>
                </c:pt>
                <c:pt idx="12243">
                  <c:v>31-05-2022</c:v>
                </c:pt>
                <c:pt idx="12244">
                  <c:v>31-05-2022</c:v>
                </c:pt>
                <c:pt idx="12245">
                  <c:v>31-05-2022</c:v>
                </c:pt>
                <c:pt idx="12246">
                  <c:v>31-05-2022</c:v>
                </c:pt>
                <c:pt idx="12247">
                  <c:v>31-05-2022</c:v>
                </c:pt>
                <c:pt idx="12248">
                  <c:v>31-05-2022</c:v>
                </c:pt>
                <c:pt idx="12249">
                  <c:v>31-05-2022</c:v>
                </c:pt>
                <c:pt idx="12250">
                  <c:v>31-05-2022</c:v>
                </c:pt>
                <c:pt idx="12251">
                  <c:v>31-05-2022</c:v>
                </c:pt>
                <c:pt idx="12252">
                  <c:v>31-05-2022</c:v>
                </c:pt>
                <c:pt idx="12253">
                  <c:v>31-05-2022</c:v>
                </c:pt>
                <c:pt idx="12254">
                  <c:v>31-05-2022</c:v>
                </c:pt>
                <c:pt idx="12255">
                  <c:v>31-05-2022</c:v>
                </c:pt>
                <c:pt idx="12256">
                  <c:v>31-05-2022</c:v>
                </c:pt>
                <c:pt idx="12257">
                  <c:v>31-05-2022</c:v>
                </c:pt>
                <c:pt idx="12258">
                  <c:v>31-05-2022</c:v>
                </c:pt>
                <c:pt idx="12259">
                  <c:v>31-05-2022</c:v>
                </c:pt>
                <c:pt idx="12260">
                  <c:v>31-05-2022</c:v>
                </c:pt>
                <c:pt idx="12261">
                  <c:v>31-05-2022</c:v>
                </c:pt>
                <c:pt idx="12262">
                  <c:v>31-05-2022</c:v>
                </c:pt>
                <c:pt idx="12263">
                  <c:v>31-05-2022</c:v>
                </c:pt>
                <c:pt idx="12264">
                  <c:v>31-05-2022</c:v>
                </c:pt>
                <c:pt idx="12265">
                  <c:v>31-05-2022</c:v>
                </c:pt>
                <c:pt idx="12266">
                  <c:v>31-05-2022</c:v>
                </c:pt>
                <c:pt idx="12267">
                  <c:v>31-05-2022</c:v>
                </c:pt>
                <c:pt idx="12268">
                  <c:v>31-05-2022</c:v>
                </c:pt>
                <c:pt idx="12269">
                  <c:v>31-05-2022</c:v>
                </c:pt>
                <c:pt idx="12270">
                  <c:v>31-05-2022</c:v>
                </c:pt>
                <c:pt idx="12271">
                  <c:v>31-05-2022</c:v>
                </c:pt>
                <c:pt idx="12272">
                  <c:v>31-05-2022</c:v>
                </c:pt>
                <c:pt idx="12273">
                  <c:v>31-05-2022</c:v>
                </c:pt>
                <c:pt idx="12274">
                  <c:v>31-05-2022</c:v>
                </c:pt>
                <c:pt idx="12275">
                  <c:v>01-06-2022</c:v>
                </c:pt>
                <c:pt idx="12276">
                  <c:v>01-06-2022</c:v>
                </c:pt>
                <c:pt idx="12277">
                  <c:v>01-06-2022</c:v>
                </c:pt>
                <c:pt idx="12278">
                  <c:v>01-06-2022</c:v>
                </c:pt>
                <c:pt idx="12279">
                  <c:v>01-06-2022</c:v>
                </c:pt>
                <c:pt idx="12280">
                  <c:v>01-06-2022</c:v>
                </c:pt>
                <c:pt idx="12281">
                  <c:v>01-06-2022</c:v>
                </c:pt>
                <c:pt idx="12282">
                  <c:v>01-06-2022</c:v>
                </c:pt>
                <c:pt idx="12283">
                  <c:v>01-06-2022</c:v>
                </c:pt>
                <c:pt idx="12284">
                  <c:v>01-06-2022</c:v>
                </c:pt>
                <c:pt idx="12285">
                  <c:v>01-06-2022</c:v>
                </c:pt>
                <c:pt idx="12286">
                  <c:v>01-06-2022</c:v>
                </c:pt>
                <c:pt idx="12287">
                  <c:v>01-06-2022</c:v>
                </c:pt>
                <c:pt idx="12288">
                  <c:v>01-06-2022</c:v>
                </c:pt>
                <c:pt idx="12289">
                  <c:v>01-06-2022</c:v>
                </c:pt>
                <c:pt idx="12290">
                  <c:v>01-06-2022</c:v>
                </c:pt>
                <c:pt idx="12291">
                  <c:v>01-06-2022</c:v>
                </c:pt>
                <c:pt idx="12292">
                  <c:v>01-06-2022</c:v>
                </c:pt>
                <c:pt idx="12293">
                  <c:v>01-06-2022</c:v>
                </c:pt>
                <c:pt idx="12294">
                  <c:v>01-06-2022</c:v>
                </c:pt>
                <c:pt idx="12295">
                  <c:v>01-06-2022</c:v>
                </c:pt>
                <c:pt idx="12296">
                  <c:v>01-06-2022</c:v>
                </c:pt>
                <c:pt idx="12297">
                  <c:v>01-06-2022</c:v>
                </c:pt>
                <c:pt idx="12298">
                  <c:v>01-06-2022</c:v>
                </c:pt>
                <c:pt idx="12299">
                  <c:v>01-06-2022</c:v>
                </c:pt>
                <c:pt idx="12300">
                  <c:v>01-06-2022</c:v>
                </c:pt>
                <c:pt idx="12301">
                  <c:v>01-06-2022</c:v>
                </c:pt>
                <c:pt idx="12302">
                  <c:v>01-06-2022</c:v>
                </c:pt>
                <c:pt idx="12303">
                  <c:v>01-06-2022</c:v>
                </c:pt>
                <c:pt idx="12304">
                  <c:v>01-06-2022</c:v>
                </c:pt>
                <c:pt idx="12305">
                  <c:v>01-06-2022</c:v>
                </c:pt>
                <c:pt idx="12306">
                  <c:v>01-06-2022</c:v>
                </c:pt>
                <c:pt idx="12307">
                  <c:v>01-06-2022</c:v>
                </c:pt>
                <c:pt idx="12308">
                  <c:v>01-06-2022</c:v>
                </c:pt>
                <c:pt idx="12309">
                  <c:v>01-06-2022</c:v>
                </c:pt>
                <c:pt idx="12310">
                  <c:v>01-06-2022</c:v>
                </c:pt>
                <c:pt idx="12311">
                  <c:v>01-06-2022</c:v>
                </c:pt>
                <c:pt idx="12312">
                  <c:v>01-06-2022</c:v>
                </c:pt>
                <c:pt idx="12313">
                  <c:v>01-06-2022</c:v>
                </c:pt>
                <c:pt idx="12314">
                  <c:v>01-06-2022</c:v>
                </c:pt>
                <c:pt idx="12315">
                  <c:v>02-06-2022</c:v>
                </c:pt>
                <c:pt idx="12316">
                  <c:v>02-06-2022</c:v>
                </c:pt>
                <c:pt idx="12317">
                  <c:v>02-06-2022</c:v>
                </c:pt>
                <c:pt idx="12318">
                  <c:v>02-06-2022</c:v>
                </c:pt>
                <c:pt idx="12319">
                  <c:v>02-06-2022</c:v>
                </c:pt>
                <c:pt idx="12320">
                  <c:v>02-06-2022</c:v>
                </c:pt>
                <c:pt idx="12321">
                  <c:v>02-06-2022</c:v>
                </c:pt>
                <c:pt idx="12322">
                  <c:v>02-06-2022</c:v>
                </c:pt>
                <c:pt idx="12323">
                  <c:v>02-06-2022</c:v>
                </c:pt>
                <c:pt idx="12324">
                  <c:v>02-06-2022</c:v>
                </c:pt>
                <c:pt idx="12325">
                  <c:v>02-06-2022</c:v>
                </c:pt>
                <c:pt idx="12326">
                  <c:v>02-06-2022</c:v>
                </c:pt>
                <c:pt idx="12327">
                  <c:v>02-06-2022</c:v>
                </c:pt>
                <c:pt idx="12328">
                  <c:v>02-06-2022</c:v>
                </c:pt>
                <c:pt idx="12329">
                  <c:v>02-06-2022</c:v>
                </c:pt>
                <c:pt idx="12330">
                  <c:v>02-06-2022</c:v>
                </c:pt>
                <c:pt idx="12331">
                  <c:v>02-06-2022</c:v>
                </c:pt>
                <c:pt idx="12332">
                  <c:v>02-06-2022</c:v>
                </c:pt>
                <c:pt idx="12333">
                  <c:v>02-06-2022</c:v>
                </c:pt>
                <c:pt idx="12334">
                  <c:v>02-06-2022</c:v>
                </c:pt>
                <c:pt idx="12335">
                  <c:v>02-06-2022</c:v>
                </c:pt>
                <c:pt idx="12336">
                  <c:v>02-06-2022</c:v>
                </c:pt>
                <c:pt idx="12337">
                  <c:v>02-06-2022</c:v>
                </c:pt>
                <c:pt idx="12338">
                  <c:v>02-06-2022</c:v>
                </c:pt>
                <c:pt idx="12339">
                  <c:v>02-06-2022</c:v>
                </c:pt>
                <c:pt idx="12340">
                  <c:v>02-06-2022</c:v>
                </c:pt>
                <c:pt idx="12341">
                  <c:v>02-06-2022</c:v>
                </c:pt>
                <c:pt idx="12342">
                  <c:v>02-06-2022</c:v>
                </c:pt>
                <c:pt idx="12343">
                  <c:v>02-06-2022</c:v>
                </c:pt>
                <c:pt idx="12344">
                  <c:v>02-06-2022</c:v>
                </c:pt>
                <c:pt idx="12345">
                  <c:v>02-06-2022</c:v>
                </c:pt>
                <c:pt idx="12346">
                  <c:v>02-06-2022</c:v>
                </c:pt>
                <c:pt idx="12347">
                  <c:v>02-06-2022</c:v>
                </c:pt>
                <c:pt idx="12348">
                  <c:v>02-06-2022</c:v>
                </c:pt>
                <c:pt idx="12349">
                  <c:v>02-06-2022</c:v>
                </c:pt>
                <c:pt idx="12350">
                  <c:v>02-06-2022</c:v>
                </c:pt>
                <c:pt idx="12351">
                  <c:v>02-06-2022</c:v>
                </c:pt>
                <c:pt idx="12352">
                  <c:v>02-06-2022</c:v>
                </c:pt>
                <c:pt idx="12353">
                  <c:v>02-06-2022</c:v>
                </c:pt>
                <c:pt idx="12354">
                  <c:v>02-06-2022</c:v>
                </c:pt>
                <c:pt idx="12355">
                  <c:v>03-06-2022</c:v>
                </c:pt>
                <c:pt idx="12356">
                  <c:v>03-06-2022</c:v>
                </c:pt>
                <c:pt idx="12357">
                  <c:v>03-06-2022</c:v>
                </c:pt>
                <c:pt idx="12358">
                  <c:v>03-06-2022</c:v>
                </c:pt>
                <c:pt idx="12359">
                  <c:v>03-06-2022</c:v>
                </c:pt>
                <c:pt idx="12360">
                  <c:v>03-06-2022</c:v>
                </c:pt>
                <c:pt idx="12361">
                  <c:v>03-06-2022</c:v>
                </c:pt>
                <c:pt idx="12362">
                  <c:v>03-06-2022</c:v>
                </c:pt>
                <c:pt idx="12363">
                  <c:v>03-06-2022</c:v>
                </c:pt>
                <c:pt idx="12364">
                  <c:v>03-06-2022</c:v>
                </c:pt>
                <c:pt idx="12365">
                  <c:v>03-06-2022</c:v>
                </c:pt>
                <c:pt idx="12366">
                  <c:v>03-06-2022</c:v>
                </c:pt>
                <c:pt idx="12367">
                  <c:v>03-06-2022</c:v>
                </c:pt>
                <c:pt idx="12368">
                  <c:v>03-06-2022</c:v>
                </c:pt>
                <c:pt idx="12369">
                  <c:v>03-06-2022</c:v>
                </c:pt>
                <c:pt idx="12370">
                  <c:v>03-06-2022</c:v>
                </c:pt>
                <c:pt idx="12371">
                  <c:v>03-06-2022</c:v>
                </c:pt>
                <c:pt idx="12372">
                  <c:v>03-06-2022</c:v>
                </c:pt>
                <c:pt idx="12373">
                  <c:v>03-06-2022</c:v>
                </c:pt>
                <c:pt idx="12374">
                  <c:v>03-06-2022</c:v>
                </c:pt>
                <c:pt idx="12375">
                  <c:v>03-06-2022</c:v>
                </c:pt>
                <c:pt idx="12376">
                  <c:v>03-06-2022</c:v>
                </c:pt>
                <c:pt idx="12377">
                  <c:v>03-06-2022</c:v>
                </c:pt>
                <c:pt idx="12378">
                  <c:v>03-06-2022</c:v>
                </c:pt>
                <c:pt idx="12379">
                  <c:v>03-06-2022</c:v>
                </c:pt>
                <c:pt idx="12380">
                  <c:v>03-06-2022</c:v>
                </c:pt>
                <c:pt idx="12381">
                  <c:v>03-06-2022</c:v>
                </c:pt>
                <c:pt idx="12382">
                  <c:v>03-06-2022</c:v>
                </c:pt>
                <c:pt idx="12383">
                  <c:v>03-06-2022</c:v>
                </c:pt>
                <c:pt idx="12384">
                  <c:v>03-06-2022</c:v>
                </c:pt>
                <c:pt idx="12385">
                  <c:v>03-06-2022</c:v>
                </c:pt>
                <c:pt idx="12386">
                  <c:v>03-06-2022</c:v>
                </c:pt>
                <c:pt idx="12387">
                  <c:v>03-06-2022</c:v>
                </c:pt>
                <c:pt idx="12388">
                  <c:v>03-06-2022</c:v>
                </c:pt>
                <c:pt idx="12389">
                  <c:v>03-06-2022</c:v>
                </c:pt>
                <c:pt idx="12390">
                  <c:v>03-06-2022</c:v>
                </c:pt>
                <c:pt idx="12391">
                  <c:v>03-06-2022</c:v>
                </c:pt>
                <c:pt idx="12392">
                  <c:v>03-06-2022</c:v>
                </c:pt>
                <c:pt idx="12393">
                  <c:v>03-06-2022</c:v>
                </c:pt>
                <c:pt idx="12394">
                  <c:v>03-06-2022</c:v>
                </c:pt>
                <c:pt idx="12395">
                  <c:v>04-06-2022</c:v>
                </c:pt>
                <c:pt idx="12396">
                  <c:v>04-06-2022</c:v>
                </c:pt>
                <c:pt idx="12397">
                  <c:v>04-06-2022</c:v>
                </c:pt>
                <c:pt idx="12398">
                  <c:v>04-06-2022</c:v>
                </c:pt>
                <c:pt idx="12399">
                  <c:v>04-06-2022</c:v>
                </c:pt>
                <c:pt idx="12400">
                  <c:v>04-06-2022</c:v>
                </c:pt>
                <c:pt idx="12401">
                  <c:v>04-06-2022</c:v>
                </c:pt>
                <c:pt idx="12402">
                  <c:v>04-06-2022</c:v>
                </c:pt>
                <c:pt idx="12403">
                  <c:v>04-06-2022</c:v>
                </c:pt>
                <c:pt idx="12404">
                  <c:v>04-06-2022</c:v>
                </c:pt>
                <c:pt idx="12405">
                  <c:v>04-06-2022</c:v>
                </c:pt>
                <c:pt idx="12406">
                  <c:v>04-06-2022</c:v>
                </c:pt>
                <c:pt idx="12407">
                  <c:v>04-06-2022</c:v>
                </c:pt>
                <c:pt idx="12408">
                  <c:v>04-06-2022</c:v>
                </c:pt>
                <c:pt idx="12409">
                  <c:v>04-06-2022</c:v>
                </c:pt>
                <c:pt idx="12410">
                  <c:v>04-06-2022</c:v>
                </c:pt>
                <c:pt idx="12411">
                  <c:v>04-06-2022</c:v>
                </c:pt>
                <c:pt idx="12412">
                  <c:v>04-06-2022</c:v>
                </c:pt>
                <c:pt idx="12413">
                  <c:v>04-06-2022</c:v>
                </c:pt>
                <c:pt idx="12414">
                  <c:v>04-06-2022</c:v>
                </c:pt>
                <c:pt idx="12415">
                  <c:v>04-06-2022</c:v>
                </c:pt>
                <c:pt idx="12416">
                  <c:v>04-06-2022</c:v>
                </c:pt>
                <c:pt idx="12417">
                  <c:v>04-06-2022</c:v>
                </c:pt>
                <c:pt idx="12418">
                  <c:v>04-06-2022</c:v>
                </c:pt>
                <c:pt idx="12419">
                  <c:v>04-06-2022</c:v>
                </c:pt>
                <c:pt idx="12420">
                  <c:v>04-06-2022</c:v>
                </c:pt>
                <c:pt idx="12421">
                  <c:v>04-06-2022</c:v>
                </c:pt>
                <c:pt idx="12422">
                  <c:v>04-06-2022</c:v>
                </c:pt>
                <c:pt idx="12423">
                  <c:v>04-06-2022</c:v>
                </c:pt>
                <c:pt idx="12424">
                  <c:v>04-06-2022</c:v>
                </c:pt>
                <c:pt idx="12425">
                  <c:v>04-06-2022</c:v>
                </c:pt>
                <c:pt idx="12426">
                  <c:v>04-06-2022</c:v>
                </c:pt>
                <c:pt idx="12427">
                  <c:v>04-06-2022</c:v>
                </c:pt>
                <c:pt idx="12428">
                  <c:v>04-06-2022</c:v>
                </c:pt>
                <c:pt idx="12429">
                  <c:v>04-06-2022</c:v>
                </c:pt>
                <c:pt idx="12430">
                  <c:v>04-06-2022</c:v>
                </c:pt>
                <c:pt idx="12431">
                  <c:v>04-06-2022</c:v>
                </c:pt>
                <c:pt idx="12432">
                  <c:v>04-06-2022</c:v>
                </c:pt>
                <c:pt idx="12433">
                  <c:v>04-06-2022</c:v>
                </c:pt>
                <c:pt idx="12434">
                  <c:v>04-06-2022</c:v>
                </c:pt>
                <c:pt idx="12435">
                  <c:v>05-06-2022</c:v>
                </c:pt>
                <c:pt idx="12436">
                  <c:v>05-06-2022</c:v>
                </c:pt>
                <c:pt idx="12437">
                  <c:v>05-06-2022</c:v>
                </c:pt>
                <c:pt idx="12438">
                  <c:v>05-06-2022</c:v>
                </c:pt>
                <c:pt idx="12439">
                  <c:v>05-06-2022</c:v>
                </c:pt>
                <c:pt idx="12440">
                  <c:v>05-06-2022</c:v>
                </c:pt>
                <c:pt idx="12441">
                  <c:v>05-06-2022</c:v>
                </c:pt>
                <c:pt idx="12442">
                  <c:v>05-06-2022</c:v>
                </c:pt>
                <c:pt idx="12443">
                  <c:v>05-06-2022</c:v>
                </c:pt>
                <c:pt idx="12444">
                  <c:v>05-06-2022</c:v>
                </c:pt>
                <c:pt idx="12445">
                  <c:v>05-06-2022</c:v>
                </c:pt>
                <c:pt idx="12446">
                  <c:v>05-06-2022</c:v>
                </c:pt>
                <c:pt idx="12447">
                  <c:v>05-06-2022</c:v>
                </c:pt>
                <c:pt idx="12448">
                  <c:v>05-06-2022</c:v>
                </c:pt>
                <c:pt idx="12449">
                  <c:v>05-06-2022</c:v>
                </c:pt>
                <c:pt idx="12450">
                  <c:v>05-06-2022</c:v>
                </c:pt>
                <c:pt idx="12451">
                  <c:v>05-06-2022</c:v>
                </c:pt>
                <c:pt idx="12452">
                  <c:v>05-06-2022</c:v>
                </c:pt>
                <c:pt idx="12453">
                  <c:v>05-06-2022</c:v>
                </c:pt>
                <c:pt idx="12454">
                  <c:v>05-06-2022</c:v>
                </c:pt>
                <c:pt idx="12455">
                  <c:v>05-06-2022</c:v>
                </c:pt>
                <c:pt idx="12456">
                  <c:v>05-06-2022</c:v>
                </c:pt>
                <c:pt idx="12457">
                  <c:v>05-06-2022</c:v>
                </c:pt>
                <c:pt idx="12458">
                  <c:v>05-06-2022</c:v>
                </c:pt>
                <c:pt idx="12459">
                  <c:v>05-06-2022</c:v>
                </c:pt>
                <c:pt idx="12460">
                  <c:v>05-06-2022</c:v>
                </c:pt>
                <c:pt idx="12461">
                  <c:v>05-06-2022</c:v>
                </c:pt>
                <c:pt idx="12462">
                  <c:v>05-06-2022</c:v>
                </c:pt>
                <c:pt idx="12463">
                  <c:v>05-06-2022</c:v>
                </c:pt>
                <c:pt idx="12464">
                  <c:v>05-06-2022</c:v>
                </c:pt>
                <c:pt idx="12465">
                  <c:v>05-06-2022</c:v>
                </c:pt>
                <c:pt idx="12466">
                  <c:v>05-06-2022</c:v>
                </c:pt>
                <c:pt idx="12467">
                  <c:v>05-06-2022</c:v>
                </c:pt>
                <c:pt idx="12468">
                  <c:v>05-06-2022</c:v>
                </c:pt>
                <c:pt idx="12469">
                  <c:v>05-06-2022</c:v>
                </c:pt>
                <c:pt idx="12470">
                  <c:v>05-06-2022</c:v>
                </c:pt>
                <c:pt idx="12471">
                  <c:v>05-06-2022</c:v>
                </c:pt>
                <c:pt idx="12472">
                  <c:v>05-06-2022</c:v>
                </c:pt>
                <c:pt idx="12473">
                  <c:v>05-06-2022</c:v>
                </c:pt>
                <c:pt idx="12474">
                  <c:v>05-06-2022</c:v>
                </c:pt>
                <c:pt idx="12475">
                  <c:v>06-06-2022</c:v>
                </c:pt>
                <c:pt idx="12476">
                  <c:v>06-06-2022</c:v>
                </c:pt>
                <c:pt idx="12477">
                  <c:v>06-06-2022</c:v>
                </c:pt>
                <c:pt idx="12478">
                  <c:v>06-06-2022</c:v>
                </c:pt>
                <c:pt idx="12479">
                  <c:v>06-06-2022</c:v>
                </c:pt>
                <c:pt idx="12480">
                  <c:v>06-06-2022</c:v>
                </c:pt>
                <c:pt idx="12481">
                  <c:v>06-06-2022</c:v>
                </c:pt>
                <c:pt idx="12482">
                  <c:v>06-06-2022</c:v>
                </c:pt>
                <c:pt idx="12483">
                  <c:v>06-06-2022</c:v>
                </c:pt>
                <c:pt idx="12484">
                  <c:v>06-06-2022</c:v>
                </c:pt>
                <c:pt idx="12485">
                  <c:v>06-06-2022</c:v>
                </c:pt>
                <c:pt idx="12486">
                  <c:v>06-06-2022</c:v>
                </c:pt>
                <c:pt idx="12487">
                  <c:v>06-06-2022</c:v>
                </c:pt>
                <c:pt idx="12488">
                  <c:v>06-06-2022</c:v>
                </c:pt>
                <c:pt idx="12489">
                  <c:v>06-06-2022</c:v>
                </c:pt>
                <c:pt idx="12490">
                  <c:v>06-06-2022</c:v>
                </c:pt>
                <c:pt idx="12491">
                  <c:v>06-06-2022</c:v>
                </c:pt>
                <c:pt idx="12492">
                  <c:v>06-06-2022</c:v>
                </c:pt>
                <c:pt idx="12493">
                  <c:v>06-06-2022</c:v>
                </c:pt>
                <c:pt idx="12494">
                  <c:v>06-06-2022</c:v>
                </c:pt>
                <c:pt idx="12495">
                  <c:v>06-06-2022</c:v>
                </c:pt>
                <c:pt idx="12496">
                  <c:v>06-06-2022</c:v>
                </c:pt>
                <c:pt idx="12497">
                  <c:v>06-06-2022</c:v>
                </c:pt>
                <c:pt idx="12498">
                  <c:v>06-06-2022</c:v>
                </c:pt>
                <c:pt idx="12499">
                  <c:v>06-06-2022</c:v>
                </c:pt>
                <c:pt idx="12500">
                  <c:v>06-06-2022</c:v>
                </c:pt>
                <c:pt idx="12501">
                  <c:v>06-06-2022</c:v>
                </c:pt>
                <c:pt idx="12502">
                  <c:v>06-06-2022</c:v>
                </c:pt>
                <c:pt idx="12503">
                  <c:v>06-06-2022</c:v>
                </c:pt>
                <c:pt idx="12504">
                  <c:v>06-06-2022</c:v>
                </c:pt>
                <c:pt idx="12505">
                  <c:v>06-06-2022</c:v>
                </c:pt>
                <c:pt idx="12506">
                  <c:v>06-06-2022</c:v>
                </c:pt>
                <c:pt idx="12507">
                  <c:v>06-06-2022</c:v>
                </c:pt>
                <c:pt idx="12508">
                  <c:v>06-06-2022</c:v>
                </c:pt>
                <c:pt idx="12509">
                  <c:v>06-06-2022</c:v>
                </c:pt>
                <c:pt idx="12510">
                  <c:v>06-06-2022</c:v>
                </c:pt>
                <c:pt idx="12511">
                  <c:v>06-06-2022</c:v>
                </c:pt>
                <c:pt idx="12512">
                  <c:v>06-06-2022</c:v>
                </c:pt>
                <c:pt idx="12513">
                  <c:v>06-06-2022</c:v>
                </c:pt>
                <c:pt idx="12514">
                  <c:v>06-06-2022</c:v>
                </c:pt>
                <c:pt idx="12515">
                  <c:v>07-06-2022</c:v>
                </c:pt>
                <c:pt idx="12516">
                  <c:v>07-06-2022</c:v>
                </c:pt>
                <c:pt idx="12517">
                  <c:v>07-06-2022</c:v>
                </c:pt>
                <c:pt idx="12518">
                  <c:v>07-06-2022</c:v>
                </c:pt>
                <c:pt idx="12519">
                  <c:v>07-06-2022</c:v>
                </c:pt>
                <c:pt idx="12520">
                  <c:v>07-06-2022</c:v>
                </c:pt>
                <c:pt idx="12521">
                  <c:v>07-06-2022</c:v>
                </c:pt>
                <c:pt idx="12522">
                  <c:v>07-06-2022</c:v>
                </c:pt>
                <c:pt idx="12523">
                  <c:v>07-06-2022</c:v>
                </c:pt>
                <c:pt idx="12524">
                  <c:v>07-06-2022</c:v>
                </c:pt>
                <c:pt idx="12525">
                  <c:v>07-06-2022</c:v>
                </c:pt>
                <c:pt idx="12526">
                  <c:v>07-06-2022</c:v>
                </c:pt>
                <c:pt idx="12527">
                  <c:v>07-06-2022</c:v>
                </c:pt>
                <c:pt idx="12528">
                  <c:v>07-06-2022</c:v>
                </c:pt>
                <c:pt idx="12529">
                  <c:v>07-06-2022</c:v>
                </c:pt>
                <c:pt idx="12530">
                  <c:v>07-06-2022</c:v>
                </c:pt>
                <c:pt idx="12531">
                  <c:v>07-06-2022</c:v>
                </c:pt>
                <c:pt idx="12532">
                  <c:v>07-06-2022</c:v>
                </c:pt>
                <c:pt idx="12533">
                  <c:v>07-06-2022</c:v>
                </c:pt>
                <c:pt idx="12534">
                  <c:v>07-06-2022</c:v>
                </c:pt>
                <c:pt idx="12535">
                  <c:v>07-06-2022</c:v>
                </c:pt>
                <c:pt idx="12536">
                  <c:v>07-06-2022</c:v>
                </c:pt>
                <c:pt idx="12537">
                  <c:v>07-06-2022</c:v>
                </c:pt>
                <c:pt idx="12538">
                  <c:v>07-06-2022</c:v>
                </c:pt>
                <c:pt idx="12539">
                  <c:v>07-06-2022</c:v>
                </c:pt>
                <c:pt idx="12540">
                  <c:v>07-06-2022</c:v>
                </c:pt>
                <c:pt idx="12541">
                  <c:v>07-06-2022</c:v>
                </c:pt>
                <c:pt idx="12542">
                  <c:v>07-06-2022</c:v>
                </c:pt>
                <c:pt idx="12543">
                  <c:v>07-06-2022</c:v>
                </c:pt>
                <c:pt idx="12544">
                  <c:v>07-06-2022</c:v>
                </c:pt>
                <c:pt idx="12545">
                  <c:v>07-06-2022</c:v>
                </c:pt>
                <c:pt idx="12546">
                  <c:v>07-06-2022</c:v>
                </c:pt>
                <c:pt idx="12547">
                  <c:v>07-06-2022</c:v>
                </c:pt>
                <c:pt idx="12548">
                  <c:v>07-06-2022</c:v>
                </c:pt>
                <c:pt idx="12549">
                  <c:v>07-06-2022</c:v>
                </c:pt>
                <c:pt idx="12550">
                  <c:v>07-06-2022</c:v>
                </c:pt>
                <c:pt idx="12551">
                  <c:v>07-06-2022</c:v>
                </c:pt>
                <c:pt idx="12552">
                  <c:v>07-06-2022</c:v>
                </c:pt>
                <c:pt idx="12553">
                  <c:v>07-06-2022</c:v>
                </c:pt>
                <c:pt idx="12554">
                  <c:v>07-06-2022</c:v>
                </c:pt>
                <c:pt idx="12555">
                  <c:v>08-06-2022</c:v>
                </c:pt>
                <c:pt idx="12556">
                  <c:v>08-06-2022</c:v>
                </c:pt>
                <c:pt idx="12557">
                  <c:v>08-06-2022</c:v>
                </c:pt>
                <c:pt idx="12558">
                  <c:v>08-06-2022</c:v>
                </c:pt>
                <c:pt idx="12559">
                  <c:v>08-06-2022</c:v>
                </c:pt>
                <c:pt idx="12560">
                  <c:v>08-06-2022</c:v>
                </c:pt>
                <c:pt idx="12561">
                  <c:v>08-06-2022</c:v>
                </c:pt>
                <c:pt idx="12562">
                  <c:v>08-06-2022</c:v>
                </c:pt>
                <c:pt idx="12563">
                  <c:v>08-06-2022</c:v>
                </c:pt>
                <c:pt idx="12564">
                  <c:v>08-06-2022</c:v>
                </c:pt>
                <c:pt idx="12565">
                  <c:v>08-06-2022</c:v>
                </c:pt>
                <c:pt idx="12566">
                  <c:v>08-06-2022</c:v>
                </c:pt>
                <c:pt idx="12567">
                  <c:v>08-06-2022</c:v>
                </c:pt>
                <c:pt idx="12568">
                  <c:v>08-06-2022</c:v>
                </c:pt>
                <c:pt idx="12569">
                  <c:v>08-06-2022</c:v>
                </c:pt>
                <c:pt idx="12570">
                  <c:v>08-06-2022</c:v>
                </c:pt>
                <c:pt idx="12571">
                  <c:v>08-06-2022</c:v>
                </c:pt>
                <c:pt idx="12572">
                  <c:v>08-06-2022</c:v>
                </c:pt>
                <c:pt idx="12573">
                  <c:v>08-06-2022</c:v>
                </c:pt>
                <c:pt idx="12574">
                  <c:v>08-06-2022</c:v>
                </c:pt>
                <c:pt idx="12575">
                  <c:v>08-06-2022</c:v>
                </c:pt>
                <c:pt idx="12576">
                  <c:v>08-06-2022</c:v>
                </c:pt>
                <c:pt idx="12577">
                  <c:v>08-06-2022</c:v>
                </c:pt>
                <c:pt idx="12578">
                  <c:v>08-06-2022</c:v>
                </c:pt>
                <c:pt idx="12579">
                  <c:v>08-06-2022</c:v>
                </c:pt>
                <c:pt idx="12580">
                  <c:v>08-06-2022</c:v>
                </c:pt>
                <c:pt idx="12581">
                  <c:v>08-06-2022</c:v>
                </c:pt>
                <c:pt idx="12582">
                  <c:v>08-06-2022</c:v>
                </c:pt>
                <c:pt idx="12583">
                  <c:v>08-06-2022</c:v>
                </c:pt>
                <c:pt idx="12584">
                  <c:v>08-06-2022</c:v>
                </c:pt>
                <c:pt idx="12585">
                  <c:v>08-06-2022</c:v>
                </c:pt>
                <c:pt idx="12586">
                  <c:v>08-06-2022</c:v>
                </c:pt>
                <c:pt idx="12587">
                  <c:v>08-06-2022</c:v>
                </c:pt>
                <c:pt idx="12588">
                  <c:v>08-06-2022</c:v>
                </c:pt>
                <c:pt idx="12589">
                  <c:v>08-06-2022</c:v>
                </c:pt>
                <c:pt idx="12590">
                  <c:v>08-06-2022</c:v>
                </c:pt>
                <c:pt idx="12591">
                  <c:v>08-06-2022</c:v>
                </c:pt>
                <c:pt idx="12592">
                  <c:v>08-06-2022</c:v>
                </c:pt>
                <c:pt idx="12593">
                  <c:v>08-06-2022</c:v>
                </c:pt>
                <c:pt idx="12594">
                  <c:v>08-06-2022</c:v>
                </c:pt>
                <c:pt idx="12595">
                  <c:v>09-06-2022</c:v>
                </c:pt>
                <c:pt idx="12596">
                  <c:v>09-06-2022</c:v>
                </c:pt>
                <c:pt idx="12597">
                  <c:v>09-06-2022</c:v>
                </c:pt>
                <c:pt idx="12598">
                  <c:v>09-06-2022</c:v>
                </c:pt>
                <c:pt idx="12599">
                  <c:v>09-06-2022</c:v>
                </c:pt>
                <c:pt idx="12600">
                  <c:v>09-06-2022</c:v>
                </c:pt>
                <c:pt idx="12601">
                  <c:v>09-06-2022</c:v>
                </c:pt>
                <c:pt idx="12602">
                  <c:v>09-06-2022</c:v>
                </c:pt>
                <c:pt idx="12603">
                  <c:v>09-06-2022</c:v>
                </c:pt>
                <c:pt idx="12604">
                  <c:v>09-06-2022</c:v>
                </c:pt>
                <c:pt idx="12605">
                  <c:v>09-06-2022</c:v>
                </c:pt>
                <c:pt idx="12606">
                  <c:v>09-06-2022</c:v>
                </c:pt>
                <c:pt idx="12607">
                  <c:v>09-06-2022</c:v>
                </c:pt>
                <c:pt idx="12608">
                  <c:v>09-06-2022</c:v>
                </c:pt>
                <c:pt idx="12609">
                  <c:v>09-06-2022</c:v>
                </c:pt>
                <c:pt idx="12610">
                  <c:v>09-06-2022</c:v>
                </c:pt>
                <c:pt idx="12611">
                  <c:v>09-06-2022</c:v>
                </c:pt>
                <c:pt idx="12612">
                  <c:v>09-06-2022</c:v>
                </c:pt>
                <c:pt idx="12613">
                  <c:v>09-06-2022</c:v>
                </c:pt>
                <c:pt idx="12614">
                  <c:v>09-06-2022</c:v>
                </c:pt>
                <c:pt idx="12615">
                  <c:v>09-06-2022</c:v>
                </c:pt>
                <c:pt idx="12616">
                  <c:v>09-06-2022</c:v>
                </c:pt>
                <c:pt idx="12617">
                  <c:v>09-06-2022</c:v>
                </c:pt>
                <c:pt idx="12618">
                  <c:v>09-06-2022</c:v>
                </c:pt>
                <c:pt idx="12619">
                  <c:v>09-06-2022</c:v>
                </c:pt>
                <c:pt idx="12620">
                  <c:v>09-06-2022</c:v>
                </c:pt>
                <c:pt idx="12621">
                  <c:v>09-06-2022</c:v>
                </c:pt>
                <c:pt idx="12622">
                  <c:v>09-06-2022</c:v>
                </c:pt>
                <c:pt idx="12623">
                  <c:v>09-06-2022</c:v>
                </c:pt>
                <c:pt idx="12624">
                  <c:v>09-06-2022</c:v>
                </c:pt>
                <c:pt idx="12625">
                  <c:v>09-06-2022</c:v>
                </c:pt>
                <c:pt idx="12626">
                  <c:v>09-06-2022</c:v>
                </c:pt>
                <c:pt idx="12627">
                  <c:v>09-06-2022</c:v>
                </c:pt>
                <c:pt idx="12628">
                  <c:v>09-06-2022</c:v>
                </c:pt>
                <c:pt idx="12629">
                  <c:v>09-06-2022</c:v>
                </c:pt>
                <c:pt idx="12630">
                  <c:v>09-06-2022</c:v>
                </c:pt>
                <c:pt idx="12631">
                  <c:v>09-06-2022</c:v>
                </c:pt>
                <c:pt idx="12632">
                  <c:v>09-06-2022</c:v>
                </c:pt>
                <c:pt idx="12633">
                  <c:v>09-06-2022</c:v>
                </c:pt>
                <c:pt idx="12634">
                  <c:v>09-06-2022</c:v>
                </c:pt>
                <c:pt idx="12635">
                  <c:v>10-06-2022</c:v>
                </c:pt>
                <c:pt idx="12636">
                  <c:v>10-06-2022</c:v>
                </c:pt>
                <c:pt idx="12637">
                  <c:v>10-06-2022</c:v>
                </c:pt>
                <c:pt idx="12638">
                  <c:v>10-06-2022</c:v>
                </c:pt>
                <c:pt idx="12639">
                  <c:v>10-06-2022</c:v>
                </c:pt>
                <c:pt idx="12640">
                  <c:v>10-06-2022</c:v>
                </c:pt>
                <c:pt idx="12641">
                  <c:v>10-06-2022</c:v>
                </c:pt>
                <c:pt idx="12642">
                  <c:v>10-06-2022</c:v>
                </c:pt>
                <c:pt idx="12643">
                  <c:v>10-06-2022</c:v>
                </c:pt>
                <c:pt idx="12644">
                  <c:v>10-06-2022</c:v>
                </c:pt>
                <c:pt idx="12645">
                  <c:v>10-06-2022</c:v>
                </c:pt>
                <c:pt idx="12646">
                  <c:v>10-06-2022</c:v>
                </c:pt>
                <c:pt idx="12647">
                  <c:v>10-06-2022</c:v>
                </c:pt>
                <c:pt idx="12648">
                  <c:v>10-06-2022</c:v>
                </c:pt>
                <c:pt idx="12649">
                  <c:v>10-06-2022</c:v>
                </c:pt>
                <c:pt idx="12650">
                  <c:v>10-06-2022</c:v>
                </c:pt>
                <c:pt idx="12651">
                  <c:v>10-06-2022</c:v>
                </c:pt>
                <c:pt idx="12652">
                  <c:v>10-06-2022</c:v>
                </c:pt>
                <c:pt idx="12653">
                  <c:v>10-06-2022</c:v>
                </c:pt>
                <c:pt idx="12654">
                  <c:v>10-06-2022</c:v>
                </c:pt>
                <c:pt idx="12655">
                  <c:v>10-06-2022</c:v>
                </c:pt>
                <c:pt idx="12656">
                  <c:v>10-06-2022</c:v>
                </c:pt>
                <c:pt idx="12657">
                  <c:v>10-06-2022</c:v>
                </c:pt>
                <c:pt idx="12658">
                  <c:v>10-06-2022</c:v>
                </c:pt>
                <c:pt idx="12659">
                  <c:v>10-06-2022</c:v>
                </c:pt>
                <c:pt idx="12660">
                  <c:v>10-06-2022</c:v>
                </c:pt>
                <c:pt idx="12661">
                  <c:v>10-06-2022</c:v>
                </c:pt>
                <c:pt idx="12662">
                  <c:v>10-06-2022</c:v>
                </c:pt>
                <c:pt idx="12663">
                  <c:v>10-06-2022</c:v>
                </c:pt>
                <c:pt idx="12664">
                  <c:v>10-06-2022</c:v>
                </c:pt>
                <c:pt idx="12665">
                  <c:v>10-06-2022</c:v>
                </c:pt>
                <c:pt idx="12666">
                  <c:v>10-06-2022</c:v>
                </c:pt>
                <c:pt idx="12667">
                  <c:v>10-06-2022</c:v>
                </c:pt>
                <c:pt idx="12668">
                  <c:v>10-06-2022</c:v>
                </c:pt>
                <c:pt idx="12669">
                  <c:v>10-06-2022</c:v>
                </c:pt>
                <c:pt idx="12670">
                  <c:v>10-06-2022</c:v>
                </c:pt>
                <c:pt idx="12671">
                  <c:v>10-06-2022</c:v>
                </c:pt>
                <c:pt idx="12672">
                  <c:v>10-06-2022</c:v>
                </c:pt>
                <c:pt idx="12673">
                  <c:v>10-06-2022</c:v>
                </c:pt>
                <c:pt idx="12674">
                  <c:v>10-06-2022</c:v>
                </c:pt>
                <c:pt idx="12675">
                  <c:v>11-06-2022</c:v>
                </c:pt>
                <c:pt idx="12676">
                  <c:v>11-06-2022</c:v>
                </c:pt>
                <c:pt idx="12677">
                  <c:v>11-06-2022</c:v>
                </c:pt>
                <c:pt idx="12678">
                  <c:v>11-06-2022</c:v>
                </c:pt>
                <c:pt idx="12679">
                  <c:v>11-06-2022</c:v>
                </c:pt>
                <c:pt idx="12680">
                  <c:v>11-06-2022</c:v>
                </c:pt>
                <c:pt idx="12681">
                  <c:v>11-06-2022</c:v>
                </c:pt>
                <c:pt idx="12682">
                  <c:v>11-06-2022</c:v>
                </c:pt>
                <c:pt idx="12683">
                  <c:v>11-06-2022</c:v>
                </c:pt>
                <c:pt idx="12684">
                  <c:v>11-06-2022</c:v>
                </c:pt>
                <c:pt idx="12685">
                  <c:v>11-06-2022</c:v>
                </c:pt>
                <c:pt idx="12686">
                  <c:v>11-06-2022</c:v>
                </c:pt>
                <c:pt idx="12687">
                  <c:v>11-06-2022</c:v>
                </c:pt>
                <c:pt idx="12688">
                  <c:v>11-06-2022</c:v>
                </c:pt>
                <c:pt idx="12689">
                  <c:v>11-06-2022</c:v>
                </c:pt>
                <c:pt idx="12690">
                  <c:v>11-06-2022</c:v>
                </c:pt>
                <c:pt idx="12691">
                  <c:v>11-06-2022</c:v>
                </c:pt>
                <c:pt idx="12692">
                  <c:v>11-06-2022</c:v>
                </c:pt>
                <c:pt idx="12693">
                  <c:v>11-06-2022</c:v>
                </c:pt>
                <c:pt idx="12694">
                  <c:v>11-06-2022</c:v>
                </c:pt>
                <c:pt idx="12695">
                  <c:v>11-06-2022</c:v>
                </c:pt>
                <c:pt idx="12696">
                  <c:v>11-06-2022</c:v>
                </c:pt>
                <c:pt idx="12697">
                  <c:v>11-06-2022</c:v>
                </c:pt>
                <c:pt idx="12698">
                  <c:v>11-06-2022</c:v>
                </c:pt>
                <c:pt idx="12699">
                  <c:v>11-06-2022</c:v>
                </c:pt>
                <c:pt idx="12700">
                  <c:v>11-06-2022</c:v>
                </c:pt>
                <c:pt idx="12701">
                  <c:v>11-06-2022</c:v>
                </c:pt>
                <c:pt idx="12702">
                  <c:v>11-06-2022</c:v>
                </c:pt>
                <c:pt idx="12703">
                  <c:v>11-06-2022</c:v>
                </c:pt>
                <c:pt idx="12704">
                  <c:v>11-06-2022</c:v>
                </c:pt>
                <c:pt idx="12705">
                  <c:v>11-06-2022</c:v>
                </c:pt>
                <c:pt idx="12706">
                  <c:v>11-06-2022</c:v>
                </c:pt>
                <c:pt idx="12707">
                  <c:v>11-06-2022</c:v>
                </c:pt>
                <c:pt idx="12708">
                  <c:v>11-06-2022</c:v>
                </c:pt>
                <c:pt idx="12709">
                  <c:v>11-06-2022</c:v>
                </c:pt>
                <c:pt idx="12710">
                  <c:v>11-06-2022</c:v>
                </c:pt>
                <c:pt idx="12711">
                  <c:v>11-06-2022</c:v>
                </c:pt>
                <c:pt idx="12712">
                  <c:v>11-06-2022</c:v>
                </c:pt>
                <c:pt idx="12713">
                  <c:v>11-06-2022</c:v>
                </c:pt>
                <c:pt idx="12714">
                  <c:v>11-06-2022</c:v>
                </c:pt>
                <c:pt idx="12715">
                  <c:v>12-06-2022</c:v>
                </c:pt>
                <c:pt idx="12716">
                  <c:v>12-06-2022</c:v>
                </c:pt>
                <c:pt idx="12717">
                  <c:v>12-06-2022</c:v>
                </c:pt>
                <c:pt idx="12718">
                  <c:v>12-06-2022</c:v>
                </c:pt>
                <c:pt idx="12719">
                  <c:v>12-06-2022</c:v>
                </c:pt>
                <c:pt idx="12720">
                  <c:v>12-06-2022</c:v>
                </c:pt>
                <c:pt idx="12721">
                  <c:v>12-06-2022</c:v>
                </c:pt>
                <c:pt idx="12722">
                  <c:v>12-06-2022</c:v>
                </c:pt>
                <c:pt idx="12723">
                  <c:v>12-06-2022</c:v>
                </c:pt>
                <c:pt idx="12724">
                  <c:v>12-06-2022</c:v>
                </c:pt>
                <c:pt idx="12725">
                  <c:v>12-06-2022</c:v>
                </c:pt>
                <c:pt idx="12726">
                  <c:v>12-06-2022</c:v>
                </c:pt>
                <c:pt idx="12727">
                  <c:v>12-06-2022</c:v>
                </c:pt>
                <c:pt idx="12728">
                  <c:v>12-06-2022</c:v>
                </c:pt>
                <c:pt idx="12729">
                  <c:v>12-06-2022</c:v>
                </c:pt>
                <c:pt idx="12730">
                  <c:v>12-06-2022</c:v>
                </c:pt>
                <c:pt idx="12731">
                  <c:v>12-06-2022</c:v>
                </c:pt>
                <c:pt idx="12732">
                  <c:v>12-06-2022</c:v>
                </c:pt>
                <c:pt idx="12733">
                  <c:v>12-06-2022</c:v>
                </c:pt>
                <c:pt idx="12734">
                  <c:v>12-06-2022</c:v>
                </c:pt>
                <c:pt idx="12735">
                  <c:v>12-06-2022</c:v>
                </c:pt>
                <c:pt idx="12736">
                  <c:v>12-06-2022</c:v>
                </c:pt>
                <c:pt idx="12737">
                  <c:v>12-06-2022</c:v>
                </c:pt>
                <c:pt idx="12738">
                  <c:v>12-06-2022</c:v>
                </c:pt>
                <c:pt idx="12739">
                  <c:v>12-06-2022</c:v>
                </c:pt>
                <c:pt idx="12740">
                  <c:v>12-06-2022</c:v>
                </c:pt>
                <c:pt idx="12741">
                  <c:v>12-06-2022</c:v>
                </c:pt>
                <c:pt idx="12742">
                  <c:v>12-06-2022</c:v>
                </c:pt>
                <c:pt idx="12743">
                  <c:v>12-06-2022</c:v>
                </c:pt>
                <c:pt idx="12744">
                  <c:v>12-06-2022</c:v>
                </c:pt>
                <c:pt idx="12745">
                  <c:v>12-06-2022</c:v>
                </c:pt>
                <c:pt idx="12746">
                  <c:v>12-06-2022</c:v>
                </c:pt>
                <c:pt idx="12747">
                  <c:v>12-06-2022</c:v>
                </c:pt>
                <c:pt idx="12748">
                  <c:v>12-06-2022</c:v>
                </c:pt>
                <c:pt idx="12749">
                  <c:v>12-06-2022</c:v>
                </c:pt>
                <c:pt idx="12750">
                  <c:v>12-06-2022</c:v>
                </c:pt>
                <c:pt idx="12751">
                  <c:v>12-06-2022</c:v>
                </c:pt>
                <c:pt idx="12752">
                  <c:v>12-06-2022</c:v>
                </c:pt>
                <c:pt idx="12753">
                  <c:v>12-06-2022</c:v>
                </c:pt>
                <c:pt idx="12754">
                  <c:v>12-06-2022</c:v>
                </c:pt>
                <c:pt idx="12755">
                  <c:v>13-06-2022</c:v>
                </c:pt>
                <c:pt idx="12756">
                  <c:v>13-06-2022</c:v>
                </c:pt>
                <c:pt idx="12757">
                  <c:v>13-06-2022</c:v>
                </c:pt>
                <c:pt idx="12758">
                  <c:v>13-06-2022</c:v>
                </c:pt>
                <c:pt idx="12759">
                  <c:v>13-06-2022</c:v>
                </c:pt>
                <c:pt idx="12760">
                  <c:v>13-06-2022</c:v>
                </c:pt>
                <c:pt idx="12761">
                  <c:v>13-06-2022</c:v>
                </c:pt>
                <c:pt idx="12762">
                  <c:v>13-06-2022</c:v>
                </c:pt>
                <c:pt idx="12763">
                  <c:v>13-06-2022</c:v>
                </c:pt>
                <c:pt idx="12764">
                  <c:v>13-06-2022</c:v>
                </c:pt>
                <c:pt idx="12765">
                  <c:v>13-06-2022</c:v>
                </c:pt>
                <c:pt idx="12766">
                  <c:v>13-06-2022</c:v>
                </c:pt>
                <c:pt idx="12767">
                  <c:v>13-06-2022</c:v>
                </c:pt>
                <c:pt idx="12768">
                  <c:v>13-06-2022</c:v>
                </c:pt>
                <c:pt idx="12769">
                  <c:v>13-06-2022</c:v>
                </c:pt>
                <c:pt idx="12770">
                  <c:v>13-06-2022</c:v>
                </c:pt>
                <c:pt idx="12771">
                  <c:v>13-06-2022</c:v>
                </c:pt>
                <c:pt idx="12772">
                  <c:v>13-06-2022</c:v>
                </c:pt>
                <c:pt idx="12773">
                  <c:v>13-06-2022</c:v>
                </c:pt>
                <c:pt idx="12774">
                  <c:v>13-06-2022</c:v>
                </c:pt>
                <c:pt idx="12775">
                  <c:v>13-06-2022</c:v>
                </c:pt>
                <c:pt idx="12776">
                  <c:v>13-06-2022</c:v>
                </c:pt>
                <c:pt idx="12777">
                  <c:v>13-06-2022</c:v>
                </c:pt>
                <c:pt idx="12778">
                  <c:v>13-06-2022</c:v>
                </c:pt>
                <c:pt idx="12779">
                  <c:v>13-06-2022</c:v>
                </c:pt>
                <c:pt idx="12780">
                  <c:v>13-06-2022</c:v>
                </c:pt>
                <c:pt idx="12781">
                  <c:v>13-06-2022</c:v>
                </c:pt>
                <c:pt idx="12782">
                  <c:v>13-06-2022</c:v>
                </c:pt>
                <c:pt idx="12783">
                  <c:v>13-06-2022</c:v>
                </c:pt>
                <c:pt idx="12784">
                  <c:v>13-06-2022</c:v>
                </c:pt>
                <c:pt idx="12785">
                  <c:v>13-06-2022</c:v>
                </c:pt>
                <c:pt idx="12786">
                  <c:v>13-06-2022</c:v>
                </c:pt>
                <c:pt idx="12787">
                  <c:v>13-06-2022</c:v>
                </c:pt>
                <c:pt idx="12788">
                  <c:v>13-06-2022</c:v>
                </c:pt>
                <c:pt idx="12789">
                  <c:v>13-06-2022</c:v>
                </c:pt>
                <c:pt idx="12790">
                  <c:v>13-06-2022</c:v>
                </c:pt>
                <c:pt idx="12791">
                  <c:v>13-06-2022</c:v>
                </c:pt>
                <c:pt idx="12792">
                  <c:v>13-06-2022</c:v>
                </c:pt>
                <c:pt idx="12793">
                  <c:v>13-06-2022</c:v>
                </c:pt>
                <c:pt idx="12794">
                  <c:v>13-06-2022</c:v>
                </c:pt>
                <c:pt idx="12795">
                  <c:v>14-06-2022</c:v>
                </c:pt>
                <c:pt idx="12796">
                  <c:v>14-06-2022</c:v>
                </c:pt>
                <c:pt idx="12797">
                  <c:v>14-06-2022</c:v>
                </c:pt>
                <c:pt idx="12798">
                  <c:v>14-06-2022</c:v>
                </c:pt>
                <c:pt idx="12799">
                  <c:v>14-06-2022</c:v>
                </c:pt>
                <c:pt idx="12800">
                  <c:v>14-06-2022</c:v>
                </c:pt>
                <c:pt idx="12801">
                  <c:v>14-06-2022</c:v>
                </c:pt>
                <c:pt idx="12802">
                  <c:v>14-06-2022</c:v>
                </c:pt>
                <c:pt idx="12803">
                  <c:v>14-06-2022</c:v>
                </c:pt>
                <c:pt idx="12804">
                  <c:v>14-06-2022</c:v>
                </c:pt>
                <c:pt idx="12805">
                  <c:v>14-06-2022</c:v>
                </c:pt>
                <c:pt idx="12806">
                  <c:v>14-06-2022</c:v>
                </c:pt>
                <c:pt idx="12807">
                  <c:v>14-06-2022</c:v>
                </c:pt>
                <c:pt idx="12808">
                  <c:v>14-06-2022</c:v>
                </c:pt>
                <c:pt idx="12809">
                  <c:v>14-06-2022</c:v>
                </c:pt>
                <c:pt idx="12810">
                  <c:v>14-06-2022</c:v>
                </c:pt>
                <c:pt idx="12811">
                  <c:v>14-06-2022</c:v>
                </c:pt>
                <c:pt idx="12812">
                  <c:v>14-06-2022</c:v>
                </c:pt>
                <c:pt idx="12813">
                  <c:v>14-06-2022</c:v>
                </c:pt>
                <c:pt idx="12814">
                  <c:v>14-06-2022</c:v>
                </c:pt>
                <c:pt idx="12815">
                  <c:v>14-06-2022</c:v>
                </c:pt>
                <c:pt idx="12816">
                  <c:v>14-06-2022</c:v>
                </c:pt>
                <c:pt idx="12817">
                  <c:v>14-06-2022</c:v>
                </c:pt>
                <c:pt idx="12818">
                  <c:v>14-06-2022</c:v>
                </c:pt>
                <c:pt idx="12819">
                  <c:v>14-06-2022</c:v>
                </c:pt>
                <c:pt idx="12820">
                  <c:v>14-06-2022</c:v>
                </c:pt>
                <c:pt idx="12821">
                  <c:v>14-06-2022</c:v>
                </c:pt>
                <c:pt idx="12822">
                  <c:v>14-06-2022</c:v>
                </c:pt>
                <c:pt idx="12823">
                  <c:v>14-06-2022</c:v>
                </c:pt>
                <c:pt idx="12824">
                  <c:v>14-06-2022</c:v>
                </c:pt>
                <c:pt idx="12825">
                  <c:v>14-06-2022</c:v>
                </c:pt>
                <c:pt idx="12826">
                  <c:v>14-06-2022</c:v>
                </c:pt>
                <c:pt idx="12827">
                  <c:v>14-06-2022</c:v>
                </c:pt>
                <c:pt idx="12828">
                  <c:v>14-06-2022</c:v>
                </c:pt>
                <c:pt idx="12829">
                  <c:v>14-06-2022</c:v>
                </c:pt>
                <c:pt idx="12830">
                  <c:v>14-06-2022</c:v>
                </c:pt>
                <c:pt idx="12831">
                  <c:v>14-06-2022</c:v>
                </c:pt>
                <c:pt idx="12832">
                  <c:v>14-06-2022</c:v>
                </c:pt>
                <c:pt idx="12833">
                  <c:v>14-06-2022</c:v>
                </c:pt>
                <c:pt idx="12834">
                  <c:v>14-06-2022</c:v>
                </c:pt>
                <c:pt idx="12835">
                  <c:v>15-06-2022</c:v>
                </c:pt>
                <c:pt idx="12836">
                  <c:v>15-06-2022</c:v>
                </c:pt>
                <c:pt idx="12837">
                  <c:v>15-06-2022</c:v>
                </c:pt>
                <c:pt idx="12838">
                  <c:v>15-06-2022</c:v>
                </c:pt>
                <c:pt idx="12839">
                  <c:v>15-06-2022</c:v>
                </c:pt>
                <c:pt idx="12840">
                  <c:v>15-06-2022</c:v>
                </c:pt>
                <c:pt idx="12841">
                  <c:v>15-06-2022</c:v>
                </c:pt>
                <c:pt idx="12842">
                  <c:v>15-06-2022</c:v>
                </c:pt>
                <c:pt idx="12843">
                  <c:v>15-06-2022</c:v>
                </c:pt>
                <c:pt idx="12844">
                  <c:v>15-06-2022</c:v>
                </c:pt>
                <c:pt idx="12845">
                  <c:v>15-06-2022</c:v>
                </c:pt>
                <c:pt idx="12846">
                  <c:v>15-06-2022</c:v>
                </c:pt>
                <c:pt idx="12847">
                  <c:v>15-06-2022</c:v>
                </c:pt>
                <c:pt idx="12848">
                  <c:v>15-06-2022</c:v>
                </c:pt>
                <c:pt idx="12849">
                  <c:v>15-06-2022</c:v>
                </c:pt>
                <c:pt idx="12850">
                  <c:v>15-06-2022</c:v>
                </c:pt>
                <c:pt idx="12851">
                  <c:v>15-06-2022</c:v>
                </c:pt>
                <c:pt idx="12852">
                  <c:v>15-06-2022</c:v>
                </c:pt>
                <c:pt idx="12853">
                  <c:v>15-06-2022</c:v>
                </c:pt>
                <c:pt idx="12854">
                  <c:v>15-06-2022</c:v>
                </c:pt>
                <c:pt idx="12855">
                  <c:v>15-06-2022</c:v>
                </c:pt>
                <c:pt idx="12856">
                  <c:v>15-06-2022</c:v>
                </c:pt>
                <c:pt idx="12857">
                  <c:v>15-06-2022</c:v>
                </c:pt>
                <c:pt idx="12858">
                  <c:v>15-06-2022</c:v>
                </c:pt>
                <c:pt idx="12859">
                  <c:v>15-06-2022</c:v>
                </c:pt>
                <c:pt idx="12860">
                  <c:v>15-06-2022</c:v>
                </c:pt>
                <c:pt idx="12861">
                  <c:v>15-06-2022</c:v>
                </c:pt>
                <c:pt idx="12862">
                  <c:v>15-06-2022</c:v>
                </c:pt>
                <c:pt idx="12863">
                  <c:v>15-06-2022</c:v>
                </c:pt>
                <c:pt idx="12864">
                  <c:v>15-06-2022</c:v>
                </c:pt>
                <c:pt idx="12865">
                  <c:v>15-06-2022</c:v>
                </c:pt>
                <c:pt idx="12866">
                  <c:v>15-06-2022</c:v>
                </c:pt>
                <c:pt idx="12867">
                  <c:v>15-06-2022</c:v>
                </c:pt>
                <c:pt idx="12868">
                  <c:v>15-06-2022</c:v>
                </c:pt>
                <c:pt idx="12869">
                  <c:v>15-06-2022</c:v>
                </c:pt>
                <c:pt idx="12870">
                  <c:v>15-06-2022</c:v>
                </c:pt>
                <c:pt idx="12871">
                  <c:v>15-06-2022</c:v>
                </c:pt>
                <c:pt idx="12872">
                  <c:v>15-06-2022</c:v>
                </c:pt>
                <c:pt idx="12873">
                  <c:v>15-06-2022</c:v>
                </c:pt>
                <c:pt idx="12874">
                  <c:v>15-06-2022</c:v>
                </c:pt>
                <c:pt idx="12875">
                  <c:v>16-06-2022</c:v>
                </c:pt>
                <c:pt idx="12876">
                  <c:v>16-06-2022</c:v>
                </c:pt>
                <c:pt idx="12877">
                  <c:v>16-06-2022</c:v>
                </c:pt>
                <c:pt idx="12878">
                  <c:v>16-06-2022</c:v>
                </c:pt>
                <c:pt idx="12879">
                  <c:v>16-06-2022</c:v>
                </c:pt>
                <c:pt idx="12880">
                  <c:v>16-06-2022</c:v>
                </c:pt>
                <c:pt idx="12881">
                  <c:v>16-06-2022</c:v>
                </c:pt>
                <c:pt idx="12882">
                  <c:v>16-06-2022</c:v>
                </c:pt>
                <c:pt idx="12883">
                  <c:v>16-06-2022</c:v>
                </c:pt>
                <c:pt idx="12884">
                  <c:v>16-06-2022</c:v>
                </c:pt>
                <c:pt idx="12885">
                  <c:v>16-06-2022</c:v>
                </c:pt>
                <c:pt idx="12886">
                  <c:v>16-06-2022</c:v>
                </c:pt>
                <c:pt idx="12887">
                  <c:v>16-06-2022</c:v>
                </c:pt>
                <c:pt idx="12888">
                  <c:v>16-06-2022</c:v>
                </c:pt>
                <c:pt idx="12889">
                  <c:v>16-06-2022</c:v>
                </c:pt>
                <c:pt idx="12890">
                  <c:v>16-06-2022</c:v>
                </c:pt>
                <c:pt idx="12891">
                  <c:v>16-06-2022</c:v>
                </c:pt>
                <c:pt idx="12892">
                  <c:v>16-06-2022</c:v>
                </c:pt>
                <c:pt idx="12893">
                  <c:v>16-06-2022</c:v>
                </c:pt>
                <c:pt idx="12894">
                  <c:v>16-06-2022</c:v>
                </c:pt>
                <c:pt idx="12895">
                  <c:v>16-06-2022</c:v>
                </c:pt>
                <c:pt idx="12896">
                  <c:v>16-06-2022</c:v>
                </c:pt>
                <c:pt idx="12897">
                  <c:v>16-06-2022</c:v>
                </c:pt>
                <c:pt idx="12898">
                  <c:v>16-06-2022</c:v>
                </c:pt>
                <c:pt idx="12899">
                  <c:v>16-06-2022</c:v>
                </c:pt>
                <c:pt idx="12900">
                  <c:v>16-06-2022</c:v>
                </c:pt>
                <c:pt idx="12901">
                  <c:v>16-06-2022</c:v>
                </c:pt>
                <c:pt idx="12902">
                  <c:v>16-06-2022</c:v>
                </c:pt>
                <c:pt idx="12903">
                  <c:v>16-06-2022</c:v>
                </c:pt>
                <c:pt idx="12904">
                  <c:v>16-06-2022</c:v>
                </c:pt>
                <c:pt idx="12905">
                  <c:v>16-06-2022</c:v>
                </c:pt>
                <c:pt idx="12906">
                  <c:v>16-06-2022</c:v>
                </c:pt>
                <c:pt idx="12907">
                  <c:v>16-06-2022</c:v>
                </c:pt>
                <c:pt idx="12908">
                  <c:v>16-06-2022</c:v>
                </c:pt>
                <c:pt idx="12909">
                  <c:v>16-06-2022</c:v>
                </c:pt>
                <c:pt idx="12910">
                  <c:v>16-06-2022</c:v>
                </c:pt>
                <c:pt idx="12911">
                  <c:v>16-06-2022</c:v>
                </c:pt>
                <c:pt idx="12912">
                  <c:v>16-06-2022</c:v>
                </c:pt>
                <c:pt idx="12913">
                  <c:v>16-06-2022</c:v>
                </c:pt>
                <c:pt idx="12914">
                  <c:v>16-06-2022</c:v>
                </c:pt>
                <c:pt idx="12915">
                  <c:v>17-06-2022</c:v>
                </c:pt>
                <c:pt idx="12916">
                  <c:v>17-06-2022</c:v>
                </c:pt>
                <c:pt idx="12917">
                  <c:v>17-06-2022</c:v>
                </c:pt>
                <c:pt idx="12918">
                  <c:v>17-06-2022</c:v>
                </c:pt>
                <c:pt idx="12919">
                  <c:v>17-06-2022</c:v>
                </c:pt>
                <c:pt idx="12920">
                  <c:v>17-06-2022</c:v>
                </c:pt>
                <c:pt idx="12921">
                  <c:v>17-06-2022</c:v>
                </c:pt>
                <c:pt idx="12922">
                  <c:v>17-06-2022</c:v>
                </c:pt>
                <c:pt idx="12923">
                  <c:v>17-06-2022</c:v>
                </c:pt>
                <c:pt idx="12924">
                  <c:v>17-06-2022</c:v>
                </c:pt>
                <c:pt idx="12925">
                  <c:v>17-06-2022</c:v>
                </c:pt>
                <c:pt idx="12926">
                  <c:v>17-06-2022</c:v>
                </c:pt>
                <c:pt idx="12927">
                  <c:v>17-06-2022</c:v>
                </c:pt>
                <c:pt idx="12928">
                  <c:v>17-06-2022</c:v>
                </c:pt>
                <c:pt idx="12929">
                  <c:v>17-06-2022</c:v>
                </c:pt>
                <c:pt idx="12930">
                  <c:v>17-06-2022</c:v>
                </c:pt>
                <c:pt idx="12931">
                  <c:v>17-06-2022</c:v>
                </c:pt>
                <c:pt idx="12932">
                  <c:v>17-06-2022</c:v>
                </c:pt>
                <c:pt idx="12933">
                  <c:v>17-06-2022</c:v>
                </c:pt>
                <c:pt idx="12934">
                  <c:v>17-06-2022</c:v>
                </c:pt>
                <c:pt idx="12935">
                  <c:v>17-06-2022</c:v>
                </c:pt>
                <c:pt idx="12936">
                  <c:v>17-06-2022</c:v>
                </c:pt>
                <c:pt idx="12937">
                  <c:v>17-06-2022</c:v>
                </c:pt>
                <c:pt idx="12938">
                  <c:v>17-06-2022</c:v>
                </c:pt>
                <c:pt idx="12939">
                  <c:v>17-06-2022</c:v>
                </c:pt>
                <c:pt idx="12940">
                  <c:v>17-06-2022</c:v>
                </c:pt>
                <c:pt idx="12941">
                  <c:v>17-06-2022</c:v>
                </c:pt>
                <c:pt idx="12942">
                  <c:v>17-06-2022</c:v>
                </c:pt>
                <c:pt idx="12943">
                  <c:v>17-06-2022</c:v>
                </c:pt>
                <c:pt idx="12944">
                  <c:v>17-06-2022</c:v>
                </c:pt>
                <c:pt idx="12945">
                  <c:v>17-06-2022</c:v>
                </c:pt>
                <c:pt idx="12946">
                  <c:v>17-06-2022</c:v>
                </c:pt>
                <c:pt idx="12947">
                  <c:v>17-06-2022</c:v>
                </c:pt>
                <c:pt idx="12948">
                  <c:v>17-06-2022</c:v>
                </c:pt>
                <c:pt idx="12949">
                  <c:v>17-06-2022</c:v>
                </c:pt>
                <c:pt idx="12950">
                  <c:v>17-06-2022</c:v>
                </c:pt>
                <c:pt idx="12951">
                  <c:v>17-06-2022</c:v>
                </c:pt>
                <c:pt idx="12952">
                  <c:v>17-06-2022</c:v>
                </c:pt>
                <c:pt idx="12953">
                  <c:v>17-06-2022</c:v>
                </c:pt>
                <c:pt idx="12954">
                  <c:v>17-06-2022</c:v>
                </c:pt>
                <c:pt idx="12955">
                  <c:v>20-06-2022</c:v>
                </c:pt>
                <c:pt idx="12956">
                  <c:v>20-06-2022</c:v>
                </c:pt>
                <c:pt idx="12957">
                  <c:v>20-06-2022</c:v>
                </c:pt>
                <c:pt idx="12958">
                  <c:v>20-06-2022</c:v>
                </c:pt>
                <c:pt idx="12959">
                  <c:v>20-06-2022</c:v>
                </c:pt>
                <c:pt idx="12960">
                  <c:v>20-06-2022</c:v>
                </c:pt>
                <c:pt idx="12961">
                  <c:v>20-06-2022</c:v>
                </c:pt>
                <c:pt idx="12962">
                  <c:v>20-06-2022</c:v>
                </c:pt>
                <c:pt idx="12963">
                  <c:v>20-06-2022</c:v>
                </c:pt>
                <c:pt idx="12964">
                  <c:v>20-06-2022</c:v>
                </c:pt>
                <c:pt idx="12965">
                  <c:v>20-06-2022</c:v>
                </c:pt>
                <c:pt idx="12966">
                  <c:v>20-06-2022</c:v>
                </c:pt>
                <c:pt idx="12967">
                  <c:v>20-06-2022</c:v>
                </c:pt>
                <c:pt idx="12968">
                  <c:v>20-06-2022</c:v>
                </c:pt>
                <c:pt idx="12969">
                  <c:v>20-06-2022</c:v>
                </c:pt>
                <c:pt idx="12970">
                  <c:v>20-06-2022</c:v>
                </c:pt>
                <c:pt idx="12971">
                  <c:v>20-06-2022</c:v>
                </c:pt>
                <c:pt idx="12972">
                  <c:v>20-06-2022</c:v>
                </c:pt>
                <c:pt idx="12973">
                  <c:v>20-06-2022</c:v>
                </c:pt>
                <c:pt idx="12974">
                  <c:v>20-06-2022</c:v>
                </c:pt>
                <c:pt idx="12975">
                  <c:v>20-06-2022</c:v>
                </c:pt>
                <c:pt idx="12976">
                  <c:v>20-06-2022</c:v>
                </c:pt>
                <c:pt idx="12977">
                  <c:v>20-06-2022</c:v>
                </c:pt>
                <c:pt idx="12978">
                  <c:v>20-06-2022</c:v>
                </c:pt>
                <c:pt idx="12979">
                  <c:v>20-06-2022</c:v>
                </c:pt>
                <c:pt idx="12980">
                  <c:v>20-06-2022</c:v>
                </c:pt>
                <c:pt idx="12981">
                  <c:v>20-06-2022</c:v>
                </c:pt>
                <c:pt idx="12982">
                  <c:v>20-06-2022</c:v>
                </c:pt>
                <c:pt idx="12983">
                  <c:v>20-06-2022</c:v>
                </c:pt>
                <c:pt idx="12984">
                  <c:v>20-06-2022</c:v>
                </c:pt>
                <c:pt idx="12985">
                  <c:v>20-06-2022</c:v>
                </c:pt>
                <c:pt idx="12986">
                  <c:v>20-06-2022</c:v>
                </c:pt>
                <c:pt idx="12987">
                  <c:v>20-06-2022</c:v>
                </c:pt>
                <c:pt idx="12988">
                  <c:v>20-06-2022</c:v>
                </c:pt>
                <c:pt idx="12989">
                  <c:v>20-06-2022</c:v>
                </c:pt>
                <c:pt idx="12990">
                  <c:v>20-06-2022</c:v>
                </c:pt>
                <c:pt idx="12991">
                  <c:v>20-06-2022</c:v>
                </c:pt>
                <c:pt idx="12992">
                  <c:v>20-06-2022</c:v>
                </c:pt>
                <c:pt idx="12993">
                  <c:v>20-06-2022</c:v>
                </c:pt>
                <c:pt idx="12994">
                  <c:v>20-06-2022</c:v>
                </c:pt>
                <c:pt idx="12995">
                  <c:v>21-06-2022</c:v>
                </c:pt>
                <c:pt idx="12996">
                  <c:v>21-06-2022</c:v>
                </c:pt>
                <c:pt idx="12997">
                  <c:v>21-06-2022</c:v>
                </c:pt>
                <c:pt idx="12998">
                  <c:v>21-06-2022</c:v>
                </c:pt>
                <c:pt idx="12999">
                  <c:v>21-06-2022</c:v>
                </c:pt>
                <c:pt idx="13000">
                  <c:v>21-06-2022</c:v>
                </c:pt>
                <c:pt idx="13001">
                  <c:v>21-06-2022</c:v>
                </c:pt>
                <c:pt idx="13002">
                  <c:v>21-06-2022</c:v>
                </c:pt>
                <c:pt idx="13003">
                  <c:v>21-06-2022</c:v>
                </c:pt>
                <c:pt idx="13004">
                  <c:v>21-06-2022</c:v>
                </c:pt>
                <c:pt idx="13005">
                  <c:v>21-06-2022</c:v>
                </c:pt>
                <c:pt idx="13006">
                  <c:v>21-06-2022</c:v>
                </c:pt>
                <c:pt idx="13007">
                  <c:v>21-06-2022</c:v>
                </c:pt>
                <c:pt idx="13008">
                  <c:v>21-06-2022</c:v>
                </c:pt>
                <c:pt idx="13009">
                  <c:v>21-06-2022</c:v>
                </c:pt>
                <c:pt idx="13010">
                  <c:v>21-06-2022</c:v>
                </c:pt>
                <c:pt idx="13011">
                  <c:v>21-06-2022</c:v>
                </c:pt>
                <c:pt idx="13012">
                  <c:v>21-06-2022</c:v>
                </c:pt>
                <c:pt idx="13013">
                  <c:v>21-06-2022</c:v>
                </c:pt>
                <c:pt idx="13014">
                  <c:v>21-06-2022</c:v>
                </c:pt>
                <c:pt idx="13015">
                  <c:v>21-06-2022</c:v>
                </c:pt>
                <c:pt idx="13016">
                  <c:v>21-06-2022</c:v>
                </c:pt>
                <c:pt idx="13017">
                  <c:v>21-06-2022</c:v>
                </c:pt>
                <c:pt idx="13018">
                  <c:v>21-06-2022</c:v>
                </c:pt>
                <c:pt idx="13019">
                  <c:v>21-06-2022</c:v>
                </c:pt>
                <c:pt idx="13020">
                  <c:v>21-06-2022</c:v>
                </c:pt>
                <c:pt idx="13021">
                  <c:v>21-06-2022</c:v>
                </c:pt>
                <c:pt idx="13022">
                  <c:v>21-06-2022</c:v>
                </c:pt>
                <c:pt idx="13023">
                  <c:v>21-06-2022</c:v>
                </c:pt>
                <c:pt idx="13024">
                  <c:v>21-06-2022</c:v>
                </c:pt>
                <c:pt idx="13025">
                  <c:v>21-06-2022</c:v>
                </c:pt>
                <c:pt idx="13026">
                  <c:v>21-06-2022</c:v>
                </c:pt>
                <c:pt idx="13027">
                  <c:v>21-06-2022</c:v>
                </c:pt>
                <c:pt idx="13028">
                  <c:v>21-06-2022</c:v>
                </c:pt>
                <c:pt idx="13029">
                  <c:v>21-06-2022</c:v>
                </c:pt>
                <c:pt idx="13030">
                  <c:v>21-06-2022</c:v>
                </c:pt>
                <c:pt idx="13031">
                  <c:v>21-06-2022</c:v>
                </c:pt>
                <c:pt idx="13032">
                  <c:v>21-06-2022</c:v>
                </c:pt>
                <c:pt idx="13033">
                  <c:v>21-06-2022</c:v>
                </c:pt>
                <c:pt idx="13034">
                  <c:v>21-06-2022</c:v>
                </c:pt>
                <c:pt idx="13035">
                  <c:v>22-06-2022</c:v>
                </c:pt>
                <c:pt idx="13036">
                  <c:v>22-06-2022</c:v>
                </c:pt>
                <c:pt idx="13037">
                  <c:v>22-06-2022</c:v>
                </c:pt>
                <c:pt idx="13038">
                  <c:v>22-06-2022</c:v>
                </c:pt>
                <c:pt idx="13039">
                  <c:v>22-06-2022</c:v>
                </c:pt>
                <c:pt idx="13040">
                  <c:v>22-06-2022</c:v>
                </c:pt>
                <c:pt idx="13041">
                  <c:v>22-06-2022</c:v>
                </c:pt>
                <c:pt idx="13042">
                  <c:v>22-06-2022</c:v>
                </c:pt>
                <c:pt idx="13043">
                  <c:v>22-06-2022</c:v>
                </c:pt>
                <c:pt idx="13044">
                  <c:v>22-06-2022</c:v>
                </c:pt>
                <c:pt idx="13045">
                  <c:v>22-06-2022</c:v>
                </c:pt>
                <c:pt idx="13046">
                  <c:v>22-06-2022</c:v>
                </c:pt>
                <c:pt idx="13047">
                  <c:v>22-06-2022</c:v>
                </c:pt>
                <c:pt idx="13048">
                  <c:v>22-06-2022</c:v>
                </c:pt>
                <c:pt idx="13049">
                  <c:v>22-06-2022</c:v>
                </c:pt>
                <c:pt idx="13050">
                  <c:v>22-06-2022</c:v>
                </c:pt>
                <c:pt idx="13051">
                  <c:v>22-06-2022</c:v>
                </c:pt>
                <c:pt idx="13052">
                  <c:v>22-06-2022</c:v>
                </c:pt>
                <c:pt idx="13053">
                  <c:v>22-06-2022</c:v>
                </c:pt>
                <c:pt idx="13054">
                  <c:v>22-06-2022</c:v>
                </c:pt>
                <c:pt idx="13055">
                  <c:v>22-06-2022</c:v>
                </c:pt>
                <c:pt idx="13056">
                  <c:v>22-06-2022</c:v>
                </c:pt>
                <c:pt idx="13057">
                  <c:v>22-06-2022</c:v>
                </c:pt>
                <c:pt idx="13058">
                  <c:v>22-06-2022</c:v>
                </c:pt>
                <c:pt idx="13059">
                  <c:v>22-06-2022</c:v>
                </c:pt>
                <c:pt idx="13060">
                  <c:v>22-06-2022</c:v>
                </c:pt>
                <c:pt idx="13061">
                  <c:v>22-06-2022</c:v>
                </c:pt>
                <c:pt idx="13062">
                  <c:v>22-06-2022</c:v>
                </c:pt>
                <c:pt idx="13063">
                  <c:v>22-06-2022</c:v>
                </c:pt>
                <c:pt idx="13064">
                  <c:v>22-06-2022</c:v>
                </c:pt>
                <c:pt idx="13065">
                  <c:v>22-06-2022</c:v>
                </c:pt>
                <c:pt idx="13066">
                  <c:v>22-06-2022</c:v>
                </c:pt>
                <c:pt idx="13067">
                  <c:v>22-06-2022</c:v>
                </c:pt>
                <c:pt idx="13068">
                  <c:v>22-06-2022</c:v>
                </c:pt>
                <c:pt idx="13069">
                  <c:v>22-06-2022</c:v>
                </c:pt>
                <c:pt idx="13070">
                  <c:v>22-06-2022</c:v>
                </c:pt>
                <c:pt idx="13071">
                  <c:v>22-06-2022</c:v>
                </c:pt>
                <c:pt idx="13072">
                  <c:v>22-06-2022</c:v>
                </c:pt>
                <c:pt idx="13073">
                  <c:v>22-06-2022</c:v>
                </c:pt>
                <c:pt idx="13074">
                  <c:v>22-06-2022</c:v>
                </c:pt>
                <c:pt idx="13075">
                  <c:v>23-05-2022</c:v>
                </c:pt>
                <c:pt idx="13076">
                  <c:v>23-05-2022</c:v>
                </c:pt>
                <c:pt idx="13077">
                  <c:v>23-05-2022</c:v>
                </c:pt>
                <c:pt idx="13078">
                  <c:v>23-05-2022</c:v>
                </c:pt>
                <c:pt idx="13079">
                  <c:v>23-05-2022</c:v>
                </c:pt>
                <c:pt idx="13080">
                  <c:v>23-05-2022</c:v>
                </c:pt>
                <c:pt idx="13081">
                  <c:v>23-05-2022</c:v>
                </c:pt>
                <c:pt idx="13082">
                  <c:v>23-05-2022</c:v>
                </c:pt>
                <c:pt idx="13083">
                  <c:v>23-05-2022</c:v>
                </c:pt>
                <c:pt idx="13084">
                  <c:v>23-05-2022</c:v>
                </c:pt>
                <c:pt idx="13085">
                  <c:v>23-05-2022</c:v>
                </c:pt>
                <c:pt idx="13086">
                  <c:v>23-05-2022</c:v>
                </c:pt>
                <c:pt idx="13087">
                  <c:v>23-05-2022</c:v>
                </c:pt>
                <c:pt idx="13088">
                  <c:v>23-05-2022</c:v>
                </c:pt>
                <c:pt idx="13089">
                  <c:v>23-05-2022</c:v>
                </c:pt>
                <c:pt idx="13090">
                  <c:v>23-05-2022</c:v>
                </c:pt>
                <c:pt idx="13091">
                  <c:v>23-05-2022</c:v>
                </c:pt>
                <c:pt idx="13092">
                  <c:v>23-05-2022</c:v>
                </c:pt>
                <c:pt idx="13093">
                  <c:v>23-05-2022</c:v>
                </c:pt>
                <c:pt idx="13094">
                  <c:v>23-05-2022</c:v>
                </c:pt>
                <c:pt idx="13095">
                  <c:v>23-05-2022</c:v>
                </c:pt>
                <c:pt idx="13096">
                  <c:v>23-05-2022</c:v>
                </c:pt>
                <c:pt idx="13097">
                  <c:v>23-05-2022</c:v>
                </c:pt>
                <c:pt idx="13098">
                  <c:v>23-05-2022</c:v>
                </c:pt>
                <c:pt idx="13099">
                  <c:v>23-05-2022</c:v>
                </c:pt>
                <c:pt idx="13100">
                  <c:v>23-05-2022</c:v>
                </c:pt>
                <c:pt idx="13101">
                  <c:v>23-05-2022</c:v>
                </c:pt>
                <c:pt idx="13102">
                  <c:v>23-05-2022</c:v>
                </c:pt>
                <c:pt idx="13103">
                  <c:v>23-05-2022</c:v>
                </c:pt>
                <c:pt idx="13104">
                  <c:v>23-05-2022</c:v>
                </c:pt>
                <c:pt idx="13105">
                  <c:v>23-05-2022</c:v>
                </c:pt>
                <c:pt idx="13106">
                  <c:v>23-05-2022</c:v>
                </c:pt>
                <c:pt idx="13107">
                  <c:v>23-05-2022</c:v>
                </c:pt>
                <c:pt idx="13108">
                  <c:v>23-05-2022</c:v>
                </c:pt>
                <c:pt idx="13109">
                  <c:v>23-05-2022</c:v>
                </c:pt>
                <c:pt idx="13110">
                  <c:v>23-05-2022</c:v>
                </c:pt>
                <c:pt idx="13111">
                  <c:v>23-05-2022</c:v>
                </c:pt>
                <c:pt idx="13112">
                  <c:v>23-05-2022</c:v>
                </c:pt>
                <c:pt idx="13113">
                  <c:v>23-05-2022</c:v>
                </c:pt>
                <c:pt idx="13114">
                  <c:v>23-05-2022</c:v>
                </c:pt>
                <c:pt idx="13115">
                  <c:v>24-05-2022</c:v>
                </c:pt>
                <c:pt idx="13116">
                  <c:v>24-05-2022</c:v>
                </c:pt>
                <c:pt idx="13117">
                  <c:v>24-05-2022</c:v>
                </c:pt>
                <c:pt idx="13118">
                  <c:v>24-05-2022</c:v>
                </c:pt>
                <c:pt idx="13119">
                  <c:v>24-05-2022</c:v>
                </c:pt>
                <c:pt idx="13120">
                  <c:v>24-05-2022</c:v>
                </c:pt>
                <c:pt idx="13121">
                  <c:v>24-05-2022</c:v>
                </c:pt>
                <c:pt idx="13122">
                  <c:v>24-05-2022</c:v>
                </c:pt>
                <c:pt idx="13123">
                  <c:v>24-05-2022</c:v>
                </c:pt>
                <c:pt idx="13124">
                  <c:v>24-05-2022</c:v>
                </c:pt>
                <c:pt idx="13125">
                  <c:v>24-05-2022</c:v>
                </c:pt>
                <c:pt idx="13126">
                  <c:v>24-05-2022</c:v>
                </c:pt>
                <c:pt idx="13127">
                  <c:v>24-05-2022</c:v>
                </c:pt>
                <c:pt idx="13128">
                  <c:v>24-05-2022</c:v>
                </c:pt>
                <c:pt idx="13129">
                  <c:v>24-05-2022</c:v>
                </c:pt>
                <c:pt idx="13130">
                  <c:v>24-05-2022</c:v>
                </c:pt>
                <c:pt idx="13131">
                  <c:v>24-05-2022</c:v>
                </c:pt>
                <c:pt idx="13132">
                  <c:v>24-05-2022</c:v>
                </c:pt>
                <c:pt idx="13133">
                  <c:v>24-05-2022</c:v>
                </c:pt>
                <c:pt idx="13134">
                  <c:v>24-05-2022</c:v>
                </c:pt>
                <c:pt idx="13135">
                  <c:v>24-05-2022</c:v>
                </c:pt>
                <c:pt idx="13136">
                  <c:v>24-05-2022</c:v>
                </c:pt>
                <c:pt idx="13137">
                  <c:v>24-05-2022</c:v>
                </c:pt>
                <c:pt idx="13138">
                  <c:v>24-05-2022</c:v>
                </c:pt>
                <c:pt idx="13139">
                  <c:v>24-05-2022</c:v>
                </c:pt>
                <c:pt idx="13140">
                  <c:v>24-05-2022</c:v>
                </c:pt>
                <c:pt idx="13141">
                  <c:v>24-05-2022</c:v>
                </c:pt>
                <c:pt idx="13142">
                  <c:v>24-05-2022</c:v>
                </c:pt>
                <c:pt idx="13143">
                  <c:v>24-05-2022</c:v>
                </c:pt>
                <c:pt idx="13144">
                  <c:v>24-05-2022</c:v>
                </c:pt>
                <c:pt idx="13145">
                  <c:v>24-05-2022</c:v>
                </c:pt>
                <c:pt idx="13146">
                  <c:v>24-05-2022</c:v>
                </c:pt>
                <c:pt idx="13147">
                  <c:v>24-05-2022</c:v>
                </c:pt>
                <c:pt idx="13148">
                  <c:v>24-05-2022</c:v>
                </c:pt>
                <c:pt idx="13149">
                  <c:v>24-05-2022</c:v>
                </c:pt>
                <c:pt idx="13150">
                  <c:v>24-05-2022</c:v>
                </c:pt>
                <c:pt idx="13151">
                  <c:v>24-05-2022</c:v>
                </c:pt>
                <c:pt idx="13152">
                  <c:v>24-05-2022</c:v>
                </c:pt>
                <c:pt idx="13153">
                  <c:v>24-05-2022</c:v>
                </c:pt>
                <c:pt idx="13154">
                  <c:v>24-05-2022</c:v>
                </c:pt>
                <c:pt idx="13155">
                  <c:v>25-05-2022</c:v>
                </c:pt>
                <c:pt idx="13156">
                  <c:v>25-05-2022</c:v>
                </c:pt>
                <c:pt idx="13157">
                  <c:v>25-05-2022</c:v>
                </c:pt>
                <c:pt idx="13158">
                  <c:v>25-05-2022</c:v>
                </c:pt>
                <c:pt idx="13159">
                  <c:v>25-05-2022</c:v>
                </c:pt>
                <c:pt idx="13160">
                  <c:v>25-05-2022</c:v>
                </c:pt>
                <c:pt idx="13161">
                  <c:v>25-05-2022</c:v>
                </c:pt>
                <c:pt idx="13162">
                  <c:v>25-05-2022</c:v>
                </c:pt>
                <c:pt idx="13163">
                  <c:v>25-05-2022</c:v>
                </c:pt>
                <c:pt idx="13164">
                  <c:v>25-05-2022</c:v>
                </c:pt>
                <c:pt idx="13165">
                  <c:v>25-05-2022</c:v>
                </c:pt>
                <c:pt idx="13166">
                  <c:v>25-05-2022</c:v>
                </c:pt>
                <c:pt idx="13167">
                  <c:v>25-05-2022</c:v>
                </c:pt>
                <c:pt idx="13168">
                  <c:v>25-05-2022</c:v>
                </c:pt>
                <c:pt idx="13169">
                  <c:v>25-05-2022</c:v>
                </c:pt>
                <c:pt idx="13170">
                  <c:v>25-05-2022</c:v>
                </c:pt>
                <c:pt idx="13171">
                  <c:v>25-05-2022</c:v>
                </c:pt>
                <c:pt idx="13172">
                  <c:v>25-05-2022</c:v>
                </c:pt>
                <c:pt idx="13173">
                  <c:v>25-05-2022</c:v>
                </c:pt>
                <c:pt idx="13174">
                  <c:v>25-05-2022</c:v>
                </c:pt>
                <c:pt idx="13175">
                  <c:v>25-05-2022</c:v>
                </c:pt>
                <c:pt idx="13176">
                  <c:v>25-05-2022</c:v>
                </c:pt>
                <c:pt idx="13177">
                  <c:v>25-05-2022</c:v>
                </c:pt>
                <c:pt idx="13178">
                  <c:v>25-05-2022</c:v>
                </c:pt>
                <c:pt idx="13179">
                  <c:v>25-05-2022</c:v>
                </c:pt>
                <c:pt idx="13180">
                  <c:v>25-05-2022</c:v>
                </c:pt>
                <c:pt idx="13181">
                  <c:v>25-05-2022</c:v>
                </c:pt>
                <c:pt idx="13182">
                  <c:v>25-05-2022</c:v>
                </c:pt>
                <c:pt idx="13183">
                  <c:v>25-05-2022</c:v>
                </c:pt>
                <c:pt idx="13184">
                  <c:v>25-05-2022</c:v>
                </c:pt>
                <c:pt idx="13185">
                  <c:v>25-05-2022</c:v>
                </c:pt>
                <c:pt idx="13186">
                  <c:v>25-05-2022</c:v>
                </c:pt>
                <c:pt idx="13187">
                  <c:v>25-05-2022</c:v>
                </c:pt>
                <c:pt idx="13188">
                  <c:v>25-05-2022</c:v>
                </c:pt>
                <c:pt idx="13189">
                  <c:v>25-05-2022</c:v>
                </c:pt>
                <c:pt idx="13190">
                  <c:v>25-05-2022</c:v>
                </c:pt>
                <c:pt idx="13191">
                  <c:v>25-05-2022</c:v>
                </c:pt>
                <c:pt idx="13192">
                  <c:v>25-05-2022</c:v>
                </c:pt>
                <c:pt idx="13193">
                  <c:v>25-05-2022</c:v>
                </c:pt>
                <c:pt idx="13194">
                  <c:v>25-05-2022</c:v>
                </c:pt>
                <c:pt idx="13195">
                  <c:v>25-05-2022</c:v>
                </c:pt>
                <c:pt idx="13196">
                  <c:v>26-05-2022</c:v>
                </c:pt>
                <c:pt idx="13197">
                  <c:v>26-05-2022</c:v>
                </c:pt>
                <c:pt idx="13198">
                  <c:v>26-05-2022</c:v>
                </c:pt>
                <c:pt idx="13199">
                  <c:v>26-05-2022</c:v>
                </c:pt>
                <c:pt idx="13200">
                  <c:v>26-05-2022</c:v>
                </c:pt>
                <c:pt idx="13201">
                  <c:v>26-05-2022</c:v>
                </c:pt>
                <c:pt idx="13202">
                  <c:v>26-05-2022</c:v>
                </c:pt>
                <c:pt idx="13203">
                  <c:v>26-05-2022</c:v>
                </c:pt>
                <c:pt idx="13204">
                  <c:v>26-05-2022</c:v>
                </c:pt>
                <c:pt idx="13205">
                  <c:v>26-05-2022</c:v>
                </c:pt>
                <c:pt idx="13206">
                  <c:v>26-05-2022</c:v>
                </c:pt>
                <c:pt idx="13207">
                  <c:v>26-05-2022</c:v>
                </c:pt>
                <c:pt idx="13208">
                  <c:v>26-05-2022</c:v>
                </c:pt>
                <c:pt idx="13209">
                  <c:v>26-05-2022</c:v>
                </c:pt>
                <c:pt idx="13210">
                  <c:v>26-05-2022</c:v>
                </c:pt>
                <c:pt idx="13211">
                  <c:v>26-05-2022</c:v>
                </c:pt>
                <c:pt idx="13212">
                  <c:v>26-05-2022</c:v>
                </c:pt>
                <c:pt idx="13213">
                  <c:v>26-05-2022</c:v>
                </c:pt>
                <c:pt idx="13214">
                  <c:v>26-05-2022</c:v>
                </c:pt>
                <c:pt idx="13215">
                  <c:v>26-05-2022</c:v>
                </c:pt>
                <c:pt idx="13216">
                  <c:v>26-05-2022</c:v>
                </c:pt>
                <c:pt idx="13217">
                  <c:v>26-05-2022</c:v>
                </c:pt>
                <c:pt idx="13218">
                  <c:v>26-05-2022</c:v>
                </c:pt>
                <c:pt idx="13219">
                  <c:v>26-05-2022</c:v>
                </c:pt>
                <c:pt idx="13220">
                  <c:v>26-05-2022</c:v>
                </c:pt>
                <c:pt idx="13221">
                  <c:v>26-05-2022</c:v>
                </c:pt>
                <c:pt idx="13222">
                  <c:v>26-05-2022</c:v>
                </c:pt>
                <c:pt idx="13223">
                  <c:v>26-05-2022</c:v>
                </c:pt>
                <c:pt idx="13224">
                  <c:v>26-05-2022</c:v>
                </c:pt>
                <c:pt idx="13225">
                  <c:v>26-05-2022</c:v>
                </c:pt>
                <c:pt idx="13226">
                  <c:v>26-05-2022</c:v>
                </c:pt>
                <c:pt idx="13227">
                  <c:v>26-05-2022</c:v>
                </c:pt>
                <c:pt idx="13228">
                  <c:v>26-05-2022</c:v>
                </c:pt>
                <c:pt idx="13229">
                  <c:v>26-05-2022</c:v>
                </c:pt>
                <c:pt idx="13230">
                  <c:v>26-05-2022</c:v>
                </c:pt>
                <c:pt idx="13231">
                  <c:v>26-05-2022</c:v>
                </c:pt>
                <c:pt idx="13232">
                  <c:v>26-05-2022</c:v>
                </c:pt>
                <c:pt idx="13233">
                  <c:v>26-05-2022</c:v>
                </c:pt>
                <c:pt idx="13234">
                  <c:v>26-05-2022</c:v>
                </c:pt>
                <c:pt idx="13235">
                  <c:v>26-05-2022</c:v>
                </c:pt>
                <c:pt idx="13236">
                  <c:v>27-05-2022</c:v>
                </c:pt>
                <c:pt idx="13237">
                  <c:v>27-05-2022</c:v>
                </c:pt>
                <c:pt idx="13238">
                  <c:v>27-05-2022</c:v>
                </c:pt>
                <c:pt idx="13239">
                  <c:v>27-05-2022</c:v>
                </c:pt>
                <c:pt idx="13240">
                  <c:v>27-05-2022</c:v>
                </c:pt>
                <c:pt idx="13241">
                  <c:v>27-05-2022</c:v>
                </c:pt>
                <c:pt idx="13242">
                  <c:v>27-05-2022</c:v>
                </c:pt>
                <c:pt idx="13243">
                  <c:v>27-05-2022</c:v>
                </c:pt>
                <c:pt idx="13244">
                  <c:v>27-05-2022</c:v>
                </c:pt>
                <c:pt idx="13245">
                  <c:v>27-05-2022</c:v>
                </c:pt>
                <c:pt idx="13246">
                  <c:v>27-05-2022</c:v>
                </c:pt>
                <c:pt idx="13247">
                  <c:v>27-05-2022</c:v>
                </c:pt>
                <c:pt idx="13248">
                  <c:v>27-05-2022</c:v>
                </c:pt>
                <c:pt idx="13249">
                  <c:v>27-05-2022</c:v>
                </c:pt>
                <c:pt idx="13250">
                  <c:v>27-05-2022</c:v>
                </c:pt>
                <c:pt idx="13251">
                  <c:v>27-05-2022</c:v>
                </c:pt>
                <c:pt idx="13252">
                  <c:v>27-05-2022</c:v>
                </c:pt>
                <c:pt idx="13253">
                  <c:v>27-05-2022</c:v>
                </c:pt>
                <c:pt idx="13254">
                  <c:v>27-05-2022</c:v>
                </c:pt>
                <c:pt idx="13255">
                  <c:v>27-05-2022</c:v>
                </c:pt>
                <c:pt idx="13256">
                  <c:v>27-05-2022</c:v>
                </c:pt>
                <c:pt idx="13257">
                  <c:v>27-05-2022</c:v>
                </c:pt>
                <c:pt idx="13258">
                  <c:v>27-05-2022</c:v>
                </c:pt>
                <c:pt idx="13259">
                  <c:v>27-05-2022</c:v>
                </c:pt>
                <c:pt idx="13260">
                  <c:v>27-05-2022</c:v>
                </c:pt>
                <c:pt idx="13261">
                  <c:v>27-05-2022</c:v>
                </c:pt>
                <c:pt idx="13262">
                  <c:v>27-05-2022</c:v>
                </c:pt>
                <c:pt idx="13263">
                  <c:v>27-05-2022</c:v>
                </c:pt>
                <c:pt idx="13264">
                  <c:v>27-05-2022</c:v>
                </c:pt>
                <c:pt idx="13265">
                  <c:v>27-05-2022</c:v>
                </c:pt>
                <c:pt idx="13266">
                  <c:v>27-05-2022</c:v>
                </c:pt>
                <c:pt idx="13267">
                  <c:v>27-05-2022</c:v>
                </c:pt>
                <c:pt idx="13268">
                  <c:v>27-05-2022</c:v>
                </c:pt>
                <c:pt idx="13269">
                  <c:v>27-05-2022</c:v>
                </c:pt>
                <c:pt idx="13270">
                  <c:v>27-05-2022</c:v>
                </c:pt>
                <c:pt idx="13271">
                  <c:v>27-05-2022</c:v>
                </c:pt>
                <c:pt idx="13272">
                  <c:v>27-05-2022</c:v>
                </c:pt>
                <c:pt idx="13273">
                  <c:v>27-05-2022</c:v>
                </c:pt>
                <c:pt idx="13274">
                  <c:v>27-05-2022</c:v>
                </c:pt>
                <c:pt idx="13275">
                  <c:v>27-05-2022</c:v>
                </c:pt>
                <c:pt idx="13276">
                  <c:v>28-05-2022</c:v>
                </c:pt>
                <c:pt idx="13277">
                  <c:v>28-05-2022</c:v>
                </c:pt>
                <c:pt idx="13278">
                  <c:v>28-05-2022</c:v>
                </c:pt>
                <c:pt idx="13279">
                  <c:v>28-05-2022</c:v>
                </c:pt>
                <c:pt idx="13280">
                  <c:v>28-05-2022</c:v>
                </c:pt>
                <c:pt idx="13281">
                  <c:v>28-05-2022</c:v>
                </c:pt>
                <c:pt idx="13282">
                  <c:v>28-05-2022</c:v>
                </c:pt>
                <c:pt idx="13283">
                  <c:v>28-05-2022</c:v>
                </c:pt>
                <c:pt idx="13284">
                  <c:v>28-05-2022</c:v>
                </c:pt>
                <c:pt idx="13285">
                  <c:v>28-05-2022</c:v>
                </c:pt>
                <c:pt idx="13286">
                  <c:v>28-05-2022</c:v>
                </c:pt>
                <c:pt idx="13287">
                  <c:v>28-05-2022</c:v>
                </c:pt>
                <c:pt idx="13288">
                  <c:v>28-05-2022</c:v>
                </c:pt>
                <c:pt idx="13289">
                  <c:v>28-05-2022</c:v>
                </c:pt>
                <c:pt idx="13290">
                  <c:v>28-05-2022</c:v>
                </c:pt>
                <c:pt idx="13291">
                  <c:v>28-05-2022</c:v>
                </c:pt>
                <c:pt idx="13292">
                  <c:v>28-05-2022</c:v>
                </c:pt>
                <c:pt idx="13293">
                  <c:v>28-05-2022</c:v>
                </c:pt>
                <c:pt idx="13294">
                  <c:v>28-05-2022</c:v>
                </c:pt>
                <c:pt idx="13295">
                  <c:v>28-05-2022</c:v>
                </c:pt>
                <c:pt idx="13296">
                  <c:v>28-05-2022</c:v>
                </c:pt>
                <c:pt idx="13297">
                  <c:v>28-05-2022</c:v>
                </c:pt>
                <c:pt idx="13298">
                  <c:v>28-05-2022</c:v>
                </c:pt>
                <c:pt idx="13299">
                  <c:v>28-05-2022</c:v>
                </c:pt>
                <c:pt idx="13300">
                  <c:v>28-05-2022</c:v>
                </c:pt>
                <c:pt idx="13301">
                  <c:v>28-05-2022</c:v>
                </c:pt>
                <c:pt idx="13302">
                  <c:v>28-05-2022</c:v>
                </c:pt>
                <c:pt idx="13303">
                  <c:v>28-05-2022</c:v>
                </c:pt>
                <c:pt idx="13304">
                  <c:v>28-05-2022</c:v>
                </c:pt>
                <c:pt idx="13305">
                  <c:v>28-05-2022</c:v>
                </c:pt>
                <c:pt idx="13306">
                  <c:v>28-05-2022</c:v>
                </c:pt>
                <c:pt idx="13307">
                  <c:v>28-05-2022</c:v>
                </c:pt>
                <c:pt idx="13308">
                  <c:v>28-05-2022</c:v>
                </c:pt>
                <c:pt idx="13309">
                  <c:v>28-05-2022</c:v>
                </c:pt>
                <c:pt idx="13310">
                  <c:v>28-05-2022</c:v>
                </c:pt>
                <c:pt idx="13311">
                  <c:v>28-05-2022</c:v>
                </c:pt>
                <c:pt idx="13312">
                  <c:v>28-05-2022</c:v>
                </c:pt>
                <c:pt idx="13313">
                  <c:v>28-05-2022</c:v>
                </c:pt>
                <c:pt idx="13314">
                  <c:v>28-05-2022</c:v>
                </c:pt>
                <c:pt idx="13315">
                  <c:v>28-05-2022</c:v>
                </c:pt>
                <c:pt idx="13316">
                  <c:v>29-05-2022</c:v>
                </c:pt>
                <c:pt idx="13317">
                  <c:v>29-05-2022</c:v>
                </c:pt>
                <c:pt idx="13318">
                  <c:v>29-05-2022</c:v>
                </c:pt>
                <c:pt idx="13319">
                  <c:v>29-05-2022</c:v>
                </c:pt>
                <c:pt idx="13320">
                  <c:v>29-05-2022</c:v>
                </c:pt>
                <c:pt idx="13321">
                  <c:v>29-05-2022</c:v>
                </c:pt>
                <c:pt idx="13322">
                  <c:v>29-05-2022</c:v>
                </c:pt>
                <c:pt idx="13323">
                  <c:v>29-05-2022</c:v>
                </c:pt>
                <c:pt idx="13324">
                  <c:v>29-05-2022</c:v>
                </c:pt>
                <c:pt idx="13325">
                  <c:v>29-05-2022</c:v>
                </c:pt>
                <c:pt idx="13326">
                  <c:v>29-05-2022</c:v>
                </c:pt>
                <c:pt idx="13327">
                  <c:v>29-05-2022</c:v>
                </c:pt>
                <c:pt idx="13328">
                  <c:v>29-05-2022</c:v>
                </c:pt>
                <c:pt idx="13329">
                  <c:v>29-05-2022</c:v>
                </c:pt>
                <c:pt idx="13330">
                  <c:v>29-05-2022</c:v>
                </c:pt>
                <c:pt idx="13331">
                  <c:v>29-05-2022</c:v>
                </c:pt>
                <c:pt idx="13332">
                  <c:v>29-05-2022</c:v>
                </c:pt>
                <c:pt idx="13333">
                  <c:v>29-05-2022</c:v>
                </c:pt>
                <c:pt idx="13334">
                  <c:v>29-05-2022</c:v>
                </c:pt>
                <c:pt idx="13335">
                  <c:v>29-05-2022</c:v>
                </c:pt>
                <c:pt idx="13336">
                  <c:v>29-05-2022</c:v>
                </c:pt>
                <c:pt idx="13337">
                  <c:v>29-05-2022</c:v>
                </c:pt>
                <c:pt idx="13338">
                  <c:v>29-05-2022</c:v>
                </c:pt>
                <c:pt idx="13339">
                  <c:v>29-05-2022</c:v>
                </c:pt>
                <c:pt idx="13340">
                  <c:v>29-05-2022</c:v>
                </c:pt>
                <c:pt idx="13341">
                  <c:v>29-05-2022</c:v>
                </c:pt>
                <c:pt idx="13342">
                  <c:v>29-05-2022</c:v>
                </c:pt>
                <c:pt idx="13343">
                  <c:v>29-05-2022</c:v>
                </c:pt>
                <c:pt idx="13344">
                  <c:v>29-05-2022</c:v>
                </c:pt>
                <c:pt idx="13345">
                  <c:v>29-05-2022</c:v>
                </c:pt>
                <c:pt idx="13346">
                  <c:v>29-05-2022</c:v>
                </c:pt>
                <c:pt idx="13347">
                  <c:v>29-05-2022</c:v>
                </c:pt>
                <c:pt idx="13348">
                  <c:v>29-05-2022</c:v>
                </c:pt>
                <c:pt idx="13349">
                  <c:v>29-05-2022</c:v>
                </c:pt>
                <c:pt idx="13350">
                  <c:v>29-05-2022</c:v>
                </c:pt>
                <c:pt idx="13351">
                  <c:v>29-05-2022</c:v>
                </c:pt>
                <c:pt idx="13352">
                  <c:v>29-05-2022</c:v>
                </c:pt>
                <c:pt idx="13353">
                  <c:v>29-05-2022</c:v>
                </c:pt>
                <c:pt idx="13354">
                  <c:v>29-05-2022</c:v>
                </c:pt>
                <c:pt idx="13355">
                  <c:v>29-05-2022</c:v>
                </c:pt>
                <c:pt idx="13356">
                  <c:v>30-05-2022</c:v>
                </c:pt>
                <c:pt idx="13357">
                  <c:v>30-05-2022</c:v>
                </c:pt>
                <c:pt idx="13358">
                  <c:v>30-05-2022</c:v>
                </c:pt>
                <c:pt idx="13359">
                  <c:v>30-05-2022</c:v>
                </c:pt>
                <c:pt idx="13360">
                  <c:v>30-05-2022</c:v>
                </c:pt>
                <c:pt idx="13361">
                  <c:v>30-05-2022</c:v>
                </c:pt>
                <c:pt idx="13362">
                  <c:v>30-05-2022</c:v>
                </c:pt>
                <c:pt idx="13363">
                  <c:v>30-05-2022</c:v>
                </c:pt>
                <c:pt idx="13364">
                  <c:v>30-05-2022</c:v>
                </c:pt>
                <c:pt idx="13365">
                  <c:v>30-05-2022</c:v>
                </c:pt>
                <c:pt idx="13366">
                  <c:v>30-05-2022</c:v>
                </c:pt>
                <c:pt idx="13367">
                  <c:v>30-05-2022</c:v>
                </c:pt>
                <c:pt idx="13368">
                  <c:v>30-05-2022</c:v>
                </c:pt>
                <c:pt idx="13369">
                  <c:v>30-05-2022</c:v>
                </c:pt>
                <c:pt idx="13370">
                  <c:v>30-05-2022</c:v>
                </c:pt>
                <c:pt idx="13371">
                  <c:v>30-05-2022</c:v>
                </c:pt>
                <c:pt idx="13372">
                  <c:v>30-05-2022</c:v>
                </c:pt>
                <c:pt idx="13373">
                  <c:v>30-05-2022</c:v>
                </c:pt>
                <c:pt idx="13374">
                  <c:v>30-05-2022</c:v>
                </c:pt>
                <c:pt idx="13375">
                  <c:v>30-05-2022</c:v>
                </c:pt>
                <c:pt idx="13376">
                  <c:v>30-05-2022</c:v>
                </c:pt>
                <c:pt idx="13377">
                  <c:v>30-05-2022</c:v>
                </c:pt>
                <c:pt idx="13378">
                  <c:v>30-05-2022</c:v>
                </c:pt>
                <c:pt idx="13379">
                  <c:v>30-05-2022</c:v>
                </c:pt>
                <c:pt idx="13380">
                  <c:v>30-05-2022</c:v>
                </c:pt>
                <c:pt idx="13381">
                  <c:v>30-05-2022</c:v>
                </c:pt>
                <c:pt idx="13382">
                  <c:v>30-05-2022</c:v>
                </c:pt>
                <c:pt idx="13383">
                  <c:v>30-05-2022</c:v>
                </c:pt>
                <c:pt idx="13384">
                  <c:v>30-05-2022</c:v>
                </c:pt>
                <c:pt idx="13385">
                  <c:v>30-05-2022</c:v>
                </c:pt>
                <c:pt idx="13386">
                  <c:v>30-05-2022</c:v>
                </c:pt>
                <c:pt idx="13387">
                  <c:v>30-05-2022</c:v>
                </c:pt>
                <c:pt idx="13388">
                  <c:v>30-05-2022</c:v>
                </c:pt>
                <c:pt idx="13389">
                  <c:v>30-05-2022</c:v>
                </c:pt>
                <c:pt idx="13390">
                  <c:v>30-05-2022</c:v>
                </c:pt>
                <c:pt idx="13391">
                  <c:v>30-05-2022</c:v>
                </c:pt>
                <c:pt idx="13392">
                  <c:v>30-05-2022</c:v>
                </c:pt>
                <c:pt idx="13393">
                  <c:v>30-05-2022</c:v>
                </c:pt>
                <c:pt idx="13394">
                  <c:v>30-05-2022</c:v>
                </c:pt>
                <c:pt idx="13395">
                  <c:v>30-05-2022</c:v>
                </c:pt>
                <c:pt idx="13396">
                  <c:v>31-05-2022</c:v>
                </c:pt>
                <c:pt idx="13397">
                  <c:v>31-05-2022</c:v>
                </c:pt>
                <c:pt idx="13398">
                  <c:v>31-05-2022</c:v>
                </c:pt>
                <c:pt idx="13399">
                  <c:v>31-05-2022</c:v>
                </c:pt>
                <c:pt idx="13400">
                  <c:v>31-05-2022</c:v>
                </c:pt>
                <c:pt idx="13401">
                  <c:v>31-05-2022</c:v>
                </c:pt>
                <c:pt idx="13402">
                  <c:v>31-05-2022</c:v>
                </c:pt>
                <c:pt idx="13403">
                  <c:v>31-05-2022</c:v>
                </c:pt>
                <c:pt idx="13404">
                  <c:v>31-05-2022</c:v>
                </c:pt>
                <c:pt idx="13405">
                  <c:v>31-05-2022</c:v>
                </c:pt>
                <c:pt idx="13406">
                  <c:v>31-05-2022</c:v>
                </c:pt>
                <c:pt idx="13407">
                  <c:v>31-05-2022</c:v>
                </c:pt>
                <c:pt idx="13408">
                  <c:v>31-05-2022</c:v>
                </c:pt>
                <c:pt idx="13409">
                  <c:v>31-05-2022</c:v>
                </c:pt>
                <c:pt idx="13410">
                  <c:v>31-05-2022</c:v>
                </c:pt>
                <c:pt idx="13411">
                  <c:v>31-05-2022</c:v>
                </c:pt>
                <c:pt idx="13412">
                  <c:v>31-05-2022</c:v>
                </c:pt>
                <c:pt idx="13413">
                  <c:v>31-05-2022</c:v>
                </c:pt>
                <c:pt idx="13414">
                  <c:v>31-05-2022</c:v>
                </c:pt>
                <c:pt idx="13415">
                  <c:v>31-05-2022</c:v>
                </c:pt>
                <c:pt idx="13416">
                  <c:v>31-05-2022</c:v>
                </c:pt>
                <c:pt idx="13417">
                  <c:v>31-05-2022</c:v>
                </c:pt>
                <c:pt idx="13418">
                  <c:v>31-05-2022</c:v>
                </c:pt>
                <c:pt idx="13419">
                  <c:v>31-05-2022</c:v>
                </c:pt>
                <c:pt idx="13420">
                  <c:v>31-05-2022</c:v>
                </c:pt>
                <c:pt idx="13421">
                  <c:v>31-05-2022</c:v>
                </c:pt>
                <c:pt idx="13422">
                  <c:v>31-05-2022</c:v>
                </c:pt>
                <c:pt idx="13423">
                  <c:v>31-05-2022</c:v>
                </c:pt>
                <c:pt idx="13424">
                  <c:v>31-05-2022</c:v>
                </c:pt>
                <c:pt idx="13425">
                  <c:v>31-05-2022</c:v>
                </c:pt>
                <c:pt idx="13426">
                  <c:v>31-05-2022</c:v>
                </c:pt>
                <c:pt idx="13427">
                  <c:v>31-05-2022</c:v>
                </c:pt>
                <c:pt idx="13428">
                  <c:v>31-05-2022</c:v>
                </c:pt>
                <c:pt idx="13429">
                  <c:v>31-05-2022</c:v>
                </c:pt>
                <c:pt idx="13430">
                  <c:v>31-05-2022</c:v>
                </c:pt>
                <c:pt idx="13431">
                  <c:v>31-05-2022</c:v>
                </c:pt>
                <c:pt idx="13432">
                  <c:v>31-05-2022</c:v>
                </c:pt>
                <c:pt idx="13433">
                  <c:v>31-05-2022</c:v>
                </c:pt>
                <c:pt idx="13434">
                  <c:v>31-05-2022</c:v>
                </c:pt>
                <c:pt idx="13435">
                  <c:v>31-05-2022</c:v>
                </c:pt>
                <c:pt idx="13436">
                  <c:v>01-06-2022</c:v>
                </c:pt>
                <c:pt idx="13437">
                  <c:v>01-06-2022</c:v>
                </c:pt>
                <c:pt idx="13438">
                  <c:v>01-06-2022</c:v>
                </c:pt>
                <c:pt idx="13439">
                  <c:v>01-06-2022</c:v>
                </c:pt>
                <c:pt idx="13440">
                  <c:v>01-06-2022</c:v>
                </c:pt>
                <c:pt idx="13441">
                  <c:v>01-06-2022</c:v>
                </c:pt>
                <c:pt idx="13442">
                  <c:v>01-06-2022</c:v>
                </c:pt>
                <c:pt idx="13443">
                  <c:v>01-06-2022</c:v>
                </c:pt>
                <c:pt idx="13444">
                  <c:v>01-06-2022</c:v>
                </c:pt>
                <c:pt idx="13445">
                  <c:v>01-06-2022</c:v>
                </c:pt>
                <c:pt idx="13446">
                  <c:v>01-06-2022</c:v>
                </c:pt>
                <c:pt idx="13447">
                  <c:v>01-06-2022</c:v>
                </c:pt>
                <c:pt idx="13448">
                  <c:v>01-06-2022</c:v>
                </c:pt>
                <c:pt idx="13449">
                  <c:v>01-06-2022</c:v>
                </c:pt>
                <c:pt idx="13450">
                  <c:v>01-06-2022</c:v>
                </c:pt>
                <c:pt idx="13451">
                  <c:v>01-06-2022</c:v>
                </c:pt>
                <c:pt idx="13452">
                  <c:v>01-06-2022</c:v>
                </c:pt>
                <c:pt idx="13453">
                  <c:v>01-06-2022</c:v>
                </c:pt>
                <c:pt idx="13454">
                  <c:v>01-06-2022</c:v>
                </c:pt>
                <c:pt idx="13455">
                  <c:v>01-06-2022</c:v>
                </c:pt>
                <c:pt idx="13456">
                  <c:v>01-06-2022</c:v>
                </c:pt>
                <c:pt idx="13457">
                  <c:v>01-06-2022</c:v>
                </c:pt>
                <c:pt idx="13458">
                  <c:v>01-06-2022</c:v>
                </c:pt>
                <c:pt idx="13459">
                  <c:v>01-06-2022</c:v>
                </c:pt>
                <c:pt idx="13460">
                  <c:v>01-06-2022</c:v>
                </c:pt>
                <c:pt idx="13461">
                  <c:v>01-06-2022</c:v>
                </c:pt>
                <c:pt idx="13462">
                  <c:v>01-06-2022</c:v>
                </c:pt>
                <c:pt idx="13463">
                  <c:v>01-06-2022</c:v>
                </c:pt>
                <c:pt idx="13464">
                  <c:v>01-06-2022</c:v>
                </c:pt>
                <c:pt idx="13465">
                  <c:v>01-06-2022</c:v>
                </c:pt>
                <c:pt idx="13466">
                  <c:v>01-06-2022</c:v>
                </c:pt>
                <c:pt idx="13467">
                  <c:v>01-06-2022</c:v>
                </c:pt>
                <c:pt idx="13468">
                  <c:v>01-06-2022</c:v>
                </c:pt>
                <c:pt idx="13469">
                  <c:v>01-06-2022</c:v>
                </c:pt>
                <c:pt idx="13470">
                  <c:v>01-06-2022</c:v>
                </c:pt>
                <c:pt idx="13471">
                  <c:v>01-06-2022</c:v>
                </c:pt>
                <c:pt idx="13472">
                  <c:v>01-06-2022</c:v>
                </c:pt>
                <c:pt idx="13473">
                  <c:v>01-06-2022</c:v>
                </c:pt>
                <c:pt idx="13474">
                  <c:v>01-06-2022</c:v>
                </c:pt>
                <c:pt idx="13475">
                  <c:v>01-06-2022</c:v>
                </c:pt>
                <c:pt idx="13476">
                  <c:v>02-06-2022</c:v>
                </c:pt>
                <c:pt idx="13477">
                  <c:v>02-06-2022</c:v>
                </c:pt>
                <c:pt idx="13478">
                  <c:v>02-06-2022</c:v>
                </c:pt>
                <c:pt idx="13479">
                  <c:v>02-06-2022</c:v>
                </c:pt>
                <c:pt idx="13480">
                  <c:v>02-06-2022</c:v>
                </c:pt>
                <c:pt idx="13481">
                  <c:v>02-06-2022</c:v>
                </c:pt>
                <c:pt idx="13482">
                  <c:v>02-06-2022</c:v>
                </c:pt>
                <c:pt idx="13483">
                  <c:v>02-06-2022</c:v>
                </c:pt>
                <c:pt idx="13484">
                  <c:v>02-06-2022</c:v>
                </c:pt>
                <c:pt idx="13485">
                  <c:v>02-06-2022</c:v>
                </c:pt>
                <c:pt idx="13486">
                  <c:v>02-06-2022</c:v>
                </c:pt>
                <c:pt idx="13487">
                  <c:v>02-06-2022</c:v>
                </c:pt>
                <c:pt idx="13488">
                  <c:v>02-06-2022</c:v>
                </c:pt>
                <c:pt idx="13489">
                  <c:v>02-06-2022</c:v>
                </c:pt>
                <c:pt idx="13490">
                  <c:v>02-06-2022</c:v>
                </c:pt>
                <c:pt idx="13491">
                  <c:v>02-06-2022</c:v>
                </c:pt>
                <c:pt idx="13492">
                  <c:v>02-06-2022</c:v>
                </c:pt>
                <c:pt idx="13493">
                  <c:v>02-06-2022</c:v>
                </c:pt>
                <c:pt idx="13494">
                  <c:v>02-06-2022</c:v>
                </c:pt>
                <c:pt idx="13495">
                  <c:v>02-06-2022</c:v>
                </c:pt>
                <c:pt idx="13496">
                  <c:v>02-06-2022</c:v>
                </c:pt>
                <c:pt idx="13497">
                  <c:v>02-06-2022</c:v>
                </c:pt>
                <c:pt idx="13498">
                  <c:v>02-06-2022</c:v>
                </c:pt>
                <c:pt idx="13499">
                  <c:v>02-06-2022</c:v>
                </c:pt>
                <c:pt idx="13500">
                  <c:v>02-06-2022</c:v>
                </c:pt>
                <c:pt idx="13501">
                  <c:v>02-06-2022</c:v>
                </c:pt>
                <c:pt idx="13502">
                  <c:v>02-06-2022</c:v>
                </c:pt>
                <c:pt idx="13503">
                  <c:v>02-06-2022</c:v>
                </c:pt>
                <c:pt idx="13504">
                  <c:v>02-06-2022</c:v>
                </c:pt>
                <c:pt idx="13505">
                  <c:v>02-06-2022</c:v>
                </c:pt>
                <c:pt idx="13506">
                  <c:v>02-06-2022</c:v>
                </c:pt>
                <c:pt idx="13507">
                  <c:v>02-06-2022</c:v>
                </c:pt>
                <c:pt idx="13508">
                  <c:v>02-06-2022</c:v>
                </c:pt>
                <c:pt idx="13509">
                  <c:v>02-06-2022</c:v>
                </c:pt>
                <c:pt idx="13510">
                  <c:v>02-06-2022</c:v>
                </c:pt>
                <c:pt idx="13511">
                  <c:v>02-06-2022</c:v>
                </c:pt>
                <c:pt idx="13512">
                  <c:v>02-06-2022</c:v>
                </c:pt>
                <c:pt idx="13513">
                  <c:v>02-06-2022</c:v>
                </c:pt>
                <c:pt idx="13514">
                  <c:v>02-06-2022</c:v>
                </c:pt>
                <c:pt idx="13515">
                  <c:v>02-06-2022</c:v>
                </c:pt>
                <c:pt idx="13516">
                  <c:v>03-06-2022</c:v>
                </c:pt>
                <c:pt idx="13517">
                  <c:v>03-06-2022</c:v>
                </c:pt>
                <c:pt idx="13518">
                  <c:v>03-06-2022</c:v>
                </c:pt>
                <c:pt idx="13519">
                  <c:v>03-06-2022</c:v>
                </c:pt>
                <c:pt idx="13520">
                  <c:v>03-06-2022</c:v>
                </c:pt>
                <c:pt idx="13521">
                  <c:v>03-06-2022</c:v>
                </c:pt>
                <c:pt idx="13522">
                  <c:v>03-06-2022</c:v>
                </c:pt>
                <c:pt idx="13523">
                  <c:v>03-06-2022</c:v>
                </c:pt>
                <c:pt idx="13524">
                  <c:v>03-06-2022</c:v>
                </c:pt>
                <c:pt idx="13525">
                  <c:v>03-06-2022</c:v>
                </c:pt>
                <c:pt idx="13526">
                  <c:v>03-06-2022</c:v>
                </c:pt>
                <c:pt idx="13527">
                  <c:v>03-06-2022</c:v>
                </c:pt>
                <c:pt idx="13528">
                  <c:v>03-06-2022</c:v>
                </c:pt>
                <c:pt idx="13529">
                  <c:v>03-06-2022</c:v>
                </c:pt>
                <c:pt idx="13530">
                  <c:v>03-06-2022</c:v>
                </c:pt>
                <c:pt idx="13531">
                  <c:v>03-06-2022</c:v>
                </c:pt>
                <c:pt idx="13532">
                  <c:v>03-06-2022</c:v>
                </c:pt>
                <c:pt idx="13533">
                  <c:v>03-06-2022</c:v>
                </c:pt>
                <c:pt idx="13534">
                  <c:v>03-06-2022</c:v>
                </c:pt>
                <c:pt idx="13535">
                  <c:v>03-06-2022</c:v>
                </c:pt>
                <c:pt idx="13536">
                  <c:v>03-06-2022</c:v>
                </c:pt>
                <c:pt idx="13537">
                  <c:v>03-06-2022</c:v>
                </c:pt>
                <c:pt idx="13538">
                  <c:v>03-06-2022</c:v>
                </c:pt>
                <c:pt idx="13539">
                  <c:v>03-06-2022</c:v>
                </c:pt>
                <c:pt idx="13540">
                  <c:v>03-06-2022</c:v>
                </c:pt>
                <c:pt idx="13541">
                  <c:v>03-06-2022</c:v>
                </c:pt>
                <c:pt idx="13542">
                  <c:v>03-06-2022</c:v>
                </c:pt>
                <c:pt idx="13543">
                  <c:v>03-06-2022</c:v>
                </c:pt>
                <c:pt idx="13544">
                  <c:v>03-06-2022</c:v>
                </c:pt>
                <c:pt idx="13545">
                  <c:v>03-06-2022</c:v>
                </c:pt>
                <c:pt idx="13546">
                  <c:v>03-06-2022</c:v>
                </c:pt>
                <c:pt idx="13547">
                  <c:v>03-06-2022</c:v>
                </c:pt>
                <c:pt idx="13548">
                  <c:v>03-06-2022</c:v>
                </c:pt>
                <c:pt idx="13549">
                  <c:v>03-06-2022</c:v>
                </c:pt>
                <c:pt idx="13550">
                  <c:v>03-06-2022</c:v>
                </c:pt>
                <c:pt idx="13551">
                  <c:v>03-06-2022</c:v>
                </c:pt>
                <c:pt idx="13552">
                  <c:v>03-06-2022</c:v>
                </c:pt>
                <c:pt idx="13553">
                  <c:v>03-06-2022</c:v>
                </c:pt>
                <c:pt idx="13554">
                  <c:v>03-06-2022</c:v>
                </c:pt>
                <c:pt idx="13555">
                  <c:v>03-06-2022</c:v>
                </c:pt>
                <c:pt idx="13556">
                  <c:v>04-06-2022</c:v>
                </c:pt>
                <c:pt idx="13557">
                  <c:v>04-06-2022</c:v>
                </c:pt>
                <c:pt idx="13558">
                  <c:v>04-06-2022</c:v>
                </c:pt>
                <c:pt idx="13559">
                  <c:v>04-06-2022</c:v>
                </c:pt>
                <c:pt idx="13560">
                  <c:v>04-06-2022</c:v>
                </c:pt>
                <c:pt idx="13561">
                  <c:v>04-06-2022</c:v>
                </c:pt>
                <c:pt idx="13562">
                  <c:v>04-06-2022</c:v>
                </c:pt>
                <c:pt idx="13563">
                  <c:v>04-06-2022</c:v>
                </c:pt>
                <c:pt idx="13564">
                  <c:v>04-06-2022</c:v>
                </c:pt>
                <c:pt idx="13565">
                  <c:v>04-06-2022</c:v>
                </c:pt>
                <c:pt idx="13566">
                  <c:v>04-06-2022</c:v>
                </c:pt>
                <c:pt idx="13567">
                  <c:v>04-06-2022</c:v>
                </c:pt>
                <c:pt idx="13568">
                  <c:v>04-06-2022</c:v>
                </c:pt>
                <c:pt idx="13569">
                  <c:v>04-06-2022</c:v>
                </c:pt>
                <c:pt idx="13570">
                  <c:v>04-06-2022</c:v>
                </c:pt>
                <c:pt idx="13571">
                  <c:v>04-06-2022</c:v>
                </c:pt>
                <c:pt idx="13572">
                  <c:v>04-06-2022</c:v>
                </c:pt>
                <c:pt idx="13573">
                  <c:v>04-06-2022</c:v>
                </c:pt>
                <c:pt idx="13574">
                  <c:v>04-06-2022</c:v>
                </c:pt>
                <c:pt idx="13575">
                  <c:v>04-06-2022</c:v>
                </c:pt>
                <c:pt idx="13576">
                  <c:v>04-06-2022</c:v>
                </c:pt>
                <c:pt idx="13577">
                  <c:v>04-06-2022</c:v>
                </c:pt>
                <c:pt idx="13578">
                  <c:v>04-06-2022</c:v>
                </c:pt>
                <c:pt idx="13579">
                  <c:v>04-06-2022</c:v>
                </c:pt>
                <c:pt idx="13580">
                  <c:v>04-06-2022</c:v>
                </c:pt>
                <c:pt idx="13581">
                  <c:v>04-06-2022</c:v>
                </c:pt>
                <c:pt idx="13582">
                  <c:v>04-06-2022</c:v>
                </c:pt>
                <c:pt idx="13583">
                  <c:v>04-06-2022</c:v>
                </c:pt>
                <c:pt idx="13584">
                  <c:v>04-06-2022</c:v>
                </c:pt>
                <c:pt idx="13585">
                  <c:v>04-06-2022</c:v>
                </c:pt>
                <c:pt idx="13586">
                  <c:v>04-06-2022</c:v>
                </c:pt>
                <c:pt idx="13587">
                  <c:v>04-06-2022</c:v>
                </c:pt>
                <c:pt idx="13588">
                  <c:v>04-06-2022</c:v>
                </c:pt>
                <c:pt idx="13589">
                  <c:v>04-06-2022</c:v>
                </c:pt>
                <c:pt idx="13590">
                  <c:v>04-06-2022</c:v>
                </c:pt>
                <c:pt idx="13591">
                  <c:v>04-06-2022</c:v>
                </c:pt>
                <c:pt idx="13592">
                  <c:v>04-06-2022</c:v>
                </c:pt>
                <c:pt idx="13593">
                  <c:v>04-06-2022</c:v>
                </c:pt>
                <c:pt idx="13594">
                  <c:v>04-06-2022</c:v>
                </c:pt>
                <c:pt idx="13595">
                  <c:v>04-06-2022</c:v>
                </c:pt>
                <c:pt idx="13596">
                  <c:v>05-06-2022</c:v>
                </c:pt>
                <c:pt idx="13597">
                  <c:v>05-06-2022</c:v>
                </c:pt>
                <c:pt idx="13598">
                  <c:v>05-06-2022</c:v>
                </c:pt>
                <c:pt idx="13599">
                  <c:v>05-06-2022</c:v>
                </c:pt>
                <c:pt idx="13600">
                  <c:v>05-06-2022</c:v>
                </c:pt>
                <c:pt idx="13601">
                  <c:v>05-06-2022</c:v>
                </c:pt>
                <c:pt idx="13602">
                  <c:v>05-06-2022</c:v>
                </c:pt>
                <c:pt idx="13603">
                  <c:v>05-06-2022</c:v>
                </c:pt>
                <c:pt idx="13604">
                  <c:v>05-06-2022</c:v>
                </c:pt>
                <c:pt idx="13605">
                  <c:v>05-06-2022</c:v>
                </c:pt>
                <c:pt idx="13606">
                  <c:v>05-06-2022</c:v>
                </c:pt>
                <c:pt idx="13607">
                  <c:v>05-06-2022</c:v>
                </c:pt>
                <c:pt idx="13608">
                  <c:v>05-06-2022</c:v>
                </c:pt>
                <c:pt idx="13609">
                  <c:v>05-06-2022</c:v>
                </c:pt>
                <c:pt idx="13610">
                  <c:v>05-06-2022</c:v>
                </c:pt>
                <c:pt idx="13611">
                  <c:v>05-06-2022</c:v>
                </c:pt>
                <c:pt idx="13612">
                  <c:v>05-06-2022</c:v>
                </c:pt>
                <c:pt idx="13613">
                  <c:v>05-06-2022</c:v>
                </c:pt>
                <c:pt idx="13614">
                  <c:v>05-06-2022</c:v>
                </c:pt>
                <c:pt idx="13615">
                  <c:v>05-06-2022</c:v>
                </c:pt>
                <c:pt idx="13616">
                  <c:v>05-06-2022</c:v>
                </c:pt>
                <c:pt idx="13617">
                  <c:v>05-06-2022</c:v>
                </c:pt>
                <c:pt idx="13618">
                  <c:v>05-06-2022</c:v>
                </c:pt>
                <c:pt idx="13619">
                  <c:v>05-06-2022</c:v>
                </c:pt>
                <c:pt idx="13620">
                  <c:v>05-06-2022</c:v>
                </c:pt>
                <c:pt idx="13621">
                  <c:v>05-06-2022</c:v>
                </c:pt>
                <c:pt idx="13622">
                  <c:v>05-06-2022</c:v>
                </c:pt>
                <c:pt idx="13623">
                  <c:v>05-06-2022</c:v>
                </c:pt>
                <c:pt idx="13624">
                  <c:v>05-06-2022</c:v>
                </c:pt>
                <c:pt idx="13625">
                  <c:v>05-06-2022</c:v>
                </c:pt>
                <c:pt idx="13626">
                  <c:v>05-06-2022</c:v>
                </c:pt>
                <c:pt idx="13627">
                  <c:v>05-06-2022</c:v>
                </c:pt>
                <c:pt idx="13628">
                  <c:v>05-06-2022</c:v>
                </c:pt>
                <c:pt idx="13629">
                  <c:v>05-06-2022</c:v>
                </c:pt>
                <c:pt idx="13630">
                  <c:v>05-06-2022</c:v>
                </c:pt>
                <c:pt idx="13631">
                  <c:v>05-06-2022</c:v>
                </c:pt>
                <c:pt idx="13632">
                  <c:v>05-06-2022</c:v>
                </c:pt>
                <c:pt idx="13633">
                  <c:v>05-06-2022</c:v>
                </c:pt>
                <c:pt idx="13634">
                  <c:v>05-06-2022</c:v>
                </c:pt>
                <c:pt idx="13635">
                  <c:v>05-06-2022</c:v>
                </c:pt>
                <c:pt idx="13636">
                  <c:v>06-06-2022</c:v>
                </c:pt>
                <c:pt idx="13637">
                  <c:v>06-06-2022</c:v>
                </c:pt>
                <c:pt idx="13638">
                  <c:v>06-06-2022</c:v>
                </c:pt>
                <c:pt idx="13639">
                  <c:v>06-06-2022</c:v>
                </c:pt>
                <c:pt idx="13640">
                  <c:v>06-06-2022</c:v>
                </c:pt>
                <c:pt idx="13641">
                  <c:v>06-06-2022</c:v>
                </c:pt>
                <c:pt idx="13642">
                  <c:v>06-06-2022</c:v>
                </c:pt>
                <c:pt idx="13643">
                  <c:v>06-06-2022</c:v>
                </c:pt>
                <c:pt idx="13644">
                  <c:v>06-06-2022</c:v>
                </c:pt>
                <c:pt idx="13645">
                  <c:v>06-06-2022</c:v>
                </c:pt>
                <c:pt idx="13646">
                  <c:v>06-06-2022</c:v>
                </c:pt>
                <c:pt idx="13647">
                  <c:v>06-06-2022</c:v>
                </c:pt>
                <c:pt idx="13648">
                  <c:v>06-06-2022</c:v>
                </c:pt>
                <c:pt idx="13649">
                  <c:v>06-06-2022</c:v>
                </c:pt>
                <c:pt idx="13650">
                  <c:v>06-06-2022</c:v>
                </c:pt>
                <c:pt idx="13651">
                  <c:v>06-06-2022</c:v>
                </c:pt>
                <c:pt idx="13652">
                  <c:v>06-06-2022</c:v>
                </c:pt>
                <c:pt idx="13653">
                  <c:v>06-06-2022</c:v>
                </c:pt>
                <c:pt idx="13654">
                  <c:v>06-06-2022</c:v>
                </c:pt>
                <c:pt idx="13655">
                  <c:v>06-06-2022</c:v>
                </c:pt>
                <c:pt idx="13656">
                  <c:v>06-06-2022</c:v>
                </c:pt>
                <c:pt idx="13657">
                  <c:v>06-06-2022</c:v>
                </c:pt>
                <c:pt idx="13658">
                  <c:v>06-06-2022</c:v>
                </c:pt>
                <c:pt idx="13659">
                  <c:v>06-06-2022</c:v>
                </c:pt>
                <c:pt idx="13660">
                  <c:v>06-06-2022</c:v>
                </c:pt>
                <c:pt idx="13661">
                  <c:v>06-06-2022</c:v>
                </c:pt>
                <c:pt idx="13662">
                  <c:v>06-06-2022</c:v>
                </c:pt>
                <c:pt idx="13663">
                  <c:v>06-06-2022</c:v>
                </c:pt>
                <c:pt idx="13664">
                  <c:v>06-06-2022</c:v>
                </c:pt>
                <c:pt idx="13665">
                  <c:v>06-06-2022</c:v>
                </c:pt>
                <c:pt idx="13666">
                  <c:v>06-06-2022</c:v>
                </c:pt>
                <c:pt idx="13667">
                  <c:v>06-06-2022</c:v>
                </c:pt>
                <c:pt idx="13668">
                  <c:v>06-06-2022</c:v>
                </c:pt>
                <c:pt idx="13669">
                  <c:v>06-06-2022</c:v>
                </c:pt>
                <c:pt idx="13670">
                  <c:v>06-06-2022</c:v>
                </c:pt>
                <c:pt idx="13671">
                  <c:v>06-06-2022</c:v>
                </c:pt>
                <c:pt idx="13672">
                  <c:v>06-06-2022</c:v>
                </c:pt>
                <c:pt idx="13673">
                  <c:v>06-06-2022</c:v>
                </c:pt>
                <c:pt idx="13674">
                  <c:v>06-06-2022</c:v>
                </c:pt>
                <c:pt idx="13675">
                  <c:v>06-06-2022</c:v>
                </c:pt>
                <c:pt idx="13676">
                  <c:v>07-06-2022</c:v>
                </c:pt>
                <c:pt idx="13677">
                  <c:v>07-06-2022</c:v>
                </c:pt>
                <c:pt idx="13678">
                  <c:v>07-06-2022</c:v>
                </c:pt>
                <c:pt idx="13679">
                  <c:v>07-06-2022</c:v>
                </c:pt>
                <c:pt idx="13680">
                  <c:v>07-06-2022</c:v>
                </c:pt>
                <c:pt idx="13681">
                  <c:v>07-06-2022</c:v>
                </c:pt>
                <c:pt idx="13682">
                  <c:v>07-06-2022</c:v>
                </c:pt>
                <c:pt idx="13683">
                  <c:v>07-06-2022</c:v>
                </c:pt>
                <c:pt idx="13684">
                  <c:v>07-06-2022</c:v>
                </c:pt>
                <c:pt idx="13685">
                  <c:v>07-06-2022</c:v>
                </c:pt>
                <c:pt idx="13686">
                  <c:v>07-06-2022</c:v>
                </c:pt>
                <c:pt idx="13687">
                  <c:v>07-06-2022</c:v>
                </c:pt>
                <c:pt idx="13688">
                  <c:v>07-06-2022</c:v>
                </c:pt>
                <c:pt idx="13689">
                  <c:v>07-06-2022</c:v>
                </c:pt>
                <c:pt idx="13690">
                  <c:v>07-06-2022</c:v>
                </c:pt>
                <c:pt idx="13691">
                  <c:v>07-06-2022</c:v>
                </c:pt>
                <c:pt idx="13692">
                  <c:v>07-06-2022</c:v>
                </c:pt>
                <c:pt idx="13693">
                  <c:v>07-06-2022</c:v>
                </c:pt>
                <c:pt idx="13694">
                  <c:v>07-06-2022</c:v>
                </c:pt>
                <c:pt idx="13695">
                  <c:v>07-06-2022</c:v>
                </c:pt>
                <c:pt idx="13696">
                  <c:v>07-06-2022</c:v>
                </c:pt>
                <c:pt idx="13697">
                  <c:v>07-06-2022</c:v>
                </c:pt>
                <c:pt idx="13698">
                  <c:v>07-06-2022</c:v>
                </c:pt>
                <c:pt idx="13699">
                  <c:v>07-06-2022</c:v>
                </c:pt>
                <c:pt idx="13700">
                  <c:v>07-06-2022</c:v>
                </c:pt>
                <c:pt idx="13701">
                  <c:v>07-06-2022</c:v>
                </c:pt>
                <c:pt idx="13702">
                  <c:v>07-06-2022</c:v>
                </c:pt>
                <c:pt idx="13703">
                  <c:v>07-06-2022</c:v>
                </c:pt>
                <c:pt idx="13704">
                  <c:v>07-06-2022</c:v>
                </c:pt>
                <c:pt idx="13705">
                  <c:v>07-06-2022</c:v>
                </c:pt>
                <c:pt idx="13706">
                  <c:v>07-06-2022</c:v>
                </c:pt>
                <c:pt idx="13707">
                  <c:v>07-06-2022</c:v>
                </c:pt>
                <c:pt idx="13708">
                  <c:v>07-06-2022</c:v>
                </c:pt>
                <c:pt idx="13709">
                  <c:v>07-06-2022</c:v>
                </c:pt>
                <c:pt idx="13710">
                  <c:v>07-06-2022</c:v>
                </c:pt>
                <c:pt idx="13711">
                  <c:v>07-06-2022</c:v>
                </c:pt>
                <c:pt idx="13712">
                  <c:v>07-06-2022</c:v>
                </c:pt>
                <c:pt idx="13713">
                  <c:v>07-06-2022</c:v>
                </c:pt>
                <c:pt idx="13714">
                  <c:v>07-06-2022</c:v>
                </c:pt>
                <c:pt idx="13715">
                  <c:v>07-06-2022</c:v>
                </c:pt>
                <c:pt idx="13716">
                  <c:v>08-06-2022</c:v>
                </c:pt>
                <c:pt idx="13717">
                  <c:v>08-06-2022</c:v>
                </c:pt>
                <c:pt idx="13718">
                  <c:v>08-06-2022</c:v>
                </c:pt>
                <c:pt idx="13719">
                  <c:v>08-06-2022</c:v>
                </c:pt>
                <c:pt idx="13720">
                  <c:v>08-06-2022</c:v>
                </c:pt>
                <c:pt idx="13721">
                  <c:v>08-06-2022</c:v>
                </c:pt>
                <c:pt idx="13722">
                  <c:v>08-06-2022</c:v>
                </c:pt>
                <c:pt idx="13723">
                  <c:v>08-06-2022</c:v>
                </c:pt>
                <c:pt idx="13724">
                  <c:v>08-06-2022</c:v>
                </c:pt>
                <c:pt idx="13725">
                  <c:v>08-06-2022</c:v>
                </c:pt>
                <c:pt idx="13726">
                  <c:v>08-06-2022</c:v>
                </c:pt>
                <c:pt idx="13727">
                  <c:v>08-06-2022</c:v>
                </c:pt>
                <c:pt idx="13728">
                  <c:v>08-06-2022</c:v>
                </c:pt>
                <c:pt idx="13729">
                  <c:v>08-06-2022</c:v>
                </c:pt>
                <c:pt idx="13730">
                  <c:v>08-06-2022</c:v>
                </c:pt>
                <c:pt idx="13731">
                  <c:v>08-06-2022</c:v>
                </c:pt>
                <c:pt idx="13732">
                  <c:v>08-06-2022</c:v>
                </c:pt>
                <c:pt idx="13733">
                  <c:v>08-06-2022</c:v>
                </c:pt>
                <c:pt idx="13734">
                  <c:v>08-06-2022</c:v>
                </c:pt>
                <c:pt idx="13735">
                  <c:v>08-06-2022</c:v>
                </c:pt>
                <c:pt idx="13736">
                  <c:v>08-06-2022</c:v>
                </c:pt>
                <c:pt idx="13737">
                  <c:v>08-06-2022</c:v>
                </c:pt>
                <c:pt idx="13738">
                  <c:v>08-06-2022</c:v>
                </c:pt>
                <c:pt idx="13739">
                  <c:v>08-06-2022</c:v>
                </c:pt>
                <c:pt idx="13740">
                  <c:v>08-06-2022</c:v>
                </c:pt>
                <c:pt idx="13741">
                  <c:v>08-06-2022</c:v>
                </c:pt>
                <c:pt idx="13742">
                  <c:v>08-06-2022</c:v>
                </c:pt>
                <c:pt idx="13743">
                  <c:v>08-06-2022</c:v>
                </c:pt>
                <c:pt idx="13744">
                  <c:v>08-06-2022</c:v>
                </c:pt>
                <c:pt idx="13745">
                  <c:v>08-06-2022</c:v>
                </c:pt>
                <c:pt idx="13746">
                  <c:v>08-06-2022</c:v>
                </c:pt>
                <c:pt idx="13747">
                  <c:v>08-06-2022</c:v>
                </c:pt>
                <c:pt idx="13748">
                  <c:v>08-06-2022</c:v>
                </c:pt>
                <c:pt idx="13749">
                  <c:v>08-06-2022</c:v>
                </c:pt>
                <c:pt idx="13750">
                  <c:v>08-06-2022</c:v>
                </c:pt>
                <c:pt idx="13751">
                  <c:v>08-06-2022</c:v>
                </c:pt>
                <c:pt idx="13752">
                  <c:v>08-06-2022</c:v>
                </c:pt>
                <c:pt idx="13753">
                  <c:v>08-06-2022</c:v>
                </c:pt>
                <c:pt idx="13754">
                  <c:v>08-06-2022</c:v>
                </c:pt>
                <c:pt idx="13755">
                  <c:v>08-06-2022</c:v>
                </c:pt>
                <c:pt idx="13756">
                  <c:v>09-06-2022</c:v>
                </c:pt>
                <c:pt idx="13757">
                  <c:v>09-06-2022</c:v>
                </c:pt>
                <c:pt idx="13758">
                  <c:v>09-06-2022</c:v>
                </c:pt>
                <c:pt idx="13759">
                  <c:v>09-06-2022</c:v>
                </c:pt>
                <c:pt idx="13760">
                  <c:v>09-06-2022</c:v>
                </c:pt>
                <c:pt idx="13761">
                  <c:v>09-06-2022</c:v>
                </c:pt>
                <c:pt idx="13762">
                  <c:v>09-06-2022</c:v>
                </c:pt>
                <c:pt idx="13763">
                  <c:v>09-06-2022</c:v>
                </c:pt>
                <c:pt idx="13764">
                  <c:v>09-06-2022</c:v>
                </c:pt>
                <c:pt idx="13765">
                  <c:v>09-06-2022</c:v>
                </c:pt>
                <c:pt idx="13766">
                  <c:v>09-06-2022</c:v>
                </c:pt>
                <c:pt idx="13767">
                  <c:v>09-06-2022</c:v>
                </c:pt>
                <c:pt idx="13768">
                  <c:v>09-06-2022</c:v>
                </c:pt>
                <c:pt idx="13769">
                  <c:v>09-06-2022</c:v>
                </c:pt>
                <c:pt idx="13770">
                  <c:v>09-06-2022</c:v>
                </c:pt>
                <c:pt idx="13771">
                  <c:v>09-06-2022</c:v>
                </c:pt>
                <c:pt idx="13772">
                  <c:v>09-06-2022</c:v>
                </c:pt>
                <c:pt idx="13773">
                  <c:v>09-06-2022</c:v>
                </c:pt>
                <c:pt idx="13774">
                  <c:v>09-06-2022</c:v>
                </c:pt>
                <c:pt idx="13775">
                  <c:v>09-06-2022</c:v>
                </c:pt>
                <c:pt idx="13776">
                  <c:v>09-06-2022</c:v>
                </c:pt>
                <c:pt idx="13777">
                  <c:v>09-06-2022</c:v>
                </c:pt>
                <c:pt idx="13778">
                  <c:v>09-06-2022</c:v>
                </c:pt>
                <c:pt idx="13779">
                  <c:v>09-06-2022</c:v>
                </c:pt>
                <c:pt idx="13780">
                  <c:v>09-06-2022</c:v>
                </c:pt>
                <c:pt idx="13781">
                  <c:v>09-06-2022</c:v>
                </c:pt>
                <c:pt idx="13782">
                  <c:v>09-06-2022</c:v>
                </c:pt>
                <c:pt idx="13783">
                  <c:v>09-06-2022</c:v>
                </c:pt>
                <c:pt idx="13784">
                  <c:v>09-06-2022</c:v>
                </c:pt>
                <c:pt idx="13785">
                  <c:v>09-06-2022</c:v>
                </c:pt>
                <c:pt idx="13786">
                  <c:v>09-06-2022</c:v>
                </c:pt>
                <c:pt idx="13787">
                  <c:v>09-06-2022</c:v>
                </c:pt>
                <c:pt idx="13788">
                  <c:v>09-06-2022</c:v>
                </c:pt>
                <c:pt idx="13789">
                  <c:v>09-06-2022</c:v>
                </c:pt>
                <c:pt idx="13790">
                  <c:v>09-06-2022</c:v>
                </c:pt>
                <c:pt idx="13791">
                  <c:v>09-06-2022</c:v>
                </c:pt>
                <c:pt idx="13792">
                  <c:v>09-06-2022</c:v>
                </c:pt>
                <c:pt idx="13793">
                  <c:v>09-06-2022</c:v>
                </c:pt>
                <c:pt idx="13794">
                  <c:v>09-06-2022</c:v>
                </c:pt>
                <c:pt idx="13795">
                  <c:v>09-06-2022</c:v>
                </c:pt>
                <c:pt idx="13796">
                  <c:v>10-06-2022</c:v>
                </c:pt>
                <c:pt idx="13797">
                  <c:v>10-06-2022</c:v>
                </c:pt>
                <c:pt idx="13798">
                  <c:v>10-06-2022</c:v>
                </c:pt>
                <c:pt idx="13799">
                  <c:v>10-06-2022</c:v>
                </c:pt>
                <c:pt idx="13800">
                  <c:v>10-06-2022</c:v>
                </c:pt>
                <c:pt idx="13801">
                  <c:v>10-06-2022</c:v>
                </c:pt>
                <c:pt idx="13802">
                  <c:v>10-06-2022</c:v>
                </c:pt>
                <c:pt idx="13803">
                  <c:v>10-06-2022</c:v>
                </c:pt>
                <c:pt idx="13804">
                  <c:v>10-06-2022</c:v>
                </c:pt>
                <c:pt idx="13805">
                  <c:v>10-06-2022</c:v>
                </c:pt>
                <c:pt idx="13806">
                  <c:v>10-06-2022</c:v>
                </c:pt>
                <c:pt idx="13807">
                  <c:v>10-06-2022</c:v>
                </c:pt>
                <c:pt idx="13808">
                  <c:v>10-06-2022</c:v>
                </c:pt>
                <c:pt idx="13809">
                  <c:v>10-06-2022</c:v>
                </c:pt>
                <c:pt idx="13810">
                  <c:v>10-06-2022</c:v>
                </c:pt>
                <c:pt idx="13811">
                  <c:v>10-06-2022</c:v>
                </c:pt>
                <c:pt idx="13812">
                  <c:v>10-06-2022</c:v>
                </c:pt>
                <c:pt idx="13813">
                  <c:v>10-06-2022</c:v>
                </c:pt>
                <c:pt idx="13814">
                  <c:v>10-06-2022</c:v>
                </c:pt>
                <c:pt idx="13815">
                  <c:v>10-06-2022</c:v>
                </c:pt>
                <c:pt idx="13816">
                  <c:v>10-06-2022</c:v>
                </c:pt>
                <c:pt idx="13817">
                  <c:v>10-06-2022</c:v>
                </c:pt>
                <c:pt idx="13818">
                  <c:v>10-06-2022</c:v>
                </c:pt>
                <c:pt idx="13819">
                  <c:v>10-06-2022</c:v>
                </c:pt>
                <c:pt idx="13820">
                  <c:v>10-06-2022</c:v>
                </c:pt>
                <c:pt idx="13821">
                  <c:v>10-06-2022</c:v>
                </c:pt>
                <c:pt idx="13822">
                  <c:v>10-06-2022</c:v>
                </c:pt>
                <c:pt idx="13823">
                  <c:v>10-06-2022</c:v>
                </c:pt>
                <c:pt idx="13824">
                  <c:v>10-06-2022</c:v>
                </c:pt>
                <c:pt idx="13825">
                  <c:v>10-06-2022</c:v>
                </c:pt>
                <c:pt idx="13826">
                  <c:v>10-06-2022</c:v>
                </c:pt>
                <c:pt idx="13827">
                  <c:v>10-06-2022</c:v>
                </c:pt>
                <c:pt idx="13828">
                  <c:v>10-06-2022</c:v>
                </c:pt>
                <c:pt idx="13829">
                  <c:v>10-06-2022</c:v>
                </c:pt>
                <c:pt idx="13830">
                  <c:v>10-06-2022</c:v>
                </c:pt>
                <c:pt idx="13831">
                  <c:v>10-06-2022</c:v>
                </c:pt>
                <c:pt idx="13832">
                  <c:v>10-06-2022</c:v>
                </c:pt>
                <c:pt idx="13833">
                  <c:v>10-06-2022</c:v>
                </c:pt>
                <c:pt idx="13834">
                  <c:v>10-06-2022</c:v>
                </c:pt>
                <c:pt idx="13835">
                  <c:v>10-06-2022</c:v>
                </c:pt>
                <c:pt idx="13836">
                  <c:v>11-06-2022</c:v>
                </c:pt>
                <c:pt idx="13837">
                  <c:v>11-06-2022</c:v>
                </c:pt>
                <c:pt idx="13838">
                  <c:v>11-06-2022</c:v>
                </c:pt>
                <c:pt idx="13839">
                  <c:v>11-06-2022</c:v>
                </c:pt>
                <c:pt idx="13840">
                  <c:v>11-06-2022</c:v>
                </c:pt>
                <c:pt idx="13841">
                  <c:v>11-06-2022</c:v>
                </c:pt>
                <c:pt idx="13842">
                  <c:v>11-06-2022</c:v>
                </c:pt>
                <c:pt idx="13843">
                  <c:v>11-06-2022</c:v>
                </c:pt>
                <c:pt idx="13844">
                  <c:v>11-06-2022</c:v>
                </c:pt>
                <c:pt idx="13845">
                  <c:v>11-06-2022</c:v>
                </c:pt>
                <c:pt idx="13846">
                  <c:v>11-06-2022</c:v>
                </c:pt>
                <c:pt idx="13847">
                  <c:v>11-06-2022</c:v>
                </c:pt>
                <c:pt idx="13848">
                  <c:v>11-06-2022</c:v>
                </c:pt>
                <c:pt idx="13849">
                  <c:v>11-06-2022</c:v>
                </c:pt>
                <c:pt idx="13850">
                  <c:v>11-06-2022</c:v>
                </c:pt>
                <c:pt idx="13851">
                  <c:v>11-06-2022</c:v>
                </c:pt>
                <c:pt idx="13852">
                  <c:v>11-06-2022</c:v>
                </c:pt>
                <c:pt idx="13853">
                  <c:v>11-06-2022</c:v>
                </c:pt>
                <c:pt idx="13854">
                  <c:v>11-06-2022</c:v>
                </c:pt>
                <c:pt idx="13855">
                  <c:v>11-06-2022</c:v>
                </c:pt>
                <c:pt idx="13856">
                  <c:v>11-06-2022</c:v>
                </c:pt>
                <c:pt idx="13857">
                  <c:v>11-06-2022</c:v>
                </c:pt>
                <c:pt idx="13858">
                  <c:v>11-06-2022</c:v>
                </c:pt>
                <c:pt idx="13859">
                  <c:v>11-06-2022</c:v>
                </c:pt>
                <c:pt idx="13860">
                  <c:v>11-06-2022</c:v>
                </c:pt>
                <c:pt idx="13861">
                  <c:v>11-06-2022</c:v>
                </c:pt>
                <c:pt idx="13862">
                  <c:v>11-06-2022</c:v>
                </c:pt>
                <c:pt idx="13863">
                  <c:v>11-06-2022</c:v>
                </c:pt>
                <c:pt idx="13864">
                  <c:v>11-06-2022</c:v>
                </c:pt>
                <c:pt idx="13865">
                  <c:v>11-06-2022</c:v>
                </c:pt>
                <c:pt idx="13866">
                  <c:v>11-06-2022</c:v>
                </c:pt>
                <c:pt idx="13867">
                  <c:v>11-06-2022</c:v>
                </c:pt>
                <c:pt idx="13868">
                  <c:v>11-06-2022</c:v>
                </c:pt>
                <c:pt idx="13869">
                  <c:v>11-06-2022</c:v>
                </c:pt>
                <c:pt idx="13870">
                  <c:v>11-06-2022</c:v>
                </c:pt>
                <c:pt idx="13871">
                  <c:v>11-06-2022</c:v>
                </c:pt>
                <c:pt idx="13872">
                  <c:v>11-06-2022</c:v>
                </c:pt>
                <c:pt idx="13873">
                  <c:v>11-06-2022</c:v>
                </c:pt>
                <c:pt idx="13874">
                  <c:v>11-06-2022</c:v>
                </c:pt>
                <c:pt idx="13875">
                  <c:v>11-06-2022</c:v>
                </c:pt>
                <c:pt idx="13876">
                  <c:v>12-06-2022</c:v>
                </c:pt>
                <c:pt idx="13877">
                  <c:v>12-06-2022</c:v>
                </c:pt>
                <c:pt idx="13878">
                  <c:v>12-06-2022</c:v>
                </c:pt>
                <c:pt idx="13879">
                  <c:v>12-06-2022</c:v>
                </c:pt>
                <c:pt idx="13880">
                  <c:v>12-06-2022</c:v>
                </c:pt>
                <c:pt idx="13881">
                  <c:v>12-06-2022</c:v>
                </c:pt>
                <c:pt idx="13882">
                  <c:v>12-06-2022</c:v>
                </c:pt>
                <c:pt idx="13883">
                  <c:v>12-06-2022</c:v>
                </c:pt>
                <c:pt idx="13884">
                  <c:v>12-06-2022</c:v>
                </c:pt>
                <c:pt idx="13885">
                  <c:v>12-06-2022</c:v>
                </c:pt>
                <c:pt idx="13886">
                  <c:v>12-06-2022</c:v>
                </c:pt>
                <c:pt idx="13887">
                  <c:v>12-06-2022</c:v>
                </c:pt>
                <c:pt idx="13888">
                  <c:v>12-06-2022</c:v>
                </c:pt>
                <c:pt idx="13889">
                  <c:v>12-06-2022</c:v>
                </c:pt>
                <c:pt idx="13890">
                  <c:v>12-06-2022</c:v>
                </c:pt>
                <c:pt idx="13891">
                  <c:v>12-06-2022</c:v>
                </c:pt>
                <c:pt idx="13892">
                  <c:v>12-06-2022</c:v>
                </c:pt>
                <c:pt idx="13893">
                  <c:v>12-06-2022</c:v>
                </c:pt>
                <c:pt idx="13894">
                  <c:v>12-06-2022</c:v>
                </c:pt>
                <c:pt idx="13895">
                  <c:v>12-06-2022</c:v>
                </c:pt>
                <c:pt idx="13896">
                  <c:v>12-06-2022</c:v>
                </c:pt>
                <c:pt idx="13897">
                  <c:v>12-06-2022</c:v>
                </c:pt>
                <c:pt idx="13898">
                  <c:v>12-06-2022</c:v>
                </c:pt>
                <c:pt idx="13899">
                  <c:v>12-06-2022</c:v>
                </c:pt>
                <c:pt idx="13900">
                  <c:v>12-06-2022</c:v>
                </c:pt>
                <c:pt idx="13901">
                  <c:v>12-06-2022</c:v>
                </c:pt>
                <c:pt idx="13902">
                  <c:v>12-06-2022</c:v>
                </c:pt>
                <c:pt idx="13903">
                  <c:v>12-06-2022</c:v>
                </c:pt>
                <c:pt idx="13904">
                  <c:v>12-06-2022</c:v>
                </c:pt>
                <c:pt idx="13905">
                  <c:v>12-06-2022</c:v>
                </c:pt>
                <c:pt idx="13906">
                  <c:v>12-06-2022</c:v>
                </c:pt>
                <c:pt idx="13907">
                  <c:v>12-06-2022</c:v>
                </c:pt>
                <c:pt idx="13908">
                  <c:v>12-06-2022</c:v>
                </c:pt>
                <c:pt idx="13909">
                  <c:v>12-06-2022</c:v>
                </c:pt>
                <c:pt idx="13910">
                  <c:v>12-06-2022</c:v>
                </c:pt>
                <c:pt idx="13911">
                  <c:v>12-06-2022</c:v>
                </c:pt>
                <c:pt idx="13912">
                  <c:v>12-06-2022</c:v>
                </c:pt>
                <c:pt idx="13913">
                  <c:v>12-06-2022</c:v>
                </c:pt>
                <c:pt idx="13914">
                  <c:v>12-06-2022</c:v>
                </c:pt>
                <c:pt idx="13915">
                  <c:v>12-06-2022</c:v>
                </c:pt>
                <c:pt idx="13916">
                  <c:v>13-06-2022</c:v>
                </c:pt>
                <c:pt idx="13917">
                  <c:v>13-06-2022</c:v>
                </c:pt>
                <c:pt idx="13918">
                  <c:v>13-06-2022</c:v>
                </c:pt>
                <c:pt idx="13919">
                  <c:v>13-06-2022</c:v>
                </c:pt>
                <c:pt idx="13920">
                  <c:v>13-06-2022</c:v>
                </c:pt>
                <c:pt idx="13921">
                  <c:v>13-06-2022</c:v>
                </c:pt>
                <c:pt idx="13922">
                  <c:v>13-06-2022</c:v>
                </c:pt>
                <c:pt idx="13923">
                  <c:v>13-06-2022</c:v>
                </c:pt>
                <c:pt idx="13924">
                  <c:v>13-06-2022</c:v>
                </c:pt>
                <c:pt idx="13925">
                  <c:v>13-06-2022</c:v>
                </c:pt>
                <c:pt idx="13926">
                  <c:v>13-06-2022</c:v>
                </c:pt>
                <c:pt idx="13927">
                  <c:v>13-06-2022</c:v>
                </c:pt>
                <c:pt idx="13928">
                  <c:v>13-06-2022</c:v>
                </c:pt>
                <c:pt idx="13929">
                  <c:v>13-06-2022</c:v>
                </c:pt>
                <c:pt idx="13930">
                  <c:v>13-06-2022</c:v>
                </c:pt>
                <c:pt idx="13931">
                  <c:v>13-06-2022</c:v>
                </c:pt>
                <c:pt idx="13932">
                  <c:v>13-06-2022</c:v>
                </c:pt>
                <c:pt idx="13933">
                  <c:v>13-06-2022</c:v>
                </c:pt>
                <c:pt idx="13934">
                  <c:v>13-06-2022</c:v>
                </c:pt>
                <c:pt idx="13935">
                  <c:v>13-06-2022</c:v>
                </c:pt>
                <c:pt idx="13936">
                  <c:v>13-06-2022</c:v>
                </c:pt>
                <c:pt idx="13937">
                  <c:v>13-06-2022</c:v>
                </c:pt>
                <c:pt idx="13938">
                  <c:v>13-06-2022</c:v>
                </c:pt>
                <c:pt idx="13939">
                  <c:v>13-06-2022</c:v>
                </c:pt>
                <c:pt idx="13940">
                  <c:v>13-06-2022</c:v>
                </c:pt>
                <c:pt idx="13941">
                  <c:v>13-06-2022</c:v>
                </c:pt>
                <c:pt idx="13942">
                  <c:v>13-06-2022</c:v>
                </c:pt>
                <c:pt idx="13943">
                  <c:v>13-06-2022</c:v>
                </c:pt>
                <c:pt idx="13944">
                  <c:v>13-06-2022</c:v>
                </c:pt>
                <c:pt idx="13945">
                  <c:v>13-06-2022</c:v>
                </c:pt>
                <c:pt idx="13946">
                  <c:v>13-06-2022</c:v>
                </c:pt>
                <c:pt idx="13947">
                  <c:v>13-06-2022</c:v>
                </c:pt>
                <c:pt idx="13948">
                  <c:v>13-06-2022</c:v>
                </c:pt>
                <c:pt idx="13949">
                  <c:v>13-06-2022</c:v>
                </c:pt>
                <c:pt idx="13950">
                  <c:v>13-06-2022</c:v>
                </c:pt>
                <c:pt idx="13951">
                  <c:v>13-06-2022</c:v>
                </c:pt>
                <c:pt idx="13952">
                  <c:v>13-06-2022</c:v>
                </c:pt>
                <c:pt idx="13953">
                  <c:v>13-06-2022</c:v>
                </c:pt>
                <c:pt idx="13954">
                  <c:v>13-06-2022</c:v>
                </c:pt>
                <c:pt idx="13955">
                  <c:v>13-06-2022</c:v>
                </c:pt>
                <c:pt idx="13956">
                  <c:v>14-06-2022</c:v>
                </c:pt>
                <c:pt idx="13957">
                  <c:v>14-06-2022</c:v>
                </c:pt>
                <c:pt idx="13958">
                  <c:v>14-06-2022</c:v>
                </c:pt>
                <c:pt idx="13959">
                  <c:v>14-06-2022</c:v>
                </c:pt>
                <c:pt idx="13960">
                  <c:v>14-06-2022</c:v>
                </c:pt>
                <c:pt idx="13961">
                  <c:v>14-06-2022</c:v>
                </c:pt>
                <c:pt idx="13962">
                  <c:v>14-06-2022</c:v>
                </c:pt>
                <c:pt idx="13963">
                  <c:v>14-06-2022</c:v>
                </c:pt>
                <c:pt idx="13964">
                  <c:v>14-06-2022</c:v>
                </c:pt>
                <c:pt idx="13965">
                  <c:v>14-06-2022</c:v>
                </c:pt>
                <c:pt idx="13966">
                  <c:v>14-06-2022</c:v>
                </c:pt>
                <c:pt idx="13967">
                  <c:v>14-06-2022</c:v>
                </c:pt>
                <c:pt idx="13968">
                  <c:v>14-06-2022</c:v>
                </c:pt>
                <c:pt idx="13969">
                  <c:v>14-06-2022</c:v>
                </c:pt>
                <c:pt idx="13970">
                  <c:v>14-06-2022</c:v>
                </c:pt>
                <c:pt idx="13971">
                  <c:v>14-06-2022</c:v>
                </c:pt>
                <c:pt idx="13972">
                  <c:v>14-06-2022</c:v>
                </c:pt>
                <c:pt idx="13973">
                  <c:v>14-06-2022</c:v>
                </c:pt>
                <c:pt idx="13974">
                  <c:v>14-06-2022</c:v>
                </c:pt>
                <c:pt idx="13975">
                  <c:v>14-06-2022</c:v>
                </c:pt>
                <c:pt idx="13976">
                  <c:v>14-06-2022</c:v>
                </c:pt>
                <c:pt idx="13977">
                  <c:v>14-06-2022</c:v>
                </c:pt>
                <c:pt idx="13978">
                  <c:v>14-06-2022</c:v>
                </c:pt>
                <c:pt idx="13979">
                  <c:v>14-06-2022</c:v>
                </c:pt>
                <c:pt idx="13980">
                  <c:v>14-06-2022</c:v>
                </c:pt>
                <c:pt idx="13981">
                  <c:v>14-06-2022</c:v>
                </c:pt>
                <c:pt idx="13982">
                  <c:v>14-06-2022</c:v>
                </c:pt>
                <c:pt idx="13983">
                  <c:v>14-06-2022</c:v>
                </c:pt>
                <c:pt idx="13984">
                  <c:v>14-06-2022</c:v>
                </c:pt>
                <c:pt idx="13985">
                  <c:v>14-06-2022</c:v>
                </c:pt>
                <c:pt idx="13986">
                  <c:v>14-06-2022</c:v>
                </c:pt>
                <c:pt idx="13987">
                  <c:v>14-06-2022</c:v>
                </c:pt>
                <c:pt idx="13988">
                  <c:v>14-06-2022</c:v>
                </c:pt>
                <c:pt idx="13989">
                  <c:v>14-06-2022</c:v>
                </c:pt>
                <c:pt idx="13990">
                  <c:v>14-06-2022</c:v>
                </c:pt>
                <c:pt idx="13991">
                  <c:v>14-06-2022</c:v>
                </c:pt>
                <c:pt idx="13992">
                  <c:v>14-06-2022</c:v>
                </c:pt>
                <c:pt idx="13993">
                  <c:v>14-06-2022</c:v>
                </c:pt>
                <c:pt idx="13994">
                  <c:v>14-06-2022</c:v>
                </c:pt>
                <c:pt idx="13995">
                  <c:v>14-06-2022</c:v>
                </c:pt>
                <c:pt idx="13996">
                  <c:v>15-06-2022</c:v>
                </c:pt>
                <c:pt idx="13997">
                  <c:v>15-06-2022</c:v>
                </c:pt>
                <c:pt idx="13998">
                  <c:v>15-06-2022</c:v>
                </c:pt>
                <c:pt idx="13999">
                  <c:v>15-06-2022</c:v>
                </c:pt>
                <c:pt idx="14000">
                  <c:v>15-06-2022</c:v>
                </c:pt>
                <c:pt idx="14001">
                  <c:v>15-06-2022</c:v>
                </c:pt>
                <c:pt idx="14002">
                  <c:v>15-06-2022</c:v>
                </c:pt>
                <c:pt idx="14003">
                  <c:v>15-06-2022</c:v>
                </c:pt>
                <c:pt idx="14004">
                  <c:v>15-06-2022</c:v>
                </c:pt>
                <c:pt idx="14005">
                  <c:v>15-06-2022</c:v>
                </c:pt>
                <c:pt idx="14006">
                  <c:v>15-06-2022</c:v>
                </c:pt>
                <c:pt idx="14007">
                  <c:v>15-06-2022</c:v>
                </c:pt>
                <c:pt idx="14008">
                  <c:v>15-06-2022</c:v>
                </c:pt>
                <c:pt idx="14009">
                  <c:v>15-06-2022</c:v>
                </c:pt>
                <c:pt idx="14010">
                  <c:v>15-06-2022</c:v>
                </c:pt>
                <c:pt idx="14011">
                  <c:v>15-06-2022</c:v>
                </c:pt>
                <c:pt idx="14012">
                  <c:v>15-06-2022</c:v>
                </c:pt>
                <c:pt idx="14013">
                  <c:v>15-06-2022</c:v>
                </c:pt>
                <c:pt idx="14014">
                  <c:v>15-06-2022</c:v>
                </c:pt>
                <c:pt idx="14015">
                  <c:v>15-06-2022</c:v>
                </c:pt>
                <c:pt idx="14016">
                  <c:v>15-06-2022</c:v>
                </c:pt>
                <c:pt idx="14017">
                  <c:v>15-06-2022</c:v>
                </c:pt>
                <c:pt idx="14018">
                  <c:v>15-06-2022</c:v>
                </c:pt>
                <c:pt idx="14019">
                  <c:v>15-06-2022</c:v>
                </c:pt>
                <c:pt idx="14020">
                  <c:v>15-06-2022</c:v>
                </c:pt>
                <c:pt idx="14021">
                  <c:v>15-06-2022</c:v>
                </c:pt>
                <c:pt idx="14022">
                  <c:v>15-06-2022</c:v>
                </c:pt>
                <c:pt idx="14023">
                  <c:v>15-06-2022</c:v>
                </c:pt>
                <c:pt idx="14024">
                  <c:v>15-06-2022</c:v>
                </c:pt>
                <c:pt idx="14025">
                  <c:v>15-06-2022</c:v>
                </c:pt>
                <c:pt idx="14026">
                  <c:v>15-06-2022</c:v>
                </c:pt>
                <c:pt idx="14027">
                  <c:v>15-06-2022</c:v>
                </c:pt>
                <c:pt idx="14028">
                  <c:v>15-06-2022</c:v>
                </c:pt>
                <c:pt idx="14029">
                  <c:v>15-06-2022</c:v>
                </c:pt>
                <c:pt idx="14030">
                  <c:v>15-06-2022</c:v>
                </c:pt>
                <c:pt idx="14031">
                  <c:v>15-06-2022</c:v>
                </c:pt>
                <c:pt idx="14032">
                  <c:v>15-06-2022</c:v>
                </c:pt>
                <c:pt idx="14033">
                  <c:v>15-06-2022</c:v>
                </c:pt>
                <c:pt idx="14034">
                  <c:v>15-06-2022</c:v>
                </c:pt>
                <c:pt idx="14035">
                  <c:v>15-06-2022</c:v>
                </c:pt>
                <c:pt idx="14036">
                  <c:v>16-06-2022</c:v>
                </c:pt>
                <c:pt idx="14037">
                  <c:v>16-06-2022</c:v>
                </c:pt>
                <c:pt idx="14038">
                  <c:v>16-06-2022</c:v>
                </c:pt>
                <c:pt idx="14039">
                  <c:v>16-06-2022</c:v>
                </c:pt>
                <c:pt idx="14040">
                  <c:v>16-06-2022</c:v>
                </c:pt>
                <c:pt idx="14041">
                  <c:v>16-06-2022</c:v>
                </c:pt>
                <c:pt idx="14042">
                  <c:v>16-06-2022</c:v>
                </c:pt>
                <c:pt idx="14043">
                  <c:v>16-06-2022</c:v>
                </c:pt>
                <c:pt idx="14044">
                  <c:v>16-06-2022</c:v>
                </c:pt>
                <c:pt idx="14045">
                  <c:v>16-06-2022</c:v>
                </c:pt>
                <c:pt idx="14046">
                  <c:v>16-06-2022</c:v>
                </c:pt>
                <c:pt idx="14047">
                  <c:v>16-06-2022</c:v>
                </c:pt>
                <c:pt idx="14048">
                  <c:v>16-06-2022</c:v>
                </c:pt>
                <c:pt idx="14049">
                  <c:v>16-06-2022</c:v>
                </c:pt>
                <c:pt idx="14050">
                  <c:v>16-06-2022</c:v>
                </c:pt>
                <c:pt idx="14051">
                  <c:v>16-06-2022</c:v>
                </c:pt>
                <c:pt idx="14052">
                  <c:v>16-06-2022</c:v>
                </c:pt>
                <c:pt idx="14053">
                  <c:v>16-06-2022</c:v>
                </c:pt>
                <c:pt idx="14054">
                  <c:v>16-06-2022</c:v>
                </c:pt>
                <c:pt idx="14055">
                  <c:v>16-06-2022</c:v>
                </c:pt>
                <c:pt idx="14056">
                  <c:v>16-06-2022</c:v>
                </c:pt>
                <c:pt idx="14057">
                  <c:v>16-06-2022</c:v>
                </c:pt>
                <c:pt idx="14058">
                  <c:v>16-06-2022</c:v>
                </c:pt>
                <c:pt idx="14059">
                  <c:v>16-06-2022</c:v>
                </c:pt>
                <c:pt idx="14060">
                  <c:v>16-06-2022</c:v>
                </c:pt>
                <c:pt idx="14061">
                  <c:v>16-06-2022</c:v>
                </c:pt>
                <c:pt idx="14062">
                  <c:v>16-06-2022</c:v>
                </c:pt>
                <c:pt idx="14063">
                  <c:v>16-06-2022</c:v>
                </c:pt>
                <c:pt idx="14064">
                  <c:v>16-06-2022</c:v>
                </c:pt>
                <c:pt idx="14065">
                  <c:v>16-06-2022</c:v>
                </c:pt>
                <c:pt idx="14066">
                  <c:v>16-06-2022</c:v>
                </c:pt>
                <c:pt idx="14067">
                  <c:v>16-06-2022</c:v>
                </c:pt>
                <c:pt idx="14068">
                  <c:v>16-06-2022</c:v>
                </c:pt>
                <c:pt idx="14069">
                  <c:v>16-06-2022</c:v>
                </c:pt>
                <c:pt idx="14070">
                  <c:v>16-06-2022</c:v>
                </c:pt>
                <c:pt idx="14071">
                  <c:v>16-06-2022</c:v>
                </c:pt>
                <c:pt idx="14072">
                  <c:v>16-06-2022</c:v>
                </c:pt>
                <c:pt idx="14073">
                  <c:v>16-06-2022</c:v>
                </c:pt>
                <c:pt idx="14074">
                  <c:v>16-06-2022</c:v>
                </c:pt>
                <c:pt idx="14075">
                  <c:v>16-06-2022</c:v>
                </c:pt>
                <c:pt idx="14076">
                  <c:v>17-06-2022</c:v>
                </c:pt>
                <c:pt idx="14077">
                  <c:v>17-06-2022</c:v>
                </c:pt>
                <c:pt idx="14078">
                  <c:v>17-06-2022</c:v>
                </c:pt>
                <c:pt idx="14079">
                  <c:v>17-06-2022</c:v>
                </c:pt>
                <c:pt idx="14080">
                  <c:v>17-06-2022</c:v>
                </c:pt>
                <c:pt idx="14081">
                  <c:v>17-06-2022</c:v>
                </c:pt>
                <c:pt idx="14082">
                  <c:v>17-06-2022</c:v>
                </c:pt>
                <c:pt idx="14083">
                  <c:v>17-06-2022</c:v>
                </c:pt>
                <c:pt idx="14084">
                  <c:v>17-06-2022</c:v>
                </c:pt>
                <c:pt idx="14085">
                  <c:v>17-06-2022</c:v>
                </c:pt>
                <c:pt idx="14086">
                  <c:v>17-06-2022</c:v>
                </c:pt>
                <c:pt idx="14087">
                  <c:v>17-06-2022</c:v>
                </c:pt>
                <c:pt idx="14088">
                  <c:v>17-06-2022</c:v>
                </c:pt>
                <c:pt idx="14089">
                  <c:v>17-06-2022</c:v>
                </c:pt>
                <c:pt idx="14090">
                  <c:v>17-06-2022</c:v>
                </c:pt>
                <c:pt idx="14091">
                  <c:v>17-06-2022</c:v>
                </c:pt>
                <c:pt idx="14092">
                  <c:v>17-06-2022</c:v>
                </c:pt>
                <c:pt idx="14093">
                  <c:v>17-06-2022</c:v>
                </c:pt>
                <c:pt idx="14094">
                  <c:v>17-06-2022</c:v>
                </c:pt>
                <c:pt idx="14095">
                  <c:v>17-06-2022</c:v>
                </c:pt>
                <c:pt idx="14096">
                  <c:v>17-06-2022</c:v>
                </c:pt>
                <c:pt idx="14097">
                  <c:v>17-06-2022</c:v>
                </c:pt>
                <c:pt idx="14098">
                  <c:v>17-06-2022</c:v>
                </c:pt>
                <c:pt idx="14099">
                  <c:v>17-06-2022</c:v>
                </c:pt>
                <c:pt idx="14100">
                  <c:v>17-06-2022</c:v>
                </c:pt>
                <c:pt idx="14101">
                  <c:v>17-06-2022</c:v>
                </c:pt>
                <c:pt idx="14102">
                  <c:v>17-06-2022</c:v>
                </c:pt>
                <c:pt idx="14103">
                  <c:v>17-06-2022</c:v>
                </c:pt>
                <c:pt idx="14104">
                  <c:v>17-06-2022</c:v>
                </c:pt>
                <c:pt idx="14105">
                  <c:v>17-06-2022</c:v>
                </c:pt>
                <c:pt idx="14106">
                  <c:v>17-06-2022</c:v>
                </c:pt>
                <c:pt idx="14107">
                  <c:v>17-06-2022</c:v>
                </c:pt>
                <c:pt idx="14108">
                  <c:v>17-06-2022</c:v>
                </c:pt>
                <c:pt idx="14109">
                  <c:v>17-06-2022</c:v>
                </c:pt>
                <c:pt idx="14110">
                  <c:v>17-06-2022</c:v>
                </c:pt>
                <c:pt idx="14111">
                  <c:v>17-06-2022</c:v>
                </c:pt>
                <c:pt idx="14112">
                  <c:v>17-06-2022</c:v>
                </c:pt>
                <c:pt idx="14113">
                  <c:v>17-06-2022</c:v>
                </c:pt>
                <c:pt idx="14114">
                  <c:v>17-06-2022</c:v>
                </c:pt>
                <c:pt idx="14115">
                  <c:v>17-06-2022</c:v>
                </c:pt>
                <c:pt idx="14116">
                  <c:v>20-06-2022</c:v>
                </c:pt>
                <c:pt idx="14117">
                  <c:v>20-06-2022</c:v>
                </c:pt>
                <c:pt idx="14118">
                  <c:v>20-06-2022</c:v>
                </c:pt>
                <c:pt idx="14119">
                  <c:v>20-06-2022</c:v>
                </c:pt>
                <c:pt idx="14120">
                  <c:v>20-06-2022</c:v>
                </c:pt>
                <c:pt idx="14121">
                  <c:v>20-06-2022</c:v>
                </c:pt>
                <c:pt idx="14122">
                  <c:v>20-06-2022</c:v>
                </c:pt>
                <c:pt idx="14123">
                  <c:v>20-06-2022</c:v>
                </c:pt>
                <c:pt idx="14124">
                  <c:v>20-06-2022</c:v>
                </c:pt>
                <c:pt idx="14125">
                  <c:v>20-06-2022</c:v>
                </c:pt>
                <c:pt idx="14126">
                  <c:v>20-06-2022</c:v>
                </c:pt>
                <c:pt idx="14127">
                  <c:v>20-06-2022</c:v>
                </c:pt>
                <c:pt idx="14128">
                  <c:v>20-06-2022</c:v>
                </c:pt>
                <c:pt idx="14129">
                  <c:v>20-06-2022</c:v>
                </c:pt>
                <c:pt idx="14130">
                  <c:v>20-06-2022</c:v>
                </c:pt>
                <c:pt idx="14131">
                  <c:v>20-06-2022</c:v>
                </c:pt>
                <c:pt idx="14132">
                  <c:v>20-06-2022</c:v>
                </c:pt>
                <c:pt idx="14133">
                  <c:v>20-06-2022</c:v>
                </c:pt>
                <c:pt idx="14134">
                  <c:v>20-06-2022</c:v>
                </c:pt>
                <c:pt idx="14135">
                  <c:v>20-06-2022</c:v>
                </c:pt>
                <c:pt idx="14136">
                  <c:v>20-06-2022</c:v>
                </c:pt>
                <c:pt idx="14137">
                  <c:v>20-06-2022</c:v>
                </c:pt>
                <c:pt idx="14138">
                  <c:v>20-06-2022</c:v>
                </c:pt>
                <c:pt idx="14139">
                  <c:v>20-06-2022</c:v>
                </c:pt>
                <c:pt idx="14140">
                  <c:v>20-06-2022</c:v>
                </c:pt>
                <c:pt idx="14141">
                  <c:v>20-06-2022</c:v>
                </c:pt>
                <c:pt idx="14142">
                  <c:v>20-06-2022</c:v>
                </c:pt>
                <c:pt idx="14143">
                  <c:v>20-06-2022</c:v>
                </c:pt>
                <c:pt idx="14144">
                  <c:v>20-06-2022</c:v>
                </c:pt>
                <c:pt idx="14145">
                  <c:v>20-06-2022</c:v>
                </c:pt>
                <c:pt idx="14146">
                  <c:v>20-06-2022</c:v>
                </c:pt>
                <c:pt idx="14147">
                  <c:v>20-06-2022</c:v>
                </c:pt>
                <c:pt idx="14148">
                  <c:v>20-06-2022</c:v>
                </c:pt>
                <c:pt idx="14149">
                  <c:v>20-06-2022</c:v>
                </c:pt>
                <c:pt idx="14150">
                  <c:v>20-06-2022</c:v>
                </c:pt>
                <c:pt idx="14151">
                  <c:v>20-06-2022</c:v>
                </c:pt>
                <c:pt idx="14152">
                  <c:v>20-06-2022</c:v>
                </c:pt>
                <c:pt idx="14153">
                  <c:v>20-06-2022</c:v>
                </c:pt>
                <c:pt idx="14154">
                  <c:v>20-06-2022</c:v>
                </c:pt>
                <c:pt idx="14155">
                  <c:v>20-06-2022</c:v>
                </c:pt>
                <c:pt idx="14156">
                  <c:v>21-06-2022</c:v>
                </c:pt>
                <c:pt idx="14157">
                  <c:v>21-06-2022</c:v>
                </c:pt>
                <c:pt idx="14158">
                  <c:v>21-06-2022</c:v>
                </c:pt>
                <c:pt idx="14159">
                  <c:v>21-06-2022</c:v>
                </c:pt>
                <c:pt idx="14160">
                  <c:v>21-06-2022</c:v>
                </c:pt>
                <c:pt idx="14161">
                  <c:v>21-06-2022</c:v>
                </c:pt>
                <c:pt idx="14162">
                  <c:v>21-06-2022</c:v>
                </c:pt>
                <c:pt idx="14163">
                  <c:v>21-06-2022</c:v>
                </c:pt>
                <c:pt idx="14164">
                  <c:v>21-06-2022</c:v>
                </c:pt>
                <c:pt idx="14165">
                  <c:v>21-06-2022</c:v>
                </c:pt>
                <c:pt idx="14166">
                  <c:v>21-06-2022</c:v>
                </c:pt>
                <c:pt idx="14167">
                  <c:v>21-06-2022</c:v>
                </c:pt>
                <c:pt idx="14168">
                  <c:v>21-06-2022</c:v>
                </c:pt>
                <c:pt idx="14169">
                  <c:v>21-06-2022</c:v>
                </c:pt>
                <c:pt idx="14170">
                  <c:v>21-06-2022</c:v>
                </c:pt>
                <c:pt idx="14171">
                  <c:v>21-06-2022</c:v>
                </c:pt>
                <c:pt idx="14172">
                  <c:v>21-06-2022</c:v>
                </c:pt>
                <c:pt idx="14173">
                  <c:v>21-06-2022</c:v>
                </c:pt>
                <c:pt idx="14174">
                  <c:v>21-06-2022</c:v>
                </c:pt>
                <c:pt idx="14175">
                  <c:v>21-06-2022</c:v>
                </c:pt>
                <c:pt idx="14176">
                  <c:v>21-06-2022</c:v>
                </c:pt>
                <c:pt idx="14177">
                  <c:v>21-06-2022</c:v>
                </c:pt>
                <c:pt idx="14178">
                  <c:v>21-06-2022</c:v>
                </c:pt>
                <c:pt idx="14179">
                  <c:v>21-06-2022</c:v>
                </c:pt>
                <c:pt idx="14180">
                  <c:v>21-06-2022</c:v>
                </c:pt>
                <c:pt idx="14181">
                  <c:v>21-06-2022</c:v>
                </c:pt>
                <c:pt idx="14182">
                  <c:v>21-06-2022</c:v>
                </c:pt>
                <c:pt idx="14183">
                  <c:v>21-06-2022</c:v>
                </c:pt>
                <c:pt idx="14184">
                  <c:v>21-06-2022</c:v>
                </c:pt>
                <c:pt idx="14185">
                  <c:v>21-06-2022</c:v>
                </c:pt>
                <c:pt idx="14186">
                  <c:v>21-06-2022</c:v>
                </c:pt>
                <c:pt idx="14187">
                  <c:v>21-06-2022</c:v>
                </c:pt>
                <c:pt idx="14188">
                  <c:v>21-06-2022</c:v>
                </c:pt>
                <c:pt idx="14189">
                  <c:v>21-06-2022</c:v>
                </c:pt>
                <c:pt idx="14190">
                  <c:v>21-06-2022</c:v>
                </c:pt>
                <c:pt idx="14191">
                  <c:v>21-06-2022</c:v>
                </c:pt>
                <c:pt idx="14192">
                  <c:v>21-06-2022</c:v>
                </c:pt>
                <c:pt idx="14193">
                  <c:v>21-06-2022</c:v>
                </c:pt>
                <c:pt idx="14194">
                  <c:v>21-06-2022</c:v>
                </c:pt>
                <c:pt idx="14195">
                  <c:v>21-06-2022</c:v>
                </c:pt>
              </c:strCache>
            </c:strRef>
          </c:cat>
          <c:val>
            <c:numRef>
              <c:f>ContractWiseTrade!$H$5:$H$14200</c:f>
              <c:numCache>
                <c:formatCode>0.00</c:formatCode>
                <c:ptCount val="14196"/>
                <c:pt idx="0">
                  <c:v>3</c:v>
                </c:pt>
                <c:pt idx="1">
                  <c:v>3</c:v>
                </c:pt>
                <c:pt idx="2">
                  <c:v>3</c:v>
                </c:pt>
                <c:pt idx="3">
                  <c:v>3</c:v>
                </c:pt>
                <c:pt idx="4">
                  <c:v>3</c:v>
                </c:pt>
                <c:pt idx="5">
                  <c:v>3</c:v>
                </c:pt>
                <c:pt idx="6">
                  <c:v>3.44509</c:v>
                </c:pt>
                <c:pt idx="7">
                  <c:v>3.4354100000000001</c:v>
                </c:pt>
                <c:pt idx="8">
                  <c:v>3.4579299999999997</c:v>
                </c:pt>
                <c:pt idx="9">
                  <c:v>3.4491399999999999</c:v>
                </c:pt>
                <c:pt idx="10">
                  <c:v>3.4729399999999999</c:v>
                </c:pt>
                <c:pt idx="11">
                  <c:v>3.4859899999999997</c:v>
                </c:pt>
                <c:pt idx="12">
                  <c:v>3.4889800000000002</c:v>
                </c:pt>
                <c:pt idx="13">
                  <c:v>3.4982500000000001</c:v>
                </c:pt>
                <c:pt idx="14">
                  <c:v>3.5049000000000001</c:v>
                </c:pt>
                <c:pt idx="15">
                  <c:v>3.5088600000000003</c:v>
                </c:pt>
                <c:pt idx="16">
                  <c:v>3.5171100000000002</c:v>
                </c:pt>
                <c:pt idx="17">
                  <c:v>3.5968</c:v>
                </c:pt>
                <c:pt idx="18">
                  <c:v>3.59538</c:v>
                </c:pt>
                <c:pt idx="19">
                  <c:v>3.5943400000000003</c:v>
                </c:pt>
                <c:pt idx="20">
                  <c:v>3.5237500000000002</c:v>
                </c:pt>
                <c:pt idx="21">
                  <c:v>3.5937199999999998</c:v>
                </c:pt>
                <c:pt idx="22">
                  <c:v>3.5945500000000004</c:v>
                </c:pt>
                <c:pt idx="23">
                  <c:v>3.5955300000000001</c:v>
                </c:pt>
                <c:pt idx="24">
                  <c:v>3.5224699999999998</c:v>
                </c:pt>
                <c:pt idx="25">
                  <c:v>3.5983800000000001</c:v>
                </c:pt>
                <c:pt idx="26">
                  <c:v>3.5989800000000001</c:v>
                </c:pt>
                <c:pt idx="27">
                  <c:v>3.5995700000000004</c:v>
                </c:pt>
                <c:pt idx="28">
                  <c:v>3.5263299999999997</c:v>
                </c:pt>
                <c:pt idx="29">
                  <c:v>3.5999699999999999</c:v>
                </c:pt>
                <c:pt idx="30">
                  <c:v>3.6000199999999998</c:v>
                </c:pt>
                <c:pt idx="31">
                  <c:v>3.6016500000000002</c:v>
                </c:pt>
                <c:pt idx="32">
                  <c:v>3.5467600000000004</c:v>
                </c:pt>
                <c:pt idx="33">
                  <c:v>3.6202700000000001</c:v>
                </c:pt>
                <c:pt idx="34">
                  <c:v>3.6200799999999997</c:v>
                </c:pt>
                <c:pt idx="35">
                  <c:v>3.6230500000000001</c:v>
                </c:pt>
                <c:pt idx="36">
                  <c:v>3.5522900000000002</c:v>
                </c:pt>
                <c:pt idx="37">
                  <c:v>3.6266500000000002</c:v>
                </c:pt>
                <c:pt idx="38">
                  <c:v>3.6339099999999998</c:v>
                </c:pt>
                <c:pt idx="39">
                  <c:v>3.6364999999999998</c:v>
                </c:pt>
                <c:pt idx="40">
                  <c:v>3.0105500000000003</c:v>
                </c:pt>
                <c:pt idx="41">
                  <c:v>3.0101799999999996</c:v>
                </c:pt>
                <c:pt idx="42">
                  <c:v>3.0105500000000003</c:v>
                </c:pt>
                <c:pt idx="43">
                  <c:v>3.0113400000000001</c:v>
                </c:pt>
                <c:pt idx="44">
                  <c:v>3.2257399999999996</c:v>
                </c:pt>
                <c:pt idx="45">
                  <c:v>3.2251099999999999</c:v>
                </c:pt>
                <c:pt idx="46">
                  <c:v>3.2423999999999999</c:v>
                </c:pt>
                <c:pt idx="47">
                  <c:v>3.2403499999999998</c:v>
                </c:pt>
                <c:pt idx="48">
                  <c:v>3.23773</c:v>
                </c:pt>
                <c:pt idx="49">
                  <c:v>3.2343899999999999</c:v>
                </c:pt>
                <c:pt idx="50">
                  <c:v>3.2346500000000002</c:v>
                </c:pt>
                <c:pt idx="51">
                  <c:v>3.3152600000000003</c:v>
                </c:pt>
                <c:pt idx="52">
                  <c:v>3.35006</c:v>
                </c:pt>
                <c:pt idx="53">
                  <c:v>3.3848499999999997</c:v>
                </c:pt>
                <c:pt idx="54">
                  <c:v>3.4320300000000001</c:v>
                </c:pt>
                <c:pt idx="55">
                  <c:v>3.4546799999999998</c:v>
                </c:pt>
                <c:pt idx="56">
                  <c:v>3.46963</c:v>
                </c:pt>
                <c:pt idx="57">
                  <c:v>3.4851900000000002</c:v>
                </c:pt>
                <c:pt idx="58">
                  <c:v>3.4959899999999999</c:v>
                </c:pt>
                <c:pt idx="59">
                  <c:v>3.50542</c:v>
                </c:pt>
                <c:pt idx="60">
                  <c:v>3.5056500000000002</c:v>
                </c:pt>
                <c:pt idx="61">
                  <c:v>3.51037</c:v>
                </c:pt>
                <c:pt idx="62">
                  <c:v>3.5105399999999998</c:v>
                </c:pt>
                <c:pt idx="63">
                  <c:v>3.5107900000000001</c:v>
                </c:pt>
                <c:pt idx="64">
                  <c:v>3.5110300000000003</c:v>
                </c:pt>
                <c:pt idx="65">
                  <c:v>3.4960399999999998</c:v>
                </c:pt>
                <c:pt idx="66">
                  <c:v>3.48881</c:v>
                </c:pt>
                <c:pt idx="67">
                  <c:v>3.4864099999999998</c:v>
                </c:pt>
                <c:pt idx="68">
                  <c:v>3.4798400000000003</c:v>
                </c:pt>
                <c:pt idx="69">
                  <c:v>3.48319</c:v>
                </c:pt>
                <c:pt idx="70">
                  <c:v>3.4991699999999999</c:v>
                </c:pt>
                <c:pt idx="71">
                  <c:v>3.5095399999999999</c:v>
                </c:pt>
                <c:pt idx="72">
                  <c:v>3.5099</c:v>
                </c:pt>
                <c:pt idx="73">
                  <c:v>3.51491</c:v>
                </c:pt>
                <c:pt idx="74">
                  <c:v>3.51918</c:v>
                </c:pt>
                <c:pt idx="75">
                  <c:v>3.51681</c:v>
                </c:pt>
                <c:pt idx="76">
                  <c:v>3.49885</c:v>
                </c:pt>
                <c:pt idx="77">
                  <c:v>3.5022500000000001</c:v>
                </c:pt>
                <c:pt idx="78">
                  <c:v>3.6926700000000001</c:v>
                </c:pt>
                <c:pt idx="79">
                  <c:v>3.6944499999999998</c:v>
                </c:pt>
                <c:pt idx="86">
                  <c:v>3.0457399999999999</c:v>
                </c:pt>
                <c:pt idx="87">
                  <c:v>3.0491599999999996</c:v>
                </c:pt>
                <c:pt idx="88">
                  <c:v>3.05416</c:v>
                </c:pt>
                <c:pt idx="89">
                  <c:v>3.0578000000000003</c:v>
                </c:pt>
                <c:pt idx="90">
                  <c:v>3.0615600000000001</c:v>
                </c:pt>
                <c:pt idx="91">
                  <c:v>3.0633600000000003</c:v>
                </c:pt>
                <c:pt idx="92">
                  <c:v>3.0643200000000004</c:v>
                </c:pt>
                <c:pt idx="93">
                  <c:v>3.0646399999999998</c:v>
                </c:pt>
                <c:pt idx="94">
                  <c:v>3.05728</c:v>
                </c:pt>
                <c:pt idx="95">
                  <c:v>3.0566500000000003</c:v>
                </c:pt>
                <c:pt idx="96">
                  <c:v>3.0551999999999997</c:v>
                </c:pt>
                <c:pt idx="97">
                  <c:v>3.05342</c:v>
                </c:pt>
                <c:pt idx="98">
                  <c:v>3.0204499999999999</c:v>
                </c:pt>
                <c:pt idx="99">
                  <c:v>3.0204499999999999</c:v>
                </c:pt>
                <c:pt idx="100">
                  <c:v>3.0362</c:v>
                </c:pt>
                <c:pt idx="101">
                  <c:v>3.0362</c:v>
                </c:pt>
                <c:pt idx="102">
                  <c:v>3.0362</c:v>
                </c:pt>
                <c:pt idx="103">
                  <c:v>3.0362</c:v>
                </c:pt>
                <c:pt idx="104">
                  <c:v>3.0362</c:v>
                </c:pt>
                <c:pt idx="105">
                  <c:v>3.0362</c:v>
                </c:pt>
                <c:pt idx="106">
                  <c:v>3.0512199999999998</c:v>
                </c:pt>
                <c:pt idx="107">
                  <c:v>3.0514699999999997</c:v>
                </c:pt>
                <c:pt idx="108">
                  <c:v>3.0514699999999997</c:v>
                </c:pt>
                <c:pt idx="109">
                  <c:v>3.0521599999999998</c:v>
                </c:pt>
                <c:pt idx="110">
                  <c:v>3.0521599999999998</c:v>
                </c:pt>
                <c:pt idx="111">
                  <c:v>3.0521599999999998</c:v>
                </c:pt>
                <c:pt idx="112">
                  <c:v>3.05077</c:v>
                </c:pt>
                <c:pt idx="113">
                  <c:v>3.05077</c:v>
                </c:pt>
                <c:pt idx="114">
                  <c:v>3.0521400000000001</c:v>
                </c:pt>
                <c:pt idx="115">
                  <c:v>3.0521400000000001</c:v>
                </c:pt>
                <c:pt idx="116">
                  <c:v>3.0521400000000001</c:v>
                </c:pt>
                <c:pt idx="117">
                  <c:v>3.0521400000000001</c:v>
                </c:pt>
                <c:pt idx="118">
                  <c:v>3.2065300000000003</c:v>
                </c:pt>
                <c:pt idx="119">
                  <c:v>3.2081599999999999</c:v>
                </c:pt>
                <c:pt idx="120">
                  <c:v>3.2090799999999997</c:v>
                </c:pt>
                <c:pt idx="121">
                  <c:v>3.2118500000000001</c:v>
                </c:pt>
                <c:pt idx="122">
                  <c:v>3.2155500000000004</c:v>
                </c:pt>
                <c:pt idx="123">
                  <c:v>3.2175500000000001</c:v>
                </c:pt>
                <c:pt idx="124">
                  <c:v>3.2200100000000003</c:v>
                </c:pt>
                <c:pt idx="125">
                  <c:v>3.2231199999999998</c:v>
                </c:pt>
                <c:pt idx="135">
                  <c:v>3.4</c:v>
                </c:pt>
                <c:pt idx="136">
                  <c:v>3.2867899999999999</c:v>
                </c:pt>
                <c:pt idx="137">
                  <c:v>3.3290799999999998</c:v>
                </c:pt>
                <c:pt idx="138">
                  <c:v>3.3320799999999999</c:v>
                </c:pt>
                <c:pt idx="139">
                  <c:v>3.31839</c:v>
                </c:pt>
                <c:pt idx="140">
                  <c:v>3.3222899999999997</c:v>
                </c:pt>
                <c:pt idx="141">
                  <c:v>3.3115300000000003</c:v>
                </c:pt>
                <c:pt idx="142">
                  <c:v>3.2958699999999999</c:v>
                </c:pt>
                <c:pt idx="143">
                  <c:v>3.28511</c:v>
                </c:pt>
                <c:pt idx="144">
                  <c:v>3.45635</c:v>
                </c:pt>
                <c:pt idx="145">
                  <c:v>3.5846999999999998</c:v>
                </c:pt>
                <c:pt idx="146">
                  <c:v>3.5731799999999998</c:v>
                </c:pt>
                <c:pt idx="147">
                  <c:v>3.5663899999999997</c:v>
                </c:pt>
                <c:pt idx="148">
                  <c:v>3.5600100000000001</c:v>
                </c:pt>
                <c:pt idx="149">
                  <c:v>3.5574599999999998</c:v>
                </c:pt>
                <c:pt idx="150">
                  <c:v>3.56772</c:v>
                </c:pt>
                <c:pt idx="151">
                  <c:v>3.6028200000000004</c:v>
                </c:pt>
                <c:pt idx="152">
                  <c:v>3.6286199999999997</c:v>
                </c:pt>
                <c:pt idx="153">
                  <c:v>3.6627299999999998</c:v>
                </c:pt>
                <c:pt idx="154">
                  <c:v>3.6832800000000003</c:v>
                </c:pt>
                <c:pt idx="155">
                  <c:v>3.70139</c:v>
                </c:pt>
                <c:pt idx="156">
                  <c:v>3.7173400000000001</c:v>
                </c:pt>
                <c:pt idx="157">
                  <c:v>3.7271000000000001</c:v>
                </c:pt>
                <c:pt idx="158">
                  <c:v>3.7315300000000002</c:v>
                </c:pt>
                <c:pt idx="159">
                  <c:v>3.7443200000000001</c:v>
                </c:pt>
                <c:pt idx="160">
                  <c:v>3.7549200000000003</c:v>
                </c:pt>
                <c:pt idx="161">
                  <c:v>3.7595000000000001</c:v>
                </c:pt>
                <c:pt idx="162">
                  <c:v>3.7525599999999999</c:v>
                </c:pt>
                <c:pt idx="163">
                  <c:v>3.74655</c:v>
                </c:pt>
                <c:pt idx="164">
                  <c:v>3.7382300000000002</c:v>
                </c:pt>
                <c:pt idx="165">
                  <c:v>3.7339199999999999</c:v>
                </c:pt>
                <c:pt idx="166">
                  <c:v>3.72986</c:v>
                </c:pt>
                <c:pt idx="167">
                  <c:v>3.7322100000000002</c:v>
                </c:pt>
                <c:pt idx="168">
                  <c:v>3.7508499999999998</c:v>
                </c:pt>
                <c:pt idx="169">
                  <c:v>3.8198699999999999</c:v>
                </c:pt>
                <c:pt idx="170">
                  <c:v>3.8494999999999999</c:v>
                </c:pt>
                <c:pt idx="171">
                  <c:v>3.8567199999999997</c:v>
                </c:pt>
                <c:pt idx="172">
                  <c:v>3.8874599999999999</c:v>
                </c:pt>
                <c:pt idx="173">
                  <c:v>3.8004699999999998</c:v>
                </c:pt>
                <c:pt idx="174">
                  <c:v>3.8344200000000002</c:v>
                </c:pt>
                <c:pt idx="175">
                  <c:v>3.9004000000000003</c:v>
                </c:pt>
                <c:pt idx="176">
                  <c:v>3.9359499999999996</c:v>
                </c:pt>
                <c:pt idx="177">
                  <c:v>3.9443999999999999</c:v>
                </c:pt>
                <c:pt idx="178">
                  <c:v>3.9454799999999999</c:v>
                </c:pt>
                <c:pt idx="179">
                  <c:v>3.2928600000000001</c:v>
                </c:pt>
                <c:pt idx="180">
                  <c:v>3.2943200000000004</c:v>
                </c:pt>
                <c:pt idx="181">
                  <c:v>3.2754299999999996</c:v>
                </c:pt>
                <c:pt idx="182">
                  <c:v>3.2679200000000002</c:v>
                </c:pt>
                <c:pt idx="183">
                  <c:v>3.2</c:v>
                </c:pt>
                <c:pt idx="184">
                  <c:v>3.2</c:v>
                </c:pt>
                <c:pt idx="185">
                  <c:v>3.2</c:v>
                </c:pt>
                <c:pt idx="186">
                  <c:v>3.2</c:v>
                </c:pt>
                <c:pt idx="187">
                  <c:v>3.2</c:v>
                </c:pt>
                <c:pt idx="188">
                  <c:v>3.2</c:v>
                </c:pt>
                <c:pt idx="189">
                  <c:v>3.2</c:v>
                </c:pt>
                <c:pt idx="190">
                  <c:v>3.2</c:v>
                </c:pt>
                <c:pt idx="191">
                  <c:v>3.0447500000000001</c:v>
                </c:pt>
                <c:pt idx="192">
                  <c:v>3.0448000000000004</c:v>
                </c:pt>
                <c:pt idx="193">
                  <c:v>3.0450399999999997</c:v>
                </c:pt>
                <c:pt idx="194">
                  <c:v>3.0437699999999999</c:v>
                </c:pt>
                <c:pt idx="195">
                  <c:v>3.0425500000000003</c:v>
                </c:pt>
                <c:pt idx="196">
                  <c:v>3.0428899999999999</c:v>
                </c:pt>
                <c:pt idx="197">
                  <c:v>3.61408</c:v>
                </c:pt>
                <c:pt idx="198">
                  <c:v>3.58941</c:v>
                </c:pt>
                <c:pt idx="199">
                  <c:v>3.8534600000000001</c:v>
                </c:pt>
                <c:pt idx="200">
                  <c:v>3.8663000000000003</c:v>
                </c:pt>
                <c:pt idx="201">
                  <c:v>3.8767900000000002</c:v>
                </c:pt>
                <c:pt idx="202">
                  <c:v>3.8890700000000002</c:v>
                </c:pt>
                <c:pt idx="203">
                  <c:v>3.8936199999999999</c:v>
                </c:pt>
                <c:pt idx="204">
                  <c:v>3.9042600000000003</c:v>
                </c:pt>
                <c:pt idx="205">
                  <c:v>3.9150399999999999</c:v>
                </c:pt>
                <c:pt idx="206">
                  <c:v>3.92177</c:v>
                </c:pt>
                <c:pt idx="207">
                  <c:v>3.9274</c:v>
                </c:pt>
                <c:pt idx="208">
                  <c:v>3.93119</c:v>
                </c:pt>
                <c:pt idx="209">
                  <c:v>3.9371999999999998</c:v>
                </c:pt>
                <c:pt idx="210">
                  <c:v>3.93818</c:v>
                </c:pt>
                <c:pt idx="211">
                  <c:v>3.9391400000000001</c:v>
                </c:pt>
                <c:pt idx="212">
                  <c:v>3.9365300000000003</c:v>
                </c:pt>
                <c:pt idx="213">
                  <c:v>4.1253100000000007</c:v>
                </c:pt>
                <c:pt idx="214">
                  <c:v>4.1265700000000001</c:v>
                </c:pt>
                <c:pt idx="215">
                  <c:v>4.1253100000000007</c:v>
                </c:pt>
                <c:pt idx="216">
                  <c:v>4.1293800000000003</c:v>
                </c:pt>
                <c:pt idx="217">
                  <c:v>4.1261899999999994</c:v>
                </c:pt>
                <c:pt idx="218">
                  <c:v>4.13089</c:v>
                </c:pt>
                <c:pt idx="219">
                  <c:v>4.1341999999999999</c:v>
                </c:pt>
                <c:pt idx="220">
                  <c:v>4.1428000000000003</c:v>
                </c:pt>
                <c:pt idx="221">
                  <c:v>4.1512900000000004</c:v>
                </c:pt>
                <c:pt idx="222">
                  <c:v>4.1566599999999996</c:v>
                </c:pt>
                <c:pt idx="223">
                  <c:v>4.1624399999999993</c:v>
                </c:pt>
                <c:pt idx="224">
                  <c:v>4.1668900000000004</c:v>
                </c:pt>
                <c:pt idx="225">
                  <c:v>4.1702200000000005</c:v>
                </c:pt>
                <c:pt idx="226">
                  <c:v>4.1729899999999995</c:v>
                </c:pt>
                <c:pt idx="227">
                  <c:v>4.1756400000000005</c:v>
                </c:pt>
                <c:pt idx="228">
                  <c:v>4.1789700000000005</c:v>
                </c:pt>
                <c:pt idx="229">
                  <c:v>4.18757</c:v>
                </c:pt>
                <c:pt idx="230">
                  <c:v>4.1897000000000002</c:v>
                </c:pt>
                <c:pt idx="231">
                  <c:v>3.2</c:v>
                </c:pt>
                <c:pt idx="232">
                  <c:v>3.2</c:v>
                </c:pt>
                <c:pt idx="233">
                  <c:v>3.2</c:v>
                </c:pt>
                <c:pt idx="234">
                  <c:v>3.2</c:v>
                </c:pt>
                <c:pt idx="235">
                  <c:v>3.2</c:v>
                </c:pt>
                <c:pt idx="236">
                  <c:v>3.2</c:v>
                </c:pt>
                <c:pt idx="237">
                  <c:v>3.2</c:v>
                </c:pt>
                <c:pt idx="238">
                  <c:v>3.2</c:v>
                </c:pt>
                <c:pt idx="239">
                  <c:v>3.2</c:v>
                </c:pt>
                <c:pt idx="240">
                  <c:v>3.2</c:v>
                </c:pt>
                <c:pt idx="241">
                  <c:v>3.2</c:v>
                </c:pt>
                <c:pt idx="242">
                  <c:v>3.2</c:v>
                </c:pt>
                <c:pt idx="243">
                  <c:v>3.0878200000000002</c:v>
                </c:pt>
                <c:pt idx="244">
                  <c:v>3.07843</c:v>
                </c:pt>
                <c:pt idx="245">
                  <c:v>3.0726799999999996</c:v>
                </c:pt>
                <c:pt idx="246">
                  <c:v>3.0680300000000003</c:v>
                </c:pt>
                <c:pt idx="247">
                  <c:v>3.0646199999999997</c:v>
                </c:pt>
                <c:pt idx="248">
                  <c:v>3.06175</c:v>
                </c:pt>
                <c:pt idx="249">
                  <c:v>3.81379</c:v>
                </c:pt>
                <c:pt idx="250">
                  <c:v>3.7820500000000004</c:v>
                </c:pt>
                <c:pt idx="251">
                  <c:v>3.9391100000000003</c:v>
                </c:pt>
                <c:pt idx="252">
                  <c:v>3.9881100000000003</c:v>
                </c:pt>
                <c:pt idx="253">
                  <c:v>4.0277500000000002</c:v>
                </c:pt>
                <c:pt idx="254">
                  <c:v>4.0804999999999998</c:v>
                </c:pt>
                <c:pt idx="255">
                  <c:v>4.0922900000000002</c:v>
                </c:pt>
                <c:pt idx="256">
                  <c:v>4.1430800000000003</c:v>
                </c:pt>
                <c:pt idx="257">
                  <c:v>4.1875299999999998</c:v>
                </c:pt>
                <c:pt idx="258">
                  <c:v>4.2113399999999999</c:v>
                </c:pt>
                <c:pt idx="259">
                  <c:v>4.2431700000000001</c:v>
                </c:pt>
                <c:pt idx="260">
                  <c:v>4.2620899999999997</c:v>
                </c:pt>
                <c:pt idx="261">
                  <c:v>4.2731000000000003</c:v>
                </c:pt>
                <c:pt idx="262">
                  <c:v>4.2762399999999996</c:v>
                </c:pt>
                <c:pt idx="263">
                  <c:v>4.28965</c:v>
                </c:pt>
                <c:pt idx="264">
                  <c:v>4.2997399999999999</c:v>
                </c:pt>
                <c:pt idx="265">
                  <c:v>4.2985299999999995</c:v>
                </c:pt>
                <c:pt idx="266">
                  <c:v>4.3022</c:v>
                </c:pt>
                <c:pt idx="267">
                  <c:v>4.3083900000000002</c:v>
                </c:pt>
                <c:pt idx="268">
                  <c:v>4.30349</c:v>
                </c:pt>
                <c:pt idx="269">
                  <c:v>4.2895500000000002</c:v>
                </c:pt>
                <c:pt idx="270">
                  <c:v>4.2791000000000006</c:v>
                </c:pt>
                <c:pt idx="271">
                  <c:v>4.2896700000000001</c:v>
                </c:pt>
                <c:pt idx="272">
                  <c:v>4.3059899999999995</c:v>
                </c:pt>
                <c:pt idx="273">
                  <c:v>4.2857799999999999</c:v>
                </c:pt>
                <c:pt idx="274">
                  <c:v>4.3967499999999999</c:v>
                </c:pt>
                <c:pt idx="275">
                  <c:v>4.40876</c:v>
                </c:pt>
                <c:pt idx="276">
                  <c:v>4.4151999999999996</c:v>
                </c:pt>
                <c:pt idx="277">
                  <c:v>4.4216300000000004</c:v>
                </c:pt>
                <c:pt idx="278">
                  <c:v>4.4244200000000005</c:v>
                </c:pt>
                <c:pt idx="279">
                  <c:v>4.4288599999999994</c:v>
                </c:pt>
                <c:pt idx="280">
                  <c:v>4.4338299999999995</c:v>
                </c:pt>
                <c:pt idx="281">
                  <c:v>4.44034</c:v>
                </c:pt>
                <c:pt idx="282">
                  <c:v>4.4459499999999998</c:v>
                </c:pt>
                <c:pt idx="283">
                  <c:v>3.2</c:v>
                </c:pt>
                <c:pt idx="284">
                  <c:v>3.2</c:v>
                </c:pt>
                <c:pt idx="285">
                  <c:v>3.2</c:v>
                </c:pt>
                <c:pt idx="286">
                  <c:v>3.2</c:v>
                </c:pt>
                <c:pt idx="287">
                  <c:v>3.2</c:v>
                </c:pt>
                <c:pt idx="288">
                  <c:v>3.2</c:v>
                </c:pt>
                <c:pt idx="289">
                  <c:v>3.2</c:v>
                </c:pt>
                <c:pt idx="290">
                  <c:v>3.2</c:v>
                </c:pt>
                <c:pt idx="291">
                  <c:v>3.2</c:v>
                </c:pt>
                <c:pt idx="292">
                  <c:v>3.2</c:v>
                </c:pt>
                <c:pt idx="293">
                  <c:v>3.2</c:v>
                </c:pt>
                <c:pt idx="294">
                  <c:v>3.2</c:v>
                </c:pt>
                <c:pt idx="295">
                  <c:v>3.2623200000000003</c:v>
                </c:pt>
                <c:pt idx="296">
                  <c:v>3.2679899999999997</c:v>
                </c:pt>
                <c:pt idx="297">
                  <c:v>3.2776799999999997</c:v>
                </c:pt>
                <c:pt idx="298">
                  <c:v>3.2874299999999996</c:v>
                </c:pt>
                <c:pt idx="299">
                  <c:v>3.2863899999999999</c:v>
                </c:pt>
                <c:pt idx="300">
                  <c:v>3.28857</c:v>
                </c:pt>
                <c:pt idx="301">
                  <c:v>3.7593100000000002</c:v>
                </c:pt>
                <c:pt idx="302">
                  <c:v>3.9052399999999996</c:v>
                </c:pt>
                <c:pt idx="303">
                  <c:v>3.9356999999999998</c:v>
                </c:pt>
                <c:pt idx="304">
                  <c:v>3.94394</c:v>
                </c:pt>
                <c:pt idx="305">
                  <c:v>3.9506600000000001</c:v>
                </c:pt>
                <c:pt idx="306">
                  <c:v>3.9557500000000001</c:v>
                </c:pt>
                <c:pt idx="307">
                  <c:v>3.94876</c:v>
                </c:pt>
                <c:pt idx="308">
                  <c:v>3.9500500000000001</c:v>
                </c:pt>
                <c:pt idx="309">
                  <c:v>3.9455800000000001</c:v>
                </c:pt>
                <c:pt idx="310">
                  <c:v>3.9539899999999997</c:v>
                </c:pt>
                <c:pt idx="311">
                  <c:v>3.95207</c:v>
                </c:pt>
                <c:pt idx="312">
                  <c:v>3.9540600000000001</c:v>
                </c:pt>
                <c:pt idx="313">
                  <c:v>3.9549300000000001</c:v>
                </c:pt>
                <c:pt idx="314">
                  <c:v>3.9540300000000004</c:v>
                </c:pt>
                <c:pt idx="315">
                  <c:v>3.9533700000000001</c:v>
                </c:pt>
                <c:pt idx="316">
                  <c:v>3.9539</c:v>
                </c:pt>
                <c:pt idx="317">
                  <c:v>3.9519499999999996</c:v>
                </c:pt>
                <c:pt idx="318">
                  <c:v>3.9553000000000003</c:v>
                </c:pt>
                <c:pt idx="319">
                  <c:v>3.95892</c:v>
                </c:pt>
                <c:pt idx="320">
                  <c:v>3.95966</c:v>
                </c:pt>
                <c:pt idx="321">
                  <c:v>3.96007</c:v>
                </c:pt>
                <c:pt idx="322">
                  <c:v>3.9602600000000003</c:v>
                </c:pt>
                <c:pt idx="323">
                  <c:v>3.9571399999999999</c:v>
                </c:pt>
                <c:pt idx="324">
                  <c:v>3.9557800000000003</c:v>
                </c:pt>
                <c:pt idx="325">
                  <c:v>3.9548899999999998</c:v>
                </c:pt>
                <c:pt idx="326">
                  <c:v>3.9578500000000001</c:v>
                </c:pt>
                <c:pt idx="327">
                  <c:v>3.9600500000000003</c:v>
                </c:pt>
                <c:pt idx="328">
                  <c:v>3.9614600000000002</c:v>
                </c:pt>
                <c:pt idx="329">
                  <c:v>3.9679499999999996</c:v>
                </c:pt>
                <c:pt idx="330">
                  <c:v>3.97052</c:v>
                </c:pt>
                <c:pt idx="331">
                  <c:v>3.97282</c:v>
                </c:pt>
                <c:pt idx="332">
                  <c:v>3.9764899999999996</c:v>
                </c:pt>
                <c:pt idx="333">
                  <c:v>3.9784099999999998</c:v>
                </c:pt>
                <c:pt idx="334">
                  <c:v>3.9801599999999997</c:v>
                </c:pt>
                <c:pt idx="335">
                  <c:v>3.49091</c:v>
                </c:pt>
                <c:pt idx="336">
                  <c:v>3.4444400000000002</c:v>
                </c:pt>
                <c:pt idx="337">
                  <c:v>3.3655200000000001</c:v>
                </c:pt>
                <c:pt idx="338">
                  <c:v>3.2</c:v>
                </c:pt>
                <c:pt idx="339">
                  <c:v>3.2</c:v>
                </c:pt>
                <c:pt idx="340">
                  <c:v>3.2</c:v>
                </c:pt>
                <c:pt idx="341">
                  <c:v>3.2</c:v>
                </c:pt>
                <c:pt idx="342">
                  <c:v>3.2</c:v>
                </c:pt>
                <c:pt idx="343">
                  <c:v>3.2</c:v>
                </c:pt>
                <c:pt idx="344">
                  <c:v>3.2</c:v>
                </c:pt>
                <c:pt idx="345">
                  <c:v>3.2</c:v>
                </c:pt>
                <c:pt idx="346">
                  <c:v>3.2</c:v>
                </c:pt>
                <c:pt idx="347">
                  <c:v>3.4917199999999999</c:v>
                </c:pt>
                <c:pt idx="348">
                  <c:v>3.4895</c:v>
                </c:pt>
                <c:pt idx="349">
                  <c:v>3.48665</c:v>
                </c:pt>
                <c:pt idx="350">
                  <c:v>3.48292</c:v>
                </c:pt>
                <c:pt idx="351">
                  <c:v>3.4776100000000003</c:v>
                </c:pt>
                <c:pt idx="352">
                  <c:v>3.4735</c:v>
                </c:pt>
                <c:pt idx="353">
                  <c:v>3.4700799999999998</c:v>
                </c:pt>
                <c:pt idx="354">
                  <c:v>3.2220399999999998</c:v>
                </c:pt>
                <c:pt idx="355">
                  <c:v>3.2846899999999999</c:v>
                </c:pt>
                <c:pt idx="356">
                  <c:v>3.4870399999999999</c:v>
                </c:pt>
                <c:pt idx="357">
                  <c:v>3.4953400000000001</c:v>
                </c:pt>
                <c:pt idx="358">
                  <c:v>3.5077099999999999</c:v>
                </c:pt>
                <c:pt idx="359">
                  <c:v>3.5037399999999996</c:v>
                </c:pt>
                <c:pt idx="360">
                  <c:v>3.5097100000000001</c:v>
                </c:pt>
                <c:pt idx="361">
                  <c:v>3.5191300000000001</c:v>
                </c:pt>
                <c:pt idx="362">
                  <c:v>3.5268899999999999</c:v>
                </c:pt>
                <c:pt idx="363">
                  <c:v>3.53396</c:v>
                </c:pt>
                <c:pt idx="364">
                  <c:v>3.3561399999999999</c:v>
                </c:pt>
                <c:pt idx="365">
                  <c:v>3.5407500000000001</c:v>
                </c:pt>
                <c:pt idx="366">
                  <c:v>3.5425800000000001</c:v>
                </c:pt>
                <c:pt idx="367">
                  <c:v>3.3697499999999998</c:v>
                </c:pt>
                <c:pt idx="368">
                  <c:v>3.5493299999999999</c:v>
                </c:pt>
                <c:pt idx="369">
                  <c:v>3.5498600000000002</c:v>
                </c:pt>
                <c:pt idx="370">
                  <c:v>3.3709099999999999</c:v>
                </c:pt>
                <c:pt idx="371">
                  <c:v>3.5386299999999999</c:v>
                </c:pt>
                <c:pt idx="372">
                  <c:v>3.5378000000000003</c:v>
                </c:pt>
                <c:pt idx="373">
                  <c:v>3.5358100000000001</c:v>
                </c:pt>
                <c:pt idx="374">
                  <c:v>3.3674499999999998</c:v>
                </c:pt>
                <c:pt idx="375">
                  <c:v>3.5369800000000002</c:v>
                </c:pt>
                <c:pt idx="376">
                  <c:v>3.3768099999999999</c:v>
                </c:pt>
                <c:pt idx="377">
                  <c:v>3.54583</c:v>
                </c:pt>
                <c:pt idx="378">
                  <c:v>3.5493800000000002</c:v>
                </c:pt>
                <c:pt idx="379">
                  <c:v>3.35995</c:v>
                </c:pt>
                <c:pt idx="380">
                  <c:v>3.3599899999999998</c:v>
                </c:pt>
                <c:pt idx="381">
                  <c:v>3.3637100000000002</c:v>
                </c:pt>
                <c:pt idx="382">
                  <c:v>3.5686100000000001</c:v>
                </c:pt>
                <c:pt idx="383">
                  <c:v>3.3601300000000003</c:v>
                </c:pt>
                <c:pt idx="384">
                  <c:v>3.5724099999999996</c:v>
                </c:pt>
                <c:pt idx="385">
                  <c:v>3.36951</c:v>
                </c:pt>
                <c:pt idx="386">
                  <c:v>3.4176299999999999</c:v>
                </c:pt>
                <c:pt idx="387">
                  <c:v>3.2</c:v>
                </c:pt>
                <c:pt idx="388">
                  <c:v>3.2</c:v>
                </c:pt>
                <c:pt idx="389">
                  <c:v>3.2</c:v>
                </c:pt>
                <c:pt idx="390">
                  <c:v>3.2</c:v>
                </c:pt>
                <c:pt idx="391">
                  <c:v>3.2</c:v>
                </c:pt>
                <c:pt idx="392">
                  <c:v>3.2</c:v>
                </c:pt>
                <c:pt idx="393">
                  <c:v>3.2</c:v>
                </c:pt>
                <c:pt idx="394">
                  <c:v>3.2</c:v>
                </c:pt>
                <c:pt idx="395">
                  <c:v>3.2</c:v>
                </c:pt>
                <c:pt idx="396">
                  <c:v>3.2</c:v>
                </c:pt>
                <c:pt idx="397">
                  <c:v>3.2</c:v>
                </c:pt>
                <c:pt idx="398">
                  <c:v>3.2</c:v>
                </c:pt>
                <c:pt idx="399">
                  <c:v>3.7372899999999998</c:v>
                </c:pt>
                <c:pt idx="400">
                  <c:v>3.6753400000000003</c:v>
                </c:pt>
                <c:pt idx="401">
                  <c:v>3.61538</c:v>
                </c:pt>
                <c:pt idx="402">
                  <c:v>3.5624699999999998</c:v>
                </c:pt>
                <c:pt idx="403">
                  <c:v>3.47275</c:v>
                </c:pt>
                <c:pt idx="404">
                  <c:v>3.4428800000000002</c:v>
                </c:pt>
                <c:pt idx="405">
                  <c:v>3.4179499999999998</c:v>
                </c:pt>
                <c:pt idx="406">
                  <c:v>3.61511</c:v>
                </c:pt>
                <c:pt idx="407">
                  <c:v>3.3256799999999997</c:v>
                </c:pt>
                <c:pt idx="408">
                  <c:v>3.3383400000000001</c:v>
                </c:pt>
                <c:pt idx="409">
                  <c:v>3.3557299999999999</c:v>
                </c:pt>
                <c:pt idx="410">
                  <c:v>3.3639899999999998</c:v>
                </c:pt>
                <c:pt idx="411">
                  <c:v>3.3658200000000003</c:v>
                </c:pt>
                <c:pt idx="412">
                  <c:v>3.3823400000000001</c:v>
                </c:pt>
                <c:pt idx="413">
                  <c:v>3.3860199999999998</c:v>
                </c:pt>
                <c:pt idx="414">
                  <c:v>3.4033600000000002</c:v>
                </c:pt>
                <c:pt idx="415">
                  <c:v>3.41221</c:v>
                </c:pt>
                <c:pt idx="416">
                  <c:v>3.4247899999999998</c:v>
                </c:pt>
                <c:pt idx="417">
                  <c:v>3.43275</c:v>
                </c:pt>
                <c:pt idx="418">
                  <c:v>3.4372500000000001</c:v>
                </c:pt>
                <c:pt idx="419">
                  <c:v>3.4440999999999997</c:v>
                </c:pt>
                <c:pt idx="420">
                  <c:v>3.4510900000000002</c:v>
                </c:pt>
                <c:pt idx="421">
                  <c:v>3.4506600000000001</c:v>
                </c:pt>
                <c:pt idx="422">
                  <c:v>3.4433099999999999</c:v>
                </c:pt>
                <c:pt idx="423">
                  <c:v>3.43838</c:v>
                </c:pt>
                <c:pt idx="424">
                  <c:v>3.42835</c:v>
                </c:pt>
                <c:pt idx="425">
                  <c:v>3.4259599999999999</c:v>
                </c:pt>
                <c:pt idx="426">
                  <c:v>3.4447700000000001</c:v>
                </c:pt>
                <c:pt idx="427">
                  <c:v>3.4682300000000001</c:v>
                </c:pt>
                <c:pt idx="428">
                  <c:v>3.5636999999999999</c:v>
                </c:pt>
                <c:pt idx="429">
                  <c:v>3.62364</c:v>
                </c:pt>
                <c:pt idx="430">
                  <c:v>3.6243699999999999</c:v>
                </c:pt>
                <c:pt idx="431">
                  <c:v>3.65151</c:v>
                </c:pt>
                <c:pt idx="432">
                  <c:v>3.68893</c:v>
                </c:pt>
                <c:pt idx="433">
                  <c:v>3.7160900000000003</c:v>
                </c:pt>
                <c:pt idx="434">
                  <c:v>3.7876699999999999</c:v>
                </c:pt>
                <c:pt idx="435">
                  <c:v>3.79034</c:v>
                </c:pt>
                <c:pt idx="436">
                  <c:v>3.7932399999999999</c:v>
                </c:pt>
                <c:pt idx="437">
                  <c:v>3.7952399999999997</c:v>
                </c:pt>
                <c:pt idx="438">
                  <c:v>3.7970000000000002</c:v>
                </c:pt>
                <c:pt idx="439">
                  <c:v>3.2</c:v>
                </c:pt>
                <c:pt idx="440">
                  <c:v>3.2</c:v>
                </c:pt>
                <c:pt idx="441">
                  <c:v>3.2</c:v>
                </c:pt>
                <c:pt idx="442">
                  <c:v>3.2</c:v>
                </c:pt>
                <c:pt idx="443">
                  <c:v>3.2</c:v>
                </c:pt>
                <c:pt idx="444">
                  <c:v>3.2</c:v>
                </c:pt>
                <c:pt idx="445">
                  <c:v>3.2</c:v>
                </c:pt>
                <c:pt idx="446">
                  <c:v>3.2</c:v>
                </c:pt>
                <c:pt idx="447">
                  <c:v>3.2</c:v>
                </c:pt>
                <c:pt idx="448">
                  <c:v>3.2</c:v>
                </c:pt>
                <c:pt idx="449">
                  <c:v>3.2</c:v>
                </c:pt>
                <c:pt idx="450">
                  <c:v>3.2321399999999998</c:v>
                </c:pt>
                <c:pt idx="451">
                  <c:v>3.49533</c:v>
                </c:pt>
                <c:pt idx="452">
                  <c:v>3.49526</c:v>
                </c:pt>
                <c:pt idx="453">
                  <c:v>3.4952100000000002</c:v>
                </c:pt>
                <c:pt idx="454">
                  <c:v>3.49518</c:v>
                </c:pt>
                <c:pt idx="455">
                  <c:v>3.4623000000000004</c:v>
                </c:pt>
                <c:pt idx="456">
                  <c:v>3.2225199999999998</c:v>
                </c:pt>
                <c:pt idx="457">
                  <c:v>3.20187</c:v>
                </c:pt>
                <c:pt idx="458">
                  <c:v>3.2010399999999999</c:v>
                </c:pt>
                <c:pt idx="459">
                  <c:v>3.2137699999999998</c:v>
                </c:pt>
                <c:pt idx="460">
                  <c:v>3.1942199999999996</c:v>
                </c:pt>
                <c:pt idx="461">
                  <c:v>3.2114099999999999</c:v>
                </c:pt>
                <c:pt idx="462">
                  <c:v>3.1917300000000002</c:v>
                </c:pt>
                <c:pt idx="463">
                  <c:v>3.1916199999999999</c:v>
                </c:pt>
                <c:pt idx="464">
                  <c:v>3.1915999999999998</c:v>
                </c:pt>
                <c:pt idx="465">
                  <c:v>3.2124800000000002</c:v>
                </c:pt>
                <c:pt idx="466">
                  <c:v>3.2147700000000001</c:v>
                </c:pt>
                <c:pt idx="467">
                  <c:v>3.2188099999999999</c:v>
                </c:pt>
                <c:pt idx="468">
                  <c:v>3.2188000000000003</c:v>
                </c:pt>
                <c:pt idx="469">
                  <c:v>3.2187700000000001</c:v>
                </c:pt>
                <c:pt idx="470">
                  <c:v>3.2187700000000001</c:v>
                </c:pt>
                <c:pt idx="471">
                  <c:v>3.2187700000000001</c:v>
                </c:pt>
                <c:pt idx="472">
                  <c:v>3.2187700000000001</c:v>
                </c:pt>
                <c:pt idx="473">
                  <c:v>3.2107399999999999</c:v>
                </c:pt>
                <c:pt idx="474">
                  <c:v>3.1917900000000001</c:v>
                </c:pt>
                <c:pt idx="475">
                  <c:v>3.1893800000000003</c:v>
                </c:pt>
                <c:pt idx="476">
                  <c:v>3.2050000000000001</c:v>
                </c:pt>
                <c:pt idx="477">
                  <c:v>3.2050300000000003</c:v>
                </c:pt>
                <c:pt idx="478">
                  <c:v>3.2050500000000004</c:v>
                </c:pt>
                <c:pt idx="479">
                  <c:v>3.2051100000000003</c:v>
                </c:pt>
                <c:pt idx="480">
                  <c:v>3.2044800000000002</c:v>
                </c:pt>
                <c:pt idx="481">
                  <c:v>3.2047099999999999</c:v>
                </c:pt>
                <c:pt idx="482">
                  <c:v>3.2047699999999999</c:v>
                </c:pt>
                <c:pt idx="483">
                  <c:v>3.2123699999999999</c:v>
                </c:pt>
                <c:pt idx="484">
                  <c:v>3.2124299999999999</c:v>
                </c:pt>
                <c:pt idx="485">
                  <c:v>3.1929099999999999</c:v>
                </c:pt>
                <c:pt idx="486">
                  <c:v>3.1923600000000003</c:v>
                </c:pt>
                <c:pt idx="487">
                  <c:v>3.2007399999999997</c:v>
                </c:pt>
                <c:pt idx="488">
                  <c:v>3.2128699999999997</c:v>
                </c:pt>
                <c:pt idx="489">
                  <c:v>3.2703000000000002</c:v>
                </c:pt>
                <c:pt idx="490">
                  <c:v>3.2110100000000004</c:v>
                </c:pt>
                <c:pt idx="491">
                  <c:v>3.2197600000000004</c:v>
                </c:pt>
                <c:pt idx="492">
                  <c:v>3.2158800000000003</c:v>
                </c:pt>
                <c:pt idx="493">
                  <c:v>3.2096399999999998</c:v>
                </c:pt>
                <c:pt idx="494">
                  <c:v>3.2</c:v>
                </c:pt>
                <c:pt idx="495">
                  <c:v>3.2</c:v>
                </c:pt>
                <c:pt idx="496">
                  <c:v>3.2</c:v>
                </c:pt>
                <c:pt idx="497">
                  <c:v>3.2</c:v>
                </c:pt>
                <c:pt idx="498">
                  <c:v>3.2</c:v>
                </c:pt>
                <c:pt idx="499">
                  <c:v>3.2</c:v>
                </c:pt>
                <c:pt idx="500">
                  <c:v>3.2</c:v>
                </c:pt>
                <c:pt idx="501">
                  <c:v>3.2</c:v>
                </c:pt>
                <c:pt idx="502">
                  <c:v>3.2</c:v>
                </c:pt>
                <c:pt idx="503">
                  <c:v>3.0722899999999997</c:v>
                </c:pt>
                <c:pt idx="504">
                  <c:v>3.0711300000000001</c:v>
                </c:pt>
                <c:pt idx="505">
                  <c:v>3.06942</c:v>
                </c:pt>
                <c:pt idx="506">
                  <c:v>3.0653099999999998</c:v>
                </c:pt>
                <c:pt idx="507">
                  <c:v>3.0684</c:v>
                </c:pt>
                <c:pt idx="508">
                  <c:v>3.0659200000000002</c:v>
                </c:pt>
                <c:pt idx="509">
                  <c:v>3.0639400000000001</c:v>
                </c:pt>
                <c:pt idx="510">
                  <c:v>3.42</c:v>
                </c:pt>
                <c:pt idx="511">
                  <c:v>3.6477399999999998</c:v>
                </c:pt>
                <c:pt idx="512">
                  <c:v>3.6430599999999997</c:v>
                </c:pt>
                <c:pt idx="513">
                  <c:v>3.6060400000000001</c:v>
                </c:pt>
                <c:pt idx="514">
                  <c:v>3.5758100000000002</c:v>
                </c:pt>
                <c:pt idx="515">
                  <c:v>3.55775</c:v>
                </c:pt>
                <c:pt idx="516">
                  <c:v>3.5581</c:v>
                </c:pt>
                <c:pt idx="517">
                  <c:v>3.5819200000000002</c:v>
                </c:pt>
                <c:pt idx="518">
                  <c:v>3.5952899999999999</c:v>
                </c:pt>
                <c:pt idx="519">
                  <c:v>3.6127899999999999</c:v>
                </c:pt>
                <c:pt idx="520">
                  <c:v>3.6384400000000001</c:v>
                </c:pt>
                <c:pt idx="521">
                  <c:v>3.653</c:v>
                </c:pt>
                <c:pt idx="522">
                  <c:v>3.6584299999999996</c:v>
                </c:pt>
                <c:pt idx="523">
                  <c:v>3.6622699999999999</c:v>
                </c:pt>
                <c:pt idx="524">
                  <c:v>3.6696200000000001</c:v>
                </c:pt>
                <c:pt idx="525">
                  <c:v>3.6737899999999999</c:v>
                </c:pt>
                <c:pt idx="526">
                  <c:v>3.67557</c:v>
                </c:pt>
                <c:pt idx="527">
                  <c:v>3.66107</c:v>
                </c:pt>
                <c:pt idx="528">
                  <c:v>3.6480900000000003</c:v>
                </c:pt>
                <c:pt idx="529">
                  <c:v>3.6405100000000004</c:v>
                </c:pt>
                <c:pt idx="530">
                  <c:v>3.63761</c:v>
                </c:pt>
                <c:pt idx="531">
                  <c:v>3.6661899999999998</c:v>
                </c:pt>
                <c:pt idx="532">
                  <c:v>3.70214</c:v>
                </c:pt>
                <c:pt idx="533">
                  <c:v>3.7084600000000001</c:v>
                </c:pt>
                <c:pt idx="534">
                  <c:v>3.72214</c:v>
                </c:pt>
                <c:pt idx="535">
                  <c:v>3.7878099999999999</c:v>
                </c:pt>
                <c:pt idx="536">
                  <c:v>3.8959999999999999</c:v>
                </c:pt>
                <c:pt idx="537">
                  <c:v>3.9004699999999999</c:v>
                </c:pt>
                <c:pt idx="538">
                  <c:v>3.9024699999999997</c:v>
                </c:pt>
                <c:pt idx="539">
                  <c:v>3.9075300000000004</c:v>
                </c:pt>
                <c:pt idx="540">
                  <c:v>3.9086500000000002</c:v>
                </c:pt>
                <c:pt idx="541">
                  <c:v>3.9109099999999999</c:v>
                </c:pt>
                <c:pt idx="542">
                  <c:v>3.9123099999999997</c:v>
                </c:pt>
                <c:pt idx="543">
                  <c:v>3.2</c:v>
                </c:pt>
                <c:pt idx="544">
                  <c:v>3.2</c:v>
                </c:pt>
                <c:pt idx="545">
                  <c:v>3.2</c:v>
                </c:pt>
                <c:pt idx="546">
                  <c:v>3.2</c:v>
                </c:pt>
                <c:pt idx="547">
                  <c:v>3.2</c:v>
                </c:pt>
                <c:pt idx="548">
                  <c:v>3.2</c:v>
                </c:pt>
                <c:pt idx="549">
                  <c:v>3.2</c:v>
                </c:pt>
                <c:pt idx="550">
                  <c:v>3.2</c:v>
                </c:pt>
                <c:pt idx="551">
                  <c:v>3.2</c:v>
                </c:pt>
                <c:pt idx="552">
                  <c:v>3.8198699999999999</c:v>
                </c:pt>
                <c:pt idx="553">
                  <c:v>3.8198699999999999</c:v>
                </c:pt>
                <c:pt idx="554">
                  <c:v>3.2</c:v>
                </c:pt>
                <c:pt idx="555">
                  <c:v>3.2</c:v>
                </c:pt>
                <c:pt idx="556">
                  <c:v>3.2</c:v>
                </c:pt>
                <c:pt idx="557">
                  <c:v>3.0680399999999999</c:v>
                </c:pt>
                <c:pt idx="558">
                  <c:v>3.06027</c:v>
                </c:pt>
                <c:pt idx="559">
                  <c:v>3.0543200000000001</c:v>
                </c:pt>
                <c:pt idx="560">
                  <c:v>3.0510300000000004</c:v>
                </c:pt>
                <c:pt idx="561">
                  <c:v>3.2579600000000002</c:v>
                </c:pt>
                <c:pt idx="562">
                  <c:v>3.2422399999999998</c:v>
                </c:pt>
                <c:pt idx="563">
                  <c:v>3.2558499999999997</c:v>
                </c:pt>
                <c:pt idx="564">
                  <c:v>3.2703800000000003</c:v>
                </c:pt>
                <c:pt idx="565">
                  <c:v>3.3208800000000003</c:v>
                </c:pt>
                <c:pt idx="566">
                  <c:v>3.3346799999999996</c:v>
                </c:pt>
                <c:pt idx="567">
                  <c:v>3.34734</c:v>
                </c:pt>
                <c:pt idx="568">
                  <c:v>3.3624200000000002</c:v>
                </c:pt>
                <c:pt idx="569">
                  <c:v>3.36233</c:v>
                </c:pt>
                <c:pt idx="570">
                  <c:v>3.3765500000000004</c:v>
                </c:pt>
                <c:pt idx="571">
                  <c:v>3.3924300000000001</c:v>
                </c:pt>
                <c:pt idx="572">
                  <c:v>3.4158900000000001</c:v>
                </c:pt>
                <c:pt idx="573">
                  <c:v>3.4405700000000001</c:v>
                </c:pt>
                <c:pt idx="574">
                  <c:v>3.4556799999999996</c:v>
                </c:pt>
                <c:pt idx="575">
                  <c:v>3.4636499999999999</c:v>
                </c:pt>
                <c:pt idx="576">
                  <c:v>3.46698</c:v>
                </c:pt>
                <c:pt idx="577">
                  <c:v>3.4735300000000002</c:v>
                </c:pt>
                <c:pt idx="578">
                  <c:v>3.47987</c:v>
                </c:pt>
                <c:pt idx="579">
                  <c:v>3.4868399999999999</c:v>
                </c:pt>
                <c:pt idx="580">
                  <c:v>3.4846599999999999</c:v>
                </c:pt>
                <c:pt idx="581">
                  <c:v>3.46353</c:v>
                </c:pt>
                <c:pt idx="582">
                  <c:v>3.45689</c:v>
                </c:pt>
                <c:pt idx="583">
                  <c:v>3.45</c:v>
                </c:pt>
                <c:pt idx="584">
                  <c:v>3.4464699999999997</c:v>
                </c:pt>
                <c:pt idx="585">
                  <c:v>3.4490500000000002</c:v>
                </c:pt>
                <c:pt idx="586">
                  <c:v>3.4566999999999997</c:v>
                </c:pt>
                <c:pt idx="587">
                  <c:v>3.5044200000000001</c:v>
                </c:pt>
                <c:pt idx="588">
                  <c:v>3.6293200000000003</c:v>
                </c:pt>
                <c:pt idx="589">
                  <c:v>3.44455</c:v>
                </c:pt>
                <c:pt idx="590">
                  <c:v>3.4482399999999997</c:v>
                </c:pt>
                <c:pt idx="591">
                  <c:v>3.4508800000000002</c:v>
                </c:pt>
                <c:pt idx="592">
                  <c:v>3.5224299999999999</c:v>
                </c:pt>
                <c:pt idx="593">
                  <c:v>3.4509300000000001</c:v>
                </c:pt>
                <c:pt idx="594">
                  <c:v>3.46062</c:v>
                </c:pt>
                <c:pt idx="595">
                  <c:v>3.46543</c:v>
                </c:pt>
                <c:pt idx="596">
                  <c:v>3.4580799999999998</c:v>
                </c:pt>
                <c:pt idx="597">
                  <c:v>3.2</c:v>
                </c:pt>
                <c:pt idx="598">
                  <c:v>3.2</c:v>
                </c:pt>
                <c:pt idx="599">
                  <c:v>3.2</c:v>
                </c:pt>
                <c:pt idx="600">
                  <c:v>3.2</c:v>
                </c:pt>
                <c:pt idx="601">
                  <c:v>3.2</c:v>
                </c:pt>
                <c:pt idx="602">
                  <c:v>3.2</c:v>
                </c:pt>
                <c:pt idx="603">
                  <c:v>3.2</c:v>
                </c:pt>
                <c:pt idx="604">
                  <c:v>3.2</c:v>
                </c:pt>
                <c:pt idx="605">
                  <c:v>3.2</c:v>
                </c:pt>
                <c:pt idx="606">
                  <c:v>3.8</c:v>
                </c:pt>
                <c:pt idx="607">
                  <c:v>3.8198699999999999</c:v>
                </c:pt>
                <c:pt idx="608">
                  <c:v>3.2</c:v>
                </c:pt>
                <c:pt idx="609">
                  <c:v>3.2</c:v>
                </c:pt>
                <c:pt idx="610">
                  <c:v>3.2</c:v>
                </c:pt>
                <c:pt idx="611">
                  <c:v>3.2364299999999999</c:v>
                </c:pt>
                <c:pt idx="612">
                  <c:v>3.23326</c:v>
                </c:pt>
                <c:pt idx="613">
                  <c:v>3.2271999999999998</c:v>
                </c:pt>
                <c:pt idx="614">
                  <c:v>3.2242800000000003</c:v>
                </c:pt>
                <c:pt idx="615">
                  <c:v>3.1823399999999999</c:v>
                </c:pt>
                <c:pt idx="616">
                  <c:v>3.1816</c:v>
                </c:pt>
                <c:pt idx="617">
                  <c:v>3.0900300000000001</c:v>
                </c:pt>
                <c:pt idx="618">
                  <c:v>3.1368100000000001</c:v>
                </c:pt>
                <c:pt idx="619">
                  <c:v>3.0184600000000001</c:v>
                </c:pt>
                <c:pt idx="620">
                  <c:v>3.03078</c:v>
                </c:pt>
                <c:pt idx="621">
                  <c:v>3.0550600000000001</c:v>
                </c:pt>
                <c:pt idx="622">
                  <c:v>3.1691400000000001</c:v>
                </c:pt>
                <c:pt idx="623">
                  <c:v>3.2314600000000002</c:v>
                </c:pt>
                <c:pt idx="624">
                  <c:v>3.23712</c:v>
                </c:pt>
                <c:pt idx="625">
                  <c:v>3.2362299999999999</c:v>
                </c:pt>
                <c:pt idx="626">
                  <c:v>3.2389200000000002</c:v>
                </c:pt>
                <c:pt idx="627">
                  <c:v>3.2410399999999999</c:v>
                </c:pt>
                <c:pt idx="628">
                  <c:v>3.24898</c:v>
                </c:pt>
                <c:pt idx="629">
                  <c:v>3.2502399999999998</c:v>
                </c:pt>
                <c:pt idx="630">
                  <c:v>3.2536399999999999</c:v>
                </c:pt>
                <c:pt idx="631">
                  <c:v>3.2520199999999999</c:v>
                </c:pt>
                <c:pt idx="632">
                  <c:v>3.2515100000000001</c:v>
                </c:pt>
                <c:pt idx="633">
                  <c:v>3.2522500000000001</c:v>
                </c:pt>
                <c:pt idx="634">
                  <c:v>3.254</c:v>
                </c:pt>
                <c:pt idx="635">
                  <c:v>3.2458499999999999</c:v>
                </c:pt>
                <c:pt idx="636">
                  <c:v>3.2450900000000003</c:v>
                </c:pt>
                <c:pt idx="637">
                  <c:v>3.2403000000000004</c:v>
                </c:pt>
                <c:pt idx="638">
                  <c:v>3.2404899999999999</c:v>
                </c:pt>
                <c:pt idx="639">
                  <c:v>3.2422900000000001</c:v>
                </c:pt>
                <c:pt idx="640">
                  <c:v>3.2433899999999998</c:v>
                </c:pt>
                <c:pt idx="641">
                  <c:v>3.24397</c:v>
                </c:pt>
                <c:pt idx="642">
                  <c:v>3.2518000000000002</c:v>
                </c:pt>
                <c:pt idx="643">
                  <c:v>3.2437499999999999</c:v>
                </c:pt>
                <c:pt idx="644">
                  <c:v>3.2448600000000001</c:v>
                </c:pt>
                <c:pt idx="645">
                  <c:v>3.2454200000000002</c:v>
                </c:pt>
                <c:pt idx="646">
                  <c:v>3.2455599999999998</c:v>
                </c:pt>
                <c:pt idx="647">
                  <c:v>3.24661</c:v>
                </c:pt>
                <c:pt idx="648">
                  <c:v>3.24614</c:v>
                </c:pt>
                <c:pt idx="649">
                  <c:v>3.2501199999999999</c:v>
                </c:pt>
                <c:pt idx="650">
                  <c:v>3.2498299999999998</c:v>
                </c:pt>
                <c:pt idx="651">
                  <c:v>3.2</c:v>
                </c:pt>
                <c:pt idx="652">
                  <c:v>3.2</c:v>
                </c:pt>
                <c:pt idx="653">
                  <c:v>3.2</c:v>
                </c:pt>
                <c:pt idx="654">
                  <c:v>3.2</c:v>
                </c:pt>
                <c:pt idx="655">
                  <c:v>3.2</c:v>
                </c:pt>
                <c:pt idx="656">
                  <c:v>3.2</c:v>
                </c:pt>
                <c:pt idx="657">
                  <c:v>3.2</c:v>
                </c:pt>
                <c:pt idx="658">
                  <c:v>3.2</c:v>
                </c:pt>
                <c:pt idx="659">
                  <c:v>3.2</c:v>
                </c:pt>
                <c:pt idx="660">
                  <c:v>3.2</c:v>
                </c:pt>
                <c:pt idx="661">
                  <c:v>3.2</c:v>
                </c:pt>
                <c:pt idx="662">
                  <c:v>3.2</c:v>
                </c:pt>
                <c:pt idx="663">
                  <c:v>3.2</c:v>
                </c:pt>
                <c:pt idx="664">
                  <c:v>3.2499000000000002</c:v>
                </c:pt>
                <c:pt idx="665">
                  <c:v>3.2498800000000001</c:v>
                </c:pt>
                <c:pt idx="666">
                  <c:v>3.2598200000000004</c:v>
                </c:pt>
                <c:pt idx="667">
                  <c:v>3.2597800000000001</c:v>
                </c:pt>
                <c:pt idx="668">
                  <c:v>3.2408800000000002</c:v>
                </c:pt>
                <c:pt idx="669">
                  <c:v>3.22533</c:v>
                </c:pt>
                <c:pt idx="670">
                  <c:v>3.2238899999999999</c:v>
                </c:pt>
                <c:pt idx="671">
                  <c:v>3.2221299999999999</c:v>
                </c:pt>
                <c:pt idx="672">
                  <c:v>3.2221599999999997</c:v>
                </c:pt>
                <c:pt idx="673">
                  <c:v>3.2301500000000001</c:v>
                </c:pt>
                <c:pt idx="674">
                  <c:v>3.2351100000000002</c:v>
                </c:pt>
                <c:pt idx="675">
                  <c:v>3.2397100000000001</c:v>
                </c:pt>
                <c:pt idx="676">
                  <c:v>3.2216499999999999</c:v>
                </c:pt>
                <c:pt idx="677">
                  <c:v>3.2284299999999999</c:v>
                </c:pt>
                <c:pt idx="678">
                  <c:v>3.2367499999999998</c:v>
                </c:pt>
                <c:pt idx="679">
                  <c:v>3.2501199999999999</c:v>
                </c:pt>
                <c:pt idx="680">
                  <c:v>3.2632500000000002</c:v>
                </c:pt>
                <c:pt idx="681">
                  <c:v>3.2694099999999997</c:v>
                </c:pt>
                <c:pt idx="682">
                  <c:v>3.2727499999999998</c:v>
                </c:pt>
                <c:pt idx="683">
                  <c:v>3.2736100000000001</c:v>
                </c:pt>
                <c:pt idx="684">
                  <c:v>3.27982</c:v>
                </c:pt>
                <c:pt idx="685">
                  <c:v>3.2813499999999998</c:v>
                </c:pt>
                <c:pt idx="686">
                  <c:v>3.28139</c:v>
                </c:pt>
                <c:pt idx="687">
                  <c:v>3.27989</c:v>
                </c:pt>
                <c:pt idx="688">
                  <c:v>3.2752600000000003</c:v>
                </c:pt>
                <c:pt idx="689">
                  <c:v>3.26966</c:v>
                </c:pt>
                <c:pt idx="690">
                  <c:v>3.2728099999999998</c:v>
                </c:pt>
                <c:pt idx="691">
                  <c:v>3.2711399999999999</c:v>
                </c:pt>
                <c:pt idx="692">
                  <c:v>3.2711700000000001</c:v>
                </c:pt>
                <c:pt idx="693">
                  <c:v>3.2733300000000001</c:v>
                </c:pt>
                <c:pt idx="694">
                  <c:v>3.2749999999999999</c:v>
                </c:pt>
                <c:pt idx="695">
                  <c:v>3.2742499999999999</c:v>
                </c:pt>
                <c:pt idx="696">
                  <c:v>3.2784499999999999</c:v>
                </c:pt>
                <c:pt idx="697">
                  <c:v>3.28125</c:v>
                </c:pt>
                <c:pt idx="698">
                  <c:v>3.2816199999999998</c:v>
                </c:pt>
                <c:pt idx="699">
                  <c:v>3.2840799999999999</c:v>
                </c:pt>
                <c:pt idx="700">
                  <c:v>3.31738</c:v>
                </c:pt>
                <c:pt idx="701">
                  <c:v>3.3264499999999999</c:v>
                </c:pt>
                <c:pt idx="702">
                  <c:v>3.3066399999999998</c:v>
                </c:pt>
                <c:pt idx="703">
                  <c:v>3.2792399999999997</c:v>
                </c:pt>
                <c:pt idx="704">
                  <c:v>3.1151599999999999</c:v>
                </c:pt>
                <c:pt idx="705">
                  <c:v>3.1219000000000001</c:v>
                </c:pt>
                <c:pt idx="706">
                  <c:v>3.1284899999999998</c:v>
                </c:pt>
                <c:pt idx="707">
                  <c:v>3.1369899999999999</c:v>
                </c:pt>
                <c:pt idx="708">
                  <c:v>3.2</c:v>
                </c:pt>
                <c:pt idx="709">
                  <c:v>3.2</c:v>
                </c:pt>
                <c:pt idx="710">
                  <c:v>3.2</c:v>
                </c:pt>
                <c:pt idx="711">
                  <c:v>3.2</c:v>
                </c:pt>
                <c:pt idx="712">
                  <c:v>3.2</c:v>
                </c:pt>
                <c:pt idx="713">
                  <c:v>3.2</c:v>
                </c:pt>
                <c:pt idx="714">
                  <c:v>3.2</c:v>
                </c:pt>
                <c:pt idx="715">
                  <c:v>3.25</c:v>
                </c:pt>
                <c:pt idx="716">
                  <c:v>3.4980900000000004</c:v>
                </c:pt>
                <c:pt idx="717">
                  <c:v>3.49743</c:v>
                </c:pt>
                <c:pt idx="718">
                  <c:v>3.4966300000000001</c:v>
                </c:pt>
                <c:pt idx="719">
                  <c:v>3.4958100000000001</c:v>
                </c:pt>
                <c:pt idx="720">
                  <c:v>3.4080900000000001</c:v>
                </c:pt>
                <c:pt idx="721">
                  <c:v>3.4055800000000001</c:v>
                </c:pt>
                <c:pt idx="722">
                  <c:v>3.3993099999999998</c:v>
                </c:pt>
                <c:pt idx="723">
                  <c:v>3.39357</c:v>
                </c:pt>
                <c:pt idx="724">
                  <c:v>3.38734</c:v>
                </c:pt>
                <c:pt idx="725">
                  <c:v>3.38</c:v>
                </c:pt>
                <c:pt idx="726">
                  <c:v>3.3734000000000002</c:v>
                </c:pt>
                <c:pt idx="727">
                  <c:v>3.37107</c:v>
                </c:pt>
                <c:pt idx="728">
                  <c:v>3.2967</c:v>
                </c:pt>
                <c:pt idx="729">
                  <c:v>3.29942</c:v>
                </c:pt>
                <c:pt idx="730">
                  <c:v>3.29739</c:v>
                </c:pt>
                <c:pt idx="731">
                  <c:v>3.2939099999999999</c:v>
                </c:pt>
                <c:pt idx="732">
                  <c:v>3.2906200000000001</c:v>
                </c:pt>
                <c:pt idx="733">
                  <c:v>3.2891699999999999</c:v>
                </c:pt>
                <c:pt idx="734">
                  <c:v>3.28939</c:v>
                </c:pt>
                <c:pt idx="735">
                  <c:v>3.2894899999999998</c:v>
                </c:pt>
                <c:pt idx="736">
                  <c:v>3.29413</c:v>
                </c:pt>
                <c:pt idx="737">
                  <c:v>3.2941500000000001</c:v>
                </c:pt>
                <c:pt idx="738">
                  <c:v>3.2941199999999999</c:v>
                </c:pt>
                <c:pt idx="739">
                  <c:v>3.2932399999999999</c:v>
                </c:pt>
                <c:pt idx="740">
                  <c:v>3.2922800000000003</c:v>
                </c:pt>
                <c:pt idx="741">
                  <c:v>3.2930799999999998</c:v>
                </c:pt>
                <c:pt idx="742">
                  <c:v>3.2874400000000001</c:v>
                </c:pt>
                <c:pt idx="743">
                  <c:v>3.2875199999999998</c:v>
                </c:pt>
                <c:pt idx="744">
                  <c:v>3.2877700000000001</c:v>
                </c:pt>
                <c:pt idx="745">
                  <c:v>3.2879899999999997</c:v>
                </c:pt>
                <c:pt idx="746">
                  <c:v>3.28809</c:v>
                </c:pt>
                <c:pt idx="747">
                  <c:v>3.2898200000000002</c:v>
                </c:pt>
                <c:pt idx="748">
                  <c:v>3.2867800000000003</c:v>
                </c:pt>
                <c:pt idx="749">
                  <c:v>3.2870999999999997</c:v>
                </c:pt>
                <c:pt idx="750">
                  <c:v>3.2873600000000001</c:v>
                </c:pt>
                <c:pt idx="751">
                  <c:v>3.2875799999999997</c:v>
                </c:pt>
                <c:pt idx="752">
                  <c:v>3.2414099999999997</c:v>
                </c:pt>
                <c:pt idx="753">
                  <c:v>3.2442699999999998</c:v>
                </c:pt>
                <c:pt idx="754">
                  <c:v>3.2462900000000001</c:v>
                </c:pt>
                <c:pt idx="755">
                  <c:v>3.2458800000000001</c:v>
                </c:pt>
                <c:pt idx="756">
                  <c:v>3.21713</c:v>
                </c:pt>
                <c:pt idx="757">
                  <c:v>3.2126300000000003</c:v>
                </c:pt>
                <c:pt idx="758">
                  <c:v>3.2072600000000002</c:v>
                </c:pt>
                <c:pt idx="759">
                  <c:v>3.1916700000000002</c:v>
                </c:pt>
                <c:pt idx="760">
                  <c:v>3.2</c:v>
                </c:pt>
                <c:pt idx="761">
                  <c:v>3.2</c:v>
                </c:pt>
                <c:pt idx="762">
                  <c:v>3.2</c:v>
                </c:pt>
                <c:pt idx="763">
                  <c:v>3.2</c:v>
                </c:pt>
                <c:pt idx="764">
                  <c:v>3.2</c:v>
                </c:pt>
                <c:pt idx="765">
                  <c:v>3.2</c:v>
                </c:pt>
                <c:pt idx="766">
                  <c:v>3.2</c:v>
                </c:pt>
                <c:pt idx="767">
                  <c:v>3.2</c:v>
                </c:pt>
                <c:pt idx="768">
                  <c:v>3.0783400000000003</c:v>
                </c:pt>
                <c:pt idx="769">
                  <c:v>3.0722800000000001</c:v>
                </c:pt>
                <c:pt idx="770">
                  <c:v>3.07368</c:v>
                </c:pt>
                <c:pt idx="771">
                  <c:v>3.0705100000000001</c:v>
                </c:pt>
                <c:pt idx="772">
                  <c:v>3.05627</c:v>
                </c:pt>
                <c:pt idx="773">
                  <c:v>3.21313</c:v>
                </c:pt>
                <c:pt idx="774">
                  <c:v>3.2715000000000001</c:v>
                </c:pt>
                <c:pt idx="775">
                  <c:v>3.34971</c:v>
                </c:pt>
                <c:pt idx="776">
                  <c:v>3.4068200000000002</c:v>
                </c:pt>
                <c:pt idx="777">
                  <c:v>3.39968</c:v>
                </c:pt>
                <c:pt idx="778">
                  <c:v>3.3889299999999998</c:v>
                </c:pt>
                <c:pt idx="779">
                  <c:v>3.3841900000000003</c:v>
                </c:pt>
                <c:pt idx="780">
                  <c:v>3.3875999999999999</c:v>
                </c:pt>
                <c:pt idx="781">
                  <c:v>3.3816100000000002</c:v>
                </c:pt>
                <c:pt idx="782">
                  <c:v>3.3770500000000001</c:v>
                </c:pt>
                <c:pt idx="783">
                  <c:v>3.36219</c:v>
                </c:pt>
                <c:pt idx="784">
                  <c:v>3.35805</c:v>
                </c:pt>
                <c:pt idx="785">
                  <c:v>3.3556699999999999</c:v>
                </c:pt>
                <c:pt idx="786">
                  <c:v>3.3534200000000003</c:v>
                </c:pt>
                <c:pt idx="787">
                  <c:v>3.35243</c:v>
                </c:pt>
                <c:pt idx="788">
                  <c:v>3.3514499999999998</c:v>
                </c:pt>
                <c:pt idx="789">
                  <c:v>3.35141</c:v>
                </c:pt>
                <c:pt idx="790">
                  <c:v>3.3520599999999998</c:v>
                </c:pt>
                <c:pt idx="791">
                  <c:v>3.3528800000000003</c:v>
                </c:pt>
                <c:pt idx="792">
                  <c:v>3.3551799999999998</c:v>
                </c:pt>
                <c:pt idx="793">
                  <c:v>3.3609200000000001</c:v>
                </c:pt>
                <c:pt idx="794">
                  <c:v>3.3655300000000001</c:v>
                </c:pt>
                <c:pt idx="795">
                  <c:v>3.3662199999999998</c:v>
                </c:pt>
                <c:pt idx="796">
                  <c:v>3.3655900000000001</c:v>
                </c:pt>
                <c:pt idx="797">
                  <c:v>3.36314</c:v>
                </c:pt>
                <c:pt idx="798">
                  <c:v>3.3600599999999998</c:v>
                </c:pt>
                <c:pt idx="799">
                  <c:v>3.3586</c:v>
                </c:pt>
                <c:pt idx="800">
                  <c:v>3.3593299999999999</c:v>
                </c:pt>
                <c:pt idx="801">
                  <c:v>3.3587500000000001</c:v>
                </c:pt>
                <c:pt idx="802">
                  <c:v>3.3580199999999998</c:v>
                </c:pt>
                <c:pt idx="803">
                  <c:v>3.3594899999999996</c:v>
                </c:pt>
                <c:pt idx="804">
                  <c:v>3.3609899999999997</c:v>
                </c:pt>
                <c:pt idx="805">
                  <c:v>3.3628800000000001</c:v>
                </c:pt>
                <c:pt idx="806">
                  <c:v>3.3633800000000003</c:v>
                </c:pt>
                <c:pt idx="807">
                  <c:v>3.3501500000000002</c:v>
                </c:pt>
                <c:pt idx="808">
                  <c:v>3.2</c:v>
                </c:pt>
                <c:pt idx="809">
                  <c:v>3.2</c:v>
                </c:pt>
                <c:pt idx="810">
                  <c:v>3.2</c:v>
                </c:pt>
                <c:pt idx="811">
                  <c:v>3.2</c:v>
                </c:pt>
                <c:pt idx="812">
                  <c:v>3.2</c:v>
                </c:pt>
                <c:pt idx="813">
                  <c:v>3.2</c:v>
                </c:pt>
                <c:pt idx="814">
                  <c:v>3.2</c:v>
                </c:pt>
                <c:pt idx="815">
                  <c:v>3.2</c:v>
                </c:pt>
                <c:pt idx="816">
                  <c:v>3.2</c:v>
                </c:pt>
                <c:pt idx="817">
                  <c:v>3.2</c:v>
                </c:pt>
                <c:pt idx="818">
                  <c:v>3.2</c:v>
                </c:pt>
                <c:pt idx="819">
                  <c:v>3.2</c:v>
                </c:pt>
                <c:pt idx="820">
                  <c:v>3.2796500000000002</c:v>
                </c:pt>
                <c:pt idx="821">
                  <c:v>3.28274</c:v>
                </c:pt>
                <c:pt idx="822">
                  <c:v>3.28254</c:v>
                </c:pt>
                <c:pt idx="823">
                  <c:v>3.2859400000000001</c:v>
                </c:pt>
                <c:pt idx="824">
                  <c:v>3.2899600000000002</c:v>
                </c:pt>
                <c:pt idx="825">
                  <c:v>3.2917199999999998</c:v>
                </c:pt>
                <c:pt idx="826">
                  <c:v>3.2930300000000003</c:v>
                </c:pt>
                <c:pt idx="827">
                  <c:v>3.2928099999999998</c:v>
                </c:pt>
                <c:pt idx="828">
                  <c:v>3.2927</c:v>
                </c:pt>
                <c:pt idx="829">
                  <c:v>3.3900999999999999</c:v>
                </c:pt>
                <c:pt idx="830">
                  <c:v>3.3933599999999999</c:v>
                </c:pt>
                <c:pt idx="831">
                  <c:v>3.39493</c:v>
                </c:pt>
                <c:pt idx="832">
                  <c:v>3.20166</c:v>
                </c:pt>
                <c:pt idx="833">
                  <c:v>3.2017399999999996</c:v>
                </c:pt>
                <c:pt idx="834">
                  <c:v>3.1846100000000002</c:v>
                </c:pt>
                <c:pt idx="835">
                  <c:v>3.1641999999999997</c:v>
                </c:pt>
                <c:pt idx="836">
                  <c:v>3.1846900000000002</c:v>
                </c:pt>
                <c:pt idx="837">
                  <c:v>3.18459</c:v>
                </c:pt>
                <c:pt idx="838">
                  <c:v>3.18452</c:v>
                </c:pt>
                <c:pt idx="839">
                  <c:v>3.1846000000000001</c:v>
                </c:pt>
                <c:pt idx="840">
                  <c:v>3.2019600000000001</c:v>
                </c:pt>
                <c:pt idx="841">
                  <c:v>3.2019699999999998</c:v>
                </c:pt>
                <c:pt idx="842">
                  <c:v>3.2166399999999999</c:v>
                </c:pt>
                <c:pt idx="843">
                  <c:v>3.2165900000000001</c:v>
                </c:pt>
                <c:pt idx="844">
                  <c:v>3.2165599999999999</c:v>
                </c:pt>
                <c:pt idx="845">
                  <c:v>3.2139600000000002</c:v>
                </c:pt>
                <c:pt idx="846">
                  <c:v>3.2139899999999999</c:v>
                </c:pt>
                <c:pt idx="847">
                  <c:v>3.2140300000000002</c:v>
                </c:pt>
                <c:pt idx="848">
                  <c:v>3.21631</c:v>
                </c:pt>
                <c:pt idx="849">
                  <c:v>3.2159</c:v>
                </c:pt>
                <c:pt idx="850">
                  <c:v>3.20112</c:v>
                </c:pt>
                <c:pt idx="851">
                  <c:v>3.2143699999999997</c:v>
                </c:pt>
                <c:pt idx="852">
                  <c:v>3.2139199999999999</c:v>
                </c:pt>
                <c:pt idx="853">
                  <c:v>3.2134899999999997</c:v>
                </c:pt>
                <c:pt idx="854">
                  <c:v>3.2132100000000001</c:v>
                </c:pt>
                <c:pt idx="855">
                  <c:v>3.1856</c:v>
                </c:pt>
                <c:pt idx="856">
                  <c:v>3.16811</c:v>
                </c:pt>
                <c:pt idx="857">
                  <c:v>3.1236100000000002</c:v>
                </c:pt>
                <c:pt idx="858">
                  <c:v>3.0576999999999996</c:v>
                </c:pt>
                <c:pt idx="859">
                  <c:v>3.0536799999999999</c:v>
                </c:pt>
                <c:pt idx="860">
                  <c:v>3.2</c:v>
                </c:pt>
                <c:pt idx="861">
                  <c:v>3.2</c:v>
                </c:pt>
                <c:pt idx="862">
                  <c:v>3.2</c:v>
                </c:pt>
                <c:pt idx="863">
                  <c:v>3.2</c:v>
                </c:pt>
                <c:pt idx="864">
                  <c:v>3.2</c:v>
                </c:pt>
                <c:pt idx="865">
                  <c:v>3.2</c:v>
                </c:pt>
                <c:pt idx="866">
                  <c:v>3.2</c:v>
                </c:pt>
                <c:pt idx="867">
                  <c:v>3.2</c:v>
                </c:pt>
                <c:pt idx="868">
                  <c:v>3.2</c:v>
                </c:pt>
                <c:pt idx="869">
                  <c:v>3.2</c:v>
                </c:pt>
                <c:pt idx="870">
                  <c:v>3.2</c:v>
                </c:pt>
                <c:pt idx="871">
                  <c:v>3.2</c:v>
                </c:pt>
                <c:pt idx="872">
                  <c:v>3.2</c:v>
                </c:pt>
                <c:pt idx="873">
                  <c:v>3.2</c:v>
                </c:pt>
                <c:pt idx="874">
                  <c:v>3.2</c:v>
                </c:pt>
                <c:pt idx="875">
                  <c:v>3.2</c:v>
                </c:pt>
                <c:pt idx="876">
                  <c:v>3.1692300000000002</c:v>
                </c:pt>
                <c:pt idx="877">
                  <c:v>3.1428600000000002</c:v>
                </c:pt>
                <c:pt idx="878">
                  <c:v>3.1157900000000001</c:v>
                </c:pt>
                <c:pt idx="879">
                  <c:v>3.0891599999999997</c:v>
                </c:pt>
                <c:pt idx="880">
                  <c:v>3.07273</c:v>
                </c:pt>
                <c:pt idx="881">
                  <c:v>3.0672800000000002</c:v>
                </c:pt>
                <c:pt idx="882">
                  <c:v>3.0553499999999998</c:v>
                </c:pt>
                <c:pt idx="883">
                  <c:v>3.0320500000000004</c:v>
                </c:pt>
                <c:pt idx="884">
                  <c:v>3.01675</c:v>
                </c:pt>
                <c:pt idx="885">
                  <c:v>3.00332</c:v>
                </c:pt>
                <c:pt idx="886">
                  <c:v>2.9931999999999999</c:v>
                </c:pt>
                <c:pt idx="887">
                  <c:v>2.98834</c:v>
                </c:pt>
                <c:pt idx="888">
                  <c:v>2.9868299999999999</c:v>
                </c:pt>
                <c:pt idx="889">
                  <c:v>2.9838800000000001</c:v>
                </c:pt>
                <c:pt idx="890">
                  <c:v>2.9838800000000001</c:v>
                </c:pt>
                <c:pt idx="891">
                  <c:v>2.9840300000000002</c:v>
                </c:pt>
                <c:pt idx="892">
                  <c:v>2.9869899999999996</c:v>
                </c:pt>
                <c:pt idx="893">
                  <c:v>2.9931999999999999</c:v>
                </c:pt>
                <c:pt idx="894">
                  <c:v>2.9964599999999999</c:v>
                </c:pt>
                <c:pt idx="895">
                  <c:v>2.9917699999999998</c:v>
                </c:pt>
                <c:pt idx="896">
                  <c:v>2.98882</c:v>
                </c:pt>
                <c:pt idx="897">
                  <c:v>2.9846500000000002</c:v>
                </c:pt>
                <c:pt idx="898">
                  <c:v>2.9765799999999998</c:v>
                </c:pt>
                <c:pt idx="899">
                  <c:v>2.9645900000000003</c:v>
                </c:pt>
                <c:pt idx="900">
                  <c:v>2.9625700000000004</c:v>
                </c:pt>
                <c:pt idx="901">
                  <c:v>2.95845</c:v>
                </c:pt>
                <c:pt idx="902">
                  <c:v>2.9546600000000001</c:v>
                </c:pt>
                <c:pt idx="903">
                  <c:v>2.95106</c:v>
                </c:pt>
                <c:pt idx="904">
                  <c:v>2.9552899999999998</c:v>
                </c:pt>
                <c:pt idx="905">
                  <c:v>2.9577399999999998</c:v>
                </c:pt>
                <c:pt idx="906">
                  <c:v>2.9581200000000001</c:v>
                </c:pt>
                <c:pt idx="907">
                  <c:v>2.9585100000000004</c:v>
                </c:pt>
                <c:pt idx="908">
                  <c:v>2.9632499999999999</c:v>
                </c:pt>
                <c:pt idx="909">
                  <c:v>3.2</c:v>
                </c:pt>
                <c:pt idx="910">
                  <c:v>3.2</c:v>
                </c:pt>
                <c:pt idx="911">
                  <c:v>2.8666700000000001</c:v>
                </c:pt>
                <c:pt idx="912">
                  <c:v>2.7630300000000001</c:v>
                </c:pt>
                <c:pt idx="913">
                  <c:v>2.7517499999999999</c:v>
                </c:pt>
                <c:pt idx="914">
                  <c:v>2.7559299999999998</c:v>
                </c:pt>
                <c:pt idx="915">
                  <c:v>2.7480199999999999</c:v>
                </c:pt>
                <c:pt idx="916">
                  <c:v>2.7501799999999998</c:v>
                </c:pt>
                <c:pt idx="917">
                  <c:v>2.7583699999999998</c:v>
                </c:pt>
                <c:pt idx="918">
                  <c:v>2.75868</c:v>
                </c:pt>
                <c:pt idx="919">
                  <c:v>2.7864200000000001</c:v>
                </c:pt>
                <c:pt idx="920">
                  <c:v>2.7922800000000003</c:v>
                </c:pt>
                <c:pt idx="921">
                  <c:v>2.7942</c:v>
                </c:pt>
                <c:pt idx="922">
                  <c:v>2.7959399999999999</c:v>
                </c:pt>
                <c:pt idx="923">
                  <c:v>2.7967499999999998</c:v>
                </c:pt>
                <c:pt idx="924">
                  <c:v>2.7968800000000003</c:v>
                </c:pt>
                <c:pt idx="925">
                  <c:v>2.7972299999999999</c:v>
                </c:pt>
                <c:pt idx="926">
                  <c:v>2.7979000000000003</c:v>
                </c:pt>
                <c:pt idx="927">
                  <c:v>2.79806</c:v>
                </c:pt>
                <c:pt idx="928">
                  <c:v>2.7982800000000001</c:v>
                </c:pt>
                <c:pt idx="929">
                  <c:v>2.7984400000000003</c:v>
                </c:pt>
                <c:pt idx="930">
                  <c:v>2.7987899999999999</c:v>
                </c:pt>
                <c:pt idx="931">
                  <c:v>2.7987299999999999</c:v>
                </c:pt>
                <c:pt idx="932">
                  <c:v>2.7987299999999999</c:v>
                </c:pt>
                <c:pt idx="933">
                  <c:v>2.7988400000000002</c:v>
                </c:pt>
                <c:pt idx="934">
                  <c:v>2.7990399999999998</c:v>
                </c:pt>
                <c:pt idx="935">
                  <c:v>2.7990399999999998</c:v>
                </c:pt>
                <c:pt idx="936">
                  <c:v>2.79928</c:v>
                </c:pt>
                <c:pt idx="937">
                  <c:v>2.7993399999999999</c:v>
                </c:pt>
                <c:pt idx="938">
                  <c:v>2.79969</c:v>
                </c:pt>
                <c:pt idx="939">
                  <c:v>2.7997800000000002</c:v>
                </c:pt>
                <c:pt idx="940">
                  <c:v>2.79989</c:v>
                </c:pt>
                <c:pt idx="941">
                  <c:v>2.7998099999999999</c:v>
                </c:pt>
                <c:pt idx="942">
                  <c:v>2.79976</c:v>
                </c:pt>
                <c:pt idx="943">
                  <c:v>2.7996399999999997</c:v>
                </c:pt>
                <c:pt idx="944">
                  <c:v>2.7997399999999999</c:v>
                </c:pt>
                <c:pt idx="945">
                  <c:v>2.8</c:v>
                </c:pt>
                <c:pt idx="946">
                  <c:v>2.7999899999999998</c:v>
                </c:pt>
                <c:pt idx="947">
                  <c:v>2.8002500000000001</c:v>
                </c:pt>
                <c:pt idx="948">
                  <c:v>2.80037</c:v>
                </c:pt>
                <c:pt idx="949">
                  <c:v>2.8004899999999999</c:v>
                </c:pt>
                <c:pt idx="950">
                  <c:v>2.8006599999999997</c:v>
                </c:pt>
                <c:pt idx="951">
                  <c:v>2.8007900000000001</c:v>
                </c:pt>
                <c:pt idx="952">
                  <c:v>3.0333299999999999</c:v>
                </c:pt>
                <c:pt idx="953">
                  <c:v>3.05714</c:v>
                </c:pt>
                <c:pt idx="954">
                  <c:v>3.1210500000000003</c:v>
                </c:pt>
                <c:pt idx="955">
                  <c:v>3.2</c:v>
                </c:pt>
                <c:pt idx="956">
                  <c:v>3.2</c:v>
                </c:pt>
                <c:pt idx="957">
                  <c:v>3.2</c:v>
                </c:pt>
                <c:pt idx="958">
                  <c:v>3.2</c:v>
                </c:pt>
                <c:pt idx="959">
                  <c:v>3.2</c:v>
                </c:pt>
                <c:pt idx="960">
                  <c:v>3.2</c:v>
                </c:pt>
                <c:pt idx="961">
                  <c:v>3.1</c:v>
                </c:pt>
                <c:pt idx="962">
                  <c:v>3.1</c:v>
                </c:pt>
                <c:pt idx="963">
                  <c:v>2.9626399999999999</c:v>
                </c:pt>
                <c:pt idx="964">
                  <c:v>2.9853200000000002</c:v>
                </c:pt>
                <c:pt idx="965">
                  <c:v>3.0060199999999999</c:v>
                </c:pt>
                <c:pt idx="966">
                  <c:v>3.0203800000000003</c:v>
                </c:pt>
                <c:pt idx="967">
                  <c:v>3.03403</c:v>
                </c:pt>
                <c:pt idx="968">
                  <c:v>3.0391699999999999</c:v>
                </c:pt>
                <c:pt idx="969">
                  <c:v>3.0440200000000002</c:v>
                </c:pt>
                <c:pt idx="970">
                  <c:v>3.0286599999999999</c:v>
                </c:pt>
                <c:pt idx="971">
                  <c:v>3.29318</c:v>
                </c:pt>
                <c:pt idx="972">
                  <c:v>3.2928699999999997</c:v>
                </c:pt>
                <c:pt idx="973">
                  <c:v>3.28565</c:v>
                </c:pt>
                <c:pt idx="974">
                  <c:v>3.2853600000000003</c:v>
                </c:pt>
                <c:pt idx="975">
                  <c:v>3.28512</c:v>
                </c:pt>
                <c:pt idx="976">
                  <c:v>3.2848800000000002</c:v>
                </c:pt>
                <c:pt idx="977">
                  <c:v>3.2987399999999996</c:v>
                </c:pt>
                <c:pt idx="978">
                  <c:v>3.29</c:v>
                </c:pt>
                <c:pt idx="979">
                  <c:v>3.2782300000000002</c:v>
                </c:pt>
                <c:pt idx="980">
                  <c:v>3.2464400000000002</c:v>
                </c:pt>
                <c:pt idx="981">
                  <c:v>3.2323300000000001</c:v>
                </c:pt>
                <c:pt idx="982">
                  <c:v>3.2278500000000001</c:v>
                </c:pt>
                <c:pt idx="983">
                  <c:v>3.1955500000000003</c:v>
                </c:pt>
                <c:pt idx="984">
                  <c:v>3.1876500000000001</c:v>
                </c:pt>
                <c:pt idx="985">
                  <c:v>3.1729400000000001</c:v>
                </c:pt>
                <c:pt idx="986">
                  <c:v>3.1801999999999997</c:v>
                </c:pt>
                <c:pt idx="987">
                  <c:v>3.19556</c:v>
                </c:pt>
                <c:pt idx="988">
                  <c:v>3.19564</c:v>
                </c:pt>
                <c:pt idx="989">
                  <c:v>3.1957399999999998</c:v>
                </c:pt>
                <c:pt idx="990">
                  <c:v>3.1959200000000001</c:v>
                </c:pt>
                <c:pt idx="991">
                  <c:v>3.17197</c:v>
                </c:pt>
                <c:pt idx="992">
                  <c:v>3.1653000000000002</c:v>
                </c:pt>
                <c:pt idx="993">
                  <c:v>3.1290399999999998</c:v>
                </c:pt>
                <c:pt idx="994">
                  <c:v>3.1238000000000001</c:v>
                </c:pt>
                <c:pt idx="995">
                  <c:v>3.1024699999999998</c:v>
                </c:pt>
                <c:pt idx="996">
                  <c:v>3.0981399999999999</c:v>
                </c:pt>
                <c:pt idx="997">
                  <c:v>3.0983100000000001</c:v>
                </c:pt>
                <c:pt idx="998">
                  <c:v>3.0976999999999997</c:v>
                </c:pt>
                <c:pt idx="999">
                  <c:v>2.8342100000000001</c:v>
                </c:pt>
                <c:pt idx="1000">
                  <c:v>2.83386</c:v>
                </c:pt>
                <c:pt idx="1001">
                  <c:v>2.8356500000000002</c:v>
                </c:pt>
                <c:pt idx="1002">
                  <c:v>2.8379000000000003</c:v>
                </c:pt>
                <c:pt idx="1003">
                  <c:v>2.99525</c:v>
                </c:pt>
                <c:pt idx="1004">
                  <c:v>2.9986899999999999</c:v>
                </c:pt>
                <c:pt idx="1005">
                  <c:v>3.0022399999999996</c:v>
                </c:pt>
                <c:pt idx="1006">
                  <c:v>3.0054499999999997</c:v>
                </c:pt>
                <c:pt idx="1007">
                  <c:v>3.1</c:v>
                </c:pt>
                <c:pt idx="1008">
                  <c:v>3.1</c:v>
                </c:pt>
                <c:pt idx="1009">
                  <c:v>3.1</c:v>
                </c:pt>
                <c:pt idx="1010">
                  <c:v>3</c:v>
                </c:pt>
                <c:pt idx="1011">
                  <c:v>3</c:v>
                </c:pt>
                <c:pt idx="1012">
                  <c:v>3.1</c:v>
                </c:pt>
                <c:pt idx="1013">
                  <c:v>3.1</c:v>
                </c:pt>
                <c:pt idx="1014">
                  <c:v>2.9290599999999998</c:v>
                </c:pt>
                <c:pt idx="1015">
                  <c:v>2.9995500000000002</c:v>
                </c:pt>
                <c:pt idx="1016">
                  <c:v>2.9993300000000001</c:v>
                </c:pt>
                <c:pt idx="1017">
                  <c:v>2.99912</c:v>
                </c:pt>
                <c:pt idx="1018">
                  <c:v>2.9988800000000002</c:v>
                </c:pt>
                <c:pt idx="1019">
                  <c:v>2.9986999999999999</c:v>
                </c:pt>
                <c:pt idx="1020">
                  <c:v>2.9984299999999999</c:v>
                </c:pt>
                <c:pt idx="1021">
                  <c:v>2.9981300000000002</c:v>
                </c:pt>
                <c:pt idx="1022">
                  <c:v>2.9825999999999997</c:v>
                </c:pt>
                <c:pt idx="1023">
                  <c:v>2.9734099999999999</c:v>
                </c:pt>
                <c:pt idx="1024">
                  <c:v>2.9651900000000002</c:v>
                </c:pt>
                <c:pt idx="1025">
                  <c:v>2.9575800000000001</c:v>
                </c:pt>
                <c:pt idx="1026">
                  <c:v>2.9476100000000001</c:v>
                </c:pt>
                <c:pt idx="1027">
                  <c:v>2.9637699999999998</c:v>
                </c:pt>
                <c:pt idx="1028">
                  <c:v>2.95783</c:v>
                </c:pt>
                <c:pt idx="1029">
                  <c:v>2.9505100000000004</c:v>
                </c:pt>
                <c:pt idx="1030">
                  <c:v>2.9454799999999999</c:v>
                </c:pt>
                <c:pt idx="1031">
                  <c:v>2.9539800000000001</c:v>
                </c:pt>
                <c:pt idx="1032">
                  <c:v>2.9499</c:v>
                </c:pt>
                <c:pt idx="1033">
                  <c:v>2.94861</c:v>
                </c:pt>
                <c:pt idx="1034">
                  <c:v>2.9485799999999998</c:v>
                </c:pt>
                <c:pt idx="1035">
                  <c:v>2.94604</c:v>
                </c:pt>
                <c:pt idx="1036">
                  <c:v>2.9448000000000003</c:v>
                </c:pt>
                <c:pt idx="1037">
                  <c:v>2.9436100000000001</c:v>
                </c:pt>
                <c:pt idx="1038">
                  <c:v>2.9448300000000001</c:v>
                </c:pt>
                <c:pt idx="1039">
                  <c:v>2.9473699999999998</c:v>
                </c:pt>
                <c:pt idx="1040">
                  <c:v>2.9499899999999997</c:v>
                </c:pt>
                <c:pt idx="1041">
                  <c:v>2.95269</c:v>
                </c:pt>
                <c:pt idx="1042">
                  <c:v>2.9541200000000001</c:v>
                </c:pt>
                <c:pt idx="1043">
                  <c:v>2.9541399999999998</c:v>
                </c:pt>
                <c:pt idx="1044">
                  <c:v>2.9541999999999997</c:v>
                </c:pt>
                <c:pt idx="1045">
                  <c:v>2.9528699999999999</c:v>
                </c:pt>
                <c:pt idx="1046">
                  <c:v>2.9529099999999997</c:v>
                </c:pt>
                <c:pt idx="1047">
                  <c:v>2.91472</c:v>
                </c:pt>
                <c:pt idx="1048">
                  <c:v>2.91479</c:v>
                </c:pt>
                <c:pt idx="1049">
                  <c:v>2.9131</c:v>
                </c:pt>
                <c:pt idx="1050">
                  <c:v>2.9150800000000001</c:v>
                </c:pt>
                <c:pt idx="1051">
                  <c:v>2.9151899999999999</c:v>
                </c:pt>
                <c:pt idx="1052">
                  <c:v>2.9152399999999998</c:v>
                </c:pt>
                <c:pt idx="1053">
                  <c:v>2.9134199999999999</c:v>
                </c:pt>
                <c:pt idx="1054">
                  <c:v>2.9152800000000001</c:v>
                </c:pt>
                <c:pt idx="1055">
                  <c:v>2.9997500000000001</c:v>
                </c:pt>
                <c:pt idx="1056">
                  <c:v>3.0104499999999996</c:v>
                </c:pt>
                <c:pt idx="1057">
                  <c:v>3.0425300000000002</c:v>
                </c:pt>
                <c:pt idx="1058">
                  <c:v>3.1</c:v>
                </c:pt>
                <c:pt idx="1059">
                  <c:v>3.1</c:v>
                </c:pt>
                <c:pt idx="1060">
                  <c:v>3.1</c:v>
                </c:pt>
                <c:pt idx="1061">
                  <c:v>3.1</c:v>
                </c:pt>
                <c:pt idx="1062">
                  <c:v>3.1</c:v>
                </c:pt>
                <c:pt idx="1063">
                  <c:v>3.1</c:v>
                </c:pt>
                <c:pt idx="1064">
                  <c:v>3</c:v>
                </c:pt>
                <c:pt idx="1065">
                  <c:v>3</c:v>
                </c:pt>
                <c:pt idx="1066">
                  <c:v>3</c:v>
                </c:pt>
                <c:pt idx="1067">
                  <c:v>3.0916000000000001</c:v>
                </c:pt>
                <c:pt idx="1068">
                  <c:v>3.08867</c:v>
                </c:pt>
                <c:pt idx="1069">
                  <c:v>3.0947399999999998</c:v>
                </c:pt>
                <c:pt idx="1070">
                  <c:v>3.09809</c:v>
                </c:pt>
                <c:pt idx="1071">
                  <c:v>3.1045799999999999</c:v>
                </c:pt>
                <c:pt idx="1072">
                  <c:v>3.00196</c:v>
                </c:pt>
                <c:pt idx="1073">
                  <c:v>3.0023499999999999</c:v>
                </c:pt>
                <c:pt idx="1074">
                  <c:v>3.00264</c:v>
                </c:pt>
                <c:pt idx="1075">
                  <c:v>3.0232299999999999</c:v>
                </c:pt>
                <c:pt idx="1076">
                  <c:v>3.0211300000000003</c:v>
                </c:pt>
                <c:pt idx="1077">
                  <c:v>3.0465100000000001</c:v>
                </c:pt>
                <c:pt idx="1078">
                  <c:v>3.0576399999999997</c:v>
                </c:pt>
                <c:pt idx="1079">
                  <c:v>3.07823</c:v>
                </c:pt>
                <c:pt idx="1080">
                  <c:v>3.0635300000000001</c:v>
                </c:pt>
                <c:pt idx="1081">
                  <c:v>3.07457</c:v>
                </c:pt>
                <c:pt idx="1082">
                  <c:v>3.0980700000000003</c:v>
                </c:pt>
                <c:pt idx="1083">
                  <c:v>3.1053800000000003</c:v>
                </c:pt>
                <c:pt idx="1084">
                  <c:v>3.10684</c:v>
                </c:pt>
                <c:pt idx="1085">
                  <c:v>3.1138000000000003</c:v>
                </c:pt>
                <c:pt idx="1086">
                  <c:v>3.11605</c:v>
                </c:pt>
                <c:pt idx="1087">
                  <c:v>3.11815</c:v>
                </c:pt>
                <c:pt idx="1088">
                  <c:v>3.12229</c:v>
                </c:pt>
                <c:pt idx="1089">
                  <c:v>3.1222500000000002</c:v>
                </c:pt>
                <c:pt idx="1090">
                  <c:v>3.1213699999999998</c:v>
                </c:pt>
                <c:pt idx="1091">
                  <c:v>3.1192800000000003</c:v>
                </c:pt>
                <c:pt idx="1092">
                  <c:v>3.1118600000000001</c:v>
                </c:pt>
                <c:pt idx="1093">
                  <c:v>3.1073499999999998</c:v>
                </c:pt>
                <c:pt idx="1094">
                  <c:v>3.1076199999999998</c:v>
                </c:pt>
                <c:pt idx="1095">
                  <c:v>3.1030600000000002</c:v>
                </c:pt>
                <c:pt idx="1096">
                  <c:v>3.10975</c:v>
                </c:pt>
                <c:pt idx="1097">
                  <c:v>3.11666</c:v>
                </c:pt>
                <c:pt idx="1098">
                  <c:v>3.12113</c:v>
                </c:pt>
                <c:pt idx="1099">
                  <c:v>3.1232500000000001</c:v>
                </c:pt>
                <c:pt idx="1100">
                  <c:v>3.1339800000000002</c:v>
                </c:pt>
                <c:pt idx="1101">
                  <c:v>3.1389</c:v>
                </c:pt>
                <c:pt idx="1102">
                  <c:v>3.1412399999999998</c:v>
                </c:pt>
                <c:pt idx="1103">
                  <c:v>3.1415100000000002</c:v>
                </c:pt>
                <c:pt idx="1104">
                  <c:v>3.1526199999999998</c:v>
                </c:pt>
                <c:pt idx="1105">
                  <c:v>3.1612</c:v>
                </c:pt>
                <c:pt idx="1106">
                  <c:v>3.16439</c:v>
                </c:pt>
                <c:pt idx="1107">
                  <c:v>3.1624099999999999</c:v>
                </c:pt>
                <c:pt idx="1108">
                  <c:v>3.00108</c:v>
                </c:pt>
                <c:pt idx="1109">
                  <c:v>3.0006900000000001</c:v>
                </c:pt>
                <c:pt idx="1110">
                  <c:v>3.0004</c:v>
                </c:pt>
                <c:pt idx="1111">
                  <c:v>3</c:v>
                </c:pt>
                <c:pt idx="1112">
                  <c:v>3</c:v>
                </c:pt>
                <c:pt idx="1113">
                  <c:v>3</c:v>
                </c:pt>
                <c:pt idx="1114">
                  <c:v>3</c:v>
                </c:pt>
                <c:pt idx="1115">
                  <c:v>3</c:v>
                </c:pt>
                <c:pt idx="1116">
                  <c:v>3</c:v>
                </c:pt>
                <c:pt idx="1117">
                  <c:v>3</c:v>
                </c:pt>
                <c:pt idx="1118">
                  <c:v>3</c:v>
                </c:pt>
                <c:pt idx="1119">
                  <c:v>3</c:v>
                </c:pt>
                <c:pt idx="1120">
                  <c:v>3.1978</c:v>
                </c:pt>
                <c:pt idx="1121">
                  <c:v>3.1973699999999998</c:v>
                </c:pt>
                <c:pt idx="1122">
                  <c:v>3.1968299999999998</c:v>
                </c:pt>
                <c:pt idx="1123">
                  <c:v>3.1964099999999998</c:v>
                </c:pt>
                <c:pt idx="1124">
                  <c:v>3.0783</c:v>
                </c:pt>
                <c:pt idx="1125">
                  <c:v>3.07822</c:v>
                </c:pt>
                <c:pt idx="1126">
                  <c:v>3.07517</c:v>
                </c:pt>
                <c:pt idx="1127">
                  <c:v>3.07511</c:v>
                </c:pt>
                <c:pt idx="1128">
                  <c:v>3.05844</c:v>
                </c:pt>
                <c:pt idx="1129">
                  <c:v>3.06155</c:v>
                </c:pt>
                <c:pt idx="1130">
                  <c:v>3.06304</c:v>
                </c:pt>
                <c:pt idx="1131">
                  <c:v>3.0673300000000001</c:v>
                </c:pt>
                <c:pt idx="1132">
                  <c:v>3.04983</c:v>
                </c:pt>
                <c:pt idx="1133">
                  <c:v>3.05335</c:v>
                </c:pt>
                <c:pt idx="1134">
                  <c:v>3.05667</c:v>
                </c:pt>
                <c:pt idx="1135">
                  <c:v>3.0598299999999998</c:v>
                </c:pt>
                <c:pt idx="1136">
                  <c:v>3.06298</c:v>
                </c:pt>
                <c:pt idx="1137">
                  <c:v>3.06508</c:v>
                </c:pt>
                <c:pt idx="1138">
                  <c:v>3.0680100000000001</c:v>
                </c:pt>
                <c:pt idx="1139">
                  <c:v>3.0679099999999999</c:v>
                </c:pt>
                <c:pt idx="1140">
                  <c:v>3.06758</c:v>
                </c:pt>
                <c:pt idx="1141">
                  <c:v>3.06901</c:v>
                </c:pt>
                <c:pt idx="1142">
                  <c:v>3.0697700000000001</c:v>
                </c:pt>
                <c:pt idx="1143">
                  <c:v>3.0698099999999999</c:v>
                </c:pt>
                <c:pt idx="1144">
                  <c:v>3.06725</c:v>
                </c:pt>
                <c:pt idx="1145">
                  <c:v>3.0664400000000001</c:v>
                </c:pt>
                <c:pt idx="1146">
                  <c:v>3.0653000000000001</c:v>
                </c:pt>
                <c:pt idx="1147">
                  <c:v>3.0646199999999997</c:v>
                </c:pt>
                <c:pt idx="1148">
                  <c:v>3.0658000000000003</c:v>
                </c:pt>
                <c:pt idx="1149">
                  <c:v>3.0659800000000001</c:v>
                </c:pt>
                <c:pt idx="1150">
                  <c:v>3.0671300000000001</c:v>
                </c:pt>
                <c:pt idx="1151">
                  <c:v>3.0671599999999999</c:v>
                </c:pt>
                <c:pt idx="1152">
                  <c:v>3.0763799999999999</c:v>
                </c:pt>
                <c:pt idx="1153">
                  <c:v>3.0768299999999997</c:v>
                </c:pt>
                <c:pt idx="1154">
                  <c:v>3.0771100000000002</c:v>
                </c:pt>
                <c:pt idx="1155">
                  <c:v>3.0766</c:v>
                </c:pt>
                <c:pt idx="1156">
                  <c:v>3.0856999999999997</c:v>
                </c:pt>
                <c:pt idx="1157">
                  <c:v>3.0869</c:v>
                </c:pt>
                <c:pt idx="1158">
                  <c:v>3.0881599999999998</c:v>
                </c:pt>
                <c:pt idx="1159">
                  <c:v>3.0866400000000001</c:v>
                </c:pt>
                <c:pt idx="1160">
                  <c:v>3</c:v>
                </c:pt>
                <c:pt idx="1161">
                  <c:v>3</c:v>
                </c:pt>
                <c:pt idx="1162">
                  <c:v>3</c:v>
                </c:pt>
                <c:pt idx="1163">
                  <c:v>3</c:v>
                </c:pt>
                <c:pt idx="1164">
                  <c:v>3</c:v>
                </c:pt>
                <c:pt idx="1165">
                  <c:v>3</c:v>
                </c:pt>
                <c:pt idx="1166">
                  <c:v>3</c:v>
                </c:pt>
                <c:pt idx="1167">
                  <c:v>3</c:v>
                </c:pt>
                <c:pt idx="1168">
                  <c:v>3</c:v>
                </c:pt>
                <c:pt idx="1169">
                  <c:v>3</c:v>
                </c:pt>
                <c:pt idx="1170">
                  <c:v>3</c:v>
                </c:pt>
                <c:pt idx="1171">
                  <c:v>3</c:v>
                </c:pt>
                <c:pt idx="1172">
                  <c:v>3</c:v>
                </c:pt>
                <c:pt idx="1173">
                  <c:v>3</c:v>
                </c:pt>
                <c:pt idx="1174">
                  <c:v>3</c:v>
                </c:pt>
                <c:pt idx="1175">
                  <c:v>3</c:v>
                </c:pt>
                <c:pt idx="1176">
                  <c:v>3</c:v>
                </c:pt>
                <c:pt idx="1177">
                  <c:v>3</c:v>
                </c:pt>
                <c:pt idx="1178">
                  <c:v>3</c:v>
                </c:pt>
                <c:pt idx="1179">
                  <c:v>3</c:v>
                </c:pt>
                <c:pt idx="1180">
                  <c:v>3</c:v>
                </c:pt>
                <c:pt idx="1181">
                  <c:v>3</c:v>
                </c:pt>
                <c:pt idx="1182">
                  <c:v>3</c:v>
                </c:pt>
                <c:pt idx="1183">
                  <c:v>3</c:v>
                </c:pt>
                <c:pt idx="1184">
                  <c:v>2.98821</c:v>
                </c:pt>
                <c:pt idx="1185">
                  <c:v>2.9879199999999999</c:v>
                </c:pt>
                <c:pt idx="1186">
                  <c:v>2.9873799999999999</c:v>
                </c:pt>
                <c:pt idx="1187">
                  <c:v>2.9870900000000002</c:v>
                </c:pt>
                <c:pt idx="1188">
                  <c:v>2.98706</c:v>
                </c:pt>
                <c:pt idx="1189">
                  <c:v>2.9874200000000002</c:v>
                </c:pt>
                <c:pt idx="1190">
                  <c:v>2.9876499999999999</c:v>
                </c:pt>
                <c:pt idx="1191">
                  <c:v>2.9871999999999996</c:v>
                </c:pt>
                <c:pt idx="1192">
                  <c:v>2.98637</c:v>
                </c:pt>
                <c:pt idx="1193">
                  <c:v>2.9862100000000003</c:v>
                </c:pt>
                <c:pt idx="1194">
                  <c:v>2.98604</c:v>
                </c:pt>
                <c:pt idx="1195">
                  <c:v>2.9861300000000002</c:v>
                </c:pt>
                <c:pt idx="1196">
                  <c:v>2.9865399999999998</c:v>
                </c:pt>
                <c:pt idx="1197">
                  <c:v>2.9868200000000003</c:v>
                </c:pt>
                <c:pt idx="1198">
                  <c:v>2.9882199999999997</c:v>
                </c:pt>
                <c:pt idx="1199">
                  <c:v>2.9891999999999999</c:v>
                </c:pt>
                <c:pt idx="1200">
                  <c:v>2.98949</c:v>
                </c:pt>
                <c:pt idx="1201">
                  <c:v>2.9895300000000002</c:v>
                </c:pt>
                <c:pt idx="1202">
                  <c:v>2.98956</c:v>
                </c:pt>
                <c:pt idx="1203">
                  <c:v>2.9890300000000001</c:v>
                </c:pt>
                <c:pt idx="1204">
                  <c:v>2.9896400000000001</c:v>
                </c:pt>
                <c:pt idx="1205">
                  <c:v>2.9908200000000003</c:v>
                </c:pt>
                <c:pt idx="1206">
                  <c:v>2.99166</c:v>
                </c:pt>
                <c:pt idx="1207">
                  <c:v>2.9928300000000001</c:v>
                </c:pt>
                <c:pt idx="1208">
                  <c:v>2.99411</c:v>
                </c:pt>
                <c:pt idx="1209">
                  <c:v>2.99451</c:v>
                </c:pt>
                <c:pt idx="1210">
                  <c:v>2.9952700000000001</c:v>
                </c:pt>
                <c:pt idx="1211">
                  <c:v>2.9956399999999999</c:v>
                </c:pt>
                <c:pt idx="1212">
                  <c:v>3</c:v>
                </c:pt>
                <c:pt idx="1213">
                  <c:v>3</c:v>
                </c:pt>
                <c:pt idx="1214">
                  <c:v>3</c:v>
                </c:pt>
                <c:pt idx="1215">
                  <c:v>3</c:v>
                </c:pt>
                <c:pt idx="1216">
                  <c:v>3</c:v>
                </c:pt>
                <c:pt idx="1217">
                  <c:v>3</c:v>
                </c:pt>
                <c:pt idx="1218">
                  <c:v>3</c:v>
                </c:pt>
                <c:pt idx="1219">
                  <c:v>3</c:v>
                </c:pt>
                <c:pt idx="1220">
                  <c:v>3</c:v>
                </c:pt>
                <c:pt idx="1221">
                  <c:v>3</c:v>
                </c:pt>
                <c:pt idx="1222">
                  <c:v>3</c:v>
                </c:pt>
                <c:pt idx="1223">
                  <c:v>3</c:v>
                </c:pt>
                <c:pt idx="1224">
                  <c:v>3</c:v>
                </c:pt>
                <c:pt idx="1225">
                  <c:v>3</c:v>
                </c:pt>
                <c:pt idx="1226">
                  <c:v>3</c:v>
                </c:pt>
                <c:pt idx="1227">
                  <c:v>3</c:v>
                </c:pt>
                <c:pt idx="1228">
                  <c:v>2.9893700000000001</c:v>
                </c:pt>
                <c:pt idx="1229">
                  <c:v>2.9873000000000003</c:v>
                </c:pt>
                <c:pt idx="1230">
                  <c:v>2.98522</c:v>
                </c:pt>
                <c:pt idx="1231">
                  <c:v>2.9845799999999998</c:v>
                </c:pt>
                <c:pt idx="1232">
                  <c:v>2.9781999999999997</c:v>
                </c:pt>
                <c:pt idx="1233">
                  <c:v>2.9613800000000001</c:v>
                </c:pt>
                <c:pt idx="1234">
                  <c:v>2.9463200000000001</c:v>
                </c:pt>
                <c:pt idx="1235">
                  <c:v>2.9394999999999998</c:v>
                </c:pt>
                <c:pt idx="1236">
                  <c:v>2.9395199999999999</c:v>
                </c:pt>
                <c:pt idx="1237">
                  <c:v>2.9483299999999999</c:v>
                </c:pt>
                <c:pt idx="1238">
                  <c:v>2.9224899999999998</c:v>
                </c:pt>
                <c:pt idx="1239">
                  <c:v>2.9088400000000001</c:v>
                </c:pt>
                <c:pt idx="1240">
                  <c:v>2.8993899999999999</c:v>
                </c:pt>
                <c:pt idx="1241">
                  <c:v>2.8941599999999998</c:v>
                </c:pt>
                <c:pt idx="1242">
                  <c:v>2.8909199999999999</c:v>
                </c:pt>
                <c:pt idx="1243">
                  <c:v>2.8993800000000003</c:v>
                </c:pt>
                <c:pt idx="1244">
                  <c:v>2.8829400000000001</c:v>
                </c:pt>
                <c:pt idx="1245">
                  <c:v>2.8843100000000002</c:v>
                </c:pt>
                <c:pt idx="1246">
                  <c:v>2.8841100000000002</c:v>
                </c:pt>
                <c:pt idx="1247">
                  <c:v>2.8846100000000003</c:v>
                </c:pt>
                <c:pt idx="1248">
                  <c:v>2.88036</c:v>
                </c:pt>
                <c:pt idx="1249">
                  <c:v>2.8892699999999998</c:v>
                </c:pt>
                <c:pt idx="1250">
                  <c:v>2.8934000000000002</c:v>
                </c:pt>
                <c:pt idx="1251">
                  <c:v>2.9011900000000002</c:v>
                </c:pt>
                <c:pt idx="1252">
                  <c:v>2.9051499999999999</c:v>
                </c:pt>
                <c:pt idx="1253">
                  <c:v>2.8839000000000001</c:v>
                </c:pt>
                <c:pt idx="1254">
                  <c:v>2.87934</c:v>
                </c:pt>
                <c:pt idx="1255">
                  <c:v>2.8770199999999999</c:v>
                </c:pt>
                <c:pt idx="1256">
                  <c:v>2.8766599999999998</c:v>
                </c:pt>
                <c:pt idx="1257">
                  <c:v>2.8793500000000001</c:v>
                </c:pt>
                <c:pt idx="1258">
                  <c:v>2.8785799999999999</c:v>
                </c:pt>
                <c:pt idx="1259">
                  <c:v>2.8805000000000001</c:v>
                </c:pt>
                <c:pt idx="1260">
                  <c:v>2.8814600000000001</c:v>
                </c:pt>
                <c:pt idx="1261">
                  <c:v>2.8826100000000001</c:v>
                </c:pt>
                <c:pt idx="1262">
                  <c:v>2.8830200000000001</c:v>
                </c:pt>
                <c:pt idx="1263">
                  <c:v>2.8844699999999999</c:v>
                </c:pt>
                <c:pt idx="1264">
                  <c:v>3</c:v>
                </c:pt>
                <c:pt idx="1265">
                  <c:v>3</c:v>
                </c:pt>
                <c:pt idx="1266">
                  <c:v>3</c:v>
                </c:pt>
                <c:pt idx="1267">
                  <c:v>3</c:v>
                </c:pt>
                <c:pt idx="1268">
                  <c:v>3</c:v>
                </c:pt>
                <c:pt idx="1269">
                  <c:v>3</c:v>
                </c:pt>
                <c:pt idx="1270">
                  <c:v>3</c:v>
                </c:pt>
                <c:pt idx="1271">
                  <c:v>3</c:v>
                </c:pt>
                <c:pt idx="1272">
                  <c:v>3</c:v>
                </c:pt>
                <c:pt idx="1273">
                  <c:v>3</c:v>
                </c:pt>
                <c:pt idx="1274">
                  <c:v>3</c:v>
                </c:pt>
                <c:pt idx="1275">
                  <c:v>3</c:v>
                </c:pt>
                <c:pt idx="1276">
                  <c:v>2.9990100000000002</c:v>
                </c:pt>
                <c:pt idx="1277">
                  <c:v>2.9990100000000002</c:v>
                </c:pt>
                <c:pt idx="1278">
                  <c:v>2.9990100000000002</c:v>
                </c:pt>
                <c:pt idx="1279">
                  <c:v>2.9990199999999998</c:v>
                </c:pt>
                <c:pt idx="1280">
                  <c:v>2.9803099999999998</c:v>
                </c:pt>
                <c:pt idx="1281">
                  <c:v>2.9782500000000001</c:v>
                </c:pt>
                <c:pt idx="1282">
                  <c:v>2.9765600000000001</c:v>
                </c:pt>
                <c:pt idx="1283">
                  <c:v>2.9750100000000002</c:v>
                </c:pt>
                <c:pt idx="1284">
                  <c:v>2.9694600000000002</c:v>
                </c:pt>
                <c:pt idx="1285">
                  <c:v>2.9534799999999999</c:v>
                </c:pt>
                <c:pt idx="1286">
                  <c:v>2.9397500000000001</c:v>
                </c:pt>
                <c:pt idx="1287">
                  <c:v>2.9283399999999999</c:v>
                </c:pt>
                <c:pt idx="1288">
                  <c:v>2.9311500000000001</c:v>
                </c:pt>
                <c:pt idx="1289">
                  <c:v>2.9200599999999999</c:v>
                </c:pt>
                <c:pt idx="1290">
                  <c:v>2.9034899999999997</c:v>
                </c:pt>
                <c:pt idx="1291">
                  <c:v>2.8952</c:v>
                </c:pt>
                <c:pt idx="1292">
                  <c:v>2.9369999999999998</c:v>
                </c:pt>
                <c:pt idx="1293">
                  <c:v>2.93371</c:v>
                </c:pt>
                <c:pt idx="1294">
                  <c:v>2.9307800000000004</c:v>
                </c:pt>
                <c:pt idx="1295">
                  <c:v>2.9282199999999996</c:v>
                </c:pt>
                <c:pt idx="1296">
                  <c:v>2.927</c:v>
                </c:pt>
                <c:pt idx="1297">
                  <c:v>2.9291499999999999</c:v>
                </c:pt>
                <c:pt idx="1298">
                  <c:v>2.9292399999999996</c:v>
                </c:pt>
                <c:pt idx="1299">
                  <c:v>2.93092</c:v>
                </c:pt>
                <c:pt idx="1300">
                  <c:v>2.9354800000000001</c:v>
                </c:pt>
                <c:pt idx="1301">
                  <c:v>2.9355900000000004</c:v>
                </c:pt>
                <c:pt idx="1302">
                  <c:v>2.93709</c:v>
                </c:pt>
                <c:pt idx="1303">
                  <c:v>2.9390000000000001</c:v>
                </c:pt>
                <c:pt idx="1304">
                  <c:v>2.9381500000000003</c:v>
                </c:pt>
                <c:pt idx="1305">
                  <c:v>2.9374699999999998</c:v>
                </c:pt>
                <c:pt idx="1306">
                  <c:v>2.9383600000000003</c:v>
                </c:pt>
                <c:pt idx="1307">
                  <c:v>2.93737</c:v>
                </c:pt>
                <c:pt idx="1308">
                  <c:v>2.93757</c:v>
                </c:pt>
                <c:pt idx="1309">
                  <c:v>2.9378000000000002</c:v>
                </c:pt>
                <c:pt idx="1310">
                  <c:v>2.9394999999999998</c:v>
                </c:pt>
                <c:pt idx="1311">
                  <c:v>2.9397500000000001</c:v>
                </c:pt>
                <c:pt idx="1312">
                  <c:v>2.8963100000000002</c:v>
                </c:pt>
                <c:pt idx="1313">
                  <c:v>2.8955100000000003</c:v>
                </c:pt>
                <c:pt idx="1314">
                  <c:v>2.89832</c:v>
                </c:pt>
                <c:pt idx="1315">
                  <c:v>2.90116</c:v>
                </c:pt>
                <c:pt idx="1316">
                  <c:v>3</c:v>
                </c:pt>
                <c:pt idx="1317">
                  <c:v>3</c:v>
                </c:pt>
                <c:pt idx="1318">
                  <c:v>3</c:v>
                </c:pt>
                <c:pt idx="1319">
                  <c:v>3</c:v>
                </c:pt>
                <c:pt idx="1320">
                  <c:v>3</c:v>
                </c:pt>
                <c:pt idx="1321">
                  <c:v>3</c:v>
                </c:pt>
                <c:pt idx="1322">
                  <c:v>3</c:v>
                </c:pt>
                <c:pt idx="1323">
                  <c:v>3</c:v>
                </c:pt>
                <c:pt idx="1324">
                  <c:v>3</c:v>
                </c:pt>
                <c:pt idx="1325">
                  <c:v>3.4</c:v>
                </c:pt>
                <c:pt idx="1326">
                  <c:v>3.4</c:v>
                </c:pt>
                <c:pt idx="1327">
                  <c:v>3.4</c:v>
                </c:pt>
                <c:pt idx="1328">
                  <c:v>3.4</c:v>
                </c:pt>
                <c:pt idx="1329">
                  <c:v>3</c:v>
                </c:pt>
                <c:pt idx="1330">
                  <c:v>3</c:v>
                </c:pt>
                <c:pt idx="1331">
                  <c:v>3</c:v>
                </c:pt>
                <c:pt idx="1332">
                  <c:v>2.9990100000000002</c:v>
                </c:pt>
                <c:pt idx="1333">
                  <c:v>2.9990100000000002</c:v>
                </c:pt>
                <c:pt idx="1334">
                  <c:v>2.9990100000000002</c:v>
                </c:pt>
                <c:pt idx="1335">
                  <c:v>2.9990100000000002</c:v>
                </c:pt>
                <c:pt idx="1336">
                  <c:v>2.9701500000000003</c:v>
                </c:pt>
                <c:pt idx="1337">
                  <c:v>2.9651799999999997</c:v>
                </c:pt>
                <c:pt idx="1338">
                  <c:v>2.9648400000000001</c:v>
                </c:pt>
                <c:pt idx="1339">
                  <c:v>2.9661999999999997</c:v>
                </c:pt>
                <c:pt idx="1340">
                  <c:v>2.9614199999999999</c:v>
                </c:pt>
                <c:pt idx="1341">
                  <c:v>2.9567600000000001</c:v>
                </c:pt>
                <c:pt idx="1342">
                  <c:v>2.9337900000000001</c:v>
                </c:pt>
                <c:pt idx="1343">
                  <c:v>2.9158200000000001</c:v>
                </c:pt>
                <c:pt idx="1344">
                  <c:v>2.91167</c:v>
                </c:pt>
                <c:pt idx="1345">
                  <c:v>2.9013200000000001</c:v>
                </c:pt>
                <c:pt idx="1346">
                  <c:v>2.8892899999999999</c:v>
                </c:pt>
                <c:pt idx="1347">
                  <c:v>2.8841700000000001</c:v>
                </c:pt>
                <c:pt idx="1348">
                  <c:v>2.9370500000000002</c:v>
                </c:pt>
                <c:pt idx="1349">
                  <c:v>2.9319999999999999</c:v>
                </c:pt>
                <c:pt idx="1350">
                  <c:v>2.9277800000000003</c:v>
                </c:pt>
                <c:pt idx="1351">
                  <c:v>2.92476</c:v>
                </c:pt>
                <c:pt idx="1352">
                  <c:v>2.92347</c:v>
                </c:pt>
                <c:pt idx="1353">
                  <c:v>2.9209499999999999</c:v>
                </c:pt>
                <c:pt idx="1354">
                  <c:v>2.92103</c:v>
                </c:pt>
                <c:pt idx="1355">
                  <c:v>2.9212399999999996</c:v>
                </c:pt>
                <c:pt idx="1356">
                  <c:v>2.9306900000000002</c:v>
                </c:pt>
                <c:pt idx="1357">
                  <c:v>2.9338200000000003</c:v>
                </c:pt>
                <c:pt idx="1358">
                  <c:v>2.9355300000000004</c:v>
                </c:pt>
                <c:pt idx="1359">
                  <c:v>2.9371</c:v>
                </c:pt>
                <c:pt idx="1360">
                  <c:v>2.9340999999999999</c:v>
                </c:pt>
                <c:pt idx="1361">
                  <c:v>2.9328099999999999</c:v>
                </c:pt>
                <c:pt idx="1362">
                  <c:v>2.9348000000000001</c:v>
                </c:pt>
                <c:pt idx="1363">
                  <c:v>2.9352399999999998</c:v>
                </c:pt>
                <c:pt idx="1364">
                  <c:v>2.9347800000000004</c:v>
                </c:pt>
                <c:pt idx="1365">
                  <c:v>2.9351400000000001</c:v>
                </c:pt>
                <c:pt idx="1366">
                  <c:v>2.9355900000000004</c:v>
                </c:pt>
                <c:pt idx="1367">
                  <c:v>2.93628</c:v>
                </c:pt>
                <c:pt idx="1368">
                  <c:v>2.8808800000000003</c:v>
                </c:pt>
                <c:pt idx="1369">
                  <c:v>2.8795999999999999</c:v>
                </c:pt>
                <c:pt idx="1370">
                  <c:v>2.8804600000000002</c:v>
                </c:pt>
                <c:pt idx="1371">
                  <c:v>2.8820700000000001</c:v>
                </c:pt>
                <c:pt idx="1372">
                  <c:v>3</c:v>
                </c:pt>
                <c:pt idx="1373">
                  <c:v>3</c:v>
                </c:pt>
                <c:pt idx="1374">
                  <c:v>3</c:v>
                </c:pt>
                <c:pt idx="1375">
                  <c:v>3</c:v>
                </c:pt>
                <c:pt idx="1376">
                  <c:v>3</c:v>
                </c:pt>
                <c:pt idx="1377">
                  <c:v>3</c:v>
                </c:pt>
                <c:pt idx="1378">
                  <c:v>3</c:v>
                </c:pt>
                <c:pt idx="1379">
                  <c:v>3</c:v>
                </c:pt>
                <c:pt idx="1380">
                  <c:v>3</c:v>
                </c:pt>
                <c:pt idx="1381">
                  <c:v>3.3</c:v>
                </c:pt>
                <c:pt idx="1382">
                  <c:v>3.3</c:v>
                </c:pt>
                <c:pt idx="1383">
                  <c:v>3</c:v>
                </c:pt>
                <c:pt idx="1384">
                  <c:v>3</c:v>
                </c:pt>
                <c:pt idx="1385">
                  <c:v>3</c:v>
                </c:pt>
                <c:pt idx="1386">
                  <c:v>3.15848</c:v>
                </c:pt>
                <c:pt idx="1387">
                  <c:v>3.1579200000000003</c:v>
                </c:pt>
                <c:pt idx="1388">
                  <c:v>3.1573600000000002</c:v>
                </c:pt>
                <c:pt idx="1389">
                  <c:v>3.1568000000000001</c:v>
                </c:pt>
                <c:pt idx="1390">
                  <c:v>3.14215</c:v>
                </c:pt>
                <c:pt idx="1391">
                  <c:v>3.1394799999999998</c:v>
                </c:pt>
                <c:pt idx="1392">
                  <c:v>3.1372399999999998</c:v>
                </c:pt>
                <c:pt idx="1393">
                  <c:v>3.1353800000000001</c:v>
                </c:pt>
                <c:pt idx="1394">
                  <c:v>3.1311100000000001</c:v>
                </c:pt>
                <c:pt idx="1395">
                  <c:v>3.1291799999999999</c:v>
                </c:pt>
                <c:pt idx="1396">
                  <c:v>3.10616</c:v>
                </c:pt>
                <c:pt idx="1397">
                  <c:v>3.09137</c:v>
                </c:pt>
                <c:pt idx="1398">
                  <c:v>3.0874099999999998</c:v>
                </c:pt>
                <c:pt idx="1399">
                  <c:v>3.0788600000000002</c:v>
                </c:pt>
                <c:pt idx="1400">
                  <c:v>3.07179</c:v>
                </c:pt>
                <c:pt idx="1401">
                  <c:v>3.0682100000000001</c:v>
                </c:pt>
                <c:pt idx="1402">
                  <c:v>3.02772</c:v>
                </c:pt>
                <c:pt idx="1403">
                  <c:v>3.0276100000000001</c:v>
                </c:pt>
                <c:pt idx="1404">
                  <c:v>3.0275599999999998</c:v>
                </c:pt>
                <c:pt idx="1405">
                  <c:v>3.0274800000000002</c:v>
                </c:pt>
                <c:pt idx="1406">
                  <c:v>3.0274800000000002</c:v>
                </c:pt>
                <c:pt idx="1407">
                  <c:v>3.0274999999999999</c:v>
                </c:pt>
                <c:pt idx="1408">
                  <c:v>3.02752</c:v>
                </c:pt>
                <c:pt idx="1409">
                  <c:v>3.0275599999999998</c:v>
                </c:pt>
                <c:pt idx="1410">
                  <c:v>3.0275799999999999</c:v>
                </c:pt>
                <c:pt idx="1411">
                  <c:v>3.0276399999999999</c:v>
                </c:pt>
                <c:pt idx="1412">
                  <c:v>3.0276700000000001</c:v>
                </c:pt>
                <c:pt idx="1413">
                  <c:v>3.0276300000000003</c:v>
                </c:pt>
                <c:pt idx="1414">
                  <c:v>3.0277600000000002</c:v>
                </c:pt>
                <c:pt idx="1415">
                  <c:v>3.0278299999999998</c:v>
                </c:pt>
                <c:pt idx="1416">
                  <c:v>3.0278800000000001</c:v>
                </c:pt>
                <c:pt idx="1417">
                  <c:v>3.0280200000000002</c:v>
                </c:pt>
                <c:pt idx="1418">
                  <c:v>3.0282</c:v>
                </c:pt>
                <c:pt idx="1419">
                  <c:v>3.0282399999999998</c:v>
                </c:pt>
                <c:pt idx="1420">
                  <c:v>3.02833</c:v>
                </c:pt>
                <c:pt idx="1421">
                  <c:v>3.0284499999999999</c:v>
                </c:pt>
                <c:pt idx="1422">
                  <c:v>3.0634399999999999</c:v>
                </c:pt>
                <c:pt idx="1423">
                  <c:v>3.0626799999999998</c:v>
                </c:pt>
                <c:pt idx="1424">
                  <c:v>3.0630600000000001</c:v>
                </c:pt>
                <c:pt idx="1425">
                  <c:v>3.06352</c:v>
                </c:pt>
                <c:pt idx="1426">
                  <c:v>2.9384899999999998</c:v>
                </c:pt>
                <c:pt idx="1427">
                  <c:v>2.9414699999999998</c:v>
                </c:pt>
                <c:pt idx="1428">
                  <c:v>2.9495200000000001</c:v>
                </c:pt>
                <c:pt idx="1429">
                  <c:v>2.9525900000000003</c:v>
                </c:pt>
                <c:pt idx="1430">
                  <c:v>3</c:v>
                </c:pt>
                <c:pt idx="1431">
                  <c:v>3</c:v>
                </c:pt>
                <c:pt idx="1432">
                  <c:v>3</c:v>
                </c:pt>
                <c:pt idx="1433">
                  <c:v>3</c:v>
                </c:pt>
                <c:pt idx="1434">
                  <c:v>3</c:v>
                </c:pt>
                <c:pt idx="1435">
                  <c:v>3.3</c:v>
                </c:pt>
                <c:pt idx="1436">
                  <c:v>3.3</c:v>
                </c:pt>
                <c:pt idx="1437">
                  <c:v>3.1190000000000002</c:v>
                </c:pt>
                <c:pt idx="1438">
                  <c:v>3.1190000000000002</c:v>
                </c:pt>
                <c:pt idx="1439">
                  <c:v>3</c:v>
                </c:pt>
                <c:pt idx="1440">
                  <c:v>3</c:v>
                </c:pt>
                <c:pt idx="1441">
                  <c:v>3</c:v>
                </c:pt>
                <c:pt idx="1442">
                  <c:v>3</c:v>
                </c:pt>
                <c:pt idx="1443">
                  <c:v>3</c:v>
                </c:pt>
                <c:pt idx="1444">
                  <c:v>3</c:v>
                </c:pt>
                <c:pt idx="1445">
                  <c:v>2.9862899999999999</c:v>
                </c:pt>
                <c:pt idx="1446">
                  <c:v>2.9833699999999999</c:v>
                </c:pt>
                <c:pt idx="1447">
                  <c:v>2.9813700000000001</c:v>
                </c:pt>
                <c:pt idx="1448">
                  <c:v>2.9794699999999996</c:v>
                </c:pt>
                <c:pt idx="1449">
                  <c:v>2.9980799999999999</c:v>
                </c:pt>
                <c:pt idx="1450">
                  <c:v>2.99925</c:v>
                </c:pt>
                <c:pt idx="1451">
                  <c:v>3.0002900000000001</c:v>
                </c:pt>
                <c:pt idx="1452">
                  <c:v>3.0030199999999998</c:v>
                </c:pt>
                <c:pt idx="1453">
                  <c:v>3.0021999999999998</c:v>
                </c:pt>
                <c:pt idx="1454">
                  <c:v>3.0042900000000001</c:v>
                </c:pt>
                <c:pt idx="1455">
                  <c:v>3.0057499999999999</c:v>
                </c:pt>
                <c:pt idx="1456">
                  <c:v>3.00712</c:v>
                </c:pt>
                <c:pt idx="1457">
                  <c:v>3.0086900000000001</c:v>
                </c:pt>
                <c:pt idx="1458">
                  <c:v>3.01</c:v>
                </c:pt>
                <c:pt idx="1459">
                  <c:v>3.0107499999999998</c:v>
                </c:pt>
                <c:pt idx="1460">
                  <c:v>3.0105200000000001</c:v>
                </c:pt>
                <c:pt idx="1461">
                  <c:v>3.01139</c:v>
                </c:pt>
                <c:pt idx="1462">
                  <c:v>3.01207</c:v>
                </c:pt>
                <c:pt idx="1463">
                  <c:v>3.01132</c:v>
                </c:pt>
                <c:pt idx="1464">
                  <c:v>3.01126</c:v>
                </c:pt>
                <c:pt idx="1465">
                  <c:v>3.00989</c:v>
                </c:pt>
                <c:pt idx="1466">
                  <c:v>3.00943</c:v>
                </c:pt>
                <c:pt idx="1467">
                  <c:v>3.0091199999999998</c:v>
                </c:pt>
                <c:pt idx="1468">
                  <c:v>3.00902</c:v>
                </c:pt>
                <c:pt idx="1469">
                  <c:v>3.0104299999999999</c:v>
                </c:pt>
                <c:pt idx="1470">
                  <c:v>3.0110900000000003</c:v>
                </c:pt>
                <c:pt idx="1471">
                  <c:v>3.0129000000000001</c:v>
                </c:pt>
                <c:pt idx="1472">
                  <c:v>3.0137700000000001</c:v>
                </c:pt>
                <c:pt idx="1473">
                  <c:v>3.01641</c:v>
                </c:pt>
                <c:pt idx="1474">
                  <c:v>3.0171700000000001</c:v>
                </c:pt>
                <c:pt idx="1475">
                  <c:v>3.0177100000000001</c:v>
                </c:pt>
                <c:pt idx="1476">
                  <c:v>3.0180100000000003</c:v>
                </c:pt>
                <c:pt idx="1477">
                  <c:v>3.0208600000000003</c:v>
                </c:pt>
                <c:pt idx="1478">
                  <c:v>3.0215199999999998</c:v>
                </c:pt>
                <c:pt idx="1479">
                  <c:v>3.0222199999999999</c:v>
                </c:pt>
                <c:pt idx="1480">
                  <c:v>3.0220100000000003</c:v>
                </c:pt>
                <c:pt idx="1481">
                  <c:v>3.0168699999999999</c:v>
                </c:pt>
                <c:pt idx="1482">
                  <c:v>3.0168900000000001</c:v>
                </c:pt>
                <c:pt idx="1483">
                  <c:v>3.0169000000000001</c:v>
                </c:pt>
                <c:pt idx="1484">
                  <c:v>3.0169200000000003</c:v>
                </c:pt>
                <c:pt idx="1485">
                  <c:v>3</c:v>
                </c:pt>
                <c:pt idx="1486">
                  <c:v>3</c:v>
                </c:pt>
                <c:pt idx="1487">
                  <c:v>3</c:v>
                </c:pt>
                <c:pt idx="1488">
                  <c:v>3</c:v>
                </c:pt>
                <c:pt idx="1489">
                  <c:v>3.1190000000000002</c:v>
                </c:pt>
                <c:pt idx="1490">
                  <c:v>3.19</c:v>
                </c:pt>
                <c:pt idx="1491">
                  <c:v>3.19</c:v>
                </c:pt>
                <c:pt idx="1492">
                  <c:v>3</c:v>
                </c:pt>
                <c:pt idx="1493">
                  <c:v>3</c:v>
                </c:pt>
                <c:pt idx="1494">
                  <c:v>3</c:v>
                </c:pt>
                <c:pt idx="1495">
                  <c:v>3</c:v>
                </c:pt>
                <c:pt idx="1496">
                  <c:v>3</c:v>
                </c:pt>
                <c:pt idx="1497">
                  <c:v>3</c:v>
                </c:pt>
                <c:pt idx="1498">
                  <c:v>3</c:v>
                </c:pt>
                <c:pt idx="1499">
                  <c:v>2.9914399999999999</c:v>
                </c:pt>
                <c:pt idx="1500">
                  <c:v>2.98909</c:v>
                </c:pt>
                <c:pt idx="1501">
                  <c:v>2.98706</c:v>
                </c:pt>
                <c:pt idx="1502">
                  <c:v>2.98543</c:v>
                </c:pt>
                <c:pt idx="1503">
                  <c:v>3.0111699999999999</c:v>
                </c:pt>
                <c:pt idx="1504">
                  <c:v>3.00983</c:v>
                </c:pt>
                <c:pt idx="1505">
                  <c:v>3.0079600000000002</c:v>
                </c:pt>
                <c:pt idx="1506">
                  <c:v>3.0065500000000003</c:v>
                </c:pt>
                <c:pt idx="1507">
                  <c:v>3.0060599999999997</c:v>
                </c:pt>
                <c:pt idx="1508">
                  <c:v>3.00535</c:v>
                </c:pt>
                <c:pt idx="1509">
                  <c:v>3.0042800000000001</c:v>
                </c:pt>
                <c:pt idx="1510">
                  <c:v>3.0039899999999999</c:v>
                </c:pt>
                <c:pt idx="1511">
                  <c:v>3.0034899999999998</c:v>
                </c:pt>
                <c:pt idx="1512">
                  <c:v>3.00325</c:v>
                </c:pt>
                <c:pt idx="1513">
                  <c:v>3.0031099999999999</c:v>
                </c:pt>
                <c:pt idx="1514">
                  <c:v>3.0034000000000001</c:v>
                </c:pt>
                <c:pt idx="1515">
                  <c:v>3.0046399999999998</c:v>
                </c:pt>
                <c:pt idx="1516">
                  <c:v>3.0056100000000003</c:v>
                </c:pt>
                <c:pt idx="1517">
                  <c:v>3.0065500000000003</c:v>
                </c:pt>
                <c:pt idx="1518">
                  <c:v>3.0083600000000001</c:v>
                </c:pt>
                <c:pt idx="1519">
                  <c:v>3.0083800000000003</c:v>
                </c:pt>
                <c:pt idx="1520">
                  <c:v>3.0081899999999999</c:v>
                </c:pt>
                <c:pt idx="1521">
                  <c:v>3.00861</c:v>
                </c:pt>
                <c:pt idx="1522">
                  <c:v>3.00908</c:v>
                </c:pt>
                <c:pt idx="1523">
                  <c:v>3.0084400000000002</c:v>
                </c:pt>
                <c:pt idx="1524">
                  <c:v>3.00854</c:v>
                </c:pt>
                <c:pt idx="1525">
                  <c:v>3.00848</c:v>
                </c:pt>
                <c:pt idx="1526">
                  <c:v>3.0087199999999998</c:v>
                </c:pt>
                <c:pt idx="1527">
                  <c:v>3.0093400000000003</c:v>
                </c:pt>
                <c:pt idx="1528">
                  <c:v>3.01044</c:v>
                </c:pt>
                <c:pt idx="1529">
                  <c:v>3.0109699999999999</c:v>
                </c:pt>
                <c:pt idx="1530">
                  <c:v>3.0122</c:v>
                </c:pt>
                <c:pt idx="1531">
                  <c:v>3.0173200000000002</c:v>
                </c:pt>
                <c:pt idx="1532">
                  <c:v>3.0187900000000001</c:v>
                </c:pt>
                <c:pt idx="1533">
                  <c:v>3.0209699999999997</c:v>
                </c:pt>
                <c:pt idx="1534">
                  <c:v>3.0221799999999996</c:v>
                </c:pt>
                <c:pt idx="1535">
                  <c:v>3.0307600000000003</c:v>
                </c:pt>
                <c:pt idx="1536">
                  <c:v>3.0307900000000001</c:v>
                </c:pt>
                <c:pt idx="1537">
                  <c:v>3.0308200000000003</c:v>
                </c:pt>
                <c:pt idx="1538">
                  <c:v>3.0308600000000001</c:v>
                </c:pt>
                <c:pt idx="1539">
                  <c:v>3</c:v>
                </c:pt>
                <c:pt idx="1540">
                  <c:v>3</c:v>
                </c:pt>
                <c:pt idx="1541">
                  <c:v>3</c:v>
                </c:pt>
                <c:pt idx="1542">
                  <c:v>3</c:v>
                </c:pt>
                <c:pt idx="1543">
                  <c:v>3.19</c:v>
                </c:pt>
                <c:pt idx="1544">
                  <c:v>3</c:v>
                </c:pt>
                <c:pt idx="1545">
                  <c:v>3</c:v>
                </c:pt>
                <c:pt idx="1546">
                  <c:v>3</c:v>
                </c:pt>
                <c:pt idx="1547">
                  <c:v>3</c:v>
                </c:pt>
                <c:pt idx="1548">
                  <c:v>3</c:v>
                </c:pt>
                <c:pt idx="1549">
                  <c:v>3</c:v>
                </c:pt>
                <c:pt idx="1550">
                  <c:v>2.1389099999999996</c:v>
                </c:pt>
                <c:pt idx="1551">
                  <c:v>2.1538900000000001</c:v>
                </c:pt>
                <c:pt idx="1552">
                  <c:v>2.1674000000000002</c:v>
                </c:pt>
                <c:pt idx="1553">
                  <c:v>2.1820200000000001</c:v>
                </c:pt>
                <c:pt idx="1554">
                  <c:v>2.1996700000000002</c:v>
                </c:pt>
                <c:pt idx="1555">
                  <c:v>2.22234</c:v>
                </c:pt>
                <c:pt idx="1556">
                  <c:v>2.2324899999999999</c:v>
                </c:pt>
                <c:pt idx="1557">
                  <c:v>2.2454999999999998</c:v>
                </c:pt>
                <c:pt idx="1558">
                  <c:v>2.2603800000000001</c:v>
                </c:pt>
                <c:pt idx="1559">
                  <c:v>2.29697</c:v>
                </c:pt>
                <c:pt idx="1560">
                  <c:v>2.3311999999999999</c:v>
                </c:pt>
                <c:pt idx="1561">
                  <c:v>2.35501</c:v>
                </c:pt>
                <c:pt idx="1562">
                  <c:v>2.3875199999999999</c:v>
                </c:pt>
                <c:pt idx="1563">
                  <c:v>2.4074299999999997</c:v>
                </c:pt>
                <c:pt idx="1564">
                  <c:v>2.42665</c:v>
                </c:pt>
                <c:pt idx="1565">
                  <c:v>2.4349099999999999</c:v>
                </c:pt>
                <c:pt idx="1566">
                  <c:v>2.9028</c:v>
                </c:pt>
                <c:pt idx="1567">
                  <c:v>2.9028</c:v>
                </c:pt>
                <c:pt idx="1568">
                  <c:v>2.9027500000000002</c:v>
                </c:pt>
                <c:pt idx="1569">
                  <c:v>2.90266</c:v>
                </c:pt>
                <c:pt idx="1570">
                  <c:v>2.9025700000000003</c:v>
                </c:pt>
                <c:pt idx="1571">
                  <c:v>2.9024800000000002</c:v>
                </c:pt>
                <c:pt idx="1572">
                  <c:v>2.90239</c:v>
                </c:pt>
                <c:pt idx="1573">
                  <c:v>2.90225</c:v>
                </c:pt>
                <c:pt idx="1574">
                  <c:v>2.9021599999999999</c:v>
                </c:pt>
                <c:pt idx="1575">
                  <c:v>2.9020700000000001</c:v>
                </c:pt>
                <c:pt idx="1576">
                  <c:v>2.9019299999999997</c:v>
                </c:pt>
                <c:pt idx="1577">
                  <c:v>2.9491799999999997</c:v>
                </c:pt>
                <c:pt idx="1578">
                  <c:v>2.94706</c:v>
                </c:pt>
                <c:pt idx="1579">
                  <c:v>2.9466000000000001</c:v>
                </c:pt>
                <c:pt idx="1580">
                  <c:v>2.9460000000000002</c:v>
                </c:pt>
                <c:pt idx="1581">
                  <c:v>2.9445999999999999</c:v>
                </c:pt>
                <c:pt idx="1582">
                  <c:v>2.37412</c:v>
                </c:pt>
                <c:pt idx="1583">
                  <c:v>2.39906</c:v>
                </c:pt>
                <c:pt idx="1584">
                  <c:v>2.41933</c:v>
                </c:pt>
                <c:pt idx="1585">
                  <c:v>2.4271199999999999</c:v>
                </c:pt>
                <c:pt idx="1586">
                  <c:v>3</c:v>
                </c:pt>
                <c:pt idx="1587">
                  <c:v>3</c:v>
                </c:pt>
                <c:pt idx="1588">
                  <c:v>3</c:v>
                </c:pt>
                <c:pt idx="1589">
                  <c:v>3</c:v>
                </c:pt>
                <c:pt idx="1590">
                  <c:v>3</c:v>
                </c:pt>
                <c:pt idx="1591">
                  <c:v>3</c:v>
                </c:pt>
                <c:pt idx="1592">
                  <c:v>3</c:v>
                </c:pt>
                <c:pt idx="1593">
                  <c:v>3</c:v>
                </c:pt>
                <c:pt idx="1594">
                  <c:v>4.4512</c:v>
                </c:pt>
                <c:pt idx="1595">
                  <c:v>4.4535499999999999</c:v>
                </c:pt>
                <c:pt idx="1596">
                  <c:v>4.47682</c:v>
                </c:pt>
                <c:pt idx="1597">
                  <c:v>4.45472</c:v>
                </c:pt>
                <c:pt idx="1598">
                  <c:v>4.45472</c:v>
                </c:pt>
                <c:pt idx="1599">
                  <c:v>4.4581400000000002</c:v>
                </c:pt>
                <c:pt idx="1600">
                  <c:v>4.4647100000000002</c:v>
                </c:pt>
                <c:pt idx="1601">
                  <c:v>4.4709300000000001</c:v>
                </c:pt>
                <c:pt idx="1602">
                  <c:v>4.4911599999999998</c:v>
                </c:pt>
                <c:pt idx="1603">
                  <c:v>4.47682</c:v>
                </c:pt>
                <c:pt idx="1604">
                  <c:v>4.4388399999999999</c:v>
                </c:pt>
                <c:pt idx="1605">
                  <c:v>4.4372299999999996</c:v>
                </c:pt>
                <c:pt idx="1606">
                  <c:v>4.4314999999999998</c:v>
                </c:pt>
                <c:pt idx="1607">
                  <c:v>4.4408700000000003</c:v>
                </c:pt>
                <c:pt idx="1608">
                  <c:v>4.4666600000000001</c:v>
                </c:pt>
                <c:pt idx="1609">
                  <c:v>4.4860100000000003</c:v>
                </c:pt>
                <c:pt idx="1610">
                  <c:v>4.4886200000000001</c:v>
                </c:pt>
                <c:pt idx="1611">
                  <c:v>4.4911599999999998</c:v>
                </c:pt>
                <c:pt idx="1612">
                  <c:v>4.4928299999999997</c:v>
                </c:pt>
                <c:pt idx="1613">
                  <c:v>4.4952800000000002</c:v>
                </c:pt>
                <c:pt idx="1614">
                  <c:v>4.51091</c:v>
                </c:pt>
                <c:pt idx="1615">
                  <c:v>4.4976700000000003</c:v>
                </c:pt>
                <c:pt idx="1616">
                  <c:v>4.6874200000000004</c:v>
                </c:pt>
                <c:pt idx="1617">
                  <c:v>4.6878000000000002</c:v>
                </c:pt>
                <c:pt idx="1618">
                  <c:v>4.6879499999999998</c:v>
                </c:pt>
                <c:pt idx="1619">
                  <c:v>4.6880200000000007</c:v>
                </c:pt>
                <c:pt idx="1620">
                  <c:v>4.6893599999999998</c:v>
                </c:pt>
                <c:pt idx="1621">
                  <c:v>4.6882399999999995</c:v>
                </c:pt>
                <c:pt idx="1622">
                  <c:v>4.6882999999999999</c:v>
                </c:pt>
                <c:pt idx="1623">
                  <c:v>4.6881000000000004</c:v>
                </c:pt>
                <c:pt idx="1624">
                  <c:v>4.6760000000000002</c:v>
                </c:pt>
                <c:pt idx="1625">
                  <c:v>4.6760000000000002</c:v>
                </c:pt>
                <c:pt idx="1626">
                  <c:v>3.45261</c:v>
                </c:pt>
                <c:pt idx="1627">
                  <c:v>3.45261</c:v>
                </c:pt>
                <c:pt idx="1629">
                  <c:v>3.3268499999999999</c:v>
                </c:pt>
                <c:pt idx="1630">
                  <c:v>3.3256100000000002</c:v>
                </c:pt>
                <c:pt idx="1631">
                  <c:v>3.3249200000000001</c:v>
                </c:pt>
                <c:pt idx="1632">
                  <c:v>3.3245800000000001</c:v>
                </c:pt>
                <c:pt idx="1633">
                  <c:v>3.3235399999999999</c:v>
                </c:pt>
                <c:pt idx="1634">
                  <c:v>3.32314</c:v>
                </c:pt>
                <c:pt idx="1635">
                  <c:v>3.3234599999999999</c:v>
                </c:pt>
                <c:pt idx="1636">
                  <c:v>3.3222100000000001</c:v>
                </c:pt>
                <c:pt idx="1637">
                  <c:v>3.6929000000000003</c:v>
                </c:pt>
                <c:pt idx="1638">
                  <c:v>3.6939199999999999</c:v>
                </c:pt>
                <c:pt idx="1639">
                  <c:v>3.6991399999999999</c:v>
                </c:pt>
                <c:pt idx="1640">
                  <c:v>3.6953800000000001</c:v>
                </c:pt>
                <c:pt idx="1641">
                  <c:v>3.6625999999999999</c:v>
                </c:pt>
                <c:pt idx="1642">
                  <c:v>3.6863699999999997</c:v>
                </c:pt>
                <c:pt idx="1643">
                  <c:v>3.6851500000000001</c:v>
                </c:pt>
                <c:pt idx="1644">
                  <c:v>3.68777</c:v>
                </c:pt>
                <c:pt idx="1645">
                  <c:v>3.6816</c:v>
                </c:pt>
                <c:pt idx="1646">
                  <c:v>3.6732199999999997</c:v>
                </c:pt>
                <c:pt idx="1647">
                  <c:v>3.6398600000000001</c:v>
                </c:pt>
                <c:pt idx="1648">
                  <c:v>3.6580599999999999</c:v>
                </c:pt>
                <c:pt idx="1649">
                  <c:v>3.65978</c:v>
                </c:pt>
                <c:pt idx="1650">
                  <c:v>3.6621899999999998</c:v>
                </c:pt>
                <c:pt idx="1651">
                  <c:v>3.6609799999999999</c:v>
                </c:pt>
                <c:pt idx="1652">
                  <c:v>3.65618</c:v>
                </c:pt>
                <c:pt idx="1653">
                  <c:v>3.63266</c:v>
                </c:pt>
                <c:pt idx="1654">
                  <c:v>3.6529699999999998</c:v>
                </c:pt>
                <c:pt idx="1655">
                  <c:v>3.6521300000000001</c:v>
                </c:pt>
                <c:pt idx="1656">
                  <c:v>3.6484999999999999</c:v>
                </c:pt>
                <c:pt idx="1657">
                  <c:v>3.6547499999999999</c:v>
                </c:pt>
                <c:pt idx="1658">
                  <c:v>3.6543099999999997</c:v>
                </c:pt>
                <c:pt idx="1659">
                  <c:v>3.6309299999999998</c:v>
                </c:pt>
                <c:pt idx="1660">
                  <c:v>3.65083</c:v>
                </c:pt>
                <c:pt idx="1661">
                  <c:v>3.3269699999999998</c:v>
                </c:pt>
                <c:pt idx="1662">
                  <c:v>3.32728</c:v>
                </c:pt>
                <c:pt idx="1663">
                  <c:v>3.3275999999999999</c:v>
                </c:pt>
                <c:pt idx="1664">
                  <c:v>3.3283200000000002</c:v>
                </c:pt>
                <c:pt idx="1665">
                  <c:v>3.3288600000000002</c:v>
                </c:pt>
                <c:pt idx="1666">
                  <c:v>3.3290700000000002</c:v>
                </c:pt>
                <c:pt idx="1667">
                  <c:v>3.3294000000000001</c:v>
                </c:pt>
                <c:pt idx="1668">
                  <c:v>3.3294999999999999</c:v>
                </c:pt>
                <c:pt idx="1669">
                  <c:v>3.45261</c:v>
                </c:pt>
                <c:pt idx="1670">
                  <c:v>3.45261</c:v>
                </c:pt>
                <c:pt idx="1671">
                  <c:v>4.1256300000000001</c:v>
                </c:pt>
                <c:pt idx="1672">
                  <c:v>4.1256300000000001</c:v>
                </c:pt>
                <c:pt idx="1673">
                  <c:v>4.5</c:v>
                </c:pt>
                <c:pt idx="1674">
                  <c:v>4.5</c:v>
                </c:pt>
                <c:pt idx="1675">
                  <c:v>4.5</c:v>
                </c:pt>
                <c:pt idx="1676">
                  <c:v>4.5</c:v>
                </c:pt>
                <c:pt idx="1677">
                  <c:v>4.5</c:v>
                </c:pt>
                <c:pt idx="1678">
                  <c:v>4.5</c:v>
                </c:pt>
                <c:pt idx="1679">
                  <c:v>4.5</c:v>
                </c:pt>
                <c:pt idx="1680">
                  <c:v>4.5</c:v>
                </c:pt>
                <c:pt idx="1681">
                  <c:v>3.87873</c:v>
                </c:pt>
                <c:pt idx="1682">
                  <c:v>3.8364699999999998</c:v>
                </c:pt>
                <c:pt idx="1683">
                  <c:v>3.8264899999999997</c:v>
                </c:pt>
                <c:pt idx="1684">
                  <c:v>3.8189499999999996</c:v>
                </c:pt>
                <c:pt idx="1685">
                  <c:v>3.8147699999999998</c:v>
                </c:pt>
                <c:pt idx="1686">
                  <c:v>3.8085200000000001</c:v>
                </c:pt>
                <c:pt idx="1687">
                  <c:v>3.81013</c:v>
                </c:pt>
                <c:pt idx="1688">
                  <c:v>3.78071</c:v>
                </c:pt>
                <c:pt idx="1689">
                  <c:v>3.7747600000000001</c:v>
                </c:pt>
                <c:pt idx="1690">
                  <c:v>3.7681499999999999</c:v>
                </c:pt>
                <c:pt idx="1691">
                  <c:v>3.7632500000000002</c:v>
                </c:pt>
                <c:pt idx="1692">
                  <c:v>3.7656900000000002</c:v>
                </c:pt>
                <c:pt idx="1693">
                  <c:v>3.7769200000000001</c:v>
                </c:pt>
                <c:pt idx="1694">
                  <c:v>3.7526599999999997</c:v>
                </c:pt>
                <c:pt idx="1695">
                  <c:v>3.7515100000000001</c:v>
                </c:pt>
                <c:pt idx="1696">
                  <c:v>3.75326</c:v>
                </c:pt>
                <c:pt idx="1697">
                  <c:v>3.7531500000000002</c:v>
                </c:pt>
                <c:pt idx="1698">
                  <c:v>3.7599699999999996</c:v>
                </c:pt>
                <c:pt idx="1699">
                  <c:v>3.7856399999999999</c:v>
                </c:pt>
                <c:pt idx="1700">
                  <c:v>3.7634300000000001</c:v>
                </c:pt>
                <c:pt idx="1701">
                  <c:v>3.7569400000000002</c:v>
                </c:pt>
                <c:pt idx="1702">
                  <c:v>3.7470100000000004</c:v>
                </c:pt>
                <c:pt idx="1703">
                  <c:v>3.7453499999999997</c:v>
                </c:pt>
                <c:pt idx="1704">
                  <c:v>3.7514099999999999</c:v>
                </c:pt>
                <c:pt idx="1705">
                  <c:v>3.7832499999999998</c:v>
                </c:pt>
                <c:pt idx="1706">
                  <c:v>3.7720400000000001</c:v>
                </c:pt>
                <c:pt idx="1707">
                  <c:v>3.7834599999999998</c:v>
                </c:pt>
                <c:pt idx="1708">
                  <c:v>3.7906500000000003</c:v>
                </c:pt>
                <c:pt idx="1709">
                  <c:v>3.8054999999999999</c:v>
                </c:pt>
                <c:pt idx="1710">
                  <c:v>3.8285999999999998</c:v>
                </c:pt>
                <c:pt idx="1711">
                  <c:v>3.8688600000000002</c:v>
                </c:pt>
                <c:pt idx="1712">
                  <c:v>3.8710599999999999</c:v>
                </c:pt>
                <c:pt idx="1713">
                  <c:v>3.8834</c:v>
                </c:pt>
                <c:pt idx="1714">
                  <c:v>3.89696</c:v>
                </c:pt>
                <c:pt idx="1715">
                  <c:v>3.9174199999999999</c:v>
                </c:pt>
                <c:pt idx="1716">
                  <c:v>3.9316500000000003</c:v>
                </c:pt>
                <c:pt idx="1717">
                  <c:v>3.9640599999999999</c:v>
                </c:pt>
                <c:pt idx="1718">
                  <c:v>3.97532</c:v>
                </c:pt>
                <c:pt idx="1719">
                  <c:v>3.9982399999999996</c:v>
                </c:pt>
                <c:pt idx="1720">
                  <c:v>4.01905</c:v>
                </c:pt>
                <c:pt idx="1721">
                  <c:v>4.1256300000000001</c:v>
                </c:pt>
                <c:pt idx="1722">
                  <c:v>4.1256300000000001</c:v>
                </c:pt>
                <c:pt idx="1723">
                  <c:v>4.0464500000000001</c:v>
                </c:pt>
                <c:pt idx="1724">
                  <c:v>4.0464500000000001</c:v>
                </c:pt>
                <c:pt idx="1725">
                  <c:v>3.8615900000000001</c:v>
                </c:pt>
                <c:pt idx="1726">
                  <c:v>3.8142100000000001</c:v>
                </c:pt>
                <c:pt idx="1727">
                  <c:v>3.7925200000000001</c:v>
                </c:pt>
                <c:pt idx="1728">
                  <c:v>3.7723499999999999</c:v>
                </c:pt>
                <c:pt idx="1729">
                  <c:v>3.7567900000000001</c:v>
                </c:pt>
                <c:pt idx="1730">
                  <c:v>3.7399299999999998</c:v>
                </c:pt>
                <c:pt idx="1731">
                  <c:v>3.74539</c:v>
                </c:pt>
                <c:pt idx="1732">
                  <c:v>3.7137399999999996</c:v>
                </c:pt>
                <c:pt idx="1733">
                  <c:v>3.6965100000000004</c:v>
                </c:pt>
                <c:pt idx="1734">
                  <c:v>3.68845</c:v>
                </c:pt>
                <c:pt idx="1735">
                  <c:v>3.6755500000000003</c:v>
                </c:pt>
                <c:pt idx="1736">
                  <c:v>3.6661199999999998</c:v>
                </c:pt>
                <c:pt idx="1737">
                  <c:v>3.6846000000000001</c:v>
                </c:pt>
                <c:pt idx="1738">
                  <c:v>3.6657800000000003</c:v>
                </c:pt>
                <c:pt idx="1739">
                  <c:v>3.6665900000000002</c:v>
                </c:pt>
                <c:pt idx="1740">
                  <c:v>3.6692399999999998</c:v>
                </c:pt>
                <c:pt idx="1741">
                  <c:v>3.66818</c:v>
                </c:pt>
                <c:pt idx="1742">
                  <c:v>3.6643600000000003</c:v>
                </c:pt>
                <c:pt idx="1743">
                  <c:v>3.6829899999999998</c:v>
                </c:pt>
                <c:pt idx="1744">
                  <c:v>3.6521999999999997</c:v>
                </c:pt>
                <c:pt idx="1745">
                  <c:v>3.6465399999999999</c:v>
                </c:pt>
                <c:pt idx="1746">
                  <c:v>3.64453</c:v>
                </c:pt>
                <c:pt idx="1747">
                  <c:v>3.6542300000000001</c:v>
                </c:pt>
                <c:pt idx="1748">
                  <c:v>3.6644099999999997</c:v>
                </c:pt>
                <c:pt idx="1749">
                  <c:v>3.6974800000000001</c:v>
                </c:pt>
                <c:pt idx="1750">
                  <c:v>3.6853200000000004</c:v>
                </c:pt>
                <c:pt idx="1751">
                  <c:v>3.7000500000000001</c:v>
                </c:pt>
                <c:pt idx="1752">
                  <c:v>3.7118899999999999</c:v>
                </c:pt>
                <c:pt idx="1753">
                  <c:v>3.7290300000000003</c:v>
                </c:pt>
                <c:pt idx="1754">
                  <c:v>3.7400100000000003</c:v>
                </c:pt>
                <c:pt idx="1755">
                  <c:v>3.7660100000000001</c:v>
                </c:pt>
                <c:pt idx="1756">
                  <c:v>3.7658899999999997</c:v>
                </c:pt>
                <c:pt idx="1757">
                  <c:v>3.7891999999999997</c:v>
                </c:pt>
                <c:pt idx="1758">
                  <c:v>3.7940300000000002</c:v>
                </c:pt>
                <c:pt idx="1759">
                  <c:v>3.8048000000000002</c:v>
                </c:pt>
                <c:pt idx="1760">
                  <c:v>3.8191799999999998</c:v>
                </c:pt>
                <c:pt idx="1761">
                  <c:v>3.8546399999999998</c:v>
                </c:pt>
                <c:pt idx="1762">
                  <c:v>3.8632199999999997</c:v>
                </c:pt>
                <c:pt idx="1763">
                  <c:v>3.8955000000000002</c:v>
                </c:pt>
                <c:pt idx="1764">
                  <c:v>3.9303400000000002</c:v>
                </c:pt>
                <c:pt idx="1765">
                  <c:v>4.0464500000000001</c:v>
                </c:pt>
                <c:pt idx="1766">
                  <c:v>4.0464500000000001</c:v>
                </c:pt>
                <c:pt idx="1767">
                  <c:v>4.0061</c:v>
                </c:pt>
                <c:pt idx="1768">
                  <c:v>4.0061</c:v>
                </c:pt>
                <c:pt idx="1775">
                  <c:v>3.8089299999999997</c:v>
                </c:pt>
                <c:pt idx="1776">
                  <c:v>3.7679999999999998</c:v>
                </c:pt>
                <c:pt idx="1777">
                  <c:v>3.74817</c:v>
                </c:pt>
                <c:pt idx="1778">
                  <c:v>3.7314400000000001</c:v>
                </c:pt>
                <c:pt idx="1779">
                  <c:v>3.71814</c:v>
                </c:pt>
                <c:pt idx="1780">
                  <c:v>3.70086</c:v>
                </c:pt>
                <c:pt idx="1781">
                  <c:v>3.7062900000000001</c:v>
                </c:pt>
                <c:pt idx="1782">
                  <c:v>3.6791499999999999</c:v>
                </c:pt>
                <c:pt idx="1783">
                  <c:v>3.6678999999999999</c:v>
                </c:pt>
                <c:pt idx="1784">
                  <c:v>3.6578200000000001</c:v>
                </c:pt>
                <c:pt idx="1785">
                  <c:v>3.6486000000000001</c:v>
                </c:pt>
                <c:pt idx="1786">
                  <c:v>3.6393899999999997</c:v>
                </c:pt>
                <c:pt idx="1787">
                  <c:v>3.6521500000000002</c:v>
                </c:pt>
                <c:pt idx="1788">
                  <c:v>3.6255900000000003</c:v>
                </c:pt>
                <c:pt idx="1789">
                  <c:v>3.6192500000000001</c:v>
                </c:pt>
                <c:pt idx="1790">
                  <c:v>3.6185700000000001</c:v>
                </c:pt>
                <c:pt idx="1791">
                  <c:v>3.6223899999999998</c:v>
                </c:pt>
                <c:pt idx="1792">
                  <c:v>3.6270799999999999</c:v>
                </c:pt>
                <c:pt idx="1793">
                  <c:v>3.6545100000000001</c:v>
                </c:pt>
                <c:pt idx="1794">
                  <c:v>3.6399699999999999</c:v>
                </c:pt>
                <c:pt idx="1795">
                  <c:v>3.6376500000000003</c:v>
                </c:pt>
                <c:pt idx="1796">
                  <c:v>3.6424799999999999</c:v>
                </c:pt>
                <c:pt idx="1797">
                  <c:v>3.6535799999999998</c:v>
                </c:pt>
                <c:pt idx="1798">
                  <c:v>3.6631199999999997</c:v>
                </c:pt>
                <c:pt idx="1799">
                  <c:v>3.6878299999999999</c:v>
                </c:pt>
                <c:pt idx="1800">
                  <c:v>3.6808200000000002</c:v>
                </c:pt>
                <c:pt idx="1801">
                  <c:v>3.6917900000000001</c:v>
                </c:pt>
                <c:pt idx="1802">
                  <c:v>3.7010000000000001</c:v>
                </c:pt>
                <c:pt idx="1803">
                  <c:v>3.7142900000000001</c:v>
                </c:pt>
                <c:pt idx="1804">
                  <c:v>3.7236700000000003</c:v>
                </c:pt>
                <c:pt idx="1805">
                  <c:v>3.7436700000000003</c:v>
                </c:pt>
                <c:pt idx="1806">
                  <c:v>3.74044</c:v>
                </c:pt>
                <c:pt idx="1807">
                  <c:v>3.7604499999999996</c:v>
                </c:pt>
                <c:pt idx="1808">
                  <c:v>3.7742</c:v>
                </c:pt>
                <c:pt idx="1809">
                  <c:v>3.7858700000000001</c:v>
                </c:pt>
                <c:pt idx="1810">
                  <c:v>3.8016799999999997</c:v>
                </c:pt>
                <c:pt idx="1811">
                  <c:v>3.8275600000000001</c:v>
                </c:pt>
                <c:pt idx="1812">
                  <c:v>3.8394599999999999</c:v>
                </c:pt>
                <c:pt idx="1813">
                  <c:v>3.8641999999999999</c:v>
                </c:pt>
                <c:pt idx="1814">
                  <c:v>3.8848799999999999</c:v>
                </c:pt>
                <c:pt idx="1815">
                  <c:v>4.0061</c:v>
                </c:pt>
                <c:pt idx="1816">
                  <c:v>4.0061</c:v>
                </c:pt>
                <c:pt idx="1817">
                  <c:v>3.8570000000000002</c:v>
                </c:pt>
                <c:pt idx="1818">
                  <c:v>3.8570000000000002</c:v>
                </c:pt>
                <c:pt idx="1819">
                  <c:v>3.4990000000000001</c:v>
                </c:pt>
                <c:pt idx="1820">
                  <c:v>3.4990000000000001</c:v>
                </c:pt>
                <c:pt idx="1821">
                  <c:v>3.4990000000000001</c:v>
                </c:pt>
                <c:pt idx="1822">
                  <c:v>3.4990000000000001</c:v>
                </c:pt>
                <c:pt idx="1823">
                  <c:v>3.4990000000000001</c:v>
                </c:pt>
                <c:pt idx="1824">
                  <c:v>3.4990000000000001</c:v>
                </c:pt>
                <c:pt idx="1825">
                  <c:v>3.4990000000000001</c:v>
                </c:pt>
                <c:pt idx="1826">
                  <c:v>3.4997699999999998</c:v>
                </c:pt>
                <c:pt idx="1827">
                  <c:v>3.5848100000000001</c:v>
                </c:pt>
                <c:pt idx="1828">
                  <c:v>3.4920100000000001</c:v>
                </c:pt>
                <c:pt idx="1829">
                  <c:v>3.4262899999999998</c:v>
                </c:pt>
                <c:pt idx="1830">
                  <c:v>3.3869899999999999</c:v>
                </c:pt>
                <c:pt idx="1831">
                  <c:v>3.3600100000000004</c:v>
                </c:pt>
                <c:pt idx="1832">
                  <c:v>3.3516500000000002</c:v>
                </c:pt>
                <c:pt idx="1833">
                  <c:v>3.3590300000000002</c:v>
                </c:pt>
                <c:pt idx="1834">
                  <c:v>3.3481399999999999</c:v>
                </c:pt>
                <c:pt idx="1835">
                  <c:v>3.3198000000000003</c:v>
                </c:pt>
                <c:pt idx="1836">
                  <c:v>3.3180399999999999</c:v>
                </c:pt>
                <c:pt idx="1837">
                  <c:v>3.3146900000000001</c:v>
                </c:pt>
                <c:pt idx="1838">
                  <c:v>3.3120400000000001</c:v>
                </c:pt>
                <c:pt idx="1839">
                  <c:v>3.3210799999999998</c:v>
                </c:pt>
                <c:pt idx="1840">
                  <c:v>3.30524</c:v>
                </c:pt>
                <c:pt idx="1841">
                  <c:v>3.3008800000000003</c:v>
                </c:pt>
                <c:pt idx="1842">
                  <c:v>3.2984599999999999</c:v>
                </c:pt>
                <c:pt idx="1843">
                  <c:v>3.3177500000000002</c:v>
                </c:pt>
                <c:pt idx="1844">
                  <c:v>3.3259300000000001</c:v>
                </c:pt>
                <c:pt idx="1845">
                  <c:v>3.3402500000000002</c:v>
                </c:pt>
                <c:pt idx="1846">
                  <c:v>3.33141</c:v>
                </c:pt>
                <c:pt idx="1847">
                  <c:v>3.32653</c:v>
                </c:pt>
                <c:pt idx="1848">
                  <c:v>3.3271599999999997</c:v>
                </c:pt>
                <c:pt idx="1849">
                  <c:v>3.3302299999999998</c:v>
                </c:pt>
                <c:pt idx="1850">
                  <c:v>3.3341599999999998</c:v>
                </c:pt>
                <c:pt idx="1851">
                  <c:v>3.3511899999999999</c:v>
                </c:pt>
                <c:pt idx="1852">
                  <c:v>3.3443100000000001</c:v>
                </c:pt>
                <c:pt idx="1853">
                  <c:v>3.3474299999999997</c:v>
                </c:pt>
                <c:pt idx="1854">
                  <c:v>3.3488200000000004</c:v>
                </c:pt>
                <c:pt idx="1855">
                  <c:v>3.3725900000000002</c:v>
                </c:pt>
                <c:pt idx="1856">
                  <c:v>3.3959299999999999</c:v>
                </c:pt>
                <c:pt idx="1857">
                  <c:v>3.4399299999999999</c:v>
                </c:pt>
                <c:pt idx="1858">
                  <c:v>3.4672899999999998</c:v>
                </c:pt>
                <c:pt idx="1859">
                  <c:v>3.5213299999999998</c:v>
                </c:pt>
                <c:pt idx="1860">
                  <c:v>3.5965599999999998</c:v>
                </c:pt>
                <c:pt idx="1861">
                  <c:v>3.6818299999999997</c:v>
                </c:pt>
                <c:pt idx="1862">
                  <c:v>3.7575599999999998</c:v>
                </c:pt>
                <c:pt idx="1863">
                  <c:v>3.77271</c:v>
                </c:pt>
                <c:pt idx="1864">
                  <c:v>3.7787500000000001</c:v>
                </c:pt>
                <c:pt idx="1865">
                  <c:v>3.7919099999999997</c:v>
                </c:pt>
                <c:pt idx="1866">
                  <c:v>3.8032499999999998</c:v>
                </c:pt>
                <c:pt idx="1867">
                  <c:v>3.4990000000000001</c:v>
                </c:pt>
                <c:pt idx="1868">
                  <c:v>3.4990000000000001</c:v>
                </c:pt>
                <c:pt idx="1869">
                  <c:v>3.4990000000000001</c:v>
                </c:pt>
                <c:pt idx="1870">
                  <c:v>3.4990000000000001</c:v>
                </c:pt>
                <c:pt idx="1871">
                  <c:v>3.8570000000000002</c:v>
                </c:pt>
                <c:pt idx="1872">
                  <c:v>3.8570000000000002</c:v>
                </c:pt>
                <c:pt idx="1873">
                  <c:v>4.0780000000000003</c:v>
                </c:pt>
                <c:pt idx="1874">
                  <c:v>4.0780000000000003</c:v>
                </c:pt>
                <c:pt idx="1875">
                  <c:v>3.3</c:v>
                </c:pt>
                <c:pt idx="1876">
                  <c:v>3.3</c:v>
                </c:pt>
                <c:pt idx="1877">
                  <c:v>3.3</c:v>
                </c:pt>
                <c:pt idx="1878">
                  <c:v>3.3</c:v>
                </c:pt>
                <c:pt idx="1879">
                  <c:v>3.3816999999999999</c:v>
                </c:pt>
                <c:pt idx="1880">
                  <c:v>3.3639600000000001</c:v>
                </c:pt>
                <c:pt idx="1881">
                  <c:v>3.3565800000000001</c:v>
                </c:pt>
                <c:pt idx="1882">
                  <c:v>3.3446400000000001</c:v>
                </c:pt>
                <c:pt idx="1883">
                  <c:v>3.5552199999999998</c:v>
                </c:pt>
                <c:pt idx="1884">
                  <c:v>3.5202900000000001</c:v>
                </c:pt>
                <c:pt idx="1885">
                  <c:v>3.4940500000000001</c:v>
                </c:pt>
                <c:pt idx="1886">
                  <c:v>3.4831500000000002</c:v>
                </c:pt>
                <c:pt idx="1887">
                  <c:v>3.46923</c:v>
                </c:pt>
                <c:pt idx="1888">
                  <c:v>3.4566699999999999</c:v>
                </c:pt>
                <c:pt idx="1889">
                  <c:v>3.4435199999999999</c:v>
                </c:pt>
                <c:pt idx="1890">
                  <c:v>3.4340100000000002</c:v>
                </c:pt>
                <c:pt idx="1891">
                  <c:v>3.4290400000000001</c:v>
                </c:pt>
                <c:pt idx="1892">
                  <c:v>3.4255300000000002</c:v>
                </c:pt>
                <c:pt idx="1893">
                  <c:v>3.4214799999999999</c:v>
                </c:pt>
                <c:pt idx="1894">
                  <c:v>3.4195700000000002</c:v>
                </c:pt>
                <c:pt idx="1895">
                  <c:v>3.4191599999999998</c:v>
                </c:pt>
                <c:pt idx="1896">
                  <c:v>3.41751</c:v>
                </c:pt>
                <c:pt idx="1897">
                  <c:v>3.4158400000000002</c:v>
                </c:pt>
                <c:pt idx="1898">
                  <c:v>3.4131300000000002</c:v>
                </c:pt>
                <c:pt idx="1899">
                  <c:v>3.4121799999999998</c:v>
                </c:pt>
                <c:pt idx="1900">
                  <c:v>3.4113099999999998</c:v>
                </c:pt>
                <c:pt idx="1901">
                  <c:v>3.4161700000000002</c:v>
                </c:pt>
                <c:pt idx="1902">
                  <c:v>3.41594</c:v>
                </c:pt>
                <c:pt idx="1903">
                  <c:v>3.4166799999999999</c:v>
                </c:pt>
                <c:pt idx="1904">
                  <c:v>3.4132500000000001</c:v>
                </c:pt>
                <c:pt idx="1905">
                  <c:v>3.4125700000000001</c:v>
                </c:pt>
                <c:pt idx="1906">
                  <c:v>3.41581</c:v>
                </c:pt>
                <c:pt idx="1907">
                  <c:v>3.4239000000000002</c:v>
                </c:pt>
                <c:pt idx="1908">
                  <c:v>3.42448</c:v>
                </c:pt>
                <c:pt idx="1909">
                  <c:v>3.4314499999999999</c:v>
                </c:pt>
                <c:pt idx="1910">
                  <c:v>3.4293299999999998</c:v>
                </c:pt>
                <c:pt idx="1911">
                  <c:v>3.4365100000000002</c:v>
                </c:pt>
                <c:pt idx="1912">
                  <c:v>3.4292600000000002</c:v>
                </c:pt>
                <c:pt idx="1913">
                  <c:v>3.4307800000000004</c:v>
                </c:pt>
                <c:pt idx="1914">
                  <c:v>3.4378200000000003</c:v>
                </c:pt>
                <c:pt idx="1915">
                  <c:v>3.4445799999999998</c:v>
                </c:pt>
                <c:pt idx="1916">
                  <c:v>3.3166799999999999</c:v>
                </c:pt>
                <c:pt idx="1917">
                  <c:v>3.3147199999999999</c:v>
                </c:pt>
                <c:pt idx="1918">
                  <c:v>3.31318</c:v>
                </c:pt>
                <c:pt idx="1919">
                  <c:v>3.3</c:v>
                </c:pt>
                <c:pt idx="1920">
                  <c:v>3.3</c:v>
                </c:pt>
                <c:pt idx="1921">
                  <c:v>3.3</c:v>
                </c:pt>
                <c:pt idx="1922">
                  <c:v>3.3</c:v>
                </c:pt>
                <c:pt idx="1923">
                  <c:v>3.3</c:v>
                </c:pt>
                <c:pt idx="1924">
                  <c:v>3.3</c:v>
                </c:pt>
                <c:pt idx="1925">
                  <c:v>3.3</c:v>
                </c:pt>
                <c:pt idx="1926">
                  <c:v>3.3</c:v>
                </c:pt>
                <c:pt idx="1929">
                  <c:v>4.0780000000000003</c:v>
                </c:pt>
                <c:pt idx="1930">
                  <c:v>4.0780000000000003</c:v>
                </c:pt>
                <c:pt idx="1931">
                  <c:v>4.0422199999999995</c:v>
                </c:pt>
                <c:pt idx="1932">
                  <c:v>4.0422199999999995</c:v>
                </c:pt>
                <c:pt idx="1933">
                  <c:v>4.2908599999999995</c:v>
                </c:pt>
                <c:pt idx="1934">
                  <c:v>4.29908</c:v>
                </c:pt>
                <c:pt idx="1935">
                  <c:v>4.2986599999999999</c:v>
                </c:pt>
                <c:pt idx="1936">
                  <c:v>4.2979799999999999</c:v>
                </c:pt>
                <c:pt idx="1937">
                  <c:v>4.2891899999999996</c:v>
                </c:pt>
                <c:pt idx="1938">
                  <c:v>4.28071</c:v>
                </c:pt>
                <c:pt idx="1939">
                  <c:v>4.2713100000000006</c:v>
                </c:pt>
                <c:pt idx="1940">
                  <c:v>4.2589600000000001</c:v>
                </c:pt>
                <c:pt idx="1941">
                  <c:v>4.1935600000000006</c:v>
                </c:pt>
                <c:pt idx="1942">
                  <c:v>4.1882099999999998</c:v>
                </c:pt>
                <c:pt idx="1943">
                  <c:v>4.1807299999999996</c:v>
                </c:pt>
                <c:pt idx="1944">
                  <c:v>4.1760699999999993</c:v>
                </c:pt>
                <c:pt idx="1945">
                  <c:v>4.0749499999999994</c:v>
                </c:pt>
                <c:pt idx="1946">
                  <c:v>3.9058000000000002</c:v>
                </c:pt>
                <c:pt idx="1947">
                  <c:v>3.8427600000000002</c:v>
                </c:pt>
                <c:pt idx="1948">
                  <c:v>3.7850799999999998</c:v>
                </c:pt>
                <c:pt idx="1949">
                  <c:v>3.7831000000000001</c:v>
                </c:pt>
                <c:pt idx="1950">
                  <c:v>3.78003</c:v>
                </c:pt>
                <c:pt idx="1951">
                  <c:v>3.7776300000000003</c:v>
                </c:pt>
                <c:pt idx="1952">
                  <c:v>3.7771500000000002</c:v>
                </c:pt>
                <c:pt idx="1953">
                  <c:v>3.7804099999999998</c:v>
                </c:pt>
                <c:pt idx="1954">
                  <c:v>3.77671</c:v>
                </c:pt>
                <c:pt idx="1955">
                  <c:v>3.7759999999999998</c:v>
                </c:pt>
                <c:pt idx="1956">
                  <c:v>3.7790700000000004</c:v>
                </c:pt>
                <c:pt idx="1957">
                  <c:v>3.7790900000000001</c:v>
                </c:pt>
                <c:pt idx="1958">
                  <c:v>3.7795199999999998</c:v>
                </c:pt>
                <c:pt idx="1959">
                  <c:v>3.78111</c:v>
                </c:pt>
                <c:pt idx="1960">
                  <c:v>3.7771699999999999</c:v>
                </c:pt>
                <c:pt idx="1961">
                  <c:v>3.7778899999999997</c:v>
                </c:pt>
                <c:pt idx="1962">
                  <c:v>3.7760500000000001</c:v>
                </c:pt>
                <c:pt idx="1963">
                  <c:v>3.7792800000000004</c:v>
                </c:pt>
                <c:pt idx="1964">
                  <c:v>3.7815799999999999</c:v>
                </c:pt>
                <c:pt idx="1965">
                  <c:v>3.7719800000000001</c:v>
                </c:pt>
                <c:pt idx="1966">
                  <c:v>3.75671</c:v>
                </c:pt>
                <c:pt idx="1967">
                  <c:v>3.7463500000000001</c:v>
                </c:pt>
                <c:pt idx="1968">
                  <c:v>3.7368099999999997</c:v>
                </c:pt>
                <c:pt idx="1969">
                  <c:v>3.7770999999999999</c:v>
                </c:pt>
                <c:pt idx="1970">
                  <c:v>3.8262600000000004</c:v>
                </c:pt>
                <c:pt idx="1971">
                  <c:v>3.8933400000000002</c:v>
                </c:pt>
                <c:pt idx="1972">
                  <c:v>3.9761299999999999</c:v>
                </c:pt>
                <c:pt idx="1973">
                  <c:v>4.0434299999999999</c:v>
                </c:pt>
                <c:pt idx="1974">
                  <c:v>4.05009</c:v>
                </c:pt>
                <c:pt idx="1975">
                  <c:v>4.0601700000000003</c:v>
                </c:pt>
                <c:pt idx="1976">
                  <c:v>4.0700799999999999</c:v>
                </c:pt>
                <c:pt idx="1977">
                  <c:v>3.9325999999999999</c:v>
                </c:pt>
                <c:pt idx="1978">
                  <c:v>3.9344399999999999</c:v>
                </c:pt>
                <c:pt idx="1979">
                  <c:v>3.9400399999999998</c:v>
                </c:pt>
                <c:pt idx="1980">
                  <c:v>3.9541399999999998</c:v>
                </c:pt>
                <c:pt idx="1981">
                  <c:v>3.4978500000000001</c:v>
                </c:pt>
                <c:pt idx="1982">
                  <c:v>3.4963500000000001</c:v>
                </c:pt>
                <c:pt idx="1983">
                  <c:v>3.4938000000000002</c:v>
                </c:pt>
                <c:pt idx="1984">
                  <c:v>3.5</c:v>
                </c:pt>
                <c:pt idx="1987">
                  <c:v>4.0422199999999995</c:v>
                </c:pt>
                <c:pt idx="1988">
                  <c:v>4.0422199999999995</c:v>
                </c:pt>
                <c:pt idx="1989">
                  <c:v>3.5249999999999999</c:v>
                </c:pt>
                <c:pt idx="1990">
                  <c:v>3.3</c:v>
                </c:pt>
                <c:pt idx="1991">
                  <c:v>3.7905700000000002</c:v>
                </c:pt>
                <c:pt idx="1992">
                  <c:v>3.78064</c:v>
                </c:pt>
                <c:pt idx="1993">
                  <c:v>3.7516799999999999</c:v>
                </c:pt>
                <c:pt idx="1994">
                  <c:v>3.7380100000000001</c:v>
                </c:pt>
                <c:pt idx="1995">
                  <c:v>3.2514600000000002</c:v>
                </c:pt>
                <c:pt idx="1996">
                  <c:v>3.2557800000000001</c:v>
                </c:pt>
                <c:pt idx="1997">
                  <c:v>3.2613499999999997</c:v>
                </c:pt>
                <c:pt idx="1998">
                  <c:v>3.2682500000000001</c:v>
                </c:pt>
                <c:pt idx="1999">
                  <c:v>3.2221700000000002</c:v>
                </c:pt>
                <c:pt idx="2000">
                  <c:v>3.2266999999999997</c:v>
                </c:pt>
                <c:pt idx="2001">
                  <c:v>3.2303999999999999</c:v>
                </c:pt>
                <c:pt idx="2002">
                  <c:v>3.2332199999999998</c:v>
                </c:pt>
                <c:pt idx="2003">
                  <c:v>3.2450399999999999</c:v>
                </c:pt>
                <c:pt idx="2004">
                  <c:v>3.2481900000000001</c:v>
                </c:pt>
                <c:pt idx="2005">
                  <c:v>3.2496999999999998</c:v>
                </c:pt>
                <c:pt idx="2006">
                  <c:v>3.2527699999999999</c:v>
                </c:pt>
                <c:pt idx="2007">
                  <c:v>3.2481</c:v>
                </c:pt>
                <c:pt idx="2008">
                  <c:v>3.2509899999999998</c:v>
                </c:pt>
                <c:pt idx="2009">
                  <c:v>3.25339</c:v>
                </c:pt>
                <c:pt idx="2010">
                  <c:v>3.2535599999999998</c:v>
                </c:pt>
                <c:pt idx="2011">
                  <c:v>3.2525999999999997</c:v>
                </c:pt>
                <c:pt idx="2012">
                  <c:v>3.2539199999999999</c:v>
                </c:pt>
                <c:pt idx="2013">
                  <c:v>3.25467</c:v>
                </c:pt>
                <c:pt idx="2014">
                  <c:v>3.2550599999999998</c:v>
                </c:pt>
                <c:pt idx="2015">
                  <c:v>3.2528099999999998</c:v>
                </c:pt>
                <c:pt idx="2016">
                  <c:v>3.2531399999999997</c:v>
                </c:pt>
                <c:pt idx="2017">
                  <c:v>3.2519200000000001</c:v>
                </c:pt>
                <c:pt idx="2018">
                  <c:v>3.2537500000000001</c:v>
                </c:pt>
                <c:pt idx="2019">
                  <c:v>3.2539000000000002</c:v>
                </c:pt>
                <c:pt idx="2020">
                  <c:v>3.25447</c:v>
                </c:pt>
                <c:pt idx="2021">
                  <c:v>3.2534000000000001</c:v>
                </c:pt>
                <c:pt idx="2022">
                  <c:v>3.2525900000000001</c:v>
                </c:pt>
                <c:pt idx="2023">
                  <c:v>3.2497500000000001</c:v>
                </c:pt>
                <c:pt idx="2024">
                  <c:v>3.2492299999999998</c:v>
                </c:pt>
                <c:pt idx="2025">
                  <c:v>3.2454000000000001</c:v>
                </c:pt>
                <c:pt idx="2026">
                  <c:v>3.2453499999999997</c:v>
                </c:pt>
                <c:pt idx="2027">
                  <c:v>3.2300200000000001</c:v>
                </c:pt>
                <c:pt idx="2028">
                  <c:v>3.2298800000000001</c:v>
                </c:pt>
                <c:pt idx="2029">
                  <c:v>3.2282800000000003</c:v>
                </c:pt>
                <c:pt idx="2030">
                  <c:v>3.2259799999999998</c:v>
                </c:pt>
                <c:pt idx="2031">
                  <c:v>3.2294399999999999</c:v>
                </c:pt>
                <c:pt idx="2032">
                  <c:v>3.2280700000000002</c:v>
                </c:pt>
                <c:pt idx="2033">
                  <c:v>3.2266500000000002</c:v>
                </c:pt>
                <c:pt idx="2034">
                  <c:v>3.2244899999999999</c:v>
                </c:pt>
                <c:pt idx="2035">
                  <c:v>3.2921999999999998</c:v>
                </c:pt>
                <c:pt idx="2036">
                  <c:v>3.2925500000000003</c:v>
                </c:pt>
                <c:pt idx="2037">
                  <c:v>3.2847900000000001</c:v>
                </c:pt>
                <c:pt idx="2038">
                  <c:v>3.2759999999999998</c:v>
                </c:pt>
                <c:pt idx="2039">
                  <c:v>3.4990000000000001</c:v>
                </c:pt>
                <c:pt idx="2040">
                  <c:v>3.4990000000000001</c:v>
                </c:pt>
                <c:pt idx="2041">
                  <c:v>3.4990000000000001</c:v>
                </c:pt>
                <c:pt idx="2042">
                  <c:v>3.3</c:v>
                </c:pt>
                <c:pt idx="2043">
                  <c:v>3.5249999999999999</c:v>
                </c:pt>
                <c:pt idx="2044">
                  <c:v>3.4270800000000001</c:v>
                </c:pt>
                <c:pt idx="2045">
                  <c:v>3.4268000000000001</c:v>
                </c:pt>
                <c:pt idx="2046">
                  <c:v>3.42659</c:v>
                </c:pt>
                <c:pt idx="2047">
                  <c:v>3.4102700000000001</c:v>
                </c:pt>
                <c:pt idx="2048">
                  <c:v>3.3904000000000001</c:v>
                </c:pt>
                <c:pt idx="2049">
                  <c:v>3.3896299999999999</c:v>
                </c:pt>
                <c:pt idx="2050">
                  <c:v>3.39262</c:v>
                </c:pt>
                <c:pt idx="2051">
                  <c:v>3.38883</c:v>
                </c:pt>
                <c:pt idx="2052">
                  <c:v>3.3868</c:v>
                </c:pt>
                <c:pt idx="2053">
                  <c:v>3.3850199999999999</c:v>
                </c:pt>
                <c:pt idx="2054">
                  <c:v>3.3833299999999999</c:v>
                </c:pt>
                <c:pt idx="2055">
                  <c:v>3.3818000000000001</c:v>
                </c:pt>
                <c:pt idx="2056">
                  <c:v>3.38653</c:v>
                </c:pt>
                <c:pt idx="2057">
                  <c:v>3.3802099999999999</c:v>
                </c:pt>
                <c:pt idx="2058">
                  <c:v>3.3799200000000003</c:v>
                </c:pt>
                <c:pt idx="2059">
                  <c:v>3.3790500000000003</c:v>
                </c:pt>
                <c:pt idx="2060">
                  <c:v>3.2623500000000001</c:v>
                </c:pt>
                <c:pt idx="2061">
                  <c:v>3.2612700000000001</c:v>
                </c:pt>
                <c:pt idx="2062">
                  <c:v>3.2672300000000001</c:v>
                </c:pt>
                <c:pt idx="2063">
                  <c:v>3.2598099999999999</c:v>
                </c:pt>
                <c:pt idx="2064">
                  <c:v>3.25908</c:v>
                </c:pt>
                <c:pt idx="2065">
                  <c:v>3.2591000000000001</c:v>
                </c:pt>
                <c:pt idx="2066">
                  <c:v>3.2616700000000001</c:v>
                </c:pt>
                <c:pt idx="2067">
                  <c:v>3.2659000000000002</c:v>
                </c:pt>
                <c:pt idx="2068">
                  <c:v>3.2755799999999997</c:v>
                </c:pt>
                <c:pt idx="2069">
                  <c:v>3.2724899999999999</c:v>
                </c:pt>
                <c:pt idx="2070">
                  <c:v>3.2755999999999998</c:v>
                </c:pt>
                <c:pt idx="2071">
                  <c:v>3.2774299999999998</c:v>
                </c:pt>
                <c:pt idx="2072">
                  <c:v>3.2797800000000001</c:v>
                </c:pt>
                <c:pt idx="2073">
                  <c:v>3.2809299999999997</c:v>
                </c:pt>
                <c:pt idx="2074">
                  <c:v>3.2874299999999996</c:v>
                </c:pt>
                <c:pt idx="2075">
                  <c:v>3.2845399999999998</c:v>
                </c:pt>
                <c:pt idx="2076">
                  <c:v>3.4267699999999999</c:v>
                </c:pt>
                <c:pt idx="2077">
                  <c:v>3.42692</c:v>
                </c:pt>
                <c:pt idx="2078">
                  <c:v>3.4270900000000002</c:v>
                </c:pt>
                <c:pt idx="2079">
                  <c:v>3.4273000000000002</c:v>
                </c:pt>
                <c:pt idx="2080">
                  <c:v>3.4275199999999999</c:v>
                </c:pt>
                <c:pt idx="2081">
                  <c:v>3.4276200000000001</c:v>
                </c:pt>
                <c:pt idx="2082">
                  <c:v>3.4276799999999996</c:v>
                </c:pt>
                <c:pt idx="2083">
                  <c:v>3.4277299999999999</c:v>
                </c:pt>
                <c:pt idx="2084">
                  <c:v>3.9</c:v>
                </c:pt>
                <c:pt idx="2085">
                  <c:v>3.9</c:v>
                </c:pt>
                <c:pt idx="2086">
                  <c:v>3.9</c:v>
                </c:pt>
                <c:pt idx="2087">
                  <c:v>3.9</c:v>
                </c:pt>
                <c:pt idx="2088">
                  <c:v>3.6771100000000003</c:v>
                </c:pt>
                <c:pt idx="2089">
                  <c:v>3.6770800000000001</c:v>
                </c:pt>
                <c:pt idx="2090">
                  <c:v>3.6770500000000004</c:v>
                </c:pt>
                <c:pt idx="2091">
                  <c:v>3.6728899999999998</c:v>
                </c:pt>
                <c:pt idx="2092">
                  <c:v>3.6702699999999999</c:v>
                </c:pt>
                <c:pt idx="2093">
                  <c:v>3.6659499999999996</c:v>
                </c:pt>
                <c:pt idx="2094">
                  <c:v>3.6650100000000001</c:v>
                </c:pt>
                <c:pt idx="2095">
                  <c:v>3.6614899999999997</c:v>
                </c:pt>
                <c:pt idx="2096">
                  <c:v>3.6585900000000002</c:v>
                </c:pt>
                <c:pt idx="2097">
                  <c:v>3.6562700000000001</c:v>
                </c:pt>
                <c:pt idx="2098">
                  <c:v>3.6563099999999999</c:v>
                </c:pt>
                <c:pt idx="2099">
                  <c:v>3.65272</c:v>
                </c:pt>
                <c:pt idx="2100">
                  <c:v>3.6514499999999996</c:v>
                </c:pt>
                <c:pt idx="2101">
                  <c:v>3.6504899999999996</c:v>
                </c:pt>
                <c:pt idx="2102">
                  <c:v>3.44693</c:v>
                </c:pt>
                <c:pt idx="2103">
                  <c:v>3.44428</c:v>
                </c:pt>
                <c:pt idx="2104">
                  <c:v>3.4483999999999999</c:v>
                </c:pt>
                <c:pt idx="2105">
                  <c:v>3.4379499999999998</c:v>
                </c:pt>
                <c:pt idx="2106">
                  <c:v>3.4336199999999999</c:v>
                </c:pt>
                <c:pt idx="2107">
                  <c:v>3.4314400000000003</c:v>
                </c:pt>
                <c:pt idx="2108">
                  <c:v>3.4305500000000002</c:v>
                </c:pt>
                <c:pt idx="2109">
                  <c:v>3.4326099999999999</c:v>
                </c:pt>
                <c:pt idx="2110">
                  <c:v>3.4426399999999999</c:v>
                </c:pt>
                <c:pt idx="2111">
                  <c:v>3.44116</c:v>
                </c:pt>
                <c:pt idx="2112">
                  <c:v>3.4469699999999999</c:v>
                </c:pt>
                <c:pt idx="2113">
                  <c:v>3.4501999999999997</c:v>
                </c:pt>
                <c:pt idx="2114">
                  <c:v>3.4531499999999999</c:v>
                </c:pt>
                <c:pt idx="2115">
                  <c:v>3.45634</c:v>
                </c:pt>
                <c:pt idx="2116">
                  <c:v>3.5074800000000002</c:v>
                </c:pt>
                <c:pt idx="2117">
                  <c:v>3.5644800000000001</c:v>
                </c:pt>
                <c:pt idx="2118">
                  <c:v>3.65646</c:v>
                </c:pt>
                <c:pt idx="2119">
                  <c:v>3.6564699999999997</c:v>
                </c:pt>
                <c:pt idx="2120">
                  <c:v>3.65686</c:v>
                </c:pt>
                <c:pt idx="2121">
                  <c:v>3.6573500000000001</c:v>
                </c:pt>
                <c:pt idx="2122">
                  <c:v>3.67794</c:v>
                </c:pt>
                <c:pt idx="2123">
                  <c:v>3.6778200000000001</c:v>
                </c:pt>
                <c:pt idx="2124">
                  <c:v>3.6779199999999999</c:v>
                </c:pt>
                <c:pt idx="2125">
                  <c:v>3.6780200000000001</c:v>
                </c:pt>
                <c:pt idx="2126">
                  <c:v>3.665</c:v>
                </c:pt>
                <c:pt idx="2127">
                  <c:v>3.665</c:v>
                </c:pt>
                <c:pt idx="2128">
                  <c:v>3.665</c:v>
                </c:pt>
                <c:pt idx="2130">
                  <c:v>3.4</c:v>
                </c:pt>
                <c:pt idx="2131">
                  <c:v>4.45</c:v>
                </c:pt>
                <c:pt idx="2132">
                  <c:v>4.84</c:v>
                </c:pt>
                <c:pt idx="2133">
                  <c:v>4.9354799999999992</c:v>
                </c:pt>
                <c:pt idx="2134">
                  <c:v>4.96692</c:v>
                </c:pt>
                <c:pt idx="2135">
                  <c:v>5.0819899999999993</c:v>
                </c:pt>
                <c:pt idx="2136">
                  <c:v>5.1429999999999998</c:v>
                </c:pt>
                <c:pt idx="2137">
                  <c:v>4.53146</c:v>
                </c:pt>
                <c:pt idx="2138">
                  <c:v>4.36897</c:v>
                </c:pt>
                <c:pt idx="2139">
                  <c:v>3.28268</c:v>
                </c:pt>
                <c:pt idx="2140">
                  <c:v>3.5188000000000001</c:v>
                </c:pt>
                <c:pt idx="2141">
                  <c:v>3.5168600000000003</c:v>
                </c:pt>
                <c:pt idx="2142">
                  <c:v>3.51579</c:v>
                </c:pt>
                <c:pt idx="2143">
                  <c:v>3.5196100000000001</c:v>
                </c:pt>
                <c:pt idx="2144">
                  <c:v>3.5219699999999996</c:v>
                </c:pt>
                <c:pt idx="2145">
                  <c:v>3.51708</c:v>
                </c:pt>
                <c:pt idx="2146">
                  <c:v>3.5142099999999998</c:v>
                </c:pt>
                <c:pt idx="2147">
                  <c:v>3.5151399999999997</c:v>
                </c:pt>
                <c:pt idx="2148">
                  <c:v>3.5156399999999999</c:v>
                </c:pt>
                <c:pt idx="2149">
                  <c:v>3.5149299999999997</c:v>
                </c:pt>
                <c:pt idx="2150">
                  <c:v>3.5205300000000004</c:v>
                </c:pt>
                <c:pt idx="2151">
                  <c:v>3.5123099999999998</c:v>
                </c:pt>
                <c:pt idx="2152">
                  <c:v>3.5083200000000003</c:v>
                </c:pt>
                <c:pt idx="2153">
                  <c:v>3.5069299999999997</c:v>
                </c:pt>
                <c:pt idx="2154">
                  <c:v>3.4045199999999998</c:v>
                </c:pt>
                <c:pt idx="2155">
                  <c:v>3.4040400000000002</c:v>
                </c:pt>
                <c:pt idx="2156">
                  <c:v>3.4081999999999999</c:v>
                </c:pt>
                <c:pt idx="2157">
                  <c:v>3.4021999999999997</c:v>
                </c:pt>
                <c:pt idx="2158">
                  <c:v>3.40103</c:v>
                </c:pt>
                <c:pt idx="2159">
                  <c:v>3.4007700000000001</c:v>
                </c:pt>
                <c:pt idx="2160">
                  <c:v>3.3727300000000002</c:v>
                </c:pt>
                <c:pt idx="2161">
                  <c:v>3.3718400000000002</c:v>
                </c:pt>
                <c:pt idx="2162">
                  <c:v>3.37812</c:v>
                </c:pt>
                <c:pt idx="2163">
                  <c:v>3.3737499999999998</c:v>
                </c:pt>
                <c:pt idx="2164">
                  <c:v>3.3771199999999997</c:v>
                </c:pt>
                <c:pt idx="2165">
                  <c:v>3.3795000000000002</c:v>
                </c:pt>
                <c:pt idx="2166">
                  <c:v>3.3780700000000001</c:v>
                </c:pt>
                <c:pt idx="2167">
                  <c:v>3.40089</c:v>
                </c:pt>
                <c:pt idx="2168">
                  <c:v>3.43005</c:v>
                </c:pt>
                <c:pt idx="2169">
                  <c:v>3.4560200000000001</c:v>
                </c:pt>
                <c:pt idx="2170">
                  <c:v>3.4923699999999998</c:v>
                </c:pt>
                <c:pt idx="2171">
                  <c:v>3.5428099999999998</c:v>
                </c:pt>
                <c:pt idx="2172">
                  <c:v>3.6145300000000002</c:v>
                </c:pt>
                <c:pt idx="2173">
                  <c:v>3.6183700000000001</c:v>
                </c:pt>
                <c:pt idx="2174">
                  <c:v>3.6468099999999999</c:v>
                </c:pt>
                <c:pt idx="2175">
                  <c:v>3.6448800000000001</c:v>
                </c:pt>
                <c:pt idx="2176">
                  <c:v>3.6439400000000002</c:v>
                </c:pt>
                <c:pt idx="2177">
                  <c:v>3.6422800000000004</c:v>
                </c:pt>
                <c:pt idx="2178">
                  <c:v>2.7</c:v>
                </c:pt>
                <c:pt idx="2179">
                  <c:v>2.7</c:v>
                </c:pt>
                <c:pt idx="2184">
                  <c:v>3.74533</c:v>
                </c:pt>
                <c:pt idx="2185">
                  <c:v>3.74533</c:v>
                </c:pt>
                <c:pt idx="2186">
                  <c:v>3.5139999999999998</c:v>
                </c:pt>
                <c:pt idx="2187">
                  <c:v>3.5139999999999998</c:v>
                </c:pt>
                <c:pt idx="2188">
                  <c:v>3.7787100000000002</c:v>
                </c:pt>
                <c:pt idx="2189">
                  <c:v>3.73305</c:v>
                </c:pt>
                <c:pt idx="2190">
                  <c:v>3.6728100000000001</c:v>
                </c:pt>
                <c:pt idx="2191">
                  <c:v>3.6431300000000002</c:v>
                </c:pt>
                <c:pt idx="2192">
                  <c:v>3.6537800000000002</c:v>
                </c:pt>
                <c:pt idx="2193">
                  <c:v>3.68573</c:v>
                </c:pt>
                <c:pt idx="2194">
                  <c:v>3.68845</c:v>
                </c:pt>
                <c:pt idx="2195">
                  <c:v>3.6822399999999997</c:v>
                </c:pt>
                <c:pt idx="2196">
                  <c:v>3.6623999999999999</c:v>
                </c:pt>
                <c:pt idx="2197">
                  <c:v>3.6906099999999999</c:v>
                </c:pt>
                <c:pt idx="2198">
                  <c:v>3.6715200000000001</c:v>
                </c:pt>
                <c:pt idx="2199">
                  <c:v>3.6966900000000003</c:v>
                </c:pt>
                <c:pt idx="2200">
                  <c:v>3.6924399999999999</c:v>
                </c:pt>
                <c:pt idx="2201">
                  <c:v>3.72444</c:v>
                </c:pt>
                <c:pt idx="2202">
                  <c:v>3.71549</c:v>
                </c:pt>
                <c:pt idx="2203">
                  <c:v>3.7111499999999999</c:v>
                </c:pt>
                <c:pt idx="2204">
                  <c:v>3.6971599999999998</c:v>
                </c:pt>
                <c:pt idx="2205">
                  <c:v>3.7009300000000001</c:v>
                </c:pt>
                <c:pt idx="2206">
                  <c:v>3.70357</c:v>
                </c:pt>
                <c:pt idx="2207">
                  <c:v>3.6701899999999998</c:v>
                </c:pt>
                <c:pt idx="2208">
                  <c:v>3.6665700000000001</c:v>
                </c:pt>
                <c:pt idx="2209">
                  <c:v>3.6840300000000004</c:v>
                </c:pt>
                <c:pt idx="2210">
                  <c:v>3.6998500000000001</c:v>
                </c:pt>
                <c:pt idx="2211">
                  <c:v>3.6800900000000003</c:v>
                </c:pt>
                <c:pt idx="2212">
                  <c:v>3.67557</c:v>
                </c:pt>
                <c:pt idx="2213">
                  <c:v>3.6913299999999998</c:v>
                </c:pt>
                <c:pt idx="2214">
                  <c:v>3.6890999999999998</c:v>
                </c:pt>
                <c:pt idx="2215">
                  <c:v>3.6764600000000001</c:v>
                </c:pt>
                <c:pt idx="2216">
                  <c:v>3.67536</c:v>
                </c:pt>
                <c:pt idx="2217">
                  <c:v>3.6757499999999999</c:v>
                </c:pt>
                <c:pt idx="2218">
                  <c:v>3.6908099999999999</c:v>
                </c:pt>
                <c:pt idx="2219">
                  <c:v>3.6677300000000002</c:v>
                </c:pt>
                <c:pt idx="2220">
                  <c:v>3.68879</c:v>
                </c:pt>
                <c:pt idx="2221">
                  <c:v>3.6944400000000002</c:v>
                </c:pt>
                <c:pt idx="2222">
                  <c:v>3.7051100000000003</c:v>
                </c:pt>
                <c:pt idx="2223">
                  <c:v>3.7118800000000003</c:v>
                </c:pt>
                <c:pt idx="2224">
                  <c:v>3.7139699999999998</c:v>
                </c:pt>
                <c:pt idx="2225">
                  <c:v>3.7176100000000001</c:v>
                </c:pt>
                <c:pt idx="2226">
                  <c:v>3.7183699999999997</c:v>
                </c:pt>
                <c:pt idx="2227">
                  <c:v>3.7204299999999999</c:v>
                </c:pt>
                <c:pt idx="2228">
                  <c:v>3.7212399999999999</c:v>
                </c:pt>
                <c:pt idx="2229">
                  <c:v>3.72234</c:v>
                </c:pt>
                <c:pt idx="2230">
                  <c:v>3.7240000000000002</c:v>
                </c:pt>
                <c:pt idx="2231">
                  <c:v>3.7588499999999998</c:v>
                </c:pt>
                <c:pt idx="2232">
                  <c:v>3.7601499999999999</c:v>
                </c:pt>
                <c:pt idx="2233">
                  <c:v>3.7634799999999999</c:v>
                </c:pt>
                <c:pt idx="2234">
                  <c:v>3.7678499999999997</c:v>
                </c:pt>
                <c:pt idx="2235">
                  <c:v>3.5006999999999997</c:v>
                </c:pt>
                <c:pt idx="2236">
                  <c:v>3.4946100000000002</c:v>
                </c:pt>
                <c:pt idx="2237">
                  <c:v>3.5139999999999998</c:v>
                </c:pt>
                <c:pt idx="2238">
                  <c:v>3.5139999999999998</c:v>
                </c:pt>
                <c:pt idx="2239">
                  <c:v>3.5139999999999998</c:v>
                </c:pt>
                <c:pt idx="2240">
                  <c:v>3.5139999999999998</c:v>
                </c:pt>
                <c:pt idx="2241">
                  <c:v>3.74533</c:v>
                </c:pt>
                <c:pt idx="2242">
                  <c:v>3.72214</c:v>
                </c:pt>
                <c:pt idx="2243">
                  <c:v>3.72214</c:v>
                </c:pt>
                <c:pt idx="2244">
                  <c:v>3.4609999999999999</c:v>
                </c:pt>
                <c:pt idx="2245">
                  <c:v>3.3546</c:v>
                </c:pt>
                <c:pt idx="2246">
                  <c:v>3.4176899999999999</c:v>
                </c:pt>
                <c:pt idx="2247">
                  <c:v>3.6330300000000002</c:v>
                </c:pt>
                <c:pt idx="2248">
                  <c:v>3.5965199999999999</c:v>
                </c:pt>
                <c:pt idx="2249">
                  <c:v>3.5784799999999999</c:v>
                </c:pt>
                <c:pt idx="2250">
                  <c:v>3.58175</c:v>
                </c:pt>
                <c:pt idx="2251">
                  <c:v>3.5993900000000001</c:v>
                </c:pt>
                <c:pt idx="2252">
                  <c:v>3.5939000000000001</c:v>
                </c:pt>
                <c:pt idx="2253">
                  <c:v>3.5915300000000001</c:v>
                </c:pt>
                <c:pt idx="2254">
                  <c:v>3.58616</c:v>
                </c:pt>
                <c:pt idx="2255">
                  <c:v>3.5636799999999997</c:v>
                </c:pt>
                <c:pt idx="2256">
                  <c:v>3.5918899999999998</c:v>
                </c:pt>
                <c:pt idx="2257">
                  <c:v>3.6828499999999997</c:v>
                </c:pt>
                <c:pt idx="2258">
                  <c:v>3.6093000000000002</c:v>
                </c:pt>
                <c:pt idx="2259">
                  <c:v>3.6098000000000003</c:v>
                </c:pt>
                <c:pt idx="2260">
                  <c:v>3.5914200000000003</c:v>
                </c:pt>
                <c:pt idx="2261">
                  <c:v>3.585</c:v>
                </c:pt>
                <c:pt idx="2262">
                  <c:v>3.59361</c:v>
                </c:pt>
                <c:pt idx="2263">
                  <c:v>3.5958800000000002</c:v>
                </c:pt>
                <c:pt idx="2264">
                  <c:v>3.6083099999999999</c:v>
                </c:pt>
                <c:pt idx="2265">
                  <c:v>3.6238099999999998</c:v>
                </c:pt>
                <c:pt idx="2266">
                  <c:v>3.6087899999999999</c:v>
                </c:pt>
                <c:pt idx="2267">
                  <c:v>3.6117600000000003</c:v>
                </c:pt>
                <c:pt idx="2268">
                  <c:v>3.6149499999999999</c:v>
                </c:pt>
                <c:pt idx="2269">
                  <c:v>3.6194999999999999</c:v>
                </c:pt>
                <c:pt idx="2270">
                  <c:v>3.6177299999999999</c:v>
                </c:pt>
                <c:pt idx="2271">
                  <c:v>3.6252300000000002</c:v>
                </c:pt>
                <c:pt idx="2272">
                  <c:v>3.6247600000000002</c:v>
                </c:pt>
                <c:pt idx="2273">
                  <c:v>3.6242199999999998</c:v>
                </c:pt>
                <c:pt idx="2274">
                  <c:v>3.6174499999999998</c:v>
                </c:pt>
                <c:pt idx="2275">
                  <c:v>3.6217800000000002</c:v>
                </c:pt>
                <c:pt idx="2276">
                  <c:v>3.6215100000000002</c:v>
                </c:pt>
                <c:pt idx="2277">
                  <c:v>3.63626</c:v>
                </c:pt>
                <c:pt idx="2278">
                  <c:v>3.6311199999999997</c:v>
                </c:pt>
                <c:pt idx="2279">
                  <c:v>3.64473</c:v>
                </c:pt>
                <c:pt idx="2280">
                  <c:v>3.6763300000000001</c:v>
                </c:pt>
                <c:pt idx="2281">
                  <c:v>3.6861199999999998</c:v>
                </c:pt>
                <c:pt idx="2282">
                  <c:v>3.6914699999999998</c:v>
                </c:pt>
                <c:pt idx="2283">
                  <c:v>3.6975500000000001</c:v>
                </c:pt>
                <c:pt idx="2284">
                  <c:v>3.6977800000000003</c:v>
                </c:pt>
                <c:pt idx="2285">
                  <c:v>3.7011999999999996</c:v>
                </c:pt>
                <c:pt idx="2286">
                  <c:v>3.7038000000000002</c:v>
                </c:pt>
                <c:pt idx="2287">
                  <c:v>3.7047699999999999</c:v>
                </c:pt>
                <c:pt idx="2288">
                  <c:v>3.7079899999999997</c:v>
                </c:pt>
                <c:pt idx="2289">
                  <c:v>3.7156700000000003</c:v>
                </c:pt>
                <c:pt idx="2290">
                  <c:v>3.71787</c:v>
                </c:pt>
                <c:pt idx="2291">
                  <c:v>3.7214499999999999</c:v>
                </c:pt>
                <c:pt idx="2292">
                  <c:v>3.7246700000000001</c:v>
                </c:pt>
                <c:pt idx="2293">
                  <c:v>3.4842300000000002</c:v>
                </c:pt>
                <c:pt idx="2294">
                  <c:v>3.4449899999999998</c:v>
                </c:pt>
                <c:pt idx="2295">
                  <c:v>3.4609999999999999</c:v>
                </c:pt>
                <c:pt idx="2299">
                  <c:v>3.72214</c:v>
                </c:pt>
                <c:pt idx="2300">
                  <c:v>4.4089999999999998</c:v>
                </c:pt>
                <c:pt idx="2301">
                  <c:v>4.4089999999999998</c:v>
                </c:pt>
                <c:pt idx="2302">
                  <c:v>4.0019999999999998</c:v>
                </c:pt>
                <c:pt idx="2303">
                  <c:v>4.0803799999999999</c:v>
                </c:pt>
                <c:pt idx="2304">
                  <c:v>4.0825899999999997</c:v>
                </c:pt>
                <c:pt idx="2305">
                  <c:v>4.0681199999999995</c:v>
                </c:pt>
                <c:pt idx="2306">
                  <c:v>4.0514700000000001</c:v>
                </c:pt>
                <c:pt idx="2307">
                  <c:v>4.0593000000000004</c:v>
                </c:pt>
                <c:pt idx="2308">
                  <c:v>4.0706199999999999</c:v>
                </c:pt>
                <c:pt idx="2309">
                  <c:v>4.0754700000000001</c:v>
                </c:pt>
                <c:pt idx="2310">
                  <c:v>4.3266200000000001</c:v>
                </c:pt>
                <c:pt idx="2311">
                  <c:v>4.2921100000000001</c:v>
                </c:pt>
                <c:pt idx="2312">
                  <c:v>4.2776899999999998</c:v>
                </c:pt>
                <c:pt idx="2313">
                  <c:v>4.2578300000000002</c:v>
                </c:pt>
                <c:pt idx="2314">
                  <c:v>4.2209500000000002</c:v>
                </c:pt>
                <c:pt idx="2315">
                  <c:v>4.2101600000000001</c:v>
                </c:pt>
                <c:pt idx="2316">
                  <c:v>4.2273000000000005</c:v>
                </c:pt>
                <c:pt idx="2317">
                  <c:v>4.1981099999999998</c:v>
                </c:pt>
                <c:pt idx="2318">
                  <c:v>4.1791099999999997</c:v>
                </c:pt>
                <c:pt idx="2319">
                  <c:v>4.2280800000000003</c:v>
                </c:pt>
                <c:pt idx="2320">
                  <c:v>4.26145</c:v>
                </c:pt>
                <c:pt idx="2321">
                  <c:v>4.3008999999999995</c:v>
                </c:pt>
                <c:pt idx="2322">
                  <c:v>4.3645699999999996</c:v>
                </c:pt>
                <c:pt idx="2323">
                  <c:v>4.3673599999999997</c:v>
                </c:pt>
                <c:pt idx="2324">
                  <c:v>4.3738100000000006</c:v>
                </c:pt>
                <c:pt idx="2325">
                  <c:v>4.3765000000000001</c:v>
                </c:pt>
                <c:pt idx="2326">
                  <c:v>4.3695300000000001</c:v>
                </c:pt>
                <c:pt idx="2327">
                  <c:v>4.3660200000000007</c:v>
                </c:pt>
                <c:pt idx="2328">
                  <c:v>4.3748800000000001</c:v>
                </c:pt>
                <c:pt idx="2329">
                  <c:v>4.3760600000000007</c:v>
                </c:pt>
                <c:pt idx="2330">
                  <c:v>4.3678800000000004</c:v>
                </c:pt>
                <c:pt idx="2331">
                  <c:v>4.3698699999999997</c:v>
                </c:pt>
                <c:pt idx="2332">
                  <c:v>4.3689300000000006</c:v>
                </c:pt>
                <c:pt idx="2333">
                  <c:v>4.3766600000000002</c:v>
                </c:pt>
                <c:pt idx="2334">
                  <c:v>4.3747499999999997</c:v>
                </c:pt>
                <c:pt idx="2335">
                  <c:v>4.3754200000000001</c:v>
                </c:pt>
                <c:pt idx="2336">
                  <c:v>4.3843900000000007</c:v>
                </c:pt>
                <c:pt idx="2337">
                  <c:v>4.3879399999999995</c:v>
                </c:pt>
                <c:pt idx="2338">
                  <c:v>4.3900899999999998</c:v>
                </c:pt>
                <c:pt idx="2339">
                  <c:v>4.3936700000000002</c:v>
                </c:pt>
                <c:pt idx="2340">
                  <c:v>4.4012399999999996</c:v>
                </c:pt>
                <c:pt idx="2341">
                  <c:v>4.39954</c:v>
                </c:pt>
                <c:pt idx="2342">
                  <c:v>4.4008199999999995</c:v>
                </c:pt>
                <c:pt idx="2343">
                  <c:v>4.4103000000000003</c:v>
                </c:pt>
                <c:pt idx="2344">
                  <c:v>4.4064399999999999</c:v>
                </c:pt>
                <c:pt idx="2345">
                  <c:v>4.4133800000000001</c:v>
                </c:pt>
                <c:pt idx="2346">
                  <c:v>4.4129499999999995</c:v>
                </c:pt>
                <c:pt idx="2347">
                  <c:v>4.4101000000000008</c:v>
                </c:pt>
                <c:pt idx="2348">
                  <c:v>4.4114499999999994</c:v>
                </c:pt>
                <c:pt idx="2349">
                  <c:v>4.4125299999999994</c:v>
                </c:pt>
                <c:pt idx="2350">
                  <c:v>4.0019999999999998</c:v>
                </c:pt>
                <c:pt idx="2351">
                  <c:v>4.0019999999999998</c:v>
                </c:pt>
                <c:pt idx="2352">
                  <c:v>4.0019999999999998</c:v>
                </c:pt>
                <c:pt idx="2353">
                  <c:v>4.0019999999999998</c:v>
                </c:pt>
                <c:pt idx="2354">
                  <c:v>4.4089999999999998</c:v>
                </c:pt>
                <c:pt idx="2355">
                  <c:v>4.4089999999999998</c:v>
                </c:pt>
                <c:pt idx="2357">
                  <c:v>3</c:v>
                </c:pt>
                <c:pt idx="2358">
                  <c:v>3</c:v>
                </c:pt>
                <c:pt idx="2359">
                  <c:v>3</c:v>
                </c:pt>
                <c:pt idx="2360">
                  <c:v>3</c:v>
                </c:pt>
                <c:pt idx="2361">
                  <c:v>3</c:v>
                </c:pt>
                <c:pt idx="2362">
                  <c:v>3</c:v>
                </c:pt>
                <c:pt idx="2363">
                  <c:v>3</c:v>
                </c:pt>
                <c:pt idx="2364">
                  <c:v>3.7665700000000002</c:v>
                </c:pt>
                <c:pt idx="2365">
                  <c:v>3.7598600000000002</c:v>
                </c:pt>
                <c:pt idx="2366">
                  <c:v>3.7526299999999999</c:v>
                </c:pt>
                <c:pt idx="2367">
                  <c:v>3.7475399999999999</c:v>
                </c:pt>
                <c:pt idx="2368">
                  <c:v>3.7410399999999999</c:v>
                </c:pt>
                <c:pt idx="2369">
                  <c:v>3.7369899999999996</c:v>
                </c:pt>
                <c:pt idx="2370">
                  <c:v>3.74471</c:v>
                </c:pt>
                <c:pt idx="2371">
                  <c:v>3.7267399999999999</c:v>
                </c:pt>
                <c:pt idx="2372">
                  <c:v>3.7219499999999996</c:v>
                </c:pt>
                <c:pt idx="2373">
                  <c:v>3.7108699999999999</c:v>
                </c:pt>
                <c:pt idx="2374">
                  <c:v>3.7007699999999999</c:v>
                </c:pt>
                <c:pt idx="2375">
                  <c:v>3.6973400000000001</c:v>
                </c:pt>
                <c:pt idx="2376">
                  <c:v>3.7179099999999998</c:v>
                </c:pt>
                <c:pt idx="2377">
                  <c:v>3.6999299999999997</c:v>
                </c:pt>
                <c:pt idx="2378">
                  <c:v>3.71007</c:v>
                </c:pt>
                <c:pt idx="2379">
                  <c:v>3.7112600000000002</c:v>
                </c:pt>
                <c:pt idx="2380">
                  <c:v>3.7033100000000001</c:v>
                </c:pt>
                <c:pt idx="2381">
                  <c:v>3.6994699999999998</c:v>
                </c:pt>
                <c:pt idx="2382">
                  <c:v>3.7158200000000003</c:v>
                </c:pt>
                <c:pt idx="2383">
                  <c:v>3.7004200000000003</c:v>
                </c:pt>
                <c:pt idx="2384">
                  <c:v>3.6904299999999997</c:v>
                </c:pt>
                <c:pt idx="2385">
                  <c:v>3.6885500000000002</c:v>
                </c:pt>
                <c:pt idx="2386">
                  <c:v>3.70424</c:v>
                </c:pt>
                <c:pt idx="2387">
                  <c:v>3.7115200000000002</c:v>
                </c:pt>
                <c:pt idx="2388">
                  <c:v>3.7290100000000002</c:v>
                </c:pt>
                <c:pt idx="2389">
                  <c:v>3.71929</c:v>
                </c:pt>
                <c:pt idx="2390">
                  <c:v>3.7276700000000003</c:v>
                </c:pt>
                <c:pt idx="2391">
                  <c:v>3.73611</c:v>
                </c:pt>
                <c:pt idx="2392">
                  <c:v>3.7391000000000001</c:v>
                </c:pt>
                <c:pt idx="2393">
                  <c:v>3.7489599999999998</c:v>
                </c:pt>
                <c:pt idx="2394">
                  <c:v>3.7610900000000003</c:v>
                </c:pt>
                <c:pt idx="2395">
                  <c:v>3.7603599999999999</c:v>
                </c:pt>
                <c:pt idx="2396">
                  <c:v>3.76274</c:v>
                </c:pt>
                <c:pt idx="2397">
                  <c:v>3.7669000000000001</c:v>
                </c:pt>
                <c:pt idx="2398">
                  <c:v>3.7710300000000001</c:v>
                </c:pt>
                <c:pt idx="2399">
                  <c:v>3.7748699999999999</c:v>
                </c:pt>
                <c:pt idx="2400">
                  <c:v>3.78023</c:v>
                </c:pt>
                <c:pt idx="2401">
                  <c:v>3.7835300000000003</c:v>
                </c:pt>
                <c:pt idx="2402">
                  <c:v>3.7846799999999998</c:v>
                </c:pt>
                <c:pt idx="2403">
                  <c:v>3.7856000000000001</c:v>
                </c:pt>
                <c:pt idx="2404">
                  <c:v>3</c:v>
                </c:pt>
                <c:pt idx="2405">
                  <c:v>3</c:v>
                </c:pt>
                <c:pt idx="2410">
                  <c:v>3.8869400000000001</c:v>
                </c:pt>
                <c:pt idx="2411">
                  <c:v>3.8869400000000001</c:v>
                </c:pt>
                <c:pt idx="2412">
                  <c:v>3.8869400000000001</c:v>
                </c:pt>
                <c:pt idx="2413">
                  <c:v>3.8869400000000001</c:v>
                </c:pt>
                <c:pt idx="2414">
                  <c:v>4.8</c:v>
                </c:pt>
                <c:pt idx="2415">
                  <c:v>4.8</c:v>
                </c:pt>
                <c:pt idx="2416">
                  <c:v>4.8</c:v>
                </c:pt>
                <c:pt idx="2417">
                  <c:v>4.8</c:v>
                </c:pt>
                <c:pt idx="2418">
                  <c:v>4.8</c:v>
                </c:pt>
                <c:pt idx="2419">
                  <c:v>4.8</c:v>
                </c:pt>
                <c:pt idx="2420">
                  <c:v>4.8</c:v>
                </c:pt>
                <c:pt idx="2421">
                  <c:v>4.8</c:v>
                </c:pt>
                <c:pt idx="2422">
                  <c:v>4.8</c:v>
                </c:pt>
                <c:pt idx="2423">
                  <c:v>4.8</c:v>
                </c:pt>
                <c:pt idx="2424">
                  <c:v>4.8</c:v>
                </c:pt>
                <c:pt idx="2425">
                  <c:v>3.2</c:v>
                </c:pt>
                <c:pt idx="2426">
                  <c:v>3.4990700000000001</c:v>
                </c:pt>
                <c:pt idx="2427">
                  <c:v>5.5101199999999997</c:v>
                </c:pt>
                <c:pt idx="2428">
                  <c:v>5.5983199999999993</c:v>
                </c:pt>
                <c:pt idx="2429">
                  <c:v>5.6091699999999998</c:v>
                </c:pt>
                <c:pt idx="2430">
                  <c:v>5.5802500000000004</c:v>
                </c:pt>
                <c:pt idx="2431">
                  <c:v>5.5665899999999997</c:v>
                </c:pt>
                <c:pt idx="2432">
                  <c:v>5.6320800000000002</c:v>
                </c:pt>
                <c:pt idx="2433">
                  <c:v>5.3740200000000007</c:v>
                </c:pt>
                <c:pt idx="2434">
                  <c:v>5.3878300000000001</c:v>
                </c:pt>
                <c:pt idx="2435">
                  <c:v>5.3918200000000001</c:v>
                </c:pt>
                <c:pt idx="2436">
                  <c:v>5.4108900000000002</c:v>
                </c:pt>
                <c:pt idx="2437">
                  <c:v>5.4046199999999995</c:v>
                </c:pt>
                <c:pt idx="2438">
                  <c:v>5.4097100000000005</c:v>
                </c:pt>
                <c:pt idx="2439">
                  <c:v>5.4021000000000008</c:v>
                </c:pt>
                <c:pt idx="2440">
                  <c:v>5.4223100000000004</c:v>
                </c:pt>
                <c:pt idx="2441">
                  <c:v>5.4138599999999997</c:v>
                </c:pt>
                <c:pt idx="2442">
                  <c:v>5.4054200000000003</c:v>
                </c:pt>
                <c:pt idx="2443">
                  <c:v>5.3987100000000003</c:v>
                </c:pt>
                <c:pt idx="2444">
                  <c:v>5.38544</c:v>
                </c:pt>
                <c:pt idx="2445">
                  <c:v>5.3567</c:v>
                </c:pt>
                <c:pt idx="2446">
                  <c:v>5.3881199999999998</c:v>
                </c:pt>
                <c:pt idx="2447">
                  <c:v>5.3872</c:v>
                </c:pt>
                <c:pt idx="2448">
                  <c:v>5.4013500000000008</c:v>
                </c:pt>
                <c:pt idx="2449">
                  <c:v>5.6510100000000003</c:v>
                </c:pt>
                <c:pt idx="2450">
                  <c:v>5.6476999999999995</c:v>
                </c:pt>
                <c:pt idx="2451">
                  <c:v>5.6503199999999998</c:v>
                </c:pt>
                <c:pt idx="2452">
                  <c:v>5.6524399999999995</c:v>
                </c:pt>
                <c:pt idx="2453">
                  <c:v>5.6557500000000003</c:v>
                </c:pt>
                <c:pt idx="2454">
                  <c:v>5.6585000000000001</c:v>
                </c:pt>
                <c:pt idx="2455">
                  <c:v>5.66256</c:v>
                </c:pt>
                <c:pt idx="2456">
                  <c:v>5.6653900000000004</c:v>
                </c:pt>
                <c:pt idx="2457">
                  <c:v>4.8</c:v>
                </c:pt>
                <c:pt idx="2458">
                  <c:v>4.8</c:v>
                </c:pt>
                <c:pt idx="2459">
                  <c:v>4.8</c:v>
                </c:pt>
                <c:pt idx="2460">
                  <c:v>4.8</c:v>
                </c:pt>
                <c:pt idx="2462">
                  <c:v>4.8995600000000001</c:v>
                </c:pt>
                <c:pt idx="2463">
                  <c:v>4.8948799999999997</c:v>
                </c:pt>
                <c:pt idx="2464">
                  <c:v>4.8905799999999999</c:v>
                </c:pt>
                <c:pt idx="2465">
                  <c:v>4.8907400000000001</c:v>
                </c:pt>
                <c:pt idx="2466">
                  <c:v>4.8922499999999998</c:v>
                </c:pt>
                <c:pt idx="2467">
                  <c:v>4.8886499999999993</c:v>
                </c:pt>
                <c:pt idx="2468">
                  <c:v>4.88666</c:v>
                </c:pt>
                <c:pt idx="2469">
                  <c:v>4.8850299999999995</c:v>
                </c:pt>
                <c:pt idx="2470">
                  <c:v>4.8451000000000004</c:v>
                </c:pt>
                <c:pt idx="2471">
                  <c:v>4.8391999999999999</c:v>
                </c:pt>
                <c:pt idx="2472">
                  <c:v>4.8340500000000004</c:v>
                </c:pt>
                <c:pt idx="2473">
                  <c:v>4.8303599999999998</c:v>
                </c:pt>
                <c:pt idx="2474">
                  <c:v>4.8305200000000008</c:v>
                </c:pt>
                <c:pt idx="2475">
                  <c:v>4.82172</c:v>
                </c:pt>
                <c:pt idx="2476">
                  <c:v>4.8129999999999997</c:v>
                </c:pt>
                <c:pt idx="2477">
                  <c:v>4.8121800000000006</c:v>
                </c:pt>
                <c:pt idx="2478">
                  <c:v>4.7170800000000002</c:v>
                </c:pt>
                <c:pt idx="2479">
                  <c:v>4.7068599999999998</c:v>
                </c:pt>
                <c:pt idx="2480">
                  <c:v>4.7006199999999998</c:v>
                </c:pt>
                <c:pt idx="2481">
                  <c:v>4.69801</c:v>
                </c:pt>
                <c:pt idx="2482">
                  <c:v>4.6946300000000001</c:v>
                </c:pt>
                <c:pt idx="2483">
                  <c:v>4.7009699999999999</c:v>
                </c:pt>
                <c:pt idx="2484">
                  <c:v>4.7088799999999997</c:v>
                </c:pt>
                <c:pt idx="2485">
                  <c:v>4.7168799999999997</c:v>
                </c:pt>
                <c:pt idx="2486">
                  <c:v>4.72018</c:v>
                </c:pt>
                <c:pt idx="2487">
                  <c:v>4.7200800000000003</c:v>
                </c:pt>
                <c:pt idx="2488">
                  <c:v>4.7213500000000002</c:v>
                </c:pt>
                <c:pt idx="2489">
                  <c:v>4.7151800000000001</c:v>
                </c:pt>
                <c:pt idx="2490">
                  <c:v>4.7127400000000002</c:v>
                </c:pt>
                <c:pt idx="2491">
                  <c:v>4.7124600000000001</c:v>
                </c:pt>
                <c:pt idx="2492">
                  <c:v>4.7108299999999996</c:v>
                </c:pt>
                <c:pt idx="2493">
                  <c:v>4.7135400000000001</c:v>
                </c:pt>
                <c:pt idx="2494">
                  <c:v>4.71075</c:v>
                </c:pt>
                <c:pt idx="2495">
                  <c:v>4.7163900000000005</c:v>
                </c:pt>
                <c:pt idx="2496">
                  <c:v>4.7180799999999996</c:v>
                </c:pt>
                <c:pt idx="2497">
                  <c:v>4.7170800000000002</c:v>
                </c:pt>
                <c:pt idx="2498">
                  <c:v>4.7236499999999992</c:v>
                </c:pt>
                <c:pt idx="2499">
                  <c:v>4.7314399999999992</c:v>
                </c:pt>
                <c:pt idx="2500">
                  <c:v>4.7401</c:v>
                </c:pt>
                <c:pt idx="2501">
                  <c:v>4.7423799999999998</c:v>
                </c:pt>
                <c:pt idx="2502">
                  <c:v>4.7471000000000005</c:v>
                </c:pt>
                <c:pt idx="2503">
                  <c:v>4.7507600000000005</c:v>
                </c:pt>
                <c:pt idx="2504">
                  <c:v>4.7601700000000005</c:v>
                </c:pt>
                <c:pt idx="2505">
                  <c:v>4.7668900000000001</c:v>
                </c:pt>
                <c:pt idx="2506">
                  <c:v>4.7931599999999994</c:v>
                </c:pt>
                <c:pt idx="2507">
                  <c:v>4.7929399999999998</c:v>
                </c:pt>
                <c:pt idx="2508">
                  <c:v>4.7929899999999996</c:v>
                </c:pt>
                <c:pt idx="2509">
                  <c:v>4.7930900000000003</c:v>
                </c:pt>
                <c:pt idx="2511">
                  <c:v>4.4429999999999996</c:v>
                </c:pt>
                <c:pt idx="2512">
                  <c:v>4.3824700000000005</c:v>
                </c:pt>
                <c:pt idx="2513">
                  <c:v>4.3745600000000007</c:v>
                </c:pt>
                <c:pt idx="2514">
                  <c:v>4.4003300000000003</c:v>
                </c:pt>
                <c:pt idx="2515">
                  <c:v>4.4082799999999995</c:v>
                </c:pt>
                <c:pt idx="2516">
                  <c:v>4.4034199999999997</c:v>
                </c:pt>
                <c:pt idx="2517">
                  <c:v>4.4008100000000008</c:v>
                </c:pt>
                <c:pt idx="2518">
                  <c:v>4.3994300000000006</c:v>
                </c:pt>
                <c:pt idx="2519">
                  <c:v>4.6320699999999997</c:v>
                </c:pt>
                <c:pt idx="2520">
                  <c:v>4.6179499999999996</c:v>
                </c:pt>
                <c:pt idx="2521">
                  <c:v>4.6075900000000001</c:v>
                </c:pt>
                <c:pt idx="2522">
                  <c:v>4.6001300000000001</c:v>
                </c:pt>
                <c:pt idx="2523">
                  <c:v>4.5694099999999995</c:v>
                </c:pt>
                <c:pt idx="2524">
                  <c:v>4.5985399999999998</c:v>
                </c:pt>
                <c:pt idx="2525">
                  <c:v>4.5797600000000003</c:v>
                </c:pt>
                <c:pt idx="2526">
                  <c:v>4.5735400000000004</c:v>
                </c:pt>
                <c:pt idx="2527">
                  <c:v>4.5580100000000003</c:v>
                </c:pt>
                <c:pt idx="2528">
                  <c:v>4.5623000000000005</c:v>
                </c:pt>
                <c:pt idx="2529">
                  <c:v>4.5536099999999999</c:v>
                </c:pt>
                <c:pt idx="2530">
                  <c:v>4.5518000000000001</c:v>
                </c:pt>
                <c:pt idx="2531">
                  <c:v>4.5626999999999995</c:v>
                </c:pt>
                <c:pt idx="2532">
                  <c:v>4.55741</c:v>
                </c:pt>
                <c:pt idx="2533">
                  <c:v>4.5532899999999996</c:v>
                </c:pt>
                <c:pt idx="2534">
                  <c:v>4.5487900000000003</c:v>
                </c:pt>
                <c:pt idx="2535">
                  <c:v>4.5570300000000001</c:v>
                </c:pt>
                <c:pt idx="2536">
                  <c:v>4.56074</c:v>
                </c:pt>
                <c:pt idx="2537">
                  <c:v>4.5567799999999998</c:v>
                </c:pt>
                <c:pt idx="2538">
                  <c:v>4.5573300000000003</c:v>
                </c:pt>
                <c:pt idx="2539">
                  <c:v>4.5648500000000007</c:v>
                </c:pt>
                <c:pt idx="2540">
                  <c:v>4.5659099999999997</c:v>
                </c:pt>
                <c:pt idx="2541">
                  <c:v>4.5649499999999996</c:v>
                </c:pt>
                <c:pt idx="2542">
                  <c:v>4.5576600000000003</c:v>
                </c:pt>
                <c:pt idx="2543">
                  <c:v>4.5389200000000001</c:v>
                </c:pt>
                <c:pt idx="2544">
                  <c:v>4.5624399999999996</c:v>
                </c:pt>
                <c:pt idx="2545">
                  <c:v>4.56196</c:v>
                </c:pt>
                <c:pt idx="2546">
                  <c:v>4.5637600000000003</c:v>
                </c:pt>
                <c:pt idx="2547">
                  <c:v>4.6670100000000003</c:v>
                </c:pt>
                <c:pt idx="2548">
                  <c:v>4.6714899999999995</c:v>
                </c:pt>
                <c:pt idx="2549">
                  <c:v>4.6797200000000005</c:v>
                </c:pt>
                <c:pt idx="2550">
                  <c:v>4.6895299999999995</c:v>
                </c:pt>
                <c:pt idx="2551">
                  <c:v>4.6985900000000003</c:v>
                </c:pt>
                <c:pt idx="2552">
                  <c:v>4.7146300000000005</c:v>
                </c:pt>
                <c:pt idx="2553">
                  <c:v>4.7353999999999994</c:v>
                </c:pt>
                <c:pt idx="2554">
                  <c:v>4.7681899999999997</c:v>
                </c:pt>
                <c:pt idx="2555">
                  <c:v>4.7871499999999996</c:v>
                </c:pt>
                <c:pt idx="2556">
                  <c:v>4.8093699999999995</c:v>
                </c:pt>
                <c:pt idx="2557">
                  <c:v>4.8277200000000002</c:v>
                </c:pt>
                <c:pt idx="2558">
                  <c:v>4.8452799999999998</c:v>
                </c:pt>
                <c:pt idx="2559">
                  <c:v>4.4429999999999996</c:v>
                </c:pt>
                <c:pt idx="2560">
                  <c:v>4.4429999999999996</c:v>
                </c:pt>
                <c:pt idx="2561">
                  <c:v>4.7539999999999996</c:v>
                </c:pt>
                <c:pt idx="2562">
                  <c:v>4.7539999999999996</c:v>
                </c:pt>
                <c:pt idx="2565">
                  <c:v>4</c:v>
                </c:pt>
                <c:pt idx="2566">
                  <c:v>4.1155799999999996</c:v>
                </c:pt>
                <c:pt idx="2567">
                  <c:v>4.2636099999999999</c:v>
                </c:pt>
                <c:pt idx="2568">
                  <c:v>4.2820299999999998</c:v>
                </c:pt>
                <c:pt idx="2569">
                  <c:v>4.2832499999999998</c:v>
                </c:pt>
                <c:pt idx="2570">
                  <c:v>4.2916499999999997</c:v>
                </c:pt>
                <c:pt idx="2571">
                  <c:v>4.2830399999999997</c:v>
                </c:pt>
                <c:pt idx="2572">
                  <c:v>4.2809999999999997</c:v>
                </c:pt>
                <c:pt idx="2573">
                  <c:v>4.27921</c:v>
                </c:pt>
                <c:pt idx="2574">
                  <c:v>4.2815799999999999</c:v>
                </c:pt>
                <c:pt idx="2575">
                  <c:v>4.2836499999999997</c:v>
                </c:pt>
                <c:pt idx="2576">
                  <c:v>4.1691799999999999</c:v>
                </c:pt>
                <c:pt idx="2577">
                  <c:v>4.1939599999999997</c:v>
                </c:pt>
                <c:pt idx="2578">
                  <c:v>4.2682799999999999</c:v>
                </c:pt>
                <c:pt idx="2579">
                  <c:v>4.2900900000000002</c:v>
                </c:pt>
                <c:pt idx="2580">
                  <c:v>4.2993699999999997</c:v>
                </c:pt>
                <c:pt idx="2581">
                  <c:v>4.2773999999999992</c:v>
                </c:pt>
                <c:pt idx="2582">
                  <c:v>4.3090900000000003</c:v>
                </c:pt>
                <c:pt idx="2583">
                  <c:v>4.3133100000000004</c:v>
                </c:pt>
                <c:pt idx="2584">
                  <c:v>4.2628399999999997</c:v>
                </c:pt>
                <c:pt idx="2585">
                  <c:v>4.2835299999999998</c:v>
                </c:pt>
                <c:pt idx="2586">
                  <c:v>4.2913300000000003</c:v>
                </c:pt>
                <c:pt idx="2587">
                  <c:v>4.3170500000000001</c:v>
                </c:pt>
                <c:pt idx="2588">
                  <c:v>4.29399</c:v>
                </c:pt>
                <c:pt idx="2589">
                  <c:v>4.2926200000000003</c:v>
                </c:pt>
                <c:pt idx="2590">
                  <c:v>4.3259300000000005</c:v>
                </c:pt>
                <c:pt idx="2591">
                  <c:v>4.3250600000000006</c:v>
                </c:pt>
                <c:pt idx="2592">
                  <c:v>4.3018700000000001</c:v>
                </c:pt>
                <c:pt idx="2593">
                  <c:v>4.2976999999999999</c:v>
                </c:pt>
                <c:pt idx="2594">
                  <c:v>4.2917100000000001</c:v>
                </c:pt>
                <c:pt idx="2595">
                  <c:v>4.3119399999999999</c:v>
                </c:pt>
                <c:pt idx="2596">
                  <c:v>4.2688699999999997</c:v>
                </c:pt>
                <c:pt idx="2597">
                  <c:v>4.2903599999999997</c:v>
                </c:pt>
                <c:pt idx="2598">
                  <c:v>4.3166599999999997</c:v>
                </c:pt>
                <c:pt idx="2599">
                  <c:v>4.3119499999999995</c:v>
                </c:pt>
                <c:pt idx="2600">
                  <c:v>4.3209399999999993</c:v>
                </c:pt>
                <c:pt idx="2601">
                  <c:v>4.3236000000000008</c:v>
                </c:pt>
                <c:pt idx="2602">
                  <c:v>4.3255499999999998</c:v>
                </c:pt>
                <c:pt idx="2603">
                  <c:v>4.3280699999999994</c:v>
                </c:pt>
                <c:pt idx="2604">
                  <c:v>4.3282400000000001</c:v>
                </c:pt>
                <c:pt idx="2605">
                  <c:v>4.32965</c:v>
                </c:pt>
                <c:pt idx="2606">
                  <c:v>4.3313100000000002</c:v>
                </c:pt>
                <c:pt idx="2607">
                  <c:v>4.32951</c:v>
                </c:pt>
                <c:pt idx="2608">
                  <c:v>4.3303000000000003</c:v>
                </c:pt>
                <c:pt idx="2609">
                  <c:v>4.3313100000000002</c:v>
                </c:pt>
                <c:pt idx="2610">
                  <c:v>4.3338199999999993</c:v>
                </c:pt>
                <c:pt idx="2611">
                  <c:v>4.3328199999999999</c:v>
                </c:pt>
                <c:pt idx="2612">
                  <c:v>4.3559999999999999</c:v>
                </c:pt>
                <c:pt idx="2613">
                  <c:v>4.3559999999999999</c:v>
                </c:pt>
                <c:pt idx="2614">
                  <c:v>4.3559999999999999</c:v>
                </c:pt>
                <c:pt idx="2615">
                  <c:v>4.7539999999999996</c:v>
                </c:pt>
                <c:pt idx="2616">
                  <c:v>4.7539999999999996</c:v>
                </c:pt>
                <c:pt idx="2617">
                  <c:v>5.37113</c:v>
                </c:pt>
                <c:pt idx="2618">
                  <c:v>5.4720000000000004</c:v>
                </c:pt>
                <c:pt idx="2621">
                  <c:v>4</c:v>
                </c:pt>
                <c:pt idx="2622">
                  <c:v>4.8150500000000003</c:v>
                </c:pt>
                <c:pt idx="2623">
                  <c:v>4.9580000000000002</c:v>
                </c:pt>
                <c:pt idx="2624">
                  <c:v>4.9879100000000003</c:v>
                </c:pt>
                <c:pt idx="2625">
                  <c:v>4.9751799999999999</c:v>
                </c:pt>
                <c:pt idx="2626">
                  <c:v>4.9962</c:v>
                </c:pt>
                <c:pt idx="2627">
                  <c:v>4.9893000000000001</c:v>
                </c:pt>
                <c:pt idx="2628">
                  <c:v>5.3233600000000001</c:v>
                </c:pt>
                <c:pt idx="2629">
                  <c:v>5.3103500000000006</c:v>
                </c:pt>
                <c:pt idx="2630">
                  <c:v>5.3007100000000005</c:v>
                </c:pt>
                <c:pt idx="2631">
                  <c:v>5.2875299999999994</c:v>
                </c:pt>
                <c:pt idx="2632">
                  <c:v>5.2630400000000002</c:v>
                </c:pt>
                <c:pt idx="2633">
                  <c:v>5.2732099999999997</c:v>
                </c:pt>
                <c:pt idx="2634">
                  <c:v>5.2833500000000004</c:v>
                </c:pt>
                <c:pt idx="2635">
                  <c:v>5.2754300000000001</c:v>
                </c:pt>
                <c:pt idx="2636">
                  <c:v>5.2694600000000005</c:v>
                </c:pt>
                <c:pt idx="2637">
                  <c:v>5.2673999999999994</c:v>
                </c:pt>
                <c:pt idx="2638">
                  <c:v>5.2676499999999997</c:v>
                </c:pt>
                <c:pt idx="2639">
                  <c:v>5.2648299999999999</c:v>
                </c:pt>
                <c:pt idx="2640">
                  <c:v>5.2643699999999995</c:v>
                </c:pt>
                <c:pt idx="2641">
                  <c:v>5.2575000000000003</c:v>
                </c:pt>
                <c:pt idx="2642">
                  <c:v>5.2634799999999995</c:v>
                </c:pt>
                <c:pt idx="2643">
                  <c:v>5.2633999999999999</c:v>
                </c:pt>
                <c:pt idx="2644">
                  <c:v>5.2675299999999998</c:v>
                </c:pt>
                <c:pt idx="2645">
                  <c:v>5.2698</c:v>
                </c:pt>
                <c:pt idx="2646">
                  <c:v>5.2865200000000003</c:v>
                </c:pt>
                <c:pt idx="2647">
                  <c:v>5.2809600000000003</c:v>
                </c:pt>
                <c:pt idx="2648">
                  <c:v>5.2760200000000008</c:v>
                </c:pt>
                <c:pt idx="2649">
                  <c:v>5.2724299999999999</c:v>
                </c:pt>
                <c:pt idx="2650">
                  <c:v>5.2782499999999999</c:v>
                </c:pt>
                <c:pt idx="2651">
                  <c:v>5.2974700000000006</c:v>
                </c:pt>
                <c:pt idx="2652">
                  <c:v>5.2938499999999999</c:v>
                </c:pt>
                <c:pt idx="2653">
                  <c:v>5.3012700000000006</c:v>
                </c:pt>
                <c:pt idx="2654">
                  <c:v>5.3084300000000004</c:v>
                </c:pt>
                <c:pt idx="2655">
                  <c:v>5.3117399999999995</c:v>
                </c:pt>
                <c:pt idx="2656">
                  <c:v>5.3159200000000002</c:v>
                </c:pt>
                <c:pt idx="2657">
                  <c:v>5.3230200000000005</c:v>
                </c:pt>
                <c:pt idx="2658">
                  <c:v>5.3300900000000002</c:v>
                </c:pt>
                <c:pt idx="2659">
                  <c:v>5.3326199999999995</c:v>
                </c:pt>
                <c:pt idx="2660">
                  <c:v>5.3344899999999997</c:v>
                </c:pt>
                <c:pt idx="2661">
                  <c:v>5.3354300000000006</c:v>
                </c:pt>
                <c:pt idx="2662">
                  <c:v>5.3371199999999996</c:v>
                </c:pt>
                <c:pt idx="2663">
                  <c:v>5.3409399999999998</c:v>
                </c:pt>
                <c:pt idx="2664">
                  <c:v>5.3636499999999998</c:v>
                </c:pt>
                <c:pt idx="2665">
                  <c:v>5.3680399999999997</c:v>
                </c:pt>
                <c:pt idx="2666">
                  <c:v>5.3740699999999997</c:v>
                </c:pt>
                <c:pt idx="2667">
                  <c:v>5.37812</c:v>
                </c:pt>
                <c:pt idx="2668">
                  <c:v>5.1520000000000001</c:v>
                </c:pt>
                <c:pt idx="2669">
                  <c:v>5.1520000000000001</c:v>
                </c:pt>
                <c:pt idx="2670">
                  <c:v>5.4720000000000004</c:v>
                </c:pt>
                <c:pt idx="2671">
                  <c:v>5.37113</c:v>
                </c:pt>
                <c:pt idx="2673">
                  <c:v>5.48184</c:v>
                </c:pt>
                <c:pt idx="2674">
                  <c:v>5.4767600000000005</c:v>
                </c:pt>
                <c:pt idx="2675">
                  <c:v>5.4660500000000001</c:v>
                </c:pt>
                <c:pt idx="2676">
                  <c:v>5.4544499999999996</c:v>
                </c:pt>
                <c:pt idx="2677">
                  <c:v>5.42971</c:v>
                </c:pt>
                <c:pt idx="2678">
                  <c:v>5.4049399999999999</c:v>
                </c:pt>
                <c:pt idx="2679">
                  <c:v>5.3820800000000002</c:v>
                </c:pt>
                <c:pt idx="2680">
                  <c:v>5.3525700000000001</c:v>
                </c:pt>
                <c:pt idx="2681">
                  <c:v>5.4617299999999993</c:v>
                </c:pt>
                <c:pt idx="2682">
                  <c:v>5.4329900000000002</c:v>
                </c:pt>
                <c:pt idx="2683">
                  <c:v>5.4103000000000003</c:v>
                </c:pt>
                <c:pt idx="2684">
                  <c:v>5.3870800000000001</c:v>
                </c:pt>
                <c:pt idx="2685">
                  <c:v>5.3321999999999994</c:v>
                </c:pt>
                <c:pt idx="2686">
                  <c:v>5.3053900000000001</c:v>
                </c:pt>
                <c:pt idx="2687">
                  <c:v>5.3019300000000005</c:v>
                </c:pt>
                <c:pt idx="2688">
                  <c:v>5.2703199999999999</c:v>
                </c:pt>
                <c:pt idx="2689">
                  <c:v>5.2404899999999994</c:v>
                </c:pt>
                <c:pt idx="2690">
                  <c:v>5.2206999999999999</c:v>
                </c:pt>
                <c:pt idx="2691">
                  <c:v>5.1865399999999999</c:v>
                </c:pt>
                <c:pt idx="2692">
                  <c:v>5.1589399999999994</c:v>
                </c:pt>
                <c:pt idx="2693">
                  <c:v>5.165</c:v>
                </c:pt>
                <c:pt idx="2694">
                  <c:v>5.1382599999999998</c:v>
                </c:pt>
                <c:pt idx="2695">
                  <c:v>5.13049</c:v>
                </c:pt>
                <c:pt idx="2696">
                  <c:v>5.1336899999999996</c:v>
                </c:pt>
                <c:pt idx="2697">
                  <c:v>5.13985</c:v>
                </c:pt>
                <c:pt idx="2698">
                  <c:v>5.1455699999999993</c:v>
                </c:pt>
                <c:pt idx="2699">
                  <c:v>5.1718500000000001</c:v>
                </c:pt>
                <c:pt idx="2700">
                  <c:v>5.1618199999999996</c:v>
                </c:pt>
                <c:pt idx="2701">
                  <c:v>5.1647299999999996</c:v>
                </c:pt>
                <c:pt idx="2702">
                  <c:v>5.16913</c:v>
                </c:pt>
                <c:pt idx="2703">
                  <c:v>5.2077099999999996</c:v>
                </c:pt>
                <c:pt idx="2704">
                  <c:v>5.2499599999999997</c:v>
                </c:pt>
                <c:pt idx="2705">
                  <c:v>5.2879499999999995</c:v>
                </c:pt>
                <c:pt idx="2706">
                  <c:v>5.2853100000000008</c:v>
                </c:pt>
                <c:pt idx="2707">
                  <c:v>5.2803100000000001</c:v>
                </c:pt>
                <c:pt idx="2708">
                  <c:v>5.2958100000000004</c:v>
                </c:pt>
                <c:pt idx="2709">
                  <c:v>5.3083999999999998</c:v>
                </c:pt>
                <c:pt idx="2710">
                  <c:v>5.3284500000000001</c:v>
                </c:pt>
                <c:pt idx="2711">
                  <c:v>5.3541099999999995</c:v>
                </c:pt>
                <c:pt idx="2712">
                  <c:v>5.3532799999999998</c:v>
                </c:pt>
                <c:pt idx="2713">
                  <c:v>5.3561499999999995</c:v>
                </c:pt>
                <c:pt idx="2714">
                  <c:v>5.3561199999999998</c:v>
                </c:pt>
                <c:pt idx="2715">
                  <c:v>5.3648800000000003</c:v>
                </c:pt>
                <c:pt idx="2716">
                  <c:v>5.3819999999999997</c:v>
                </c:pt>
                <c:pt idx="2717">
                  <c:v>5.62249</c:v>
                </c:pt>
                <c:pt idx="2718">
                  <c:v>5.6287900000000004</c:v>
                </c:pt>
                <c:pt idx="2719">
                  <c:v>5.6799799999999996</c:v>
                </c:pt>
                <c:pt idx="2720">
                  <c:v>5.7023400000000004</c:v>
                </c:pt>
                <c:pt idx="2721">
                  <c:v>4.7910000000000004</c:v>
                </c:pt>
                <c:pt idx="2722">
                  <c:v>4.7910000000000004</c:v>
                </c:pt>
                <c:pt idx="2723">
                  <c:v>4.7910000000000004</c:v>
                </c:pt>
                <c:pt idx="2724">
                  <c:v>4.0309999999999997</c:v>
                </c:pt>
                <c:pt idx="2725">
                  <c:v>4.0309999999999997</c:v>
                </c:pt>
                <c:pt idx="2726">
                  <c:v>3.9282199999999996</c:v>
                </c:pt>
                <c:pt idx="2727">
                  <c:v>3.9058200000000003</c:v>
                </c:pt>
                <c:pt idx="2728">
                  <c:v>3.9091900000000002</c:v>
                </c:pt>
                <c:pt idx="2729">
                  <c:v>3.9093299999999997</c:v>
                </c:pt>
                <c:pt idx="2730">
                  <c:v>3.9093899999999997</c:v>
                </c:pt>
                <c:pt idx="2731">
                  <c:v>3.8595700000000002</c:v>
                </c:pt>
                <c:pt idx="2732">
                  <c:v>3.8625400000000001</c:v>
                </c:pt>
                <c:pt idx="2733">
                  <c:v>3.86415</c:v>
                </c:pt>
                <c:pt idx="2734">
                  <c:v>3.8668499999999999</c:v>
                </c:pt>
                <c:pt idx="2735">
                  <c:v>3.8697600000000003</c:v>
                </c:pt>
                <c:pt idx="2736">
                  <c:v>3.86951</c:v>
                </c:pt>
                <c:pt idx="2737">
                  <c:v>3.8696999999999999</c:v>
                </c:pt>
                <c:pt idx="2738">
                  <c:v>3.8676699999999999</c:v>
                </c:pt>
                <c:pt idx="2739">
                  <c:v>3.9639199999999999</c:v>
                </c:pt>
                <c:pt idx="2740">
                  <c:v>3.9623200000000001</c:v>
                </c:pt>
                <c:pt idx="2741">
                  <c:v>3.96129</c:v>
                </c:pt>
                <c:pt idx="2742">
                  <c:v>3.9596999999999998</c:v>
                </c:pt>
                <c:pt idx="2743">
                  <c:v>3.99173</c:v>
                </c:pt>
                <c:pt idx="2744">
                  <c:v>3.9903899999999997</c:v>
                </c:pt>
                <c:pt idx="2745">
                  <c:v>3.9901799999999996</c:v>
                </c:pt>
                <c:pt idx="2746">
                  <c:v>3.9908399999999999</c:v>
                </c:pt>
                <c:pt idx="2747">
                  <c:v>3.9915400000000001</c:v>
                </c:pt>
                <c:pt idx="2748">
                  <c:v>3.9925799999999998</c:v>
                </c:pt>
                <c:pt idx="2749">
                  <c:v>3.99444</c:v>
                </c:pt>
                <c:pt idx="2750">
                  <c:v>3.9936199999999999</c:v>
                </c:pt>
                <c:pt idx="2751">
                  <c:v>3.9935300000000002</c:v>
                </c:pt>
                <c:pt idx="2752">
                  <c:v>3.9936199999999999</c:v>
                </c:pt>
                <c:pt idx="2753">
                  <c:v>3.9703900000000001</c:v>
                </c:pt>
                <c:pt idx="2754">
                  <c:v>3.97106</c:v>
                </c:pt>
                <c:pt idx="2755">
                  <c:v>3.9728499999999998</c:v>
                </c:pt>
                <c:pt idx="2756">
                  <c:v>3.9728699999999999</c:v>
                </c:pt>
                <c:pt idx="2757">
                  <c:v>3.9744299999999999</c:v>
                </c:pt>
                <c:pt idx="2758">
                  <c:v>3.97594</c:v>
                </c:pt>
                <c:pt idx="2759">
                  <c:v>3.8704499999999999</c:v>
                </c:pt>
                <c:pt idx="2760">
                  <c:v>3.8741500000000002</c:v>
                </c:pt>
                <c:pt idx="2761">
                  <c:v>3.8788899999999997</c:v>
                </c:pt>
                <c:pt idx="2762">
                  <c:v>3.8834</c:v>
                </c:pt>
                <c:pt idx="2763">
                  <c:v>3.8824000000000001</c:v>
                </c:pt>
                <c:pt idx="2764">
                  <c:v>3.9772500000000002</c:v>
                </c:pt>
                <c:pt idx="2765">
                  <c:v>3.9784099999999998</c:v>
                </c:pt>
                <c:pt idx="2766">
                  <c:v>3.9732699999999999</c:v>
                </c:pt>
                <c:pt idx="2767">
                  <c:v>3.9669299999999996</c:v>
                </c:pt>
                <c:pt idx="2768">
                  <c:v>3.95926</c:v>
                </c:pt>
                <c:pt idx="2769">
                  <c:v>3.9013400000000003</c:v>
                </c:pt>
                <c:pt idx="2770">
                  <c:v>3.9196800000000001</c:v>
                </c:pt>
                <c:pt idx="2771">
                  <c:v>3.9087700000000001</c:v>
                </c:pt>
                <c:pt idx="2772">
                  <c:v>4.0309999999999997</c:v>
                </c:pt>
                <c:pt idx="2775">
                  <c:v>4.8834099999999996</c:v>
                </c:pt>
                <c:pt idx="2776">
                  <c:v>4.8249499999999994</c:v>
                </c:pt>
                <c:pt idx="2777">
                  <c:v>4.9418899999999999</c:v>
                </c:pt>
                <c:pt idx="2778">
                  <c:v>5.0918299999999999</c:v>
                </c:pt>
                <c:pt idx="2779">
                  <c:v>5.09049</c:v>
                </c:pt>
                <c:pt idx="2780">
                  <c:v>5.0938699999999999</c:v>
                </c:pt>
                <c:pt idx="2781">
                  <c:v>5.0859899999999998</c:v>
                </c:pt>
                <c:pt idx="2782">
                  <c:v>4.7784899999999997</c:v>
                </c:pt>
                <c:pt idx="2783">
                  <c:v>4.7803599999999999</c:v>
                </c:pt>
                <c:pt idx="2784">
                  <c:v>4.7409699999999999</c:v>
                </c:pt>
                <c:pt idx="2785">
                  <c:v>4.75908</c:v>
                </c:pt>
                <c:pt idx="2786">
                  <c:v>4.8042199999999999</c:v>
                </c:pt>
                <c:pt idx="2787">
                  <c:v>4.8488699999999998</c:v>
                </c:pt>
                <c:pt idx="2788">
                  <c:v>4.8801699999999997</c:v>
                </c:pt>
                <c:pt idx="2789">
                  <c:v>4.9595799999999999</c:v>
                </c:pt>
                <c:pt idx="2790">
                  <c:v>4.9042899999999996</c:v>
                </c:pt>
                <c:pt idx="2791">
                  <c:v>4.9777700000000005</c:v>
                </c:pt>
                <c:pt idx="2792">
                  <c:v>4.52475</c:v>
                </c:pt>
                <c:pt idx="2793">
                  <c:v>4.5234899999999998</c:v>
                </c:pt>
                <c:pt idx="2794">
                  <c:v>4.5255700000000001</c:v>
                </c:pt>
                <c:pt idx="2795">
                  <c:v>4.51546</c:v>
                </c:pt>
                <c:pt idx="2796">
                  <c:v>4.51579</c:v>
                </c:pt>
                <c:pt idx="2797">
                  <c:v>4.5093800000000002</c:v>
                </c:pt>
                <c:pt idx="2798">
                  <c:v>4.5065</c:v>
                </c:pt>
                <c:pt idx="2799">
                  <c:v>4.5078100000000001</c:v>
                </c:pt>
                <c:pt idx="2800">
                  <c:v>4.5112200000000007</c:v>
                </c:pt>
                <c:pt idx="2801">
                  <c:v>4.5091800000000006</c:v>
                </c:pt>
                <c:pt idx="2802">
                  <c:v>4.50718</c:v>
                </c:pt>
                <c:pt idx="2803">
                  <c:v>4.5046200000000001</c:v>
                </c:pt>
                <c:pt idx="2804">
                  <c:v>4.5049099999999997</c:v>
                </c:pt>
                <c:pt idx="2805">
                  <c:v>4.5029700000000004</c:v>
                </c:pt>
                <c:pt idx="2806">
                  <c:v>4.5058699999999998</c:v>
                </c:pt>
                <c:pt idx="2807">
                  <c:v>4.4999599999999997</c:v>
                </c:pt>
                <c:pt idx="2808">
                  <c:v>4.5052099999999999</c:v>
                </c:pt>
                <c:pt idx="2809">
                  <c:v>4.5154700000000005</c:v>
                </c:pt>
                <c:pt idx="2810">
                  <c:v>5.1292399999999994</c:v>
                </c:pt>
                <c:pt idx="2811">
                  <c:v>5.1348100000000008</c:v>
                </c:pt>
                <c:pt idx="2812">
                  <c:v>5.2088700000000001</c:v>
                </c:pt>
                <c:pt idx="2813">
                  <c:v>5.2587999999999999</c:v>
                </c:pt>
                <c:pt idx="2814">
                  <c:v>5.1862700000000004</c:v>
                </c:pt>
                <c:pt idx="2815">
                  <c:v>5.2897400000000001</c:v>
                </c:pt>
                <c:pt idx="2816">
                  <c:v>5.2839399999999994</c:v>
                </c:pt>
                <c:pt idx="2817">
                  <c:v>5.26302</c:v>
                </c:pt>
                <c:pt idx="2818">
                  <c:v>5.3195200000000007</c:v>
                </c:pt>
                <c:pt idx="2819">
                  <c:v>5.4209499999999995</c:v>
                </c:pt>
                <c:pt idx="2820">
                  <c:v>6.1738299999999997</c:v>
                </c:pt>
                <c:pt idx="2821">
                  <c:v>6.14412</c:v>
                </c:pt>
                <c:pt idx="2822">
                  <c:v>5.4064799999999993</c:v>
                </c:pt>
                <c:pt idx="2823">
                  <c:v>4.9859999999999998</c:v>
                </c:pt>
                <c:pt idx="2824">
                  <c:v>4.8650000000000002</c:v>
                </c:pt>
                <c:pt idx="2825">
                  <c:v>4.8650000000000002</c:v>
                </c:pt>
                <c:pt idx="2827">
                  <c:v>4.8789999999999996</c:v>
                </c:pt>
                <c:pt idx="2828">
                  <c:v>4.8783300000000001</c:v>
                </c:pt>
                <c:pt idx="2829">
                  <c:v>4.87758</c:v>
                </c:pt>
                <c:pt idx="2830">
                  <c:v>4.8755299999999995</c:v>
                </c:pt>
                <c:pt idx="2831">
                  <c:v>4.8723000000000001</c:v>
                </c:pt>
                <c:pt idx="2832">
                  <c:v>4.8682600000000003</c:v>
                </c:pt>
                <c:pt idx="2833">
                  <c:v>4.8642799999999999</c:v>
                </c:pt>
                <c:pt idx="2834">
                  <c:v>4.8599600000000001</c:v>
                </c:pt>
                <c:pt idx="2835">
                  <c:v>4.6938999999999993</c:v>
                </c:pt>
                <c:pt idx="2836">
                  <c:v>4.6962799999999998</c:v>
                </c:pt>
                <c:pt idx="2837">
                  <c:v>4.6957500000000003</c:v>
                </c:pt>
                <c:pt idx="2838">
                  <c:v>4.6981200000000003</c:v>
                </c:pt>
                <c:pt idx="2839">
                  <c:v>4.7085499999999998</c:v>
                </c:pt>
                <c:pt idx="2840">
                  <c:v>4.6894</c:v>
                </c:pt>
                <c:pt idx="2841">
                  <c:v>4.6876600000000002</c:v>
                </c:pt>
                <c:pt idx="2842">
                  <c:v>4.6955499999999999</c:v>
                </c:pt>
                <c:pt idx="2843">
                  <c:v>4.9135900000000001</c:v>
                </c:pt>
                <c:pt idx="2844">
                  <c:v>4.9155600000000002</c:v>
                </c:pt>
                <c:pt idx="2845">
                  <c:v>4.9189499999999997</c:v>
                </c:pt>
                <c:pt idx="2846">
                  <c:v>4.9224399999999999</c:v>
                </c:pt>
                <c:pt idx="2847">
                  <c:v>4.9293399999999998</c:v>
                </c:pt>
                <c:pt idx="2848">
                  <c:v>4.9268199999999993</c:v>
                </c:pt>
                <c:pt idx="2849">
                  <c:v>4.9284399999999993</c:v>
                </c:pt>
                <c:pt idx="2850">
                  <c:v>4.9281800000000002</c:v>
                </c:pt>
                <c:pt idx="2851">
                  <c:v>4.9293999999999993</c:v>
                </c:pt>
                <c:pt idx="2852">
                  <c:v>4.9286199999999996</c:v>
                </c:pt>
                <c:pt idx="2853">
                  <c:v>4.9308900000000007</c:v>
                </c:pt>
                <c:pt idx="2854">
                  <c:v>4.9277600000000001</c:v>
                </c:pt>
                <c:pt idx="2855">
                  <c:v>4.9236599999999999</c:v>
                </c:pt>
                <c:pt idx="2856">
                  <c:v>4.9206199999999995</c:v>
                </c:pt>
                <c:pt idx="2857">
                  <c:v>4.92035</c:v>
                </c:pt>
                <c:pt idx="2858">
                  <c:v>4.9167399999999999</c:v>
                </c:pt>
                <c:pt idx="2859">
                  <c:v>4.9220899999999999</c:v>
                </c:pt>
                <c:pt idx="2860">
                  <c:v>4.9201000000000006</c:v>
                </c:pt>
                <c:pt idx="2861">
                  <c:v>4.92448</c:v>
                </c:pt>
                <c:pt idx="2862">
                  <c:v>4.9267799999999999</c:v>
                </c:pt>
                <c:pt idx="2863">
                  <c:v>4.9320399999999998</c:v>
                </c:pt>
                <c:pt idx="2864">
                  <c:v>4.9342299999999994</c:v>
                </c:pt>
                <c:pt idx="2865">
                  <c:v>4.9379900000000001</c:v>
                </c:pt>
                <c:pt idx="2866">
                  <c:v>4.9374099999999999</c:v>
                </c:pt>
                <c:pt idx="2867">
                  <c:v>4.9407399999999999</c:v>
                </c:pt>
                <c:pt idx="2868">
                  <c:v>4.9457200000000006</c:v>
                </c:pt>
                <c:pt idx="2869">
                  <c:v>4.9478999999999997</c:v>
                </c:pt>
                <c:pt idx="2870">
                  <c:v>4.9502799999999993</c:v>
                </c:pt>
                <c:pt idx="2871">
                  <c:v>4.9656000000000002</c:v>
                </c:pt>
                <c:pt idx="2872">
                  <c:v>4.9776099999999994</c:v>
                </c:pt>
                <c:pt idx="2873">
                  <c:v>4.9933699999999996</c:v>
                </c:pt>
                <c:pt idx="2874">
                  <c:v>5.0111300000000005</c:v>
                </c:pt>
                <c:pt idx="2875">
                  <c:v>4.7320799999999998</c:v>
                </c:pt>
                <c:pt idx="2876">
                  <c:v>4.7910000000000004</c:v>
                </c:pt>
                <c:pt idx="2877">
                  <c:v>4.8650000000000002</c:v>
                </c:pt>
                <c:pt idx="2878">
                  <c:v>4.8650000000000002</c:v>
                </c:pt>
                <c:pt idx="2879">
                  <c:v>4.62</c:v>
                </c:pt>
                <c:pt idx="2880">
                  <c:v>4.62</c:v>
                </c:pt>
                <c:pt idx="2882">
                  <c:v>4.5803400000000005</c:v>
                </c:pt>
                <c:pt idx="2883">
                  <c:v>4.5796200000000002</c:v>
                </c:pt>
                <c:pt idx="2884">
                  <c:v>4.5780600000000007</c:v>
                </c:pt>
                <c:pt idx="2885">
                  <c:v>4.5728599999999995</c:v>
                </c:pt>
                <c:pt idx="2886">
                  <c:v>4.5662900000000004</c:v>
                </c:pt>
                <c:pt idx="2887">
                  <c:v>4.5576300000000005</c:v>
                </c:pt>
                <c:pt idx="2888">
                  <c:v>4.5487200000000003</c:v>
                </c:pt>
                <c:pt idx="2889">
                  <c:v>4.5392700000000001</c:v>
                </c:pt>
                <c:pt idx="2890">
                  <c:v>4.5306000000000006</c:v>
                </c:pt>
                <c:pt idx="2891">
                  <c:v>4.5227200000000005</c:v>
                </c:pt>
                <c:pt idx="2892">
                  <c:v>4.5138100000000003</c:v>
                </c:pt>
                <c:pt idx="2893">
                  <c:v>4.5063199999999997</c:v>
                </c:pt>
                <c:pt idx="2894">
                  <c:v>4.4262700000000006</c:v>
                </c:pt>
                <c:pt idx="2895">
                  <c:v>4.4214599999999997</c:v>
                </c:pt>
                <c:pt idx="2896">
                  <c:v>4.4260200000000003</c:v>
                </c:pt>
                <c:pt idx="2897">
                  <c:v>4.4257399999999993</c:v>
                </c:pt>
                <c:pt idx="2898">
                  <c:v>4.4241599999999996</c:v>
                </c:pt>
                <c:pt idx="2899">
                  <c:v>4.4154</c:v>
                </c:pt>
                <c:pt idx="2900">
                  <c:v>4.4254899999999999</c:v>
                </c:pt>
                <c:pt idx="2901">
                  <c:v>4.4188299999999998</c:v>
                </c:pt>
                <c:pt idx="2902">
                  <c:v>4.4211899999999993</c:v>
                </c:pt>
                <c:pt idx="2903">
                  <c:v>4.4210699999999994</c:v>
                </c:pt>
                <c:pt idx="2904">
                  <c:v>4.4217700000000004</c:v>
                </c:pt>
                <c:pt idx="2905">
                  <c:v>4.4230600000000004</c:v>
                </c:pt>
                <c:pt idx="2906">
                  <c:v>4.4244200000000005</c:v>
                </c:pt>
                <c:pt idx="2907">
                  <c:v>4.4251899999999997</c:v>
                </c:pt>
                <c:pt idx="2908">
                  <c:v>4.4315800000000003</c:v>
                </c:pt>
                <c:pt idx="2909">
                  <c:v>4.4242499999999998</c:v>
                </c:pt>
                <c:pt idx="2910">
                  <c:v>4.4231300000000005</c:v>
                </c:pt>
                <c:pt idx="2911">
                  <c:v>4.4219200000000001</c:v>
                </c:pt>
                <c:pt idx="2912">
                  <c:v>4.42204</c:v>
                </c:pt>
                <c:pt idx="2913">
                  <c:v>4.4228199999999998</c:v>
                </c:pt>
                <c:pt idx="2914">
                  <c:v>4.4246699999999999</c:v>
                </c:pt>
                <c:pt idx="2915">
                  <c:v>4.4254300000000004</c:v>
                </c:pt>
                <c:pt idx="2916">
                  <c:v>4.4346000000000005</c:v>
                </c:pt>
                <c:pt idx="2917">
                  <c:v>4.4387400000000001</c:v>
                </c:pt>
                <c:pt idx="2918">
                  <c:v>4.6386400000000005</c:v>
                </c:pt>
                <c:pt idx="2919">
                  <c:v>4.6438600000000001</c:v>
                </c:pt>
                <c:pt idx="2920">
                  <c:v>4.6464699999999999</c:v>
                </c:pt>
                <c:pt idx="2921">
                  <c:v>4.6466099999999999</c:v>
                </c:pt>
                <c:pt idx="2922">
                  <c:v>4.6702700000000004</c:v>
                </c:pt>
                <c:pt idx="2923">
                  <c:v>4.68621</c:v>
                </c:pt>
                <c:pt idx="2924">
                  <c:v>4.6922799999999993</c:v>
                </c:pt>
                <c:pt idx="2925">
                  <c:v>4.6970900000000002</c:v>
                </c:pt>
                <c:pt idx="2926">
                  <c:v>4.7270300000000001</c:v>
                </c:pt>
                <c:pt idx="2927">
                  <c:v>4.7895600000000007</c:v>
                </c:pt>
                <c:pt idx="2928">
                  <c:v>4.8528599999999997</c:v>
                </c:pt>
                <c:pt idx="2929">
                  <c:v>4.9082100000000004</c:v>
                </c:pt>
                <c:pt idx="2930">
                  <c:v>4.1557599999999999</c:v>
                </c:pt>
                <c:pt idx="2931">
                  <c:v>4.2590000000000003</c:v>
                </c:pt>
                <c:pt idx="2932">
                  <c:v>4.62</c:v>
                </c:pt>
                <c:pt idx="2933">
                  <c:v>4.62</c:v>
                </c:pt>
                <c:pt idx="2934">
                  <c:v>4</c:v>
                </c:pt>
                <c:pt idx="2935">
                  <c:v>4</c:v>
                </c:pt>
                <c:pt idx="2936">
                  <c:v>4.1314599999999997</c:v>
                </c:pt>
                <c:pt idx="2937">
                  <c:v>4.0917700000000004</c:v>
                </c:pt>
                <c:pt idx="2938">
                  <c:v>4.1346499999999997</c:v>
                </c:pt>
                <c:pt idx="2939">
                  <c:v>4.1247199999999999</c:v>
                </c:pt>
                <c:pt idx="2940">
                  <c:v>4.1295200000000003</c:v>
                </c:pt>
                <c:pt idx="2941">
                  <c:v>4.1301499999999995</c:v>
                </c:pt>
                <c:pt idx="2942">
                  <c:v>4.1308299999999996</c:v>
                </c:pt>
                <c:pt idx="2943">
                  <c:v>4.1174900000000001</c:v>
                </c:pt>
                <c:pt idx="2944">
                  <c:v>4.1201499999999998</c:v>
                </c:pt>
                <c:pt idx="2945">
                  <c:v>4.1212099999999996</c:v>
                </c:pt>
                <c:pt idx="2946">
                  <c:v>4.1377199999999998</c:v>
                </c:pt>
                <c:pt idx="2947">
                  <c:v>4.0868799999999998</c:v>
                </c:pt>
                <c:pt idx="2948">
                  <c:v>4.0321100000000003</c:v>
                </c:pt>
                <c:pt idx="2949">
                  <c:v>3.99173</c:v>
                </c:pt>
                <c:pt idx="2950">
                  <c:v>3.9556499999999999</c:v>
                </c:pt>
                <c:pt idx="2951">
                  <c:v>3.9767700000000001</c:v>
                </c:pt>
                <c:pt idx="2952">
                  <c:v>3.9733499999999999</c:v>
                </c:pt>
                <c:pt idx="2953">
                  <c:v>3.9712299999999998</c:v>
                </c:pt>
                <c:pt idx="2954">
                  <c:v>3.9681100000000002</c:v>
                </c:pt>
                <c:pt idx="2955">
                  <c:v>3.9677899999999999</c:v>
                </c:pt>
                <c:pt idx="2956">
                  <c:v>3.9664999999999999</c:v>
                </c:pt>
                <c:pt idx="2957">
                  <c:v>3.9677399999999996</c:v>
                </c:pt>
                <c:pt idx="2958">
                  <c:v>3.9698500000000001</c:v>
                </c:pt>
                <c:pt idx="2959">
                  <c:v>3.9704000000000002</c:v>
                </c:pt>
                <c:pt idx="2960">
                  <c:v>3.9707800000000004</c:v>
                </c:pt>
                <c:pt idx="2961">
                  <c:v>3.9695300000000002</c:v>
                </c:pt>
                <c:pt idx="2962">
                  <c:v>3.9720599999999999</c:v>
                </c:pt>
                <c:pt idx="2963">
                  <c:v>3.97017</c:v>
                </c:pt>
                <c:pt idx="2964">
                  <c:v>3.9733899999999998</c:v>
                </c:pt>
                <c:pt idx="2965">
                  <c:v>3.9690799999999999</c:v>
                </c:pt>
                <c:pt idx="2966">
                  <c:v>3.97159</c:v>
                </c:pt>
                <c:pt idx="2967">
                  <c:v>3.9817300000000002</c:v>
                </c:pt>
                <c:pt idx="2968">
                  <c:v>3.9886200000000001</c:v>
                </c:pt>
                <c:pt idx="2969">
                  <c:v>3.9881500000000001</c:v>
                </c:pt>
                <c:pt idx="2970">
                  <c:v>3.9986799999999998</c:v>
                </c:pt>
                <c:pt idx="2971">
                  <c:v>4.1003599999999993</c:v>
                </c:pt>
                <c:pt idx="2972">
                  <c:v>4.1014200000000001</c:v>
                </c:pt>
                <c:pt idx="2973">
                  <c:v>4.0978599999999998</c:v>
                </c:pt>
                <c:pt idx="2974">
                  <c:v>4.0998100000000006</c:v>
                </c:pt>
                <c:pt idx="2975">
                  <c:v>4.1013199999999994</c:v>
                </c:pt>
                <c:pt idx="2976">
                  <c:v>4.1049499999999997</c:v>
                </c:pt>
                <c:pt idx="2977">
                  <c:v>4.1097000000000001</c:v>
                </c:pt>
                <c:pt idx="2978">
                  <c:v>4.1124999999999998</c:v>
                </c:pt>
                <c:pt idx="2979">
                  <c:v>4.1093299999999999</c:v>
                </c:pt>
                <c:pt idx="2980">
                  <c:v>4.1097700000000001</c:v>
                </c:pt>
                <c:pt idx="2981">
                  <c:v>4.1059200000000002</c:v>
                </c:pt>
                <c:pt idx="2982">
                  <c:v>4.1249500000000001</c:v>
                </c:pt>
                <c:pt idx="2983">
                  <c:v>4.11008</c:v>
                </c:pt>
                <c:pt idx="2984">
                  <c:v>4.2220000000000004</c:v>
                </c:pt>
                <c:pt idx="2987">
                  <c:v>4.3766800000000003</c:v>
                </c:pt>
                <c:pt idx="2988">
                  <c:v>4.4962900000000001</c:v>
                </c:pt>
                <c:pt idx="2989">
                  <c:v>4.5318900000000006</c:v>
                </c:pt>
                <c:pt idx="2990">
                  <c:v>4.5338599999999998</c:v>
                </c:pt>
                <c:pt idx="2991">
                  <c:v>4.5353000000000003</c:v>
                </c:pt>
                <c:pt idx="2992">
                  <c:v>4.5390699999999997</c:v>
                </c:pt>
                <c:pt idx="2993">
                  <c:v>4.5410200000000005</c:v>
                </c:pt>
                <c:pt idx="2994">
                  <c:v>4.5436399999999999</c:v>
                </c:pt>
                <c:pt idx="2995">
                  <c:v>4.5517799999999999</c:v>
                </c:pt>
                <c:pt idx="2996">
                  <c:v>4.5517799999999999</c:v>
                </c:pt>
                <c:pt idx="2997">
                  <c:v>4.5572700000000008</c:v>
                </c:pt>
                <c:pt idx="2998">
                  <c:v>4.5730600000000008</c:v>
                </c:pt>
                <c:pt idx="2999">
                  <c:v>4.5629600000000003</c:v>
                </c:pt>
                <c:pt idx="3000">
                  <c:v>4.5643199999999995</c:v>
                </c:pt>
                <c:pt idx="3001">
                  <c:v>4.5606499999999999</c:v>
                </c:pt>
                <c:pt idx="3002">
                  <c:v>4.57301</c:v>
                </c:pt>
                <c:pt idx="3003">
                  <c:v>4.57369</c:v>
                </c:pt>
                <c:pt idx="3004">
                  <c:v>4.5744199999999999</c:v>
                </c:pt>
                <c:pt idx="3005">
                  <c:v>4.5763800000000003</c:v>
                </c:pt>
                <c:pt idx="3006">
                  <c:v>4.3154700000000004</c:v>
                </c:pt>
                <c:pt idx="3007">
                  <c:v>4.3140400000000003</c:v>
                </c:pt>
                <c:pt idx="3008">
                  <c:v>4.3144099999999996</c:v>
                </c:pt>
                <c:pt idx="3009">
                  <c:v>4.3117600000000005</c:v>
                </c:pt>
                <c:pt idx="3010">
                  <c:v>4.3126300000000004</c:v>
                </c:pt>
                <c:pt idx="3011">
                  <c:v>4.3099099999999995</c:v>
                </c:pt>
                <c:pt idx="3012">
                  <c:v>4.3068599999999995</c:v>
                </c:pt>
                <c:pt idx="3013">
                  <c:v>4.3090399999999995</c:v>
                </c:pt>
                <c:pt idx="3014">
                  <c:v>4.3117299999999998</c:v>
                </c:pt>
                <c:pt idx="3015">
                  <c:v>4.3093999999999992</c:v>
                </c:pt>
                <c:pt idx="3016">
                  <c:v>4.3098400000000003</c:v>
                </c:pt>
                <c:pt idx="3017">
                  <c:v>4.3081400000000007</c:v>
                </c:pt>
                <c:pt idx="3018">
                  <c:v>4.3081300000000002</c:v>
                </c:pt>
                <c:pt idx="3019">
                  <c:v>4.3019499999999997</c:v>
                </c:pt>
                <c:pt idx="3020">
                  <c:v>4.6553500000000003</c:v>
                </c:pt>
                <c:pt idx="3021">
                  <c:v>4.6550600000000006</c:v>
                </c:pt>
                <c:pt idx="3022">
                  <c:v>4.5736300000000005</c:v>
                </c:pt>
                <c:pt idx="3023">
                  <c:v>4.5734500000000002</c:v>
                </c:pt>
                <c:pt idx="3024">
                  <c:v>4.5735900000000003</c:v>
                </c:pt>
                <c:pt idx="3025">
                  <c:v>4.5733900000000007</c:v>
                </c:pt>
                <c:pt idx="3026">
                  <c:v>4.54847</c:v>
                </c:pt>
                <c:pt idx="3027">
                  <c:v>4.5511400000000002</c:v>
                </c:pt>
                <c:pt idx="3028">
                  <c:v>4.5474199999999998</c:v>
                </c:pt>
                <c:pt idx="3029">
                  <c:v>4.5506599999999997</c:v>
                </c:pt>
                <c:pt idx="3030">
                  <c:v>4.5552799999999998</c:v>
                </c:pt>
                <c:pt idx="3031">
                  <c:v>4.5571899999999994</c:v>
                </c:pt>
                <c:pt idx="3032">
                  <c:v>4.5551899999999996</c:v>
                </c:pt>
                <c:pt idx="3033">
                  <c:v>4.5590000000000002</c:v>
                </c:pt>
                <c:pt idx="3034">
                  <c:v>4.5749899999999997</c:v>
                </c:pt>
                <c:pt idx="3035">
                  <c:v>4.5839999999999996</c:v>
                </c:pt>
                <c:pt idx="3036">
                  <c:v>4.5839999999999996</c:v>
                </c:pt>
                <c:pt idx="3037">
                  <c:v>4.6834700000000007</c:v>
                </c:pt>
                <c:pt idx="3038">
                  <c:v>4.6807799999999995</c:v>
                </c:pt>
                <c:pt idx="3039">
                  <c:v>4.7096499999999999</c:v>
                </c:pt>
                <c:pt idx="3040">
                  <c:v>4.6832200000000004</c:v>
                </c:pt>
                <c:pt idx="3041">
                  <c:v>4.6566299999999998</c:v>
                </c:pt>
                <c:pt idx="3042">
                  <c:v>4.6572100000000001</c:v>
                </c:pt>
                <c:pt idx="3043">
                  <c:v>4.6608400000000003</c:v>
                </c:pt>
                <c:pt idx="3044">
                  <c:v>4.6611199999999995</c:v>
                </c:pt>
                <c:pt idx="3045">
                  <c:v>4.6638299999999999</c:v>
                </c:pt>
                <c:pt idx="3046">
                  <c:v>4.6674600000000002</c:v>
                </c:pt>
                <c:pt idx="3047">
                  <c:v>4.6713399999999998</c:v>
                </c:pt>
                <c:pt idx="3048">
                  <c:v>4.6743199999999998</c:v>
                </c:pt>
                <c:pt idx="3049">
                  <c:v>4.6878799999999998</c:v>
                </c:pt>
                <c:pt idx="3050">
                  <c:v>4.6897500000000001</c:v>
                </c:pt>
                <c:pt idx="3051">
                  <c:v>4.6926499999999995</c:v>
                </c:pt>
                <c:pt idx="3052">
                  <c:v>4.6935900000000004</c:v>
                </c:pt>
                <c:pt idx="3053">
                  <c:v>4.6944300000000005</c:v>
                </c:pt>
                <c:pt idx="3054">
                  <c:v>4.6928000000000001</c:v>
                </c:pt>
                <c:pt idx="3055">
                  <c:v>4.6910299999999996</c:v>
                </c:pt>
                <c:pt idx="3056">
                  <c:v>4.6891499999999997</c:v>
                </c:pt>
                <c:pt idx="3057">
                  <c:v>4.6366000000000005</c:v>
                </c:pt>
                <c:pt idx="3058">
                  <c:v>4.6353500000000007</c:v>
                </c:pt>
                <c:pt idx="3059">
                  <c:v>4.6348700000000003</c:v>
                </c:pt>
                <c:pt idx="3060">
                  <c:v>4.62751</c:v>
                </c:pt>
                <c:pt idx="3061">
                  <c:v>4.6272799999999998</c:v>
                </c:pt>
                <c:pt idx="3062">
                  <c:v>4.6262400000000001</c:v>
                </c:pt>
                <c:pt idx="3063">
                  <c:v>4.6181700000000001</c:v>
                </c:pt>
                <c:pt idx="3064">
                  <c:v>4.6166700000000001</c:v>
                </c:pt>
                <c:pt idx="3065">
                  <c:v>4.6150399999999996</c:v>
                </c:pt>
                <c:pt idx="3066">
                  <c:v>4.6158199999999994</c:v>
                </c:pt>
                <c:pt idx="3067">
                  <c:v>4.6168100000000001</c:v>
                </c:pt>
                <c:pt idx="3068">
                  <c:v>4.6167700000000007</c:v>
                </c:pt>
                <c:pt idx="3069">
                  <c:v>4.6177000000000001</c:v>
                </c:pt>
                <c:pt idx="3070">
                  <c:v>4.5902700000000003</c:v>
                </c:pt>
                <c:pt idx="3071">
                  <c:v>4.5915600000000003</c:v>
                </c:pt>
                <c:pt idx="3072">
                  <c:v>4.5906000000000002</c:v>
                </c:pt>
                <c:pt idx="3073">
                  <c:v>5.16127</c:v>
                </c:pt>
                <c:pt idx="3074">
                  <c:v>5.1779899999999994</c:v>
                </c:pt>
                <c:pt idx="3075">
                  <c:v>5.1918199999999999</c:v>
                </c:pt>
                <c:pt idx="3076">
                  <c:v>5.2068900000000005</c:v>
                </c:pt>
                <c:pt idx="3077">
                  <c:v>5.2203999999999997</c:v>
                </c:pt>
                <c:pt idx="3078">
                  <c:v>5.21699</c:v>
                </c:pt>
                <c:pt idx="3079">
                  <c:v>5.2014399999999998</c:v>
                </c:pt>
                <c:pt idx="3080">
                  <c:v>5.18079</c:v>
                </c:pt>
                <c:pt idx="3081">
                  <c:v>5.1887299999999996</c:v>
                </c:pt>
                <c:pt idx="3082">
                  <c:v>5.1816000000000004</c:v>
                </c:pt>
                <c:pt idx="3083">
                  <c:v>5.1978800000000005</c:v>
                </c:pt>
                <c:pt idx="3084">
                  <c:v>5.15158</c:v>
                </c:pt>
                <c:pt idx="3085">
                  <c:v>5.1933100000000003</c:v>
                </c:pt>
                <c:pt idx="3086">
                  <c:v>4.8360000000000003</c:v>
                </c:pt>
                <c:pt idx="3087">
                  <c:v>4.8360000000000003</c:v>
                </c:pt>
                <c:pt idx="3088">
                  <c:v>4.8360000000000003</c:v>
                </c:pt>
                <c:pt idx="3089">
                  <c:v>4.7389299999999999</c:v>
                </c:pt>
                <c:pt idx="3090">
                  <c:v>4.7365600000000008</c:v>
                </c:pt>
                <c:pt idx="3091">
                  <c:v>4.73325</c:v>
                </c:pt>
                <c:pt idx="3092">
                  <c:v>4.7255699999999994</c:v>
                </c:pt>
                <c:pt idx="3093">
                  <c:v>4.7115</c:v>
                </c:pt>
                <c:pt idx="3094">
                  <c:v>4.6947900000000002</c:v>
                </c:pt>
                <c:pt idx="3095">
                  <c:v>4.6773800000000003</c:v>
                </c:pt>
                <c:pt idx="3096">
                  <c:v>4.6573900000000004</c:v>
                </c:pt>
                <c:pt idx="3097">
                  <c:v>4.6385299999999994</c:v>
                </c:pt>
                <c:pt idx="3098">
                  <c:v>4.6202100000000002</c:v>
                </c:pt>
                <c:pt idx="3099">
                  <c:v>4.6017299999999999</c:v>
                </c:pt>
                <c:pt idx="3100">
                  <c:v>4.5834799999999998</c:v>
                </c:pt>
                <c:pt idx="3101">
                  <c:v>4.5667099999999996</c:v>
                </c:pt>
                <c:pt idx="3102">
                  <c:v>4.5495200000000002</c:v>
                </c:pt>
                <c:pt idx="3103">
                  <c:v>4.5359300000000005</c:v>
                </c:pt>
                <c:pt idx="3104">
                  <c:v>4.5240299999999998</c:v>
                </c:pt>
                <c:pt idx="3105">
                  <c:v>4.5158000000000005</c:v>
                </c:pt>
                <c:pt idx="3106">
                  <c:v>4.5095299999999998</c:v>
                </c:pt>
                <c:pt idx="3107">
                  <c:v>4.5050299999999996</c:v>
                </c:pt>
                <c:pt idx="3108">
                  <c:v>4.5011299999999999</c:v>
                </c:pt>
                <c:pt idx="3109">
                  <c:v>4.4995099999999999</c:v>
                </c:pt>
                <c:pt idx="3110">
                  <c:v>4.4969599999999996</c:v>
                </c:pt>
                <c:pt idx="3111">
                  <c:v>4.4994499999999995</c:v>
                </c:pt>
                <c:pt idx="3112">
                  <c:v>4.5053799999999997</c:v>
                </c:pt>
                <c:pt idx="3113">
                  <c:v>4.1027800000000001</c:v>
                </c:pt>
                <c:pt idx="3114">
                  <c:v>4.1145500000000004</c:v>
                </c:pt>
                <c:pt idx="3115">
                  <c:v>4.1201300000000005</c:v>
                </c:pt>
                <c:pt idx="3116">
                  <c:v>4.1177399999999995</c:v>
                </c:pt>
                <c:pt idx="3117">
                  <c:v>4.1132200000000001</c:v>
                </c:pt>
                <c:pt idx="3118">
                  <c:v>4.1076600000000001</c:v>
                </c:pt>
                <c:pt idx="3119">
                  <c:v>4.1154899999999994</c:v>
                </c:pt>
                <c:pt idx="3120">
                  <c:v>4.1079999999999997</c:v>
                </c:pt>
                <c:pt idx="3121">
                  <c:v>4.52081</c:v>
                </c:pt>
                <c:pt idx="3122">
                  <c:v>4.5219399999999998</c:v>
                </c:pt>
                <c:pt idx="3123">
                  <c:v>4.5268000000000006</c:v>
                </c:pt>
                <c:pt idx="3124">
                  <c:v>4.5339799999999997</c:v>
                </c:pt>
                <c:pt idx="3125">
                  <c:v>4.5496300000000005</c:v>
                </c:pt>
                <c:pt idx="3126">
                  <c:v>4.5609999999999999</c:v>
                </c:pt>
                <c:pt idx="3127">
                  <c:v>4.5724999999999998</c:v>
                </c:pt>
                <c:pt idx="3128">
                  <c:v>4.5841099999999999</c:v>
                </c:pt>
                <c:pt idx="3129">
                  <c:v>4.5956800000000007</c:v>
                </c:pt>
                <c:pt idx="3130">
                  <c:v>4.6134300000000001</c:v>
                </c:pt>
                <c:pt idx="3131">
                  <c:v>4.6153300000000002</c:v>
                </c:pt>
                <c:pt idx="3132">
                  <c:v>4.6180099999999999</c:v>
                </c:pt>
                <c:pt idx="3133">
                  <c:v>4.57782</c:v>
                </c:pt>
                <c:pt idx="3134">
                  <c:v>4.5714899999999998</c:v>
                </c:pt>
                <c:pt idx="3135">
                  <c:v>4.5644999999999998</c:v>
                </c:pt>
                <c:pt idx="3136">
                  <c:v>4.5810699999999995</c:v>
                </c:pt>
                <c:pt idx="3137">
                  <c:v>4.0635599999999998</c:v>
                </c:pt>
                <c:pt idx="3138">
                  <c:v>4.0979999999999999</c:v>
                </c:pt>
                <c:pt idx="3139">
                  <c:v>4.0979999999999999</c:v>
                </c:pt>
                <c:pt idx="3142">
                  <c:v>6.6420000000000003</c:v>
                </c:pt>
                <c:pt idx="3143">
                  <c:v>6.6828199999999995</c:v>
                </c:pt>
                <c:pt idx="3144">
                  <c:v>6.6192600000000006</c:v>
                </c:pt>
                <c:pt idx="3145">
                  <c:v>6.6691099999999999</c:v>
                </c:pt>
                <c:pt idx="3146">
                  <c:v>6.6915200000000006</c:v>
                </c:pt>
                <c:pt idx="3147">
                  <c:v>6.7035499999999999</c:v>
                </c:pt>
                <c:pt idx="3148">
                  <c:v>6.7117100000000001</c:v>
                </c:pt>
                <c:pt idx="3149">
                  <c:v>6.7153700000000001</c:v>
                </c:pt>
                <c:pt idx="3150">
                  <c:v>6.71793</c:v>
                </c:pt>
                <c:pt idx="3151">
                  <c:v>6.6270899999999999</c:v>
                </c:pt>
                <c:pt idx="3152">
                  <c:v>6.5762600000000004</c:v>
                </c:pt>
                <c:pt idx="3153">
                  <c:v>6.4912799999999997</c:v>
                </c:pt>
                <c:pt idx="3154">
                  <c:v>6.4463400000000002</c:v>
                </c:pt>
                <c:pt idx="3155">
                  <c:v>6.4845200000000007</c:v>
                </c:pt>
                <c:pt idx="3156">
                  <c:v>6.4951600000000003</c:v>
                </c:pt>
                <c:pt idx="3157">
                  <c:v>6.4796800000000001</c:v>
                </c:pt>
                <c:pt idx="3158">
                  <c:v>6.44564</c:v>
                </c:pt>
                <c:pt idx="3159">
                  <c:v>6.4259399999999998</c:v>
                </c:pt>
                <c:pt idx="3160">
                  <c:v>6.4072299999999993</c:v>
                </c:pt>
                <c:pt idx="3161">
                  <c:v>6.3939399999999997</c:v>
                </c:pt>
                <c:pt idx="3162">
                  <c:v>6.38347</c:v>
                </c:pt>
                <c:pt idx="3163">
                  <c:v>6.3773100000000005</c:v>
                </c:pt>
                <c:pt idx="3164">
                  <c:v>6.37493</c:v>
                </c:pt>
                <c:pt idx="3165">
                  <c:v>6.3638300000000001</c:v>
                </c:pt>
                <c:pt idx="3166">
                  <c:v>6.3608599999999997</c:v>
                </c:pt>
                <c:pt idx="3167">
                  <c:v>6.3650200000000003</c:v>
                </c:pt>
                <c:pt idx="3168">
                  <c:v>6.3704399999999994</c:v>
                </c:pt>
                <c:pt idx="3169">
                  <c:v>6.3917600000000006</c:v>
                </c:pt>
                <c:pt idx="3170">
                  <c:v>6.3916300000000001</c:v>
                </c:pt>
                <c:pt idx="3171">
                  <c:v>6.3971200000000001</c:v>
                </c:pt>
                <c:pt idx="3172">
                  <c:v>6.4024899999999993</c:v>
                </c:pt>
                <c:pt idx="3173">
                  <c:v>6.39466</c:v>
                </c:pt>
                <c:pt idx="3174">
                  <c:v>6.3742700000000001</c:v>
                </c:pt>
                <c:pt idx="3175">
                  <c:v>6.3653300000000002</c:v>
                </c:pt>
                <c:pt idx="3176">
                  <c:v>6.3575900000000001</c:v>
                </c:pt>
                <c:pt idx="3177">
                  <c:v>6.7387299999999994</c:v>
                </c:pt>
                <c:pt idx="3178">
                  <c:v>6.7394799999999995</c:v>
                </c:pt>
                <c:pt idx="3179">
                  <c:v>6.7402899999999999</c:v>
                </c:pt>
                <c:pt idx="3180">
                  <c:v>6.7375200000000008</c:v>
                </c:pt>
                <c:pt idx="3181">
                  <c:v>6.7312899999999996</c:v>
                </c:pt>
                <c:pt idx="3182">
                  <c:v>6.7319399999999998</c:v>
                </c:pt>
                <c:pt idx="3183">
                  <c:v>6.7310299999999996</c:v>
                </c:pt>
                <c:pt idx="3184">
                  <c:v>6.7333599999999993</c:v>
                </c:pt>
                <c:pt idx="3185">
                  <c:v>6.73339</c:v>
                </c:pt>
                <c:pt idx="3186">
                  <c:v>6.7378599999999995</c:v>
                </c:pt>
                <c:pt idx="3187">
                  <c:v>6.7357500000000003</c:v>
                </c:pt>
                <c:pt idx="3188">
                  <c:v>6.7542099999999996</c:v>
                </c:pt>
                <c:pt idx="3189">
                  <c:v>6.7488999999999999</c:v>
                </c:pt>
                <c:pt idx="3190">
                  <c:v>6.7809999999999997</c:v>
                </c:pt>
                <c:pt idx="3193">
                  <c:v>8.3651700000000009</c:v>
                </c:pt>
                <c:pt idx="3194">
                  <c:v>8.4758999999999993</c:v>
                </c:pt>
                <c:pt idx="3195">
                  <c:v>9.3632299999999997</c:v>
                </c:pt>
                <c:pt idx="3196">
                  <c:v>9.4679400000000005</c:v>
                </c:pt>
                <c:pt idx="3197">
                  <c:v>9.5444099999999992</c:v>
                </c:pt>
                <c:pt idx="3198">
                  <c:v>9.5619899999999998</c:v>
                </c:pt>
                <c:pt idx="3199">
                  <c:v>9.5857700000000001</c:v>
                </c:pt>
                <c:pt idx="3200">
                  <c:v>9.6369599999999984</c:v>
                </c:pt>
                <c:pt idx="3201">
                  <c:v>9.6257099999999998</c:v>
                </c:pt>
                <c:pt idx="3202">
                  <c:v>9.6750699999999998</c:v>
                </c:pt>
                <c:pt idx="3203">
                  <c:v>9.6588399999999996</c:v>
                </c:pt>
                <c:pt idx="3204">
                  <c:v>9.6622900000000005</c:v>
                </c:pt>
                <c:pt idx="3205">
                  <c:v>9.6777700000000006</c:v>
                </c:pt>
                <c:pt idx="3206">
                  <c:v>9.7004599999999996</c:v>
                </c:pt>
                <c:pt idx="3207">
                  <c:v>9.7181800000000003</c:v>
                </c:pt>
                <c:pt idx="3208">
                  <c:v>9.4720800000000001</c:v>
                </c:pt>
                <c:pt idx="3209">
                  <c:v>9.4586699999999997</c:v>
                </c:pt>
                <c:pt idx="3210">
                  <c:v>9.4496099999999998</c:v>
                </c:pt>
                <c:pt idx="3211">
                  <c:v>9.4442199999999996</c:v>
                </c:pt>
                <c:pt idx="3212">
                  <c:v>9.4447700000000001</c:v>
                </c:pt>
                <c:pt idx="3213">
                  <c:v>9.4373899999999988</c:v>
                </c:pt>
                <c:pt idx="3214">
                  <c:v>9.4298199999999994</c:v>
                </c:pt>
                <c:pt idx="3215">
                  <c:v>9.4275500000000001</c:v>
                </c:pt>
                <c:pt idx="3216">
                  <c:v>9.4335100000000001</c:v>
                </c:pt>
                <c:pt idx="3217">
                  <c:v>9.4240400000000015</c:v>
                </c:pt>
                <c:pt idx="3218">
                  <c:v>9.4361800000000002</c:v>
                </c:pt>
                <c:pt idx="3219">
                  <c:v>9.434190000000001</c:v>
                </c:pt>
                <c:pt idx="3220">
                  <c:v>9.4480400000000007</c:v>
                </c:pt>
                <c:pt idx="3221">
                  <c:v>9.4446900000000014</c:v>
                </c:pt>
                <c:pt idx="3222">
                  <c:v>9.4525900000000007</c:v>
                </c:pt>
                <c:pt idx="3223">
                  <c:v>9.4590800000000002</c:v>
                </c:pt>
                <c:pt idx="3224">
                  <c:v>9.4522399999999998</c:v>
                </c:pt>
                <c:pt idx="3225">
                  <c:v>9.4368199999999991</c:v>
                </c:pt>
                <c:pt idx="3226">
                  <c:v>9.4281600000000001</c:v>
                </c:pt>
                <c:pt idx="3227">
                  <c:v>9.4243500000000004</c:v>
                </c:pt>
                <c:pt idx="3228">
                  <c:v>9.7827900000000003</c:v>
                </c:pt>
                <c:pt idx="3229">
                  <c:v>9.7860400000000016</c:v>
                </c:pt>
                <c:pt idx="3230">
                  <c:v>9.7908999999999988</c:v>
                </c:pt>
                <c:pt idx="3231">
                  <c:v>9.8083299999999998</c:v>
                </c:pt>
                <c:pt idx="3232">
                  <c:v>9.8272499999999994</c:v>
                </c:pt>
                <c:pt idx="3233">
                  <c:v>9.8365599999999986</c:v>
                </c:pt>
                <c:pt idx="3234">
                  <c:v>9.8430999999999997</c:v>
                </c:pt>
                <c:pt idx="3235">
                  <c:v>9.8403700000000001</c:v>
                </c:pt>
                <c:pt idx="3236">
                  <c:v>9.8576299999999986</c:v>
                </c:pt>
                <c:pt idx="3237">
                  <c:v>9.8787299999999991</c:v>
                </c:pt>
                <c:pt idx="3238">
                  <c:v>9.9019099999999991</c:v>
                </c:pt>
                <c:pt idx="3239">
                  <c:v>9.9609400000000008</c:v>
                </c:pt>
                <c:pt idx="3240">
                  <c:v>10.039299999999999</c:v>
                </c:pt>
                <c:pt idx="3241">
                  <c:v>10.061</c:v>
                </c:pt>
                <c:pt idx="3243">
                  <c:v>8.5028100000000002</c:v>
                </c:pt>
                <c:pt idx="3244">
                  <c:v>8.6233299999999993</c:v>
                </c:pt>
                <c:pt idx="3245">
                  <c:v>9.4045300000000012</c:v>
                </c:pt>
                <c:pt idx="3246">
                  <c:v>9.5110700000000001</c:v>
                </c:pt>
                <c:pt idx="3247">
                  <c:v>9.6363899999999987</c:v>
                </c:pt>
                <c:pt idx="3248">
                  <c:v>9.67943</c:v>
                </c:pt>
                <c:pt idx="3249">
                  <c:v>9.7023700000000002</c:v>
                </c:pt>
                <c:pt idx="3250">
                  <c:v>9.70364</c:v>
                </c:pt>
                <c:pt idx="3251">
                  <c:v>9.7016799999999996</c:v>
                </c:pt>
                <c:pt idx="3252">
                  <c:v>9.6887099999999986</c:v>
                </c:pt>
                <c:pt idx="3253">
                  <c:v>9.6787700000000001</c:v>
                </c:pt>
                <c:pt idx="3254">
                  <c:v>9.4616299999999995</c:v>
                </c:pt>
                <c:pt idx="3255">
                  <c:v>9.4043200000000002</c:v>
                </c:pt>
                <c:pt idx="3256">
                  <c:v>9.4300800000000002</c:v>
                </c:pt>
                <c:pt idx="3257">
                  <c:v>9.4919699999999985</c:v>
                </c:pt>
                <c:pt idx="3258">
                  <c:v>9.3639899999999994</c:v>
                </c:pt>
                <c:pt idx="3259">
                  <c:v>9.2949400000000004</c:v>
                </c:pt>
                <c:pt idx="3260">
                  <c:v>9.2862099999999987</c:v>
                </c:pt>
                <c:pt idx="3261">
                  <c:v>9.2384699999999995</c:v>
                </c:pt>
                <c:pt idx="3262">
                  <c:v>9.3088499999999996</c:v>
                </c:pt>
                <c:pt idx="3263">
                  <c:v>9.2820599999999995</c:v>
                </c:pt>
                <c:pt idx="3264">
                  <c:v>9.26098</c:v>
                </c:pt>
                <c:pt idx="3265">
                  <c:v>9.2371400000000001</c:v>
                </c:pt>
                <c:pt idx="3266">
                  <c:v>9.2383700000000015</c:v>
                </c:pt>
                <c:pt idx="3267">
                  <c:v>9.2352500000000006</c:v>
                </c:pt>
                <c:pt idx="3268">
                  <c:v>9.2336900000000011</c:v>
                </c:pt>
                <c:pt idx="3269">
                  <c:v>9.2424300000000006</c:v>
                </c:pt>
                <c:pt idx="3270">
                  <c:v>9.2535900000000009</c:v>
                </c:pt>
                <c:pt idx="3271">
                  <c:v>9.2759099999999997</c:v>
                </c:pt>
                <c:pt idx="3272">
                  <c:v>9.2835200000000011</c:v>
                </c:pt>
                <c:pt idx="3273">
                  <c:v>9.2936599999999991</c:v>
                </c:pt>
                <c:pt idx="3274">
                  <c:v>9.2763399999999994</c:v>
                </c:pt>
                <c:pt idx="3275">
                  <c:v>9.2406399999999991</c:v>
                </c:pt>
                <c:pt idx="3276">
                  <c:v>9.2083300000000001</c:v>
                </c:pt>
                <c:pt idx="3277">
                  <c:v>9.1530400000000007</c:v>
                </c:pt>
                <c:pt idx="3278">
                  <c:v>9.7850300000000008</c:v>
                </c:pt>
                <c:pt idx="3279">
                  <c:v>9.777239999999999</c:v>
                </c:pt>
                <c:pt idx="3280">
                  <c:v>9.7671499999999991</c:v>
                </c:pt>
                <c:pt idx="3281">
                  <c:v>9.7639500000000012</c:v>
                </c:pt>
                <c:pt idx="3282">
                  <c:v>9.7077500000000008</c:v>
                </c:pt>
                <c:pt idx="3283">
                  <c:v>9.7219899999999999</c:v>
                </c:pt>
                <c:pt idx="3284">
                  <c:v>9.717690000000001</c:v>
                </c:pt>
                <c:pt idx="3285">
                  <c:v>9.72255</c:v>
                </c:pt>
                <c:pt idx="3286">
                  <c:v>9.705680000000001</c:v>
                </c:pt>
                <c:pt idx="3287">
                  <c:v>9.7335200000000004</c:v>
                </c:pt>
                <c:pt idx="3288">
                  <c:v>9.7668799999999987</c:v>
                </c:pt>
                <c:pt idx="3289">
                  <c:v>9.7764500000000005</c:v>
                </c:pt>
                <c:pt idx="3290">
                  <c:v>9.8960000000000008</c:v>
                </c:pt>
                <c:pt idx="3291">
                  <c:v>9.8960000000000008</c:v>
                </c:pt>
                <c:pt idx="3292">
                  <c:v>10.269</c:v>
                </c:pt>
                <c:pt idx="3294">
                  <c:v>9.6017099999999989</c:v>
                </c:pt>
                <c:pt idx="3295">
                  <c:v>9.4533500000000004</c:v>
                </c:pt>
                <c:pt idx="3296">
                  <c:v>10.4634</c:v>
                </c:pt>
                <c:pt idx="3297">
                  <c:v>10.631600000000001</c:v>
                </c:pt>
                <c:pt idx="3298">
                  <c:v>10.735299999999999</c:v>
                </c:pt>
                <c:pt idx="3299">
                  <c:v>10.811200000000001</c:v>
                </c:pt>
                <c:pt idx="3300">
                  <c:v>10.858499999999999</c:v>
                </c:pt>
                <c:pt idx="3301">
                  <c:v>10.939200000000001</c:v>
                </c:pt>
                <c:pt idx="3302">
                  <c:v>10.968</c:v>
                </c:pt>
                <c:pt idx="3303">
                  <c:v>10.990399999999999</c:v>
                </c:pt>
                <c:pt idx="3304">
                  <c:v>10.984299999999999</c:v>
                </c:pt>
                <c:pt idx="3305">
                  <c:v>10.9907</c:v>
                </c:pt>
                <c:pt idx="3306">
                  <c:v>10.9818</c:v>
                </c:pt>
                <c:pt idx="3307">
                  <c:v>10.992299999999998</c:v>
                </c:pt>
                <c:pt idx="3308">
                  <c:v>11.0055</c:v>
                </c:pt>
                <c:pt idx="3309">
                  <c:v>11.0183</c:v>
                </c:pt>
                <c:pt idx="3310">
                  <c:v>11.0284</c:v>
                </c:pt>
                <c:pt idx="3311">
                  <c:v>11.032299999999999</c:v>
                </c:pt>
                <c:pt idx="3312">
                  <c:v>11.0327</c:v>
                </c:pt>
                <c:pt idx="3313">
                  <c:v>11.0284</c:v>
                </c:pt>
                <c:pt idx="3314">
                  <c:v>11.024299999999998</c:v>
                </c:pt>
                <c:pt idx="3315">
                  <c:v>11.0182</c:v>
                </c:pt>
                <c:pt idx="3316">
                  <c:v>11.009799999999998</c:v>
                </c:pt>
                <c:pt idx="3317">
                  <c:v>10.994999999999999</c:v>
                </c:pt>
                <c:pt idx="3318">
                  <c:v>10.981</c:v>
                </c:pt>
                <c:pt idx="3319">
                  <c:v>10.974600000000001</c:v>
                </c:pt>
                <c:pt idx="3320">
                  <c:v>10.9747</c:v>
                </c:pt>
                <c:pt idx="3321">
                  <c:v>10.985899999999999</c:v>
                </c:pt>
                <c:pt idx="3322">
                  <c:v>11.0024</c:v>
                </c:pt>
                <c:pt idx="3323">
                  <c:v>11.0199</c:v>
                </c:pt>
                <c:pt idx="3324">
                  <c:v>11.0199</c:v>
                </c:pt>
                <c:pt idx="3325">
                  <c:v>11.041399999999999</c:v>
                </c:pt>
                <c:pt idx="3326">
                  <c:v>11.032</c:v>
                </c:pt>
                <c:pt idx="3327">
                  <c:v>11.036799999999999</c:v>
                </c:pt>
                <c:pt idx="3328">
                  <c:v>11.040899999999999</c:v>
                </c:pt>
                <c:pt idx="3329">
                  <c:v>11.0528</c:v>
                </c:pt>
                <c:pt idx="3330">
                  <c:v>11.054</c:v>
                </c:pt>
                <c:pt idx="3331">
                  <c:v>11.056799999999999</c:v>
                </c:pt>
                <c:pt idx="3332">
                  <c:v>11.071200000000001</c:v>
                </c:pt>
                <c:pt idx="3333">
                  <c:v>11.0909</c:v>
                </c:pt>
                <c:pt idx="3334">
                  <c:v>11.112399999999999</c:v>
                </c:pt>
                <c:pt idx="3335">
                  <c:v>11.105600000000001</c:v>
                </c:pt>
                <c:pt idx="3336">
                  <c:v>11.104899999999999</c:v>
                </c:pt>
                <c:pt idx="3337">
                  <c:v>11.0793</c:v>
                </c:pt>
                <c:pt idx="3338">
                  <c:v>11.117799999999999</c:v>
                </c:pt>
                <c:pt idx="3339">
                  <c:v>11.151999999999999</c:v>
                </c:pt>
                <c:pt idx="3340">
                  <c:v>11.2392</c:v>
                </c:pt>
                <c:pt idx="3341">
                  <c:v>11.0426</c:v>
                </c:pt>
                <c:pt idx="3342">
                  <c:v>11.368</c:v>
                </c:pt>
                <c:pt idx="3343">
                  <c:v>10.269</c:v>
                </c:pt>
                <c:pt idx="3344">
                  <c:v>13.167999999999999</c:v>
                </c:pt>
                <c:pt idx="3345">
                  <c:v>13.118600000000001</c:v>
                </c:pt>
                <c:pt idx="3346">
                  <c:v>12.257999999999999</c:v>
                </c:pt>
                <c:pt idx="3347">
                  <c:v>12.5891</c:v>
                </c:pt>
                <c:pt idx="3348">
                  <c:v>12.7095</c:v>
                </c:pt>
                <c:pt idx="3349">
                  <c:v>12.780799999999999</c:v>
                </c:pt>
                <c:pt idx="3350">
                  <c:v>12.8193</c:v>
                </c:pt>
                <c:pt idx="3351">
                  <c:v>12.834700000000002</c:v>
                </c:pt>
                <c:pt idx="3352">
                  <c:v>12.871</c:v>
                </c:pt>
                <c:pt idx="3353">
                  <c:v>12.8849</c:v>
                </c:pt>
                <c:pt idx="3354">
                  <c:v>12.885200000000001</c:v>
                </c:pt>
                <c:pt idx="3355">
                  <c:v>12.873100000000001</c:v>
                </c:pt>
                <c:pt idx="3356">
                  <c:v>12.8781</c:v>
                </c:pt>
                <c:pt idx="3357">
                  <c:v>12.8711</c:v>
                </c:pt>
                <c:pt idx="3358">
                  <c:v>12.8828</c:v>
                </c:pt>
                <c:pt idx="3359">
                  <c:v>12.896799999999999</c:v>
                </c:pt>
                <c:pt idx="3360">
                  <c:v>13.0838</c:v>
                </c:pt>
                <c:pt idx="3361">
                  <c:v>13.08</c:v>
                </c:pt>
                <c:pt idx="3362">
                  <c:v>13.0756</c:v>
                </c:pt>
                <c:pt idx="3363">
                  <c:v>13.0725</c:v>
                </c:pt>
                <c:pt idx="3364">
                  <c:v>13.0914</c:v>
                </c:pt>
                <c:pt idx="3365">
                  <c:v>13.0891</c:v>
                </c:pt>
                <c:pt idx="3366">
                  <c:v>13.0871</c:v>
                </c:pt>
                <c:pt idx="3367">
                  <c:v>13.0844</c:v>
                </c:pt>
                <c:pt idx="3368">
                  <c:v>13.079700000000001</c:v>
                </c:pt>
                <c:pt idx="3369">
                  <c:v>13.0754</c:v>
                </c:pt>
                <c:pt idx="3370">
                  <c:v>13.073499999999999</c:v>
                </c:pt>
                <c:pt idx="3371">
                  <c:v>13.0733</c:v>
                </c:pt>
                <c:pt idx="3372">
                  <c:v>13.077</c:v>
                </c:pt>
                <c:pt idx="3373">
                  <c:v>13.0825</c:v>
                </c:pt>
                <c:pt idx="3374">
                  <c:v>13.088700000000001</c:v>
                </c:pt>
                <c:pt idx="3375">
                  <c:v>13.089399999999999</c:v>
                </c:pt>
                <c:pt idx="3376">
                  <c:v>13.097700000000001</c:v>
                </c:pt>
                <c:pt idx="3377">
                  <c:v>13.097700000000001</c:v>
                </c:pt>
                <c:pt idx="3378">
                  <c:v>13.103200000000001</c:v>
                </c:pt>
                <c:pt idx="3379">
                  <c:v>13.1091</c:v>
                </c:pt>
                <c:pt idx="3380">
                  <c:v>12.941600000000001</c:v>
                </c:pt>
                <c:pt idx="3381">
                  <c:v>12.940100000000001</c:v>
                </c:pt>
                <c:pt idx="3382">
                  <c:v>12.94</c:v>
                </c:pt>
                <c:pt idx="3383">
                  <c:v>12.946999999999999</c:v>
                </c:pt>
                <c:pt idx="3384">
                  <c:v>12.910399999999999</c:v>
                </c:pt>
                <c:pt idx="3385">
                  <c:v>12.927899999999999</c:v>
                </c:pt>
                <c:pt idx="3386">
                  <c:v>12.922600000000001</c:v>
                </c:pt>
                <c:pt idx="3387">
                  <c:v>12.9169</c:v>
                </c:pt>
                <c:pt idx="3388">
                  <c:v>12.8994</c:v>
                </c:pt>
                <c:pt idx="3389">
                  <c:v>12.9351</c:v>
                </c:pt>
                <c:pt idx="3390">
                  <c:v>12.9772</c:v>
                </c:pt>
                <c:pt idx="3391">
                  <c:v>13.129899999999999</c:v>
                </c:pt>
                <c:pt idx="3392">
                  <c:v>13.1435</c:v>
                </c:pt>
                <c:pt idx="3393">
                  <c:v>13.167999999999999</c:v>
                </c:pt>
                <c:pt idx="3394">
                  <c:v>13.167999999999999</c:v>
                </c:pt>
                <c:pt idx="3396">
                  <c:v>12.932</c:v>
                </c:pt>
                <c:pt idx="3397">
                  <c:v>11.967600000000001</c:v>
                </c:pt>
                <c:pt idx="3398">
                  <c:v>11.7326</c:v>
                </c:pt>
                <c:pt idx="3399">
                  <c:v>12.2676</c:v>
                </c:pt>
                <c:pt idx="3400">
                  <c:v>12.429200000000002</c:v>
                </c:pt>
                <c:pt idx="3401">
                  <c:v>12.3734</c:v>
                </c:pt>
                <c:pt idx="3402">
                  <c:v>12.420299999999999</c:v>
                </c:pt>
                <c:pt idx="3403">
                  <c:v>12.4572</c:v>
                </c:pt>
                <c:pt idx="3404">
                  <c:v>12.4795</c:v>
                </c:pt>
                <c:pt idx="3405">
                  <c:v>12.5518</c:v>
                </c:pt>
                <c:pt idx="3406">
                  <c:v>12.5656</c:v>
                </c:pt>
                <c:pt idx="3407">
                  <c:v>12.6229</c:v>
                </c:pt>
                <c:pt idx="3408">
                  <c:v>12.820499999999999</c:v>
                </c:pt>
                <c:pt idx="3409">
                  <c:v>12.6884</c:v>
                </c:pt>
                <c:pt idx="3410">
                  <c:v>12.7079</c:v>
                </c:pt>
                <c:pt idx="3411">
                  <c:v>12.6655</c:v>
                </c:pt>
                <c:pt idx="3412">
                  <c:v>12.6945</c:v>
                </c:pt>
                <c:pt idx="3413">
                  <c:v>12.709100000000001</c:v>
                </c:pt>
                <c:pt idx="3414">
                  <c:v>12.7209</c:v>
                </c:pt>
                <c:pt idx="3415">
                  <c:v>12.731200000000001</c:v>
                </c:pt>
                <c:pt idx="3416">
                  <c:v>12.798500000000001</c:v>
                </c:pt>
                <c:pt idx="3417">
                  <c:v>12.795399999999999</c:v>
                </c:pt>
                <c:pt idx="3418">
                  <c:v>12.776999999999999</c:v>
                </c:pt>
                <c:pt idx="3419">
                  <c:v>12.7507</c:v>
                </c:pt>
                <c:pt idx="3420">
                  <c:v>12.776899999999999</c:v>
                </c:pt>
                <c:pt idx="3421">
                  <c:v>12.7789</c:v>
                </c:pt>
                <c:pt idx="3422">
                  <c:v>12.705299999999999</c:v>
                </c:pt>
                <c:pt idx="3423">
                  <c:v>12.7235</c:v>
                </c:pt>
                <c:pt idx="3424">
                  <c:v>12.8</c:v>
                </c:pt>
                <c:pt idx="3425">
                  <c:v>12.8277</c:v>
                </c:pt>
                <c:pt idx="3426">
                  <c:v>12.821</c:v>
                </c:pt>
                <c:pt idx="3427">
                  <c:v>12.754799999999999</c:v>
                </c:pt>
                <c:pt idx="3428">
                  <c:v>12.844700000000001</c:v>
                </c:pt>
                <c:pt idx="3429">
                  <c:v>12.7385</c:v>
                </c:pt>
                <c:pt idx="3430">
                  <c:v>12.738100000000001</c:v>
                </c:pt>
                <c:pt idx="3431">
                  <c:v>12.6808</c:v>
                </c:pt>
                <c:pt idx="3432">
                  <c:v>12.67</c:v>
                </c:pt>
                <c:pt idx="3433">
                  <c:v>12.686999999999999</c:v>
                </c:pt>
                <c:pt idx="3434">
                  <c:v>12.6462</c:v>
                </c:pt>
                <c:pt idx="3435">
                  <c:v>12.666600000000001</c:v>
                </c:pt>
                <c:pt idx="3436">
                  <c:v>12.6663</c:v>
                </c:pt>
                <c:pt idx="3437">
                  <c:v>12.668700000000001</c:v>
                </c:pt>
                <c:pt idx="3438">
                  <c:v>12.6701</c:v>
                </c:pt>
                <c:pt idx="3439">
                  <c:v>12.679600000000001</c:v>
                </c:pt>
                <c:pt idx="3440">
                  <c:v>12.686299999999999</c:v>
                </c:pt>
                <c:pt idx="3441">
                  <c:v>12.6983</c:v>
                </c:pt>
                <c:pt idx="3442">
                  <c:v>12.714600000000001</c:v>
                </c:pt>
                <c:pt idx="3443">
                  <c:v>12.764700000000001</c:v>
                </c:pt>
                <c:pt idx="3444">
                  <c:v>12.913399999999999</c:v>
                </c:pt>
                <c:pt idx="3445">
                  <c:v>12.932</c:v>
                </c:pt>
                <c:pt idx="3446">
                  <c:v>12.932</c:v>
                </c:pt>
                <c:pt idx="3448">
                  <c:v>7.8355699999999997</c:v>
                </c:pt>
                <c:pt idx="3449">
                  <c:v>8.3944700000000001</c:v>
                </c:pt>
                <c:pt idx="3450">
                  <c:v>8.9584299999999999</c:v>
                </c:pt>
                <c:pt idx="3451">
                  <c:v>9.0626599999999993</c:v>
                </c:pt>
                <c:pt idx="3452">
                  <c:v>9.0400299999999998</c:v>
                </c:pt>
                <c:pt idx="3453">
                  <c:v>9.0704699999999985</c:v>
                </c:pt>
                <c:pt idx="3454">
                  <c:v>9.0941700000000001</c:v>
                </c:pt>
                <c:pt idx="3455">
                  <c:v>9.1476600000000001</c:v>
                </c:pt>
                <c:pt idx="3456">
                  <c:v>9.1266800000000003</c:v>
                </c:pt>
                <c:pt idx="3457">
                  <c:v>9.1416800000000009</c:v>
                </c:pt>
                <c:pt idx="3458">
                  <c:v>9.1486499999999999</c:v>
                </c:pt>
                <c:pt idx="3459">
                  <c:v>9.1616900000000001</c:v>
                </c:pt>
                <c:pt idx="3460">
                  <c:v>9.1771399999999996</c:v>
                </c:pt>
                <c:pt idx="3461">
                  <c:v>9.1860099999999996</c:v>
                </c:pt>
                <c:pt idx="3462">
                  <c:v>9.186020000000001</c:v>
                </c:pt>
                <c:pt idx="3463">
                  <c:v>9.2065400000000004</c:v>
                </c:pt>
                <c:pt idx="3464">
                  <c:v>9.2134799999999988</c:v>
                </c:pt>
                <c:pt idx="3465">
                  <c:v>9.2184799999999996</c:v>
                </c:pt>
                <c:pt idx="3466">
                  <c:v>9.2222000000000008</c:v>
                </c:pt>
                <c:pt idx="3467">
                  <c:v>9.2221000000000011</c:v>
                </c:pt>
                <c:pt idx="3468">
                  <c:v>9.2168799999999997</c:v>
                </c:pt>
                <c:pt idx="3469">
                  <c:v>9.2109899999999989</c:v>
                </c:pt>
                <c:pt idx="3470">
                  <c:v>9.2045400000000015</c:v>
                </c:pt>
                <c:pt idx="3471">
                  <c:v>9.2135599999999993</c:v>
                </c:pt>
                <c:pt idx="3472">
                  <c:v>9.2288999999999994</c:v>
                </c:pt>
                <c:pt idx="3473">
                  <c:v>9.2383600000000001</c:v>
                </c:pt>
                <c:pt idx="3474">
                  <c:v>9.2501200000000008</c:v>
                </c:pt>
                <c:pt idx="3475">
                  <c:v>9.2488200000000003</c:v>
                </c:pt>
                <c:pt idx="3476">
                  <c:v>9.2461000000000002</c:v>
                </c:pt>
                <c:pt idx="3477">
                  <c:v>9.2673400000000008</c:v>
                </c:pt>
                <c:pt idx="3478">
                  <c:v>9.2659199999999995</c:v>
                </c:pt>
                <c:pt idx="3479">
                  <c:v>9.2653799999999986</c:v>
                </c:pt>
                <c:pt idx="3480">
                  <c:v>9.2622400000000003</c:v>
                </c:pt>
                <c:pt idx="3481">
                  <c:v>9.2566600000000001</c:v>
                </c:pt>
                <c:pt idx="3482">
                  <c:v>9.2537000000000003</c:v>
                </c:pt>
                <c:pt idx="3483">
                  <c:v>9.2565799999999996</c:v>
                </c:pt>
                <c:pt idx="3484">
                  <c:v>9.2582199999999997</c:v>
                </c:pt>
                <c:pt idx="3485">
                  <c:v>9.2566200000000016</c:v>
                </c:pt>
                <c:pt idx="3486">
                  <c:v>9.2571000000000012</c:v>
                </c:pt>
                <c:pt idx="3487">
                  <c:v>9.2625200000000003</c:v>
                </c:pt>
                <c:pt idx="3488">
                  <c:v>9.2730800000000002</c:v>
                </c:pt>
                <c:pt idx="3489">
                  <c:v>9.2861900000000013</c:v>
                </c:pt>
                <c:pt idx="3490">
                  <c:v>9.3054799999999993</c:v>
                </c:pt>
                <c:pt idx="3491">
                  <c:v>9.3096200000000007</c:v>
                </c:pt>
                <c:pt idx="3492">
                  <c:v>9.3185599999999997</c:v>
                </c:pt>
                <c:pt idx="3493">
                  <c:v>9.3190000000000008</c:v>
                </c:pt>
                <c:pt idx="3494">
                  <c:v>9.3502700000000001</c:v>
                </c:pt>
                <c:pt idx="3495">
                  <c:v>9.4361899999999999</c:v>
                </c:pt>
                <c:pt idx="3496">
                  <c:v>9.4550000000000001</c:v>
                </c:pt>
                <c:pt idx="3498">
                  <c:v>14.3461</c:v>
                </c:pt>
                <c:pt idx="3499">
                  <c:v>14.271600000000001</c:v>
                </c:pt>
                <c:pt idx="3500">
                  <c:v>12.2194</c:v>
                </c:pt>
                <c:pt idx="3501">
                  <c:v>12.800799999999999</c:v>
                </c:pt>
                <c:pt idx="3502">
                  <c:v>12.975700000000002</c:v>
                </c:pt>
                <c:pt idx="3503">
                  <c:v>12.953799999999999</c:v>
                </c:pt>
                <c:pt idx="3504">
                  <c:v>12.9979</c:v>
                </c:pt>
                <c:pt idx="3505">
                  <c:v>13.023</c:v>
                </c:pt>
                <c:pt idx="3506">
                  <c:v>13.0946</c:v>
                </c:pt>
                <c:pt idx="3507">
                  <c:v>13.1069</c:v>
                </c:pt>
                <c:pt idx="3508">
                  <c:v>13.434299999999999</c:v>
                </c:pt>
                <c:pt idx="3509">
                  <c:v>13.4146</c:v>
                </c:pt>
                <c:pt idx="3510">
                  <c:v>13.4091</c:v>
                </c:pt>
                <c:pt idx="3511">
                  <c:v>13.4062</c:v>
                </c:pt>
                <c:pt idx="3512">
                  <c:v>13.4009</c:v>
                </c:pt>
                <c:pt idx="3513">
                  <c:v>13.3903</c:v>
                </c:pt>
                <c:pt idx="3514">
                  <c:v>13.383299999999998</c:v>
                </c:pt>
                <c:pt idx="3515">
                  <c:v>13.385399999999999</c:v>
                </c:pt>
                <c:pt idx="3516">
                  <c:v>13.389100000000001</c:v>
                </c:pt>
                <c:pt idx="3517">
                  <c:v>13.3887</c:v>
                </c:pt>
                <c:pt idx="3518">
                  <c:v>13.3721</c:v>
                </c:pt>
                <c:pt idx="3519">
                  <c:v>13.348799999999999</c:v>
                </c:pt>
                <c:pt idx="3520">
                  <c:v>13.3264</c:v>
                </c:pt>
                <c:pt idx="3521">
                  <c:v>13.3193</c:v>
                </c:pt>
                <c:pt idx="3522">
                  <c:v>13.3101</c:v>
                </c:pt>
                <c:pt idx="3523">
                  <c:v>13.3286</c:v>
                </c:pt>
                <c:pt idx="3524">
                  <c:v>13.3408</c:v>
                </c:pt>
                <c:pt idx="3525">
                  <c:v>13.357799999999999</c:v>
                </c:pt>
                <c:pt idx="3526">
                  <c:v>13.359299999999999</c:v>
                </c:pt>
                <c:pt idx="3527">
                  <c:v>13.359399999999999</c:v>
                </c:pt>
                <c:pt idx="3528">
                  <c:v>13.4011</c:v>
                </c:pt>
                <c:pt idx="3529">
                  <c:v>13.405200000000001</c:v>
                </c:pt>
                <c:pt idx="3530">
                  <c:v>13.406700000000001</c:v>
                </c:pt>
                <c:pt idx="3531">
                  <c:v>13.4092</c:v>
                </c:pt>
                <c:pt idx="3532">
                  <c:v>13.406700000000001</c:v>
                </c:pt>
                <c:pt idx="3533">
                  <c:v>13.415700000000001</c:v>
                </c:pt>
                <c:pt idx="3534">
                  <c:v>13.439399999999999</c:v>
                </c:pt>
                <c:pt idx="3535">
                  <c:v>13.456799999999999</c:v>
                </c:pt>
                <c:pt idx="3536">
                  <c:v>13.4688</c:v>
                </c:pt>
                <c:pt idx="3537">
                  <c:v>13.496700000000001</c:v>
                </c:pt>
                <c:pt idx="3538">
                  <c:v>13.243799999999998</c:v>
                </c:pt>
                <c:pt idx="3539">
                  <c:v>13.253500000000001</c:v>
                </c:pt>
                <c:pt idx="3540">
                  <c:v>13.2593</c:v>
                </c:pt>
                <c:pt idx="3541">
                  <c:v>13.276299999999999</c:v>
                </c:pt>
                <c:pt idx="3542">
                  <c:v>13.288</c:v>
                </c:pt>
                <c:pt idx="3543">
                  <c:v>13.306299999999998</c:v>
                </c:pt>
                <c:pt idx="3544">
                  <c:v>13.303600000000001</c:v>
                </c:pt>
                <c:pt idx="3545">
                  <c:v>13.3261</c:v>
                </c:pt>
                <c:pt idx="3546">
                  <c:v>13.482700000000001</c:v>
                </c:pt>
                <c:pt idx="3547">
                  <c:v>13.497</c:v>
                </c:pt>
                <c:pt idx="3548">
                  <c:v>13.497</c:v>
                </c:pt>
                <c:pt idx="3551">
                  <c:v>10.173500000000001</c:v>
                </c:pt>
                <c:pt idx="3552">
                  <c:v>10.0281</c:v>
                </c:pt>
                <c:pt idx="3553">
                  <c:v>13.2201</c:v>
                </c:pt>
                <c:pt idx="3554">
                  <c:v>13.198700000000001</c:v>
                </c:pt>
                <c:pt idx="3555">
                  <c:v>13.217799999999999</c:v>
                </c:pt>
                <c:pt idx="3556">
                  <c:v>13.215999999999999</c:v>
                </c:pt>
                <c:pt idx="3557">
                  <c:v>13.221299999999999</c:v>
                </c:pt>
                <c:pt idx="3558">
                  <c:v>13.222899999999999</c:v>
                </c:pt>
                <c:pt idx="3559">
                  <c:v>13.239700000000001</c:v>
                </c:pt>
                <c:pt idx="3560">
                  <c:v>13.247</c:v>
                </c:pt>
                <c:pt idx="3561">
                  <c:v>13.235299999999999</c:v>
                </c:pt>
                <c:pt idx="3562">
                  <c:v>13.471500000000001</c:v>
                </c:pt>
                <c:pt idx="3563">
                  <c:v>13.4208</c:v>
                </c:pt>
                <c:pt idx="3564">
                  <c:v>13.3589</c:v>
                </c:pt>
                <c:pt idx="3565">
                  <c:v>13.290700000000001</c:v>
                </c:pt>
                <c:pt idx="3566">
                  <c:v>13.321</c:v>
                </c:pt>
                <c:pt idx="3567">
                  <c:v>13.280100000000001</c:v>
                </c:pt>
                <c:pt idx="3568">
                  <c:v>13.2302</c:v>
                </c:pt>
                <c:pt idx="3569">
                  <c:v>13.234999999999999</c:v>
                </c:pt>
                <c:pt idx="3570">
                  <c:v>13.2348</c:v>
                </c:pt>
                <c:pt idx="3571">
                  <c:v>13.231999999999999</c:v>
                </c:pt>
                <c:pt idx="3572">
                  <c:v>13.2385</c:v>
                </c:pt>
                <c:pt idx="3573">
                  <c:v>13.2232</c:v>
                </c:pt>
                <c:pt idx="3574">
                  <c:v>13.217000000000001</c:v>
                </c:pt>
                <c:pt idx="3575">
                  <c:v>13.2332</c:v>
                </c:pt>
                <c:pt idx="3576">
                  <c:v>13.241299999999999</c:v>
                </c:pt>
                <c:pt idx="3577">
                  <c:v>13.2494</c:v>
                </c:pt>
                <c:pt idx="3578">
                  <c:v>13.2515</c:v>
                </c:pt>
                <c:pt idx="3579">
                  <c:v>13.2524</c:v>
                </c:pt>
                <c:pt idx="3580">
                  <c:v>13.241400000000001</c:v>
                </c:pt>
                <c:pt idx="3581">
                  <c:v>13.244999999999999</c:v>
                </c:pt>
                <c:pt idx="3582">
                  <c:v>13.2531</c:v>
                </c:pt>
                <c:pt idx="3583">
                  <c:v>13.280100000000001</c:v>
                </c:pt>
                <c:pt idx="3584">
                  <c:v>13.292200000000001</c:v>
                </c:pt>
                <c:pt idx="3585">
                  <c:v>13.310600000000001</c:v>
                </c:pt>
                <c:pt idx="3586">
                  <c:v>13.322799999999999</c:v>
                </c:pt>
                <c:pt idx="3587">
                  <c:v>13.305999999999999</c:v>
                </c:pt>
                <c:pt idx="3588">
                  <c:v>13.287100000000001</c:v>
                </c:pt>
                <c:pt idx="3589">
                  <c:v>13.289399999999999</c:v>
                </c:pt>
                <c:pt idx="3590">
                  <c:v>13.2835</c:v>
                </c:pt>
                <c:pt idx="3591">
                  <c:v>13.299100000000001</c:v>
                </c:pt>
                <c:pt idx="3592">
                  <c:v>13.3119</c:v>
                </c:pt>
                <c:pt idx="3593">
                  <c:v>13.331799999999999</c:v>
                </c:pt>
                <c:pt idx="3594">
                  <c:v>13.350700000000002</c:v>
                </c:pt>
                <c:pt idx="3595">
                  <c:v>13.366899999999999</c:v>
                </c:pt>
                <c:pt idx="3596">
                  <c:v>13.3842</c:v>
                </c:pt>
                <c:pt idx="3597">
                  <c:v>13.390600000000001</c:v>
                </c:pt>
                <c:pt idx="3598">
                  <c:v>13.426200000000001</c:v>
                </c:pt>
                <c:pt idx="3599">
                  <c:v>13.516999999999999</c:v>
                </c:pt>
                <c:pt idx="3600">
                  <c:v>7.78721</c:v>
                </c:pt>
                <c:pt idx="3601">
                  <c:v>7.1656199999999997</c:v>
                </c:pt>
                <c:pt idx="3602">
                  <c:v>7.12547</c:v>
                </c:pt>
                <c:pt idx="3603">
                  <c:v>7.4367999999999999</c:v>
                </c:pt>
                <c:pt idx="3604">
                  <c:v>7.5687700000000007</c:v>
                </c:pt>
                <c:pt idx="3605">
                  <c:v>7.5863300000000002</c:v>
                </c:pt>
                <c:pt idx="3606">
                  <c:v>7.6111199999999997</c:v>
                </c:pt>
                <c:pt idx="3607">
                  <c:v>7.6266000000000007</c:v>
                </c:pt>
                <c:pt idx="3608">
                  <c:v>7.6355900000000005</c:v>
                </c:pt>
                <c:pt idx="3609">
                  <c:v>7.6443100000000008</c:v>
                </c:pt>
                <c:pt idx="3610">
                  <c:v>7.6395</c:v>
                </c:pt>
                <c:pt idx="3611">
                  <c:v>7.6470799999999999</c:v>
                </c:pt>
                <c:pt idx="3612">
                  <c:v>7.64649</c:v>
                </c:pt>
                <c:pt idx="3613">
                  <c:v>7.6513</c:v>
                </c:pt>
                <c:pt idx="3614">
                  <c:v>7.64933</c:v>
                </c:pt>
                <c:pt idx="3615">
                  <c:v>7.6516700000000002</c:v>
                </c:pt>
                <c:pt idx="3616">
                  <c:v>7.6527799999999999</c:v>
                </c:pt>
                <c:pt idx="3617">
                  <c:v>7.65496</c:v>
                </c:pt>
                <c:pt idx="3618">
                  <c:v>7.65665</c:v>
                </c:pt>
                <c:pt idx="3619">
                  <c:v>7.6556099999999994</c:v>
                </c:pt>
                <c:pt idx="3620">
                  <c:v>7.6608599999999996</c:v>
                </c:pt>
                <c:pt idx="3621">
                  <c:v>7.6588700000000003</c:v>
                </c:pt>
                <c:pt idx="3622">
                  <c:v>7.6623999999999999</c:v>
                </c:pt>
                <c:pt idx="3623">
                  <c:v>7.6526399999999999</c:v>
                </c:pt>
                <c:pt idx="3624">
                  <c:v>7.6636099999999994</c:v>
                </c:pt>
                <c:pt idx="3625">
                  <c:v>7.6676500000000001</c:v>
                </c:pt>
                <c:pt idx="3626">
                  <c:v>7.6659899999999999</c:v>
                </c:pt>
                <c:pt idx="3627">
                  <c:v>7.6668500000000002</c:v>
                </c:pt>
                <c:pt idx="3628">
                  <c:v>7.67225</c:v>
                </c:pt>
                <c:pt idx="3629">
                  <c:v>7.6707900000000002</c:v>
                </c:pt>
                <c:pt idx="3630">
                  <c:v>7.6708599999999993</c:v>
                </c:pt>
                <c:pt idx="3631">
                  <c:v>7.6697199999999999</c:v>
                </c:pt>
                <c:pt idx="3632">
                  <c:v>7.6764099999999997</c:v>
                </c:pt>
                <c:pt idx="3633">
                  <c:v>7.6765499999999998</c:v>
                </c:pt>
                <c:pt idx="3634">
                  <c:v>7.6694799999999992</c:v>
                </c:pt>
                <c:pt idx="3635">
                  <c:v>7.6737399999999996</c:v>
                </c:pt>
                <c:pt idx="3636">
                  <c:v>7.6788500000000006</c:v>
                </c:pt>
                <c:pt idx="3637">
                  <c:v>7.6754499999999997</c:v>
                </c:pt>
                <c:pt idx="3638">
                  <c:v>7.6713199999999997</c:v>
                </c:pt>
                <c:pt idx="3639">
                  <c:v>7.6730499999999999</c:v>
                </c:pt>
                <c:pt idx="3640">
                  <c:v>7.6682499999999996</c:v>
                </c:pt>
                <c:pt idx="3641">
                  <c:v>7.67476</c:v>
                </c:pt>
                <c:pt idx="3642">
                  <c:v>7.6830699999999998</c:v>
                </c:pt>
                <c:pt idx="3643">
                  <c:v>7.6967299999999996</c:v>
                </c:pt>
                <c:pt idx="3644">
                  <c:v>7.7281300000000002</c:v>
                </c:pt>
                <c:pt idx="3645">
                  <c:v>7.7350699999999994</c:v>
                </c:pt>
                <c:pt idx="3646">
                  <c:v>7.7232099999999999</c:v>
                </c:pt>
                <c:pt idx="3647">
                  <c:v>7.7319199999999997</c:v>
                </c:pt>
                <c:pt idx="3648">
                  <c:v>7.8100699999999996</c:v>
                </c:pt>
                <c:pt idx="3649">
                  <c:v>7.8170000000000002</c:v>
                </c:pt>
                <c:pt idx="3650">
                  <c:v>10.206700000000001</c:v>
                </c:pt>
                <c:pt idx="3651">
                  <c:v>10.2021</c:v>
                </c:pt>
                <c:pt idx="3652">
                  <c:v>10.1938</c:v>
                </c:pt>
                <c:pt idx="3653">
                  <c:v>10.1715</c:v>
                </c:pt>
                <c:pt idx="3654">
                  <c:v>10.1212</c:v>
                </c:pt>
                <c:pt idx="3655">
                  <c:v>10.079499999999999</c:v>
                </c:pt>
                <c:pt idx="3656">
                  <c:v>10.0311</c:v>
                </c:pt>
                <c:pt idx="3657">
                  <c:v>9.9823299999999993</c:v>
                </c:pt>
                <c:pt idx="3658">
                  <c:v>9.9420500000000001</c:v>
                </c:pt>
                <c:pt idx="3659">
                  <c:v>9.8948900000000002</c:v>
                </c:pt>
                <c:pt idx="3660">
                  <c:v>9.8495100000000004</c:v>
                </c:pt>
                <c:pt idx="3661">
                  <c:v>9.8103799999999985</c:v>
                </c:pt>
                <c:pt idx="3662">
                  <c:v>9.772549999999999</c:v>
                </c:pt>
                <c:pt idx="3663">
                  <c:v>9.7381000000000011</c:v>
                </c:pt>
                <c:pt idx="3664">
                  <c:v>9.7116499999999988</c:v>
                </c:pt>
                <c:pt idx="3665">
                  <c:v>9.6859300000000008</c:v>
                </c:pt>
                <c:pt idx="3666">
                  <c:v>9.6648499999999995</c:v>
                </c:pt>
                <c:pt idx="3667">
                  <c:v>9.6639599999999994</c:v>
                </c:pt>
                <c:pt idx="3668">
                  <c:v>9.6607800000000008</c:v>
                </c:pt>
                <c:pt idx="3669">
                  <c:v>9.6554500000000001</c:v>
                </c:pt>
                <c:pt idx="3670">
                  <c:v>9.6578799999999987</c:v>
                </c:pt>
                <c:pt idx="3671">
                  <c:v>9.6584799999999991</c:v>
                </c:pt>
                <c:pt idx="3672">
                  <c:v>9.6556299999999986</c:v>
                </c:pt>
                <c:pt idx="3673">
                  <c:v>9.6507699999999996</c:v>
                </c:pt>
                <c:pt idx="3674">
                  <c:v>9.6223700000000001</c:v>
                </c:pt>
                <c:pt idx="3675">
                  <c:v>9.5926299999999998</c:v>
                </c:pt>
                <c:pt idx="3676">
                  <c:v>9.5584100000000003</c:v>
                </c:pt>
                <c:pt idx="3677">
                  <c:v>9.5022099999999998</c:v>
                </c:pt>
                <c:pt idx="3678">
                  <c:v>9.4528799999999986</c:v>
                </c:pt>
                <c:pt idx="3679">
                  <c:v>9.3856999999999999</c:v>
                </c:pt>
                <c:pt idx="3680">
                  <c:v>9.3137099999999986</c:v>
                </c:pt>
                <c:pt idx="3681">
                  <c:v>9.3093799999999991</c:v>
                </c:pt>
                <c:pt idx="3682">
                  <c:v>9.3254900000000003</c:v>
                </c:pt>
                <c:pt idx="3683">
                  <c:v>9.3411799999999996</c:v>
                </c:pt>
                <c:pt idx="3684">
                  <c:v>9.3469999999999995</c:v>
                </c:pt>
                <c:pt idx="3685">
                  <c:v>9.3479500000000009</c:v>
                </c:pt>
                <c:pt idx="3686">
                  <c:v>9.3557800000000011</c:v>
                </c:pt>
                <c:pt idx="3687">
                  <c:v>9.3774500000000014</c:v>
                </c:pt>
                <c:pt idx="3688">
                  <c:v>9.4339300000000001</c:v>
                </c:pt>
                <c:pt idx="3689">
                  <c:v>9.4978300000000004</c:v>
                </c:pt>
                <c:pt idx="3690">
                  <c:v>9.5651900000000012</c:v>
                </c:pt>
                <c:pt idx="3691">
                  <c:v>9.6532599999999995</c:v>
                </c:pt>
                <c:pt idx="3692">
                  <c:v>9.7364999999999995</c:v>
                </c:pt>
                <c:pt idx="3693">
                  <c:v>9.8260799999999993</c:v>
                </c:pt>
                <c:pt idx="3694">
                  <c:v>9.92258</c:v>
                </c:pt>
                <c:pt idx="3695">
                  <c:v>10.0025</c:v>
                </c:pt>
                <c:pt idx="3696">
                  <c:v>10.0724</c:v>
                </c:pt>
                <c:pt idx="3697">
                  <c:v>10.135999999999999</c:v>
                </c:pt>
                <c:pt idx="3698">
                  <c:v>9.522969999999999</c:v>
                </c:pt>
                <c:pt idx="3699">
                  <c:v>5.8579999999999997</c:v>
                </c:pt>
                <c:pt idx="3700">
                  <c:v>5.8579999999999997</c:v>
                </c:pt>
                <c:pt idx="3701">
                  <c:v>7.7435400000000003</c:v>
                </c:pt>
                <c:pt idx="3702">
                  <c:v>7.7363</c:v>
                </c:pt>
                <c:pt idx="3703">
                  <c:v>7.7338000000000005</c:v>
                </c:pt>
                <c:pt idx="3704">
                  <c:v>7.6192600000000006</c:v>
                </c:pt>
                <c:pt idx="3705">
                  <c:v>7.5048399999999997</c:v>
                </c:pt>
                <c:pt idx="3706">
                  <c:v>7.3018900000000002</c:v>
                </c:pt>
                <c:pt idx="3707">
                  <c:v>7.1032799999999998</c:v>
                </c:pt>
                <c:pt idx="3708">
                  <c:v>6.8778999999999995</c:v>
                </c:pt>
                <c:pt idx="3709">
                  <c:v>6.6508199999999995</c:v>
                </c:pt>
                <c:pt idx="3710">
                  <c:v>6.4290900000000004</c:v>
                </c:pt>
                <c:pt idx="3711">
                  <c:v>6.2046599999999996</c:v>
                </c:pt>
                <c:pt idx="3712">
                  <c:v>6.0042600000000004</c:v>
                </c:pt>
                <c:pt idx="3713">
                  <c:v>5.6400399999999999</c:v>
                </c:pt>
                <c:pt idx="3714">
                  <c:v>5.4569899999999993</c:v>
                </c:pt>
                <c:pt idx="3715">
                  <c:v>4.7124199999999998</c:v>
                </c:pt>
                <c:pt idx="3716">
                  <c:v>4.5564099999999996</c:v>
                </c:pt>
                <c:pt idx="3717">
                  <c:v>4.4283199999999994</c:v>
                </c:pt>
                <c:pt idx="3718">
                  <c:v>4.3263800000000003</c:v>
                </c:pt>
                <c:pt idx="3719">
                  <c:v>3.6131100000000003</c:v>
                </c:pt>
                <c:pt idx="3720">
                  <c:v>3.60724</c:v>
                </c:pt>
                <c:pt idx="3721">
                  <c:v>3.6256900000000001</c:v>
                </c:pt>
                <c:pt idx="3722">
                  <c:v>3.59802</c:v>
                </c:pt>
                <c:pt idx="3723">
                  <c:v>3.62039</c:v>
                </c:pt>
                <c:pt idx="3724">
                  <c:v>3.5871900000000001</c:v>
                </c:pt>
                <c:pt idx="3725">
                  <c:v>3.5706700000000002</c:v>
                </c:pt>
                <c:pt idx="3726">
                  <c:v>3.5709</c:v>
                </c:pt>
                <c:pt idx="3727">
                  <c:v>3.5708600000000001</c:v>
                </c:pt>
                <c:pt idx="3728">
                  <c:v>3.5720200000000002</c:v>
                </c:pt>
                <c:pt idx="3729">
                  <c:v>3.5726100000000001</c:v>
                </c:pt>
                <c:pt idx="3730">
                  <c:v>3.5737899999999998</c:v>
                </c:pt>
                <c:pt idx="3731">
                  <c:v>3.57579</c:v>
                </c:pt>
                <c:pt idx="3732">
                  <c:v>3.6069</c:v>
                </c:pt>
                <c:pt idx="3733">
                  <c:v>4.2048900000000007</c:v>
                </c:pt>
                <c:pt idx="3734">
                  <c:v>4.3110499999999998</c:v>
                </c:pt>
                <c:pt idx="3735">
                  <c:v>4.41052</c:v>
                </c:pt>
                <c:pt idx="3736">
                  <c:v>4.6325699999999994</c:v>
                </c:pt>
                <c:pt idx="3737">
                  <c:v>4.6961899999999996</c:v>
                </c:pt>
                <c:pt idx="3738">
                  <c:v>4.8662700000000001</c:v>
                </c:pt>
                <c:pt idx="3739">
                  <c:v>5.1593500000000008</c:v>
                </c:pt>
                <c:pt idx="3740">
                  <c:v>5.3562500000000002</c:v>
                </c:pt>
                <c:pt idx="3741">
                  <c:v>5.5749199999999997</c:v>
                </c:pt>
                <c:pt idx="3742">
                  <c:v>5.8134600000000001</c:v>
                </c:pt>
                <c:pt idx="3743">
                  <c:v>6.0648299999999997</c:v>
                </c:pt>
                <c:pt idx="3744">
                  <c:v>6.3128500000000001</c:v>
                </c:pt>
                <c:pt idx="3745">
                  <c:v>6.5751400000000002</c:v>
                </c:pt>
                <c:pt idx="3746">
                  <c:v>6.6672700000000003</c:v>
                </c:pt>
                <c:pt idx="3747">
                  <c:v>6.8680200000000005</c:v>
                </c:pt>
                <c:pt idx="3748">
                  <c:v>7.0940900000000005</c:v>
                </c:pt>
                <c:pt idx="3749">
                  <c:v>3.5219699999999996</c:v>
                </c:pt>
                <c:pt idx="3750">
                  <c:v>3.5248600000000003</c:v>
                </c:pt>
                <c:pt idx="3751">
                  <c:v>3.5129999999999999</c:v>
                </c:pt>
                <c:pt idx="3752">
                  <c:v>3.5129999999999999</c:v>
                </c:pt>
                <c:pt idx="3753">
                  <c:v>5.8579999999999997</c:v>
                </c:pt>
                <c:pt idx="3754">
                  <c:v>5.8579999999999997</c:v>
                </c:pt>
                <c:pt idx="3755">
                  <c:v>5.43</c:v>
                </c:pt>
                <c:pt idx="3756">
                  <c:v>5.43</c:v>
                </c:pt>
                <c:pt idx="3757">
                  <c:v>5.71244</c:v>
                </c:pt>
                <c:pt idx="3758">
                  <c:v>5.7041000000000004</c:v>
                </c:pt>
                <c:pt idx="3759">
                  <c:v>5.6974999999999998</c:v>
                </c:pt>
                <c:pt idx="3760">
                  <c:v>5.6438199999999998</c:v>
                </c:pt>
                <c:pt idx="3761">
                  <c:v>5.5740600000000002</c:v>
                </c:pt>
                <c:pt idx="3762">
                  <c:v>5.4558800000000005</c:v>
                </c:pt>
                <c:pt idx="3763">
                  <c:v>5.3469899999999999</c:v>
                </c:pt>
                <c:pt idx="3764">
                  <c:v>5.2496099999999997</c:v>
                </c:pt>
                <c:pt idx="3765">
                  <c:v>5.1867900000000002</c:v>
                </c:pt>
                <c:pt idx="3766">
                  <c:v>5.1353900000000001</c:v>
                </c:pt>
                <c:pt idx="3767">
                  <c:v>5.1035399999999997</c:v>
                </c:pt>
                <c:pt idx="3768">
                  <c:v>5.0284499999999994</c:v>
                </c:pt>
                <c:pt idx="3769">
                  <c:v>4.9537700000000005</c:v>
                </c:pt>
                <c:pt idx="3770">
                  <c:v>4.8844099999999999</c:v>
                </c:pt>
                <c:pt idx="3771">
                  <c:v>4.8178100000000006</c:v>
                </c:pt>
                <c:pt idx="3772">
                  <c:v>4.7603599999999995</c:v>
                </c:pt>
                <c:pt idx="3773">
                  <c:v>4.7022500000000003</c:v>
                </c:pt>
                <c:pt idx="3774">
                  <c:v>4.6559099999999995</c:v>
                </c:pt>
                <c:pt idx="3775">
                  <c:v>4.6140400000000001</c:v>
                </c:pt>
                <c:pt idx="3776">
                  <c:v>4.5806100000000001</c:v>
                </c:pt>
                <c:pt idx="3777">
                  <c:v>4.5262000000000002</c:v>
                </c:pt>
                <c:pt idx="3778">
                  <c:v>4.5088200000000001</c:v>
                </c:pt>
                <c:pt idx="3779">
                  <c:v>4.50244</c:v>
                </c:pt>
                <c:pt idx="3780">
                  <c:v>4.4997499999999997</c:v>
                </c:pt>
                <c:pt idx="3781">
                  <c:v>4.4982499999999996</c:v>
                </c:pt>
                <c:pt idx="3782">
                  <c:v>4.4924399999999993</c:v>
                </c:pt>
                <c:pt idx="3783">
                  <c:v>4.49336</c:v>
                </c:pt>
                <c:pt idx="3784">
                  <c:v>4.4933399999999999</c:v>
                </c:pt>
                <c:pt idx="3785">
                  <c:v>4.4563800000000002</c:v>
                </c:pt>
                <c:pt idx="3786">
                  <c:v>4.4582299999999995</c:v>
                </c:pt>
                <c:pt idx="3787">
                  <c:v>4.4960900000000006</c:v>
                </c:pt>
                <c:pt idx="3788">
                  <c:v>4.5330600000000008</c:v>
                </c:pt>
                <c:pt idx="3789">
                  <c:v>4.5597899999999996</c:v>
                </c:pt>
                <c:pt idx="3790">
                  <c:v>4.5981300000000003</c:v>
                </c:pt>
                <c:pt idx="3791">
                  <c:v>4.6409799999999999</c:v>
                </c:pt>
                <c:pt idx="3792">
                  <c:v>4.6905700000000001</c:v>
                </c:pt>
                <c:pt idx="3793">
                  <c:v>4.7438599999999997</c:v>
                </c:pt>
                <c:pt idx="3794">
                  <c:v>4.8015600000000003</c:v>
                </c:pt>
                <c:pt idx="3795">
                  <c:v>4.8959799999999998</c:v>
                </c:pt>
                <c:pt idx="3796">
                  <c:v>4.9657799999999996</c:v>
                </c:pt>
                <c:pt idx="3797">
                  <c:v>5.0373000000000001</c:v>
                </c:pt>
                <c:pt idx="3798">
                  <c:v>5.1217899999999998</c:v>
                </c:pt>
                <c:pt idx="3799">
                  <c:v>5.2074600000000002</c:v>
                </c:pt>
                <c:pt idx="3800">
                  <c:v>5.2644799999999998</c:v>
                </c:pt>
                <c:pt idx="3801">
                  <c:v>5.2586599999999999</c:v>
                </c:pt>
                <c:pt idx="3802">
                  <c:v>5.3120099999999999</c:v>
                </c:pt>
                <c:pt idx="3803">
                  <c:v>5.4482299999999997</c:v>
                </c:pt>
                <c:pt idx="3804">
                  <c:v>5.5568400000000002</c:v>
                </c:pt>
                <c:pt idx="3805">
                  <c:v>4.30579</c:v>
                </c:pt>
                <c:pt idx="3806">
                  <c:v>4.3563499999999999</c:v>
                </c:pt>
                <c:pt idx="3807">
                  <c:v>4.4375</c:v>
                </c:pt>
                <c:pt idx="3808">
                  <c:v>4.4375</c:v>
                </c:pt>
                <c:pt idx="3809">
                  <c:v>5.43</c:v>
                </c:pt>
                <c:pt idx="3810">
                  <c:v>5.43</c:v>
                </c:pt>
                <c:pt idx="3811">
                  <c:v>4.2510000000000003</c:v>
                </c:pt>
                <c:pt idx="3812">
                  <c:v>4.2510000000000003</c:v>
                </c:pt>
                <c:pt idx="3813">
                  <c:v>4.5785600000000004</c:v>
                </c:pt>
                <c:pt idx="3814">
                  <c:v>4.55633</c:v>
                </c:pt>
                <c:pt idx="3815">
                  <c:v>4.5498100000000008</c:v>
                </c:pt>
                <c:pt idx="3816">
                  <c:v>4.51675</c:v>
                </c:pt>
                <c:pt idx="3817">
                  <c:v>4.4207900000000002</c:v>
                </c:pt>
                <c:pt idx="3818">
                  <c:v>4.3578400000000004</c:v>
                </c:pt>
                <c:pt idx="3819">
                  <c:v>4.2925900000000006</c:v>
                </c:pt>
                <c:pt idx="3820">
                  <c:v>4.22729</c:v>
                </c:pt>
                <c:pt idx="3821">
                  <c:v>4.1307</c:v>
                </c:pt>
                <c:pt idx="3822">
                  <c:v>4.0672600000000001</c:v>
                </c:pt>
                <c:pt idx="3823">
                  <c:v>4.00779</c:v>
                </c:pt>
                <c:pt idx="3824">
                  <c:v>3.9503200000000001</c:v>
                </c:pt>
                <c:pt idx="3825">
                  <c:v>3.8843800000000002</c:v>
                </c:pt>
                <c:pt idx="3826">
                  <c:v>3.8345100000000003</c:v>
                </c:pt>
                <c:pt idx="3827">
                  <c:v>3.78694</c:v>
                </c:pt>
                <c:pt idx="3828">
                  <c:v>3.74762</c:v>
                </c:pt>
                <c:pt idx="3829">
                  <c:v>3.70275</c:v>
                </c:pt>
                <c:pt idx="3830">
                  <c:v>3.6690999999999998</c:v>
                </c:pt>
                <c:pt idx="3831">
                  <c:v>3.6382800000000004</c:v>
                </c:pt>
                <c:pt idx="3832">
                  <c:v>3.6168400000000003</c:v>
                </c:pt>
                <c:pt idx="3833">
                  <c:v>3.6147800000000001</c:v>
                </c:pt>
                <c:pt idx="3834">
                  <c:v>3.6033499999999998</c:v>
                </c:pt>
                <c:pt idx="3835">
                  <c:v>3.59856</c:v>
                </c:pt>
                <c:pt idx="3836">
                  <c:v>3.5975100000000002</c:v>
                </c:pt>
                <c:pt idx="3837">
                  <c:v>3.59789</c:v>
                </c:pt>
                <c:pt idx="3838">
                  <c:v>3.5979099999999997</c:v>
                </c:pt>
                <c:pt idx="3839">
                  <c:v>3.5992500000000001</c:v>
                </c:pt>
                <c:pt idx="3840">
                  <c:v>3.60005</c:v>
                </c:pt>
                <c:pt idx="3841">
                  <c:v>3.5911900000000001</c:v>
                </c:pt>
                <c:pt idx="3842">
                  <c:v>3.5999099999999999</c:v>
                </c:pt>
                <c:pt idx="3843">
                  <c:v>3.6124800000000001</c:v>
                </c:pt>
                <c:pt idx="3844">
                  <c:v>3.6371500000000001</c:v>
                </c:pt>
                <c:pt idx="3845">
                  <c:v>3.6700200000000001</c:v>
                </c:pt>
                <c:pt idx="3846">
                  <c:v>3.7018</c:v>
                </c:pt>
                <c:pt idx="3847">
                  <c:v>3.7348499999999998</c:v>
                </c:pt>
                <c:pt idx="3848">
                  <c:v>3.75081</c:v>
                </c:pt>
                <c:pt idx="3849">
                  <c:v>3.8040599999999998</c:v>
                </c:pt>
                <c:pt idx="3850">
                  <c:v>3.8543699999999999</c:v>
                </c:pt>
                <c:pt idx="3851">
                  <c:v>3.9079899999999999</c:v>
                </c:pt>
                <c:pt idx="3852">
                  <c:v>3.9675400000000001</c:v>
                </c:pt>
                <c:pt idx="3853">
                  <c:v>4.0411200000000003</c:v>
                </c:pt>
                <c:pt idx="3854">
                  <c:v>4.1074899999999994</c:v>
                </c:pt>
                <c:pt idx="3855">
                  <c:v>4.1733100000000007</c:v>
                </c:pt>
                <c:pt idx="3856">
                  <c:v>4.2383100000000002</c:v>
                </c:pt>
                <c:pt idx="3857">
                  <c:v>4.32463</c:v>
                </c:pt>
                <c:pt idx="3858">
                  <c:v>4.3678100000000004</c:v>
                </c:pt>
                <c:pt idx="3859">
                  <c:v>4.4142000000000001</c:v>
                </c:pt>
                <c:pt idx="3860">
                  <c:v>4.4315800000000003</c:v>
                </c:pt>
                <c:pt idx="3861">
                  <c:v>3.0390000000000001</c:v>
                </c:pt>
                <c:pt idx="3862">
                  <c:v>3.09</c:v>
                </c:pt>
                <c:pt idx="3863">
                  <c:v>3.173</c:v>
                </c:pt>
                <c:pt idx="3864">
                  <c:v>3.173</c:v>
                </c:pt>
                <c:pt idx="3865">
                  <c:v>4.2510000000000003</c:v>
                </c:pt>
                <c:pt idx="3866">
                  <c:v>4.2510000000000003</c:v>
                </c:pt>
                <c:pt idx="3867">
                  <c:v>4.3652499999999996</c:v>
                </c:pt>
                <c:pt idx="3868">
                  <c:v>4.3652499999999996</c:v>
                </c:pt>
                <c:pt idx="3870">
                  <c:v>4.4320200000000005</c:v>
                </c:pt>
                <c:pt idx="3871">
                  <c:v>4.43161</c:v>
                </c:pt>
                <c:pt idx="3872">
                  <c:v>4.4312200000000006</c:v>
                </c:pt>
                <c:pt idx="3873">
                  <c:v>4.4254899999999999</c:v>
                </c:pt>
                <c:pt idx="3874">
                  <c:v>4.4136899999999999</c:v>
                </c:pt>
                <c:pt idx="3875">
                  <c:v>4.3935500000000003</c:v>
                </c:pt>
                <c:pt idx="3876">
                  <c:v>4.3750900000000001</c:v>
                </c:pt>
                <c:pt idx="3877">
                  <c:v>4.3511999999999995</c:v>
                </c:pt>
                <c:pt idx="3878">
                  <c:v>4.3244499999999997</c:v>
                </c:pt>
                <c:pt idx="3879">
                  <c:v>4.2985800000000003</c:v>
                </c:pt>
                <c:pt idx="3880">
                  <c:v>4.2735699999999994</c:v>
                </c:pt>
                <c:pt idx="3881">
                  <c:v>4.2461000000000002</c:v>
                </c:pt>
                <c:pt idx="3882">
                  <c:v>4.2133000000000003</c:v>
                </c:pt>
                <c:pt idx="3883">
                  <c:v>4.1906600000000003</c:v>
                </c:pt>
                <c:pt idx="3884">
                  <c:v>4.16378</c:v>
                </c:pt>
                <c:pt idx="3885">
                  <c:v>4.1420699999999995</c:v>
                </c:pt>
                <c:pt idx="3886">
                  <c:v>4.1163400000000001</c:v>
                </c:pt>
                <c:pt idx="3887">
                  <c:v>4.0949999999999998</c:v>
                </c:pt>
                <c:pt idx="3888">
                  <c:v>4.07254</c:v>
                </c:pt>
                <c:pt idx="3889">
                  <c:v>4.0541799999999997</c:v>
                </c:pt>
                <c:pt idx="3890">
                  <c:v>4.1570200000000002</c:v>
                </c:pt>
                <c:pt idx="3891">
                  <c:v>4.10616</c:v>
                </c:pt>
                <c:pt idx="3892">
                  <c:v>3.9679600000000002</c:v>
                </c:pt>
                <c:pt idx="3893">
                  <c:v>3.9204599999999998</c:v>
                </c:pt>
                <c:pt idx="3894">
                  <c:v>3.8325399999999998</c:v>
                </c:pt>
                <c:pt idx="3895">
                  <c:v>3.8332100000000002</c:v>
                </c:pt>
                <c:pt idx="3896">
                  <c:v>3.8312199999999996</c:v>
                </c:pt>
                <c:pt idx="3897">
                  <c:v>3.8319099999999997</c:v>
                </c:pt>
                <c:pt idx="3898">
                  <c:v>3.8314599999999999</c:v>
                </c:pt>
                <c:pt idx="3899">
                  <c:v>3.83765</c:v>
                </c:pt>
                <c:pt idx="3900">
                  <c:v>3.8698999999999999</c:v>
                </c:pt>
                <c:pt idx="3901">
                  <c:v>3.8974699999999998</c:v>
                </c:pt>
                <c:pt idx="3902">
                  <c:v>3.97038</c:v>
                </c:pt>
                <c:pt idx="3903">
                  <c:v>4.0473600000000003</c:v>
                </c:pt>
                <c:pt idx="3904">
                  <c:v>4.1373100000000003</c:v>
                </c:pt>
                <c:pt idx="3905">
                  <c:v>4.25617</c:v>
                </c:pt>
                <c:pt idx="3906">
                  <c:v>4.2784300000000002</c:v>
                </c:pt>
                <c:pt idx="3907">
                  <c:v>4.30213</c:v>
                </c:pt>
                <c:pt idx="3908">
                  <c:v>4.3267700000000007</c:v>
                </c:pt>
                <c:pt idx="3909">
                  <c:v>4.3506299999999998</c:v>
                </c:pt>
                <c:pt idx="3910">
                  <c:v>4.2843100000000005</c:v>
                </c:pt>
                <c:pt idx="3911">
                  <c:v>4.3071999999999999</c:v>
                </c:pt>
                <c:pt idx="3912">
                  <c:v>4.3359100000000002</c:v>
                </c:pt>
                <c:pt idx="3913">
                  <c:v>4.3640699999999999</c:v>
                </c:pt>
                <c:pt idx="3914">
                  <c:v>4.3808299999999996</c:v>
                </c:pt>
                <c:pt idx="3915">
                  <c:v>4.3953699999999998</c:v>
                </c:pt>
                <c:pt idx="3916">
                  <c:v>4.4142900000000003</c:v>
                </c:pt>
                <c:pt idx="3917">
                  <c:v>4.4220299999999995</c:v>
                </c:pt>
                <c:pt idx="3918">
                  <c:v>3.4312600000000004</c:v>
                </c:pt>
                <c:pt idx="3919">
                  <c:v>3.7</c:v>
                </c:pt>
                <c:pt idx="3920">
                  <c:v>4.3652499999999996</c:v>
                </c:pt>
                <c:pt idx="3921">
                  <c:v>4.3652499999999996</c:v>
                </c:pt>
                <c:pt idx="3922">
                  <c:v>4.4660000000000002</c:v>
                </c:pt>
                <c:pt idx="3923">
                  <c:v>4.4660000000000002</c:v>
                </c:pt>
                <c:pt idx="3924">
                  <c:v>4.5</c:v>
                </c:pt>
                <c:pt idx="3925">
                  <c:v>3.7395800000000001</c:v>
                </c:pt>
                <c:pt idx="3926">
                  <c:v>3.7227700000000001</c:v>
                </c:pt>
                <c:pt idx="3927">
                  <c:v>4.0221799999999996</c:v>
                </c:pt>
                <c:pt idx="3928">
                  <c:v>3.8644000000000003</c:v>
                </c:pt>
                <c:pt idx="3929">
                  <c:v>3.6886799999999997</c:v>
                </c:pt>
                <c:pt idx="3930">
                  <c:v>3.6293200000000003</c:v>
                </c:pt>
                <c:pt idx="3931">
                  <c:v>3.5885199999999999</c:v>
                </c:pt>
                <c:pt idx="3932">
                  <c:v>3.5621</c:v>
                </c:pt>
                <c:pt idx="3933">
                  <c:v>3.6716199999999999</c:v>
                </c:pt>
                <c:pt idx="3934">
                  <c:v>3.6859299999999999</c:v>
                </c:pt>
                <c:pt idx="3935">
                  <c:v>3.6247399999999996</c:v>
                </c:pt>
                <c:pt idx="3936">
                  <c:v>3.5892900000000001</c:v>
                </c:pt>
                <c:pt idx="3937">
                  <c:v>3.5790500000000001</c:v>
                </c:pt>
                <c:pt idx="3938">
                  <c:v>3.5796100000000002</c:v>
                </c:pt>
                <c:pt idx="3939">
                  <c:v>3.5805599999999997</c:v>
                </c:pt>
                <c:pt idx="3940">
                  <c:v>3.58</c:v>
                </c:pt>
                <c:pt idx="3941">
                  <c:v>3.5796700000000001</c:v>
                </c:pt>
                <c:pt idx="3942">
                  <c:v>3.5799400000000001</c:v>
                </c:pt>
                <c:pt idx="3943">
                  <c:v>3.5794999999999999</c:v>
                </c:pt>
                <c:pt idx="3944">
                  <c:v>3.5870500000000001</c:v>
                </c:pt>
                <c:pt idx="3945">
                  <c:v>3.5871599999999999</c:v>
                </c:pt>
                <c:pt idx="3946">
                  <c:v>3.5876300000000003</c:v>
                </c:pt>
                <c:pt idx="3947">
                  <c:v>3.5888299999999997</c:v>
                </c:pt>
                <c:pt idx="3948">
                  <c:v>3.5782800000000003</c:v>
                </c:pt>
                <c:pt idx="3949">
                  <c:v>3.5783400000000003</c:v>
                </c:pt>
                <c:pt idx="3950">
                  <c:v>3.5808200000000001</c:v>
                </c:pt>
                <c:pt idx="3951">
                  <c:v>3.58012</c:v>
                </c:pt>
                <c:pt idx="3952">
                  <c:v>3.5775300000000003</c:v>
                </c:pt>
                <c:pt idx="3953">
                  <c:v>3.57612</c:v>
                </c:pt>
                <c:pt idx="3954">
                  <c:v>3.58622</c:v>
                </c:pt>
                <c:pt idx="3955">
                  <c:v>3.5886199999999997</c:v>
                </c:pt>
                <c:pt idx="3956">
                  <c:v>3.5855900000000003</c:v>
                </c:pt>
                <c:pt idx="3957">
                  <c:v>3.5891100000000002</c:v>
                </c:pt>
                <c:pt idx="3958">
                  <c:v>3.6024499999999997</c:v>
                </c:pt>
                <c:pt idx="3959">
                  <c:v>3.6230700000000002</c:v>
                </c:pt>
                <c:pt idx="3960">
                  <c:v>3.7255700000000003</c:v>
                </c:pt>
                <c:pt idx="3961">
                  <c:v>3.5892199999999996</c:v>
                </c:pt>
                <c:pt idx="3962">
                  <c:v>3.5927899999999999</c:v>
                </c:pt>
                <c:pt idx="3963">
                  <c:v>3.59524</c:v>
                </c:pt>
                <c:pt idx="3964">
                  <c:v>3.56854</c:v>
                </c:pt>
                <c:pt idx="3965">
                  <c:v>3.5569199999999999</c:v>
                </c:pt>
                <c:pt idx="3966">
                  <c:v>3.5755300000000001</c:v>
                </c:pt>
                <c:pt idx="3967">
                  <c:v>3.6259999999999999</c:v>
                </c:pt>
                <c:pt idx="3968">
                  <c:v>3.6557199999999996</c:v>
                </c:pt>
                <c:pt idx="3969">
                  <c:v>3.6766999999999999</c:v>
                </c:pt>
                <c:pt idx="3970">
                  <c:v>3.6815100000000003</c:v>
                </c:pt>
                <c:pt idx="3971">
                  <c:v>3.6406700000000001</c:v>
                </c:pt>
                <c:pt idx="3972">
                  <c:v>3.5</c:v>
                </c:pt>
                <c:pt idx="3973">
                  <c:v>3.5</c:v>
                </c:pt>
                <c:pt idx="3974">
                  <c:v>4.4660000000000002</c:v>
                </c:pt>
                <c:pt idx="3975">
                  <c:v>4.4660000000000002</c:v>
                </c:pt>
                <c:pt idx="3976">
                  <c:v>4.2804700000000002</c:v>
                </c:pt>
                <c:pt idx="3977">
                  <c:v>3.5743200000000002</c:v>
                </c:pt>
                <c:pt idx="3978">
                  <c:v>3.57483</c:v>
                </c:pt>
                <c:pt idx="3979">
                  <c:v>3.5980400000000001</c:v>
                </c:pt>
                <c:pt idx="3980">
                  <c:v>3.5331700000000001</c:v>
                </c:pt>
                <c:pt idx="3981">
                  <c:v>3.5301</c:v>
                </c:pt>
                <c:pt idx="3982">
                  <c:v>3.5251600000000001</c:v>
                </c:pt>
                <c:pt idx="3983">
                  <c:v>3.5135900000000002</c:v>
                </c:pt>
                <c:pt idx="3984">
                  <c:v>3.5116199999999997</c:v>
                </c:pt>
                <c:pt idx="3985">
                  <c:v>3.5074999999999998</c:v>
                </c:pt>
                <c:pt idx="3986">
                  <c:v>3.5072700000000001</c:v>
                </c:pt>
                <c:pt idx="3987">
                  <c:v>3.5027300000000001</c:v>
                </c:pt>
                <c:pt idx="3988">
                  <c:v>3.82518</c:v>
                </c:pt>
                <c:pt idx="3989">
                  <c:v>3.8516500000000002</c:v>
                </c:pt>
                <c:pt idx="3990">
                  <c:v>3.8339499999999997</c:v>
                </c:pt>
                <c:pt idx="3991">
                  <c:v>3.8196500000000002</c:v>
                </c:pt>
                <c:pt idx="3992">
                  <c:v>3.8065199999999999</c:v>
                </c:pt>
                <c:pt idx="3993">
                  <c:v>3.7950100000000004</c:v>
                </c:pt>
                <c:pt idx="3994">
                  <c:v>3.7873000000000001</c:v>
                </c:pt>
                <c:pt idx="3995">
                  <c:v>3.8151199999999998</c:v>
                </c:pt>
                <c:pt idx="3996">
                  <c:v>3.9702899999999999</c:v>
                </c:pt>
                <c:pt idx="3997">
                  <c:v>3.9691100000000001</c:v>
                </c:pt>
                <c:pt idx="3998">
                  <c:v>3.96631</c:v>
                </c:pt>
                <c:pt idx="3999">
                  <c:v>3.9668400000000004</c:v>
                </c:pt>
                <c:pt idx="4000">
                  <c:v>3.9671500000000002</c:v>
                </c:pt>
                <c:pt idx="4001">
                  <c:v>3.9677600000000002</c:v>
                </c:pt>
                <c:pt idx="4002">
                  <c:v>3.96895</c:v>
                </c:pt>
                <c:pt idx="4003">
                  <c:v>3.9711099999999999</c:v>
                </c:pt>
                <c:pt idx="4004">
                  <c:v>3.9729699999999997</c:v>
                </c:pt>
                <c:pt idx="4005">
                  <c:v>3.9757199999999999</c:v>
                </c:pt>
                <c:pt idx="4006">
                  <c:v>3.9788099999999997</c:v>
                </c:pt>
                <c:pt idx="4007">
                  <c:v>3.9860000000000002</c:v>
                </c:pt>
                <c:pt idx="4008">
                  <c:v>3.9911599999999998</c:v>
                </c:pt>
                <c:pt idx="4009">
                  <c:v>4.0041399999999996</c:v>
                </c:pt>
                <c:pt idx="4010">
                  <c:v>3.9465599999999998</c:v>
                </c:pt>
                <c:pt idx="4011">
                  <c:v>3.9746199999999998</c:v>
                </c:pt>
                <c:pt idx="4012">
                  <c:v>3.8991899999999999</c:v>
                </c:pt>
                <c:pt idx="4013">
                  <c:v>3.92075</c:v>
                </c:pt>
                <c:pt idx="4014">
                  <c:v>3.9416700000000002</c:v>
                </c:pt>
                <c:pt idx="4015">
                  <c:v>3.9685300000000003</c:v>
                </c:pt>
                <c:pt idx="4016">
                  <c:v>3.9548700000000001</c:v>
                </c:pt>
                <c:pt idx="4017">
                  <c:v>3.9942199999999999</c:v>
                </c:pt>
                <c:pt idx="4018">
                  <c:v>3.5109899999999996</c:v>
                </c:pt>
                <c:pt idx="4019">
                  <c:v>3.5216799999999999</c:v>
                </c:pt>
                <c:pt idx="4020">
                  <c:v>3.5280200000000002</c:v>
                </c:pt>
                <c:pt idx="4021">
                  <c:v>3.53552</c:v>
                </c:pt>
                <c:pt idx="4022">
                  <c:v>3.5446200000000001</c:v>
                </c:pt>
                <c:pt idx="4023">
                  <c:v>3.5349899999999996</c:v>
                </c:pt>
                <c:pt idx="4024">
                  <c:v>3.5</c:v>
                </c:pt>
                <c:pt idx="4025">
                  <c:v>3.5</c:v>
                </c:pt>
                <c:pt idx="4026">
                  <c:v>4.2229999999999999</c:v>
                </c:pt>
                <c:pt idx="4027">
                  <c:v>3.6303800000000002</c:v>
                </c:pt>
                <c:pt idx="4028">
                  <c:v>3.8744200000000002</c:v>
                </c:pt>
                <c:pt idx="4029">
                  <c:v>4.2148699999999995</c:v>
                </c:pt>
                <c:pt idx="4030">
                  <c:v>3.9626000000000001</c:v>
                </c:pt>
                <c:pt idx="4031">
                  <c:v>4.0236499999999999</c:v>
                </c:pt>
                <c:pt idx="4032">
                  <c:v>4.1260900000000005</c:v>
                </c:pt>
                <c:pt idx="4033">
                  <c:v>4.1794399999999996</c:v>
                </c:pt>
                <c:pt idx="4034">
                  <c:v>4.2012999999999998</c:v>
                </c:pt>
                <c:pt idx="4035">
                  <c:v>4.3185799999999999</c:v>
                </c:pt>
                <c:pt idx="4036">
                  <c:v>4.4584700000000002</c:v>
                </c:pt>
                <c:pt idx="4037">
                  <c:v>4.4534200000000004</c:v>
                </c:pt>
                <c:pt idx="4038">
                  <c:v>4.4495399999999998</c:v>
                </c:pt>
                <c:pt idx="4039">
                  <c:v>4.4467299999999996</c:v>
                </c:pt>
                <c:pt idx="4040">
                  <c:v>4.4459399999999993</c:v>
                </c:pt>
                <c:pt idx="4041">
                  <c:v>4.4444600000000003</c:v>
                </c:pt>
                <c:pt idx="4042">
                  <c:v>4.4420999999999999</c:v>
                </c:pt>
                <c:pt idx="4043">
                  <c:v>4.4401800000000007</c:v>
                </c:pt>
                <c:pt idx="4044">
                  <c:v>4.4399300000000004</c:v>
                </c:pt>
                <c:pt idx="4045">
                  <c:v>4.4385300000000001</c:v>
                </c:pt>
                <c:pt idx="4046">
                  <c:v>4.444</c:v>
                </c:pt>
                <c:pt idx="4047">
                  <c:v>4.4435900000000004</c:v>
                </c:pt>
                <c:pt idx="4048">
                  <c:v>4.4432</c:v>
                </c:pt>
                <c:pt idx="4049">
                  <c:v>4.4434399999999998</c:v>
                </c:pt>
                <c:pt idx="4050">
                  <c:v>4.4434700000000005</c:v>
                </c:pt>
                <c:pt idx="4051">
                  <c:v>4.4439799999999998</c:v>
                </c:pt>
                <c:pt idx="4052">
                  <c:v>4.4446300000000001</c:v>
                </c:pt>
                <c:pt idx="4053">
                  <c:v>4.4448800000000004</c:v>
                </c:pt>
                <c:pt idx="4054">
                  <c:v>4.4459300000000006</c:v>
                </c:pt>
                <c:pt idx="4055">
                  <c:v>4.4460299999999995</c:v>
                </c:pt>
                <c:pt idx="4056">
                  <c:v>4.4470700000000001</c:v>
                </c:pt>
                <c:pt idx="4057">
                  <c:v>4.2796000000000003</c:v>
                </c:pt>
                <c:pt idx="4058">
                  <c:v>4.2778700000000001</c:v>
                </c:pt>
                <c:pt idx="4059">
                  <c:v>4.2743000000000002</c:v>
                </c:pt>
                <c:pt idx="4060">
                  <c:v>4.2741800000000003</c:v>
                </c:pt>
                <c:pt idx="4061">
                  <c:v>4.2691999999999997</c:v>
                </c:pt>
                <c:pt idx="4062">
                  <c:v>4.2674399999999997</c:v>
                </c:pt>
                <c:pt idx="4063">
                  <c:v>4.2598900000000004</c:v>
                </c:pt>
                <c:pt idx="4064">
                  <c:v>4.2531099999999995</c:v>
                </c:pt>
                <c:pt idx="4065">
                  <c:v>4.2416499999999999</c:v>
                </c:pt>
                <c:pt idx="4066">
                  <c:v>4.2355299999999998</c:v>
                </c:pt>
                <c:pt idx="4067">
                  <c:v>4.2239300000000002</c:v>
                </c:pt>
                <c:pt idx="4068">
                  <c:v>4.2109700000000005</c:v>
                </c:pt>
                <c:pt idx="4069">
                  <c:v>4.1896100000000001</c:v>
                </c:pt>
                <c:pt idx="4070">
                  <c:v>4.1592399999999996</c:v>
                </c:pt>
                <c:pt idx="4071">
                  <c:v>4.0922200000000002</c:v>
                </c:pt>
                <c:pt idx="4072">
                  <c:v>3.9728600000000003</c:v>
                </c:pt>
                <c:pt idx="4073">
                  <c:v>3.9135999999999997</c:v>
                </c:pt>
                <c:pt idx="4074">
                  <c:v>3.6170500000000003</c:v>
                </c:pt>
                <c:pt idx="4075">
                  <c:v>3.5279199999999999</c:v>
                </c:pt>
                <c:pt idx="4076">
                  <c:v>3.415</c:v>
                </c:pt>
                <c:pt idx="4077">
                  <c:v>3.415</c:v>
                </c:pt>
                <c:pt idx="4078">
                  <c:v>3.415</c:v>
                </c:pt>
                <c:pt idx="4079">
                  <c:v>3.5312299999999999</c:v>
                </c:pt>
                <c:pt idx="4080">
                  <c:v>3.5793600000000003</c:v>
                </c:pt>
                <c:pt idx="4081">
                  <c:v>3.6026100000000003</c:v>
                </c:pt>
                <c:pt idx="4082">
                  <c:v>3.61117</c:v>
                </c:pt>
                <c:pt idx="4083">
                  <c:v>3.6177700000000002</c:v>
                </c:pt>
                <c:pt idx="4084">
                  <c:v>3.6809499999999997</c:v>
                </c:pt>
                <c:pt idx="4085">
                  <c:v>3.6755300000000002</c:v>
                </c:pt>
                <c:pt idx="4086">
                  <c:v>3.6722100000000002</c:v>
                </c:pt>
                <c:pt idx="4087">
                  <c:v>3.6607500000000002</c:v>
                </c:pt>
                <c:pt idx="4088">
                  <c:v>3.65612</c:v>
                </c:pt>
                <c:pt idx="4089">
                  <c:v>3.6628000000000003</c:v>
                </c:pt>
                <c:pt idx="4090">
                  <c:v>3.6648000000000001</c:v>
                </c:pt>
                <c:pt idx="4091">
                  <c:v>3.6631100000000001</c:v>
                </c:pt>
                <c:pt idx="4092">
                  <c:v>3.59456</c:v>
                </c:pt>
                <c:pt idx="4093">
                  <c:v>3.6095799999999998</c:v>
                </c:pt>
                <c:pt idx="4094">
                  <c:v>3.6486300000000003</c:v>
                </c:pt>
                <c:pt idx="4095">
                  <c:v>3.6838200000000003</c:v>
                </c:pt>
                <c:pt idx="4096">
                  <c:v>3.72464</c:v>
                </c:pt>
                <c:pt idx="4097">
                  <c:v>3.7357199999999997</c:v>
                </c:pt>
                <c:pt idx="4098">
                  <c:v>3.7418800000000001</c:v>
                </c:pt>
                <c:pt idx="4099">
                  <c:v>3.7470500000000002</c:v>
                </c:pt>
                <c:pt idx="4100">
                  <c:v>3.7475800000000001</c:v>
                </c:pt>
                <c:pt idx="4101">
                  <c:v>3.74919</c:v>
                </c:pt>
                <c:pt idx="4102">
                  <c:v>3.7549099999999997</c:v>
                </c:pt>
                <c:pt idx="4103">
                  <c:v>3.70025</c:v>
                </c:pt>
                <c:pt idx="4104">
                  <c:v>3.62032</c:v>
                </c:pt>
                <c:pt idx="4105">
                  <c:v>3.62479</c:v>
                </c:pt>
                <c:pt idx="4106">
                  <c:v>3.6917900000000001</c:v>
                </c:pt>
                <c:pt idx="4107">
                  <c:v>3.73237</c:v>
                </c:pt>
                <c:pt idx="4108">
                  <c:v>3.7336999999999998</c:v>
                </c:pt>
                <c:pt idx="4109">
                  <c:v>3.7605399999999998</c:v>
                </c:pt>
                <c:pt idx="4110">
                  <c:v>3.7676399999999997</c:v>
                </c:pt>
                <c:pt idx="4111">
                  <c:v>3.7728200000000003</c:v>
                </c:pt>
                <c:pt idx="4112">
                  <c:v>3.7842699999999998</c:v>
                </c:pt>
                <c:pt idx="4113">
                  <c:v>3.79121</c:v>
                </c:pt>
                <c:pt idx="4114">
                  <c:v>3.7986500000000003</c:v>
                </c:pt>
                <c:pt idx="4115">
                  <c:v>3.8035000000000001</c:v>
                </c:pt>
                <c:pt idx="4116">
                  <c:v>3.7986</c:v>
                </c:pt>
                <c:pt idx="4117">
                  <c:v>3.8143600000000002</c:v>
                </c:pt>
                <c:pt idx="4118">
                  <c:v>3.8340399999999999</c:v>
                </c:pt>
                <c:pt idx="4119">
                  <c:v>3.8527199999999997</c:v>
                </c:pt>
                <c:pt idx="4120">
                  <c:v>3.8807700000000001</c:v>
                </c:pt>
                <c:pt idx="4121">
                  <c:v>3.9002300000000001</c:v>
                </c:pt>
                <c:pt idx="4122">
                  <c:v>3.9161999999999999</c:v>
                </c:pt>
                <c:pt idx="4123">
                  <c:v>3.9281899999999998</c:v>
                </c:pt>
                <c:pt idx="4124">
                  <c:v>3.63985</c:v>
                </c:pt>
                <c:pt idx="4126">
                  <c:v>3.6909999999999998</c:v>
                </c:pt>
                <c:pt idx="4127">
                  <c:v>3.6909999999999998</c:v>
                </c:pt>
                <c:pt idx="4128">
                  <c:v>3.6909999999999998</c:v>
                </c:pt>
                <c:pt idx="4129">
                  <c:v>3.7268699999999999</c:v>
                </c:pt>
                <c:pt idx="4130">
                  <c:v>4.1581200000000003</c:v>
                </c:pt>
                <c:pt idx="4131">
                  <c:v>4.1347500000000004</c:v>
                </c:pt>
                <c:pt idx="4132">
                  <c:v>4.0761399999999997</c:v>
                </c:pt>
                <c:pt idx="4133">
                  <c:v>4.0348699999999997</c:v>
                </c:pt>
                <c:pt idx="4134">
                  <c:v>4.0030000000000001</c:v>
                </c:pt>
                <c:pt idx="4135">
                  <c:v>3.9781300000000002</c:v>
                </c:pt>
                <c:pt idx="4136">
                  <c:v>3.96543</c:v>
                </c:pt>
                <c:pt idx="4137">
                  <c:v>3.9493</c:v>
                </c:pt>
                <c:pt idx="4138">
                  <c:v>3.9371300000000002</c:v>
                </c:pt>
                <c:pt idx="4139">
                  <c:v>3.9329699999999996</c:v>
                </c:pt>
                <c:pt idx="4140">
                  <c:v>3.93</c:v>
                </c:pt>
                <c:pt idx="4141">
                  <c:v>3.7047300000000001</c:v>
                </c:pt>
                <c:pt idx="4142">
                  <c:v>3.9197299999999999</c:v>
                </c:pt>
                <c:pt idx="4143">
                  <c:v>3.6392399999999996</c:v>
                </c:pt>
                <c:pt idx="4144">
                  <c:v>3.63686</c:v>
                </c:pt>
                <c:pt idx="4145">
                  <c:v>3.63788</c:v>
                </c:pt>
                <c:pt idx="4146">
                  <c:v>3.6516500000000001</c:v>
                </c:pt>
                <c:pt idx="4147">
                  <c:v>3.6505300000000003</c:v>
                </c:pt>
                <c:pt idx="4148">
                  <c:v>3.64907</c:v>
                </c:pt>
                <c:pt idx="4149">
                  <c:v>3.6491199999999999</c:v>
                </c:pt>
                <c:pt idx="4150">
                  <c:v>3.64839</c:v>
                </c:pt>
                <c:pt idx="4151">
                  <c:v>3.6468799999999999</c:v>
                </c:pt>
                <c:pt idx="4152">
                  <c:v>3.6479200000000001</c:v>
                </c:pt>
                <c:pt idx="4153">
                  <c:v>3.6514000000000002</c:v>
                </c:pt>
                <c:pt idx="4154">
                  <c:v>3.6501300000000003</c:v>
                </c:pt>
                <c:pt idx="4155">
                  <c:v>3.6553200000000001</c:v>
                </c:pt>
                <c:pt idx="4156">
                  <c:v>3.6605400000000001</c:v>
                </c:pt>
                <c:pt idx="4157">
                  <c:v>3.6776900000000001</c:v>
                </c:pt>
                <c:pt idx="4158">
                  <c:v>3.68398</c:v>
                </c:pt>
                <c:pt idx="4159">
                  <c:v>3.6733699999999998</c:v>
                </c:pt>
                <c:pt idx="4160">
                  <c:v>3.9467099999999999</c:v>
                </c:pt>
                <c:pt idx="4161">
                  <c:v>3.9523699999999997</c:v>
                </c:pt>
                <c:pt idx="4162">
                  <c:v>3.94075</c:v>
                </c:pt>
                <c:pt idx="4163">
                  <c:v>3.9495900000000002</c:v>
                </c:pt>
                <c:pt idx="4164">
                  <c:v>3.9590799999999997</c:v>
                </c:pt>
                <c:pt idx="4165">
                  <c:v>3.9748299999999999</c:v>
                </c:pt>
                <c:pt idx="4166">
                  <c:v>3.9845199999999998</c:v>
                </c:pt>
                <c:pt idx="4167">
                  <c:v>3.9950199999999998</c:v>
                </c:pt>
                <c:pt idx="4168">
                  <c:v>4.0131100000000002</c:v>
                </c:pt>
                <c:pt idx="4169">
                  <c:v>4.0375100000000002</c:v>
                </c:pt>
                <c:pt idx="4170">
                  <c:v>4.0735299999999999</c:v>
                </c:pt>
                <c:pt idx="4171">
                  <c:v>4.1161199999999996</c:v>
                </c:pt>
                <c:pt idx="4172">
                  <c:v>4.1761899999999992</c:v>
                </c:pt>
                <c:pt idx="4173">
                  <c:v>4.1946000000000003</c:v>
                </c:pt>
                <c:pt idx="4174">
                  <c:v>4.2904900000000001</c:v>
                </c:pt>
                <c:pt idx="4175">
                  <c:v>4.33317</c:v>
                </c:pt>
                <c:pt idx="4176">
                  <c:v>4.3330000000000002</c:v>
                </c:pt>
                <c:pt idx="4179">
                  <c:v>2.6259999999999999</c:v>
                </c:pt>
                <c:pt idx="4180">
                  <c:v>3.1077900000000001</c:v>
                </c:pt>
                <c:pt idx="4181">
                  <c:v>2.93438</c:v>
                </c:pt>
                <c:pt idx="4182">
                  <c:v>2.9718</c:v>
                </c:pt>
                <c:pt idx="4183">
                  <c:v>3.0238800000000001</c:v>
                </c:pt>
                <c:pt idx="4184">
                  <c:v>3.0668699999999998</c:v>
                </c:pt>
                <c:pt idx="4185">
                  <c:v>3.4312300000000002</c:v>
                </c:pt>
                <c:pt idx="4186">
                  <c:v>3.4275700000000002</c:v>
                </c:pt>
                <c:pt idx="4187">
                  <c:v>3.4231100000000003</c:v>
                </c:pt>
                <c:pt idx="4188">
                  <c:v>3.4180100000000002</c:v>
                </c:pt>
                <c:pt idx="4189">
                  <c:v>3.4148299999999998</c:v>
                </c:pt>
                <c:pt idx="4190">
                  <c:v>3.4112499999999999</c:v>
                </c:pt>
                <c:pt idx="4191">
                  <c:v>3.4086399999999997</c:v>
                </c:pt>
                <c:pt idx="4192">
                  <c:v>3.4073699999999998</c:v>
                </c:pt>
                <c:pt idx="4193">
                  <c:v>3.4052099999999998</c:v>
                </c:pt>
                <c:pt idx="4194">
                  <c:v>3.4039999999999999</c:v>
                </c:pt>
                <c:pt idx="4195">
                  <c:v>3.4030900000000002</c:v>
                </c:pt>
                <c:pt idx="4196">
                  <c:v>3.4029000000000003</c:v>
                </c:pt>
                <c:pt idx="4197">
                  <c:v>3.44652</c:v>
                </c:pt>
                <c:pt idx="4198">
                  <c:v>3.4475500000000001</c:v>
                </c:pt>
                <c:pt idx="4199">
                  <c:v>3.44699</c:v>
                </c:pt>
                <c:pt idx="4200">
                  <c:v>3.4493299999999998</c:v>
                </c:pt>
                <c:pt idx="4201">
                  <c:v>3.4484499999999998</c:v>
                </c:pt>
                <c:pt idx="4202">
                  <c:v>3.4477800000000003</c:v>
                </c:pt>
                <c:pt idx="4203">
                  <c:v>3.4487199999999998</c:v>
                </c:pt>
                <c:pt idx="4204">
                  <c:v>3.4485700000000001</c:v>
                </c:pt>
                <c:pt idx="4205">
                  <c:v>3.4486399999999997</c:v>
                </c:pt>
                <c:pt idx="4206">
                  <c:v>3.4499599999999999</c:v>
                </c:pt>
                <c:pt idx="4207">
                  <c:v>3.4501399999999998</c:v>
                </c:pt>
                <c:pt idx="4208">
                  <c:v>3.4511700000000003</c:v>
                </c:pt>
                <c:pt idx="4209">
                  <c:v>3.4504699999999997</c:v>
                </c:pt>
                <c:pt idx="4210">
                  <c:v>3.45058</c:v>
                </c:pt>
                <c:pt idx="4211">
                  <c:v>3.4513699999999998</c:v>
                </c:pt>
                <c:pt idx="4212">
                  <c:v>3.4525399999999999</c:v>
                </c:pt>
                <c:pt idx="4213">
                  <c:v>3.4095300000000002</c:v>
                </c:pt>
                <c:pt idx="4214">
                  <c:v>3.4111599999999997</c:v>
                </c:pt>
                <c:pt idx="4215">
                  <c:v>3.4163999999999999</c:v>
                </c:pt>
                <c:pt idx="4216">
                  <c:v>3.4217300000000002</c:v>
                </c:pt>
                <c:pt idx="4217">
                  <c:v>3.4188100000000001</c:v>
                </c:pt>
                <c:pt idx="4218">
                  <c:v>3.4067699999999999</c:v>
                </c:pt>
                <c:pt idx="4219">
                  <c:v>3.17597</c:v>
                </c:pt>
                <c:pt idx="4220">
                  <c:v>3.16005</c:v>
                </c:pt>
                <c:pt idx="4221">
                  <c:v>3.1316299999999999</c:v>
                </c:pt>
                <c:pt idx="4222">
                  <c:v>3.0880000000000001</c:v>
                </c:pt>
                <c:pt idx="4223">
                  <c:v>2.9911799999999999</c:v>
                </c:pt>
                <c:pt idx="4224">
                  <c:v>2.87839</c:v>
                </c:pt>
                <c:pt idx="4225">
                  <c:v>2.6688700000000001</c:v>
                </c:pt>
                <c:pt idx="4226">
                  <c:v>2.62154</c:v>
                </c:pt>
                <c:pt idx="4227">
                  <c:v>2.7149999999999999</c:v>
                </c:pt>
                <c:pt idx="4228">
                  <c:v>4.0199999999999996</c:v>
                </c:pt>
                <c:pt idx="4229">
                  <c:v>3.78627</c:v>
                </c:pt>
                <c:pt idx="4230">
                  <c:v>3.7727300000000001</c:v>
                </c:pt>
                <c:pt idx="4231">
                  <c:v>3.8243</c:v>
                </c:pt>
                <c:pt idx="4232">
                  <c:v>3.7484199999999999</c:v>
                </c:pt>
                <c:pt idx="4233">
                  <c:v>3.7596799999999999</c:v>
                </c:pt>
                <c:pt idx="4234">
                  <c:v>3.75596</c:v>
                </c:pt>
                <c:pt idx="4235">
                  <c:v>3.7290300000000003</c:v>
                </c:pt>
                <c:pt idx="4236">
                  <c:v>3.8203100000000001</c:v>
                </c:pt>
                <c:pt idx="4237">
                  <c:v>3.8055599999999998</c:v>
                </c:pt>
                <c:pt idx="4238">
                  <c:v>3.7929299999999997</c:v>
                </c:pt>
                <c:pt idx="4239">
                  <c:v>3.78234</c:v>
                </c:pt>
                <c:pt idx="4240">
                  <c:v>3.7750400000000002</c:v>
                </c:pt>
                <c:pt idx="4241">
                  <c:v>3.7709600000000001</c:v>
                </c:pt>
                <c:pt idx="4242">
                  <c:v>3.7726999999999999</c:v>
                </c:pt>
                <c:pt idx="4243">
                  <c:v>3.7903600000000002</c:v>
                </c:pt>
                <c:pt idx="4244">
                  <c:v>3.6186199999999999</c:v>
                </c:pt>
                <c:pt idx="4245">
                  <c:v>3.6316999999999999</c:v>
                </c:pt>
                <c:pt idx="4246">
                  <c:v>3.6418499999999998</c:v>
                </c:pt>
                <c:pt idx="4247">
                  <c:v>3.6531400000000001</c:v>
                </c:pt>
                <c:pt idx="4248">
                  <c:v>3.6752500000000001</c:v>
                </c:pt>
                <c:pt idx="4249">
                  <c:v>3.6844000000000001</c:v>
                </c:pt>
                <c:pt idx="4250">
                  <c:v>3.69103</c:v>
                </c:pt>
                <c:pt idx="4251">
                  <c:v>3.6957</c:v>
                </c:pt>
                <c:pt idx="4252">
                  <c:v>3.69584</c:v>
                </c:pt>
                <c:pt idx="4253">
                  <c:v>3.6975799999999999</c:v>
                </c:pt>
                <c:pt idx="4254">
                  <c:v>3.69998</c:v>
                </c:pt>
                <c:pt idx="4255">
                  <c:v>3.6998200000000003</c:v>
                </c:pt>
                <c:pt idx="4256">
                  <c:v>3.6953800000000001</c:v>
                </c:pt>
                <c:pt idx="4257">
                  <c:v>3.6909200000000002</c:v>
                </c:pt>
                <c:pt idx="4258">
                  <c:v>3.6865900000000003</c:v>
                </c:pt>
                <c:pt idx="4259">
                  <c:v>3.68723</c:v>
                </c:pt>
                <c:pt idx="4260">
                  <c:v>3.68669</c:v>
                </c:pt>
                <c:pt idx="4261">
                  <c:v>3.68696</c:v>
                </c:pt>
                <c:pt idx="4262">
                  <c:v>3.6915500000000003</c:v>
                </c:pt>
                <c:pt idx="4263">
                  <c:v>3.6943299999999999</c:v>
                </c:pt>
                <c:pt idx="4264">
                  <c:v>3.8759299999999999</c:v>
                </c:pt>
                <c:pt idx="4265">
                  <c:v>3.8813800000000001</c:v>
                </c:pt>
                <c:pt idx="4266">
                  <c:v>3.8746199999999997</c:v>
                </c:pt>
                <c:pt idx="4267">
                  <c:v>3.8525700000000001</c:v>
                </c:pt>
                <c:pt idx="4268">
                  <c:v>3.8412700000000002</c:v>
                </c:pt>
                <c:pt idx="4269">
                  <c:v>3.72397</c:v>
                </c:pt>
                <c:pt idx="4270">
                  <c:v>3.7344299999999997</c:v>
                </c:pt>
                <c:pt idx="4271">
                  <c:v>3.7635900000000002</c:v>
                </c:pt>
                <c:pt idx="4272">
                  <c:v>3.7870500000000002</c:v>
                </c:pt>
                <c:pt idx="4273">
                  <c:v>3.8029499999999996</c:v>
                </c:pt>
                <c:pt idx="4274">
                  <c:v>3.8098100000000001</c:v>
                </c:pt>
                <c:pt idx="4275">
                  <c:v>3.80965</c:v>
                </c:pt>
                <c:pt idx="4276">
                  <c:v>3.7697500000000002</c:v>
                </c:pt>
                <c:pt idx="4277">
                  <c:v>3.7842600000000002</c:v>
                </c:pt>
                <c:pt idx="4278">
                  <c:v>3.7909999999999999</c:v>
                </c:pt>
                <c:pt idx="4280">
                  <c:v>3.3540000000000001</c:v>
                </c:pt>
                <c:pt idx="4281">
                  <c:v>3.927</c:v>
                </c:pt>
                <c:pt idx="4282">
                  <c:v>3.9467600000000003</c:v>
                </c:pt>
                <c:pt idx="4283">
                  <c:v>3.65618</c:v>
                </c:pt>
                <c:pt idx="4284">
                  <c:v>3.6789399999999999</c:v>
                </c:pt>
                <c:pt idx="4285">
                  <c:v>3.68052</c:v>
                </c:pt>
                <c:pt idx="4286">
                  <c:v>3.6738400000000002</c:v>
                </c:pt>
                <c:pt idx="4287">
                  <c:v>3.67109</c:v>
                </c:pt>
                <c:pt idx="4288">
                  <c:v>3.6682299999999999</c:v>
                </c:pt>
                <c:pt idx="4289">
                  <c:v>3.6628499999999997</c:v>
                </c:pt>
                <c:pt idx="4290">
                  <c:v>3.6595399999999998</c:v>
                </c:pt>
                <c:pt idx="4291">
                  <c:v>3.6419699999999997</c:v>
                </c:pt>
                <c:pt idx="4292">
                  <c:v>3.7328999999999999</c:v>
                </c:pt>
                <c:pt idx="4293">
                  <c:v>3.7631900000000003</c:v>
                </c:pt>
                <c:pt idx="4294">
                  <c:v>3.7246100000000002</c:v>
                </c:pt>
                <c:pt idx="4295">
                  <c:v>3.7183600000000001</c:v>
                </c:pt>
                <c:pt idx="4296">
                  <c:v>3.6664699999999999</c:v>
                </c:pt>
                <c:pt idx="4297">
                  <c:v>3.6608899999999998</c:v>
                </c:pt>
                <c:pt idx="4298">
                  <c:v>3.6567500000000002</c:v>
                </c:pt>
                <c:pt idx="4299">
                  <c:v>3.6528700000000001</c:v>
                </c:pt>
                <c:pt idx="4300">
                  <c:v>3.6615799999999998</c:v>
                </c:pt>
                <c:pt idx="4301">
                  <c:v>3.6597199999999996</c:v>
                </c:pt>
                <c:pt idx="4302">
                  <c:v>3.6585399999999999</c:v>
                </c:pt>
                <c:pt idx="4303">
                  <c:v>3.6578499999999998</c:v>
                </c:pt>
                <c:pt idx="4304">
                  <c:v>3.6578400000000002</c:v>
                </c:pt>
                <c:pt idx="4305">
                  <c:v>3.65781</c:v>
                </c:pt>
                <c:pt idx="4306">
                  <c:v>3.6581100000000002</c:v>
                </c:pt>
                <c:pt idx="4307">
                  <c:v>3.6589800000000001</c:v>
                </c:pt>
                <c:pt idx="4308">
                  <c:v>3.65991</c:v>
                </c:pt>
                <c:pt idx="4309">
                  <c:v>3.6618000000000004</c:v>
                </c:pt>
                <c:pt idx="4310">
                  <c:v>3.6640000000000001</c:v>
                </c:pt>
                <c:pt idx="4311">
                  <c:v>3.6666599999999998</c:v>
                </c:pt>
                <c:pt idx="4312">
                  <c:v>3.6703099999999997</c:v>
                </c:pt>
                <c:pt idx="4313">
                  <c:v>3.6850000000000001</c:v>
                </c:pt>
                <c:pt idx="4314">
                  <c:v>3.7222399999999998</c:v>
                </c:pt>
                <c:pt idx="4315">
                  <c:v>3.7185999999999999</c:v>
                </c:pt>
                <c:pt idx="4316">
                  <c:v>3.8452899999999999</c:v>
                </c:pt>
                <c:pt idx="4317">
                  <c:v>3.84097</c:v>
                </c:pt>
                <c:pt idx="4318">
                  <c:v>3.8020999999999998</c:v>
                </c:pt>
                <c:pt idx="4319">
                  <c:v>3.7325500000000003</c:v>
                </c:pt>
                <c:pt idx="4320">
                  <c:v>3.6696399999999998</c:v>
                </c:pt>
                <c:pt idx="4321">
                  <c:v>3.6717600000000004</c:v>
                </c:pt>
                <c:pt idx="4322">
                  <c:v>3.6751100000000001</c:v>
                </c:pt>
                <c:pt idx="4323">
                  <c:v>3.6785000000000001</c:v>
                </c:pt>
                <c:pt idx="4324">
                  <c:v>3.6834899999999999</c:v>
                </c:pt>
                <c:pt idx="4325">
                  <c:v>3.6915300000000002</c:v>
                </c:pt>
                <c:pt idx="4326">
                  <c:v>3.6941899999999999</c:v>
                </c:pt>
                <c:pt idx="4327">
                  <c:v>3.7045400000000002</c:v>
                </c:pt>
                <c:pt idx="4328">
                  <c:v>3.70858</c:v>
                </c:pt>
                <c:pt idx="4329">
                  <c:v>3.71536</c:v>
                </c:pt>
                <c:pt idx="4330">
                  <c:v>3.7154199999999999</c:v>
                </c:pt>
                <c:pt idx="4389">
                  <c:v>3.8408000000000002</c:v>
                </c:pt>
                <c:pt idx="4390">
                  <c:v>3.5150100000000002</c:v>
                </c:pt>
                <c:pt idx="4391">
                  <c:v>3.50292</c:v>
                </c:pt>
                <c:pt idx="4392">
                  <c:v>3.5299299999999998</c:v>
                </c:pt>
                <c:pt idx="4393">
                  <c:v>3.5551300000000001</c:v>
                </c:pt>
                <c:pt idx="4394">
                  <c:v>3.5719699999999999</c:v>
                </c:pt>
                <c:pt idx="4395">
                  <c:v>3.5937899999999998</c:v>
                </c:pt>
                <c:pt idx="4396">
                  <c:v>3.5299099999999997</c:v>
                </c:pt>
                <c:pt idx="4397">
                  <c:v>3.5227499999999998</c:v>
                </c:pt>
                <c:pt idx="4398">
                  <c:v>3.6453699999999998</c:v>
                </c:pt>
                <c:pt idx="4399">
                  <c:v>3.64235</c:v>
                </c:pt>
                <c:pt idx="4400">
                  <c:v>3.63802</c:v>
                </c:pt>
                <c:pt idx="4401">
                  <c:v>3.63171</c:v>
                </c:pt>
                <c:pt idx="4402">
                  <c:v>3.6276100000000002</c:v>
                </c:pt>
                <c:pt idx="4403">
                  <c:v>3.6171500000000001</c:v>
                </c:pt>
                <c:pt idx="4404">
                  <c:v>3.6105700000000001</c:v>
                </c:pt>
                <c:pt idx="4405">
                  <c:v>3.6014299999999997</c:v>
                </c:pt>
                <c:pt idx="4406">
                  <c:v>3.6026500000000001</c:v>
                </c:pt>
                <c:pt idx="4407">
                  <c:v>3.59409</c:v>
                </c:pt>
                <c:pt idx="4408">
                  <c:v>3.5899800000000002</c:v>
                </c:pt>
                <c:pt idx="4409">
                  <c:v>3.5897299999999999</c:v>
                </c:pt>
                <c:pt idx="4410">
                  <c:v>3.5921099999999999</c:v>
                </c:pt>
                <c:pt idx="4411">
                  <c:v>3.5894499999999998</c:v>
                </c:pt>
                <c:pt idx="4412">
                  <c:v>3.5892900000000001</c:v>
                </c:pt>
                <c:pt idx="4413">
                  <c:v>3.5907800000000001</c:v>
                </c:pt>
                <c:pt idx="4414">
                  <c:v>3.5945399999999998</c:v>
                </c:pt>
                <c:pt idx="4415">
                  <c:v>3.5998399999999999</c:v>
                </c:pt>
                <c:pt idx="4416">
                  <c:v>3.6026500000000001</c:v>
                </c:pt>
                <c:pt idx="4417">
                  <c:v>3.6096300000000001</c:v>
                </c:pt>
                <c:pt idx="4418">
                  <c:v>3.61267</c:v>
                </c:pt>
                <c:pt idx="4419">
                  <c:v>3.6147800000000001</c:v>
                </c:pt>
                <c:pt idx="4420">
                  <c:v>3.6137700000000001</c:v>
                </c:pt>
                <c:pt idx="4421">
                  <c:v>3.61822</c:v>
                </c:pt>
                <c:pt idx="4422">
                  <c:v>3.6157300000000001</c:v>
                </c:pt>
                <c:pt idx="4423">
                  <c:v>3.6198200000000003</c:v>
                </c:pt>
                <c:pt idx="4424">
                  <c:v>3.6114699999999997</c:v>
                </c:pt>
                <c:pt idx="4425">
                  <c:v>3.6043099999999999</c:v>
                </c:pt>
                <c:pt idx="4426">
                  <c:v>3.5969099999999998</c:v>
                </c:pt>
                <c:pt idx="4427">
                  <c:v>3.5884200000000002</c:v>
                </c:pt>
                <c:pt idx="4428">
                  <c:v>3.57009</c:v>
                </c:pt>
                <c:pt idx="4429">
                  <c:v>3.5546199999999999</c:v>
                </c:pt>
                <c:pt idx="4430">
                  <c:v>3.5356000000000001</c:v>
                </c:pt>
                <c:pt idx="4431">
                  <c:v>3.5085700000000002</c:v>
                </c:pt>
                <c:pt idx="4432">
                  <c:v>3.4761199999999999</c:v>
                </c:pt>
                <c:pt idx="4433">
                  <c:v>3.49729</c:v>
                </c:pt>
                <c:pt idx="4434">
                  <c:v>3.4761700000000002</c:v>
                </c:pt>
                <c:pt idx="4435">
                  <c:v>3.4736899999999999</c:v>
                </c:pt>
                <c:pt idx="4436">
                  <c:v>3.47336</c:v>
                </c:pt>
                <c:pt idx="4441">
                  <c:v>3.87845</c:v>
                </c:pt>
                <c:pt idx="4442">
                  <c:v>3.5978300000000001</c:v>
                </c:pt>
                <c:pt idx="4443">
                  <c:v>3.7568600000000001</c:v>
                </c:pt>
                <c:pt idx="4444">
                  <c:v>3.6518999999999999</c:v>
                </c:pt>
                <c:pt idx="4445">
                  <c:v>3.5755100000000004</c:v>
                </c:pt>
                <c:pt idx="4446">
                  <c:v>3.5040999999999998</c:v>
                </c:pt>
                <c:pt idx="4447">
                  <c:v>3.5030000000000001</c:v>
                </c:pt>
                <c:pt idx="4448">
                  <c:v>3.5032299999999998</c:v>
                </c:pt>
                <c:pt idx="4449">
                  <c:v>3.50082</c:v>
                </c:pt>
                <c:pt idx="4450">
                  <c:v>3.6888100000000001</c:v>
                </c:pt>
                <c:pt idx="4451">
                  <c:v>3.69109</c:v>
                </c:pt>
                <c:pt idx="4452">
                  <c:v>3.6896</c:v>
                </c:pt>
                <c:pt idx="4453">
                  <c:v>3.6780500000000003</c:v>
                </c:pt>
                <c:pt idx="4454">
                  <c:v>3.67286</c:v>
                </c:pt>
                <c:pt idx="4455">
                  <c:v>3.66418</c:v>
                </c:pt>
                <c:pt idx="4456">
                  <c:v>3.6459099999999998</c:v>
                </c:pt>
                <c:pt idx="4457">
                  <c:v>3.6381100000000002</c:v>
                </c:pt>
                <c:pt idx="4458">
                  <c:v>3.6240199999999998</c:v>
                </c:pt>
                <c:pt idx="4459">
                  <c:v>3.6170399999999998</c:v>
                </c:pt>
                <c:pt idx="4460">
                  <c:v>3.6009199999999999</c:v>
                </c:pt>
                <c:pt idx="4461">
                  <c:v>3.5994800000000002</c:v>
                </c:pt>
                <c:pt idx="4462">
                  <c:v>3.5996599999999996</c:v>
                </c:pt>
                <c:pt idx="4463">
                  <c:v>3.5972199999999996</c:v>
                </c:pt>
                <c:pt idx="4464">
                  <c:v>3.5955400000000002</c:v>
                </c:pt>
                <c:pt idx="4465">
                  <c:v>3.5975999999999999</c:v>
                </c:pt>
                <c:pt idx="4466">
                  <c:v>3.6037499999999998</c:v>
                </c:pt>
                <c:pt idx="4467">
                  <c:v>3.6104000000000003</c:v>
                </c:pt>
                <c:pt idx="4468">
                  <c:v>3.61273</c:v>
                </c:pt>
                <c:pt idx="4469">
                  <c:v>3.61598</c:v>
                </c:pt>
                <c:pt idx="4470">
                  <c:v>3.6099399999999999</c:v>
                </c:pt>
                <c:pt idx="4471">
                  <c:v>3.6072700000000002</c:v>
                </c:pt>
                <c:pt idx="4472">
                  <c:v>3.6020400000000001</c:v>
                </c:pt>
                <c:pt idx="4473">
                  <c:v>3.5957199999999996</c:v>
                </c:pt>
                <c:pt idx="4474">
                  <c:v>3.8350399999999998</c:v>
                </c:pt>
                <c:pt idx="4475">
                  <c:v>3.84565</c:v>
                </c:pt>
                <c:pt idx="4476">
                  <c:v>3.8616999999999999</c:v>
                </c:pt>
                <c:pt idx="4477">
                  <c:v>3.8757899999999998</c:v>
                </c:pt>
                <c:pt idx="4478">
                  <c:v>3.88266</c:v>
                </c:pt>
                <c:pt idx="4479">
                  <c:v>3.8960400000000002</c:v>
                </c:pt>
                <c:pt idx="4480">
                  <c:v>3.9293100000000001</c:v>
                </c:pt>
                <c:pt idx="4481">
                  <c:v>3.9434800000000001</c:v>
                </c:pt>
                <c:pt idx="4482">
                  <c:v>3.93323</c:v>
                </c:pt>
                <c:pt idx="4483">
                  <c:v>3.5109299999999997</c:v>
                </c:pt>
                <c:pt idx="4484">
                  <c:v>3.5</c:v>
                </c:pt>
                <c:pt idx="4485">
                  <c:v>3.5</c:v>
                </c:pt>
                <c:pt idx="4486">
                  <c:v>3.5</c:v>
                </c:pt>
                <c:pt idx="4489">
                  <c:v>3.4990000000000001</c:v>
                </c:pt>
                <c:pt idx="4490">
                  <c:v>3.4990000000000001</c:v>
                </c:pt>
                <c:pt idx="4491">
                  <c:v>3.4990000000000001</c:v>
                </c:pt>
                <c:pt idx="4492">
                  <c:v>3.49926</c:v>
                </c:pt>
                <c:pt idx="4493">
                  <c:v>3.4994999999999998</c:v>
                </c:pt>
                <c:pt idx="4494">
                  <c:v>3.4995599999999998</c:v>
                </c:pt>
                <c:pt idx="4495">
                  <c:v>3.4996100000000001</c:v>
                </c:pt>
                <c:pt idx="4496">
                  <c:v>3.4995799999999999</c:v>
                </c:pt>
                <c:pt idx="4497">
                  <c:v>3.4996199999999997</c:v>
                </c:pt>
                <c:pt idx="4498">
                  <c:v>3.4996499999999999</c:v>
                </c:pt>
                <c:pt idx="4499">
                  <c:v>3.4996900000000002</c:v>
                </c:pt>
                <c:pt idx="4500">
                  <c:v>3.4996999999999998</c:v>
                </c:pt>
                <c:pt idx="4501">
                  <c:v>3.4997099999999999</c:v>
                </c:pt>
                <c:pt idx="4502">
                  <c:v>3.77067</c:v>
                </c:pt>
                <c:pt idx="4503">
                  <c:v>3.69577</c:v>
                </c:pt>
                <c:pt idx="4504">
                  <c:v>3.6032899999999999</c:v>
                </c:pt>
                <c:pt idx="4505">
                  <c:v>3.58752</c:v>
                </c:pt>
                <c:pt idx="4506">
                  <c:v>3.5806799999999996</c:v>
                </c:pt>
                <c:pt idx="4507">
                  <c:v>3.6669699999999996</c:v>
                </c:pt>
                <c:pt idx="4508">
                  <c:v>3.6664699999999999</c:v>
                </c:pt>
                <c:pt idx="4509">
                  <c:v>3.6643400000000002</c:v>
                </c:pt>
                <c:pt idx="4510">
                  <c:v>3.6643300000000001</c:v>
                </c:pt>
                <c:pt idx="4511">
                  <c:v>3.6643400000000002</c:v>
                </c:pt>
                <c:pt idx="4512">
                  <c:v>3.6615100000000003</c:v>
                </c:pt>
                <c:pt idx="4513">
                  <c:v>3.66154</c:v>
                </c:pt>
                <c:pt idx="4514">
                  <c:v>3.6614499999999999</c:v>
                </c:pt>
                <c:pt idx="4515">
                  <c:v>3.6612499999999999</c:v>
                </c:pt>
                <c:pt idx="4516">
                  <c:v>3.6613600000000002</c:v>
                </c:pt>
                <c:pt idx="4517">
                  <c:v>3.66168</c:v>
                </c:pt>
                <c:pt idx="4518">
                  <c:v>3.66194</c:v>
                </c:pt>
                <c:pt idx="4519">
                  <c:v>3.6625399999999999</c:v>
                </c:pt>
                <c:pt idx="4520">
                  <c:v>3.6649699999999998</c:v>
                </c:pt>
                <c:pt idx="4521">
                  <c:v>3.6658600000000003</c:v>
                </c:pt>
                <c:pt idx="4522">
                  <c:v>3.6666699999999999</c:v>
                </c:pt>
                <c:pt idx="4523">
                  <c:v>3.67686</c:v>
                </c:pt>
                <c:pt idx="4524">
                  <c:v>3.6764399999999999</c:v>
                </c:pt>
                <c:pt idx="4525">
                  <c:v>3.6762600000000001</c:v>
                </c:pt>
                <c:pt idx="4526">
                  <c:v>3.68608</c:v>
                </c:pt>
                <c:pt idx="4527">
                  <c:v>3.6058600000000003</c:v>
                </c:pt>
                <c:pt idx="4528">
                  <c:v>3.6242700000000001</c:v>
                </c:pt>
                <c:pt idx="4529">
                  <c:v>3.6426100000000003</c:v>
                </c:pt>
                <c:pt idx="4530">
                  <c:v>3.7021799999999998</c:v>
                </c:pt>
                <c:pt idx="4531">
                  <c:v>3.5863299999999998</c:v>
                </c:pt>
                <c:pt idx="4532">
                  <c:v>3.4997099999999999</c:v>
                </c:pt>
                <c:pt idx="4533">
                  <c:v>3.4996799999999997</c:v>
                </c:pt>
                <c:pt idx="4534">
                  <c:v>3.4997500000000001</c:v>
                </c:pt>
                <c:pt idx="4535">
                  <c:v>3.4997500000000001</c:v>
                </c:pt>
                <c:pt idx="4536">
                  <c:v>3.4997399999999996</c:v>
                </c:pt>
                <c:pt idx="4537">
                  <c:v>3.4994099999999997</c:v>
                </c:pt>
                <c:pt idx="4540">
                  <c:v>4</c:v>
                </c:pt>
                <c:pt idx="4541">
                  <c:v>4</c:v>
                </c:pt>
                <c:pt idx="4542">
                  <c:v>4</c:v>
                </c:pt>
                <c:pt idx="4543">
                  <c:v>4</c:v>
                </c:pt>
                <c:pt idx="4544">
                  <c:v>3.5489299999999999</c:v>
                </c:pt>
                <c:pt idx="4545">
                  <c:v>3.5265999999999997</c:v>
                </c:pt>
                <c:pt idx="4546">
                  <c:v>3.5180700000000003</c:v>
                </c:pt>
                <c:pt idx="4547">
                  <c:v>3.5147900000000001</c:v>
                </c:pt>
                <c:pt idx="4548">
                  <c:v>3.5156799999999997</c:v>
                </c:pt>
                <c:pt idx="4549">
                  <c:v>3.51329</c:v>
                </c:pt>
                <c:pt idx="4550">
                  <c:v>3.5136999999999996</c:v>
                </c:pt>
                <c:pt idx="4551">
                  <c:v>3.5097700000000001</c:v>
                </c:pt>
                <c:pt idx="4552">
                  <c:v>3.5085100000000002</c:v>
                </c:pt>
                <c:pt idx="4553">
                  <c:v>3.5125700000000002</c:v>
                </c:pt>
                <c:pt idx="4554">
                  <c:v>3.5132300000000001</c:v>
                </c:pt>
                <c:pt idx="4555">
                  <c:v>3.5125100000000002</c:v>
                </c:pt>
                <c:pt idx="4556">
                  <c:v>3.73082</c:v>
                </c:pt>
                <c:pt idx="4557">
                  <c:v>3.73014</c:v>
                </c:pt>
                <c:pt idx="4558">
                  <c:v>3.7310599999999998</c:v>
                </c:pt>
                <c:pt idx="4559">
                  <c:v>3.7308300000000001</c:v>
                </c:pt>
                <c:pt idx="4560">
                  <c:v>3.7284800000000002</c:v>
                </c:pt>
                <c:pt idx="4561">
                  <c:v>3.7224400000000002</c:v>
                </c:pt>
                <c:pt idx="4562">
                  <c:v>3.7223999999999999</c:v>
                </c:pt>
                <c:pt idx="4563">
                  <c:v>3.7234499999999997</c:v>
                </c:pt>
                <c:pt idx="4564">
                  <c:v>3.72967</c:v>
                </c:pt>
                <c:pt idx="4565">
                  <c:v>3.7233100000000001</c:v>
                </c:pt>
                <c:pt idx="4566">
                  <c:v>3.7238600000000002</c:v>
                </c:pt>
                <c:pt idx="4567">
                  <c:v>3.72342</c:v>
                </c:pt>
                <c:pt idx="4568">
                  <c:v>3.7288399999999999</c:v>
                </c:pt>
                <c:pt idx="4569">
                  <c:v>3.7211999999999996</c:v>
                </c:pt>
                <c:pt idx="4570">
                  <c:v>3.72167</c:v>
                </c:pt>
                <c:pt idx="4571">
                  <c:v>3.72322</c:v>
                </c:pt>
                <c:pt idx="4572">
                  <c:v>3.72763</c:v>
                </c:pt>
                <c:pt idx="4573">
                  <c:v>3.7220500000000003</c:v>
                </c:pt>
                <c:pt idx="4574">
                  <c:v>3.7223099999999998</c:v>
                </c:pt>
                <c:pt idx="4575">
                  <c:v>3.7236899999999999</c:v>
                </c:pt>
                <c:pt idx="4576">
                  <c:v>3.5132099999999999</c:v>
                </c:pt>
                <c:pt idx="4577">
                  <c:v>3.51179</c:v>
                </c:pt>
                <c:pt idx="4578">
                  <c:v>3.5142099999999998</c:v>
                </c:pt>
                <c:pt idx="4579">
                  <c:v>3.5158200000000002</c:v>
                </c:pt>
                <c:pt idx="4580">
                  <c:v>3.5199400000000001</c:v>
                </c:pt>
                <c:pt idx="4581">
                  <c:v>3.5144099999999998</c:v>
                </c:pt>
                <c:pt idx="4582">
                  <c:v>3.51607</c:v>
                </c:pt>
                <c:pt idx="4583">
                  <c:v>3.5348299999999999</c:v>
                </c:pt>
                <c:pt idx="4584">
                  <c:v>3.5507399999999998</c:v>
                </c:pt>
                <c:pt idx="4585">
                  <c:v>3.5594399999999999</c:v>
                </c:pt>
                <c:pt idx="4586">
                  <c:v>3.6111900000000001</c:v>
                </c:pt>
                <c:pt idx="4587">
                  <c:v>4</c:v>
                </c:pt>
                <c:pt idx="4588">
                  <c:v>3.4985900000000001</c:v>
                </c:pt>
                <c:pt idx="4590">
                  <c:v>3.5</c:v>
                </c:pt>
                <c:pt idx="4591">
                  <c:v>3.5</c:v>
                </c:pt>
                <c:pt idx="4592">
                  <c:v>3.5</c:v>
                </c:pt>
                <c:pt idx="4593">
                  <c:v>3.51667</c:v>
                </c:pt>
                <c:pt idx="4594">
                  <c:v>3.53918</c:v>
                </c:pt>
                <c:pt idx="4595">
                  <c:v>3.5506899999999999</c:v>
                </c:pt>
                <c:pt idx="4596">
                  <c:v>3.55748</c:v>
                </c:pt>
                <c:pt idx="4597">
                  <c:v>3.5631500000000003</c:v>
                </c:pt>
                <c:pt idx="4598">
                  <c:v>3.5660100000000003</c:v>
                </c:pt>
                <c:pt idx="4599">
                  <c:v>3.5677800000000004</c:v>
                </c:pt>
                <c:pt idx="4600">
                  <c:v>3.56908</c:v>
                </c:pt>
                <c:pt idx="4601">
                  <c:v>3.5700599999999998</c:v>
                </c:pt>
                <c:pt idx="4602">
                  <c:v>3.5125199999999999</c:v>
                </c:pt>
                <c:pt idx="4603">
                  <c:v>3.5137499999999999</c:v>
                </c:pt>
                <c:pt idx="4604">
                  <c:v>3.5148800000000002</c:v>
                </c:pt>
                <c:pt idx="4605">
                  <c:v>3.5158499999999999</c:v>
                </c:pt>
                <c:pt idx="4606">
                  <c:v>3.55884</c:v>
                </c:pt>
                <c:pt idx="4607">
                  <c:v>3.5542500000000001</c:v>
                </c:pt>
                <c:pt idx="4608">
                  <c:v>3.55219</c:v>
                </c:pt>
                <c:pt idx="4609">
                  <c:v>3.54982</c:v>
                </c:pt>
                <c:pt idx="4610">
                  <c:v>3.5489899999999999</c:v>
                </c:pt>
                <c:pt idx="4611">
                  <c:v>3.54698</c:v>
                </c:pt>
                <c:pt idx="4612">
                  <c:v>3.5464499999999997</c:v>
                </c:pt>
                <c:pt idx="4613">
                  <c:v>3.5467900000000001</c:v>
                </c:pt>
                <c:pt idx="4614">
                  <c:v>3.5475300000000001</c:v>
                </c:pt>
                <c:pt idx="4615">
                  <c:v>3.5482100000000001</c:v>
                </c:pt>
                <c:pt idx="4616">
                  <c:v>3.5486500000000003</c:v>
                </c:pt>
                <c:pt idx="4617">
                  <c:v>3.5484200000000001</c:v>
                </c:pt>
                <c:pt idx="4618">
                  <c:v>3.54772</c:v>
                </c:pt>
                <c:pt idx="4619">
                  <c:v>3.5467</c:v>
                </c:pt>
                <c:pt idx="4620">
                  <c:v>3.54677</c:v>
                </c:pt>
                <c:pt idx="4621">
                  <c:v>3.5497399999999999</c:v>
                </c:pt>
                <c:pt idx="4622">
                  <c:v>3.5523699999999998</c:v>
                </c:pt>
                <c:pt idx="4623">
                  <c:v>3.5586700000000002</c:v>
                </c:pt>
                <c:pt idx="4624">
                  <c:v>3.6086</c:v>
                </c:pt>
                <c:pt idx="4625">
                  <c:v>3.6130500000000003</c:v>
                </c:pt>
                <c:pt idx="4626">
                  <c:v>3.6082800000000002</c:v>
                </c:pt>
                <c:pt idx="4627">
                  <c:v>3.6189100000000001</c:v>
                </c:pt>
                <c:pt idx="4628">
                  <c:v>3.5159000000000002</c:v>
                </c:pt>
                <c:pt idx="4629">
                  <c:v>3.57673</c:v>
                </c:pt>
                <c:pt idx="4630">
                  <c:v>3.5765700000000002</c:v>
                </c:pt>
                <c:pt idx="4631">
                  <c:v>3.5767699999999998</c:v>
                </c:pt>
                <c:pt idx="4632">
                  <c:v>3.57735</c:v>
                </c:pt>
                <c:pt idx="4633">
                  <c:v>3.5781999999999998</c:v>
                </c:pt>
                <c:pt idx="4634">
                  <c:v>3.5778600000000003</c:v>
                </c:pt>
                <c:pt idx="4635">
                  <c:v>3.5758200000000002</c:v>
                </c:pt>
                <c:pt idx="4636">
                  <c:v>3.5744799999999999</c:v>
                </c:pt>
                <c:pt idx="4637">
                  <c:v>3.56793</c:v>
                </c:pt>
                <c:pt idx="4638">
                  <c:v>3.5</c:v>
                </c:pt>
                <c:pt idx="4640">
                  <c:v>3.98516</c:v>
                </c:pt>
                <c:pt idx="4641">
                  <c:v>3.9387800000000004</c:v>
                </c:pt>
                <c:pt idx="4642">
                  <c:v>3.9023099999999999</c:v>
                </c:pt>
                <c:pt idx="4643">
                  <c:v>3.8819699999999999</c:v>
                </c:pt>
                <c:pt idx="4644">
                  <c:v>3.8894099999999998</c:v>
                </c:pt>
                <c:pt idx="4645">
                  <c:v>3.8991599999999997</c:v>
                </c:pt>
                <c:pt idx="4646">
                  <c:v>3.9117299999999999</c:v>
                </c:pt>
                <c:pt idx="4647">
                  <c:v>3.94964</c:v>
                </c:pt>
                <c:pt idx="4648">
                  <c:v>3.9679899999999999</c:v>
                </c:pt>
                <c:pt idx="4649">
                  <c:v>3.9870100000000002</c:v>
                </c:pt>
                <c:pt idx="4650">
                  <c:v>4.0480700000000001</c:v>
                </c:pt>
                <c:pt idx="4651">
                  <c:v>3.6290999999999998</c:v>
                </c:pt>
                <c:pt idx="4652">
                  <c:v>3.6310899999999999</c:v>
                </c:pt>
                <c:pt idx="4653">
                  <c:v>3.65476</c:v>
                </c:pt>
                <c:pt idx="4654">
                  <c:v>3.6685300000000001</c:v>
                </c:pt>
                <c:pt idx="4655">
                  <c:v>3.7240600000000001</c:v>
                </c:pt>
                <c:pt idx="4656">
                  <c:v>3.72262</c:v>
                </c:pt>
                <c:pt idx="4657">
                  <c:v>3.6183100000000001</c:v>
                </c:pt>
                <c:pt idx="4658">
                  <c:v>3.65909</c:v>
                </c:pt>
                <c:pt idx="4659">
                  <c:v>3.78</c:v>
                </c:pt>
                <c:pt idx="4664">
                  <c:v>3.8031299999999999</c:v>
                </c:pt>
                <c:pt idx="4665">
                  <c:v>3.89</c:v>
                </c:pt>
                <c:pt idx="4666">
                  <c:v>3.8748</c:v>
                </c:pt>
                <c:pt idx="4667">
                  <c:v>3.8400799999999999</c:v>
                </c:pt>
                <c:pt idx="4668">
                  <c:v>3.8267099999999998</c:v>
                </c:pt>
                <c:pt idx="4669">
                  <c:v>3.8193000000000001</c:v>
                </c:pt>
                <c:pt idx="4670">
                  <c:v>3.81548</c:v>
                </c:pt>
                <c:pt idx="4671">
                  <c:v>3.8138400000000003</c:v>
                </c:pt>
                <c:pt idx="4672">
                  <c:v>3.73902</c:v>
                </c:pt>
                <c:pt idx="4673">
                  <c:v>3.74213</c:v>
                </c:pt>
                <c:pt idx="4674">
                  <c:v>3.7237900000000002</c:v>
                </c:pt>
                <c:pt idx="4675">
                  <c:v>3.7290100000000002</c:v>
                </c:pt>
                <c:pt idx="4676">
                  <c:v>3.7309800000000002</c:v>
                </c:pt>
                <c:pt idx="4677">
                  <c:v>3.7352699999999999</c:v>
                </c:pt>
                <c:pt idx="4678">
                  <c:v>3.7280199999999999</c:v>
                </c:pt>
                <c:pt idx="4679">
                  <c:v>3.7421799999999998</c:v>
                </c:pt>
                <c:pt idx="4680">
                  <c:v>3.7394699999999998</c:v>
                </c:pt>
                <c:pt idx="4681">
                  <c:v>3.7294099999999997</c:v>
                </c:pt>
                <c:pt idx="4682">
                  <c:v>3.7302600000000004</c:v>
                </c:pt>
                <c:pt idx="4683">
                  <c:v>3.7309399999999999</c:v>
                </c:pt>
                <c:pt idx="4684">
                  <c:v>3.7392699999999999</c:v>
                </c:pt>
                <c:pt idx="4685">
                  <c:v>3.7363200000000001</c:v>
                </c:pt>
                <c:pt idx="4686">
                  <c:v>3.73515</c:v>
                </c:pt>
                <c:pt idx="4687">
                  <c:v>3.7418</c:v>
                </c:pt>
                <c:pt idx="4688">
                  <c:v>3.74288</c:v>
                </c:pt>
                <c:pt idx="4689">
                  <c:v>3.7335599999999998</c:v>
                </c:pt>
                <c:pt idx="4690">
                  <c:v>3.7315</c:v>
                </c:pt>
                <c:pt idx="4691">
                  <c:v>3.7316199999999999</c:v>
                </c:pt>
                <c:pt idx="4692">
                  <c:v>3.7386500000000003</c:v>
                </c:pt>
                <c:pt idx="4693">
                  <c:v>3.7290000000000001</c:v>
                </c:pt>
                <c:pt idx="4694">
                  <c:v>3.7283300000000001</c:v>
                </c:pt>
                <c:pt idx="4695">
                  <c:v>3.7271300000000003</c:v>
                </c:pt>
                <c:pt idx="4696">
                  <c:v>3.7359599999999999</c:v>
                </c:pt>
                <c:pt idx="4697">
                  <c:v>3.7314799999999999</c:v>
                </c:pt>
                <c:pt idx="4698">
                  <c:v>3.7268600000000003</c:v>
                </c:pt>
                <c:pt idx="4699">
                  <c:v>3.7273200000000002</c:v>
                </c:pt>
                <c:pt idx="4700">
                  <c:v>3.7245100000000004</c:v>
                </c:pt>
                <c:pt idx="4701">
                  <c:v>3.7987600000000001</c:v>
                </c:pt>
                <c:pt idx="4702">
                  <c:v>3.79908</c:v>
                </c:pt>
                <c:pt idx="4703">
                  <c:v>3.7975599999999998</c:v>
                </c:pt>
                <c:pt idx="4704">
                  <c:v>3.7942100000000001</c:v>
                </c:pt>
                <c:pt idx="4705">
                  <c:v>3.7957399999999999</c:v>
                </c:pt>
                <c:pt idx="4706">
                  <c:v>3.8</c:v>
                </c:pt>
                <c:pt idx="4707">
                  <c:v>3.78</c:v>
                </c:pt>
                <c:pt idx="4708">
                  <c:v>3.78</c:v>
                </c:pt>
                <c:pt idx="4709">
                  <c:v>3.78</c:v>
                </c:pt>
                <c:pt idx="4711">
                  <c:v>3.6</c:v>
                </c:pt>
                <c:pt idx="4712">
                  <c:v>3.6</c:v>
                </c:pt>
                <c:pt idx="4713">
                  <c:v>3.5569000000000002</c:v>
                </c:pt>
                <c:pt idx="4714">
                  <c:v>3.8084000000000002</c:v>
                </c:pt>
                <c:pt idx="4715">
                  <c:v>3.6232899999999999</c:v>
                </c:pt>
                <c:pt idx="4716">
                  <c:v>3.6581900000000003</c:v>
                </c:pt>
                <c:pt idx="4717">
                  <c:v>3.6637199999999996</c:v>
                </c:pt>
                <c:pt idx="4718">
                  <c:v>3.6520199999999998</c:v>
                </c:pt>
                <c:pt idx="4719">
                  <c:v>3.64744</c:v>
                </c:pt>
                <c:pt idx="4720">
                  <c:v>3.6440799999999998</c:v>
                </c:pt>
                <c:pt idx="4721">
                  <c:v>3.62656</c:v>
                </c:pt>
                <c:pt idx="4722">
                  <c:v>3.6265100000000001</c:v>
                </c:pt>
                <c:pt idx="4723">
                  <c:v>3.6065</c:v>
                </c:pt>
                <c:pt idx="4724">
                  <c:v>3.60364</c:v>
                </c:pt>
                <c:pt idx="4725">
                  <c:v>3.6516199999999999</c:v>
                </c:pt>
                <c:pt idx="4726">
                  <c:v>3.6500700000000004</c:v>
                </c:pt>
                <c:pt idx="4727">
                  <c:v>3.6404999999999998</c:v>
                </c:pt>
                <c:pt idx="4728">
                  <c:v>3.63849</c:v>
                </c:pt>
                <c:pt idx="4729">
                  <c:v>3.6307700000000001</c:v>
                </c:pt>
                <c:pt idx="4730">
                  <c:v>3.6354199999999999</c:v>
                </c:pt>
                <c:pt idx="4731">
                  <c:v>3.6311599999999999</c:v>
                </c:pt>
                <c:pt idx="4732">
                  <c:v>3.62629</c:v>
                </c:pt>
                <c:pt idx="4733">
                  <c:v>3.6256300000000001</c:v>
                </c:pt>
                <c:pt idx="4734">
                  <c:v>3.6249699999999998</c:v>
                </c:pt>
                <c:pt idx="4735">
                  <c:v>3.62792</c:v>
                </c:pt>
                <c:pt idx="4736">
                  <c:v>3.6270199999999999</c:v>
                </c:pt>
                <c:pt idx="4737">
                  <c:v>3.62669</c:v>
                </c:pt>
                <c:pt idx="4738">
                  <c:v>3.6296399999999998</c:v>
                </c:pt>
                <c:pt idx="4739">
                  <c:v>3.6302099999999999</c:v>
                </c:pt>
                <c:pt idx="4740">
                  <c:v>3.6268000000000002</c:v>
                </c:pt>
                <c:pt idx="4741">
                  <c:v>3.6270500000000001</c:v>
                </c:pt>
                <c:pt idx="4742">
                  <c:v>3.6269800000000001</c:v>
                </c:pt>
                <c:pt idx="4743">
                  <c:v>3.6331799999999999</c:v>
                </c:pt>
                <c:pt idx="4744">
                  <c:v>3.6325100000000003</c:v>
                </c:pt>
                <c:pt idx="4745">
                  <c:v>3.6352600000000002</c:v>
                </c:pt>
                <c:pt idx="4746">
                  <c:v>3.6378900000000001</c:v>
                </c:pt>
                <c:pt idx="4747">
                  <c:v>3.6478999999999999</c:v>
                </c:pt>
                <c:pt idx="4748">
                  <c:v>3.6558600000000001</c:v>
                </c:pt>
                <c:pt idx="4749">
                  <c:v>3.6580599999999999</c:v>
                </c:pt>
                <c:pt idx="4750">
                  <c:v>3.6651400000000001</c:v>
                </c:pt>
                <c:pt idx="4751">
                  <c:v>3.6335000000000002</c:v>
                </c:pt>
                <c:pt idx="4752">
                  <c:v>3.63314</c:v>
                </c:pt>
                <c:pt idx="4753">
                  <c:v>3.63618</c:v>
                </c:pt>
                <c:pt idx="4754">
                  <c:v>3.6426399999999997</c:v>
                </c:pt>
                <c:pt idx="4755">
                  <c:v>3.6438800000000002</c:v>
                </c:pt>
                <c:pt idx="4756">
                  <c:v>3.6641699999999999</c:v>
                </c:pt>
                <c:pt idx="4757">
                  <c:v>3.6349899999999997</c:v>
                </c:pt>
                <c:pt idx="4758">
                  <c:v>3.6167800000000003</c:v>
                </c:pt>
                <c:pt idx="4759">
                  <c:v>3.78</c:v>
                </c:pt>
                <c:pt idx="4761">
                  <c:v>3.6</c:v>
                </c:pt>
                <c:pt idx="4762">
                  <c:v>3.6</c:v>
                </c:pt>
                <c:pt idx="4763">
                  <c:v>3.6</c:v>
                </c:pt>
                <c:pt idx="4764">
                  <c:v>3.5516100000000002</c:v>
                </c:pt>
                <c:pt idx="4765">
                  <c:v>3.5630799999999998</c:v>
                </c:pt>
                <c:pt idx="4766">
                  <c:v>3.5549200000000001</c:v>
                </c:pt>
                <c:pt idx="4767">
                  <c:v>3.5459399999999999</c:v>
                </c:pt>
                <c:pt idx="4768">
                  <c:v>3.5405199999999999</c:v>
                </c:pt>
                <c:pt idx="4769">
                  <c:v>3.5392600000000001</c:v>
                </c:pt>
                <c:pt idx="4770">
                  <c:v>3.5365100000000003</c:v>
                </c:pt>
                <c:pt idx="4771">
                  <c:v>3.5345200000000001</c:v>
                </c:pt>
                <c:pt idx="4772">
                  <c:v>3.5340400000000001</c:v>
                </c:pt>
                <c:pt idx="4773">
                  <c:v>3.54494</c:v>
                </c:pt>
                <c:pt idx="4774">
                  <c:v>3.5429200000000001</c:v>
                </c:pt>
                <c:pt idx="4775">
                  <c:v>3.5196199999999997</c:v>
                </c:pt>
                <c:pt idx="4776">
                  <c:v>3.5173200000000002</c:v>
                </c:pt>
                <c:pt idx="4777">
                  <c:v>3.51945</c:v>
                </c:pt>
                <c:pt idx="4778">
                  <c:v>3.5180599999999997</c:v>
                </c:pt>
                <c:pt idx="4779">
                  <c:v>3.5178600000000002</c:v>
                </c:pt>
                <c:pt idx="4780">
                  <c:v>3.5144099999999998</c:v>
                </c:pt>
                <c:pt idx="4781">
                  <c:v>3.5148899999999998</c:v>
                </c:pt>
                <c:pt idx="4782">
                  <c:v>3.5146599999999997</c:v>
                </c:pt>
                <c:pt idx="4783">
                  <c:v>3.5128900000000001</c:v>
                </c:pt>
                <c:pt idx="4784">
                  <c:v>3.51274</c:v>
                </c:pt>
                <c:pt idx="4785">
                  <c:v>3.51268</c:v>
                </c:pt>
                <c:pt idx="4786">
                  <c:v>3.5126900000000001</c:v>
                </c:pt>
                <c:pt idx="4787">
                  <c:v>3.51267</c:v>
                </c:pt>
                <c:pt idx="4788">
                  <c:v>3.5125500000000001</c:v>
                </c:pt>
                <c:pt idx="4789">
                  <c:v>3.51247</c:v>
                </c:pt>
                <c:pt idx="4790">
                  <c:v>3.5117399999999996</c:v>
                </c:pt>
                <c:pt idx="4791">
                  <c:v>3.5122199999999997</c:v>
                </c:pt>
                <c:pt idx="4792">
                  <c:v>3.5122399999999998</c:v>
                </c:pt>
                <c:pt idx="4793">
                  <c:v>3.5120300000000002</c:v>
                </c:pt>
                <c:pt idx="4794">
                  <c:v>3.5123800000000003</c:v>
                </c:pt>
                <c:pt idx="4795">
                  <c:v>3.5176500000000002</c:v>
                </c:pt>
                <c:pt idx="4796">
                  <c:v>3.5202800000000001</c:v>
                </c:pt>
                <c:pt idx="4797">
                  <c:v>3.5205100000000003</c:v>
                </c:pt>
                <c:pt idx="4798">
                  <c:v>3.5264000000000002</c:v>
                </c:pt>
                <c:pt idx="4799">
                  <c:v>3.5418699999999999</c:v>
                </c:pt>
                <c:pt idx="4800">
                  <c:v>3.5434800000000002</c:v>
                </c:pt>
                <c:pt idx="4801">
                  <c:v>3.54589</c:v>
                </c:pt>
                <c:pt idx="4802">
                  <c:v>3.5257700000000001</c:v>
                </c:pt>
                <c:pt idx="4803">
                  <c:v>3.52494</c:v>
                </c:pt>
                <c:pt idx="4804">
                  <c:v>3.5236300000000003</c:v>
                </c:pt>
                <c:pt idx="4805">
                  <c:v>3.5217800000000001</c:v>
                </c:pt>
                <c:pt idx="4806">
                  <c:v>3.5200800000000001</c:v>
                </c:pt>
                <c:pt idx="4807">
                  <c:v>3.5143499999999999</c:v>
                </c:pt>
                <c:pt idx="4808">
                  <c:v>3.5136799999999999</c:v>
                </c:pt>
                <c:pt idx="4809">
                  <c:v>3.5</c:v>
                </c:pt>
                <c:pt idx="4811">
                  <c:v>3.6</c:v>
                </c:pt>
                <c:pt idx="4812">
                  <c:v>3.6</c:v>
                </c:pt>
                <c:pt idx="4813">
                  <c:v>3.6</c:v>
                </c:pt>
                <c:pt idx="4814">
                  <c:v>3.8910900000000002</c:v>
                </c:pt>
                <c:pt idx="4815">
                  <c:v>3.74953</c:v>
                </c:pt>
                <c:pt idx="4816">
                  <c:v>3.7248200000000002</c:v>
                </c:pt>
                <c:pt idx="4817">
                  <c:v>3.7414999999999998</c:v>
                </c:pt>
                <c:pt idx="4818">
                  <c:v>3.8031299999999999</c:v>
                </c:pt>
                <c:pt idx="4819">
                  <c:v>3.8173900000000001</c:v>
                </c:pt>
                <c:pt idx="4820">
                  <c:v>3.8187800000000003</c:v>
                </c:pt>
                <c:pt idx="4821">
                  <c:v>3.8481100000000001</c:v>
                </c:pt>
                <c:pt idx="4822">
                  <c:v>3.8114599999999998</c:v>
                </c:pt>
                <c:pt idx="4823">
                  <c:v>3.8224200000000002</c:v>
                </c:pt>
                <c:pt idx="4824">
                  <c:v>3.8046500000000001</c:v>
                </c:pt>
                <c:pt idx="4825">
                  <c:v>3.7055500000000001</c:v>
                </c:pt>
                <c:pt idx="4826">
                  <c:v>3.6945600000000001</c:v>
                </c:pt>
                <c:pt idx="4827">
                  <c:v>3.6683000000000003</c:v>
                </c:pt>
                <c:pt idx="4828">
                  <c:v>3.6668799999999999</c:v>
                </c:pt>
                <c:pt idx="4829">
                  <c:v>3.6652399999999998</c:v>
                </c:pt>
                <c:pt idx="4830">
                  <c:v>3.6635399999999998</c:v>
                </c:pt>
                <c:pt idx="4831">
                  <c:v>3.6035999999999997</c:v>
                </c:pt>
                <c:pt idx="4832">
                  <c:v>3.5887699999999998</c:v>
                </c:pt>
                <c:pt idx="4833">
                  <c:v>3.5746199999999999</c:v>
                </c:pt>
                <c:pt idx="4834">
                  <c:v>3.5728800000000001</c:v>
                </c:pt>
                <c:pt idx="4835">
                  <c:v>3.5728899999999997</c:v>
                </c:pt>
                <c:pt idx="4836">
                  <c:v>3.5728499999999999</c:v>
                </c:pt>
                <c:pt idx="4837">
                  <c:v>3.5767399999999996</c:v>
                </c:pt>
                <c:pt idx="4838">
                  <c:v>3.5764299999999998</c:v>
                </c:pt>
                <c:pt idx="4839">
                  <c:v>3.5784000000000002</c:v>
                </c:pt>
                <c:pt idx="4840">
                  <c:v>3.57761</c:v>
                </c:pt>
                <c:pt idx="4841">
                  <c:v>3.5885100000000003</c:v>
                </c:pt>
                <c:pt idx="4842">
                  <c:v>3.5930999999999997</c:v>
                </c:pt>
                <c:pt idx="4843">
                  <c:v>3.6026799999999999</c:v>
                </c:pt>
                <c:pt idx="4844">
                  <c:v>3.6252</c:v>
                </c:pt>
                <c:pt idx="4845">
                  <c:v>3.6798500000000001</c:v>
                </c:pt>
                <c:pt idx="4846">
                  <c:v>3.68065</c:v>
                </c:pt>
                <c:pt idx="4847">
                  <c:v>3.6719899999999996</c:v>
                </c:pt>
                <c:pt idx="4848">
                  <c:v>3.6758500000000001</c:v>
                </c:pt>
                <c:pt idx="4849">
                  <c:v>3.7395500000000004</c:v>
                </c:pt>
                <c:pt idx="4850">
                  <c:v>3.8166899999999999</c:v>
                </c:pt>
                <c:pt idx="4851">
                  <c:v>3.8934699999999998</c:v>
                </c:pt>
                <c:pt idx="4852">
                  <c:v>3.88672</c:v>
                </c:pt>
                <c:pt idx="4853">
                  <c:v>3.88659</c:v>
                </c:pt>
                <c:pt idx="4854">
                  <c:v>3.8865700000000003</c:v>
                </c:pt>
                <c:pt idx="4855">
                  <c:v>3.9482600000000003</c:v>
                </c:pt>
                <c:pt idx="4856">
                  <c:v>3.8633600000000001</c:v>
                </c:pt>
                <c:pt idx="4857">
                  <c:v>3.8611300000000002</c:v>
                </c:pt>
                <c:pt idx="4858">
                  <c:v>3.8050300000000004</c:v>
                </c:pt>
                <c:pt idx="4859">
                  <c:v>4.2210000000000001</c:v>
                </c:pt>
                <c:pt idx="4861">
                  <c:v>3.6</c:v>
                </c:pt>
                <c:pt idx="4862">
                  <c:v>3.6</c:v>
                </c:pt>
                <c:pt idx="4863">
                  <c:v>3.6</c:v>
                </c:pt>
                <c:pt idx="4864">
                  <c:v>3.64703</c:v>
                </c:pt>
                <c:pt idx="4865">
                  <c:v>3.6284699999999996</c:v>
                </c:pt>
                <c:pt idx="4866">
                  <c:v>3.6252900000000001</c:v>
                </c:pt>
                <c:pt idx="4867">
                  <c:v>3.6318099999999998</c:v>
                </c:pt>
                <c:pt idx="4868">
                  <c:v>3.6360000000000001</c:v>
                </c:pt>
                <c:pt idx="4869">
                  <c:v>3.6376999999999997</c:v>
                </c:pt>
                <c:pt idx="4870">
                  <c:v>3.6397699999999999</c:v>
                </c:pt>
                <c:pt idx="4871">
                  <c:v>3.64011</c:v>
                </c:pt>
                <c:pt idx="4872">
                  <c:v>3.6410500000000003</c:v>
                </c:pt>
                <c:pt idx="4873">
                  <c:v>3.6235900000000001</c:v>
                </c:pt>
                <c:pt idx="4874">
                  <c:v>3.6499200000000003</c:v>
                </c:pt>
                <c:pt idx="4875">
                  <c:v>3.6549499999999999</c:v>
                </c:pt>
                <c:pt idx="4876">
                  <c:v>3.6546599999999998</c:v>
                </c:pt>
                <c:pt idx="4877">
                  <c:v>3.64568</c:v>
                </c:pt>
                <c:pt idx="4878">
                  <c:v>3.64323</c:v>
                </c:pt>
                <c:pt idx="4879">
                  <c:v>3.64737</c:v>
                </c:pt>
                <c:pt idx="4880">
                  <c:v>3.6463899999999998</c:v>
                </c:pt>
                <c:pt idx="4881">
                  <c:v>3.6433</c:v>
                </c:pt>
                <c:pt idx="4882">
                  <c:v>3.6435200000000001</c:v>
                </c:pt>
                <c:pt idx="4883">
                  <c:v>3.64371</c:v>
                </c:pt>
                <c:pt idx="4884">
                  <c:v>3.6461399999999999</c:v>
                </c:pt>
                <c:pt idx="4885">
                  <c:v>3.6451199999999999</c:v>
                </c:pt>
                <c:pt idx="4886">
                  <c:v>3.6448899999999997</c:v>
                </c:pt>
                <c:pt idx="4887">
                  <c:v>3.6469800000000001</c:v>
                </c:pt>
                <c:pt idx="4888">
                  <c:v>3.6469499999999999</c:v>
                </c:pt>
                <c:pt idx="4889">
                  <c:v>3.64418</c:v>
                </c:pt>
                <c:pt idx="4890">
                  <c:v>3.64371</c:v>
                </c:pt>
                <c:pt idx="4891">
                  <c:v>3.6435200000000001</c:v>
                </c:pt>
                <c:pt idx="4892">
                  <c:v>3.6450999999999998</c:v>
                </c:pt>
                <c:pt idx="4893">
                  <c:v>3.6429699999999996</c:v>
                </c:pt>
                <c:pt idx="4894">
                  <c:v>3.6426399999999997</c:v>
                </c:pt>
                <c:pt idx="4895">
                  <c:v>3.6422399999999997</c:v>
                </c:pt>
                <c:pt idx="4896">
                  <c:v>3.6455700000000002</c:v>
                </c:pt>
                <c:pt idx="4897">
                  <c:v>3.6539200000000003</c:v>
                </c:pt>
                <c:pt idx="4898">
                  <c:v>3.6518600000000001</c:v>
                </c:pt>
                <c:pt idx="4899">
                  <c:v>3.6711799999999997</c:v>
                </c:pt>
                <c:pt idx="4900">
                  <c:v>3.6737700000000002</c:v>
                </c:pt>
                <c:pt idx="4901">
                  <c:v>3.6924200000000003</c:v>
                </c:pt>
                <c:pt idx="4902">
                  <c:v>3.6506099999999999</c:v>
                </c:pt>
                <c:pt idx="4903">
                  <c:v>3.65205</c:v>
                </c:pt>
                <c:pt idx="4904">
                  <c:v>3.6547299999999998</c:v>
                </c:pt>
                <c:pt idx="4905">
                  <c:v>3.6567399999999997</c:v>
                </c:pt>
                <c:pt idx="4906">
                  <c:v>3.6614100000000001</c:v>
                </c:pt>
                <c:pt idx="4907">
                  <c:v>3.6650200000000002</c:v>
                </c:pt>
                <c:pt idx="4908">
                  <c:v>3.6666999999999996</c:v>
                </c:pt>
                <c:pt idx="4909">
                  <c:v>3.6869999999999998</c:v>
                </c:pt>
                <c:pt idx="4911">
                  <c:v>3.6</c:v>
                </c:pt>
                <c:pt idx="4912">
                  <c:v>3.6</c:v>
                </c:pt>
                <c:pt idx="4913">
                  <c:v>3.6</c:v>
                </c:pt>
                <c:pt idx="4914">
                  <c:v>3.6</c:v>
                </c:pt>
                <c:pt idx="4915">
                  <c:v>3.6</c:v>
                </c:pt>
                <c:pt idx="4916">
                  <c:v>3.6</c:v>
                </c:pt>
                <c:pt idx="4917">
                  <c:v>3.6</c:v>
                </c:pt>
                <c:pt idx="4918">
                  <c:v>3.6</c:v>
                </c:pt>
                <c:pt idx="4919">
                  <c:v>3.6</c:v>
                </c:pt>
                <c:pt idx="4920">
                  <c:v>3.6</c:v>
                </c:pt>
                <c:pt idx="4921">
                  <c:v>3.6</c:v>
                </c:pt>
                <c:pt idx="4922">
                  <c:v>3.6</c:v>
                </c:pt>
                <c:pt idx="4923">
                  <c:v>3.54901</c:v>
                </c:pt>
                <c:pt idx="4924">
                  <c:v>3.5484400000000003</c:v>
                </c:pt>
                <c:pt idx="4925">
                  <c:v>3.5619099999999997</c:v>
                </c:pt>
                <c:pt idx="4926">
                  <c:v>3.5376500000000002</c:v>
                </c:pt>
                <c:pt idx="4927">
                  <c:v>3.5544699999999998</c:v>
                </c:pt>
                <c:pt idx="4928">
                  <c:v>3.5605100000000003</c:v>
                </c:pt>
                <c:pt idx="4929">
                  <c:v>3.5630700000000002</c:v>
                </c:pt>
                <c:pt idx="4930">
                  <c:v>3.5522800000000001</c:v>
                </c:pt>
                <c:pt idx="4931">
                  <c:v>3.5606499999999999</c:v>
                </c:pt>
                <c:pt idx="4932">
                  <c:v>3.5575300000000003</c:v>
                </c:pt>
                <c:pt idx="4933">
                  <c:v>3.5550700000000002</c:v>
                </c:pt>
                <c:pt idx="4934">
                  <c:v>3.5560100000000001</c:v>
                </c:pt>
                <c:pt idx="4935">
                  <c:v>3.5946199999999999</c:v>
                </c:pt>
                <c:pt idx="4936">
                  <c:v>3.5933099999999998</c:v>
                </c:pt>
                <c:pt idx="4937">
                  <c:v>3.5956399999999999</c:v>
                </c:pt>
                <c:pt idx="4938">
                  <c:v>3.5966199999999997</c:v>
                </c:pt>
                <c:pt idx="4939">
                  <c:v>3.5961599999999998</c:v>
                </c:pt>
                <c:pt idx="4940">
                  <c:v>3.5987399999999998</c:v>
                </c:pt>
                <c:pt idx="4941">
                  <c:v>3.6231</c:v>
                </c:pt>
                <c:pt idx="4942">
                  <c:v>3.6658400000000002</c:v>
                </c:pt>
                <c:pt idx="4943">
                  <c:v>3.7040500000000001</c:v>
                </c:pt>
                <c:pt idx="4944">
                  <c:v>3.7579400000000001</c:v>
                </c:pt>
                <c:pt idx="4945">
                  <c:v>3.8223799999999999</c:v>
                </c:pt>
                <c:pt idx="4946">
                  <c:v>3.8938600000000001</c:v>
                </c:pt>
                <c:pt idx="4947">
                  <c:v>3.8103400000000001</c:v>
                </c:pt>
                <c:pt idx="4948">
                  <c:v>3.7547100000000002</c:v>
                </c:pt>
                <c:pt idx="4949">
                  <c:v>4.2343900000000003</c:v>
                </c:pt>
                <c:pt idx="4950">
                  <c:v>4.5511299999999997</c:v>
                </c:pt>
                <c:pt idx="4951">
                  <c:v>4.8941300000000005</c:v>
                </c:pt>
                <c:pt idx="4952">
                  <c:v>5.0651400000000004</c:v>
                </c:pt>
                <c:pt idx="4953">
                  <c:v>5.2791000000000006</c:v>
                </c:pt>
                <c:pt idx="4954">
                  <c:v>5.5416800000000004</c:v>
                </c:pt>
                <c:pt idx="4955">
                  <c:v>3.6</c:v>
                </c:pt>
                <c:pt idx="4956">
                  <c:v>3.6</c:v>
                </c:pt>
                <c:pt idx="4957">
                  <c:v>3.6</c:v>
                </c:pt>
                <c:pt idx="4958">
                  <c:v>3.6</c:v>
                </c:pt>
                <c:pt idx="4959">
                  <c:v>3.5</c:v>
                </c:pt>
                <c:pt idx="4964">
                  <c:v>4.1980000000000004</c:v>
                </c:pt>
                <c:pt idx="4965">
                  <c:v>4.1980000000000004</c:v>
                </c:pt>
                <c:pt idx="4966">
                  <c:v>4.1980000000000004</c:v>
                </c:pt>
                <c:pt idx="4967">
                  <c:v>4.1980000000000004</c:v>
                </c:pt>
                <c:pt idx="4968">
                  <c:v>4.1980000000000004</c:v>
                </c:pt>
                <c:pt idx="4969">
                  <c:v>4.1980000000000004</c:v>
                </c:pt>
                <c:pt idx="4970">
                  <c:v>4.1980000000000004</c:v>
                </c:pt>
                <c:pt idx="4971">
                  <c:v>4.1980000000000004</c:v>
                </c:pt>
                <c:pt idx="4972">
                  <c:v>4.1980000000000004</c:v>
                </c:pt>
                <c:pt idx="4973">
                  <c:v>4.1980000000000004</c:v>
                </c:pt>
                <c:pt idx="4974">
                  <c:v>4.1980000000000004</c:v>
                </c:pt>
                <c:pt idx="4975">
                  <c:v>3.74925</c:v>
                </c:pt>
                <c:pt idx="4976">
                  <c:v>3.7574899999999998</c:v>
                </c:pt>
                <c:pt idx="4977">
                  <c:v>3.70173</c:v>
                </c:pt>
                <c:pt idx="4978">
                  <c:v>3.74844</c:v>
                </c:pt>
                <c:pt idx="4979">
                  <c:v>3.7530199999999998</c:v>
                </c:pt>
                <c:pt idx="4980">
                  <c:v>3.7566299999999999</c:v>
                </c:pt>
                <c:pt idx="4981">
                  <c:v>3.6449600000000002</c:v>
                </c:pt>
                <c:pt idx="4982">
                  <c:v>3.6204800000000001</c:v>
                </c:pt>
                <c:pt idx="4983">
                  <c:v>3.71448</c:v>
                </c:pt>
                <c:pt idx="4984">
                  <c:v>3.7174699999999996</c:v>
                </c:pt>
                <c:pt idx="4985">
                  <c:v>3.7361599999999999</c:v>
                </c:pt>
                <c:pt idx="4986">
                  <c:v>3.7363899999999997</c:v>
                </c:pt>
                <c:pt idx="4987">
                  <c:v>3.7372700000000001</c:v>
                </c:pt>
                <c:pt idx="4988">
                  <c:v>3.73705</c:v>
                </c:pt>
                <c:pt idx="4989">
                  <c:v>3.7354600000000002</c:v>
                </c:pt>
                <c:pt idx="4990">
                  <c:v>3.7333000000000003</c:v>
                </c:pt>
                <c:pt idx="4991">
                  <c:v>3.73184</c:v>
                </c:pt>
                <c:pt idx="4992">
                  <c:v>3.73062</c:v>
                </c:pt>
                <c:pt idx="4993">
                  <c:v>3.72749</c:v>
                </c:pt>
                <c:pt idx="4994">
                  <c:v>3.7248399999999999</c:v>
                </c:pt>
                <c:pt idx="4995">
                  <c:v>3.72159</c:v>
                </c:pt>
                <c:pt idx="4996">
                  <c:v>3.72017</c:v>
                </c:pt>
                <c:pt idx="4997">
                  <c:v>3.7632099999999999</c:v>
                </c:pt>
                <c:pt idx="4998">
                  <c:v>3.7573799999999999</c:v>
                </c:pt>
                <c:pt idx="4999">
                  <c:v>3.7490799999999997</c:v>
                </c:pt>
                <c:pt idx="5000">
                  <c:v>3.7390300000000001</c:v>
                </c:pt>
                <c:pt idx="5001">
                  <c:v>4.1980000000000004</c:v>
                </c:pt>
                <c:pt idx="5002">
                  <c:v>4.1980000000000004</c:v>
                </c:pt>
                <c:pt idx="5003">
                  <c:v>4.1980000000000004</c:v>
                </c:pt>
                <c:pt idx="5004">
                  <c:v>4.1980000000000004</c:v>
                </c:pt>
                <c:pt idx="5005">
                  <c:v>4.1980000000000004</c:v>
                </c:pt>
                <c:pt idx="5006">
                  <c:v>4.1980000000000004</c:v>
                </c:pt>
                <c:pt idx="5007">
                  <c:v>4.1980000000000004</c:v>
                </c:pt>
                <c:pt idx="5008">
                  <c:v>4.1980000000000004</c:v>
                </c:pt>
                <c:pt idx="5009">
                  <c:v>4.1980000000000004</c:v>
                </c:pt>
                <c:pt idx="5014">
                  <c:v>4.3319999999999999</c:v>
                </c:pt>
                <c:pt idx="5015">
                  <c:v>4.3319999999999999</c:v>
                </c:pt>
                <c:pt idx="5016">
                  <c:v>4.3319999999999999</c:v>
                </c:pt>
                <c:pt idx="5017">
                  <c:v>4.3319999999999999</c:v>
                </c:pt>
                <c:pt idx="5018">
                  <c:v>4.3319999999999999</c:v>
                </c:pt>
                <c:pt idx="5019">
                  <c:v>4.2889399999999993</c:v>
                </c:pt>
                <c:pt idx="5020">
                  <c:v>4.3003100000000005</c:v>
                </c:pt>
                <c:pt idx="5021">
                  <c:v>4.3066700000000004</c:v>
                </c:pt>
                <c:pt idx="5022">
                  <c:v>4.3114399999999993</c:v>
                </c:pt>
                <c:pt idx="5023">
                  <c:v>4.2980299999999998</c:v>
                </c:pt>
                <c:pt idx="5024">
                  <c:v>4.3022999999999998</c:v>
                </c:pt>
                <c:pt idx="5025">
                  <c:v>3.8600300000000001</c:v>
                </c:pt>
                <c:pt idx="5026">
                  <c:v>3.8674599999999999</c:v>
                </c:pt>
                <c:pt idx="5027">
                  <c:v>3.8381699999999999</c:v>
                </c:pt>
                <c:pt idx="5028">
                  <c:v>3.8421399999999997</c:v>
                </c:pt>
                <c:pt idx="5029">
                  <c:v>3.84545</c:v>
                </c:pt>
                <c:pt idx="5030">
                  <c:v>3.8481399999999999</c:v>
                </c:pt>
                <c:pt idx="5031">
                  <c:v>3.8508</c:v>
                </c:pt>
                <c:pt idx="5032">
                  <c:v>3.8531300000000002</c:v>
                </c:pt>
                <c:pt idx="5033">
                  <c:v>3.9441599999999997</c:v>
                </c:pt>
                <c:pt idx="5034">
                  <c:v>3.9505700000000004</c:v>
                </c:pt>
                <c:pt idx="5035">
                  <c:v>3.82315</c:v>
                </c:pt>
                <c:pt idx="5036">
                  <c:v>3.8226199999999997</c:v>
                </c:pt>
                <c:pt idx="5037">
                  <c:v>3.8235399999999999</c:v>
                </c:pt>
                <c:pt idx="5038">
                  <c:v>3.8233000000000001</c:v>
                </c:pt>
                <c:pt idx="5039">
                  <c:v>3.8235799999999998</c:v>
                </c:pt>
                <c:pt idx="5040">
                  <c:v>3.8243100000000001</c:v>
                </c:pt>
                <c:pt idx="5041">
                  <c:v>3.8238099999999999</c:v>
                </c:pt>
                <c:pt idx="5042">
                  <c:v>3.82254</c:v>
                </c:pt>
                <c:pt idx="5043">
                  <c:v>3.8215300000000001</c:v>
                </c:pt>
                <c:pt idx="5044">
                  <c:v>3.8198499999999997</c:v>
                </c:pt>
                <c:pt idx="5045">
                  <c:v>3.8193000000000001</c:v>
                </c:pt>
                <c:pt idx="5046">
                  <c:v>3.85602</c:v>
                </c:pt>
                <c:pt idx="5047">
                  <c:v>3.8504499999999999</c:v>
                </c:pt>
                <c:pt idx="5048">
                  <c:v>3.8448000000000002</c:v>
                </c:pt>
                <c:pt idx="5049">
                  <c:v>3.8384399999999999</c:v>
                </c:pt>
                <c:pt idx="5050">
                  <c:v>3.8250900000000003</c:v>
                </c:pt>
                <c:pt idx="5051">
                  <c:v>4.4512200000000002</c:v>
                </c:pt>
                <c:pt idx="5052">
                  <c:v>4.4695</c:v>
                </c:pt>
                <c:pt idx="5053">
                  <c:v>4.4600499999999998</c:v>
                </c:pt>
                <c:pt idx="5054">
                  <c:v>4.4446899999999996</c:v>
                </c:pt>
                <c:pt idx="5055">
                  <c:v>4.4135200000000001</c:v>
                </c:pt>
                <c:pt idx="5056">
                  <c:v>4.5010000000000003</c:v>
                </c:pt>
                <c:pt idx="5057">
                  <c:v>4.5010000000000003</c:v>
                </c:pt>
                <c:pt idx="5058">
                  <c:v>4.5010000000000003</c:v>
                </c:pt>
                <c:pt idx="5059">
                  <c:v>4.5010000000000003</c:v>
                </c:pt>
                <c:pt idx="5066">
                  <c:v>3.7095500000000001</c:v>
                </c:pt>
                <c:pt idx="5067">
                  <c:v>3.71156</c:v>
                </c:pt>
                <c:pt idx="5068">
                  <c:v>3.7066999999999997</c:v>
                </c:pt>
                <c:pt idx="5069">
                  <c:v>3.7071300000000003</c:v>
                </c:pt>
                <c:pt idx="5070">
                  <c:v>3.7071000000000001</c:v>
                </c:pt>
                <c:pt idx="5071">
                  <c:v>3.7071199999999997</c:v>
                </c:pt>
                <c:pt idx="5072">
                  <c:v>3.7061599999999997</c:v>
                </c:pt>
                <c:pt idx="5073">
                  <c:v>3.7075</c:v>
                </c:pt>
                <c:pt idx="5074">
                  <c:v>3.9556</c:v>
                </c:pt>
                <c:pt idx="5075">
                  <c:v>3.9452600000000002</c:v>
                </c:pt>
                <c:pt idx="5076">
                  <c:v>3.86239</c:v>
                </c:pt>
                <c:pt idx="5077">
                  <c:v>3.8506900000000002</c:v>
                </c:pt>
                <c:pt idx="5078">
                  <c:v>3.7207499999999998</c:v>
                </c:pt>
                <c:pt idx="5079">
                  <c:v>3.7186999999999997</c:v>
                </c:pt>
                <c:pt idx="5080">
                  <c:v>3.6860500000000003</c:v>
                </c:pt>
                <c:pt idx="5081">
                  <c:v>3.6855199999999999</c:v>
                </c:pt>
                <c:pt idx="5082">
                  <c:v>3.6839200000000001</c:v>
                </c:pt>
                <c:pt idx="5083">
                  <c:v>3.68404</c:v>
                </c:pt>
                <c:pt idx="5084">
                  <c:v>3.68418</c:v>
                </c:pt>
                <c:pt idx="5085">
                  <c:v>3.6855799999999999</c:v>
                </c:pt>
                <c:pt idx="5086">
                  <c:v>3.6919</c:v>
                </c:pt>
                <c:pt idx="5087">
                  <c:v>3.6915900000000001</c:v>
                </c:pt>
                <c:pt idx="5088">
                  <c:v>3.6924000000000001</c:v>
                </c:pt>
                <c:pt idx="5089">
                  <c:v>3.6923900000000001</c:v>
                </c:pt>
                <c:pt idx="5090">
                  <c:v>3.69136</c:v>
                </c:pt>
                <c:pt idx="5091">
                  <c:v>3.6906500000000002</c:v>
                </c:pt>
                <c:pt idx="5092">
                  <c:v>3.6905399999999999</c:v>
                </c:pt>
                <c:pt idx="5093">
                  <c:v>3.6915200000000001</c:v>
                </c:pt>
                <c:pt idx="5094">
                  <c:v>3.6902300000000001</c:v>
                </c:pt>
                <c:pt idx="5095">
                  <c:v>3.6900300000000001</c:v>
                </c:pt>
                <c:pt idx="5096">
                  <c:v>3.6897500000000001</c:v>
                </c:pt>
                <c:pt idx="5097">
                  <c:v>3.6915300000000002</c:v>
                </c:pt>
                <c:pt idx="5098">
                  <c:v>3.7313200000000002</c:v>
                </c:pt>
                <c:pt idx="5099">
                  <c:v>3.7306900000000001</c:v>
                </c:pt>
                <c:pt idx="5100">
                  <c:v>3.7334999999999998</c:v>
                </c:pt>
                <c:pt idx="5101">
                  <c:v>3.7340100000000001</c:v>
                </c:pt>
                <c:pt idx="5102">
                  <c:v>3.7061500000000001</c:v>
                </c:pt>
                <c:pt idx="5103">
                  <c:v>3.7062900000000001</c:v>
                </c:pt>
                <c:pt idx="5104">
                  <c:v>3.7062199999999996</c:v>
                </c:pt>
                <c:pt idx="5105">
                  <c:v>3.7065000000000001</c:v>
                </c:pt>
                <c:pt idx="5106">
                  <c:v>3.7070799999999999</c:v>
                </c:pt>
                <c:pt idx="5107">
                  <c:v>3.7080900000000003</c:v>
                </c:pt>
                <c:pt idx="5108">
                  <c:v>3.7100399999999998</c:v>
                </c:pt>
                <c:pt idx="5112">
                  <c:v>4.1429999999999998</c:v>
                </c:pt>
                <c:pt idx="5113">
                  <c:v>4.1429999999999998</c:v>
                </c:pt>
                <c:pt idx="5114">
                  <c:v>4.1429999999999998</c:v>
                </c:pt>
                <c:pt idx="5115">
                  <c:v>4.1417999999999999</c:v>
                </c:pt>
                <c:pt idx="5116">
                  <c:v>4.1393699999999995</c:v>
                </c:pt>
                <c:pt idx="5117">
                  <c:v>4.1367200000000004</c:v>
                </c:pt>
                <c:pt idx="5118">
                  <c:v>4.1258599999999994</c:v>
                </c:pt>
                <c:pt idx="5119">
                  <c:v>4.1121000000000008</c:v>
                </c:pt>
                <c:pt idx="5120">
                  <c:v>4.0941099999999997</c:v>
                </c:pt>
                <c:pt idx="5121">
                  <c:v>4.0748600000000001</c:v>
                </c:pt>
                <c:pt idx="5122">
                  <c:v>4.0573899999999998</c:v>
                </c:pt>
                <c:pt idx="5123">
                  <c:v>4.0472299999999999</c:v>
                </c:pt>
                <c:pt idx="5124">
                  <c:v>4.0049099999999997</c:v>
                </c:pt>
                <c:pt idx="5125">
                  <c:v>3.9650300000000001</c:v>
                </c:pt>
                <c:pt idx="5126">
                  <c:v>4.0000799999999996</c:v>
                </c:pt>
                <c:pt idx="5127">
                  <c:v>3.8917600000000001</c:v>
                </c:pt>
                <c:pt idx="5128">
                  <c:v>3.8888099999999999</c:v>
                </c:pt>
                <c:pt idx="5129">
                  <c:v>3.8826900000000002</c:v>
                </c:pt>
                <c:pt idx="5130">
                  <c:v>3.8786900000000002</c:v>
                </c:pt>
                <c:pt idx="5131">
                  <c:v>3.8759899999999998</c:v>
                </c:pt>
                <c:pt idx="5132">
                  <c:v>3.5867300000000002</c:v>
                </c:pt>
                <c:pt idx="5133">
                  <c:v>3.5878200000000002</c:v>
                </c:pt>
                <c:pt idx="5134">
                  <c:v>3.5889499999999996</c:v>
                </c:pt>
                <c:pt idx="5135">
                  <c:v>3.5897600000000001</c:v>
                </c:pt>
                <c:pt idx="5136">
                  <c:v>3.58832</c:v>
                </c:pt>
                <c:pt idx="5137">
                  <c:v>3.5883000000000003</c:v>
                </c:pt>
                <c:pt idx="5138">
                  <c:v>3.58771</c:v>
                </c:pt>
                <c:pt idx="5139">
                  <c:v>3.5869</c:v>
                </c:pt>
                <c:pt idx="5140">
                  <c:v>3.5861799999999997</c:v>
                </c:pt>
                <c:pt idx="5141">
                  <c:v>3.5850399999999998</c:v>
                </c:pt>
                <c:pt idx="5142">
                  <c:v>3.5839600000000003</c:v>
                </c:pt>
                <c:pt idx="5143">
                  <c:v>3.5825300000000002</c:v>
                </c:pt>
                <c:pt idx="5144">
                  <c:v>3.5809899999999999</c:v>
                </c:pt>
                <c:pt idx="5145">
                  <c:v>3.5791399999999998</c:v>
                </c:pt>
                <c:pt idx="5146">
                  <c:v>3.5766999999999998</c:v>
                </c:pt>
                <c:pt idx="5147">
                  <c:v>3.5742699999999998</c:v>
                </c:pt>
                <c:pt idx="5148">
                  <c:v>3.90998</c:v>
                </c:pt>
                <c:pt idx="5149">
                  <c:v>3.9171499999999999</c:v>
                </c:pt>
                <c:pt idx="5150">
                  <c:v>3.9571100000000001</c:v>
                </c:pt>
                <c:pt idx="5151">
                  <c:v>4.0261300000000002</c:v>
                </c:pt>
                <c:pt idx="5152">
                  <c:v>4.0705299999999998</c:v>
                </c:pt>
                <c:pt idx="5153">
                  <c:v>4.0895599999999996</c:v>
                </c:pt>
                <c:pt idx="5154">
                  <c:v>4.1070200000000003</c:v>
                </c:pt>
                <c:pt idx="5155">
                  <c:v>4.1191700000000004</c:v>
                </c:pt>
                <c:pt idx="5156">
                  <c:v>4.1303900000000002</c:v>
                </c:pt>
                <c:pt idx="5157">
                  <c:v>4.13734</c:v>
                </c:pt>
                <c:pt idx="5158">
                  <c:v>4.1416199999999996</c:v>
                </c:pt>
                <c:pt idx="5159">
                  <c:v>4.1429999999999998</c:v>
                </c:pt>
                <c:pt idx="5166">
                  <c:v>3.8</c:v>
                </c:pt>
                <c:pt idx="5167">
                  <c:v>3.8</c:v>
                </c:pt>
                <c:pt idx="5168">
                  <c:v>3.8</c:v>
                </c:pt>
                <c:pt idx="5169">
                  <c:v>3.8</c:v>
                </c:pt>
                <c:pt idx="5170">
                  <c:v>3.8</c:v>
                </c:pt>
                <c:pt idx="5171">
                  <c:v>3.8</c:v>
                </c:pt>
                <c:pt idx="5172">
                  <c:v>3.8</c:v>
                </c:pt>
                <c:pt idx="5173">
                  <c:v>3.8</c:v>
                </c:pt>
                <c:pt idx="5174">
                  <c:v>3.8</c:v>
                </c:pt>
                <c:pt idx="5175">
                  <c:v>3.8</c:v>
                </c:pt>
                <c:pt idx="5176">
                  <c:v>3.8</c:v>
                </c:pt>
                <c:pt idx="5177">
                  <c:v>3.8</c:v>
                </c:pt>
                <c:pt idx="5178">
                  <c:v>3.8</c:v>
                </c:pt>
                <c:pt idx="5179">
                  <c:v>3.8</c:v>
                </c:pt>
                <c:pt idx="5180">
                  <c:v>3.8</c:v>
                </c:pt>
                <c:pt idx="5181">
                  <c:v>3.8</c:v>
                </c:pt>
                <c:pt idx="5182">
                  <c:v>3.8</c:v>
                </c:pt>
                <c:pt idx="5183">
                  <c:v>3.8</c:v>
                </c:pt>
                <c:pt idx="5184">
                  <c:v>3.8</c:v>
                </c:pt>
                <c:pt idx="5185">
                  <c:v>3.8</c:v>
                </c:pt>
                <c:pt idx="5186">
                  <c:v>3.8</c:v>
                </c:pt>
                <c:pt idx="5187">
                  <c:v>3.8</c:v>
                </c:pt>
                <c:pt idx="5188">
                  <c:v>3.8755600000000001</c:v>
                </c:pt>
                <c:pt idx="5189">
                  <c:v>3.8758600000000003</c:v>
                </c:pt>
                <c:pt idx="5190">
                  <c:v>3.8744800000000001</c:v>
                </c:pt>
                <c:pt idx="5191">
                  <c:v>3.8746300000000002</c:v>
                </c:pt>
                <c:pt idx="5192">
                  <c:v>3.8762699999999999</c:v>
                </c:pt>
                <c:pt idx="5193">
                  <c:v>3.8810899999999999</c:v>
                </c:pt>
                <c:pt idx="5194">
                  <c:v>3.8810799999999999</c:v>
                </c:pt>
                <c:pt idx="5195">
                  <c:v>3.8845100000000001</c:v>
                </c:pt>
                <c:pt idx="5196">
                  <c:v>3.88937</c:v>
                </c:pt>
                <c:pt idx="5197">
                  <c:v>3.8996999999999997</c:v>
                </c:pt>
                <c:pt idx="5198">
                  <c:v>3.9059400000000002</c:v>
                </c:pt>
                <c:pt idx="5199">
                  <c:v>3.9095900000000001</c:v>
                </c:pt>
                <c:pt idx="5200">
                  <c:v>3.8</c:v>
                </c:pt>
                <c:pt idx="5201">
                  <c:v>3.8</c:v>
                </c:pt>
                <c:pt idx="5202">
                  <c:v>3.8</c:v>
                </c:pt>
                <c:pt idx="5203">
                  <c:v>3.8</c:v>
                </c:pt>
                <c:pt idx="5204">
                  <c:v>3.8</c:v>
                </c:pt>
                <c:pt idx="5205">
                  <c:v>3.8</c:v>
                </c:pt>
                <c:pt idx="5206">
                  <c:v>3.8</c:v>
                </c:pt>
                <c:pt idx="5207">
                  <c:v>3.8</c:v>
                </c:pt>
                <c:pt idx="5208">
                  <c:v>3.8</c:v>
                </c:pt>
                <c:pt idx="5215">
                  <c:v>3.601</c:v>
                </c:pt>
                <c:pt idx="5216">
                  <c:v>3.6619200000000003</c:v>
                </c:pt>
                <c:pt idx="5217">
                  <c:v>3.6641699999999999</c:v>
                </c:pt>
                <c:pt idx="5218">
                  <c:v>3.7154499999999997</c:v>
                </c:pt>
                <c:pt idx="5219">
                  <c:v>3.7125300000000001</c:v>
                </c:pt>
                <c:pt idx="5220">
                  <c:v>3.7143899999999999</c:v>
                </c:pt>
                <c:pt idx="5221">
                  <c:v>3.72031</c:v>
                </c:pt>
                <c:pt idx="5222">
                  <c:v>3.7210199999999998</c:v>
                </c:pt>
                <c:pt idx="5223">
                  <c:v>3.7168400000000004</c:v>
                </c:pt>
                <c:pt idx="5224">
                  <c:v>3.7152399999999997</c:v>
                </c:pt>
                <c:pt idx="5225">
                  <c:v>3.7130199999999998</c:v>
                </c:pt>
                <c:pt idx="5226">
                  <c:v>3.7428000000000003</c:v>
                </c:pt>
                <c:pt idx="5227">
                  <c:v>3.7409299999999996</c:v>
                </c:pt>
                <c:pt idx="5228">
                  <c:v>3.7444099999999998</c:v>
                </c:pt>
                <c:pt idx="5229">
                  <c:v>3.7436500000000001</c:v>
                </c:pt>
                <c:pt idx="5230">
                  <c:v>3.7389999999999999</c:v>
                </c:pt>
                <c:pt idx="5231">
                  <c:v>3.74213</c:v>
                </c:pt>
                <c:pt idx="5232">
                  <c:v>3.7401500000000003</c:v>
                </c:pt>
                <c:pt idx="5233">
                  <c:v>3.7357399999999998</c:v>
                </c:pt>
                <c:pt idx="5234">
                  <c:v>3.7356199999999999</c:v>
                </c:pt>
                <c:pt idx="5235">
                  <c:v>3.7356199999999999</c:v>
                </c:pt>
                <c:pt idx="5236">
                  <c:v>3.7069999999999999</c:v>
                </c:pt>
                <c:pt idx="5237">
                  <c:v>3.7067299999999999</c:v>
                </c:pt>
                <c:pt idx="5238">
                  <c:v>3.7061799999999998</c:v>
                </c:pt>
                <c:pt idx="5239">
                  <c:v>3.70723</c:v>
                </c:pt>
                <c:pt idx="5240">
                  <c:v>3.7070500000000002</c:v>
                </c:pt>
                <c:pt idx="5241">
                  <c:v>3.7054399999999998</c:v>
                </c:pt>
                <c:pt idx="5242">
                  <c:v>3.7045700000000004</c:v>
                </c:pt>
                <c:pt idx="5243">
                  <c:v>3.7042600000000001</c:v>
                </c:pt>
                <c:pt idx="5244">
                  <c:v>3.7054699999999996</c:v>
                </c:pt>
                <c:pt idx="5245">
                  <c:v>3.7035999999999998</c:v>
                </c:pt>
                <c:pt idx="5246">
                  <c:v>3.7030700000000003</c:v>
                </c:pt>
                <c:pt idx="5247">
                  <c:v>3.7299799999999999</c:v>
                </c:pt>
                <c:pt idx="5248">
                  <c:v>3.7906999999999997</c:v>
                </c:pt>
                <c:pt idx="5249">
                  <c:v>3.7401799999999996</c:v>
                </c:pt>
                <c:pt idx="5250">
                  <c:v>3.7420399999999998</c:v>
                </c:pt>
                <c:pt idx="5251">
                  <c:v>3.7452199999999998</c:v>
                </c:pt>
                <c:pt idx="5252">
                  <c:v>3.6968899999999998</c:v>
                </c:pt>
                <c:pt idx="5253">
                  <c:v>3.6949899999999998</c:v>
                </c:pt>
                <c:pt idx="5254">
                  <c:v>3.69034</c:v>
                </c:pt>
                <c:pt idx="5255">
                  <c:v>3.6883400000000002</c:v>
                </c:pt>
                <c:pt idx="5256">
                  <c:v>3.68289</c:v>
                </c:pt>
                <c:pt idx="5257">
                  <c:v>3.6859799999999998</c:v>
                </c:pt>
                <c:pt idx="5258">
                  <c:v>3.7100399999999998</c:v>
                </c:pt>
                <c:pt idx="5266">
                  <c:v>3.7095500000000001</c:v>
                </c:pt>
                <c:pt idx="5267">
                  <c:v>3.7125900000000001</c:v>
                </c:pt>
                <c:pt idx="5268">
                  <c:v>3.7105700000000001</c:v>
                </c:pt>
                <c:pt idx="5269">
                  <c:v>3.71034</c:v>
                </c:pt>
                <c:pt idx="5270">
                  <c:v>3.71027</c:v>
                </c:pt>
                <c:pt idx="5271">
                  <c:v>3.7104599999999999</c:v>
                </c:pt>
                <c:pt idx="5272">
                  <c:v>3.71041</c:v>
                </c:pt>
                <c:pt idx="5273">
                  <c:v>3.7103800000000002</c:v>
                </c:pt>
                <c:pt idx="5274">
                  <c:v>3.7103699999999997</c:v>
                </c:pt>
                <c:pt idx="5275">
                  <c:v>3.7103899999999999</c:v>
                </c:pt>
                <c:pt idx="5276">
                  <c:v>3.71034</c:v>
                </c:pt>
                <c:pt idx="5277">
                  <c:v>3.71035</c:v>
                </c:pt>
                <c:pt idx="5278">
                  <c:v>3.71035</c:v>
                </c:pt>
                <c:pt idx="5279">
                  <c:v>3.7103699999999997</c:v>
                </c:pt>
                <c:pt idx="5280">
                  <c:v>3.71035</c:v>
                </c:pt>
                <c:pt idx="5281">
                  <c:v>3.7103800000000002</c:v>
                </c:pt>
                <c:pt idx="5282">
                  <c:v>3.7103600000000001</c:v>
                </c:pt>
                <c:pt idx="5283">
                  <c:v>3.71034</c:v>
                </c:pt>
                <c:pt idx="5284">
                  <c:v>3.71035</c:v>
                </c:pt>
                <c:pt idx="5285">
                  <c:v>3.7103600000000001</c:v>
                </c:pt>
                <c:pt idx="5286">
                  <c:v>3.7103800000000002</c:v>
                </c:pt>
                <c:pt idx="5287">
                  <c:v>3.7103699999999997</c:v>
                </c:pt>
                <c:pt idx="5288">
                  <c:v>3.71035</c:v>
                </c:pt>
                <c:pt idx="5289">
                  <c:v>3.71034</c:v>
                </c:pt>
                <c:pt idx="5290">
                  <c:v>3.7971500000000002</c:v>
                </c:pt>
                <c:pt idx="5291">
                  <c:v>3.7995300000000003</c:v>
                </c:pt>
                <c:pt idx="5292">
                  <c:v>3.8019400000000001</c:v>
                </c:pt>
                <c:pt idx="5293">
                  <c:v>3.8050999999999999</c:v>
                </c:pt>
                <c:pt idx="5294">
                  <c:v>3.80918</c:v>
                </c:pt>
                <c:pt idx="5295">
                  <c:v>3.81446</c:v>
                </c:pt>
                <c:pt idx="5296">
                  <c:v>3.82219</c:v>
                </c:pt>
                <c:pt idx="5297">
                  <c:v>3.83128</c:v>
                </c:pt>
                <c:pt idx="5298">
                  <c:v>3.7103099999999998</c:v>
                </c:pt>
                <c:pt idx="5299">
                  <c:v>3.7103699999999997</c:v>
                </c:pt>
                <c:pt idx="5300">
                  <c:v>3.7104200000000001</c:v>
                </c:pt>
                <c:pt idx="5301">
                  <c:v>3.71034</c:v>
                </c:pt>
                <c:pt idx="5302">
                  <c:v>3.7104200000000001</c:v>
                </c:pt>
                <c:pt idx="5303">
                  <c:v>3.7104299999999997</c:v>
                </c:pt>
                <c:pt idx="5304">
                  <c:v>3.71048</c:v>
                </c:pt>
                <c:pt idx="5305">
                  <c:v>3.7105600000000001</c:v>
                </c:pt>
                <c:pt idx="5306">
                  <c:v>3.71034</c:v>
                </c:pt>
                <c:pt idx="5307">
                  <c:v>3.7100399999999998</c:v>
                </c:pt>
                <c:pt idx="5308">
                  <c:v>3.71156</c:v>
                </c:pt>
                <c:pt idx="5316">
                  <c:v>3.7095500000000001</c:v>
                </c:pt>
                <c:pt idx="5317">
                  <c:v>3.71156</c:v>
                </c:pt>
                <c:pt idx="5318">
                  <c:v>3.7337500000000001</c:v>
                </c:pt>
                <c:pt idx="5319">
                  <c:v>3.7382300000000002</c:v>
                </c:pt>
                <c:pt idx="5320">
                  <c:v>3.73204</c:v>
                </c:pt>
                <c:pt idx="5321">
                  <c:v>3.7312399999999997</c:v>
                </c:pt>
                <c:pt idx="5322">
                  <c:v>3.7315</c:v>
                </c:pt>
                <c:pt idx="5323">
                  <c:v>3.7050799999999997</c:v>
                </c:pt>
                <c:pt idx="5324">
                  <c:v>3.7046600000000001</c:v>
                </c:pt>
                <c:pt idx="5325">
                  <c:v>3.71225</c:v>
                </c:pt>
                <c:pt idx="5326">
                  <c:v>3.7154000000000003</c:v>
                </c:pt>
                <c:pt idx="5327">
                  <c:v>3.7136100000000001</c:v>
                </c:pt>
                <c:pt idx="5328">
                  <c:v>3.71312</c:v>
                </c:pt>
                <c:pt idx="5329">
                  <c:v>3.7037</c:v>
                </c:pt>
                <c:pt idx="5330">
                  <c:v>3.7123900000000001</c:v>
                </c:pt>
                <c:pt idx="5331">
                  <c:v>3.70825</c:v>
                </c:pt>
                <c:pt idx="5332">
                  <c:v>3.6983000000000001</c:v>
                </c:pt>
                <c:pt idx="5333">
                  <c:v>3.6970300000000003</c:v>
                </c:pt>
                <c:pt idx="5334">
                  <c:v>3.6966199999999998</c:v>
                </c:pt>
                <c:pt idx="5335">
                  <c:v>3.7031900000000002</c:v>
                </c:pt>
                <c:pt idx="5336">
                  <c:v>3.7786999999999997</c:v>
                </c:pt>
                <c:pt idx="5337">
                  <c:v>3.7780500000000004</c:v>
                </c:pt>
                <c:pt idx="5338">
                  <c:v>3.7796099999999999</c:v>
                </c:pt>
                <c:pt idx="5339">
                  <c:v>3.7804799999999998</c:v>
                </c:pt>
                <c:pt idx="5340">
                  <c:v>3.77902</c:v>
                </c:pt>
                <c:pt idx="5341">
                  <c:v>3.7786300000000002</c:v>
                </c:pt>
                <c:pt idx="5342">
                  <c:v>3.7808200000000003</c:v>
                </c:pt>
                <c:pt idx="5343">
                  <c:v>3.7873699999999997</c:v>
                </c:pt>
                <c:pt idx="5344">
                  <c:v>3.7873000000000001</c:v>
                </c:pt>
                <c:pt idx="5345">
                  <c:v>3.7923400000000003</c:v>
                </c:pt>
                <c:pt idx="5346">
                  <c:v>3.79833</c:v>
                </c:pt>
                <c:pt idx="5347">
                  <c:v>3.8118000000000003</c:v>
                </c:pt>
                <c:pt idx="5348">
                  <c:v>3.8215700000000004</c:v>
                </c:pt>
                <c:pt idx="5349">
                  <c:v>3.8298400000000004</c:v>
                </c:pt>
                <c:pt idx="5350">
                  <c:v>3.7622499999999999</c:v>
                </c:pt>
                <c:pt idx="5351">
                  <c:v>3.7646799999999998</c:v>
                </c:pt>
                <c:pt idx="5352">
                  <c:v>3.7543500000000001</c:v>
                </c:pt>
                <c:pt idx="5353">
                  <c:v>3.7439899999999997</c:v>
                </c:pt>
                <c:pt idx="5354">
                  <c:v>3.74518</c:v>
                </c:pt>
                <c:pt idx="5355">
                  <c:v>3.7690100000000002</c:v>
                </c:pt>
                <c:pt idx="5356">
                  <c:v>3.7808099999999998</c:v>
                </c:pt>
                <c:pt idx="5357">
                  <c:v>3.7911799999999998</c:v>
                </c:pt>
                <c:pt idx="5358">
                  <c:v>3.7836699999999999</c:v>
                </c:pt>
                <c:pt idx="5365">
                  <c:v>4.266</c:v>
                </c:pt>
                <c:pt idx="5366">
                  <c:v>3.97193</c:v>
                </c:pt>
                <c:pt idx="5367">
                  <c:v>3.96021</c:v>
                </c:pt>
                <c:pt idx="5368">
                  <c:v>3.9013</c:v>
                </c:pt>
                <c:pt idx="5369">
                  <c:v>3.9139499999999998</c:v>
                </c:pt>
                <c:pt idx="5370">
                  <c:v>3.9056700000000002</c:v>
                </c:pt>
                <c:pt idx="5371">
                  <c:v>3.8984899999999998</c:v>
                </c:pt>
                <c:pt idx="5372">
                  <c:v>3.8914400000000002</c:v>
                </c:pt>
                <c:pt idx="5373">
                  <c:v>3.9100900000000003</c:v>
                </c:pt>
                <c:pt idx="5374">
                  <c:v>3.91587</c:v>
                </c:pt>
                <c:pt idx="5375">
                  <c:v>3.91547</c:v>
                </c:pt>
                <c:pt idx="5376">
                  <c:v>3.9140600000000001</c:v>
                </c:pt>
                <c:pt idx="5377">
                  <c:v>3.91133</c:v>
                </c:pt>
                <c:pt idx="5378">
                  <c:v>3.8917100000000002</c:v>
                </c:pt>
                <c:pt idx="5379">
                  <c:v>3.8788800000000001</c:v>
                </c:pt>
                <c:pt idx="5380">
                  <c:v>3.86856</c:v>
                </c:pt>
                <c:pt idx="5381">
                  <c:v>3.8601999999999999</c:v>
                </c:pt>
                <c:pt idx="5382">
                  <c:v>3.8545500000000001</c:v>
                </c:pt>
                <c:pt idx="5383">
                  <c:v>3.84911</c:v>
                </c:pt>
                <c:pt idx="5384">
                  <c:v>3.8447199999999997</c:v>
                </c:pt>
                <c:pt idx="5385">
                  <c:v>3.8435999999999999</c:v>
                </c:pt>
                <c:pt idx="5386">
                  <c:v>3.7238000000000002</c:v>
                </c:pt>
                <c:pt idx="5387">
                  <c:v>3.7235800000000001</c:v>
                </c:pt>
                <c:pt idx="5388">
                  <c:v>3.7243900000000001</c:v>
                </c:pt>
                <c:pt idx="5389">
                  <c:v>3.7247699999999999</c:v>
                </c:pt>
                <c:pt idx="5390">
                  <c:v>3.7237399999999998</c:v>
                </c:pt>
                <c:pt idx="5391">
                  <c:v>3.7231700000000001</c:v>
                </c:pt>
                <c:pt idx="5392">
                  <c:v>3.7242199999999999</c:v>
                </c:pt>
                <c:pt idx="5393">
                  <c:v>3.7271700000000001</c:v>
                </c:pt>
                <c:pt idx="5394">
                  <c:v>3.72634</c:v>
                </c:pt>
                <c:pt idx="5395">
                  <c:v>3.7283499999999998</c:v>
                </c:pt>
                <c:pt idx="5396">
                  <c:v>3.7302</c:v>
                </c:pt>
                <c:pt idx="5397">
                  <c:v>3.7362100000000003</c:v>
                </c:pt>
                <c:pt idx="5398">
                  <c:v>3.7350400000000001</c:v>
                </c:pt>
                <c:pt idx="5399">
                  <c:v>3.7261899999999999</c:v>
                </c:pt>
                <c:pt idx="5400">
                  <c:v>3.9291700000000001</c:v>
                </c:pt>
                <c:pt idx="5401">
                  <c:v>3.9290700000000003</c:v>
                </c:pt>
                <c:pt idx="5402">
                  <c:v>3.9219400000000002</c:v>
                </c:pt>
                <c:pt idx="5403">
                  <c:v>3.9184899999999998</c:v>
                </c:pt>
                <c:pt idx="5404">
                  <c:v>3.9173400000000003</c:v>
                </c:pt>
                <c:pt idx="5405">
                  <c:v>3.9165799999999997</c:v>
                </c:pt>
                <c:pt idx="5406">
                  <c:v>3.9158000000000004</c:v>
                </c:pt>
                <c:pt idx="5407">
                  <c:v>3.8966099999999999</c:v>
                </c:pt>
                <c:pt idx="5408">
                  <c:v>3.8460199999999998</c:v>
                </c:pt>
                <c:pt idx="5409">
                  <c:v>3.8</c:v>
                </c:pt>
                <c:pt idx="5414">
                  <c:v>4</c:v>
                </c:pt>
                <c:pt idx="5415">
                  <c:v>3.8636399999999997</c:v>
                </c:pt>
                <c:pt idx="5416">
                  <c:v>3.8696100000000002</c:v>
                </c:pt>
                <c:pt idx="5417">
                  <c:v>3.8602600000000002</c:v>
                </c:pt>
                <c:pt idx="5418">
                  <c:v>3.8505400000000001</c:v>
                </c:pt>
                <c:pt idx="5419">
                  <c:v>3.8321100000000001</c:v>
                </c:pt>
                <c:pt idx="5420">
                  <c:v>3.8243299999999998</c:v>
                </c:pt>
                <c:pt idx="5421">
                  <c:v>3.8211300000000001</c:v>
                </c:pt>
                <c:pt idx="5422">
                  <c:v>3.81839</c:v>
                </c:pt>
                <c:pt idx="5423">
                  <c:v>3.7922199999999999</c:v>
                </c:pt>
                <c:pt idx="5424">
                  <c:v>3.79244</c:v>
                </c:pt>
                <c:pt idx="5425">
                  <c:v>3.8059799999999999</c:v>
                </c:pt>
                <c:pt idx="5426">
                  <c:v>3.81175</c:v>
                </c:pt>
                <c:pt idx="5427">
                  <c:v>3.8014899999999998</c:v>
                </c:pt>
                <c:pt idx="5428">
                  <c:v>3.7877399999999999</c:v>
                </c:pt>
                <c:pt idx="5429">
                  <c:v>3.7722199999999999</c:v>
                </c:pt>
                <c:pt idx="5430">
                  <c:v>3.76796</c:v>
                </c:pt>
                <c:pt idx="5431">
                  <c:v>3.75109</c:v>
                </c:pt>
                <c:pt idx="5432">
                  <c:v>3.7467600000000001</c:v>
                </c:pt>
                <c:pt idx="5433">
                  <c:v>3.7430100000000004</c:v>
                </c:pt>
                <c:pt idx="5434">
                  <c:v>3.7401399999999998</c:v>
                </c:pt>
                <c:pt idx="5435">
                  <c:v>3.7382499999999999</c:v>
                </c:pt>
                <c:pt idx="5436">
                  <c:v>3.73881</c:v>
                </c:pt>
                <c:pt idx="5437">
                  <c:v>3.7379499999999997</c:v>
                </c:pt>
                <c:pt idx="5438">
                  <c:v>3.7379899999999999</c:v>
                </c:pt>
                <c:pt idx="5439">
                  <c:v>3.7385100000000002</c:v>
                </c:pt>
                <c:pt idx="5440">
                  <c:v>3.7394799999999999</c:v>
                </c:pt>
                <c:pt idx="5441">
                  <c:v>3.7418</c:v>
                </c:pt>
                <c:pt idx="5442">
                  <c:v>3.74518</c:v>
                </c:pt>
                <c:pt idx="5443">
                  <c:v>3.7484699999999997</c:v>
                </c:pt>
                <c:pt idx="5444">
                  <c:v>3.7534000000000001</c:v>
                </c:pt>
                <c:pt idx="5445">
                  <c:v>3.7596700000000003</c:v>
                </c:pt>
                <c:pt idx="5446">
                  <c:v>3.7681799999999996</c:v>
                </c:pt>
                <c:pt idx="5447">
                  <c:v>3.7785600000000001</c:v>
                </c:pt>
                <c:pt idx="5448">
                  <c:v>3.78186</c:v>
                </c:pt>
                <c:pt idx="5449">
                  <c:v>3.8471299999999999</c:v>
                </c:pt>
                <c:pt idx="5450">
                  <c:v>3.8531399999999998</c:v>
                </c:pt>
                <c:pt idx="5451">
                  <c:v>3.86191</c:v>
                </c:pt>
                <c:pt idx="5452">
                  <c:v>3.8112399999999997</c:v>
                </c:pt>
                <c:pt idx="5453">
                  <c:v>3.8125</c:v>
                </c:pt>
                <c:pt idx="5454">
                  <c:v>3.8140700000000001</c:v>
                </c:pt>
                <c:pt idx="5455">
                  <c:v>3.8154599999999999</c:v>
                </c:pt>
                <c:pt idx="5456">
                  <c:v>3.8188599999999999</c:v>
                </c:pt>
                <c:pt idx="5457">
                  <c:v>3.82918</c:v>
                </c:pt>
                <c:pt idx="5458">
                  <c:v>3.8527300000000002</c:v>
                </c:pt>
                <c:pt idx="5464">
                  <c:v>3.25</c:v>
                </c:pt>
                <c:pt idx="5465">
                  <c:v>3.3486799999999999</c:v>
                </c:pt>
                <c:pt idx="5466">
                  <c:v>3.3416600000000001</c:v>
                </c:pt>
                <c:pt idx="5467">
                  <c:v>3.3467500000000001</c:v>
                </c:pt>
                <c:pt idx="5468">
                  <c:v>3.3531900000000001</c:v>
                </c:pt>
                <c:pt idx="5469">
                  <c:v>3.3833299999999999</c:v>
                </c:pt>
                <c:pt idx="5470">
                  <c:v>3.3903000000000003</c:v>
                </c:pt>
                <c:pt idx="5471">
                  <c:v>3.3897699999999999</c:v>
                </c:pt>
                <c:pt idx="5472">
                  <c:v>3.4004699999999999</c:v>
                </c:pt>
                <c:pt idx="5473">
                  <c:v>3.4013400000000003</c:v>
                </c:pt>
                <c:pt idx="5474">
                  <c:v>3.4155300000000004</c:v>
                </c:pt>
                <c:pt idx="5475">
                  <c:v>3.4086599999999998</c:v>
                </c:pt>
                <c:pt idx="5476">
                  <c:v>3.4037800000000002</c:v>
                </c:pt>
                <c:pt idx="5477">
                  <c:v>3.4011799999999996</c:v>
                </c:pt>
                <c:pt idx="5478">
                  <c:v>3.49187</c:v>
                </c:pt>
                <c:pt idx="5479">
                  <c:v>3.4961799999999998</c:v>
                </c:pt>
                <c:pt idx="5480">
                  <c:v>3.4998299999999998</c:v>
                </c:pt>
                <c:pt idx="5481">
                  <c:v>3.5028000000000001</c:v>
                </c:pt>
                <c:pt idx="5482">
                  <c:v>3.5319400000000001</c:v>
                </c:pt>
                <c:pt idx="5483">
                  <c:v>3.5330900000000001</c:v>
                </c:pt>
                <c:pt idx="5484">
                  <c:v>3.5339800000000001</c:v>
                </c:pt>
                <c:pt idx="5485">
                  <c:v>3.5347300000000001</c:v>
                </c:pt>
                <c:pt idx="5486">
                  <c:v>3.5273600000000003</c:v>
                </c:pt>
                <c:pt idx="5487">
                  <c:v>3.5276900000000002</c:v>
                </c:pt>
                <c:pt idx="5488">
                  <c:v>3.5276900000000002</c:v>
                </c:pt>
                <c:pt idx="5489">
                  <c:v>3.5274999999999999</c:v>
                </c:pt>
                <c:pt idx="5490">
                  <c:v>3.52704</c:v>
                </c:pt>
                <c:pt idx="5491">
                  <c:v>3.5260599999999998</c:v>
                </c:pt>
                <c:pt idx="5492">
                  <c:v>3.52475</c:v>
                </c:pt>
                <c:pt idx="5493">
                  <c:v>3.5234999999999999</c:v>
                </c:pt>
                <c:pt idx="5494">
                  <c:v>3.5216699999999999</c:v>
                </c:pt>
                <c:pt idx="5495">
                  <c:v>3.5193000000000003</c:v>
                </c:pt>
                <c:pt idx="5496">
                  <c:v>3.5163000000000002</c:v>
                </c:pt>
                <c:pt idx="5497">
                  <c:v>3.5123500000000001</c:v>
                </c:pt>
                <c:pt idx="5498">
                  <c:v>3.5182199999999999</c:v>
                </c:pt>
                <c:pt idx="5499">
                  <c:v>3.52643</c:v>
                </c:pt>
                <c:pt idx="5500">
                  <c:v>3.5382500000000001</c:v>
                </c:pt>
                <c:pt idx="5501">
                  <c:v>3.49119</c:v>
                </c:pt>
                <c:pt idx="5502">
                  <c:v>3.5114999999999998</c:v>
                </c:pt>
                <c:pt idx="5503">
                  <c:v>3.52854</c:v>
                </c:pt>
                <c:pt idx="5504">
                  <c:v>3.5472100000000002</c:v>
                </c:pt>
                <c:pt idx="5505">
                  <c:v>3.6016699999999999</c:v>
                </c:pt>
                <c:pt idx="5506">
                  <c:v>3.3787800000000003</c:v>
                </c:pt>
                <c:pt idx="5507">
                  <c:v>3.3723299999999998</c:v>
                </c:pt>
                <c:pt idx="5508">
                  <c:v>3.3558000000000003</c:v>
                </c:pt>
                <c:pt idx="5515">
                  <c:v>3.7970000000000002</c:v>
                </c:pt>
                <c:pt idx="5516">
                  <c:v>3.7970000000000002</c:v>
                </c:pt>
                <c:pt idx="5517">
                  <c:v>3.7970000000000002</c:v>
                </c:pt>
                <c:pt idx="5518">
                  <c:v>3.7970000000000002</c:v>
                </c:pt>
                <c:pt idx="5519">
                  <c:v>3.7970000000000002</c:v>
                </c:pt>
                <c:pt idx="5520">
                  <c:v>3.7970000000000002</c:v>
                </c:pt>
                <c:pt idx="5521">
                  <c:v>3.7970000000000002</c:v>
                </c:pt>
                <c:pt idx="5522">
                  <c:v>3.7970000000000002</c:v>
                </c:pt>
                <c:pt idx="5523">
                  <c:v>3.7970000000000002</c:v>
                </c:pt>
                <c:pt idx="5524">
                  <c:v>3.7970000000000002</c:v>
                </c:pt>
                <c:pt idx="5525">
                  <c:v>3.7970000000000002</c:v>
                </c:pt>
                <c:pt idx="5526">
                  <c:v>3.7970000000000002</c:v>
                </c:pt>
                <c:pt idx="5527">
                  <c:v>3.7970000000000002</c:v>
                </c:pt>
                <c:pt idx="5528">
                  <c:v>3.6372300000000002</c:v>
                </c:pt>
                <c:pt idx="5529">
                  <c:v>3.6212199999999997</c:v>
                </c:pt>
                <c:pt idx="5530">
                  <c:v>3.6242700000000001</c:v>
                </c:pt>
                <c:pt idx="5531">
                  <c:v>3.6225300000000002</c:v>
                </c:pt>
                <c:pt idx="5532">
                  <c:v>3.5958200000000002</c:v>
                </c:pt>
                <c:pt idx="5533">
                  <c:v>3.5955100000000004</c:v>
                </c:pt>
                <c:pt idx="5534">
                  <c:v>3.5954099999999998</c:v>
                </c:pt>
                <c:pt idx="5535">
                  <c:v>3.59721</c:v>
                </c:pt>
                <c:pt idx="5536">
                  <c:v>3.6181399999999999</c:v>
                </c:pt>
                <c:pt idx="5537">
                  <c:v>3.6182399999999997</c:v>
                </c:pt>
                <c:pt idx="5538">
                  <c:v>3.6184000000000003</c:v>
                </c:pt>
                <c:pt idx="5539">
                  <c:v>3.6185700000000001</c:v>
                </c:pt>
                <c:pt idx="5540">
                  <c:v>3.61768</c:v>
                </c:pt>
                <c:pt idx="5541">
                  <c:v>3.6169099999999998</c:v>
                </c:pt>
                <c:pt idx="5542">
                  <c:v>3.6169099999999998</c:v>
                </c:pt>
                <c:pt idx="5543">
                  <c:v>3.6181100000000002</c:v>
                </c:pt>
                <c:pt idx="5544">
                  <c:v>3.6169099999999998</c:v>
                </c:pt>
                <c:pt idx="5545">
                  <c:v>3.6172399999999998</c:v>
                </c:pt>
                <c:pt idx="5546">
                  <c:v>3.6170100000000001</c:v>
                </c:pt>
                <c:pt idx="5547">
                  <c:v>3.6187300000000002</c:v>
                </c:pt>
                <c:pt idx="5548">
                  <c:v>3.8268200000000001</c:v>
                </c:pt>
                <c:pt idx="5549">
                  <c:v>3.8978899999999999</c:v>
                </c:pt>
                <c:pt idx="5550">
                  <c:v>3.7970000000000002</c:v>
                </c:pt>
                <c:pt idx="5551">
                  <c:v>3.7970000000000002</c:v>
                </c:pt>
                <c:pt idx="5552">
                  <c:v>3.7970000000000002</c:v>
                </c:pt>
                <c:pt idx="5553">
                  <c:v>3.7970000000000002</c:v>
                </c:pt>
                <c:pt idx="5554">
                  <c:v>3.7970000000000002</c:v>
                </c:pt>
                <c:pt idx="5555">
                  <c:v>3.7970000000000002</c:v>
                </c:pt>
                <c:pt idx="5556">
                  <c:v>3.7970000000000002</c:v>
                </c:pt>
                <c:pt idx="5557">
                  <c:v>3.7970000000000002</c:v>
                </c:pt>
                <c:pt idx="5558">
                  <c:v>3.7970000000000002</c:v>
                </c:pt>
                <c:pt idx="5565">
                  <c:v>4.0460000000000003</c:v>
                </c:pt>
                <c:pt idx="5566">
                  <c:v>4.0460000000000003</c:v>
                </c:pt>
                <c:pt idx="5567">
                  <c:v>4.0460000000000003</c:v>
                </c:pt>
                <c:pt idx="5568">
                  <c:v>4.0460000000000003</c:v>
                </c:pt>
                <c:pt idx="5569">
                  <c:v>4.0460000000000003</c:v>
                </c:pt>
                <c:pt idx="5570">
                  <c:v>4.0460000000000003</c:v>
                </c:pt>
                <c:pt idx="5571">
                  <c:v>4.0460000000000003</c:v>
                </c:pt>
                <c:pt idx="5572">
                  <c:v>4.0460000000000003</c:v>
                </c:pt>
                <c:pt idx="5573">
                  <c:v>4.0460000000000003</c:v>
                </c:pt>
                <c:pt idx="5574">
                  <c:v>4.0460000000000003</c:v>
                </c:pt>
                <c:pt idx="5575">
                  <c:v>4.0460000000000003</c:v>
                </c:pt>
                <c:pt idx="5576">
                  <c:v>4.0460000000000003</c:v>
                </c:pt>
                <c:pt idx="5577">
                  <c:v>4.0460000000000003</c:v>
                </c:pt>
                <c:pt idx="5578">
                  <c:v>4.0042299999999997</c:v>
                </c:pt>
                <c:pt idx="5579">
                  <c:v>3.9737399999999998</c:v>
                </c:pt>
                <c:pt idx="5580">
                  <c:v>3.9498000000000002</c:v>
                </c:pt>
                <c:pt idx="5581">
                  <c:v>3.93119</c:v>
                </c:pt>
                <c:pt idx="5582">
                  <c:v>3.9200999999999997</c:v>
                </c:pt>
                <c:pt idx="5583">
                  <c:v>3.9104399999999999</c:v>
                </c:pt>
                <c:pt idx="5584">
                  <c:v>3.7936300000000003</c:v>
                </c:pt>
                <c:pt idx="5585">
                  <c:v>3.7115500000000003</c:v>
                </c:pt>
                <c:pt idx="5586">
                  <c:v>3.6623399999999999</c:v>
                </c:pt>
                <c:pt idx="5587">
                  <c:v>3.6623399999999999</c:v>
                </c:pt>
                <c:pt idx="5588">
                  <c:v>3.6623399999999999</c:v>
                </c:pt>
                <c:pt idx="5589">
                  <c:v>3.6623399999999999</c:v>
                </c:pt>
                <c:pt idx="5590">
                  <c:v>3.6623399999999999</c:v>
                </c:pt>
                <c:pt idx="5591">
                  <c:v>3.6623399999999999</c:v>
                </c:pt>
                <c:pt idx="5592">
                  <c:v>3.6623399999999999</c:v>
                </c:pt>
                <c:pt idx="5593">
                  <c:v>3.6623399999999999</c:v>
                </c:pt>
                <c:pt idx="5594">
                  <c:v>3.6623399999999999</c:v>
                </c:pt>
                <c:pt idx="5595">
                  <c:v>3.6623399999999999</c:v>
                </c:pt>
                <c:pt idx="5596">
                  <c:v>3.6623399999999999</c:v>
                </c:pt>
                <c:pt idx="5597">
                  <c:v>3.6623399999999999</c:v>
                </c:pt>
                <c:pt idx="5598">
                  <c:v>3.72281</c:v>
                </c:pt>
                <c:pt idx="5599">
                  <c:v>3.7488600000000001</c:v>
                </c:pt>
                <c:pt idx="5600">
                  <c:v>4.0460000000000003</c:v>
                </c:pt>
                <c:pt idx="5601">
                  <c:v>4.0460000000000003</c:v>
                </c:pt>
                <c:pt idx="5602">
                  <c:v>4.0460000000000003</c:v>
                </c:pt>
                <c:pt idx="5603">
                  <c:v>4.0460000000000003</c:v>
                </c:pt>
                <c:pt idx="5604">
                  <c:v>4.0460000000000003</c:v>
                </c:pt>
                <c:pt idx="5605">
                  <c:v>4.0460000000000003</c:v>
                </c:pt>
                <c:pt idx="5606">
                  <c:v>4.0460000000000003</c:v>
                </c:pt>
                <c:pt idx="5607">
                  <c:v>4.0460000000000003</c:v>
                </c:pt>
                <c:pt idx="5608">
                  <c:v>4.0460000000000003</c:v>
                </c:pt>
                <c:pt idx="5615">
                  <c:v>4.476</c:v>
                </c:pt>
                <c:pt idx="5616">
                  <c:v>4.476</c:v>
                </c:pt>
                <c:pt idx="5617">
                  <c:v>4.476</c:v>
                </c:pt>
                <c:pt idx="5618">
                  <c:v>4.476</c:v>
                </c:pt>
                <c:pt idx="5619">
                  <c:v>4.476</c:v>
                </c:pt>
                <c:pt idx="5620">
                  <c:v>4.476</c:v>
                </c:pt>
                <c:pt idx="5621">
                  <c:v>4.476</c:v>
                </c:pt>
                <c:pt idx="5622">
                  <c:v>4.476</c:v>
                </c:pt>
                <c:pt idx="5623">
                  <c:v>4.476</c:v>
                </c:pt>
                <c:pt idx="5624">
                  <c:v>4.476</c:v>
                </c:pt>
                <c:pt idx="5625">
                  <c:v>4.476</c:v>
                </c:pt>
                <c:pt idx="5626">
                  <c:v>4.476</c:v>
                </c:pt>
                <c:pt idx="5627">
                  <c:v>4.476</c:v>
                </c:pt>
                <c:pt idx="5628">
                  <c:v>4.3946899999999998</c:v>
                </c:pt>
                <c:pt idx="5629">
                  <c:v>4.3342399999999994</c:v>
                </c:pt>
                <c:pt idx="5630">
                  <c:v>4.2867499999999996</c:v>
                </c:pt>
                <c:pt idx="5631">
                  <c:v>4.2505600000000001</c:v>
                </c:pt>
                <c:pt idx="5632">
                  <c:v>4.22898</c:v>
                </c:pt>
                <c:pt idx="5633">
                  <c:v>4.2101800000000003</c:v>
                </c:pt>
                <c:pt idx="5634">
                  <c:v>4.1958000000000002</c:v>
                </c:pt>
                <c:pt idx="5635">
                  <c:v>4.1846399999999999</c:v>
                </c:pt>
                <c:pt idx="5636">
                  <c:v>4.0141200000000001</c:v>
                </c:pt>
                <c:pt idx="5637">
                  <c:v>4.0245699999999998</c:v>
                </c:pt>
                <c:pt idx="5638">
                  <c:v>4.01051</c:v>
                </c:pt>
                <c:pt idx="5639">
                  <c:v>4.0111799999999995</c:v>
                </c:pt>
                <c:pt idx="5640">
                  <c:v>4.0184299999999995</c:v>
                </c:pt>
                <c:pt idx="5641">
                  <c:v>4.0256499999999997</c:v>
                </c:pt>
                <c:pt idx="5642">
                  <c:v>4.0340800000000003</c:v>
                </c:pt>
                <c:pt idx="5643">
                  <c:v>4.0381599999999995</c:v>
                </c:pt>
                <c:pt idx="5644">
                  <c:v>4.0536700000000003</c:v>
                </c:pt>
                <c:pt idx="5645">
                  <c:v>4.0692899999999996</c:v>
                </c:pt>
                <c:pt idx="5646">
                  <c:v>4.08873</c:v>
                </c:pt>
                <c:pt idx="5647">
                  <c:v>4.1305200000000006</c:v>
                </c:pt>
                <c:pt idx="5648">
                  <c:v>4.476</c:v>
                </c:pt>
                <c:pt idx="5649">
                  <c:v>4.476</c:v>
                </c:pt>
                <c:pt idx="5650">
                  <c:v>4.476</c:v>
                </c:pt>
                <c:pt idx="5651">
                  <c:v>4.476</c:v>
                </c:pt>
                <c:pt idx="5652">
                  <c:v>4.476</c:v>
                </c:pt>
                <c:pt idx="5653">
                  <c:v>4.476</c:v>
                </c:pt>
                <c:pt idx="5654">
                  <c:v>4.476</c:v>
                </c:pt>
                <c:pt idx="5655">
                  <c:v>4.476</c:v>
                </c:pt>
                <c:pt idx="5656">
                  <c:v>4.476</c:v>
                </c:pt>
                <c:pt idx="5657">
                  <c:v>4.476</c:v>
                </c:pt>
                <c:pt idx="5658">
                  <c:v>4.476</c:v>
                </c:pt>
                <c:pt idx="5664">
                  <c:v>3.5990000000000002</c:v>
                </c:pt>
                <c:pt idx="5665">
                  <c:v>3.7671600000000001</c:v>
                </c:pt>
                <c:pt idx="5666">
                  <c:v>3.7655700000000003</c:v>
                </c:pt>
                <c:pt idx="5667">
                  <c:v>3.7671600000000001</c:v>
                </c:pt>
                <c:pt idx="5668">
                  <c:v>3.67015</c:v>
                </c:pt>
                <c:pt idx="5669">
                  <c:v>3.6257299999999999</c:v>
                </c:pt>
                <c:pt idx="5670">
                  <c:v>3.5483600000000002</c:v>
                </c:pt>
                <c:pt idx="5671">
                  <c:v>3.5211999999999999</c:v>
                </c:pt>
                <c:pt idx="5672">
                  <c:v>3.5196100000000001</c:v>
                </c:pt>
                <c:pt idx="5673">
                  <c:v>3.5015200000000002</c:v>
                </c:pt>
                <c:pt idx="5674">
                  <c:v>3.5</c:v>
                </c:pt>
                <c:pt idx="5675">
                  <c:v>3.5056100000000003</c:v>
                </c:pt>
                <c:pt idx="5676">
                  <c:v>3.5068600000000001</c:v>
                </c:pt>
                <c:pt idx="5677">
                  <c:v>3.5060700000000002</c:v>
                </c:pt>
                <c:pt idx="5678">
                  <c:v>3.5064699999999998</c:v>
                </c:pt>
                <c:pt idx="5679">
                  <c:v>3.5032199999999998</c:v>
                </c:pt>
                <c:pt idx="5680">
                  <c:v>3.5061599999999999</c:v>
                </c:pt>
                <c:pt idx="5681">
                  <c:v>3.50352</c:v>
                </c:pt>
                <c:pt idx="5682">
                  <c:v>3.5</c:v>
                </c:pt>
                <c:pt idx="5683">
                  <c:v>3.5</c:v>
                </c:pt>
                <c:pt idx="5684">
                  <c:v>3.5</c:v>
                </c:pt>
                <c:pt idx="5685">
                  <c:v>3.5063599999999999</c:v>
                </c:pt>
                <c:pt idx="5686">
                  <c:v>3.5735999999999999</c:v>
                </c:pt>
                <c:pt idx="5687">
                  <c:v>3.5739699999999996</c:v>
                </c:pt>
                <c:pt idx="5688">
                  <c:v>3.5750500000000001</c:v>
                </c:pt>
                <c:pt idx="5689">
                  <c:v>3.5759499999999997</c:v>
                </c:pt>
                <c:pt idx="5690">
                  <c:v>3.5119699999999998</c:v>
                </c:pt>
                <c:pt idx="5691">
                  <c:v>3.5116499999999999</c:v>
                </c:pt>
                <c:pt idx="5692">
                  <c:v>3.5116499999999999</c:v>
                </c:pt>
                <c:pt idx="5693">
                  <c:v>3.5125300000000004</c:v>
                </c:pt>
                <c:pt idx="5694">
                  <c:v>3.5116499999999999</c:v>
                </c:pt>
                <c:pt idx="5695">
                  <c:v>3.5116499999999999</c:v>
                </c:pt>
                <c:pt idx="5696">
                  <c:v>3.51884</c:v>
                </c:pt>
                <c:pt idx="5697">
                  <c:v>3.53287</c:v>
                </c:pt>
                <c:pt idx="5698">
                  <c:v>3.54183</c:v>
                </c:pt>
                <c:pt idx="5699">
                  <c:v>3.52576</c:v>
                </c:pt>
                <c:pt idx="5700">
                  <c:v>3.55498</c:v>
                </c:pt>
                <c:pt idx="5701">
                  <c:v>3.5605199999999999</c:v>
                </c:pt>
                <c:pt idx="5702">
                  <c:v>3.5707800000000001</c:v>
                </c:pt>
                <c:pt idx="5703">
                  <c:v>3.5708600000000001</c:v>
                </c:pt>
                <c:pt idx="5704">
                  <c:v>3.5674000000000001</c:v>
                </c:pt>
                <c:pt idx="5705">
                  <c:v>3.5711999999999997</c:v>
                </c:pt>
                <c:pt idx="5706">
                  <c:v>3.5821999999999998</c:v>
                </c:pt>
                <c:pt idx="5707">
                  <c:v>3.69014</c:v>
                </c:pt>
                <c:pt idx="5708">
                  <c:v>3.7258100000000001</c:v>
                </c:pt>
                <c:pt idx="5732">
                  <c:v>4</c:v>
                </c:pt>
                <c:pt idx="5736">
                  <c:v>4</c:v>
                </c:pt>
                <c:pt idx="5737">
                  <c:v>4</c:v>
                </c:pt>
                <c:pt idx="5738">
                  <c:v>4</c:v>
                </c:pt>
                <c:pt idx="5739">
                  <c:v>4</c:v>
                </c:pt>
                <c:pt idx="5740">
                  <c:v>4</c:v>
                </c:pt>
                <c:pt idx="5741">
                  <c:v>4</c:v>
                </c:pt>
                <c:pt idx="5742">
                  <c:v>4</c:v>
                </c:pt>
                <c:pt idx="5743">
                  <c:v>4</c:v>
                </c:pt>
                <c:pt idx="5744">
                  <c:v>4</c:v>
                </c:pt>
                <c:pt idx="5745">
                  <c:v>4</c:v>
                </c:pt>
                <c:pt idx="5765">
                  <c:v>3.5</c:v>
                </c:pt>
                <c:pt idx="5766">
                  <c:v>3.5</c:v>
                </c:pt>
                <c:pt idx="5767">
                  <c:v>3.5</c:v>
                </c:pt>
                <c:pt idx="5768">
                  <c:v>3.5</c:v>
                </c:pt>
                <c:pt idx="5769">
                  <c:v>3.5</c:v>
                </c:pt>
                <c:pt idx="5770">
                  <c:v>3.5</c:v>
                </c:pt>
                <c:pt idx="5771">
                  <c:v>3.5</c:v>
                </c:pt>
                <c:pt idx="5772">
                  <c:v>3.5</c:v>
                </c:pt>
                <c:pt idx="5773">
                  <c:v>3.5</c:v>
                </c:pt>
                <c:pt idx="5774">
                  <c:v>3.5</c:v>
                </c:pt>
                <c:pt idx="5775">
                  <c:v>3.5</c:v>
                </c:pt>
                <c:pt idx="5776">
                  <c:v>3.5</c:v>
                </c:pt>
                <c:pt idx="5777">
                  <c:v>3.5</c:v>
                </c:pt>
                <c:pt idx="5778">
                  <c:v>3.5</c:v>
                </c:pt>
                <c:pt idx="5779">
                  <c:v>3.5</c:v>
                </c:pt>
                <c:pt idx="5780">
                  <c:v>3.5</c:v>
                </c:pt>
                <c:pt idx="5781">
                  <c:v>3.5</c:v>
                </c:pt>
                <c:pt idx="5782">
                  <c:v>3.5</c:v>
                </c:pt>
                <c:pt idx="5783">
                  <c:v>3.5</c:v>
                </c:pt>
                <c:pt idx="5784">
                  <c:v>3.5</c:v>
                </c:pt>
                <c:pt idx="5785">
                  <c:v>3.5</c:v>
                </c:pt>
                <c:pt idx="5786">
                  <c:v>3.9178899999999999</c:v>
                </c:pt>
                <c:pt idx="5787">
                  <c:v>3.91832</c:v>
                </c:pt>
                <c:pt idx="5788">
                  <c:v>3.9192</c:v>
                </c:pt>
                <c:pt idx="5789">
                  <c:v>3.9192900000000002</c:v>
                </c:pt>
                <c:pt idx="5790">
                  <c:v>3.9201700000000002</c:v>
                </c:pt>
                <c:pt idx="5791">
                  <c:v>3.9215</c:v>
                </c:pt>
                <c:pt idx="5792">
                  <c:v>3.9228299999999998</c:v>
                </c:pt>
                <c:pt idx="5793">
                  <c:v>3.9247199999999998</c:v>
                </c:pt>
                <c:pt idx="5794">
                  <c:v>3.9275300000000004</c:v>
                </c:pt>
                <c:pt idx="5795">
                  <c:v>3.93066</c:v>
                </c:pt>
                <c:pt idx="5796">
                  <c:v>3.93431</c:v>
                </c:pt>
                <c:pt idx="5797">
                  <c:v>3.9386900000000002</c:v>
                </c:pt>
                <c:pt idx="5798">
                  <c:v>4</c:v>
                </c:pt>
                <c:pt idx="5799">
                  <c:v>4</c:v>
                </c:pt>
                <c:pt idx="5800">
                  <c:v>4</c:v>
                </c:pt>
                <c:pt idx="5801">
                  <c:v>4</c:v>
                </c:pt>
                <c:pt idx="5802">
                  <c:v>4</c:v>
                </c:pt>
                <c:pt idx="5803">
                  <c:v>4</c:v>
                </c:pt>
                <c:pt idx="5804">
                  <c:v>4</c:v>
                </c:pt>
                <c:pt idx="5805">
                  <c:v>4</c:v>
                </c:pt>
                <c:pt idx="5806">
                  <c:v>3.5</c:v>
                </c:pt>
                <c:pt idx="5807">
                  <c:v>3.5</c:v>
                </c:pt>
                <c:pt idx="5808">
                  <c:v>3.5</c:v>
                </c:pt>
                <c:pt idx="5815">
                  <c:v>3.28</c:v>
                </c:pt>
                <c:pt idx="5816">
                  <c:v>3.28</c:v>
                </c:pt>
                <c:pt idx="5817">
                  <c:v>3.28</c:v>
                </c:pt>
                <c:pt idx="5818">
                  <c:v>3.28</c:v>
                </c:pt>
                <c:pt idx="5819">
                  <c:v>3.28</c:v>
                </c:pt>
                <c:pt idx="5820">
                  <c:v>3.28</c:v>
                </c:pt>
                <c:pt idx="5821">
                  <c:v>3.28</c:v>
                </c:pt>
                <c:pt idx="5822">
                  <c:v>3.28</c:v>
                </c:pt>
                <c:pt idx="5823">
                  <c:v>3.28</c:v>
                </c:pt>
                <c:pt idx="5824">
                  <c:v>3.28</c:v>
                </c:pt>
                <c:pt idx="5825">
                  <c:v>3.28</c:v>
                </c:pt>
                <c:pt idx="5826">
                  <c:v>3.28</c:v>
                </c:pt>
                <c:pt idx="5827">
                  <c:v>3.28</c:v>
                </c:pt>
                <c:pt idx="5828">
                  <c:v>3.28</c:v>
                </c:pt>
                <c:pt idx="5829">
                  <c:v>3.28</c:v>
                </c:pt>
                <c:pt idx="5830">
                  <c:v>3.28</c:v>
                </c:pt>
                <c:pt idx="5831">
                  <c:v>3.28</c:v>
                </c:pt>
                <c:pt idx="5832">
                  <c:v>3.28</c:v>
                </c:pt>
                <c:pt idx="5833">
                  <c:v>3.28</c:v>
                </c:pt>
                <c:pt idx="5834">
                  <c:v>3.28</c:v>
                </c:pt>
                <c:pt idx="5835">
                  <c:v>3.28</c:v>
                </c:pt>
                <c:pt idx="5836">
                  <c:v>3.5139699999999996</c:v>
                </c:pt>
                <c:pt idx="5837">
                  <c:v>3.5123099999999998</c:v>
                </c:pt>
                <c:pt idx="5838">
                  <c:v>3.5125600000000001</c:v>
                </c:pt>
                <c:pt idx="5839">
                  <c:v>3.51356</c:v>
                </c:pt>
                <c:pt idx="5840">
                  <c:v>3.5165000000000002</c:v>
                </c:pt>
                <c:pt idx="5841">
                  <c:v>3.5219399999999998</c:v>
                </c:pt>
                <c:pt idx="5842">
                  <c:v>3.5293699999999997</c:v>
                </c:pt>
                <c:pt idx="5843">
                  <c:v>3.5371999999999999</c:v>
                </c:pt>
                <c:pt idx="5844">
                  <c:v>3.5488899999999997</c:v>
                </c:pt>
                <c:pt idx="5845">
                  <c:v>3.5646599999999999</c:v>
                </c:pt>
                <c:pt idx="5846">
                  <c:v>3.5855999999999999</c:v>
                </c:pt>
                <c:pt idx="5847">
                  <c:v>3.6152500000000001</c:v>
                </c:pt>
                <c:pt idx="5848">
                  <c:v>3.4043699999999997</c:v>
                </c:pt>
                <c:pt idx="5849">
                  <c:v>3.42096</c:v>
                </c:pt>
                <c:pt idx="5850">
                  <c:v>3.4494499999999997</c:v>
                </c:pt>
                <c:pt idx="5851">
                  <c:v>3.49512</c:v>
                </c:pt>
                <c:pt idx="5852">
                  <c:v>3.5839299999999996</c:v>
                </c:pt>
                <c:pt idx="5853">
                  <c:v>3.65835</c:v>
                </c:pt>
                <c:pt idx="5854">
                  <c:v>3.7484499999999996</c:v>
                </c:pt>
                <c:pt idx="5855">
                  <c:v>3.90639</c:v>
                </c:pt>
                <c:pt idx="5856">
                  <c:v>3.28</c:v>
                </c:pt>
                <c:pt idx="5857">
                  <c:v>3.28</c:v>
                </c:pt>
                <c:pt idx="5858">
                  <c:v>3.28</c:v>
                </c:pt>
                <c:pt idx="5864">
                  <c:v>3.5</c:v>
                </c:pt>
                <c:pt idx="5865">
                  <c:v>3.5</c:v>
                </c:pt>
                <c:pt idx="5866">
                  <c:v>3.5</c:v>
                </c:pt>
                <c:pt idx="5867">
                  <c:v>3.5</c:v>
                </c:pt>
                <c:pt idx="5868">
                  <c:v>3.95045</c:v>
                </c:pt>
                <c:pt idx="5869">
                  <c:v>3.7038000000000002</c:v>
                </c:pt>
                <c:pt idx="5870">
                  <c:v>3.6116599999999996</c:v>
                </c:pt>
                <c:pt idx="5871">
                  <c:v>3.6636500000000001</c:v>
                </c:pt>
                <c:pt idx="5872">
                  <c:v>3.6225300000000002</c:v>
                </c:pt>
                <c:pt idx="5873">
                  <c:v>3.5677600000000003</c:v>
                </c:pt>
                <c:pt idx="5874">
                  <c:v>3.5410200000000001</c:v>
                </c:pt>
                <c:pt idx="5875">
                  <c:v>3.5</c:v>
                </c:pt>
                <c:pt idx="5876">
                  <c:v>3.5</c:v>
                </c:pt>
                <c:pt idx="5877">
                  <c:v>3.5136399999999997</c:v>
                </c:pt>
                <c:pt idx="5878">
                  <c:v>3.53071</c:v>
                </c:pt>
                <c:pt idx="5879">
                  <c:v>3.5494599999999998</c:v>
                </c:pt>
                <c:pt idx="5880">
                  <c:v>3.5177899999999998</c:v>
                </c:pt>
                <c:pt idx="5881">
                  <c:v>3.5313300000000001</c:v>
                </c:pt>
                <c:pt idx="5882">
                  <c:v>3.5157500000000002</c:v>
                </c:pt>
                <c:pt idx="5883">
                  <c:v>3.5</c:v>
                </c:pt>
                <c:pt idx="5884">
                  <c:v>3.5049899999999998</c:v>
                </c:pt>
                <c:pt idx="5885">
                  <c:v>3.5</c:v>
                </c:pt>
                <c:pt idx="5886">
                  <c:v>3.8633800000000003</c:v>
                </c:pt>
                <c:pt idx="5887">
                  <c:v>3.8697300000000001</c:v>
                </c:pt>
                <c:pt idx="5888">
                  <c:v>3.85846</c:v>
                </c:pt>
                <c:pt idx="5889">
                  <c:v>3.8624699999999996</c:v>
                </c:pt>
                <c:pt idx="5890">
                  <c:v>3.9170799999999999</c:v>
                </c:pt>
                <c:pt idx="5891">
                  <c:v>3.9122499999999998</c:v>
                </c:pt>
                <c:pt idx="5892">
                  <c:v>3.9155600000000002</c:v>
                </c:pt>
                <c:pt idx="5893">
                  <c:v>3.9250700000000003</c:v>
                </c:pt>
                <c:pt idx="5894">
                  <c:v>3.96882</c:v>
                </c:pt>
                <c:pt idx="5895">
                  <c:v>3.9681999999999999</c:v>
                </c:pt>
                <c:pt idx="5896">
                  <c:v>3.9885199999999998</c:v>
                </c:pt>
                <c:pt idx="5897">
                  <c:v>4</c:v>
                </c:pt>
                <c:pt idx="5898">
                  <c:v>3.5079600000000002</c:v>
                </c:pt>
                <c:pt idx="5899">
                  <c:v>3.5688200000000001</c:v>
                </c:pt>
                <c:pt idx="5900">
                  <c:v>3.5691599999999997</c:v>
                </c:pt>
                <c:pt idx="5901">
                  <c:v>3.6030900000000003</c:v>
                </c:pt>
                <c:pt idx="5902">
                  <c:v>3.7126600000000001</c:v>
                </c:pt>
                <c:pt idx="5903">
                  <c:v>3.7655400000000001</c:v>
                </c:pt>
                <c:pt idx="5904">
                  <c:v>3.65985</c:v>
                </c:pt>
                <c:pt idx="5905">
                  <c:v>3.84714</c:v>
                </c:pt>
                <c:pt idx="5906">
                  <c:v>4</c:v>
                </c:pt>
                <c:pt idx="5907">
                  <c:v>4</c:v>
                </c:pt>
                <c:pt idx="5908">
                  <c:v>4</c:v>
                </c:pt>
                <c:pt idx="5915">
                  <c:v>3.65</c:v>
                </c:pt>
                <c:pt idx="5916">
                  <c:v>3.65</c:v>
                </c:pt>
                <c:pt idx="5917">
                  <c:v>3.65</c:v>
                </c:pt>
                <c:pt idx="5918">
                  <c:v>3.65</c:v>
                </c:pt>
                <c:pt idx="5919">
                  <c:v>3.65</c:v>
                </c:pt>
                <c:pt idx="5920">
                  <c:v>3.65</c:v>
                </c:pt>
                <c:pt idx="5921">
                  <c:v>3.65</c:v>
                </c:pt>
                <c:pt idx="5922">
                  <c:v>3.65</c:v>
                </c:pt>
                <c:pt idx="5923">
                  <c:v>3.65</c:v>
                </c:pt>
                <c:pt idx="5924">
                  <c:v>3.65</c:v>
                </c:pt>
                <c:pt idx="5925">
                  <c:v>3.65</c:v>
                </c:pt>
                <c:pt idx="5926">
                  <c:v>3.65</c:v>
                </c:pt>
                <c:pt idx="5927">
                  <c:v>3.65</c:v>
                </c:pt>
                <c:pt idx="5928">
                  <c:v>3.65</c:v>
                </c:pt>
                <c:pt idx="5929">
                  <c:v>3.65</c:v>
                </c:pt>
                <c:pt idx="5930">
                  <c:v>3.65</c:v>
                </c:pt>
                <c:pt idx="5931">
                  <c:v>3.65</c:v>
                </c:pt>
                <c:pt idx="5932">
                  <c:v>3.65</c:v>
                </c:pt>
                <c:pt idx="5933">
                  <c:v>3.65</c:v>
                </c:pt>
                <c:pt idx="5934">
                  <c:v>3.65</c:v>
                </c:pt>
                <c:pt idx="5935">
                  <c:v>3.65</c:v>
                </c:pt>
                <c:pt idx="5936">
                  <c:v>3.65</c:v>
                </c:pt>
                <c:pt idx="5937">
                  <c:v>3.65</c:v>
                </c:pt>
                <c:pt idx="5938">
                  <c:v>3.65</c:v>
                </c:pt>
                <c:pt idx="5939">
                  <c:v>3.65</c:v>
                </c:pt>
                <c:pt idx="5940">
                  <c:v>3.65</c:v>
                </c:pt>
                <c:pt idx="5941">
                  <c:v>3.65</c:v>
                </c:pt>
                <c:pt idx="5942">
                  <c:v>3.65</c:v>
                </c:pt>
                <c:pt idx="5943">
                  <c:v>3.65</c:v>
                </c:pt>
                <c:pt idx="5944">
                  <c:v>3.65</c:v>
                </c:pt>
                <c:pt idx="5945">
                  <c:v>3.65</c:v>
                </c:pt>
                <c:pt idx="5946">
                  <c:v>3.65</c:v>
                </c:pt>
                <c:pt idx="5947">
                  <c:v>3.65</c:v>
                </c:pt>
                <c:pt idx="5948">
                  <c:v>3.65</c:v>
                </c:pt>
                <c:pt idx="5949">
                  <c:v>3.65</c:v>
                </c:pt>
                <c:pt idx="5950">
                  <c:v>3.65</c:v>
                </c:pt>
                <c:pt idx="5951">
                  <c:v>3.65</c:v>
                </c:pt>
                <c:pt idx="5952">
                  <c:v>3.65</c:v>
                </c:pt>
                <c:pt idx="5953">
                  <c:v>3.65</c:v>
                </c:pt>
                <c:pt idx="5954">
                  <c:v>3.65</c:v>
                </c:pt>
                <c:pt idx="5955">
                  <c:v>3.65</c:v>
                </c:pt>
                <c:pt idx="5956">
                  <c:v>3.65</c:v>
                </c:pt>
                <c:pt idx="5957">
                  <c:v>3.65</c:v>
                </c:pt>
                <c:pt idx="5958">
                  <c:v>3.65</c:v>
                </c:pt>
                <c:pt idx="5965">
                  <c:v>3.5</c:v>
                </c:pt>
                <c:pt idx="5966">
                  <c:v>3.5</c:v>
                </c:pt>
                <c:pt idx="5967">
                  <c:v>3.5</c:v>
                </c:pt>
                <c:pt idx="5968">
                  <c:v>3.5</c:v>
                </c:pt>
                <c:pt idx="5969">
                  <c:v>3.5</c:v>
                </c:pt>
                <c:pt idx="5970">
                  <c:v>3.5</c:v>
                </c:pt>
                <c:pt idx="5971">
                  <c:v>3.5</c:v>
                </c:pt>
                <c:pt idx="5972">
                  <c:v>3.5</c:v>
                </c:pt>
                <c:pt idx="5973">
                  <c:v>3.5</c:v>
                </c:pt>
                <c:pt idx="5974">
                  <c:v>3.5</c:v>
                </c:pt>
                <c:pt idx="5975">
                  <c:v>3.5</c:v>
                </c:pt>
                <c:pt idx="5976">
                  <c:v>3.6</c:v>
                </c:pt>
                <c:pt idx="5977">
                  <c:v>3.6</c:v>
                </c:pt>
                <c:pt idx="5978">
                  <c:v>3.6</c:v>
                </c:pt>
                <c:pt idx="5979">
                  <c:v>3.6</c:v>
                </c:pt>
                <c:pt idx="5980">
                  <c:v>3.6</c:v>
                </c:pt>
                <c:pt idx="5981">
                  <c:v>3.6</c:v>
                </c:pt>
                <c:pt idx="5982">
                  <c:v>3.6</c:v>
                </c:pt>
                <c:pt idx="5983">
                  <c:v>3.6</c:v>
                </c:pt>
                <c:pt idx="5984">
                  <c:v>3.6</c:v>
                </c:pt>
                <c:pt idx="5985">
                  <c:v>3.6</c:v>
                </c:pt>
                <c:pt idx="5986">
                  <c:v>3.9104000000000001</c:v>
                </c:pt>
                <c:pt idx="5987">
                  <c:v>3.9033000000000002</c:v>
                </c:pt>
                <c:pt idx="5988">
                  <c:v>3.8988800000000001</c:v>
                </c:pt>
                <c:pt idx="5989">
                  <c:v>3.9002600000000003</c:v>
                </c:pt>
                <c:pt idx="5990">
                  <c:v>3.9042199999999996</c:v>
                </c:pt>
                <c:pt idx="5991">
                  <c:v>3.9112</c:v>
                </c:pt>
                <c:pt idx="5992">
                  <c:v>3.9208099999999999</c:v>
                </c:pt>
                <c:pt idx="5993">
                  <c:v>3.93072</c:v>
                </c:pt>
                <c:pt idx="5994">
                  <c:v>3.9451300000000002</c:v>
                </c:pt>
                <c:pt idx="5995">
                  <c:v>3.9653499999999999</c:v>
                </c:pt>
                <c:pt idx="5996">
                  <c:v>3.9921599999999997</c:v>
                </c:pt>
                <c:pt idx="5997">
                  <c:v>4</c:v>
                </c:pt>
                <c:pt idx="5998">
                  <c:v>3.5</c:v>
                </c:pt>
                <c:pt idx="5999">
                  <c:v>3.5</c:v>
                </c:pt>
                <c:pt idx="6000">
                  <c:v>3.5</c:v>
                </c:pt>
                <c:pt idx="6001">
                  <c:v>3.5</c:v>
                </c:pt>
                <c:pt idx="6002">
                  <c:v>3.5</c:v>
                </c:pt>
                <c:pt idx="6003">
                  <c:v>3.5</c:v>
                </c:pt>
                <c:pt idx="6004">
                  <c:v>3.5</c:v>
                </c:pt>
                <c:pt idx="6005">
                  <c:v>3.5</c:v>
                </c:pt>
                <c:pt idx="6006">
                  <c:v>3.5</c:v>
                </c:pt>
                <c:pt idx="6007">
                  <c:v>3.5</c:v>
                </c:pt>
                <c:pt idx="6008">
                  <c:v>3.5</c:v>
                </c:pt>
                <c:pt idx="6012">
                  <c:v>3.601</c:v>
                </c:pt>
                <c:pt idx="6013">
                  <c:v>3.4990000000000001</c:v>
                </c:pt>
                <c:pt idx="6014">
                  <c:v>3.4990000000000001</c:v>
                </c:pt>
                <c:pt idx="6015">
                  <c:v>3.4990000000000001</c:v>
                </c:pt>
                <c:pt idx="6016">
                  <c:v>3.4990000000000001</c:v>
                </c:pt>
                <c:pt idx="6017">
                  <c:v>3.4990000000000001</c:v>
                </c:pt>
                <c:pt idx="6018">
                  <c:v>3.4990000000000001</c:v>
                </c:pt>
                <c:pt idx="6019">
                  <c:v>3.4990000000000001</c:v>
                </c:pt>
                <c:pt idx="6020">
                  <c:v>3.4990000000000001</c:v>
                </c:pt>
                <c:pt idx="6021">
                  <c:v>3.4990000000000001</c:v>
                </c:pt>
                <c:pt idx="6022">
                  <c:v>3.4990000000000001</c:v>
                </c:pt>
                <c:pt idx="6023">
                  <c:v>3.4990000000000001</c:v>
                </c:pt>
                <c:pt idx="6024">
                  <c:v>3.6003699999999998</c:v>
                </c:pt>
                <c:pt idx="6025">
                  <c:v>3.60039</c:v>
                </c:pt>
                <c:pt idx="6026">
                  <c:v>3.6004200000000002</c:v>
                </c:pt>
                <c:pt idx="6027">
                  <c:v>3.6004399999999999</c:v>
                </c:pt>
                <c:pt idx="6028">
                  <c:v>3.6004399999999999</c:v>
                </c:pt>
                <c:pt idx="6029">
                  <c:v>3.6004800000000001</c:v>
                </c:pt>
                <c:pt idx="6030">
                  <c:v>3.6005100000000003</c:v>
                </c:pt>
                <c:pt idx="6031">
                  <c:v>3.6005700000000003</c:v>
                </c:pt>
                <c:pt idx="6032">
                  <c:v>3.60059</c:v>
                </c:pt>
                <c:pt idx="6033">
                  <c:v>3.60067</c:v>
                </c:pt>
                <c:pt idx="6034">
                  <c:v>3.6323699999999999</c:v>
                </c:pt>
                <c:pt idx="6035">
                  <c:v>3.6320999999999999</c:v>
                </c:pt>
                <c:pt idx="6036">
                  <c:v>3.6319899999999996</c:v>
                </c:pt>
                <c:pt idx="6037">
                  <c:v>3.6320399999999999</c:v>
                </c:pt>
                <c:pt idx="6038">
                  <c:v>3.63239</c:v>
                </c:pt>
                <c:pt idx="6039">
                  <c:v>3.6330999999999998</c:v>
                </c:pt>
                <c:pt idx="6040">
                  <c:v>3.63368</c:v>
                </c:pt>
                <c:pt idx="6041">
                  <c:v>3.6344699999999999</c:v>
                </c:pt>
                <c:pt idx="6042">
                  <c:v>3.6361699999999999</c:v>
                </c:pt>
                <c:pt idx="6043">
                  <c:v>3.6386500000000002</c:v>
                </c:pt>
                <c:pt idx="6044">
                  <c:v>3.64073</c:v>
                </c:pt>
                <c:pt idx="6045">
                  <c:v>3.66092</c:v>
                </c:pt>
                <c:pt idx="6046">
                  <c:v>3.6004399999999999</c:v>
                </c:pt>
                <c:pt idx="6047">
                  <c:v>3.6004</c:v>
                </c:pt>
                <c:pt idx="6048">
                  <c:v>3.6003600000000002</c:v>
                </c:pt>
                <c:pt idx="6049">
                  <c:v>3.60039</c:v>
                </c:pt>
                <c:pt idx="6050">
                  <c:v>3.4990000000000001</c:v>
                </c:pt>
                <c:pt idx="6051">
                  <c:v>3.4990000000000001</c:v>
                </c:pt>
                <c:pt idx="6052">
                  <c:v>3.4990000000000001</c:v>
                </c:pt>
                <c:pt idx="6053">
                  <c:v>3.4990000000000001</c:v>
                </c:pt>
                <c:pt idx="6054">
                  <c:v>3.4990000000000001</c:v>
                </c:pt>
                <c:pt idx="6055">
                  <c:v>3.4990000000000001</c:v>
                </c:pt>
                <c:pt idx="6056">
                  <c:v>3.4990000000000001</c:v>
                </c:pt>
                <c:pt idx="6057">
                  <c:v>3.601</c:v>
                </c:pt>
                <c:pt idx="6058">
                  <c:v>3.5</c:v>
                </c:pt>
                <c:pt idx="6059">
                  <c:v>3.5</c:v>
                </c:pt>
                <c:pt idx="6060">
                  <c:v>3.5</c:v>
                </c:pt>
                <c:pt idx="6061">
                  <c:v>3.5</c:v>
                </c:pt>
                <c:pt idx="6062">
                  <c:v>3.5</c:v>
                </c:pt>
                <c:pt idx="6063">
                  <c:v>3.5</c:v>
                </c:pt>
                <c:pt idx="6064">
                  <c:v>3.5</c:v>
                </c:pt>
                <c:pt idx="6065">
                  <c:v>3.5</c:v>
                </c:pt>
                <c:pt idx="6066">
                  <c:v>3.5</c:v>
                </c:pt>
                <c:pt idx="6067">
                  <c:v>3.51925</c:v>
                </c:pt>
                <c:pt idx="6068">
                  <c:v>3.5171199999999998</c:v>
                </c:pt>
                <c:pt idx="6069">
                  <c:v>3.5165300000000004</c:v>
                </c:pt>
                <c:pt idx="6070">
                  <c:v>3.5151699999999999</c:v>
                </c:pt>
                <c:pt idx="6071">
                  <c:v>3.5142399999999996</c:v>
                </c:pt>
                <c:pt idx="6072">
                  <c:v>3.5135000000000001</c:v>
                </c:pt>
                <c:pt idx="6073">
                  <c:v>3.5127199999999998</c:v>
                </c:pt>
                <c:pt idx="6074">
                  <c:v>3.51241</c:v>
                </c:pt>
                <c:pt idx="6075">
                  <c:v>3.5118400000000003</c:v>
                </c:pt>
                <c:pt idx="6076">
                  <c:v>3.5111500000000002</c:v>
                </c:pt>
                <c:pt idx="6077">
                  <c:v>3.5107600000000003</c:v>
                </c:pt>
                <c:pt idx="6078">
                  <c:v>3.5104199999999999</c:v>
                </c:pt>
                <c:pt idx="6079">
                  <c:v>3.72607</c:v>
                </c:pt>
                <c:pt idx="6080">
                  <c:v>3.7231100000000001</c:v>
                </c:pt>
                <c:pt idx="6081">
                  <c:v>3.7219899999999999</c:v>
                </c:pt>
                <c:pt idx="6082">
                  <c:v>3.7218299999999997</c:v>
                </c:pt>
                <c:pt idx="6083">
                  <c:v>3.7231100000000001</c:v>
                </c:pt>
                <c:pt idx="6084">
                  <c:v>3.72573</c:v>
                </c:pt>
                <c:pt idx="6085">
                  <c:v>3.7292700000000001</c:v>
                </c:pt>
                <c:pt idx="6086">
                  <c:v>3.73285</c:v>
                </c:pt>
                <c:pt idx="6087">
                  <c:v>3.738</c:v>
                </c:pt>
                <c:pt idx="6088">
                  <c:v>3.7450600000000001</c:v>
                </c:pt>
                <c:pt idx="6089">
                  <c:v>3.75366</c:v>
                </c:pt>
                <c:pt idx="6090">
                  <c:v>3.7649899999999996</c:v>
                </c:pt>
                <c:pt idx="6091">
                  <c:v>3.7674400000000001</c:v>
                </c:pt>
                <c:pt idx="6092">
                  <c:v>3.7826399999999998</c:v>
                </c:pt>
                <c:pt idx="6093">
                  <c:v>3.80471</c:v>
                </c:pt>
                <c:pt idx="6094">
                  <c:v>3.83202</c:v>
                </c:pt>
                <c:pt idx="6095">
                  <c:v>3.5</c:v>
                </c:pt>
                <c:pt idx="6096">
                  <c:v>3.5</c:v>
                </c:pt>
                <c:pt idx="6097">
                  <c:v>3.5</c:v>
                </c:pt>
                <c:pt idx="6098">
                  <c:v>3.5</c:v>
                </c:pt>
                <c:pt idx="6099">
                  <c:v>3.5</c:v>
                </c:pt>
                <c:pt idx="6100">
                  <c:v>3.5</c:v>
                </c:pt>
                <c:pt idx="6101">
                  <c:v>3.5</c:v>
                </c:pt>
                <c:pt idx="6102">
                  <c:v>3.6</c:v>
                </c:pt>
                <c:pt idx="6103">
                  <c:v>3.6</c:v>
                </c:pt>
                <c:pt idx="6104">
                  <c:v>3.6</c:v>
                </c:pt>
                <c:pt idx="6105">
                  <c:v>3.6</c:v>
                </c:pt>
                <c:pt idx="6106">
                  <c:v>3.6</c:v>
                </c:pt>
                <c:pt idx="6107">
                  <c:v>3.6</c:v>
                </c:pt>
                <c:pt idx="6108">
                  <c:v>3.6</c:v>
                </c:pt>
                <c:pt idx="6109">
                  <c:v>3.6</c:v>
                </c:pt>
                <c:pt idx="6110">
                  <c:v>3.6</c:v>
                </c:pt>
                <c:pt idx="6111">
                  <c:v>3.5898400000000001</c:v>
                </c:pt>
                <c:pt idx="6112">
                  <c:v>3.5908000000000002</c:v>
                </c:pt>
                <c:pt idx="6113">
                  <c:v>3.5913499999999998</c:v>
                </c:pt>
                <c:pt idx="6114">
                  <c:v>3.59179</c:v>
                </c:pt>
                <c:pt idx="6115">
                  <c:v>3.5920300000000003</c:v>
                </c:pt>
                <c:pt idx="6116">
                  <c:v>3.5922700000000001</c:v>
                </c:pt>
                <c:pt idx="6117">
                  <c:v>3.5924299999999998</c:v>
                </c:pt>
                <c:pt idx="6118">
                  <c:v>3.5924800000000001</c:v>
                </c:pt>
                <c:pt idx="6119">
                  <c:v>3.7025000000000001</c:v>
                </c:pt>
                <c:pt idx="6120">
                  <c:v>3.6991700000000001</c:v>
                </c:pt>
                <c:pt idx="6121">
                  <c:v>3.6967099999999999</c:v>
                </c:pt>
                <c:pt idx="6122">
                  <c:v>3.6951700000000001</c:v>
                </c:pt>
                <c:pt idx="6123">
                  <c:v>3.6941899999999999</c:v>
                </c:pt>
                <c:pt idx="6124">
                  <c:v>3.6935700000000002</c:v>
                </c:pt>
                <c:pt idx="6125">
                  <c:v>3.6936499999999999</c:v>
                </c:pt>
                <c:pt idx="6126">
                  <c:v>3.69448</c:v>
                </c:pt>
                <c:pt idx="6127">
                  <c:v>3.69624</c:v>
                </c:pt>
                <c:pt idx="6128">
                  <c:v>3.6994899999999999</c:v>
                </c:pt>
                <c:pt idx="6129">
                  <c:v>3.70363</c:v>
                </c:pt>
                <c:pt idx="6130">
                  <c:v>3.70764</c:v>
                </c:pt>
                <c:pt idx="6131">
                  <c:v>3.71333</c:v>
                </c:pt>
                <c:pt idx="6132">
                  <c:v>3.71984</c:v>
                </c:pt>
                <c:pt idx="6133">
                  <c:v>3.72831</c:v>
                </c:pt>
                <c:pt idx="6134">
                  <c:v>3.7421100000000003</c:v>
                </c:pt>
                <c:pt idx="6135">
                  <c:v>3.7601900000000001</c:v>
                </c:pt>
                <c:pt idx="6136">
                  <c:v>3.7830300000000001</c:v>
                </c:pt>
                <c:pt idx="6137">
                  <c:v>3.8218299999999998</c:v>
                </c:pt>
                <c:pt idx="6138">
                  <c:v>3.8854000000000002</c:v>
                </c:pt>
                <c:pt idx="6139">
                  <c:v>3.6</c:v>
                </c:pt>
                <c:pt idx="6140">
                  <c:v>3.6</c:v>
                </c:pt>
                <c:pt idx="6141">
                  <c:v>3.6</c:v>
                </c:pt>
                <c:pt idx="6142">
                  <c:v>3.6</c:v>
                </c:pt>
                <c:pt idx="6143">
                  <c:v>3.6</c:v>
                </c:pt>
                <c:pt idx="6144">
                  <c:v>3.6</c:v>
                </c:pt>
                <c:pt idx="6145">
                  <c:v>3.6</c:v>
                </c:pt>
                <c:pt idx="6146">
                  <c:v>3.6005500000000001</c:v>
                </c:pt>
                <c:pt idx="6147">
                  <c:v>3.60053</c:v>
                </c:pt>
                <c:pt idx="6148">
                  <c:v>3.6005400000000001</c:v>
                </c:pt>
                <c:pt idx="6149">
                  <c:v>3.6005400000000001</c:v>
                </c:pt>
                <c:pt idx="6150">
                  <c:v>3.6005400000000001</c:v>
                </c:pt>
                <c:pt idx="6151">
                  <c:v>3.6004800000000001</c:v>
                </c:pt>
                <c:pt idx="6152">
                  <c:v>3.6004800000000001</c:v>
                </c:pt>
                <c:pt idx="6153">
                  <c:v>3.6004899999999997</c:v>
                </c:pt>
                <c:pt idx="6154">
                  <c:v>3.60046</c:v>
                </c:pt>
                <c:pt idx="6155">
                  <c:v>3.6004699999999996</c:v>
                </c:pt>
                <c:pt idx="6156">
                  <c:v>3.6004699999999996</c:v>
                </c:pt>
                <c:pt idx="6157">
                  <c:v>3.6004800000000001</c:v>
                </c:pt>
                <c:pt idx="6158">
                  <c:v>3.6004899999999997</c:v>
                </c:pt>
                <c:pt idx="6159">
                  <c:v>3.6004999999999998</c:v>
                </c:pt>
                <c:pt idx="6160">
                  <c:v>3.6005100000000003</c:v>
                </c:pt>
                <c:pt idx="6161">
                  <c:v>3.6005100000000003</c:v>
                </c:pt>
                <c:pt idx="6162">
                  <c:v>3.6005100000000003</c:v>
                </c:pt>
                <c:pt idx="6163">
                  <c:v>3.6005100000000003</c:v>
                </c:pt>
                <c:pt idx="6164">
                  <c:v>3.6368400000000003</c:v>
                </c:pt>
                <c:pt idx="6165">
                  <c:v>3.6359299999999997</c:v>
                </c:pt>
                <c:pt idx="6166">
                  <c:v>3.6352500000000001</c:v>
                </c:pt>
                <c:pt idx="6167">
                  <c:v>3.6347100000000001</c:v>
                </c:pt>
                <c:pt idx="6168">
                  <c:v>3.63435</c:v>
                </c:pt>
                <c:pt idx="6169">
                  <c:v>3.6341000000000001</c:v>
                </c:pt>
                <c:pt idx="6170">
                  <c:v>3.6341000000000001</c:v>
                </c:pt>
                <c:pt idx="6171">
                  <c:v>3.6342399999999997</c:v>
                </c:pt>
                <c:pt idx="6172">
                  <c:v>3.6345800000000001</c:v>
                </c:pt>
                <c:pt idx="6173">
                  <c:v>3.6352699999999998</c:v>
                </c:pt>
                <c:pt idx="6174">
                  <c:v>3.6362199999999998</c:v>
                </c:pt>
                <c:pt idx="6175">
                  <c:v>3.6371700000000002</c:v>
                </c:pt>
                <c:pt idx="6176">
                  <c:v>3.63856</c:v>
                </c:pt>
                <c:pt idx="6177">
                  <c:v>3.6404200000000002</c:v>
                </c:pt>
                <c:pt idx="6178">
                  <c:v>3.6428400000000001</c:v>
                </c:pt>
                <c:pt idx="6179">
                  <c:v>3.6461900000000003</c:v>
                </c:pt>
                <c:pt idx="6180">
                  <c:v>3.65036</c:v>
                </c:pt>
                <c:pt idx="6181">
                  <c:v>3.6556599999999997</c:v>
                </c:pt>
                <c:pt idx="6182">
                  <c:v>3.6641500000000002</c:v>
                </c:pt>
                <c:pt idx="6183">
                  <c:v>3.6764099999999997</c:v>
                </c:pt>
                <c:pt idx="6184">
                  <c:v>3.6004499999999999</c:v>
                </c:pt>
                <c:pt idx="6185">
                  <c:v>3.6004800000000001</c:v>
                </c:pt>
                <c:pt idx="6186">
                  <c:v>3.60053</c:v>
                </c:pt>
                <c:pt idx="6187">
                  <c:v>3.60053</c:v>
                </c:pt>
                <c:pt idx="6188">
                  <c:v>3.60053</c:v>
                </c:pt>
                <c:pt idx="6189">
                  <c:v>3.60053</c:v>
                </c:pt>
                <c:pt idx="6190">
                  <c:v>3.60053</c:v>
                </c:pt>
                <c:pt idx="6191">
                  <c:v>3.6</c:v>
                </c:pt>
                <c:pt idx="6192">
                  <c:v>3.601</c:v>
                </c:pt>
                <c:pt idx="6193">
                  <c:v>3.601</c:v>
                </c:pt>
                <c:pt idx="6194">
                  <c:v>3.601</c:v>
                </c:pt>
                <c:pt idx="6195">
                  <c:v>3.601</c:v>
                </c:pt>
                <c:pt idx="6196">
                  <c:v>3.6009199999999999</c:v>
                </c:pt>
                <c:pt idx="6197">
                  <c:v>3.6009099999999998</c:v>
                </c:pt>
                <c:pt idx="6198">
                  <c:v>3.6008400000000003</c:v>
                </c:pt>
                <c:pt idx="6199">
                  <c:v>3.6008400000000003</c:v>
                </c:pt>
                <c:pt idx="6200">
                  <c:v>3.6008299999999998</c:v>
                </c:pt>
                <c:pt idx="6201">
                  <c:v>3.6008100000000001</c:v>
                </c:pt>
                <c:pt idx="6202">
                  <c:v>3.6008100000000001</c:v>
                </c:pt>
                <c:pt idx="6203">
                  <c:v>3.6008</c:v>
                </c:pt>
                <c:pt idx="6204">
                  <c:v>3.6008</c:v>
                </c:pt>
                <c:pt idx="6205">
                  <c:v>3.6008</c:v>
                </c:pt>
                <c:pt idx="6206">
                  <c:v>3.6007899999999999</c:v>
                </c:pt>
                <c:pt idx="6207">
                  <c:v>3.6007800000000003</c:v>
                </c:pt>
                <c:pt idx="6208">
                  <c:v>3.6007699999999998</c:v>
                </c:pt>
                <c:pt idx="6209">
                  <c:v>3.60073</c:v>
                </c:pt>
                <c:pt idx="6210">
                  <c:v>3.6859299999999999</c:v>
                </c:pt>
                <c:pt idx="6211">
                  <c:v>3.6731700000000003</c:v>
                </c:pt>
                <c:pt idx="6212">
                  <c:v>3.6647399999999997</c:v>
                </c:pt>
                <c:pt idx="6213">
                  <c:v>3.6636100000000003</c:v>
                </c:pt>
                <c:pt idx="6214">
                  <c:v>3.66269</c:v>
                </c:pt>
                <c:pt idx="6215">
                  <c:v>3.66215</c:v>
                </c:pt>
                <c:pt idx="6216">
                  <c:v>3.6622600000000003</c:v>
                </c:pt>
                <c:pt idx="6217">
                  <c:v>3.6628699999999998</c:v>
                </c:pt>
                <c:pt idx="6218">
                  <c:v>3.6541700000000001</c:v>
                </c:pt>
                <c:pt idx="6219">
                  <c:v>3.6553</c:v>
                </c:pt>
                <c:pt idx="6220">
                  <c:v>3.6566100000000001</c:v>
                </c:pt>
                <c:pt idx="6221">
                  <c:v>3.6584899999999996</c:v>
                </c:pt>
                <c:pt idx="6222">
                  <c:v>3.6616500000000003</c:v>
                </c:pt>
                <c:pt idx="6223">
                  <c:v>3.66561</c:v>
                </c:pt>
                <c:pt idx="6224">
                  <c:v>3.6703299999999999</c:v>
                </c:pt>
                <c:pt idx="6225">
                  <c:v>3.6775500000000001</c:v>
                </c:pt>
                <c:pt idx="6226">
                  <c:v>3.7024599999999999</c:v>
                </c:pt>
                <c:pt idx="6227">
                  <c:v>3.7166000000000001</c:v>
                </c:pt>
                <c:pt idx="6228">
                  <c:v>3.74682</c:v>
                </c:pt>
                <c:pt idx="6229">
                  <c:v>3.7892199999999998</c:v>
                </c:pt>
                <c:pt idx="6230">
                  <c:v>3.6007500000000001</c:v>
                </c:pt>
                <c:pt idx="6231">
                  <c:v>3.59918</c:v>
                </c:pt>
                <c:pt idx="6232">
                  <c:v>3.5991500000000003</c:v>
                </c:pt>
                <c:pt idx="6233">
                  <c:v>3.5991500000000003</c:v>
                </c:pt>
                <c:pt idx="6234">
                  <c:v>3.59918</c:v>
                </c:pt>
                <c:pt idx="6235">
                  <c:v>3.5993600000000003</c:v>
                </c:pt>
                <c:pt idx="6236">
                  <c:v>3.5993499999999998</c:v>
                </c:pt>
                <c:pt idx="6237">
                  <c:v>3.59979</c:v>
                </c:pt>
                <c:pt idx="6238">
                  <c:v>3.6</c:v>
                </c:pt>
                <c:pt idx="6239">
                  <c:v>0.94444399999999995</c:v>
                </c:pt>
                <c:pt idx="6240">
                  <c:v>0.967391</c:v>
                </c:pt>
                <c:pt idx="6241">
                  <c:v>0.99470899999999995</c:v>
                </c:pt>
                <c:pt idx="6242">
                  <c:v>1.0172399999999999</c:v>
                </c:pt>
                <c:pt idx="6243">
                  <c:v>1.2258699999999998</c:v>
                </c:pt>
                <c:pt idx="6244">
                  <c:v>1.3956999999999999</c:v>
                </c:pt>
                <c:pt idx="6245">
                  <c:v>1.4090400000000001</c:v>
                </c:pt>
                <c:pt idx="6246">
                  <c:v>1.43788</c:v>
                </c:pt>
                <c:pt idx="6247">
                  <c:v>1.51339</c:v>
                </c:pt>
                <c:pt idx="6248">
                  <c:v>1.56027</c:v>
                </c:pt>
                <c:pt idx="6249">
                  <c:v>3.6008</c:v>
                </c:pt>
                <c:pt idx="6250">
                  <c:v>3.6008100000000001</c:v>
                </c:pt>
                <c:pt idx="6251">
                  <c:v>3.6007899999999999</c:v>
                </c:pt>
                <c:pt idx="6252">
                  <c:v>3.6007800000000003</c:v>
                </c:pt>
                <c:pt idx="6253">
                  <c:v>3.6007699999999998</c:v>
                </c:pt>
                <c:pt idx="6254">
                  <c:v>3.6007500000000001</c:v>
                </c:pt>
                <c:pt idx="6255">
                  <c:v>3.60073</c:v>
                </c:pt>
                <c:pt idx="6256">
                  <c:v>3.6006999999999998</c:v>
                </c:pt>
                <c:pt idx="6257">
                  <c:v>3.81562</c:v>
                </c:pt>
                <c:pt idx="6258">
                  <c:v>3.8042699999999998</c:v>
                </c:pt>
                <c:pt idx="6259">
                  <c:v>3.7815799999999999</c:v>
                </c:pt>
                <c:pt idx="6260">
                  <c:v>3.7640100000000003</c:v>
                </c:pt>
                <c:pt idx="6261">
                  <c:v>3.7625199999999999</c:v>
                </c:pt>
                <c:pt idx="6262">
                  <c:v>3.7619400000000001</c:v>
                </c:pt>
                <c:pt idx="6263">
                  <c:v>3.7615400000000001</c:v>
                </c:pt>
                <c:pt idx="6264">
                  <c:v>3.7612299999999999</c:v>
                </c:pt>
                <c:pt idx="6265">
                  <c:v>3.7606999999999999</c:v>
                </c:pt>
                <c:pt idx="6266">
                  <c:v>3.7606700000000002</c:v>
                </c:pt>
                <c:pt idx="6267">
                  <c:v>3.7601399999999998</c:v>
                </c:pt>
                <c:pt idx="6268">
                  <c:v>3.7612899999999998</c:v>
                </c:pt>
                <c:pt idx="6269">
                  <c:v>3.7636799999999999</c:v>
                </c:pt>
                <c:pt idx="6270">
                  <c:v>3.7671300000000003</c:v>
                </c:pt>
                <c:pt idx="6271">
                  <c:v>3.7696100000000001</c:v>
                </c:pt>
                <c:pt idx="6272">
                  <c:v>3.7733600000000003</c:v>
                </c:pt>
                <c:pt idx="6273">
                  <c:v>3.80416</c:v>
                </c:pt>
                <c:pt idx="6274">
                  <c:v>3.8149999999999999</c:v>
                </c:pt>
                <c:pt idx="6275">
                  <c:v>3.82213</c:v>
                </c:pt>
                <c:pt idx="6276">
                  <c:v>3.8147800000000003</c:v>
                </c:pt>
                <c:pt idx="6277">
                  <c:v>1.9953399999999999</c:v>
                </c:pt>
                <c:pt idx="6278">
                  <c:v>1.96791</c:v>
                </c:pt>
                <c:pt idx="6279">
                  <c:v>1.87775</c:v>
                </c:pt>
                <c:pt idx="6280">
                  <c:v>1.9372799999999999</c:v>
                </c:pt>
                <c:pt idx="6281">
                  <c:v>1.91418</c:v>
                </c:pt>
                <c:pt idx="6282">
                  <c:v>2.1898499999999999</c:v>
                </c:pt>
                <c:pt idx="6283">
                  <c:v>2.0992700000000002</c:v>
                </c:pt>
                <c:pt idx="6284">
                  <c:v>3.09714</c:v>
                </c:pt>
                <c:pt idx="6285">
                  <c:v>0.1</c:v>
                </c:pt>
                <c:pt idx="6286">
                  <c:v>0.1</c:v>
                </c:pt>
                <c:pt idx="6287">
                  <c:v>0.1</c:v>
                </c:pt>
                <c:pt idx="6288">
                  <c:v>0.1</c:v>
                </c:pt>
                <c:pt idx="6289">
                  <c:v>0.1</c:v>
                </c:pt>
                <c:pt idx="6290">
                  <c:v>0.1</c:v>
                </c:pt>
                <c:pt idx="6291">
                  <c:v>0.1</c:v>
                </c:pt>
                <c:pt idx="6292">
                  <c:v>0.1</c:v>
                </c:pt>
                <c:pt idx="6293">
                  <c:v>0.1</c:v>
                </c:pt>
                <c:pt idx="6294">
                  <c:v>3.50082</c:v>
                </c:pt>
                <c:pt idx="6295">
                  <c:v>3.5008499999999998</c:v>
                </c:pt>
                <c:pt idx="6296">
                  <c:v>3.5008600000000003</c:v>
                </c:pt>
                <c:pt idx="6297">
                  <c:v>3.5008699999999999</c:v>
                </c:pt>
                <c:pt idx="6298">
                  <c:v>3.5008699999999999</c:v>
                </c:pt>
                <c:pt idx="6299">
                  <c:v>3.50088</c:v>
                </c:pt>
                <c:pt idx="6300">
                  <c:v>3.50088</c:v>
                </c:pt>
                <c:pt idx="6301">
                  <c:v>3.50088</c:v>
                </c:pt>
                <c:pt idx="6302">
                  <c:v>4.0008900000000001</c:v>
                </c:pt>
                <c:pt idx="6303">
                  <c:v>4.0008900000000001</c:v>
                </c:pt>
                <c:pt idx="6304">
                  <c:v>4.0008900000000001</c:v>
                </c:pt>
                <c:pt idx="6305">
                  <c:v>4.0008999999999997</c:v>
                </c:pt>
                <c:pt idx="6306">
                  <c:v>4.0008999999999997</c:v>
                </c:pt>
                <c:pt idx="6307">
                  <c:v>4.0008999999999997</c:v>
                </c:pt>
                <c:pt idx="6308">
                  <c:v>4.0008999999999997</c:v>
                </c:pt>
                <c:pt idx="6309">
                  <c:v>4.0008999999999997</c:v>
                </c:pt>
                <c:pt idx="6310">
                  <c:v>4.0008999999999997</c:v>
                </c:pt>
                <c:pt idx="6311">
                  <c:v>4.0008999999999997</c:v>
                </c:pt>
                <c:pt idx="6312">
                  <c:v>4.0008999999999997</c:v>
                </c:pt>
                <c:pt idx="6313">
                  <c:v>4.0008999999999997</c:v>
                </c:pt>
                <c:pt idx="6314">
                  <c:v>4.0008999999999997</c:v>
                </c:pt>
                <c:pt idx="6315">
                  <c:v>4.0008999999999997</c:v>
                </c:pt>
                <c:pt idx="6316">
                  <c:v>4.0008900000000001</c:v>
                </c:pt>
                <c:pt idx="6317">
                  <c:v>4.0008900000000001</c:v>
                </c:pt>
                <c:pt idx="6318">
                  <c:v>4.0008900000000001</c:v>
                </c:pt>
                <c:pt idx="6319">
                  <c:v>4.0008900000000001</c:v>
                </c:pt>
                <c:pt idx="6320">
                  <c:v>4.0008800000000004</c:v>
                </c:pt>
                <c:pt idx="6321">
                  <c:v>4.0008699999999999</c:v>
                </c:pt>
                <c:pt idx="6322">
                  <c:v>0.1</c:v>
                </c:pt>
                <c:pt idx="6323">
                  <c:v>0.1</c:v>
                </c:pt>
                <c:pt idx="6324">
                  <c:v>0.1</c:v>
                </c:pt>
                <c:pt idx="6325">
                  <c:v>0.1</c:v>
                </c:pt>
                <c:pt idx="6326">
                  <c:v>0.1</c:v>
                </c:pt>
                <c:pt idx="6327">
                  <c:v>0.1</c:v>
                </c:pt>
                <c:pt idx="6328">
                  <c:v>0.1</c:v>
                </c:pt>
                <c:pt idx="6329">
                  <c:v>3.5</c:v>
                </c:pt>
                <c:pt idx="6330">
                  <c:v>3.5</c:v>
                </c:pt>
                <c:pt idx="6331">
                  <c:v>3.5</c:v>
                </c:pt>
                <c:pt idx="6332">
                  <c:v>3.5</c:v>
                </c:pt>
                <c:pt idx="6333">
                  <c:v>3.5</c:v>
                </c:pt>
                <c:pt idx="6334">
                  <c:v>3.5</c:v>
                </c:pt>
                <c:pt idx="6335">
                  <c:v>3.5</c:v>
                </c:pt>
                <c:pt idx="6336">
                  <c:v>3.5</c:v>
                </c:pt>
                <c:pt idx="6337">
                  <c:v>4.2699399999999992</c:v>
                </c:pt>
                <c:pt idx="6338">
                  <c:v>4.2730399999999999</c:v>
                </c:pt>
                <c:pt idx="6339">
                  <c:v>4.2785699999999993</c:v>
                </c:pt>
                <c:pt idx="6340">
                  <c:v>4.2747099999999998</c:v>
                </c:pt>
                <c:pt idx="6341">
                  <c:v>4.2720799999999999</c:v>
                </c:pt>
                <c:pt idx="6342">
                  <c:v>4.2805200000000001</c:v>
                </c:pt>
                <c:pt idx="6343">
                  <c:v>4.2817400000000001</c:v>
                </c:pt>
                <c:pt idx="6344">
                  <c:v>4.2810100000000002</c:v>
                </c:pt>
                <c:pt idx="6345">
                  <c:v>4.2795399999999999</c:v>
                </c:pt>
                <c:pt idx="6346">
                  <c:v>4.2793000000000001</c:v>
                </c:pt>
                <c:pt idx="6347">
                  <c:v>4.28125</c:v>
                </c:pt>
                <c:pt idx="6348">
                  <c:v>4.2896400000000003</c:v>
                </c:pt>
                <c:pt idx="6349">
                  <c:v>4.2558599999999993</c:v>
                </c:pt>
                <c:pt idx="6350">
                  <c:v>4.2630699999999999</c:v>
                </c:pt>
                <c:pt idx="6351">
                  <c:v>4.2668699999999999</c:v>
                </c:pt>
                <c:pt idx="6352">
                  <c:v>4.2889499999999998</c:v>
                </c:pt>
                <c:pt idx="6353">
                  <c:v>4.1544499999999998</c:v>
                </c:pt>
                <c:pt idx="6354">
                  <c:v>4.1697899999999999</c:v>
                </c:pt>
                <c:pt idx="6361">
                  <c:v>4</c:v>
                </c:pt>
                <c:pt idx="6362">
                  <c:v>4</c:v>
                </c:pt>
                <c:pt idx="6363">
                  <c:v>4</c:v>
                </c:pt>
                <c:pt idx="6364">
                  <c:v>4</c:v>
                </c:pt>
                <c:pt idx="6365">
                  <c:v>4</c:v>
                </c:pt>
                <c:pt idx="6366">
                  <c:v>4</c:v>
                </c:pt>
                <c:pt idx="6367">
                  <c:v>4</c:v>
                </c:pt>
                <c:pt idx="6368">
                  <c:v>4</c:v>
                </c:pt>
                <c:pt idx="6369">
                  <c:v>4</c:v>
                </c:pt>
                <c:pt idx="6370">
                  <c:v>4</c:v>
                </c:pt>
                <c:pt idx="6371">
                  <c:v>4</c:v>
                </c:pt>
                <c:pt idx="6372">
                  <c:v>4</c:v>
                </c:pt>
                <c:pt idx="6397">
                  <c:v>3.35</c:v>
                </c:pt>
                <c:pt idx="6398">
                  <c:v>3.35</c:v>
                </c:pt>
                <c:pt idx="6399">
                  <c:v>3.35</c:v>
                </c:pt>
                <c:pt idx="6400">
                  <c:v>3.35</c:v>
                </c:pt>
                <c:pt idx="6401">
                  <c:v>3.35</c:v>
                </c:pt>
                <c:pt idx="6402">
                  <c:v>3.35</c:v>
                </c:pt>
                <c:pt idx="6403">
                  <c:v>3.35</c:v>
                </c:pt>
                <c:pt idx="6404">
                  <c:v>3.35</c:v>
                </c:pt>
                <c:pt idx="6405">
                  <c:v>3.35</c:v>
                </c:pt>
                <c:pt idx="6406">
                  <c:v>3.35</c:v>
                </c:pt>
                <c:pt idx="6407">
                  <c:v>3.35</c:v>
                </c:pt>
                <c:pt idx="6408">
                  <c:v>3.35</c:v>
                </c:pt>
                <c:pt idx="6409">
                  <c:v>3.35</c:v>
                </c:pt>
                <c:pt idx="6410">
                  <c:v>3.35</c:v>
                </c:pt>
                <c:pt idx="6411">
                  <c:v>3.35</c:v>
                </c:pt>
                <c:pt idx="6412">
                  <c:v>3.35</c:v>
                </c:pt>
                <c:pt idx="6413">
                  <c:v>3.35</c:v>
                </c:pt>
                <c:pt idx="6414">
                  <c:v>3.35</c:v>
                </c:pt>
                <c:pt idx="6415">
                  <c:v>3.35</c:v>
                </c:pt>
                <c:pt idx="6416">
                  <c:v>3.35</c:v>
                </c:pt>
                <c:pt idx="6417">
                  <c:v>3.35</c:v>
                </c:pt>
                <c:pt idx="6418">
                  <c:v>3.35</c:v>
                </c:pt>
                <c:pt idx="6419">
                  <c:v>3.35</c:v>
                </c:pt>
                <c:pt idx="6420">
                  <c:v>3.35</c:v>
                </c:pt>
                <c:pt idx="6421">
                  <c:v>3.35</c:v>
                </c:pt>
                <c:pt idx="6422">
                  <c:v>3.35</c:v>
                </c:pt>
                <c:pt idx="6423">
                  <c:v>3.35</c:v>
                </c:pt>
                <c:pt idx="6424">
                  <c:v>3.35</c:v>
                </c:pt>
                <c:pt idx="6425">
                  <c:v>3.35</c:v>
                </c:pt>
                <c:pt idx="6426">
                  <c:v>3.35</c:v>
                </c:pt>
                <c:pt idx="6427">
                  <c:v>3.35</c:v>
                </c:pt>
                <c:pt idx="6428">
                  <c:v>3.35</c:v>
                </c:pt>
                <c:pt idx="6429">
                  <c:v>3.35</c:v>
                </c:pt>
                <c:pt idx="6430">
                  <c:v>3.35</c:v>
                </c:pt>
                <c:pt idx="6431">
                  <c:v>3.35</c:v>
                </c:pt>
                <c:pt idx="6432">
                  <c:v>3.35</c:v>
                </c:pt>
                <c:pt idx="6433">
                  <c:v>3.35</c:v>
                </c:pt>
                <c:pt idx="6434">
                  <c:v>3.35</c:v>
                </c:pt>
                <c:pt idx="6435">
                  <c:v>3.35</c:v>
                </c:pt>
                <c:pt idx="6436">
                  <c:v>3.35</c:v>
                </c:pt>
                <c:pt idx="6437">
                  <c:v>3.35</c:v>
                </c:pt>
                <c:pt idx="6438">
                  <c:v>3.35</c:v>
                </c:pt>
                <c:pt idx="6439">
                  <c:v>3.35</c:v>
                </c:pt>
                <c:pt idx="6458">
                  <c:v>4.5</c:v>
                </c:pt>
                <c:pt idx="6459">
                  <c:v>4.5</c:v>
                </c:pt>
                <c:pt idx="6460">
                  <c:v>4.5</c:v>
                </c:pt>
                <c:pt idx="6461">
                  <c:v>4.5</c:v>
                </c:pt>
                <c:pt idx="6462">
                  <c:v>4.5</c:v>
                </c:pt>
                <c:pt idx="6463">
                  <c:v>4.5</c:v>
                </c:pt>
                <c:pt idx="6464">
                  <c:v>4.5</c:v>
                </c:pt>
                <c:pt idx="6465">
                  <c:v>4.5</c:v>
                </c:pt>
                <c:pt idx="6466">
                  <c:v>4.5</c:v>
                </c:pt>
                <c:pt idx="6467">
                  <c:v>4.5</c:v>
                </c:pt>
                <c:pt idx="6468">
                  <c:v>4.5</c:v>
                </c:pt>
                <c:pt idx="6469">
                  <c:v>4.5</c:v>
                </c:pt>
                <c:pt idx="6470">
                  <c:v>4.5</c:v>
                </c:pt>
                <c:pt idx="6471">
                  <c:v>4.5</c:v>
                </c:pt>
                <c:pt idx="6472">
                  <c:v>4.5</c:v>
                </c:pt>
                <c:pt idx="6473">
                  <c:v>4.5</c:v>
                </c:pt>
                <c:pt idx="6474">
                  <c:v>4.5</c:v>
                </c:pt>
                <c:pt idx="6475">
                  <c:v>4.5</c:v>
                </c:pt>
                <c:pt idx="6476">
                  <c:v>4.5</c:v>
                </c:pt>
                <c:pt idx="6477">
                  <c:v>4.5</c:v>
                </c:pt>
                <c:pt idx="6519">
                  <c:v>3.7847399999999998</c:v>
                </c:pt>
                <c:pt idx="6520">
                  <c:v>3.7509999999999999</c:v>
                </c:pt>
                <c:pt idx="6521">
                  <c:v>3.7593400000000003</c:v>
                </c:pt>
                <c:pt idx="6522">
                  <c:v>3.7913800000000002</c:v>
                </c:pt>
                <c:pt idx="6523">
                  <c:v>3.84626</c:v>
                </c:pt>
                <c:pt idx="6524">
                  <c:v>3.9386000000000001</c:v>
                </c:pt>
                <c:pt idx="6525">
                  <c:v>4</c:v>
                </c:pt>
                <c:pt idx="6534">
                  <c:v>0.1</c:v>
                </c:pt>
                <c:pt idx="6535">
                  <c:v>0.1</c:v>
                </c:pt>
                <c:pt idx="6536">
                  <c:v>0.1</c:v>
                </c:pt>
                <c:pt idx="6537">
                  <c:v>0.1</c:v>
                </c:pt>
                <c:pt idx="6538">
                  <c:v>0.1</c:v>
                </c:pt>
                <c:pt idx="6539">
                  <c:v>0.1</c:v>
                </c:pt>
                <c:pt idx="6540">
                  <c:v>0.1</c:v>
                </c:pt>
                <c:pt idx="6541">
                  <c:v>0.1</c:v>
                </c:pt>
                <c:pt idx="6542">
                  <c:v>0.1</c:v>
                </c:pt>
                <c:pt idx="6543">
                  <c:v>0.1</c:v>
                </c:pt>
                <c:pt idx="6544">
                  <c:v>3.5009999999999999</c:v>
                </c:pt>
                <c:pt idx="6545">
                  <c:v>3.5009999999999999</c:v>
                </c:pt>
                <c:pt idx="6546">
                  <c:v>3.5009999999999999</c:v>
                </c:pt>
                <c:pt idx="6547">
                  <c:v>3.5009999999999999</c:v>
                </c:pt>
                <c:pt idx="6548">
                  <c:v>3.5009999999999999</c:v>
                </c:pt>
                <c:pt idx="6549">
                  <c:v>3.5009999999999999</c:v>
                </c:pt>
                <c:pt idx="6550">
                  <c:v>3.5009999999999999</c:v>
                </c:pt>
                <c:pt idx="6551">
                  <c:v>3.5009999999999999</c:v>
                </c:pt>
                <c:pt idx="6552">
                  <c:v>4.0010000000000003</c:v>
                </c:pt>
                <c:pt idx="6553">
                  <c:v>4.0010000000000003</c:v>
                </c:pt>
                <c:pt idx="6554">
                  <c:v>4.0010000000000003</c:v>
                </c:pt>
                <c:pt idx="6555">
                  <c:v>4.0010000000000003</c:v>
                </c:pt>
                <c:pt idx="6556">
                  <c:v>4.0010000000000003</c:v>
                </c:pt>
                <c:pt idx="6557">
                  <c:v>4.0010000000000003</c:v>
                </c:pt>
                <c:pt idx="6558">
                  <c:v>4.0010000000000003</c:v>
                </c:pt>
                <c:pt idx="6559">
                  <c:v>4.0010000000000003</c:v>
                </c:pt>
                <c:pt idx="6560">
                  <c:v>4.0010000000000003</c:v>
                </c:pt>
                <c:pt idx="6561">
                  <c:v>4.0010000000000003</c:v>
                </c:pt>
                <c:pt idx="6562">
                  <c:v>4.0010000000000003</c:v>
                </c:pt>
                <c:pt idx="6563">
                  <c:v>4.0010000000000003</c:v>
                </c:pt>
                <c:pt idx="6564">
                  <c:v>4.0010000000000003</c:v>
                </c:pt>
                <c:pt idx="6565">
                  <c:v>4.0010000000000003</c:v>
                </c:pt>
                <c:pt idx="6566">
                  <c:v>4.0010000000000003</c:v>
                </c:pt>
                <c:pt idx="6567">
                  <c:v>4.0010000000000003</c:v>
                </c:pt>
                <c:pt idx="6568">
                  <c:v>4.0010000000000003</c:v>
                </c:pt>
                <c:pt idx="6569">
                  <c:v>4.0010000000000003</c:v>
                </c:pt>
                <c:pt idx="6570">
                  <c:v>4.0010000000000003</c:v>
                </c:pt>
                <c:pt idx="6571">
                  <c:v>4.0010000000000003</c:v>
                </c:pt>
                <c:pt idx="6572">
                  <c:v>0.1</c:v>
                </c:pt>
                <c:pt idx="6573">
                  <c:v>0.1</c:v>
                </c:pt>
                <c:pt idx="6574">
                  <c:v>0.1</c:v>
                </c:pt>
                <c:pt idx="6575">
                  <c:v>0.1</c:v>
                </c:pt>
                <c:pt idx="6576">
                  <c:v>0.1</c:v>
                </c:pt>
                <c:pt idx="6577">
                  <c:v>0.1</c:v>
                </c:pt>
                <c:pt idx="6578">
                  <c:v>0.1</c:v>
                </c:pt>
                <c:pt idx="6579">
                  <c:v>0.1</c:v>
                </c:pt>
                <c:pt idx="6588">
                  <c:v>4</c:v>
                </c:pt>
                <c:pt idx="6589">
                  <c:v>4</c:v>
                </c:pt>
                <c:pt idx="6590">
                  <c:v>4</c:v>
                </c:pt>
                <c:pt idx="6591">
                  <c:v>4</c:v>
                </c:pt>
                <c:pt idx="6592">
                  <c:v>4</c:v>
                </c:pt>
                <c:pt idx="6593">
                  <c:v>4</c:v>
                </c:pt>
                <c:pt idx="6594">
                  <c:v>4</c:v>
                </c:pt>
                <c:pt idx="6595">
                  <c:v>4</c:v>
                </c:pt>
                <c:pt idx="6596">
                  <c:v>4</c:v>
                </c:pt>
                <c:pt idx="6597">
                  <c:v>4</c:v>
                </c:pt>
                <c:pt idx="6598">
                  <c:v>4</c:v>
                </c:pt>
                <c:pt idx="6599">
                  <c:v>4</c:v>
                </c:pt>
                <c:pt idx="6600">
                  <c:v>4</c:v>
                </c:pt>
                <c:pt idx="6601">
                  <c:v>4</c:v>
                </c:pt>
                <c:pt idx="6602">
                  <c:v>4</c:v>
                </c:pt>
                <c:pt idx="6603">
                  <c:v>4</c:v>
                </c:pt>
                <c:pt idx="6604">
                  <c:v>4</c:v>
                </c:pt>
                <c:pt idx="6605">
                  <c:v>4</c:v>
                </c:pt>
                <c:pt idx="6606">
                  <c:v>4</c:v>
                </c:pt>
                <c:pt idx="6607">
                  <c:v>4</c:v>
                </c:pt>
                <c:pt idx="6608">
                  <c:v>4</c:v>
                </c:pt>
                <c:pt idx="6609">
                  <c:v>4</c:v>
                </c:pt>
                <c:pt idx="6610">
                  <c:v>4</c:v>
                </c:pt>
                <c:pt idx="6611">
                  <c:v>4</c:v>
                </c:pt>
                <c:pt idx="6612">
                  <c:v>4</c:v>
                </c:pt>
                <c:pt idx="6613">
                  <c:v>4</c:v>
                </c:pt>
                <c:pt idx="6614">
                  <c:v>4</c:v>
                </c:pt>
                <c:pt idx="6615">
                  <c:v>4</c:v>
                </c:pt>
                <c:pt idx="6616">
                  <c:v>4</c:v>
                </c:pt>
                <c:pt idx="6617">
                  <c:v>4</c:v>
                </c:pt>
                <c:pt idx="6618">
                  <c:v>4</c:v>
                </c:pt>
                <c:pt idx="6619">
                  <c:v>4</c:v>
                </c:pt>
                <c:pt idx="6620">
                  <c:v>4</c:v>
                </c:pt>
                <c:pt idx="6621">
                  <c:v>4</c:v>
                </c:pt>
                <c:pt idx="6622">
                  <c:v>4</c:v>
                </c:pt>
                <c:pt idx="6623">
                  <c:v>4</c:v>
                </c:pt>
                <c:pt idx="6624">
                  <c:v>4</c:v>
                </c:pt>
                <c:pt idx="6625">
                  <c:v>4</c:v>
                </c:pt>
                <c:pt idx="6626">
                  <c:v>4</c:v>
                </c:pt>
                <c:pt idx="6627">
                  <c:v>4</c:v>
                </c:pt>
                <c:pt idx="6628">
                  <c:v>3.6</c:v>
                </c:pt>
                <c:pt idx="6629">
                  <c:v>3.6</c:v>
                </c:pt>
                <c:pt idx="6630">
                  <c:v>3.6</c:v>
                </c:pt>
                <c:pt idx="6631">
                  <c:v>3.6</c:v>
                </c:pt>
                <c:pt idx="6632">
                  <c:v>3.6</c:v>
                </c:pt>
                <c:pt idx="6633">
                  <c:v>3.6</c:v>
                </c:pt>
                <c:pt idx="6634">
                  <c:v>3.6</c:v>
                </c:pt>
                <c:pt idx="6635">
                  <c:v>3.7166199999999998</c:v>
                </c:pt>
                <c:pt idx="6636">
                  <c:v>3.7062199999999996</c:v>
                </c:pt>
                <c:pt idx="6637">
                  <c:v>3.7038000000000002</c:v>
                </c:pt>
                <c:pt idx="6638">
                  <c:v>3.6995399999999998</c:v>
                </c:pt>
                <c:pt idx="6639">
                  <c:v>3.67476</c:v>
                </c:pt>
                <c:pt idx="6640">
                  <c:v>3.6591999999999998</c:v>
                </c:pt>
                <c:pt idx="6641">
                  <c:v>3.64994</c:v>
                </c:pt>
                <c:pt idx="6642">
                  <c:v>3.5622699999999998</c:v>
                </c:pt>
                <c:pt idx="6643">
                  <c:v>3.53911</c:v>
                </c:pt>
                <c:pt idx="6644">
                  <c:v>3.5326999999999997</c:v>
                </c:pt>
                <c:pt idx="6645">
                  <c:v>3.5181999999999998</c:v>
                </c:pt>
                <c:pt idx="6646">
                  <c:v>3.5173100000000002</c:v>
                </c:pt>
                <c:pt idx="6647">
                  <c:v>3.5161599999999997</c:v>
                </c:pt>
                <c:pt idx="6648">
                  <c:v>3.5124599999999999</c:v>
                </c:pt>
                <c:pt idx="6649">
                  <c:v>3.5181300000000002</c:v>
                </c:pt>
                <c:pt idx="6650">
                  <c:v>3.5171199999999998</c:v>
                </c:pt>
                <c:pt idx="6651">
                  <c:v>3.5149499999999998</c:v>
                </c:pt>
                <c:pt idx="6652">
                  <c:v>3.5150700000000001</c:v>
                </c:pt>
                <c:pt idx="6653">
                  <c:v>3.5175300000000003</c:v>
                </c:pt>
                <c:pt idx="6654">
                  <c:v>3.5178199999999999</c:v>
                </c:pt>
                <c:pt idx="6655">
                  <c:v>3.5174699999999999</c:v>
                </c:pt>
                <c:pt idx="6656">
                  <c:v>3.5212699999999999</c:v>
                </c:pt>
                <c:pt idx="6657">
                  <c:v>3.5293800000000002</c:v>
                </c:pt>
                <c:pt idx="6658">
                  <c:v>3.5342800000000003</c:v>
                </c:pt>
                <c:pt idx="6659">
                  <c:v>3.6131599999999997</c:v>
                </c:pt>
                <c:pt idx="6660">
                  <c:v>3.6671399999999998</c:v>
                </c:pt>
                <c:pt idx="6661">
                  <c:v>3.6829000000000001</c:v>
                </c:pt>
                <c:pt idx="6662">
                  <c:v>3.71095</c:v>
                </c:pt>
                <c:pt idx="6663">
                  <c:v>3.6</c:v>
                </c:pt>
                <c:pt idx="6664">
                  <c:v>3.6</c:v>
                </c:pt>
                <c:pt idx="6665">
                  <c:v>3.6</c:v>
                </c:pt>
                <c:pt idx="6666">
                  <c:v>3.6</c:v>
                </c:pt>
                <c:pt idx="6667">
                  <c:v>3.6</c:v>
                </c:pt>
                <c:pt idx="6668">
                  <c:v>3.6</c:v>
                </c:pt>
                <c:pt idx="6669">
                  <c:v>3.6</c:v>
                </c:pt>
                <c:pt idx="6670">
                  <c:v>3.65</c:v>
                </c:pt>
                <c:pt idx="6671">
                  <c:v>3.65</c:v>
                </c:pt>
                <c:pt idx="6672">
                  <c:v>3.65</c:v>
                </c:pt>
                <c:pt idx="6673">
                  <c:v>3.65</c:v>
                </c:pt>
                <c:pt idx="6674">
                  <c:v>3.65</c:v>
                </c:pt>
                <c:pt idx="6675">
                  <c:v>3.65</c:v>
                </c:pt>
                <c:pt idx="6676">
                  <c:v>3.65</c:v>
                </c:pt>
                <c:pt idx="6677">
                  <c:v>3.65</c:v>
                </c:pt>
                <c:pt idx="6678">
                  <c:v>3.65</c:v>
                </c:pt>
                <c:pt idx="6679">
                  <c:v>3.65</c:v>
                </c:pt>
                <c:pt idx="6680">
                  <c:v>3.65</c:v>
                </c:pt>
                <c:pt idx="6681">
                  <c:v>3.65</c:v>
                </c:pt>
                <c:pt idx="6682">
                  <c:v>3.65</c:v>
                </c:pt>
                <c:pt idx="6683">
                  <c:v>3.65</c:v>
                </c:pt>
                <c:pt idx="6684">
                  <c:v>3.65</c:v>
                </c:pt>
                <c:pt idx="6685">
                  <c:v>3.65</c:v>
                </c:pt>
                <c:pt idx="6686">
                  <c:v>3.65</c:v>
                </c:pt>
                <c:pt idx="6687">
                  <c:v>3.65</c:v>
                </c:pt>
                <c:pt idx="6688">
                  <c:v>3.6608400000000003</c:v>
                </c:pt>
                <c:pt idx="6689">
                  <c:v>3.66099</c:v>
                </c:pt>
                <c:pt idx="6690">
                  <c:v>3.6602800000000002</c:v>
                </c:pt>
                <c:pt idx="6691">
                  <c:v>3.6599599999999999</c:v>
                </c:pt>
                <c:pt idx="6692">
                  <c:v>3.6600199999999998</c:v>
                </c:pt>
                <c:pt idx="6693">
                  <c:v>3.6599599999999999</c:v>
                </c:pt>
                <c:pt idx="6694">
                  <c:v>3.6604099999999997</c:v>
                </c:pt>
                <c:pt idx="6695">
                  <c:v>3.6604699999999997</c:v>
                </c:pt>
                <c:pt idx="6696">
                  <c:v>3.6601599999999999</c:v>
                </c:pt>
                <c:pt idx="6697">
                  <c:v>3.6601699999999999</c:v>
                </c:pt>
                <c:pt idx="6698">
                  <c:v>3.66065</c:v>
                </c:pt>
                <c:pt idx="6699">
                  <c:v>3.6594600000000002</c:v>
                </c:pt>
                <c:pt idx="6700">
                  <c:v>3.66012</c:v>
                </c:pt>
                <c:pt idx="6701">
                  <c:v>3.66086</c:v>
                </c:pt>
                <c:pt idx="6702">
                  <c:v>3.6599200000000001</c:v>
                </c:pt>
                <c:pt idx="6703">
                  <c:v>3.6611500000000001</c:v>
                </c:pt>
                <c:pt idx="6704">
                  <c:v>3.6623699999999997</c:v>
                </c:pt>
                <c:pt idx="6705">
                  <c:v>3.6631799999999997</c:v>
                </c:pt>
                <c:pt idx="6706">
                  <c:v>3.6682700000000001</c:v>
                </c:pt>
                <c:pt idx="6707">
                  <c:v>3.6716899999999999</c:v>
                </c:pt>
                <c:pt idx="6708">
                  <c:v>3.65</c:v>
                </c:pt>
                <c:pt idx="6709">
                  <c:v>3.65</c:v>
                </c:pt>
                <c:pt idx="6710">
                  <c:v>3.65</c:v>
                </c:pt>
                <c:pt idx="6711">
                  <c:v>3.65</c:v>
                </c:pt>
                <c:pt idx="6712">
                  <c:v>3.65</c:v>
                </c:pt>
                <c:pt idx="6713">
                  <c:v>3.65</c:v>
                </c:pt>
                <c:pt idx="6714">
                  <c:v>3.65</c:v>
                </c:pt>
                <c:pt idx="6715">
                  <c:v>3.65</c:v>
                </c:pt>
                <c:pt idx="6716">
                  <c:v>3.65</c:v>
                </c:pt>
                <c:pt idx="6717">
                  <c:v>3.65</c:v>
                </c:pt>
                <c:pt idx="6718">
                  <c:v>3.65</c:v>
                </c:pt>
                <c:pt idx="6719">
                  <c:v>3.65</c:v>
                </c:pt>
                <c:pt idx="6720">
                  <c:v>3.65</c:v>
                </c:pt>
                <c:pt idx="6721">
                  <c:v>3.65</c:v>
                </c:pt>
                <c:pt idx="6722">
                  <c:v>3.65</c:v>
                </c:pt>
                <c:pt idx="6723">
                  <c:v>3.65</c:v>
                </c:pt>
                <c:pt idx="6724">
                  <c:v>3.65</c:v>
                </c:pt>
                <c:pt idx="6725">
                  <c:v>3.65</c:v>
                </c:pt>
                <c:pt idx="6726">
                  <c:v>3.6399899999999996</c:v>
                </c:pt>
                <c:pt idx="6727">
                  <c:v>3.6410999999999998</c:v>
                </c:pt>
                <c:pt idx="6728">
                  <c:v>3.6419800000000002</c:v>
                </c:pt>
                <c:pt idx="6729">
                  <c:v>3.6422699999999999</c:v>
                </c:pt>
                <c:pt idx="6730">
                  <c:v>3.64235</c:v>
                </c:pt>
                <c:pt idx="6731">
                  <c:v>3.6431399999999998</c:v>
                </c:pt>
                <c:pt idx="6732">
                  <c:v>3.6394799999999998</c:v>
                </c:pt>
                <c:pt idx="6733">
                  <c:v>3.6352199999999999</c:v>
                </c:pt>
                <c:pt idx="6734">
                  <c:v>3.6771100000000003</c:v>
                </c:pt>
                <c:pt idx="6735">
                  <c:v>3.6729600000000002</c:v>
                </c:pt>
                <c:pt idx="6736">
                  <c:v>3.66825</c:v>
                </c:pt>
                <c:pt idx="6737">
                  <c:v>3.66629</c:v>
                </c:pt>
                <c:pt idx="6738">
                  <c:v>3.6648800000000001</c:v>
                </c:pt>
                <c:pt idx="6739">
                  <c:v>3.66411</c:v>
                </c:pt>
                <c:pt idx="6740">
                  <c:v>3.6646700000000001</c:v>
                </c:pt>
                <c:pt idx="6741">
                  <c:v>3.6650100000000001</c:v>
                </c:pt>
                <c:pt idx="6742">
                  <c:v>3.66615</c:v>
                </c:pt>
                <c:pt idx="6743">
                  <c:v>3.6678899999999999</c:v>
                </c:pt>
                <c:pt idx="6744">
                  <c:v>3.6717199999999997</c:v>
                </c:pt>
                <c:pt idx="6745">
                  <c:v>3.67428</c:v>
                </c:pt>
                <c:pt idx="6746">
                  <c:v>3.6752500000000001</c:v>
                </c:pt>
                <c:pt idx="6747">
                  <c:v>3.6665000000000001</c:v>
                </c:pt>
                <c:pt idx="6748">
                  <c:v>3.6607399999999997</c:v>
                </c:pt>
                <c:pt idx="6749">
                  <c:v>3.6627800000000001</c:v>
                </c:pt>
                <c:pt idx="6750">
                  <c:v>3.6623399999999999</c:v>
                </c:pt>
                <c:pt idx="6751">
                  <c:v>3.6629499999999999</c:v>
                </c:pt>
                <c:pt idx="6752">
                  <c:v>3.6660200000000001</c:v>
                </c:pt>
                <c:pt idx="6753">
                  <c:v>3.66865</c:v>
                </c:pt>
                <c:pt idx="6754">
                  <c:v>3.65</c:v>
                </c:pt>
                <c:pt idx="6755">
                  <c:v>3.65</c:v>
                </c:pt>
                <c:pt idx="6756">
                  <c:v>3.65</c:v>
                </c:pt>
                <c:pt idx="6757">
                  <c:v>3.65</c:v>
                </c:pt>
                <c:pt idx="6758">
                  <c:v>3.65</c:v>
                </c:pt>
                <c:pt idx="6759">
                  <c:v>3.65</c:v>
                </c:pt>
                <c:pt idx="6760">
                  <c:v>3.65</c:v>
                </c:pt>
                <c:pt idx="6761">
                  <c:v>3.65</c:v>
                </c:pt>
                <c:pt idx="6762">
                  <c:v>3.65</c:v>
                </c:pt>
                <c:pt idx="6763">
                  <c:v>3.5</c:v>
                </c:pt>
                <c:pt idx="6764">
                  <c:v>3.5</c:v>
                </c:pt>
                <c:pt idx="6765">
                  <c:v>3.5</c:v>
                </c:pt>
                <c:pt idx="6766">
                  <c:v>3.5</c:v>
                </c:pt>
                <c:pt idx="6767">
                  <c:v>3.5</c:v>
                </c:pt>
                <c:pt idx="6768">
                  <c:v>3.5</c:v>
                </c:pt>
                <c:pt idx="6769">
                  <c:v>3.5</c:v>
                </c:pt>
                <c:pt idx="6770">
                  <c:v>3.5</c:v>
                </c:pt>
                <c:pt idx="6771">
                  <c:v>4</c:v>
                </c:pt>
                <c:pt idx="6772">
                  <c:v>4</c:v>
                </c:pt>
                <c:pt idx="6773">
                  <c:v>4</c:v>
                </c:pt>
                <c:pt idx="6774">
                  <c:v>4</c:v>
                </c:pt>
                <c:pt idx="6775">
                  <c:v>4</c:v>
                </c:pt>
                <c:pt idx="6776">
                  <c:v>4</c:v>
                </c:pt>
                <c:pt idx="6777">
                  <c:v>4</c:v>
                </c:pt>
                <c:pt idx="6778">
                  <c:v>4</c:v>
                </c:pt>
                <c:pt idx="6779">
                  <c:v>4</c:v>
                </c:pt>
                <c:pt idx="6780">
                  <c:v>4</c:v>
                </c:pt>
                <c:pt idx="6781">
                  <c:v>4</c:v>
                </c:pt>
                <c:pt idx="6782">
                  <c:v>4</c:v>
                </c:pt>
                <c:pt idx="6783">
                  <c:v>4</c:v>
                </c:pt>
                <c:pt idx="6784">
                  <c:v>4</c:v>
                </c:pt>
                <c:pt idx="6785">
                  <c:v>4</c:v>
                </c:pt>
                <c:pt idx="6786">
                  <c:v>4</c:v>
                </c:pt>
                <c:pt idx="6787">
                  <c:v>4</c:v>
                </c:pt>
                <c:pt idx="6788">
                  <c:v>4</c:v>
                </c:pt>
                <c:pt idx="6789">
                  <c:v>4</c:v>
                </c:pt>
                <c:pt idx="6790">
                  <c:v>4</c:v>
                </c:pt>
                <c:pt idx="6791">
                  <c:v>3.5</c:v>
                </c:pt>
                <c:pt idx="6792">
                  <c:v>3.5</c:v>
                </c:pt>
                <c:pt idx="6793">
                  <c:v>3.5</c:v>
                </c:pt>
                <c:pt idx="6794">
                  <c:v>3.5</c:v>
                </c:pt>
                <c:pt idx="6795">
                  <c:v>3.5</c:v>
                </c:pt>
                <c:pt idx="6796">
                  <c:v>3.5</c:v>
                </c:pt>
                <c:pt idx="6797">
                  <c:v>3.5</c:v>
                </c:pt>
                <c:pt idx="6798">
                  <c:v>3.5</c:v>
                </c:pt>
                <c:pt idx="6799">
                  <c:v>3.5</c:v>
                </c:pt>
                <c:pt idx="6800">
                  <c:v>3.5</c:v>
                </c:pt>
                <c:pt idx="6801">
                  <c:v>3.5</c:v>
                </c:pt>
                <c:pt idx="6802">
                  <c:v>3.5</c:v>
                </c:pt>
                <c:pt idx="6803">
                  <c:v>3.5</c:v>
                </c:pt>
                <c:pt idx="6804">
                  <c:v>3.5</c:v>
                </c:pt>
                <c:pt idx="6805">
                  <c:v>3.5</c:v>
                </c:pt>
                <c:pt idx="6806">
                  <c:v>3.5</c:v>
                </c:pt>
                <c:pt idx="6807">
                  <c:v>4</c:v>
                </c:pt>
                <c:pt idx="6808">
                  <c:v>4</c:v>
                </c:pt>
                <c:pt idx="6809">
                  <c:v>4</c:v>
                </c:pt>
                <c:pt idx="6810">
                  <c:v>4</c:v>
                </c:pt>
                <c:pt idx="6811">
                  <c:v>4</c:v>
                </c:pt>
                <c:pt idx="6812">
                  <c:v>4</c:v>
                </c:pt>
                <c:pt idx="6813">
                  <c:v>4</c:v>
                </c:pt>
                <c:pt idx="6814">
                  <c:v>4</c:v>
                </c:pt>
                <c:pt idx="6815">
                  <c:v>4.5</c:v>
                </c:pt>
                <c:pt idx="6816">
                  <c:v>4.5</c:v>
                </c:pt>
                <c:pt idx="6817">
                  <c:v>4.5</c:v>
                </c:pt>
                <c:pt idx="6818">
                  <c:v>4.5</c:v>
                </c:pt>
                <c:pt idx="6819">
                  <c:v>3.5</c:v>
                </c:pt>
                <c:pt idx="6820">
                  <c:v>3.5</c:v>
                </c:pt>
                <c:pt idx="6821">
                  <c:v>3.5</c:v>
                </c:pt>
                <c:pt idx="6822">
                  <c:v>3.5</c:v>
                </c:pt>
                <c:pt idx="6823">
                  <c:v>3.5</c:v>
                </c:pt>
                <c:pt idx="6824">
                  <c:v>3.5</c:v>
                </c:pt>
                <c:pt idx="6825">
                  <c:v>3.5</c:v>
                </c:pt>
                <c:pt idx="6826">
                  <c:v>3.5</c:v>
                </c:pt>
                <c:pt idx="6827">
                  <c:v>4.3219200000000004</c:v>
                </c:pt>
                <c:pt idx="6828">
                  <c:v>4.3138900000000007</c:v>
                </c:pt>
                <c:pt idx="6829">
                  <c:v>4.32057</c:v>
                </c:pt>
                <c:pt idx="6830">
                  <c:v>4.3183299999999996</c:v>
                </c:pt>
                <c:pt idx="6831">
                  <c:v>4.3042899999999999</c:v>
                </c:pt>
                <c:pt idx="6832">
                  <c:v>4.3094999999999999</c:v>
                </c:pt>
                <c:pt idx="6833">
                  <c:v>4.3121299999999998</c:v>
                </c:pt>
                <c:pt idx="6834">
                  <c:v>4.31081</c:v>
                </c:pt>
                <c:pt idx="6835">
                  <c:v>4.0408299999999997</c:v>
                </c:pt>
                <c:pt idx="6836">
                  <c:v>4.0393699999999999</c:v>
                </c:pt>
                <c:pt idx="6837">
                  <c:v>4.0423</c:v>
                </c:pt>
                <c:pt idx="6838">
                  <c:v>4.04915</c:v>
                </c:pt>
                <c:pt idx="6839">
                  <c:v>4.0633800000000004</c:v>
                </c:pt>
                <c:pt idx="6840">
                  <c:v>4.0710999999999995</c:v>
                </c:pt>
                <c:pt idx="6841">
                  <c:v>4.0844499999999995</c:v>
                </c:pt>
                <c:pt idx="6842">
                  <c:v>4.0899700000000001</c:v>
                </c:pt>
                <c:pt idx="6843">
                  <c:v>4.1090100000000005</c:v>
                </c:pt>
                <c:pt idx="6844">
                  <c:v>4.1389799999999992</c:v>
                </c:pt>
                <c:pt idx="6845">
                  <c:v>4.1570299999999998</c:v>
                </c:pt>
                <c:pt idx="6846">
                  <c:v>4.1770500000000004</c:v>
                </c:pt>
                <c:pt idx="6848">
                  <c:v>4.5</c:v>
                </c:pt>
                <c:pt idx="6849">
                  <c:v>4.5</c:v>
                </c:pt>
                <c:pt idx="6850">
                  <c:v>4.5</c:v>
                </c:pt>
                <c:pt idx="6851">
                  <c:v>4.5</c:v>
                </c:pt>
                <c:pt idx="6852">
                  <c:v>4.5</c:v>
                </c:pt>
                <c:pt idx="6853">
                  <c:v>4.5</c:v>
                </c:pt>
                <c:pt idx="6854">
                  <c:v>4.5</c:v>
                </c:pt>
                <c:pt idx="6855">
                  <c:v>4.5</c:v>
                </c:pt>
                <c:pt idx="6856">
                  <c:v>4.5</c:v>
                </c:pt>
                <c:pt idx="6857">
                  <c:v>4.5</c:v>
                </c:pt>
                <c:pt idx="6858">
                  <c:v>4.5</c:v>
                </c:pt>
                <c:pt idx="6859">
                  <c:v>4.5</c:v>
                </c:pt>
                <c:pt idx="6860">
                  <c:v>4.5</c:v>
                </c:pt>
                <c:pt idx="6861">
                  <c:v>4.5</c:v>
                </c:pt>
                <c:pt idx="6862">
                  <c:v>4.5</c:v>
                </c:pt>
                <c:pt idx="6863">
                  <c:v>4.5</c:v>
                </c:pt>
                <c:pt idx="6864">
                  <c:v>4.5</c:v>
                </c:pt>
                <c:pt idx="6865">
                  <c:v>4.5</c:v>
                </c:pt>
                <c:pt idx="6866">
                  <c:v>4.5</c:v>
                </c:pt>
                <c:pt idx="6881">
                  <c:v>3.7</c:v>
                </c:pt>
                <c:pt idx="6882">
                  <c:v>3.7</c:v>
                </c:pt>
                <c:pt idx="6883">
                  <c:v>3.7</c:v>
                </c:pt>
                <c:pt idx="6884">
                  <c:v>3.7</c:v>
                </c:pt>
                <c:pt idx="6885">
                  <c:v>3.7</c:v>
                </c:pt>
                <c:pt idx="6886">
                  <c:v>3.7</c:v>
                </c:pt>
                <c:pt idx="6887">
                  <c:v>3.7</c:v>
                </c:pt>
                <c:pt idx="6888">
                  <c:v>3.7</c:v>
                </c:pt>
                <c:pt idx="6889">
                  <c:v>3.7</c:v>
                </c:pt>
                <c:pt idx="6890">
                  <c:v>3.7</c:v>
                </c:pt>
                <c:pt idx="6891">
                  <c:v>3.7</c:v>
                </c:pt>
                <c:pt idx="6892">
                  <c:v>3.7</c:v>
                </c:pt>
                <c:pt idx="6893">
                  <c:v>3.7</c:v>
                </c:pt>
                <c:pt idx="6894">
                  <c:v>3.7</c:v>
                </c:pt>
                <c:pt idx="6895">
                  <c:v>3.7</c:v>
                </c:pt>
                <c:pt idx="6896">
                  <c:v>3.7</c:v>
                </c:pt>
                <c:pt idx="6897">
                  <c:v>3.7</c:v>
                </c:pt>
                <c:pt idx="6898">
                  <c:v>3.7</c:v>
                </c:pt>
                <c:pt idx="6899">
                  <c:v>3.7</c:v>
                </c:pt>
                <c:pt idx="6900">
                  <c:v>3.7</c:v>
                </c:pt>
                <c:pt idx="6918">
                  <c:v>4</c:v>
                </c:pt>
                <c:pt idx="6919">
                  <c:v>4</c:v>
                </c:pt>
                <c:pt idx="6920">
                  <c:v>4</c:v>
                </c:pt>
                <c:pt idx="6921">
                  <c:v>4</c:v>
                </c:pt>
                <c:pt idx="6922">
                  <c:v>4</c:v>
                </c:pt>
                <c:pt idx="6923">
                  <c:v>4</c:v>
                </c:pt>
                <c:pt idx="6924">
                  <c:v>4</c:v>
                </c:pt>
                <c:pt idx="6925">
                  <c:v>4</c:v>
                </c:pt>
                <c:pt idx="6926">
                  <c:v>4</c:v>
                </c:pt>
                <c:pt idx="6927">
                  <c:v>4</c:v>
                </c:pt>
                <c:pt idx="6928">
                  <c:v>4</c:v>
                </c:pt>
                <c:pt idx="6929">
                  <c:v>4</c:v>
                </c:pt>
                <c:pt idx="6930">
                  <c:v>4</c:v>
                </c:pt>
                <c:pt idx="6931">
                  <c:v>4</c:v>
                </c:pt>
                <c:pt idx="6932">
                  <c:v>4</c:v>
                </c:pt>
                <c:pt idx="6933">
                  <c:v>4</c:v>
                </c:pt>
                <c:pt idx="6934">
                  <c:v>4</c:v>
                </c:pt>
                <c:pt idx="6935">
                  <c:v>4</c:v>
                </c:pt>
                <c:pt idx="6936">
                  <c:v>4</c:v>
                </c:pt>
                <c:pt idx="6937">
                  <c:v>4</c:v>
                </c:pt>
                <c:pt idx="6946">
                  <c:v>4</c:v>
                </c:pt>
                <c:pt idx="6947">
                  <c:v>4</c:v>
                </c:pt>
                <c:pt idx="6948">
                  <c:v>4</c:v>
                </c:pt>
                <c:pt idx="6949">
                  <c:v>4</c:v>
                </c:pt>
                <c:pt idx="6950">
                  <c:v>4</c:v>
                </c:pt>
                <c:pt idx="6951">
                  <c:v>4</c:v>
                </c:pt>
                <c:pt idx="6952">
                  <c:v>4</c:v>
                </c:pt>
                <c:pt idx="6953">
                  <c:v>4</c:v>
                </c:pt>
                <c:pt idx="6954">
                  <c:v>4</c:v>
                </c:pt>
                <c:pt idx="6955">
                  <c:v>4</c:v>
                </c:pt>
                <c:pt idx="6956">
                  <c:v>4</c:v>
                </c:pt>
                <c:pt idx="6957">
                  <c:v>4</c:v>
                </c:pt>
                <c:pt idx="6958">
                  <c:v>4</c:v>
                </c:pt>
                <c:pt idx="6959">
                  <c:v>4</c:v>
                </c:pt>
                <c:pt idx="6960">
                  <c:v>4</c:v>
                </c:pt>
                <c:pt idx="6961">
                  <c:v>4</c:v>
                </c:pt>
                <c:pt idx="6962">
                  <c:v>4</c:v>
                </c:pt>
                <c:pt idx="6963">
                  <c:v>4</c:v>
                </c:pt>
                <c:pt idx="6964">
                  <c:v>4</c:v>
                </c:pt>
                <c:pt idx="6965">
                  <c:v>4</c:v>
                </c:pt>
                <c:pt idx="6966">
                  <c:v>3.5</c:v>
                </c:pt>
                <c:pt idx="6967">
                  <c:v>3.5</c:v>
                </c:pt>
                <c:pt idx="6968">
                  <c:v>3.5</c:v>
                </c:pt>
                <c:pt idx="6969">
                  <c:v>3.5</c:v>
                </c:pt>
                <c:pt idx="6970">
                  <c:v>3.5</c:v>
                </c:pt>
                <c:pt idx="6971">
                  <c:v>3.5</c:v>
                </c:pt>
                <c:pt idx="6972">
                  <c:v>3.5</c:v>
                </c:pt>
                <c:pt idx="6973">
                  <c:v>3.5</c:v>
                </c:pt>
                <c:pt idx="6974">
                  <c:v>3.5</c:v>
                </c:pt>
                <c:pt idx="6975">
                  <c:v>3.5</c:v>
                </c:pt>
                <c:pt idx="6976">
                  <c:v>3.5</c:v>
                </c:pt>
                <c:pt idx="6977">
                  <c:v>3.5</c:v>
                </c:pt>
                <c:pt idx="6978">
                  <c:v>3.5</c:v>
                </c:pt>
                <c:pt idx="6979">
                  <c:v>3.5</c:v>
                </c:pt>
                <c:pt idx="6980">
                  <c:v>3.5</c:v>
                </c:pt>
                <c:pt idx="6981">
                  <c:v>3.5</c:v>
                </c:pt>
                <c:pt idx="6982">
                  <c:v>3.5</c:v>
                </c:pt>
                <c:pt idx="6983">
                  <c:v>3.5</c:v>
                </c:pt>
                <c:pt idx="6984">
                  <c:v>3.5</c:v>
                </c:pt>
                <c:pt idx="6985">
                  <c:v>3.5</c:v>
                </c:pt>
                <c:pt idx="6996">
                  <c:v>3.6875</c:v>
                </c:pt>
                <c:pt idx="6997">
                  <c:v>3.6875</c:v>
                </c:pt>
                <c:pt idx="6998">
                  <c:v>3.6875</c:v>
                </c:pt>
                <c:pt idx="6999">
                  <c:v>3.6875</c:v>
                </c:pt>
                <c:pt idx="7000">
                  <c:v>3.6875</c:v>
                </c:pt>
                <c:pt idx="7001">
                  <c:v>3.6875</c:v>
                </c:pt>
                <c:pt idx="7002">
                  <c:v>3.6875</c:v>
                </c:pt>
                <c:pt idx="7003">
                  <c:v>3.6875</c:v>
                </c:pt>
                <c:pt idx="7004">
                  <c:v>3.6875</c:v>
                </c:pt>
                <c:pt idx="7005">
                  <c:v>3.6875</c:v>
                </c:pt>
                <c:pt idx="7006">
                  <c:v>3.6875</c:v>
                </c:pt>
                <c:pt idx="7007">
                  <c:v>3.6875</c:v>
                </c:pt>
                <c:pt idx="7008">
                  <c:v>3.6875</c:v>
                </c:pt>
                <c:pt idx="7009">
                  <c:v>3.6948099999999999</c:v>
                </c:pt>
                <c:pt idx="7010">
                  <c:v>4</c:v>
                </c:pt>
                <c:pt idx="7011">
                  <c:v>4</c:v>
                </c:pt>
                <c:pt idx="7012">
                  <c:v>3.6</c:v>
                </c:pt>
                <c:pt idx="7013">
                  <c:v>3.6</c:v>
                </c:pt>
                <c:pt idx="7014">
                  <c:v>3.3</c:v>
                </c:pt>
                <c:pt idx="7023">
                  <c:v>3.5</c:v>
                </c:pt>
                <c:pt idx="7024">
                  <c:v>3.5</c:v>
                </c:pt>
                <c:pt idx="7025">
                  <c:v>3.5685799999999999</c:v>
                </c:pt>
                <c:pt idx="7026">
                  <c:v>3.5602</c:v>
                </c:pt>
                <c:pt idx="7027">
                  <c:v>3.5567299999999999</c:v>
                </c:pt>
                <c:pt idx="7028">
                  <c:v>3.5518299999999998</c:v>
                </c:pt>
                <c:pt idx="7029">
                  <c:v>3.5515700000000003</c:v>
                </c:pt>
                <c:pt idx="7030">
                  <c:v>3.5421999999999998</c:v>
                </c:pt>
                <c:pt idx="7031">
                  <c:v>3.5</c:v>
                </c:pt>
                <c:pt idx="7032">
                  <c:v>3.5</c:v>
                </c:pt>
                <c:pt idx="7033">
                  <c:v>3.5</c:v>
                </c:pt>
                <c:pt idx="7034">
                  <c:v>3.5</c:v>
                </c:pt>
                <c:pt idx="7035">
                  <c:v>3.5</c:v>
                </c:pt>
                <c:pt idx="7036">
                  <c:v>3.5</c:v>
                </c:pt>
                <c:pt idx="7037">
                  <c:v>3.5</c:v>
                </c:pt>
                <c:pt idx="7038">
                  <c:v>3.5</c:v>
                </c:pt>
                <c:pt idx="7039">
                  <c:v>3.5</c:v>
                </c:pt>
                <c:pt idx="7040">
                  <c:v>3.5</c:v>
                </c:pt>
                <c:pt idx="7041">
                  <c:v>3.5</c:v>
                </c:pt>
                <c:pt idx="7042">
                  <c:v>3.5</c:v>
                </c:pt>
                <c:pt idx="7043">
                  <c:v>3.6</c:v>
                </c:pt>
                <c:pt idx="7044">
                  <c:v>3.6</c:v>
                </c:pt>
                <c:pt idx="7045">
                  <c:v>3.65</c:v>
                </c:pt>
                <c:pt idx="7046">
                  <c:v>3.65</c:v>
                </c:pt>
                <c:pt idx="7047">
                  <c:v>3.65</c:v>
                </c:pt>
                <c:pt idx="7048">
                  <c:v>3.65</c:v>
                </c:pt>
                <c:pt idx="7049">
                  <c:v>3.65</c:v>
                </c:pt>
                <c:pt idx="7062">
                  <c:v>3.5972600000000003</c:v>
                </c:pt>
                <c:pt idx="7063">
                  <c:v>3.6316999999999999</c:v>
                </c:pt>
                <c:pt idx="7064">
                  <c:v>3.6316999999999999</c:v>
                </c:pt>
                <c:pt idx="7065">
                  <c:v>3.61259</c:v>
                </c:pt>
                <c:pt idx="7066">
                  <c:v>3.5673000000000004</c:v>
                </c:pt>
                <c:pt idx="7067">
                  <c:v>3.5673000000000004</c:v>
                </c:pt>
                <c:pt idx="7068">
                  <c:v>3.54657</c:v>
                </c:pt>
                <c:pt idx="7069">
                  <c:v>3.5473499999999998</c:v>
                </c:pt>
                <c:pt idx="7070">
                  <c:v>3.5365900000000003</c:v>
                </c:pt>
                <c:pt idx="7071">
                  <c:v>3.5365900000000003</c:v>
                </c:pt>
                <c:pt idx="7072">
                  <c:v>3.5365900000000003</c:v>
                </c:pt>
                <c:pt idx="7073">
                  <c:v>3.5366900000000001</c:v>
                </c:pt>
                <c:pt idx="7074">
                  <c:v>3.5229299999999997</c:v>
                </c:pt>
                <c:pt idx="7075">
                  <c:v>3.53451</c:v>
                </c:pt>
                <c:pt idx="7076">
                  <c:v>3.5624400000000001</c:v>
                </c:pt>
                <c:pt idx="7077">
                  <c:v>3.58765</c:v>
                </c:pt>
                <c:pt idx="7078">
                  <c:v>3.8719999999999999</c:v>
                </c:pt>
                <c:pt idx="7079">
                  <c:v>3.8719999999999999</c:v>
                </c:pt>
                <c:pt idx="7080">
                  <c:v>3.8719999999999999</c:v>
                </c:pt>
                <c:pt idx="7081">
                  <c:v>3.8719999999999999</c:v>
                </c:pt>
                <c:pt idx="7082">
                  <c:v>3.8719999999999999</c:v>
                </c:pt>
                <c:pt idx="7083">
                  <c:v>3.8719999999999999</c:v>
                </c:pt>
                <c:pt idx="7084">
                  <c:v>3.8719999999999999</c:v>
                </c:pt>
                <c:pt idx="7085">
                  <c:v>3.8719999999999999</c:v>
                </c:pt>
                <c:pt idx="7086">
                  <c:v>3.8719999999999999</c:v>
                </c:pt>
                <c:pt idx="7087">
                  <c:v>3.8719999999999999</c:v>
                </c:pt>
                <c:pt idx="7088">
                  <c:v>3.7624400000000002</c:v>
                </c:pt>
                <c:pt idx="7089">
                  <c:v>3.6650200000000002</c:v>
                </c:pt>
                <c:pt idx="7090">
                  <c:v>3.6396299999999999</c:v>
                </c:pt>
                <c:pt idx="7091">
                  <c:v>3.6046199999999997</c:v>
                </c:pt>
                <c:pt idx="7092">
                  <c:v>3.58623</c:v>
                </c:pt>
                <c:pt idx="7093">
                  <c:v>3.56582</c:v>
                </c:pt>
                <c:pt idx="7094">
                  <c:v>3.56033</c:v>
                </c:pt>
                <c:pt idx="7095">
                  <c:v>3.5458400000000001</c:v>
                </c:pt>
                <c:pt idx="7096">
                  <c:v>3.5197699999999998</c:v>
                </c:pt>
                <c:pt idx="7097">
                  <c:v>3.5041100000000003</c:v>
                </c:pt>
                <c:pt idx="7098">
                  <c:v>3.5041100000000003</c:v>
                </c:pt>
                <c:pt idx="7099">
                  <c:v>3.5041100000000003</c:v>
                </c:pt>
                <c:pt idx="7100">
                  <c:v>3.5041100000000003</c:v>
                </c:pt>
                <c:pt idx="7101">
                  <c:v>3.5041100000000003</c:v>
                </c:pt>
                <c:pt idx="7102">
                  <c:v>3.5041100000000003</c:v>
                </c:pt>
                <c:pt idx="7103">
                  <c:v>3.5041100000000003</c:v>
                </c:pt>
                <c:pt idx="7104">
                  <c:v>3.5041100000000003</c:v>
                </c:pt>
                <c:pt idx="7105">
                  <c:v>3.5049399999999999</c:v>
                </c:pt>
                <c:pt idx="7106">
                  <c:v>3.5073000000000003</c:v>
                </c:pt>
                <c:pt idx="7107">
                  <c:v>3.5076900000000002</c:v>
                </c:pt>
                <c:pt idx="7108">
                  <c:v>4.93</c:v>
                </c:pt>
                <c:pt idx="7109">
                  <c:v>4.93</c:v>
                </c:pt>
                <c:pt idx="7110">
                  <c:v>4.93</c:v>
                </c:pt>
                <c:pt idx="7111">
                  <c:v>4.93</c:v>
                </c:pt>
                <c:pt idx="7112">
                  <c:v>4.93</c:v>
                </c:pt>
                <c:pt idx="7113">
                  <c:v>4.93</c:v>
                </c:pt>
                <c:pt idx="7114">
                  <c:v>4.93</c:v>
                </c:pt>
                <c:pt idx="7115">
                  <c:v>4.93</c:v>
                </c:pt>
                <c:pt idx="7116">
                  <c:v>4.93</c:v>
                </c:pt>
                <c:pt idx="7117">
                  <c:v>4.93</c:v>
                </c:pt>
                <c:pt idx="7118">
                  <c:v>4.93</c:v>
                </c:pt>
                <c:pt idx="7119">
                  <c:v>4.6851899999999995</c:v>
                </c:pt>
                <c:pt idx="7120">
                  <c:v>4.6909000000000001</c:v>
                </c:pt>
                <c:pt idx="7121">
                  <c:v>4.69475</c:v>
                </c:pt>
                <c:pt idx="7122">
                  <c:v>4.6984399999999997</c:v>
                </c:pt>
                <c:pt idx="7123">
                  <c:v>4.6992200000000004</c:v>
                </c:pt>
                <c:pt idx="7124">
                  <c:v>4.6984599999999999</c:v>
                </c:pt>
                <c:pt idx="7125">
                  <c:v>4.6563599999999994</c:v>
                </c:pt>
                <c:pt idx="7126">
                  <c:v>3.9828600000000001</c:v>
                </c:pt>
                <c:pt idx="7127">
                  <c:v>3.9117600000000001</c:v>
                </c:pt>
                <c:pt idx="7128">
                  <c:v>3.9117600000000001</c:v>
                </c:pt>
                <c:pt idx="7129">
                  <c:v>3.9117600000000001</c:v>
                </c:pt>
                <c:pt idx="7130">
                  <c:v>3.9117600000000001</c:v>
                </c:pt>
                <c:pt idx="7131">
                  <c:v>3.9117600000000001</c:v>
                </c:pt>
                <c:pt idx="7132">
                  <c:v>3.9117600000000001</c:v>
                </c:pt>
                <c:pt idx="7133">
                  <c:v>3.9707499999999998</c:v>
                </c:pt>
                <c:pt idx="7134">
                  <c:v>4.0490199999999996</c:v>
                </c:pt>
                <c:pt idx="7135">
                  <c:v>3.9052699999999998</c:v>
                </c:pt>
                <c:pt idx="7136">
                  <c:v>3.9449399999999999</c:v>
                </c:pt>
                <c:pt idx="7137">
                  <c:v>4.1259799999999993</c:v>
                </c:pt>
                <c:pt idx="7138">
                  <c:v>3.9968900000000001</c:v>
                </c:pt>
                <c:pt idx="7147">
                  <c:v>4.226</c:v>
                </c:pt>
                <c:pt idx="7148">
                  <c:v>4.226</c:v>
                </c:pt>
                <c:pt idx="7149">
                  <c:v>4.226</c:v>
                </c:pt>
                <c:pt idx="7150">
                  <c:v>4.226</c:v>
                </c:pt>
                <c:pt idx="7151">
                  <c:v>4.226</c:v>
                </c:pt>
                <c:pt idx="7152">
                  <c:v>4.226</c:v>
                </c:pt>
                <c:pt idx="7153">
                  <c:v>4.226</c:v>
                </c:pt>
                <c:pt idx="7154">
                  <c:v>4.3860000000000001</c:v>
                </c:pt>
                <c:pt idx="7155">
                  <c:v>4.0645699999999998</c:v>
                </c:pt>
                <c:pt idx="7156">
                  <c:v>4.0645699999999998</c:v>
                </c:pt>
                <c:pt idx="7157">
                  <c:v>4.0645699999999998</c:v>
                </c:pt>
                <c:pt idx="7158">
                  <c:v>4.226</c:v>
                </c:pt>
                <c:pt idx="7159">
                  <c:v>4.226</c:v>
                </c:pt>
                <c:pt idx="7160">
                  <c:v>4.226</c:v>
                </c:pt>
                <c:pt idx="7161">
                  <c:v>4.226</c:v>
                </c:pt>
                <c:pt idx="7162">
                  <c:v>4.226</c:v>
                </c:pt>
                <c:pt idx="7163">
                  <c:v>4.226</c:v>
                </c:pt>
                <c:pt idx="7164">
                  <c:v>4.226</c:v>
                </c:pt>
                <c:pt idx="7165">
                  <c:v>4.226</c:v>
                </c:pt>
                <c:pt idx="7166">
                  <c:v>4.226</c:v>
                </c:pt>
                <c:pt idx="7177">
                  <c:v>4.5</c:v>
                </c:pt>
                <c:pt idx="7178">
                  <c:v>4.5</c:v>
                </c:pt>
                <c:pt idx="7179">
                  <c:v>4.5</c:v>
                </c:pt>
                <c:pt idx="7180">
                  <c:v>4.5</c:v>
                </c:pt>
                <c:pt idx="7181">
                  <c:v>4.5</c:v>
                </c:pt>
                <c:pt idx="7182">
                  <c:v>4.5</c:v>
                </c:pt>
                <c:pt idx="7183">
                  <c:v>4.5</c:v>
                </c:pt>
                <c:pt idx="7184">
                  <c:v>4.5</c:v>
                </c:pt>
                <c:pt idx="7185">
                  <c:v>4.1658599999999995</c:v>
                </c:pt>
                <c:pt idx="7186">
                  <c:v>4.0566800000000001</c:v>
                </c:pt>
                <c:pt idx="7187">
                  <c:v>4.0652600000000003</c:v>
                </c:pt>
                <c:pt idx="7188">
                  <c:v>4.0882399999999999</c:v>
                </c:pt>
                <c:pt idx="7189">
                  <c:v>4.1417700000000002</c:v>
                </c:pt>
                <c:pt idx="7190">
                  <c:v>4.2503400000000005</c:v>
                </c:pt>
                <c:pt idx="7191">
                  <c:v>4.2255900000000004</c:v>
                </c:pt>
                <c:pt idx="7192">
                  <c:v>4.5</c:v>
                </c:pt>
                <c:pt idx="7193">
                  <c:v>4.5</c:v>
                </c:pt>
                <c:pt idx="7194">
                  <c:v>4.5</c:v>
                </c:pt>
                <c:pt idx="7195">
                  <c:v>4.5</c:v>
                </c:pt>
                <c:pt idx="7196">
                  <c:v>4.5</c:v>
                </c:pt>
                <c:pt idx="7233">
                  <c:v>4.8940000000000001</c:v>
                </c:pt>
                <c:pt idx="7234">
                  <c:v>4.8940000000000001</c:v>
                </c:pt>
                <c:pt idx="7235">
                  <c:v>4.8940000000000001</c:v>
                </c:pt>
                <c:pt idx="7236">
                  <c:v>4.8940000000000001</c:v>
                </c:pt>
                <c:pt idx="7237">
                  <c:v>4.8940000000000001</c:v>
                </c:pt>
                <c:pt idx="7238">
                  <c:v>4.8940000000000001</c:v>
                </c:pt>
                <c:pt idx="7239">
                  <c:v>4.8940000000000001</c:v>
                </c:pt>
                <c:pt idx="7240">
                  <c:v>4.8940000000000001</c:v>
                </c:pt>
                <c:pt idx="7241">
                  <c:v>4.8940000000000001</c:v>
                </c:pt>
                <c:pt idx="7242">
                  <c:v>4.8940000000000001</c:v>
                </c:pt>
                <c:pt idx="7243">
                  <c:v>4.8940000000000001</c:v>
                </c:pt>
                <c:pt idx="7244">
                  <c:v>4.8940000000000001</c:v>
                </c:pt>
                <c:pt idx="7245">
                  <c:v>4.8940000000000001</c:v>
                </c:pt>
                <c:pt idx="7246">
                  <c:v>4.8940000000000001</c:v>
                </c:pt>
                <c:pt idx="7247">
                  <c:v>4.8940000000000001</c:v>
                </c:pt>
                <c:pt idx="7248">
                  <c:v>4.8940000000000001</c:v>
                </c:pt>
                <c:pt idx="7249">
                  <c:v>4.8940000000000001</c:v>
                </c:pt>
                <c:pt idx="7250">
                  <c:v>4.8940000000000001</c:v>
                </c:pt>
                <c:pt idx="7251">
                  <c:v>4.8940000000000001</c:v>
                </c:pt>
                <c:pt idx="7252">
                  <c:v>4.8940000000000001</c:v>
                </c:pt>
                <c:pt idx="7265">
                  <c:v>4.1900000000000004</c:v>
                </c:pt>
                <c:pt idx="7266">
                  <c:v>4.1900000000000004</c:v>
                </c:pt>
                <c:pt idx="7267">
                  <c:v>4.1900000000000004</c:v>
                </c:pt>
                <c:pt idx="7268">
                  <c:v>4.1900000000000004</c:v>
                </c:pt>
                <c:pt idx="7269">
                  <c:v>4.1900000000000004</c:v>
                </c:pt>
                <c:pt idx="7270">
                  <c:v>4.1900000000000004</c:v>
                </c:pt>
                <c:pt idx="7271">
                  <c:v>4.1900000000000004</c:v>
                </c:pt>
                <c:pt idx="7272">
                  <c:v>4.1900000000000004</c:v>
                </c:pt>
                <c:pt idx="7273">
                  <c:v>4.1900000000000004</c:v>
                </c:pt>
                <c:pt idx="7274">
                  <c:v>4.1900000000000004</c:v>
                </c:pt>
                <c:pt idx="7275">
                  <c:v>4.1900000000000004</c:v>
                </c:pt>
                <c:pt idx="7276">
                  <c:v>4.1900000000000004</c:v>
                </c:pt>
                <c:pt idx="7277">
                  <c:v>4.1900000000000004</c:v>
                </c:pt>
                <c:pt idx="7278">
                  <c:v>4.1900000000000004</c:v>
                </c:pt>
                <c:pt idx="7279">
                  <c:v>4.1900000000000004</c:v>
                </c:pt>
                <c:pt idx="7280">
                  <c:v>4.1900000000000004</c:v>
                </c:pt>
                <c:pt idx="7281">
                  <c:v>4.1900000000000004</c:v>
                </c:pt>
                <c:pt idx="7282">
                  <c:v>4.1900000000000004</c:v>
                </c:pt>
                <c:pt idx="7283">
                  <c:v>4.1900000000000004</c:v>
                </c:pt>
                <c:pt idx="7284">
                  <c:v>4.1900000000000004</c:v>
                </c:pt>
                <c:pt idx="7285">
                  <c:v>5.7610000000000001</c:v>
                </c:pt>
                <c:pt idx="7286">
                  <c:v>5.7610000000000001</c:v>
                </c:pt>
                <c:pt idx="7287">
                  <c:v>5.7610000000000001</c:v>
                </c:pt>
                <c:pt idx="7288">
                  <c:v>5.7610000000000001</c:v>
                </c:pt>
                <c:pt idx="7289">
                  <c:v>5.7610000000000001</c:v>
                </c:pt>
                <c:pt idx="7290">
                  <c:v>5.7610000000000001</c:v>
                </c:pt>
                <c:pt idx="7291">
                  <c:v>5.7610000000000001</c:v>
                </c:pt>
                <c:pt idx="7292">
                  <c:v>5.7610000000000001</c:v>
                </c:pt>
                <c:pt idx="7293">
                  <c:v>5.7610000000000001</c:v>
                </c:pt>
                <c:pt idx="7294">
                  <c:v>5.7610000000000001</c:v>
                </c:pt>
                <c:pt idx="7295">
                  <c:v>5.7610000000000001</c:v>
                </c:pt>
                <c:pt idx="7296">
                  <c:v>5.7610000000000001</c:v>
                </c:pt>
                <c:pt idx="7297">
                  <c:v>5.7610000000000001</c:v>
                </c:pt>
                <c:pt idx="7298">
                  <c:v>3.45</c:v>
                </c:pt>
                <c:pt idx="7299">
                  <c:v>3.45</c:v>
                </c:pt>
                <c:pt idx="7300">
                  <c:v>3.9220000000000002</c:v>
                </c:pt>
                <c:pt idx="7301">
                  <c:v>3.9220000000000002</c:v>
                </c:pt>
                <c:pt idx="7302">
                  <c:v>3.9220000000000002</c:v>
                </c:pt>
                <c:pt idx="7303">
                  <c:v>3.9220000000000002</c:v>
                </c:pt>
                <c:pt idx="7304">
                  <c:v>3.8761199999999998</c:v>
                </c:pt>
                <c:pt idx="7305">
                  <c:v>3.8761199999999998</c:v>
                </c:pt>
                <c:pt idx="7306">
                  <c:v>3.8761199999999998</c:v>
                </c:pt>
                <c:pt idx="7307">
                  <c:v>3.7271900000000002</c:v>
                </c:pt>
                <c:pt idx="7308">
                  <c:v>3.7273499999999999</c:v>
                </c:pt>
                <c:pt idx="7309">
                  <c:v>3.53512</c:v>
                </c:pt>
                <c:pt idx="7310">
                  <c:v>3.5384699999999998</c:v>
                </c:pt>
                <c:pt idx="7311">
                  <c:v>3.78714</c:v>
                </c:pt>
                <c:pt idx="7312">
                  <c:v>3.7578299999999998</c:v>
                </c:pt>
                <c:pt idx="7313">
                  <c:v>3.7578299999999998</c:v>
                </c:pt>
                <c:pt idx="7314">
                  <c:v>3.7578299999999998</c:v>
                </c:pt>
                <c:pt idx="7315">
                  <c:v>3.7578299999999998</c:v>
                </c:pt>
                <c:pt idx="7316">
                  <c:v>3.7578299999999998</c:v>
                </c:pt>
                <c:pt idx="7317">
                  <c:v>3.7578299999999998</c:v>
                </c:pt>
                <c:pt idx="7318">
                  <c:v>3.7578299999999998</c:v>
                </c:pt>
                <c:pt idx="7319">
                  <c:v>3.7578299999999998</c:v>
                </c:pt>
                <c:pt idx="7320">
                  <c:v>3.4491199999999997</c:v>
                </c:pt>
                <c:pt idx="7321">
                  <c:v>3.4472300000000002</c:v>
                </c:pt>
                <c:pt idx="7322">
                  <c:v>3.4454499999999997</c:v>
                </c:pt>
                <c:pt idx="7323">
                  <c:v>3.4436599999999999</c:v>
                </c:pt>
                <c:pt idx="7324">
                  <c:v>3.4406699999999999</c:v>
                </c:pt>
                <c:pt idx="7325">
                  <c:v>3.4399199999999999</c:v>
                </c:pt>
                <c:pt idx="7326">
                  <c:v>3.4396300000000002</c:v>
                </c:pt>
                <c:pt idx="7327">
                  <c:v>5.7610000000000001</c:v>
                </c:pt>
                <c:pt idx="7328">
                  <c:v>5.7610000000000001</c:v>
                </c:pt>
                <c:pt idx="7329">
                  <c:v>5.7610000000000001</c:v>
                </c:pt>
                <c:pt idx="7334">
                  <c:v>4.9130000000000003</c:v>
                </c:pt>
                <c:pt idx="7335">
                  <c:v>4.9130000000000003</c:v>
                </c:pt>
                <c:pt idx="7336">
                  <c:v>4.9130000000000003</c:v>
                </c:pt>
                <c:pt idx="7337">
                  <c:v>4.9130000000000003</c:v>
                </c:pt>
                <c:pt idx="7338">
                  <c:v>4.9130000000000003</c:v>
                </c:pt>
                <c:pt idx="7339">
                  <c:v>4.9130000000000003</c:v>
                </c:pt>
                <c:pt idx="7340">
                  <c:v>4.9130000000000003</c:v>
                </c:pt>
                <c:pt idx="7341">
                  <c:v>4.9130000000000003</c:v>
                </c:pt>
                <c:pt idx="7342">
                  <c:v>4.9130000000000003</c:v>
                </c:pt>
                <c:pt idx="7343">
                  <c:v>4.9130000000000003</c:v>
                </c:pt>
                <c:pt idx="7344">
                  <c:v>4.9130000000000003</c:v>
                </c:pt>
                <c:pt idx="7345">
                  <c:v>4.9130000000000003</c:v>
                </c:pt>
                <c:pt idx="7346">
                  <c:v>4.9130000000000003</c:v>
                </c:pt>
                <c:pt idx="7347">
                  <c:v>4.9130000000000003</c:v>
                </c:pt>
                <c:pt idx="7348">
                  <c:v>4.9130000000000003</c:v>
                </c:pt>
                <c:pt idx="7349">
                  <c:v>4.9130000000000003</c:v>
                </c:pt>
                <c:pt idx="7350">
                  <c:v>4.9130000000000003</c:v>
                </c:pt>
                <c:pt idx="7351">
                  <c:v>4.9130000000000003</c:v>
                </c:pt>
                <c:pt idx="7352">
                  <c:v>4.9130000000000003</c:v>
                </c:pt>
                <c:pt idx="7353">
                  <c:v>4.9130000000000003</c:v>
                </c:pt>
                <c:pt idx="7360">
                  <c:v>3.8</c:v>
                </c:pt>
                <c:pt idx="7361">
                  <c:v>3.8</c:v>
                </c:pt>
                <c:pt idx="7362">
                  <c:v>3.8</c:v>
                </c:pt>
                <c:pt idx="7363">
                  <c:v>3.8</c:v>
                </c:pt>
                <c:pt idx="7364">
                  <c:v>3.8</c:v>
                </c:pt>
                <c:pt idx="7365">
                  <c:v>3.8</c:v>
                </c:pt>
                <c:pt idx="7366">
                  <c:v>3.9784000000000002</c:v>
                </c:pt>
                <c:pt idx="7367">
                  <c:v>3.9936500000000001</c:v>
                </c:pt>
                <c:pt idx="7368">
                  <c:v>3.9947600000000003</c:v>
                </c:pt>
                <c:pt idx="7369">
                  <c:v>4.0022399999999996</c:v>
                </c:pt>
                <c:pt idx="7370">
                  <c:v>4.0094000000000003</c:v>
                </c:pt>
                <c:pt idx="7371">
                  <c:v>4.0134600000000002</c:v>
                </c:pt>
                <c:pt idx="7372">
                  <c:v>4.0168200000000001</c:v>
                </c:pt>
                <c:pt idx="7373">
                  <c:v>4.0117600000000007</c:v>
                </c:pt>
                <c:pt idx="7374">
                  <c:v>4.0065400000000002</c:v>
                </c:pt>
                <c:pt idx="7375">
                  <c:v>4.0029699999999995</c:v>
                </c:pt>
                <c:pt idx="7376">
                  <c:v>3.9974600000000002</c:v>
                </c:pt>
                <c:pt idx="7377">
                  <c:v>3.9917800000000003</c:v>
                </c:pt>
                <c:pt idx="7378">
                  <c:v>3.9765999999999999</c:v>
                </c:pt>
                <c:pt idx="7379">
                  <c:v>3.96339</c:v>
                </c:pt>
                <c:pt idx="7380">
                  <c:v>3.9395300000000004</c:v>
                </c:pt>
                <c:pt idx="7381">
                  <c:v>3.8908100000000001</c:v>
                </c:pt>
                <c:pt idx="7382">
                  <c:v>3.80721</c:v>
                </c:pt>
                <c:pt idx="7383">
                  <c:v>3.8</c:v>
                </c:pt>
                <c:pt idx="7384">
                  <c:v>3.8</c:v>
                </c:pt>
                <c:pt idx="7385">
                  <c:v>3.8</c:v>
                </c:pt>
                <c:pt idx="7386">
                  <c:v>3.8</c:v>
                </c:pt>
                <c:pt idx="7387">
                  <c:v>6.0380000000000003</c:v>
                </c:pt>
                <c:pt idx="7388">
                  <c:v>6.0380000000000003</c:v>
                </c:pt>
                <c:pt idx="7389">
                  <c:v>3.5</c:v>
                </c:pt>
                <c:pt idx="7390">
                  <c:v>3.5</c:v>
                </c:pt>
                <c:pt idx="7391">
                  <c:v>3.5</c:v>
                </c:pt>
                <c:pt idx="7392">
                  <c:v>3.5</c:v>
                </c:pt>
                <c:pt idx="7393">
                  <c:v>3.5</c:v>
                </c:pt>
                <c:pt idx="7394">
                  <c:v>3.5</c:v>
                </c:pt>
                <c:pt idx="7395">
                  <c:v>3.5</c:v>
                </c:pt>
                <c:pt idx="7396">
                  <c:v>3.5</c:v>
                </c:pt>
                <c:pt idx="7397">
                  <c:v>3.7928899999999999</c:v>
                </c:pt>
                <c:pt idx="7398">
                  <c:v>3.7928899999999999</c:v>
                </c:pt>
                <c:pt idx="7399">
                  <c:v>3.7859699999999998</c:v>
                </c:pt>
                <c:pt idx="7400">
                  <c:v>3.7178899999999997</c:v>
                </c:pt>
                <c:pt idx="7401">
                  <c:v>3.6758299999999999</c:v>
                </c:pt>
                <c:pt idx="7402">
                  <c:v>3.6920900000000003</c:v>
                </c:pt>
                <c:pt idx="7403">
                  <c:v>3.7014699999999996</c:v>
                </c:pt>
                <c:pt idx="7404">
                  <c:v>3.6968899999999998</c:v>
                </c:pt>
                <c:pt idx="7405">
                  <c:v>3.64615</c:v>
                </c:pt>
                <c:pt idx="7406">
                  <c:v>3.6509999999999998</c:v>
                </c:pt>
                <c:pt idx="7407">
                  <c:v>3.65917</c:v>
                </c:pt>
                <c:pt idx="7408">
                  <c:v>3.6753800000000001</c:v>
                </c:pt>
                <c:pt idx="7409">
                  <c:v>3.7190300000000001</c:v>
                </c:pt>
                <c:pt idx="7410">
                  <c:v>3.71923</c:v>
                </c:pt>
                <c:pt idx="7411">
                  <c:v>3.7220500000000003</c:v>
                </c:pt>
                <c:pt idx="7412">
                  <c:v>3.7644199999999999</c:v>
                </c:pt>
                <c:pt idx="7413">
                  <c:v>3.6902600000000003</c:v>
                </c:pt>
                <c:pt idx="7414">
                  <c:v>3.72668</c:v>
                </c:pt>
                <c:pt idx="7415">
                  <c:v>3.7868600000000003</c:v>
                </c:pt>
                <c:pt idx="7416">
                  <c:v>3.8317899999999998</c:v>
                </c:pt>
                <c:pt idx="7417">
                  <c:v>3.7</c:v>
                </c:pt>
                <c:pt idx="7418">
                  <c:v>3.7</c:v>
                </c:pt>
                <c:pt idx="7419">
                  <c:v>3.7</c:v>
                </c:pt>
                <c:pt idx="7420">
                  <c:v>3.7</c:v>
                </c:pt>
                <c:pt idx="7421">
                  <c:v>3.7</c:v>
                </c:pt>
                <c:pt idx="7422">
                  <c:v>3.7</c:v>
                </c:pt>
                <c:pt idx="7423">
                  <c:v>3.9555700000000003</c:v>
                </c:pt>
                <c:pt idx="7424">
                  <c:v>3.9341999999999997</c:v>
                </c:pt>
                <c:pt idx="7425">
                  <c:v>3.8395600000000001</c:v>
                </c:pt>
                <c:pt idx="7426">
                  <c:v>3.85148</c:v>
                </c:pt>
                <c:pt idx="7427">
                  <c:v>3.84822</c:v>
                </c:pt>
                <c:pt idx="7428">
                  <c:v>3.86164</c:v>
                </c:pt>
                <c:pt idx="7429">
                  <c:v>3.8616199999999998</c:v>
                </c:pt>
                <c:pt idx="7430">
                  <c:v>3.8485</c:v>
                </c:pt>
                <c:pt idx="7431">
                  <c:v>3.7961</c:v>
                </c:pt>
                <c:pt idx="7432">
                  <c:v>3.7988400000000002</c:v>
                </c:pt>
                <c:pt idx="7433">
                  <c:v>3.7549299999999999</c:v>
                </c:pt>
                <c:pt idx="7434">
                  <c:v>3.7557900000000002</c:v>
                </c:pt>
                <c:pt idx="7435">
                  <c:v>3.75935</c:v>
                </c:pt>
                <c:pt idx="7436">
                  <c:v>3.76267</c:v>
                </c:pt>
                <c:pt idx="7437">
                  <c:v>3.7706300000000001</c:v>
                </c:pt>
                <c:pt idx="7438">
                  <c:v>3.78321</c:v>
                </c:pt>
                <c:pt idx="7439">
                  <c:v>3.7747600000000001</c:v>
                </c:pt>
                <c:pt idx="7440">
                  <c:v>3.8286599999999997</c:v>
                </c:pt>
                <c:pt idx="7441">
                  <c:v>3.8607199999999997</c:v>
                </c:pt>
                <c:pt idx="7442">
                  <c:v>3.9082699999999999</c:v>
                </c:pt>
                <c:pt idx="7443">
                  <c:v>3.7</c:v>
                </c:pt>
                <c:pt idx="7444">
                  <c:v>3.7</c:v>
                </c:pt>
                <c:pt idx="7445">
                  <c:v>3.7</c:v>
                </c:pt>
                <c:pt idx="7446">
                  <c:v>3.7</c:v>
                </c:pt>
                <c:pt idx="7447">
                  <c:v>3.7090000000000001</c:v>
                </c:pt>
                <c:pt idx="7448">
                  <c:v>3.7090000000000001</c:v>
                </c:pt>
                <c:pt idx="7449">
                  <c:v>3.7090000000000001</c:v>
                </c:pt>
                <c:pt idx="7450">
                  <c:v>3.7090000000000001</c:v>
                </c:pt>
                <c:pt idx="7451">
                  <c:v>3.7090000000000001</c:v>
                </c:pt>
                <c:pt idx="7452">
                  <c:v>3.7090000000000001</c:v>
                </c:pt>
                <c:pt idx="7453">
                  <c:v>3.7090000000000001</c:v>
                </c:pt>
                <c:pt idx="7454">
                  <c:v>3.7090000000000001</c:v>
                </c:pt>
                <c:pt idx="7455">
                  <c:v>3.7090000000000001</c:v>
                </c:pt>
                <c:pt idx="7456">
                  <c:v>3.7090000000000001</c:v>
                </c:pt>
                <c:pt idx="7457">
                  <c:v>3.7090000000000001</c:v>
                </c:pt>
                <c:pt idx="7458">
                  <c:v>3.7090000000000001</c:v>
                </c:pt>
                <c:pt idx="7459">
                  <c:v>3.7090000000000001</c:v>
                </c:pt>
                <c:pt idx="7460">
                  <c:v>3.7090000000000001</c:v>
                </c:pt>
                <c:pt idx="7461">
                  <c:v>3.7090000000000001</c:v>
                </c:pt>
                <c:pt idx="7462">
                  <c:v>3.7090000000000001</c:v>
                </c:pt>
                <c:pt idx="7463">
                  <c:v>3.7090000000000001</c:v>
                </c:pt>
                <c:pt idx="7464">
                  <c:v>3.6158800000000002</c:v>
                </c:pt>
                <c:pt idx="7465">
                  <c:v>3.6173500000000001</c:v>
                </c:pt>
                <c:pt idx="7466">
                  <c:v>3.6471499999999999</c:v>
                </c:pt>
                <c:pt idx="7467">
                  <c:v>3.6482100000000002</c:v>
                </c:pt>
                <c:pt idx="7468">
                  <c:v>3.6628400000000001</c:v>
                </c:pt>
                <c:pt idx="7469">
                  <c:v>3.6605599999999998</c:v>
                </c:pt>
                <c:pt idx="7470">
                  <c:v>3.6588699999999998</c:v>
                </c:pt>
                <c:pt idx="7471">
                  <c:v>3.5971799999999998</c:v>
                </c:pt>
                <c:pt idx="7472">
                  <c:v>3.59701</c:v>
                </c:pt>
                <c:pt idx="7473">
                  <c:v>3.5683600000000002</c:v>
                </c:pt>
                <c:pt idx="7474">
                  <c:v>3.56725</c:v>
                </c:pt>
                <c:pt idx="7475">
                  <c:v>3.5653299999999999</c:v>
                </c:pt>
                <c:pt idx="7476">
                  <c:v>3.5639099999999999</c:v>
                </c:pt>
                <c:pt idx="7477">
                  <c:v>3.5619000000000001</c:v>
                </c:pt>
                <c:pt idx="7478">
                  <c:v>3.5592700000000002</c:v>
                </c:pt>
                <c:pt idx="7479">
                  <c:v>3.5561400000000001</c:v>
                </c:pt>
                <c:pt idx="7480">
                  <c:v>3.5563500000000001</c:v>
                </c:pt>
                <c:pt idx="7481">
                  <c:v>3.55288</c:v>
                </c:pt>
                <c:pt idx="7482">
                  <c:v>3.5488600000000003</c:v>
                </c:pt>
                <c:pt idx="7483">
                  <c:v>3.5476399999999999</c:v>
                </c:pt>
                <c:pt idx="7484">
                  <c:v>3.7022399999999998</c:v>
                </c:pt>
                <c:pt idx="7485">
                  <c:v>3.7036199999999999</c:v>
                </c:pt>
                <c:pt idx="7486">
                  <c:v>3.7033</c:v>
                </c:pt>
                <c:pt idx="7487">
                  <c:v>3.7090000000000001</c:v>
                </c:pt>
                <c:pt idx="7488">
                  <c:v>3.7090000000000001</c:v>
                </c:pt>
                <c:pt idx="7489">
                  <c:v>3.7090000000000001</c:v>
                </c:pt>
                <c:pt idx="7490">
                  <c:v>3.7090000000000001</c:v>
                </c:pt>
                <c:pt idx="7491">
                  <c:v>3.7090000000000001</c:v>
                </c:pt>
                <c:pt idx="7492">
                  <c:v>3.7090000000000001</c:v>
                </c:pt>
                <c:pt idx="7493">
                  <c:v>4.3040000000000003</c:v>
                </c:pt>
                <c:pt idx="7494">
                  <c:v>4.3040000000000003</c:v>
                </c:pt>
                <c:pt idx="7495">
                  <c:v>4.3040000000000003</c:v>
                </c:pt>
                <c:pt idx="7496">
                  <c:v>4.3040000000000003</c:v>
                </c:pt>
                <c:pt idx="7497">
                  <c:v>4.3040000000000003</c:v>
                </c:pt>
                <c:pt idx="7498">
                  <c:v>4.3040000000000003</c:v>
                </c:pt>
                <c:pt idx="7499">
                  <c:v>4.3040000000000003</c:v>
                </c:pt>
                <c:pt idx="7500">
                  <c:v>4.3040000000000003</c:v>
                </c:pt>
                <c:pt idx="7501">
                  <c:v>4.3040000000000003</c:v>
                </c:pt>
                <c:pt idx="7502">
                  <c:v>4.3040000000000003</c:v>
                </c:pt>
                <c:pt idx="7503">
                  <c:v>4.3040000000000003</c:v>
                </c:pt>
                <c:pt idx="7504">
                  <c:v>4.3040000000000003</c:v>
                </c:pt>
                <c:pt idx="7505">
                  <c:v>4.3040000000000003</c:v>
                </c:pt>
                <c:pt idx="7506">
                  <c:v>4.3040000000000003</c:v>
                </c:pt>
                <c:pt idx="7507">
                  <c:v>4.3040000000000003</c:v>
                </c:pt>
                <c:pt idx="7508">
                  <c:v>4.3040000000000003</c:v>
                </c:pt>
                <c:pt idx="7509">
                  <c:v>4.3040000000000003</c:v>
                </c:pt>
                <c:pt idx="7510">
                  <c:v>4.2385699999999993</c:v>
                </c:pt>
                <c:pt idx="7511">
                  <c:v>4.1515600000000008</c:v>
                </c:pt>
                <c:pt idx="7512">
                  <c:v>4.1535000000000002</c:v>
                </c:pt>
                <c:pt idx="7513">
                  <c:v>4.1547999999999998</c:v>
                </c:pt>
                <c:pt idx="7514">
                  <c:v>4.2421300000000004</c:v>
                </c:pt>
                <c:pt idx="7515">
                  <c:v>4.1547999999999998</c:v>
                </c:pt>
                <c:pt idx="7516">
                  <c:v>4.1547999999999998</c:v>
                </c:pt>
                <c:pt idx="7517">
                  <c:v>4.1547999999999998</c:v>
                </c:pt>
                <c:pt idx="7518">
                  <c:v>4.2598900000000004</c:v>
                </c:pt>
                <c:pt idx="7519">
                  <c:v>4.1692299999999998</c:v>
                </c:pt>
                <c:pt idx="7520">
                  <c:v>4.1673200000000001</c:v>
                </c:pt>
                <c:pt idx="7521">
                  <c:v>4.1639699999999999</c:v>
                </c:pt>
                <c:pt idx="7522">
                  <c:v>4.2776099999999992</c:v>
                </c:pt>
                <c:pt idx="7523">
                  <c:v>4.1577799999999998</c:v>
                </c:pt>
                <c:pt idx="7524">
                  <c:v>4.1528599999999996</c:v>
                </c:pt>
                <c:pt idx="7525">
                  <c:v>4.1468100000000003</c:v>
                </c:pt>
                <c:pt idx="7526">
                  <c:v>4.2701899999999995</c:v>
                </c:pt>
                <c:pt idx="7527">
                  <c:v>4.1648999999999994</c:v>
                </c:pt>
                <c:pt idx="7528">
                  <c:v>4.1565600000000007</c:v>
                </c:pt>
                <c:pt idx="7529">
                  <c:v>4.1444899999999993</c:v>
                </c:pt>
                <c:pt idx="7530">
                  <c:v>4.3040000000000003</c:v>
                </c:pt>
                <c:pt idx="7531">
                  <c:v>4.3040000000000003</c:v>
                </c:pt>
                <c:pt idx="7532">
                  <c:v>4.3040000000000003</c:v>
                </c:pt>
                <c:pt idx="7533">
                  <c:v>4.3040000000000003</c:v>
                </c:pt>
                <c:pt idx="7534">
                  <c:v>4.3040000000000003</c:v>
                </c:pt>
                <c:pt idx="7535">
                  <c:v>4.3040000000000003</c:v>
                </c:pt>
                <c:pt idx="7536">
                  <c:v>4.3040000000000003</c:v>
                </c:pt>
                <c:pt idx="7537">
                  <c:v>4.3040000000000003</c:v>
                </c:pt>
                <c:pt idx="7538">
                  <c:v>4.3040000000000003</c:v>
                </c:pt>
                <c:pt idx="7539">
                  <c:v>4.7699999999999996</c:v>
                </c:pt>
                <c:pt idx="7540">
                  <c:v>4.7699999999999996</c:v>
                </c:pt>
                <c:pt idx="7541">
                  <c:v>4.7699999999999996</c:v>
                </c:pt>
                <c:pt idx="7542">
                  <c:v>4.7699999999999996</c:v>
                </c:pt>
                <c:pt idx="7543">
                  <c:v>4.7699999999999996</c:v>
                </c:pt>
                <c:pt idx="7544">
                  <c:v>4.7699999999999996</c:v>
                </c:pt>
                <c:pt idx="7545">
                  <c:v>4.7699999999999996</c:v>
                </c:pt>
                <c:pt idx="7546">
                  <c:v>4.7699999999999996</c:v>
                </c:pt>
                <c:pt idx="7547">
                  <c:v>3.5</c:v>
                </c:pt>
                <c:pt idx="7548">
                  <c:v>3.5</c:v>
                </c:pt>
                <c:pt idx="7549">
                  <c:v>3.5</c:v>
                </c:pt>
                <c:pt idx="7550">
                  <c:v>3.5</c:v>
                </c:pt>
                <c:pt idx="7551">
                  <c:v>3.5</c:v>
                </c:pt>
                <c:pt idx="7552">
                  <c:v>3.5034200000000002</c:v>
                </c:pt>
                <c:pt idx="7553">
                  <c:v>3.5033699999999999</c:v>
                </c:pt>
                <c:pt idx="7554">
                  <c:v>3.5036799999999997</c:v>
                </c:pt>
                <c:pt idx="7555">
                  <c:v>3.5074899999999998</c:v>
                </c:pt>
                <c:pt idx="7556">
                  <c:v>3.5034000000000001</c:v>
                </c:pt>
                <c:pt idx="7557">
                  <c:v>3.5033799999999999</c:v>
                </c:pt>
                <c:pt idx="7558">
                  <c:v>3.5033400000000001</c:v>
                </c:pt>
                <c:pt idx="7559">
                  <c:v>3.50664</c:v>
                </c:pt>
                <c:pt idx="7560">
                  <c:v>3.5027199999999996</c:v>
                </c:pt>
                <c:pt idx="7561">
                  <c:v>3.5027300000000001</c:v>
                </c:pt>
                <c:pt idx="7562">
                  <c:v>3.5027300000000001</c:v>
                </c:pt>
                <c:pt idx="7563">
                  <c:v>3.5038899999999997</c:v>
                </c:pt>
                <c:pt idx="7564">
                  <c:v>3.31142</c:v>
                </c:pt>
                <c:pt idx="7565">
                  <c:v>3.3108499999999998</c:v>
                </c:pt>
                <c:pt idx="7566">
                  <c:v>3.3111199999999998</c:v>
                </c:pt>
                <c:pt idx="7567">
                  <c:v>3.3346999999999998</c:v>
                </c:pt>
                <c:pt idx="7568">
                  <c:v>3.3144400000000003</c:v>
                </c:pt>
                <c:pt idx="7569">
                  <c:v>3.31928</c:v>
                </c:pt>
                <c:pt idx="7570">
                  <c:v>3.3289</c:v>
                </c:pt>
                <c:pt idx="7571">
                  <c:v>3.3352300000000001</c:v>
                </c:pt>
                <c:pt idx="7572">
                  <c:v>3.5</c:v>
                </c:pt>
                <c:pt idx="7573">
                  <c:v>3.5</c:v>
                </c:pt>
                <c:pt idx="7574">
                  <c:v>3.5</c:v>
                </c:pt>
                <c:pt idx="7575">
                  <c:v>4.7699999999999996</c:v>
                </c:pt>
                <c:pt idx="7576">
                  <c:v>4.7699999999999996</c:v>
                </c:pt>
                <c:pt idx="7577">
                  <c:v>4.7699999999999996</c:v>
                </c:pt>
                <c:pt idx="7578">
                  <c:v>4.7699999999999996</c:v>
                </c:pt>
                <c:pt idx="7579">
                  <c:v>4.7699999999999996</c:v>
                </c:pt>
                <c:pt idx="7580">
                  <c:v>4.7699999999999996</c:v>
                </c:pt>
                <c:pt idx="7581">
                  <c:v>3.9489999999999998</c:v>
                </c:pt>
                <c:pt idx="7582">
                  <c:v>3.9489999999999998</c:v>
                </c:pt>
                <c:pt idx="7583">
                  <c:v>3.8174899999999998</c:v>
                </c:pt>
                <c:pt idx="7584">
                  <c:v>3.7978299999999998</c:v>
                </c:pt>
                <c:pt idx="7585">
                  <c:v>3.7402899999999999</c:v>
                </c:pt>
                <c:pt idx="7586">
                  <c:v>3.7504299999999997</c:v>
                </c:pt>
                <c:pt idx="7587">
                  <c:v>3.68058</c:v>
                </c:pt>
                <c:pt idx="7588">
                  <c:v>3.6724600000000001</c:v>
                </c:pt>
                <c:pt idx="7589">
                  <c:v>3.6779699999999997</c:v>
                </c:pt>
                <c:pt idx="7590">
                  <c:v>3.6678000000000002</c:v>
                </c:pt>
                <c:pt idx="7591">
                  <c:v>3.6747299999999998</c:v>
                </c:pt>
                <c:pt idx="7592">
                  <c:v>3.68154</c:v>
                </c:pt>
                <c:pt idx="7593">
                  <c:v>3.68946</c:v>
                </c:pt>
                <c:pt idx="7594">
                  <c:v>3.6938400000000002</c:v>
                </c:pt>
                <c:pt idx="7595">
                  <c:v>3.6928000000000001</c:v>
                </c:pt>
                <c:pt idx="7596">
                  <c:v>3.7603899999999997</c:v>
                </c:pt>
                <c:pt idx="7597">
                  <c:v>3.8328500000000001</c:v>
                </c:pt>
                <c:pt idx="7598">
                  <c:v>3.9489999999999998</c:v>
                </c:pt>
                <c:pt idx="7599">
                  <c:v>3.9489999999999998</c:v>
                </c:pt>
                <c:pt idx="7600">
                  <c:v>3.9489999999999998</c:v>
                </c:pt>
                <c:pt idx="7601">
                  <c:v>3.5</c:v>
                </c:pt>
                <c:pt idx="7602">
                  <c:v>3.5</c:v>
                </c:pt>
                <c:pt idx="7603">
                  <c:v>4.0112699999999997</c:v>
                </c:pt>
                <c:pt idx="7604">
                  <c:v>3.9503699999999999</c:v>
                </c:pt>
                <c:pt idx="7605">
                  <c:v>3.80504</c:v>
                </c:pt>
                <c:pt idx="7606">
                  <c:v>3.79251</c:v>
                </c:pt>
                <c:pt idx="7607">
                  <c:v>3.7913299999999999</c:v>
                </c:pt>
                <c:pt idx="7608">
                  <c:v>3.7890100000000002</c:v>
                </c:pt>
                <c:pt idx="7609">
                  <c:v>3.7189399999999999</c:v>
                </c:pt>
                <c:pt idx="7610">
                  <c:v>3.7040500000000001</c:v>
                </c:pt>
                <c:pt idx="7611">
                  <c:v>3.6911499999999999</c:v>
                </c:pt>
                <c:pt idx="7612">
                  <c:v>3.6913499999999999</c:v>
                </c:pt>
                <c:pt idx="7613">
                  <c:v>3.6930900000000002</c:v>
                </c:pt>
                <c:pt idx="7614">
                  <c:v>3.6922700000000002</c:v>
                </c:pt>
                <c:pt idx="7615">
                  <c:v>3.69381</c:v>
                </c:pt>
                <c:pt idx="7616">
                  <c:v>3.6898499999999999</c:v>
                </c:pt>
                <c:pt idx="7617">
                  <c:v>3.6884699999999997</c:v>
                </c:pt>
                <c:pt idx="7618">
                  <c:v>3.6878899999999999</c:v>
                </c:pt>
                <c:pt idx="7619">
                  <c:v>3.6414200000000001</c:v>
                </c:pt>
                <c:pt idx="7620">
                  <c:v>3.6627100000000001</c:v>
                </c:pt>
                <c:pt idx="7621">
                  <c:v>3.7124800000000002</c:v>
                </c:pt>
                <c:pt idx="7622">
                  <c:v>3.7547899999999998</c:v>
                </c:pt>
                <c:pt idx="7623">
                  <c:v>3.5</c:v>
                </c:pt>
                <c:pt idx="7624">
                  <c:v>3.5</c:v>
                </c:pt>
                <c:pt idx="7625">
                  <c:v>3.5</c:v>
                </c:pt>
                <c:pt idx="7626">
                  <c:v>3.5</c:v>
                </c:pt>
                <c:pt idx="7627">
                  <c:v>3.5</c:v>
                </c:pt>
                <c:pt idx="7628">
                  <c:v>3.5</c:v>
                </c:pt>
                <c:pt idx="7629">
                  <c:v>3.5</c:v>
                </c:pt>
                <c:pt idx="7630">
                  <c:v>4.4029999999999996</c:v>
                </c:pt>
                <c:pt idx="7631">
                  <c:v>4.4029999999999996</c:v>
                </c:pt>
                <c:pt idx="7632">
                  <c:v>4.4029999999999996</c:v>
                </c:pt>
                <c:pt idx="7633">
                  <c:v>4.4029999999999996</c:v>
                </c:pt>
                <c:pt idx="7634">
                  <c:v>4.4029999999999996</c:v>
                </c:pt>
                <c:pt idx="7635">
                  <c:v>4.4029999999999996</c:v>
                </c:pt>
                <c:pt idx="7636">
                  <c:v>4.4029999999999996</c:v>
                </c:pt>
                <c:pt idx="7637">
                  <c:v>4.4029999999999996</c:v>
                </c:pt>
                <c:pt idx="7638">
                  <c:v>4.4029999999999996</c:v>
                </c:pt>
                <c:pt idx="7639">
                  <c:v>4.4029999999999996</c:v>
                </c:pt>
                <c:pt idx="7640">
                  <c:v>4.4029999999999996</c:v>
                </c:pt>
                <c:pt idx="7641">
                  <c:v>4.4029999999999996</c:v>
                </c:pt>
                <c:pt idx="7642">
                  <c:v>4.4029999999999996</c:v>
                </c:pt>
                <c:pt idx="7643">
                  <c:v>4.4029999999999996</c:v>
                </c:pt>
                <c:pt idx="7644">
                  <c:v>4.4029999999999996</c:v>
                </c:pt>
                <c:pt idx="7645">
                  <c:v>4.4029999999999996</c:v>
                </c:pt>
                <c:pt idx="7646">
                  <c:v>4.4029999999999996</c:v>
                </c:pt>
                <c:pt idx="7647">
                  <c:v>4.4029999999999996</c:v>
                </c:pt>
                <c:pt idx="7648">
                  <c:v>4.4029999999999996</c:v>
                </c:pt>
                <c:pt idx="7649">
                  <c:v>4.4029999999999996</c:v>
                </c:pt>
                <c:pt idx="7650">
                  <c:v>3.5</c:v>
                </c:pt>
                <c:pt idx="7651">
                  <c:v>3.5</c:v>
                </c:pt>
                <c:pt idx="7652">
                  <c:v>3.5</c:v>
                </c:pt>
                <c:pt idx="7653">
                  <c:v>3.5</c:v>
                </c:pt>
                <c:pt idx="7654">
                  <c:v>3.5</c:v>
                </c:pt>
                <c:pt idx="7655">
                  <c:v>3.5</c:v>
                </c:pt>
                <c:pt idx="7656">
                  <c:v>3.5</c:v>
                </c:pt>
                <c:pt idx="7657">
                  <c:v>3.5</c:v>
                </c:pt>
                <c:pt idx="7658">
                  <c:v>3.5</c:v>
                </c:pt>
                <c:pt idx="7659">
                  <c:v>3.5</c:v>
                </c:pt>
                <c:pt idx="7660">
                  <c:v>3.5</c:v>
                </c:pt>
                <c:pt idx="7661">
                  <c:v>3.5</c:v>
                </c:pt>
                <c:pt idx="7662">
                  <c:v>3.5</c:v>
                </c:pt>
                <c:pt idx="7663">
                  <c:v>3.5</c:v>
                </c:pt>
                <c:pt idx="7664">
                  <c:v>4.2279499999999999</c:v>
                </c:pt>
                <c:pt idx="7665">
                  <c:v>4.2225600000000005</c:v>
                </c:pt>
                <c:pt idx="7666">
                  <c:v>4.2180100000000005</c:v>
                </c:pt>
                <c:pt idx="7667">
                  <c:v>4.1534499999999994</c:v>
                </c:pt>
                <c:pt idx="7668">
                  <c:v>4.0072600000000005</c:v>
                </c:pt>
                <c:pt idx="7669">
                  <c:v>4.0069299999999997</c:v>
                </c:pt>
                <c:pt idx="7670">
                  <c:v>4.0046900000000001</c:v>
                </c:pt>
                <c:pt idx="7671">
                  <c:v>3.9003800000000002</c:v>
                </c:pt>
                <c:pt idx="7672">
                  <c:v>3.7359</c:v>
                </c:pt>
                <c:pt idx="7673">
                  <c:v>3.7360900000000004</c:v>
                </c:pt>
                <c:pt idx="7674">
                  <c:v>3.7362800000000003</c:v>
                </c:pt>
                <c:pt idx="7675">
                  <c:v>3.7386200000000001</c:v>
                </c:pt>
                <c:pt idx="7676">
                  <c:v>3.7407199999999996</c:v>
                </c:pt>
                <c:pt idx="7677">
                  <c:v>3.74132</c:v>
                </c:pt>
                <c:pt idx="7678">
                  <c:v>3.7477800000000001</c:v>
                </c:pt>
                <c:pt idx="7679">
                  <c:v>3.7490000000000001</c:v>
                </c:pt>
                <c:pt idx="7680">
                  <c:v>3.7597800000000001</c:v>
                </c:pt>
                <c:pt idx="7681">
                  <c:v>3.8022100000000001</c:v>
                </c:pt>
                <c:pt idx="7682">
                  <c:v>3.8944000000000001</c:v>
                </c:pt>
                <c:pt idx="7683">
                  <c:v>3.9398499999999999</c:v>
                </c:pt>
                <c:pt idx="7684">
                  <c:v>3.5</c:v>
                </c:pt>
                <c:pt idx="7685">
                  <c:v>3.5</c:v>
                </c:pt>
                <c:pt idx="7686">
                  <c:v>3.5</c:v>
                </c:pt>
                <c:pt idx="7687">
                  <c:v>3.5</c:v>
                </c:pt>
                <c:pt idx="7688">
                  <c:v>3.5</c:v>
                </c:pt>
                <c:pt idx="7689">
                  <c:v>3.5</c:v>
                </c:pt>
                <c:pt idx="7690">
                  <c:v>3.5</c:v>
                </c:pt>
                <c:pt idx="7691">
                  <c:v>3.5</c:v>
                </c:pt>
                <c:pt idx="7692">
                  <c:v>3.5</c:v>
                </c:pt>
                <c:pt idx="7699">
                  <c:v>3.6</c:v>
                </c:pt>
                <c:pt idx="7700">
                  <c:v>3.6</c:v>
                </c:pt>
                <c:pt idx="7701">
                  <c:v>3.6</c:v>
                </c:pt>
                <c:pt idx="7702">
                  <c:v>3.5901999999999998</c:v>
                </c:pt>
                <c:pt idx="7703">
                  <c:v>3.5873699999999999</c:v>
                </c:pt>
                <c:pt idx="7704">
                  <c:v>3.58636</c:v>
                </c:pt>
                <c:pt idx="7705">
                  <c:v>3.59022</c:v>
                </c:pt>
                <c:pt idx="7706">
                  <c:v>3.5884499999999999</c:v>
                </c:pt>
                <c:pt idx="7707">
                  <c:v>3.5874800000000002</c:v>
                </c:pt>
                <c:pt idx="7708">
                  <c:v>3.5870100000000003</c:v>
                </c:pt>
                <c:pt idx="7709">
                  <c:v>3.5866199999999999</c:v>
                </c:pt>
                <c:pt idx="7710">
                  <c:v>3.5863499999999999</c:v>
                </c:pt>
                <c:pt idx="7711">
                  <c:v>3.5861900000000002</c:v>
                </c:pt>
                <c:pt idx="7712">
                  <c:v>3.5860599999999998</c:v>
                </c:pt>
                <c:pt idx="7713">
                  <c:v>3.84585</c:v>
                </c:pt>
                <c:pt idx="7714">
                  <c:v>3.8395700000000001</c:v>
                </c:pt>
                <c:pt idx="7715">
                  <c:v>3.8368000000000002</c:v>
                </c:pt>
                <c:pt idx="7716">
                  <c:v>3.8329899999999997</c:v>
                </c:pt>
                <c:pt idx="7717">
                  <c:v>3.7129099999999999</c:v>
                </c:pt>
                <c:pt idx="7718">
                  <c:v>3.71286</c:v>
                </c:pt>
                <c:pt idx="7719">
                  <c:v>3.7126100000000002</c:v>
                </c:pt>
                <c:pt idx="7720">
                  <c:v>3.7127699999999999</c:v>
                </c:pt>
                <c:pt idx="7721">
                  <c:v>3.7129000000000003</c:v>
                </c:pt>
                <c:pt idx="7722">
                  <c:v>3.7129599999999998</c:v>
                </c:pt>
                <c:pt idx="7723">
                  <c:v>3.7139699999999998</c:v>
                </c:pt>
                <c:pt idx="7724">
                  <c:v>3.7143200000000003</c:v>
                </c:pt>
                <c:pt idx="7725">
                  <c:v>3.7157300000000002</c:v>
                </c:pt>
                <c:pt idx="7726">
                  <c:v>3.7174299999999998</c:v>
                </c:pt>
                <c:pt idx="7727">
                  <c:v>3.7184299999999997</c:v>
                </c:pt>
                <c:pt idx="7728">
                  <c:v>3.7150599999999998</c:v>
                </c:pt>
                <c:pt idx="7729">
                  <c:v>3.7269699999999997</c:v>
                </c:pt>
                <c:pt idx="7730">
                  <c:v>3.7340999999999998</c:v>
                </c:pt>
                <c:pt idx="7731">
                  <c:v>3.74396</c:v>
                </c:pt>
                <c:pt idx="7732">
                  <c:v>3.7458100000000001</c:v>
                </c:pt>
                <c:pt idx="7733">
                  <c:v>3.5822800000000004</c:v>
                </c:pt>
                <c:pt idx="7734">
                  <c:v>3.58236</c:v>
                </c:pt>
                <c:pt idx="7735">
                  <c:v>3.5815000000000001</c:v>
                </c:pt>
                <c:pt idx="7736">
                  <c:v>3.5815000000000001</c:v>
                </c:pt>
                <c:pt idx="7737">
                  <c:v>3.5815999999999999</c:v>
                </c:pt>
                <c:pt idx="7738">
                  <c:v>3.58175</c:v>
                </c:pt>
                <c:pt idx="7739">
                  <c:v>3.58216</c:v>
                </c:pt>
                <c:pt idx="7740">
                  <c:v>3.5830600000000001</c:v>
                </c:pt>
                <c:pt idx="7741">
                  <c:v>3.6</c:v>
                </c:pt>
                <c:pt idx="7743">
                  <c:v>3.8</c:v>
                </c:pt>
                <c:pt idx="7744">
                  <c:v>3.8</c:v>
                </c:pt>
                <c:pt idx="7745">
                  <c:v>3.8</c:v>
                </c:pt>
                <c:pt idx="7746">
                  <c:v>3.8</c:v>
                </c:pt>
                <c:pt idx="7747">
                  <c:v>3.8</c:v>
                </c:pt>
                <c:pt idx="7748">
                  <c:v>3.8</c:v>
                </c:pt>
                <c:pt idx="7749">
                  <c:v>3.8</c:v>
                </c:pt>
                <c:pt idx="7750">
                  <c:v>3.8</c:v>
                </c:pt>
                <c:pt idx="7751">
                  <c:v>3.8</c:v>
                </c:pt>
                <c:pt idx="7752">
                  <c:v>3.8</c:v>
                </c:pt>
                <c:pt idx="7753">
                  <c:v>3.8</c:v>
                </c:pt>
                <c:pt idx="7754">
                  <c:v>3.8</c:v>
                </c:pt>
                <c:pt idx="7755">
                  <c:v>3.8</c:v>
                </c:pt>
                <c:pt idx="7756">
                  <c:v>3.8</c:v>
                </c:pt>
                <c:pt idx="7757">
                  <c:v>4.3460799999999997</c:v>
                </c:pt>
                <c:pt idx="7758">
                  <c:v>4.3389100000000003</c:v>
                </c:pt>
                <c:pt idx="7759">
                  <c:v>4.3328599999999993</c:v>
                </c:pt>
                <c:pt idx="7760">
                  <c:v>4.3278699999999999</c:v>
                </c:pt>
                <c:pt idx="7761">
                  <c:v>4.3237899999999998</c:v>
                </c:pt>
                <c:pt idx="7762">
                  <c:v>4.3208400000000005</c:v>
                </c:pt>
                <c:pt idx="7763">
                  <c:v>4.3193799999999998</c:v>
                </c:pt>
                <c:pt idx="7764">
                  <c:v>4.3184799999999992</c:v>
                </c:pt>
                <c:pt idx="7765">
                  <c:v>4.2605600000000008</c:v>
                </c:pt>
                <c:pt idx="7766">
                  <c:v>4.26098</c:v>
                </c:pt>
                <c:pt idx="7767">
                  <c:v>4.2630400000000002</c:v>
                </c:pt>
                <c:pt idx="7768">
                  <c:v>4.2661600000000002</c:v>
                </c:pt>
                <c:pt idx="7769">
                  <c:v>4.2328999999999999</c:v>
                </c:pt>
                <c:pt idx="7770">
                  <c:v>4.2382900000000001</c:v>
                </c:pt>
                <c:pt idx="7771">
                  <c:v>4.2449599999999998</c:v>
                </c:pt>
                <c:pt idx="7772">
                  <c:v>4.2530100000000006</c:v>
                </c:pt>
                <c:pt idx="7773">
                  <c:v>4.2165400000000002</c:v>
                </c:pt>
                <c:pt idx="7774">
                  <c:v>4.2280200000000008</c:v>
                </c:pt>
                <c:pt idx="7775">
                  <c:v>4.2417899999999999</c:v>
                </c:pt>
                <c:pt idx="7776">
                  <c:v>4.2579799999999999</c:v>
                </c:pt>
                <c:pt idx="7777">
                  <c:v>3.8</c:v>
                </c:pt>
                <c:pt idx="7778">
                  <c:v>3.8</c:v>
                </c:pt>
                <c:pt idx="7779">
                  <c:v>3.8</c:v>
                </c:pt>
                <c:pt idx="7780">
                  <c:v>3.8</c:v>
                </c:pt>
                <c:pt idx="7781">
                  <c:v>3.8</c:v>
                </c:pt>
                <c:pt idx="7782">
                  <c:v>3.8</c:v>
                </c:pt>
                <c:pt idx="7783">
                  <c:v>3.8</c:v>
                </c:pt>
                <c:pt idx="7784">
                  <c:v>3.8</c:v>
                </c:pt>
                <c:pt idx="7785">
                  <c:v>3.8</c:v>
                </c:pt>
                <c:pt idx="7792">
                  <c:v>3.85</c:v>
                </c:pt>
                <c:pt idx="7793">
                  <c:v>3.85</c:v>
                </c:pt>
                <c:pt idx="7794">
                  <c:v>3.85</c:v>
                </c:pt>
                <c:pt idx="7795">
                  <c:v>3.85</c:v>
                </c:pt>
                <c:pt idx="7796">
                  <c:v>3.85</c:v>
                </c:pt>
                <c:pt idx="7797">
                  <c:v>3.85</c:v>
                </c:pt>
                <c:pt idx="7798">
                  <c:v>3.85</c:v>
                </c:pt>
                <c:pt idx="7799">
                  <c:v>3.85</c:v>
                </c:pt>
                <c:pt idx="7800">
                  <c:v>3.85</c:v>
                </c:pt>
                <c:pt idx="7801">
                  <c:v>3.85</c:v>
                </c:pt>
                <c:pt idx="7802">
                  <c:v>3.85</c:v>
                </c:pt>
                <c:pt idx="7803">
                  <c:v>3.85</c:v>
                </c:pt>
                <c:pt idx="7804">
                  <c:v>3.85</c:v>
                </c:pt>
                <c:pt idx="7805">
                  <c:v>3.85</c:v>
                </c:pt>
                <c:pt idx="7806">
                  <c:v>3.8868400000000003</c:v>
                </c:pt>
                <c:pt idx="7807">
                  <c:v>3.85947</c:v>
                </c:pt>
                <c:pt idx="7808">
                  <c:v>3.77393</c:v>
                </c:pt>
                <c:pt idx="7809">
                  <c:v>3.7733600000000003</c:v>
                </c:pt>
                <c:pt idx="7810">
                  <c:v>3.7695700000000003</c:v>
                </c:pt>
                <c:pt idx="7811">
                  <c:v>3.7691999999999997</c:v>
                </c:pt>
                <c:pt idx="7812">
                  <c:v>3.77305</c:v>
                </c:pt>
                <c:pt idx="7813">
                  <c:v>3.7682399999999996</c:v>
                </c:pt>
                <c:pt idx="7814">
                  <c:v>3.5575700000000001</c:v>
                </c:pt>
                <c:pt idx="7815">
                  <c:v>3.5575100000000002</c:v>
                </c:pt>
                <c:pt idx="7816">
                  <c:v>3.55742</c:v>
                </c:pt>
                <c:pt idx="7817">
                  <c:v>3.55694</c:v>
                </c:pt>
                <c:pt idx="7818">
                  <c:v>3.5481599999999998</c:v>
                </c:pt>
                <c:pt idx="7819">
                  <c:v>3.5473499999999998</c:v>
                </c:pt>
                <c:pt idx="7820">
                  <c:v>3.5470999999999999</c:v>
                </c:pt>
                <c:pt idx="7821">
                  <c:v>3.5459999999999998</c:v>
                </c:pt>
                <c:pt idx="7822">
                  <c:v>3.6743000000000001</c:v>
                </c:pt>
                <c:pt idx="7823">
                  <c:v>3.67998</c:v>
                </c:pt>
                <c:pt idx="7824">
                  <c:v>3.7074499999999997</c:v>
                </c:pt>
                <c:pt idx="7825">
                  <c:v>3.7438200000000004</c:v>
                </c:pt>
                <c:pt idx="7826">
                  <c:v>3.6384099999999999</c:v>
                </c:pt>
                <c:pt idx="7827">
                  <c:v>3.6927099999999999</c:v>
                </c:pt>
                <c:pt idx="7828">
                  <c:v>3.60398</c:v>
                </c:pt>
                <c:pt idx="7829">
                  <c:v>3.6547399999999999</c:v>
                </c:pt>
                <c:pt idx="7830">
                  <c:v>3.5498099999999999</c:v>
                </c:pt>
                <c:pt idx="7831">
                  <c:v>3.57342</c:v>
                </c:pt>
                <c:pt idx="7832">
                  <c:v>3.85</c:v>
                </c:pt>
                <c:pt idx="7833">
                  <c:v>3.85</c:v>
                </c:pt>
                <c:pt idx="7834">
                  <c:v>3.85</c:v>
                </c:pt>
                <c:pt idx="7835">
                  <c:v>3.85</c:v>
                </c:pt>
                <c:pt idx="7842">
                  <c:v>3.9</c:v>
                </c:pt>
                <c:pt idx="7843">
                  <c:v>3.9</c:v>
                </c:pt>
                <c:pt idx="7844">
                  <c:v>3.9</c:v>
                </c:pt>
                <c:pt idx="7845">
                  <c:v>3.9</c:v>
                </c:pt>
                <c:pt idx="7846">
                  <c:v>3.9</c:v>
                </c:pt>
                <c:pt idx="7847">
                  <c:v>3.9</c:v>
                </c:pt>
                <c:pt idx="7848">
                  <c:v>3.9</c:v>
                </c:pt>
                <c:pt idx="7849">
                  <c:v>3.9</c:v>
                </c:pt>
                <c:pt idx="7850">
                  <c:v>3.9</c:v>
                </c:pt>
                <c:pt idx="7851">
                  <c:v>3.9</c:v>
                </c:pt>
                <c:pt idx="7852">
                  <c:v>3.9</c:v>
                </c:pt>
                <c:pt idx="7853">
                  <c:v>3.9</c:v>
                </c:pt>
                <c:pt idx="7854">
                  <c:v>3.9</c:v>
                </c:pt>
                <c:pt idx="7855">
                  <c:v>3.9</c:v>
                </c:pt>
                <c:pt idx="7856">
                  <c:v>4.8449099999999996</c:v>
                </c:pt>
                <c:pt idx="7857">
                  <c:v>4.6491699999999998</c:v>
                </c:pt>
                <c:pt idx="7858">
                  <c:v>4.5214999999999996</c:v>
                </c:pt>
                <c:pt idx="7859">
                  <c:v>4.7431400000000004</c:v>
                </c:pt>
                <c:pt idx="7860">
                  <c:v>4.6021099999999997</c:v>
                </c:pt>
                <c:pt idx="7861">
                  <c:v>4.4006400000000001</c:v>
                </c:pt>
                <c:pt idx="7862">
                  <c:v>4.1871400000000003</c:v>
                </c:pt>
                <c:pt idx="7863">
                  <c:v>4.0471500000000002</c:v>
                </c:pt>
                <c:pt idx="7864">
                  <c:v>3.8273600000000001</c:v>
                </c:pt>
                <c:pt idx="7865">
                  <c:v>3.8142199999999997</c:v>
                </c:pt>
                <c:pt idx="7866">
                  <c:v>3.6812499999999999</c:v>
                </c:pt>
                <c:pt idx="7867">
                  <c:v>3.6600999999999999</c:v>
                </c:pt>
                <c:pt idx="7868">
                  <c:v>3.6522299999999999</c:v>
                </c:pt>
                <c:pt idx="7869">
                  <c:v>3.6435</c:v>
                </c:pt>
                <c:pt idx="7870">
                  <c:v>3.7025300000000003</c:v>
                </c:pt>
                <c:pt idx="7871">
                  <c:v>3.7505500000000001</c:v>
                </c:pt>
                <c:pt idx="7872">
                  <c:v>3.7961100000000001</c:v>
                </c:pt>
                <c:pt idx="7873">
                  <c:v>3.8383000000000003</c:v>
                </c:pt>
                <c:pt idx="7874">
                  <c:v>3.83379</c:v>
                </c:pt>
                <c:pt idx="7875">
                  <c:v>3.8281900000000002</c:v>
                </c:pt>
                <c:pt idx="7876">
                  <c:v>3.9</c:v>
                </c:pt>
                <c:pt idx="7877">
                  <c:v>3.9</c:v>
                </c:pt>
                <c:pt idx="7878">
                  <c:v>3.9</c:v>
                </c:pt>
                <c:pt idx="7879">
                  <c:v>3.9</c:v>
                </c:pt>
                <c:pt idx="7880">
                  <c:v>3.7328800000000002</c:v>
                </c:pt>
                <c:pt idx="7881">
                  <c:v>3.9</c:v>
                </c:pt>
                <c:pt idx="7882">
                  <c:v>3.9</c:v>
                </c:pt>
                <c:pt idx="7883">
                  <c:v>3.9</c:v>
                </c:pt>
                <c:pt idx="7884">
                  <c:v>3.9</c:v>
                </c:pt>
                <c:pt idx="7885">
                  <c:v>3.9</c:v>
                </c:pt>
                <c:pt idx="7892">
                  <c:v>4</c:v>
                </c:pt>
                <c:pt idx="7893">
                  <c:v>4</c:v>
                </c:pt>
                <c:pt idx="7894">
                  <c:v>4</c:v>
                </c:pt>
                <c:pt idx="7895">
                  <c:v>4</c:v>
                </c:pt>
                <c:pt idx="7896">
                  <c:v>4</c:v>
                </c:pt>
                <c:pt idx="7897">
                  <c:v>4</c:v>
                </c:pt>
                <c:pt idx="7898">
                  <c:v>4</c:v>
                </c:pt>
                <c:pt idx="7899">
                  <c:v>4</c:v>
                </c:pt>
                <c:pt idx="7900">
                  <c:v>4</c:v>
                </c:pt>
                <c:pt idx="7901">
                  <c:v>4</c:v>
                </c:pt>
                <c:pt idx="7902">
                  <c:v>4</c:v>
                </c:pt>
                <c:pt idx="7903">
                  <c:v>4</c:v>
                </c:pt>
                <c:pt idx="7904">
                  <c:v>4</c:v>
                </c:pt>
                <c:pt idx="7905">
                  <c:v>4</c:v>
                </c:pt>
                <c:pt idx="7906">
                  <c:v>4.3112899999999996</c:v>
                </c:pt>
                <c:pt idx="7907">
                  <c:v>4.3055200000000005</c:v>
                </c:pt>
                <c:pt idx="7908">
                  <c:v>4.3005900000000006</c:v>
                </c:pt>
                <c:pt idx="7909">
                  <c:v>4.2966300000000004</c:v>
                </c:pt>
                <c:pt idx="7910">
                  <c:v>4.2934200000000002</c:v>
                </c:pt>
                <c:pt idx="7911">
                  <c:v>4.2911099999999998</c:v>
                </c:pt>
                <c:pt idx="7912">
                  <c:v>4.28993</c:v>
                </c:pt>
                <c:pt idx="7913">
                  <c:v>4.2892200000000003</c:v>
                </c:pt>
                <c:pt idx="7914">
                  <c:v>4.0417399999999999</c:v>
                </c:pt>
                <c:pt idx="7915">
                  <c:v>4.0419299999999998</c:v>
                </c:pt>
                <c:pt idx="7916">
                  <c:v>4.0423299999999998</c:v>
                </c:pt>
                <c:pt idx="7917">
                  <c:v>4.0071300000000001</c:v>
                </c:pt>
                <c:pt idx="7918">
                  <c:v>4.0058499999999997</c:v>
                </c:pt>
                <c:pt idx="7919">
                  <c:v>3.9682399999999998</c:v>
                </c:pt>
                <c:pt idx="7920">
                  <c:v>4.0174500000000002</c:v>
                </c:pt>
                <c:pt idx="7921">
                  <c:v>4.0209999999999999</c:v>
                </c:pt>
                <c:pt idx="7922">
                  <c:v>3.99322</c:v>
                </c:pt>
                <c:pt idx="7923">
                  <c:v>4.0114700000000001</c:v>
                </c:pt>
                <c:pt idx="7924">
                  <c:v>4.0316399999999994</c:v>
                </c:pt>
                <c:pt idx="7925">
                  <c:v>4.0630699999999997</c:v>
                </c:pt>
                <c:pt idx="7926">
                  <c:v>3.6289400000000001</c:v>
                </c:pt>
                <c:pt idx="7927">
                  <c:v>3.6393599999999999</c:v>
                </c:pt>
                <c:pt idx="7928">
                  <c:v>3.8324499999999997</c:v>
                </c:pt>
                <c:pt idx="7929">
                  <c:v>4</c:v>
                </c:pt>
                <c:pt idx="7930">
                  <c:v>3.8621500000000002</c:v>
                </c:pt>
                <c:pt idx="7931">
                  <c:v>3.8551500000000001</c:v>
                </c:pt>
                <c:pt idx="7932">
                  <c:v>4</c:v>
                </c:pt>
                <c:pt idx="7933">
                  <c:v>4</c:v>
                </c:pt>
                <c:pt idx="7934">
                  <c:v>4</c:v>
                </c:pt>
                <c:pt idx="7935">
                  <c:v>4</c:v>
                </c:pt>
                <c:pt idx="7942">
                  <c:v>4</c:v>
                </c:pt>
                <c:pt idx="7943">
                  <c:v>4</c:v>
                </c:pt>
                <c:pt idx="7944">
                  <c:v>4</c:v>
                </c:pt>
                <c:pt idx="7945">
                  <c:v>4</c:v>
                </c:pt>
                <c:pt idx="7946">
                  <c:v>4</c:v>
                </c:pt>
                <c:pt idx="7947">
                  <c:v>4</c:v>
                </c:pt>
                <c:pt idx="7948">
                  <c:v>4</c:v>
                </c:pt>
                <c:pt idx="7949">
                  <c:v>4</c:v>
                </c:pt>
                <c:pt idx="7950">
                  <c:v>4</c:v>
                </c:pt>
                <c:pt idx="7951">
                  <c:v>4</c:v>
                </c:pt>
                <c:pt idx="7952">
                  <c:v>4</c:v>
                </c:pt>
                <c:pt idx="7953">
                  <c:v>4</c:v>
                </c:pt>
                <c:pt idx="7954">
                  <c:v>4</c:v>
                </c:pt>
                <c:pt idx="7955">
                  <c:v>4</c:v>
                </c:pt>
                <c:pt idx="7956">
                  <c:v>4.6078299999999999</c:v>
                </c:pt>
                <c:pt idx="7957">
                  <c:v>4.5965600000000002</c:v>
                </c:pt>
                <c:pt idx="7958">
                  <c:v>4.5869399999999994</c:v>
                </c:pt>
                <c:pt idx="7959">
                  <c:v>4.5792099999999998</c:v>
                </c:pt>
                <c:pt idx="7960">
                  <c:v>4.5729499999999996</c:v>
                </c:pt>
                <c:pt idx="7961">
                  <c:v>4.5684300000000002</c:v>
                </c:pt>
                <c:pt idx="7962">
                  <c:v>4.5661199999999997</c:v>
                </c:pt>
                <c:pt idx="7963">
                  <c:v>4.5647399999999996</c:v>
                </c:pt>
                <c:pt idx="7964">
                  <c:v>4.5644399999999994</c:v>
                </c:pt>
                <c:pt idx="7965">
                  <c:v>4.5651299999999999</c:v>
                </c:pt>
                <c:pt idx="7966">
                  <c:v>4.5681199999999995</c:v>
                </c:pt>
                <c:pt idx="7967">
                  <c:v>4.5727099999999998</c:v>
                </c:pt>
                <c:pt idx="7968">
                  <c:v>4.5788900000000003</c:v>
                </c:pt>
                <c:pt idx="7969">
                  <c:v>4.5867700000000005</c:v>
                </c:pt>
                <c:pt idx="7970">
                  <c:v>4.5964799999999997</c:v>
                </c:pt>
                <c:pt idx="7971">
                  <c:v>4.60792</c:v>
                </c:pt>
                <c:pt idx="7972">
                  <c:v>4.6220299999999996</c:v>
                </c:pt>
                <c:pt idx="7973">
                  <c:v>4.6385500000000004</c:v>
                </c:pt>
                <c:pt idx="7974">
                  <c:v>4.6580399999999997</c:v>
                </c:pt>
                <c:pt idx="7975">
                  <c:v>4.6813000000000002</c:v>
                </c:pt>
                <c:pt idx="7976">
                  <c:v>4</c:v>
                </c:pt>
                <c:pt idx="7977">
                  <c:v>4</c:v>
                </c:pt>
                <c:pt idx="7978">
                  <c:v>4</c:v>
                </c:pt>
                <c:pt idx="7979">
                  <c:v>4</c:v>
                </c:pt>
                <c:pt idx="7980">
                  <c:v>4</c:v>
                </c:pt>
                <c:pt idx="7981">
                  <c:v>4</c:v>
                </c:pt>
                <c:pt idx="7982">
                  <c:v>4</c:v>
                </c:pt>
                <c:pt idx="7983">
                  <c:v>4</c:v>
                </c:pt>
                <c:pt idx="7984">
                  <c:v>4</c:v>
                </c:pt>
                <c:pt idx="7985">
                  <c:v>4</c:v>
                </c:pt>
                <c:pt idx="7999">
                  <c:v>7.9909999999999997</c:v>
                </c:pt>
                <c:pt idx="8000">
                  <c:v>7.99</c:v>
                </c:pt>
                <c:pt idx="8001">
                  <c:v>7.4909999999999997</c:v>
                </c:pt>
                <c:pt idx="8002">
                  <c:v>7.49</c:v>
                </c:pt>
                <c:pt idx="8003">
                  <c:v>7.49</c:v>
                </c:pt>
                <c:pt idx="8004">
                  <c:v>7.343</c:v>
                </c:pt>
                <c:pt idx="8005">
                  <c:v>7.49</c:v>
                </c:pt>
                <c:pt idx="8006">
                  <c:v>6.8751300000000004</c:v>
                </c:pt>
                <c:pt idx="8007">
                  <c:v>6.8991899999999999</c:v>
                </c:pt>
                <c:pt idx="8008">
                  <c:v>5.9957600000000006</c:v>
                </c:pt>
                <c:pt idx="8009">
                  <c:v>6.0885699999999998</c:v>
                </c:pt>
                <c:pt idx="8010">
                  <c:v>6.0482899999999997</c:v>
                </c:pt>
                <c:pt idx="8011">
                  <c:v>5.8517799999999998</c:v>
                </c:pt>
                <c:pt idx="8012">
                  <c:v>5.4329999999999998</c:v>
                </c:pt>
                <c:pt idx="8013">
                  <c:v>5.4329999999999998</c:v>
                </c:pt>
                <c:pt idx="8014">
                  <c:v>4.7401</c:v>
                </c:pt>
                <c:pt idx="8015">
                  <c:v>4.7391000000000005</c:v>
                </c:pt>
                <c:pt idx="8016">
                  <c:v>4.7404899999999994</c:v>
                </c:pt>
                <c:pt idx="8017">
                  <c:v>4.7232200000000004</c:v>
                </c:pt>
                <c:pt idx="8018">
                  <c:v>4.6783000000000001</c:v>
                </c:pt>
                <c:pt idx="8019">
                  <c:v>4.7174499999999995</c:v>
                </c:pt>
                <c:pt idx="8020">
                  <c:v>4.7677500000000004</c:v>
                </c:pt>
                <c:pt idx="8021">
                  <c:v>4.7578500000000004</c:v>
                </c:pt>
                <c:pt idx="8022">
                  <c:v>4.8082900000000004</c:v>
                </c:pt>
                <c:pt idx="8023">
                  <c:v>5.2865099999999998</c:v>
                </c:pt>
                <c:pt idx="8024">
                  <c:v>5.4200400000000002</c:v>
                </c:pt>
                <c:pt idx="8025">
                  <c:v>5.4329999999999998</c:v>
                </c:pt>
                <c:pt idx="8037">
                  <c:v>6.8360000000000003</c:v>
                </c:pt>
                <c:pt idx="8038">
                  <c:v>6.8360000000000003</c:v>
                </c:pt>
                <c:pt idx="8039">
                  <c:v>6.7824600000000004</c:v>
                </c:pt>
                <c:pt idx="8040">
                  <c:v>6.7947299999999995</c:v>
                </c:pt>
                <c:pt idx="8041">
                  <c:v>6.8038800000000004</c:v>
                </c:pt>
                <c:pt idx="8042">
                  <c:v>6.7801800000000005</c:v>
                </c:pt>
                <c:pt idx="8043">
                  <c:v>6.7677200000000006</c:v>
                </c:pt>
                <c:pt idx="8044">
                  <c:v>6.7352799999999995</c:v>
                </c:pt>
                <c:pt idx="8045">
                  <c:v>6.7378100000000005</c:v>
                </c:pt>
                <c:pt idx="8046">
                  <c:v>6.7283299999999997</c:v>
                </c:pt>
                <c:pt idx="8047">
                  <c:v>6.7312700000000003</c:v>
                </c:pt>
                <c:pt idx="8048">
                  <c:v>6.7210000000000001</c:v>
                </c:pt>
                <c:pt idx="8049">
                  <c:v>6.7238500000000005</c:v>
                </c:pt>
                <c:pt idx="8050">
                  <c:v>6.6836400000000005</c:v>
                </c:pt>
                <c:pt idx="8051">
                  <c:v>6.6885699999999995</c:v>
                </c:pt>
                <c:pt idx="8052">
                  <c:v>6.6924599999999996</c:v>
                </c:pt>
                <c:pt idx="8053">
                  <c:v>6.6951499999999999</c:v>
                </c:pt>
                <c:pt idx="8054">
                  <c:v>6.5411700000000002</c:v>
                </c:pt>
                <c:pt idx="8055">
                  <c:v>6.5465299999999997</c:v>
                </c:pt>
                <c:pt idx="8056">
                  <c:v>6.5494399999999997</c:v>
                </c:pt>
                <c:pt idx="8057">
                  <c:v>6.5496499999999997</c:v>
                </c:pt>
                <c:pt idx="8058">
                  <c:v>6.5497500000000004</c:v>
                </c:pt>
                <c:pt idx="8059">
                  <c:v>6.5497800000000002</c:v>
                </c:pt>
                <c:pt idx="8060">
                  <c:v>6.5498199999999995</c:v>
                </c:pt>
                <c:pt idx="8061">
                  <c:v>6.5498199999999995</c:v>
                </c:pt>
                <c:pt idx="8062">
                  <c:v>6.5640799999999997</c:v>
                </c:pt>
                <c:pt idx="8063">
                  <c:v>6.5639500000000002</c:v>
                </c:pt>
                <c:pt idx="8064">
                  <c:v>6.5637700000000008</c:v>
                </c:pt>
                <c:pt idx="8065">
                  <c:v>6.56351</c:v>
                </c:pt>
                <c:pt idx="8066">
                  <c:v>6.5774999999999997</c:v>
                </c:pt>
                <c:pt idx="8067">
                  <c:v>6.5757899999999996</c:v>
                </c:pt>
                <c:pt idx="8068">
                  <c:v>6.5784099999999999</c:v>
                </c:pt>
                <c:pt idx="8069">
                  <c:v>6.5735100000000006</c:v>
                </c:pt>
                <c:pt idx="8070">
                  <c:v>6.5803199999999995</c:v>
                </c:pt>
                <c:pt idx="8071">
                  <c:v>6.5741999999999994</c:v>
                </c:pt>
                <c:pt idx="8072">
                  <c:v>6.5776499999999993</c:v>
                </c:pt>
                <c:pt idx="8073">
                  <c:v>6.5667</c:v>
                </c:pt>
                <c:pt idx="8074">
                  <c:v>6.7465600000000006</c:v>
                </c:pt>
                <c:pt idx="8075">
                  <c:v>6.7457200000000004</c:v>
                </c:pt>
                <c:pt idx="8076">
                  <c:v>6.7386400000000002</c:v>
                </c:pt>
                <c:pt idx="8077">
                  <c:v>6.7353800000000001</c:v>
                </c:pt>
                <c:pt idx="8078">
                  <c:v>6.7310100000000004</c:v>
                </c:pt>
                <c:pt idx="8079">
                  <c:v>6.7276899999999999</c:v>
                </c:pt>
                <c:pt idx="8080">
                  <c:v>6.72194</c:v>
                </c:pt>
                <c:pt idx="8081">
                  <c:v>6.7203599999999994</c:v>
                </c:pt>
                <c:pt idx="8082">
                  <c:v>6.7108299999999996</c:v>
                </c:pt>
                <c:pt idx="8083">
                  <c:v>6.7080000000000002</c:v>
                </c:pt>
                <c:pt idx="8084">
                  <c:v>6.7080000000000002</c:v>
                </c:pt>
                <c:pt idx="8088">
                  <c:v>5.3490000000000002</c:v>
                </c:pt>
                <c:pt idx="8089">
                  <c:v>5.3490000000000002</c:v>
                </c:pt>
                <c:pt idx="8090">
                  <c:v>5.2672400000000001</c:v>
                </c:pt>
                <c:pt idx="8091">
                  <c:v>5.2858000000000001</c:v>
                </c:pt>
                <c:pt idx="8092">
                  <c:v>5.2998900000000004</c:v>
                </c:pt>
                <c:pt idx="8093">
                  <c:v>5.2635399999999999</c:v>
                </c:pt>
                <c:pt idx="8094">
                  <c:v>5.2444600000000001</c:v>
                </c:pt>
                <c:pt idx="8095">
                  <c:v>5.2181000000000006</c:v>
                </c:pt>
                <c:pt idx="8096">
                  <c:v>5.2163599999999999</c:v>
                </c:pt>
                <c:pt idx="8097">
                  <c:v>5.2071899999999998</c:v>
                </c:pt>
                <c:pt idx="8098">
                  <c:v>5.2073199999999993</c:v>
                </c:pt>
                <c:pt idx="8099">
                  <c:v>5.2016400000000003</c:v>
                </c:pt>
                <c:pt idx="8100">
                  <c:v>5.2027799999999997</c:v>
                </c:pt>
                <c:pt idx="8101">
                  <c:v>5.18241</c:v>
                </c:pt>
                <c:pt idx="8102">
                  <c:v>5.1846000000000005</c:v>
                </c:pt>
                <c:pt idx="8103">
                  <c:v>5.1859899999999994</c:v>
                </c:pt>
                <c:pt idx="8104">
                  <c:v>5.1867299999999998</c:v>
                </c:pt>
                <c:pt idx="8105">
                  <c:v>5.1154999999999999</c:v>
                </c:pt>
                <c:pt idx="8106">
                  <c:v>5.1179899999999998</c:v>
                </c:pt>
                <c:pt idx="8107">
                  <c:v>5.1196999999999999</c:v>
                </c:pt>
                <c:pt idx="8108">
                  <c:v>5.1196999999999999</c:v>
                </c:pt>
                <c:pt idx="8109">
                  <c:v>5.1196999999999999</c:v>
                </c:pt>
                <c:pt idx="8110">
                  <c:v>5.1196999999999999</c:v>
                </c:pt>
                <c:pt idx="8111">
                  <c:v>5.1196999999999999</c:v>
                </c:pt>
                <c:pt idx="8112">
                  <c:v>5.1196999999999999</c:v>
                </c:pt>
                <c:pt idx="8113">
                  <c:v>5.1196999999999999</c:v>
                </c:pt>
                <c:pt idx="8114">
                  <c:v>5.1196999999999999</c:v>
                </c:pt>
                <c:pt idx="8115">
                  <c:v>5.1196999999999999</c:v>
                </c:pt>
                <c:pt idx="8116">
                  <c:v>5.1196999999999999</c:v>
                </c:pt>
                <c:pt idx="8117">
                  <c:v>5.1273400000000002</c:v>
                </c:pt>
                <c:pt idx="8118">
                  <c:v>5.1261000000000001</c:v>
                </c:pt>
                <c:pt idx="8119">
                  <c:v>5.1269600000000004</c:v>
                </c:pt>
                <c:pt idx="8120">
                  <c:v>5.1238000000000001</c:v>
                </c:pt>
                <c:pt idx="8121">
                  <c:v>5.1270699999999998</c:v>
                </c:pt>
                <c:pt idx="8122">
                  <c:v>5.12385</c:v>
                </c:pt>
                <c:pt idx="8123">
                  <c:v>5.1258999999999997</c:v>
                </c:pt>
                <c:pt idx="8124">
                  <c:v>5.1205400000000001</c:v>
                </c:pt>
                <c:pt idx="8125">
                  <c:v>5.2059799999999994</c:v>
                </c:pt>
                <c:pt idx="8126">
                  <c:v>5.20383</c:v>
                </c:pt>
                <c:pt idx="8127">
                  <c:v>5.1999199999999997</c:v>
                </c:pt>
                <c:pt idx="8128">
                  <c:v>5.1949199999999998</c:v>
                </c:pt>
                <c:pt idx="8129">
                  <c:v>5.1882399999999995</c:v>
                </c:pt>
                <c:pt idx="8130">
                  <c:v>5.1831300000000002</c:v>
                </c:pt>
                <c:pt idx="8131">
                  <c:v>5.1743300000000003</c:v>
                </c:pt>
                <c:pt idx="8132">
                  <c:v>5.1719300000000006</c:v>
                </c:pt>
                <c:pt idx="8133">
                  <c:v>5.1573700000000002</c:v>
                </c:pt>
                <c:pt idx="8134">
                  <c:v>5.1529999999999996</c:v>
                </c:pt>
                <c:pt idx="8135">
                  <c:v>5.1529999999999996</c:v>
                </c:pt>
                <c:pt idx="8139">
                  <c:v>3.7109999999999999</c:v>
                </c:pt>
                <c:pt idx="8140">
                  <c:v>3.7109999999999999</c:v>
                </c:pt>
                <c:pt idx="8141">
                  <c:v>3.6917600000000004</c:v>
                </c:pt>
                <c:pt idx="8142">
                  <c:v>3.6961500000000003</c:v>
                </c:pt>
                <c:pt idx="8143">
                  <c:v>3.6994499999999997</c:v>
                </c:pt>
                <c:pt idx="8144">
                  <c:v>3.6909299999999998</c:v>
                </c:pt>
                <c:pt idx="8145">
                  <c:v>3.6864499999999998</c:v>
                </c:pt>
                <c:pt idx="8146">
                  <c:v>3.6833200000000001</c:v>
                </c:pt>
                <c:pt idx="8147">
                  <c:v>3.6821599999999997</c:v>
                </c:pt>
                <c:pt idx="8148">
                  <c:v>3.6814</c:v>
                </c:pt>
                <c:pt idx="8149">
                  <c:v>3.6808200000000002</c:v>
                </c:pt>
                <c:pt idx="8150">
                  <c:v>3.6804299999999999</c:v>
                </c:pt>
                <c:pt idx="8151">
                  <c:v>3.6802700000000002</c:v>
                </c:pt>
                <c:pt idx="8152">
                  <c:v>3.6801599999999999</c:v>
                </c:pt>
                <c:pt idx="8153">
                  <c:v>3.6800900000000003</c:v>
                </c:pt>
                <c:pt idx="8154">
                  <c:v>3.6798999999999999</c:v>
                </c:pt>
                <c:pt idx="8155">
                  <c:v>3.6796799999999998</c:v>
                </c:pt>
                <c:pt idx="8156">
                  <c:v>3.66309</c:v>
                </c:pt>
                <c:pt idx="8157">
                  <c:v>3.6635300000000002</c:v>
                </c:pt>
                <c:pt idx="8158">
                  <c:v>3.6638699999999997</c:v>
                </c:pt>
                <c:pt idx="8159">
                  <c:v>3.6638699999999997</c:v>
                </c:pt>
                <c:pt idx="8160">
                  <c:v>3.6638699999999997</c:v>
                </c:pt>
                <c:pt idx="8161">
                  <c:v>3.6638699999999997</c:v>
                </c:pt>
                <c:pt idx="8162">
                  <c:v>3.6638699999999997</c:v>
                </c:pt>
                <c:pt idx="8163">
                  <c:v>3.6638699999999997</c:v>
                </c:pt>
                <c:pt idx="8164">
                  <c:v>3.6638699999999997</c:v>
                </c:pt>
                <c:pt idx="8165">
                  <c:v>3.6638699999999997</c:v>
                </c:pt>
                <c:pt idx="8166">
                  <c:v>3.6638699999999997</c:v>
                </c:pt>
                <c:pt idx="8167">
                  <c:v>3.6638699999999997</c:v>
                </c:pt>
                <c:pt idx="8168">
                  <c:v>3.6638699999999997</c:v>
                </c:pt>
                <c:pt idx="8169">
                  <c:v>3.6635900000000001</c:v>
                </c:pt>
                <c:pt idx="8170">
                  <c:v>3.6631199999999997</c:v>
                </c:pt>
                <c:pt idx="8171">
                  <c:v>3.6624400000000001</c:v>
                </c:pt>
                <c:pt idx="8172">
                  <c:v>3.6617899999999999</c:v>
                </c:pt>
                <c:pt idx="8173">
                  <c:v>3.6610900000000002</c:v>
                </c:pt>
                <c:pt idx="8174">
                  <c:v>3.6600700000000002</c:v>
                </c:pt>
                <c:pt idx="8175">
                  <c:v>3.65883</c:v>
                </c:pt>
                <c:pt idx="8176">
                  <c:v>3.6774299999999998</c:v>
                </c:pt>
                <c:pt idx="8177">
                  <c:v>3.67692</c:v>
                </c:pt>
                <c:pt idx="8178">
                  <c:v>3.6760000000000002</c:v>
                </c:pt>
                <c:pt idx="8179">
                  <c:v>3.67483</c:v>
                </c:pt>
                <c:pt idx="8180">
                  <c:v>3.67327</c:v>
                </c:pt>
                <c:pt idx="8181">
                  <c:v>3.6720700000000002</c:v>
                </c:pt>
                <c:pt idx="8182">
                  <c:v>3.67</c:v>
                </c:pt>
                <c:pt idx="8183">
                  <c:v>3.6694400000000003</c:v>
                </c:pt>
                <c:pt idx="8184">
                  <c:v>3.6660200000000001</c:v>
                </c:pt>
                <c:pt idx="8185">
                  <c:v>3.665</c:v>
                </c:pt>
                <c:pt idx="8186">
                  <c:v>3.665</c:v>
                </c:pt>
                <c:pt idx="8192">
                  <c:v>4.7078999999999995</c:v>
                </c:pt>
                <c:pt idx="8193">
                  <c:v>4.7119200000000001</c:v>
                </c:pt>
                <c:pt idx="8194">
                  <c:v>4.7149999999999999</c:v>
                </c:pt>
                <c:pt idx="8195">
                  <c:v>4.7111299999999998</c:v>
                </c:pt>
                <c:pt idx="8196">
                  <c:v>4.7094899999999997</c:v>
                </c:pt>
                <c:pt idx="8197">
                  <c:v>4.7085699999999999</c:v>
                </c:pt>
                <c:pt idx="8198">
                  <c:v>4.7083300000000001</c:v>
                </c:pt>
                <c:pt idx="8199">
                  <c:v>4.7082700000000006</c:v>
                </c:pt>
                <c:pt idx="8200">
                  <c:v>4.7081200000000001</c:v>
                </c:pt>
                <c:pt idx="8201">
                  <c:v>4.7081</c:v>
                </c:pt>
                <c:pt idx="8202">
                  <c:v>4.7080600000000006</c:v>
                </c:pt>
                <c:pt idx="8203">
                  <c:v>4.7080299999999999</c:v>
                </c:pt>
                <c:pt idx="8204">
                  <c:v>4.7080299999999999</c:v>
                </c:pt>
                <c:pt idx="8205">
                  <c:v>4.7079499999999994</c:v>
                </c:pt>
                <c:pt idx="8206">
                  <c:v>4.7078899999999999</c:v>
                </c:pt>
                <c:pt idx="8207">
                  <c:v>4.7078500000000005</c:v>
                </c:pt>
                <c:pt idx="8208">
                  <c:v>4.7078599999999993</c:v>
                </c:pt>
                <c:pt idx="8209">
                  <c:v>4.84504</c:v>
                </c:pt>
                <c:pt idx="8210">
                  <c:v>4.84483</c:v>
                </c:pt>
                <c:pt idx="8211">
                  <c:v>4.8448000000000002</c:v>
                </c:pt>
                <c:pt idx="8212">
                  <c:v>4.8106499999999999</c:v>
                </c:pt>
                <c:pt idx="8213">
                  <c:v>4.7079700000000004</c:v>
                </c:pt>
                <c:pt idx="8214">
                  <c:v>4.7079700000000004</c:v>
                </c:pt>
                <c:pt idx="8215">
                  <c:v>4.7079799999999992</c:v>
                </c:pt>
                <c:pt idx="8216">
                  <c:v>4.8267799999999994</c:v>
                </c:pt>
                <c:pt idx="8217">
                  <c:v>4.4768299999999996</c:v>
                </c:pt>
                <c:pt idx="8218">
                  <c:v>4.47675</c:v>
                </c:pt>
                <c:pt idx="8219">
                  <c:v>4.4767099999999997</c:v>
                </c:pt>
                <c:pt idx="8220">
                  <c:v>4.4764799999999996</c:v>
                </c:pt>
                <c:pt idx="8221">
                  <c:v>4.47621</c:v>
                </c:pt>
                <c:pt idx="8222">
                  <c:v>4.4761099999999994</c:v>
                </c:pt>
                <c:pt idx="8223">
                  <c:v>4.4757899999999999</c:v>
                </c:pt>
                <c:pt idx="8224">
                  <c:v>4.5385400000000002</c:v>
                </c:pt>
                <c:pt idx="8225">
                  <c:v>4.8508399999999998</c:v>
                </c:pt>
                <c:pt idx="8226">
                  <c:v>4.8514300000000006</c:v>
                </c:pt>
                <c:pt idx="8227">
                  <c:v>4.8520900000000005</c:v>
                </c:pt>
                <c:pt idx="8228">
                  <c:v>4.85337</c:v>
                </c:pt>
                <c:pt idx="8229">
                  <c:v>4.8552900000000001</c:v>
                </c:pt>
                <c:pt idx="8230">
                  <c:v>4.8562299999999992</c:v>
                </c:pt>
                <c:pt idx="8231">
                  <c:v>4.8580500000000004</c:v>
                </c:pt>
                <c:pt idx="8232">
                  <c:v>4.8602499999999997</c:v>
                </c:pt>
                <c:pt idx="8233">
                  <c:v>4.7057200000000003</c:v>
                </c:pt>
                <c:pt idx="8234">
                  <c:v>4.70547</c:v>
                </c:pt>
                <c:pt idx="8235">
                  <c:v>4.70512</c:v>
                </c:pt>
                <c:pt idx="8236">
                  <c:v>4.7046000000000001</c:v>
                </c:pt>
                <c:pt idx="8237">
                  <c:v>4.7033300000000002</c:v>
                </c:pt>
                <c:pt idx="8243">
                  <c:v>3.8824999999999998</c:v>
                </c:pt>
                <c:pt idx="8244">
                  <c:v>3.8884300000000001</c:v>
                </c:pt>
                <c:pt idx="8245">
                  <c:v>3.8929399999999998</c:v>
                </c:pt>
                <c:pt idx="8246">
                  <c:v>3.8864800000000002</c:v>
                </c:pt>
                <c:pt idx="8247">
                  <c:v>3.8830800000000001</c:v>
                </c:pt>
                <c:pt idx="8248">
                  <c:v>3.8805200000000002</c:v>
                </c:pt>
                <c:pt idx="8249">
                  <c:v>3.87948</c:v>
                </c:pt>
                <c:pt idx="8250">
                  <c:v>3.8789000000000002</c:v>
                </c:pt>
                <c:pt idx="8251">
                  <c:v>3.8784399999999999</c:v>
                </c:pt>
                <c:pt idx="8252">
                  <c:v>3.8781599999999998</c:v>
                </c:pt>
                <c:pt idx="8253">
                  <c:v>3.8780300000000003</c:v>
                </c:pt>
                <c:pt idx="8254">
                  <c:v>3.8779899999999996</c:v>
                </c:pt>
                <c:pt idx="8255">
                  <c:v>3.8779299999999997</c:v>
                </c:pt>
                <c:pt idx="8256">
                  <c:v>3.8777900000000001</c:v>
                </c:pt>
                <c:pt idx="8257">
                  <c:v>3.8776100000000002</c:v>
                </c:pt>
                <c:pt idx="8258">
                  <c:v>4.0514700000000001</c:v>
                </c:pt>
                <c:pt idx="8259">
                  <c:v>4.04786</c:v>
                </c:pt>
                <c:pt idx="8260">
                  <c:v>4.0464899999999995</c:v>
                </c:pt>
                <c:pt idx="8261">
                  <c:v>4.0463000000000005</c:v>
                </c:pt>
                <c:pt idx="8262">
                  <c:v>3.8367800000000001</c:v>
                </c:pt>
                <c:pt idx="8263">
                  <c:v>3.8367</c:v>
                </c:pt>
                <c:pt idx="8264">
                  <c:v>3.8367499999999999</c:v>
                </c:pt>
                <c:pt idx="8265">
                  <c:v>3.8369800000000001</c:v>
                </c:pt>
                <c:pt idx="8266">
                  <c:v>3.8370100000000003</c:v>
                </c:pt>
                <c:pt idx="8267">
                  <c:v>3.8370199999999999</c:v>
                </c:pt>
                <c:pt idx="8268">
                  <c:v>3.8370100000000003</c:v>
                </c:pt>
                <c:pt idx="8269">
                  <c:v>3.8370100000000003</c:v>
                </c:pt>
                <c:pt idx="8270">
                  <c:v>3.8370199999999999</c:v>
                </c:pt>
                <c:pt idx="8271">
                  <c:v>3.83691</c:v>
                </c:pt>
                <c:pt idx="8272">
                  <c:v>3.8365999999999998</c:v>
                </c:pt>
                <c:pt idx="8273">
                  <c:v>3.8356699999999999</c:v>
                </c:pt>
                <c:pt idx="8274">
                  <c:v>3.8345899999999999</c:v>
                </c:pt>
                <c:pt idx="8275">
                  <c:v>3.8329599999999999</c:v>
                </c:pt>
                <c:pt idx="8276">
                  <c:v>3.83066</c:v>
                </c:pt>
                <c:pt idx="8277">
                  <c:v>3.8276300000000001</c:v>
                </c:pt>
                <c:pt idx="8278">
                  <c:v>3.8762099999999999</c:v>
                </c:pt>
                <c:pt idx="8279">
                  <c:v>3.8761300000000003</c:v>
                </c:pt>
                <c:pt idx="8280">
                  <c:v>3.87588</c:v>
                </c:pt>
                <c:pt idx="8281">
                  <c:v>3.8757600000000001</c:v>
                </c:pt>
                <c:pt idx="8282">
                  <c:v>3.8754899999999997</c:v>
                </c:pt>
                <c:pt idx="8283">
                  <c:v>3.8753000000000002</c:v>
                </c:pt>
                <c:pt idx="8284">
                  <c:v>3.8752800000000001</c:v>
                </c:pt>
                <c:pt idx="8285">
                  <c:v>3.8752</c:v>
                </c:pt>
                <c:pt idx="8286">
                  <c:v>3.8747800000000003</c:v>
                </c:pt>
                <c:pt idx="8287">
                  <c:v>3.8738000000000001</c:v>
                </c:pt>
                <c:pt idx="8288">
                  <c:v>3.8720700000000003</c:v>
                </c:pt>
                <c:pt idx="8294">
                  <c:v>4.0042099999999996</c:v>
                </c:pt>
                <c:pt idx="8295">
                  <c:v>4.0081999999999995</c:v>
                </c:pt>
                <c:pt idx="8296">
                  <c:v>4.0111400000000001</c:v>
                </c:pt>
                <c:pt idx="8297">
                  <c:v>4.0071199999999996</c:v>
                </c:pt>
                <c:pt idx="8298">
                  <c:v>4.0043899999999999</c:v>
                </c:pt>
                <c:pt idx="8299">
                  <c:v>4.0029000000000003</c:v>
                </c:pt>
                <c:pt idx="8300">
                  <c:v>4.0021700000000004</c:v>
                </c:pt>
                <c:pt idx="8301">
                  <c:v>4.00183</c:v>
                </c:pt>
                <c:pt idx="8302">
                  <c:v>4.0015200000000002</c:v>
                </c:pt>
                <c:pt idx="8303">
                  <c:v>4.00136</c:v>
                </c:pt>
                <c:pt idx="8304">
                  <c:v>4.0012699999999999</c:v>
                </c:pt>
                <c:pt idx="8305">
                  <c:v>4.0012400000000001</c:v>
                </c:pt>
                <c:pt idx="8306">
                  <c:v>4.0012600000000003</c:v>
                </c:pt>
                <c:pt idx="8307">
                  <c:v>4.0011599999999996</c:v>
                </c:pt>
                <c:pt idx="8308">
                  <c:v>4.0010599999999998</c:v>
                </c:pt>
                <c:pt idx="8309">
                  <c:v>4.0009899999999998</c:v>
                </c:pt>
                <c:pt idx="8310">
                  <c:v>4.00101</c:v>
                </c:pt>
                <c:pt idx="8311">
                  <c:v>4.0010900000000005</c:v>
                </c:pt>
                <c:pt idx="8312">
                  <c:v>4.0011700000000001</c:v>
                </c:pt>
                <c:pt idx="8313">
                  <c:v>4.00122</c:v>
                </c:pt>
                <c:pt idx="8314">
                  <c:v>4.0012299999999996</c:v>
                </c:pt>
                <c:pt idx="8315">
                  <c:v>4.00115</c:v>
                </c:pt>
                <c:pt idx="8316">
                  <c:v>4.0010599999999998</c:v>
                </c:pt>
                <c:pt idx="8317">
                  <c:v>4.0009800000000002</c:v>
                </c:pt>
                <c:pt idx="8318">
                  <c:v>4.0008999999999997</c:v>
                </c:pt>
                <c:pt idx="8319">
                  <c:v>4.0008099999999995</c:v>
                </c:pt>
                <c:pt idx="8320">
                  <c:v>4.0007000000000001</c:v>
                </c:pt>
                <c:pt idx="8321">
                  <c:v>4.0005300000000004</c:v>
                </c:pt>
                <c:pt idx="8322">
                  <c:v>4.0002899999999997</c:v>
                </c:pt>
                <c:pt idx="8323">
                  <c:v>4.0001300000000004</c:v>
                </c:pt>
                <c:pt idx="8324">
                  <c:v>3.9999199999999999</c:v>
                </c:pt>
                <c:pt idx="8325">
                  <c:v>3.9995500000000002</c:v>
                </c:pt>
                <c:pt idx="8326">
                  <c:v>3.9992299999999998</c:v>
                </c:pt>
                <c:pt idx="8327">
                  <c:v>3.99912</c:v>
                </c:pt>
                <c:pt idx="8328">
                  <c:v>3.9990100000000002</c:v>
                </c:pt>
                <c:pt idx="8329">
                  <c:v>3.9990799999999997</c:v>
                </c:pt>
                <c:pt idx="8330">
                  <c:v>3.9990100000000002</c:v>
                </c:pt>
                <c:pt idx="8331">
                  <c:v>3.9989299999999997</c:v>
                </c:pt>
                <c:pt idx="8332">
                  <c:v>3.9987600000000003</c:v>
                </c:pt>
                <c:pt idx="8333">
                  <c:v>3.9986599999999997</c:v>
                </c:pt>
                <c:pt idx="8334">
                  <c:v>3.9989699999999999</c:v>
                </c:pt>
                <c:pt idx="8335">
                  <c:v>3.99837</c:v>
                </c:pt>
                <c:pt idx="8336">
                  <c:v>3.9987900000000001</c:v>
                </c:pt>
                <c:pt idx="8337">
                  <c:v>3.9983499999999998</c:v>
                </c:pt>
                <c:pt idx="8338">
                  <c:v>3.9974799999999999</c:v>
                </c:pt>
                <c:pt idx="8339">
                  <c:v>3.9958400000000003</c:v>
                </c:pt>
                <c:pt idx="8345">
                  <c:v>3.8442800000000004</c:v>
                </c:pt>
                <c:pt idx="8346">
                  <c:v>3.8474599999999999</c:v>
                </c:pt>
                <c:pt idx="8347">
                  <c:v>3.8497600000000003</c:v>
                </c:pt>
                <c:pt idx="8348">
                  <c:v>3.9807100000000002</c:v>
                </c:pt>
                <c:pt idx="8349">
                  <c:v>3.9210700000000003</c:v>
                </c:pt>
                <c:pt idx="8350">
                  <c:v>3.8935999999999997</c:v>
                </c:pt>
                <c:pt idx="8351">
                  <c:v>3.8807700000000001</c:v>
                </c:pt>
                <c:pt idx="8352">
                  <c:v>3.95844</c:v>
                </c:pt>
                <c:pt idx="8353">
                  <c:v>3.9389400000000001</c:v>
                </c:pt>
                <c:pt idx="8354">
                  <c:v>3.9249899999999998</c:v>
                </c:pt>
                <c:pt idx="8355">
                  <c:v>3.9163899999999998</c:v>
                </c:pt>
                <c:pt idx="8356">
                  <c:v>3.9434999999999998</c:v>
                </c:pt>
                <c:pt idx="8357">
                  <c:v>3.9361700000000002</c:v>
                </c:pt>
                <c:pt idx="8358">
                  <c:v>3.9298200000000003</c:v>
                </c:pt>
                <c:pt idx="8359">
                  <c:v>3.9248099999999999</c:v>
                </c:pt>
                <c:pt idx="8360">
                  <c:v>3.9213299999999998</c:v>
                </c:pt>
                <c:pt idx="8361">
                  <c:v>3.9191199999999999</c:v>
                </c:pt>
                <c:pt idx="8362">
                  <c:v>3.9181500000000002</c:v>
                </c:pt>
                <c:pt idx="8363">
                  <c:v>3.91805</c:v>
                </c:pt>
                <c:pt idx="8364">
                  <c:v>3.8443899999999998</c:v>
                </c:pt>
                <c:pt idx="8365">
                  <c:v>3.8443899999999998</c:v>
                </c:pt>
                <c:pt idx="8366">
                  <c:v>3.8443899999999998</c:v>
                </c:pt>
                <c:pt idx="8367">
                  <c:v>3.8443899999999998</c:v>
                </c:pt>
                <c:pt idx="8368">
                  <c:v>3.8443899999999998</c:v>
                </c:pt>
                <c:pt idx="8369">
                  <c:v>3.8443899999999998</c:v>
                </c:pt>
                <c:pt idx="8370">
                  <c:v>3.8443899999999998</c:v>
                </c:pt>
                <c:pt idx="8371">
                  <c:v>3.8443899999999998</c:v>
                </c:pt>
                <c:pt idx="8372">
                  <c:v>3.8443800000000001</c:v>
                </c:pt>
                <c:pt idx="8373">
                  <c:v>3.84429</c:v>
                </c:pt>
                <c:pt idx="8374">
                  <c:v>3.8441900000000002</c:v>
                </c:pt>
                <c:pt idx="8375">
                  <c:v>3.8441300000000003</c:v>
                </c:pt>
                <c:pt idx="8376">
                  <c:v>3.8439999999999999</c:v>
                </c:pt>
                <c:pt idx="8377">
                  <c:v>3.84389</c:v>
                </c:pt>
                <c:pt idx="8378">
                  <c:v>3.84382</c:v>
                </c:pt>
                <c:pt idx="8379">
                  <c:v>3.8437399999999999</c:v>
                </c:pt>
                <c:pt idx="8380">
                  <c:v>3.8436599999999999</c:v>
                </c:pt>
                <c:pt idx="8381">
                  <c:v>3.8435900000000003</c:v>
                </c:pt>
                <c:pt idx="8382">
                  <c:v>3.8434599999999999</c:v>
                </c:pt>
                <c:pt idx="8383">
                  <c:v>3.8433299999999999</c:v>
                </c:pt>
                <c:pt idx="8384">
                  <c:v>3.8431999999999999</c:v>
                </c:pt>
                <c:pt idx="8385">
                  <c:v>3.8430599999999999</c:v>
                </c:pt>
                <c:pt idx="8386">
                  <c:v>3.8429499999999996</c:v>
                </c:pt>
                <c:pt idx="8387">
                  <c:v>3.8428200000000001</c:v>
                </c:pt>
                <c:pt idx="8388">
                  <c:v>3.8428599999999999</c:v>
                </c:pt>
                <c:pt idx="8389">
                  <c:v>3.8429899999999999</c:v>
                </c:pt>
                <c:pt idx="8390">
                  <c:v>3.8380000000000001</c:v>
                </c:pt>
                <c:pt idx="8395">
                  <c:v>4.5209999999999999</c:v>
                </c:pt>
                <c:pt idx="8396">
                  <c:v>4.5138100000000003</c:v>
                </c:pt>
                <c:pt idx="8397">
                  <c:v>4.4459</c:v>
                </c:pt>
                <c:pt idx="8398">
                  <c:v>4.4171199999999997</c:v>
                </c:pt>
                <c:pt idx="8399">
                  <c:v>4.4413400000000003</c:v>
                </c:pt>
                <c:pt idx="8400">
                  <c:v>4.4445800000000002</c:v>
                </c:pt>
                <c:pt idx="8401">
                  <c:v>4.4548300000000003</c:v>
                </c:pt>
                <c:pt idx="8402">
                  <c:v>4.4550299999999998</c:v>
                </c:pt>
                <c:pt idx="8403">
                  <c:v>4.5364399999999998</c:v>
                </c:pt>
                <c:pt idx="8404">
                  <c:v>4.5325699999999998</c:v>
                </c:pt>
                <c:pt idx="8405">
                  <c:v>4.5206200000000001</c:v>
                </c:pt>
                <c:pt idx="8406">
                  <c:v>4.5115400000000001</c:v>
                </c:pt>
                <c:pt idx="8407">
                  <c:v>4.5065299999999997</c:v>
                </c:pt>
                <c:pt idx="8408">
                  <c:v>4.3895400000000002</c:v>
                </c:pt>
                <c:pt idx="8409">
                  <c:v>4.3960900000000001</c:v>
                </c:pt>
                <c:pt idx="8410">
                  <c:v>4.3997700000000002</c:v>
                </c:pt>
                <c:pt idx="8411">
                  <c:v>4.4009</c:v>
                </c:pt>
                <c:pt idx="8412">
                  <c:v>4.4023199999999996</c:v>
                </c:pt>
                <c:pt idx="8413">
                  <c:v>4.4035600000000006</c:v>
                </c:pt>
                <c:pt idx="8414">
                  <c:v>4.4946400000000004</c:v>
                </c:pt>
                <c:pt idx="8415">
                  <c:v>4.45261</c:v>
                </c:pt>
                <c:pt idx="8416">
                  <c:v>4.45261</c:v>
                </c:pt>
                <c:pt idx="8417">
                  <c:v>4.45261</c:v>
                </c:pt>
                <c:pt idx="8418">
                  <c:v>4.45261</c:v>
                </c:pt>
                <c:pt idx="8419">
                  <c:v>4.45261</c:v>
                </c:pt>
                <c:pt idx="8420">
                  <c:v>4.45261</c:v>
                </c:pt>
                <c:pt idx="8421">
                  <c:v>4.45261</c:v>
                </c:pt>
                <c:pt idx="8422">
                  <c:v>4.4541499999999994</c:v>
                </c:pt>
                <c:pt idx="8423">
                  <c:v>4.2432700000000008</c:v>
                </c:pt>
                <c:pt idx="8424">
                  <c:v>4.2502700000000004</c:v>
                </c:pt>
                <c:pt idx="8425">
                  <c:v>4.26084</c:v>
                </c:pt>
                <c:pt idx="8426">
                  <c:v>4.4565600000000005</c:v>
                </c:pt>
                <c:pt idx="8427">
                  <c:v>4.4585100000000004</c:v>
                </c:pt>
                <c:pt idx="8428">
                  <c:v>4.4592799999999997</c:v>
                </c:pt>
                <c:pt idx="8429">
                  <c:v>4.4594899999999997</c:v>
                </c:pt>
                <c:pt idx="8430">
                  <c:v>4.4605600000000001</c:v>
                </c:pt>
                <c:pt idx="8431">
                  <c:v>4.4613100000000001</c:v>
                </c:pt>
                <c:pt idx="8432">
                  <c:v>4.4593100000000003</c:v>
                </c:pt>
                <c:pt idx="8433">
                  <c:v>4.4566699999999999</c:v>
                </c:pt>
                <c:pt idx="8434">
                  <c:v>4.4590699999999996</c:v>
                </c:pt>
                <c:pt idx="8435">
                  <c:v>4.4692799999999995</c:v>
                </c:pt>
                <c:pt idx="8436">
                  <c:v>4.47037</c:v>
                </c:pt>
                <c:pt idx="8437">
                  <c:v>4.47166</c:v>
                </c:pt>
                <c:pt idx="8438">
                  <c:v>4.4747299999999992</c:v>
                </c:pt>
                <c:pt idx="8439">
                  <c:v>4.4715699999999998</c:v>
                </c:pt>
                <c:pt idx="8440">
                  <c:v>4.4396499999999994</c:v>
                </c:pt>
                <c:pt idx="8441">
                  <c:v>4.3734200000000003</c:v>
                </c:pt>
                <c:pt idx="8446">
                  <c:v>4.6669999999999998</c:v>
                </c:pt>
                <c:pt idx="8447">
                  <c:v>4.6669999999999998</c:v>
                </c:pt>
                <c:pt idx="8448">
                  <c:v>4.5499799999999997</c:v>
                </c:pt>
                <c:pt idx="8449">
                  <c:v>4.5220000000000002</c:v>
                </c:pt>
                <c:pt idx="8450">
                  <c:v>4.6430600000000002</c:v>
                </c:pt>
                <c:pt idx="8451">
                  <c:v>4.6070399999999996</c:v>
                </c:pt>
                <c:pt idx="8452">
                  <c:v>4.5998400000000004</c:v>
                </c:pt>
                <c:pt idx="8453">
                  <c:v>4.5854399999999993</c:v>
                </c:pt>
                <c:pt idx="8454">
                  <c:v>4.69869</c:v>
                </c:pt>
                <c:pt idx="8455">
                  <c:v>4.6825400000000004</c:v>
                </c:pt>
                <c:pt idx="8456">
                  <c:v>4.6637299999999993</c:v>
                </c:pt>
                <c:pt idx="8457">
                  <c:v>4.6483100000000004</c:v>
                </c:pt>
                <c:pt idx="8458">
                  <c:v>4.6885500000000002</c:v>
                </c:pt>
                <c:pt idx="8459">
                  <c:v>4.6790399999999996</c:v>
                </c:pt>
                <c:pt idx="8460">
                  <c:v>4.6786000000000003</c:v>
                </c:pt>
                <c:pt idx="8461">
                  <c:v>4.6743100000000002</c:v>
                </c:pt>
                <c:pt idx="8462">
                  <c:v>4.5997599999999998</c:v>
                </c:pt>
                <c:pt idx="8463">
                  <c:v>4.5447299999999995</c:v>
                </c:pt>
                <c:pt idx="8464">
                  <c:v>4.5414200000000005</c:v>
                </c:pt>
                <c:pt idx="8465">
                  <c:v>4.5397299999999996</c:v>
                </c:pt>
                <c:pt idx="8466">
                  <c:v>4.24315</c:v>
                </c:pt>
                <c:pt idx="8467">
                  <c:v>4.2474999999999996</c:v>
                </c:pt>
                <c:pt idx="8468">
                  <c:v>4.32822</c:v>
                </c:pt>
                <c:pt idx="8469">
                  <c:v>4.1190600000000002</c:v>
                </c:pt>
                <c:pt idx="8470">
                  <c:v>4.2328599999999996</c:v>
                </c:pt>
                <c:pt idx="8471">
                  <c:v>4.1756700000000002</c:v>
                </c:pt>
                <c:pt idx="8472">
                  <c:v>4.1702200000000005</c:v>
                </c:pt>
                <c:pt idx="8473">
                  <c:v>4.1558700000000002</c:v>
                </c:pt>
                <c:pt idx="8474">
                  <c:v>4.2087700000000003</c:v>
                </c:pt>
                <c:pt idx="8475">
                  <c:v>4.1948999999999996</c:v>
                </c:pt>
                <c:pt idx="8476">
                  <c:v>4.1757700000000009</c:v>
                </c:pt>
                <c:pt idx="8477">
                  <c:v>4.1905900000000003</c:v>
                </c:pt>
                <c:pt idx="8478">
                  <c:v>4.1917399999999994</c:v>
                </c:pt>
                <c:pt idx="8479">
                  <c:v>4.27956</c:v>
                </c:pt>
                <c:pt idx="8480">
                  <c:v>4.3516400000000006</c:v>
                </c:pt>
                <c:pt idx="8481">
                  <c:v>4.3554499999999994</c:v>
                </c:pt>
                <c:pt idx="8482">
                  <c:v>4.1652299999999993</c:v>
                </c:pt>
                <c:pt idx="8483">
                  <c:v>4.4830399999999999</c:v>
                </c:pt>
                <c:pt idx="8484">
                  <c:v>4.5191999999999997</c:v>
                </c:pt>
                <c:pt idx="8485">
                  <c:v>4.5234899999999998</c:v>
                </c:pt>
                <c:pt idx="8486">
                  <c:v>4.5291899999999998</c:v>
                </c:pt>
                <c:pt idx="8487">
                  <c:v>4.52468</c:v>
                </c:pt>
                <c:pt idx="8488">
                  <c:v>4.5180699999999998</c:v>
                </c:pt>
                <c:pt idx="8489">
                  <c:v>4.5074300000000003</c:v>
                </c:pt>
                <c:pt idx="8490">
                  <c:v>4.5147200000000005</c:v>
                </c:pt>
                <c:pt idx="8491">
                  <c:v>4.4893700000000001</c:v>
                </c:pt>
                <c:pt idx="8492">
                  <c:v>4</c:v>
                </c:pt>
                <c:pt idx="8547">
                  <c:v>4</c:v>
                </c:pt>
                <c:pt idx="8548">
                  <c:v>4</c:v>
                </c:pt>
                <c:pt idx="8549">
                  <c:v>4</c:v>
                </c:pt>
                <c:pt idx="8550">
                  <c:v>4</c:v>
                </c:pt>
                <c:pt idx="8551">
                  <c:v>4</c:v>
                </c:pt>
                <c:pt idx="8552">
                  <c:v>4</c:v>
                </c:pt>
                <c:pt idx="8553">
                  <c:v>4</c:v>
                </c:pt>
                <c:pt idx="8554">
                  <c:v>4</c:v>
                </c:pt>
                <c:pt idx="8555">
                  <c:v>4</c:v>
                </c:pt>
                <c:pt idx="8556">
                  <c:v>4</c:v>
                </c:pt>
                <c:pt idx="8557">
                  <c:v>4.6540799999999996</c:v>
                </c:pt>
                <c:pt idx="8558">
                  <c:v>4.6213800000000003</c:v>
                </c:pt>
                <c:pt idx="8559">
                  <c:v>4.6213800000000003</c:v>
                </c:pt>
                <c:pt idx="8560">
                  <c:v>4.6062200000000004</c:v>
                </c:pt>
                <c:pt idx="8561">
                  <c:v>4.8570699999999993</c:v>
                </c:pt>
                <c:pt idx="8562">
                  <c:v>4.8425399999999996</c:v>
                </c:pt>
                <c:pt idx="8563">
                  <c:v>4.8285</c:v>
                </c:pt>
                <c:pt idx="8564">
                  <c:v>4.6582700000000008</c:v>
                </c:pt>
                <c:pt idx="8565">
                  <c:v>3.9825100000000004</c:v>
                </c:pt>
                <c:pt idx="8566">
                  <c:v>4</c:v>
                </c:pt>
                <c:pt idx="8567">
                  <c:v>3.8133000000000004</c:v>
                </c:pt>
                <c:pt idx="8568">
                  <c:v>3.7363400000000002</c:v>
                </c:pt>
                <c:pt idx="8569">
                  <c:v>3.6241300000000001</c:v>
                </c:pt>
                <c:pt idx="8570">
                  <c:v>3.6271199999999997</c:v>
                </c:pt>
                <c:pt idx="8571">
                  <c:v>3.6252</c:v>
                </c:pt>
                <c:pt idx="8572">
                  <c:v>3.8066300000000002</c:v>
                </c:pt>
                <c:pt idx="8573">
                  <c:v>3.8060800000000001</c:v>
                </c:pt>
                <c:pt idx="8574">
                  <c:v>3.8103099999999999</c:v>
                </c:pt>
                <c:pt idx="8575">
                  <c:v>3.8119200000000002</c:v>
                </c:pt>
                <c:pt idx="8576">
                  <c:v>3.8112499999999998</c:v>
                </c:pt>
                <c:pt idx="8577">
                  <c:v>3.8163800000000001</c:v>
                </c:pt>
                <c:pt idx="8578">
                  <c:v>3.8420000000000001</c:v>
                </c:pt>
                <c:pt idx="8579">
                  <c:v>3.9028</c:v>
                </c:pt>
                <c:pt idx="8580">
                  <c:v>3.9742299999999999</c:v>
                </c:pt>
                <c:pt idx="8581">
                  <c:v>3.9729699999999997</c:v>
                </c:pt>
                <c:pt idx="8582">
                  <c:v>4</c:v>
                </c:pt>
                <c:pt idx="8583">
                  <c:v>4</c:v>
                </c:pt>
                <c:pt idx="8584">
                  <c:v>4</c:v>
                </c:pt>
                <c:pt idx="8585">
                  <c:v>4</c:v>
                </c:pt>
                <c:pt idx="8586">
                  <c:v>4</c:v>
                </c:pt>
                <c:pt idx="8587">
                  <c:v>4</c:v>
                </c:pt>
                <c:pt idx="8588">
                  <c:v>4</c:v>
                </c:pt>
                <c:pt idx="8589">
                  <c:v>4</c:v>
                </c:pt>
                <c:pt idx="8590">
                  <c:v>4</c:v>
                </c:pt>
                <c:pt idx="8591">
                  <c:v>4</c:v>
                </c:pt>
                <c:pt idx="8598">
                  <c:v>4</c:v>
                </c:pt>
                <c:pt idx="8599">
                  <c:v>4</c:v>
                </c:pt>
                <c:pt idx="8600">
                  <c:v>3.9553199999999999</c:v>
                </c:pt>
                <c:pt idx="8601">
                  <c:v>3.9083299999999999</c:v>
                </c:pt>
                <c:pt idx="8602">
                  <c:v>3.9604899999999996</c:v>
                </c:pt>
                <c:pt idx="8603">
                  <c:v>3.95946</c:v>
                </c:pt>
                <c:pt idx="8604">
                  <c:v>3.94773</c:v>
                </c:pt>
                <c:pt idx="8605">
                  <c:v>3.9437500000000001</c:v>
                </c:pt>
                <c:pt idx="8606">
                  <c:v>3.92727</c:v>
                </c:pt>
                <c:pt idx="8607">
                  <c:v>3.9223400000000002</c:v>
                </c:pt>
                <c:pt idx="8608">
                  <c:v>4.5902599999999998</c:v>
                </c:pt>
                <c:pt idx="8609">
                  <c:v>4.5450699999999999</c:v>
                </c:pt>
                <c:pt idx="8610">
                  <c:v>4.5303399999999998</c:v>
                </c:pt>
                <c:pt idx="8611">
                  <c:v>4.4997100000000003</c:v>
                </c:pt>
                <c:pt idx="8612">
                  <c:v>4.7311399999999999</c:v>
                </c:pt>
                <c:pt idx="8613">
                  <c:v>4.7250299999999994</c:v>
                </c:pt>
                <c:pt idx="8614">
                  <c:v>4.5671999999999997</c:v>
                </c:pt>
                <c:pt idx="8615">
                  <c:v>4.5345800000000001</c:v>
                </c:pt>
                <c:pt idx="8616">
                  <c:v>3.8443499999999999</c:v>
                </c:pt>
                <c:pt idx="8617">
                  <c:v>3.8125999999999998</c:v>
                </c:pt>
                <c:pt idx="8618">
                  <c:v>3.7605999999999997</c:v>
                </c:pt>
                <c:pt idx="8619">
                  <c:v>3.7527600000000003</c:v>
                </c:pt>
                <c:pt idx="8620">
                  <c:v>3.6332100000000001</c:v>
                </c:pt>
                <c:pt idx="8621">
                  <c:v>3.6181799999999997</c:v>
                </c:pt>
                <c:pt idx="8622">
                  <c:v>3.6114299999999999</c:v>
                </c:pt>
                <c:pt idx="8623">
                  <c:v>3.6094499999999998</c:v>
                </c:pt>
                <c:pt idx="8624">
                  <c:v>3.60684</c:v>
                </c:pt>
                <c:pt idx="8625">
                  <c:v>3.60405</c:v>
                </c:pt>
                <c:pt idx="8626">
                  <c:v>3.6020100000000004</c:v>
                </c:pt>
                <c:pt idx="8627">
                  <c:v>3.60527</c:v>
                </c:pt>
                <c:pt idx="8628">
                  <c:v>3.6206900000000002</c:v>
                </c:pt>
                <c:pt idx="8629">
                  <c:v>3.6348200000000004</c:v>
                </c:pt>
                <c:pt idx="8630">
                  <c:v>3.6852</c:v>
                </c:pt>
                <c:pt idx="8631">
                  <c:v>3.7088700000000001</c:v>
                </c:pt>
                <c:pt idx="8632">
                  <c:v>3.7550700000000004</c:v>
                </c:pt>
                <c:pt idx="8633">
                  <c:v>3.83677</c:v>
                </c:pt>
                <c:pt idx="8634">
                  <c:v>3.91493</c:v>
                </c:pt>
                <c:pt idx="8635">
                  <c:v>3.90219</c:v>
                </c:pt>
                <c:pt idx="8636">
                  <c:v>3.879</c:v>
                </c:pt>
                <c:pt idx="8637">
                  <c:v>3.89934</c:v>
                </c:pt>
                <c:pt idx="8638">
                  <c:v>3.9236</c:v>
                </c:pt>
                <c:pt idx="8639">
                  <c:v>4</c:v>
                </c:pt>
                <c:pt idx="8640">
                  <c:v>3.8863400000000001</c:v>
                </c:pt>
                <c:pt idx="8641">
                  <c:v>3.89737</c:v>
                </c:pt>
                <c:pt idx="8642">
                  <c:v>3.9255599999999999</c:v>
                </c:pt>
                <c:pt idx="8643">
                  <c:v>4</c:v>
                </c:pt>
                <c:pt idx="8644">
                  <c:v>4</c:v>
                </c:pt>
                <c:pt idx="8645">
                  <c:v>4.7721099999999996</c:v>
                </c:pt>
                <c:pt idx="8646">
                  <c:v>4.6112500000000001</c:v>
                </c:pt>
                <c:pt idx="8647">
                  <c:v>4.5433300000000001</c:v>
                </c:pt>
                <c:pt idx="8648">
                  <c:v>4.4584399999999995</c:v>
                </c:pt>
                <c:pt idx="8649">
                  <c:v>4.9651300000000003</c:v>
                </c:pt>
                <c:pt idx="8650">
                  <c:v>4.9168799999999999</c:v>
                </c:pt>
                <c:pt idx="8651">
                  <c:v>4.8529099999999996</c:v>
                </c:pt>
                <c:pt idx="8652">
                  <c:v>4.7972799999999998</c:v>
                </c:pt>
                <c:pt idx="8653">
                  <c:v>4.8303799999999999</c:v>
                </c:pt>
                <c:pt idx="8654">
                  <c:v>4.8001800000000001</c:v>
                </c:pt>
                <c:pt idx="8655">
                  <c:v>4.8001800000000001</c:v>
                </c:pt>
                <c:pt idx="8656">
                  <c:v>4.7858900000000002</c:v>
                </c:pt>
                <c:pt idx="8657">
                  <c:v>4.6099799999999993</c:v>
                </c:pt>
                <c:pt idx="8658">
                  <c:v>4.5147700000000004</c:v>
                </c:pt>
                <c:pt idx="8659">
                  <c:v>4.41676</c:v>
                </c:pt>
                <c:pt idx="8660">
                  <c:v>4.3578900000000003</c:v>
                </c:pt>
                <c:pt idx="8661">
                  <c:v>4</c:v>
                </c:pt>
                <c:pt idx="8662">
                  <c:v>4</c:v>
                </c:pt>
                <c:pt idx="8663">
                  <c:v>4</c:v>
                </c:pt>
                <c:pt idx="8664">
                  <c:v>4</c:v>
                </c:pt>
                <c:pt idx="8665">
                  <c:v>4</c:v>
                </c:pt>
                <c:pt idx="8666">
                  <c:v>4</c:v>
                </c:pt>
                <c:pt idx="8667">
                  <c:v>4</c:v>
                </c:pt>
                <c:pt idx="8668">
                  <c:v>4</c:v>
                </c:pt>
                <c:pt idx="8669">
                  <c:v>4</c:v>
                </c:pt>
                <c:pt idx="8670">
                  <c:v>4</c:v>
                </c:pt>
                <c:pt idx="8671">
                  <c:v>4</c:v>
                </c:pt>
                <c:pt idx="8672">
                  <c:v>4</c:v>
                </c:pt>
                <c:pt idx="8673">
                  <c:v>4</c:v>
                </c:pt>
                <c:pt idx="8674">
                  <c:v>4</c:v>
                </c:pt>
                <c:pt idx="8675">
                  <c:v>4</c:v>
                </c:pt>
                <c:pt idx="8676">
                  <c:v>4</c:v>
                </c:pt>
                <c:pt idx="8677">
                  <c:v>4</c:v>
                </c:pt>
                <c:pt idx="8678">
                  <c:v>4</c:v>
                </c:pt>
                <c:pt idx="8679">
                  <c:v>4</c:v>
                </c:pt>
                <c:pt idx="8680">
                  <c:v>4</c:v>
                </c:pt>
                <c:pt idx="8681">
                  <c:v>4</c:v>
                </c:pt>
                <c:pt idx="8682">
                  <c:v>4</c:v>
                </c:pt>
                <c:pt idx="8683">
                  <c:v>4</c:v>
                </c:pt>
                <c:pt idx="8684">
                  <c:v>4</c:v>
                </c:pt>
                <c:pt idx="8685">
                  <c:v>4</c:v>
                </c:pt>
                <c:pt idx="8686">
                  <c:v>4</c:v>
                </c:pt>
                <c:pt idx="8687">
                  <c:v>4</c:v>
                </c:pt>
                <c:pt idx="8694">
                  <c:v>4</c:v>
                </c:pt>
                <c:pt idx="8695">
                  <c:v>4</c:v>
                </c:pt>
                <c:pt idx="8696">
                  <c:v>4.75</c:v>
                </c:pt>
                <c:pt idx="8697">
                  <c:v>4.5769200000000003</c:v>
                </c:pt>
                <c:pt idx="8698">
                  <c:v>4.5</c:v>
                </c:pt>
                <c:pt idx="8699">
                  <c:v>4.4411800000000001</c:v>
                </c:pt>
                <c:pt idx="8700">
                  <c:v>4.9375</c:v>
                </c:pt>
                <c:pt idx="8701">
                  <c:v>4.8928599999999998</c:v>
                </c:pt>
                <c:pt idx="8702">
                  <c:v>4.8522700000000007</c:v>
                </c:pt>
                <c:pt idx="8703">
                  <c:v>4.7978699999999996</c:v>
                </c:pt>
                <c:pt idx="8704">
                  <c:v>4.8333300000000001</c:v>
                </c:pt>
                <c:pt idx="8705">
                  <c:v>4.8181799999999999</c:v>
                </c:pt>
                <c:pt idx="8706">
                  <c:v>4.7894700000000006</c:v>
                </c:pt>
                <c:pt idx="8707">
                  <c:v>4.7627100000000002</c:v>
                </c:pt>
                <c:pt idx="8708">
                  <c:v>4.6831800000000001</c:v>
                </c:pt>
                <c:pt idx="8709">
                  <c:v>4.6229799999999992</c:v>
                </c:pt>
                <c:pt idx="8710">
                  <c:v>4.51999</c:v>
                </c:pt>
                <c:pt idx="8711">
                  <c:v>4.5047799999999993</c:v>
                </c:pt>
                <c:pt idx="8712">
                  <c:v>4.0295700000000005</c:v>
                </c:pt>
                <c:pt idx="8713">
                  <c:v>4.0358700000000001</c:v>
                </c:pt>
                <c:pt idx="8714">
                  <c:v>4.0401499999999997</c:v>
                </c:pt>
                <c:pt idx="8715">
                  <c:v>4.0445900000000004</c:v>
                </c:pt>
                <c:pt idx="8716">
                  <c:v>4.0540099999999999</c:v>
                </c:pt>
                <c:pt idx="8717">
                  <c:v>4.0563200000000004</c:v>
                </c:pt>
                <c:pt idx="8718">
                  <c:v>4.0571999999999999</c:v>
                </c:pt>
                <c:pt idx="8719">
                  <c:v>4.0581500000000004</c:v>
                </c:pt>
                <c:pt idx="8720">
                  <c:v>4.0609200000000003</c:v>
                </c:pt>
                <c:pt idx="8721">
                  <c:v>4.0601799999999999</c:v>
                </c:pt>
                <c:pt idx="8722">
                  <c:v>4.06189</c:v>
                </c:pt>
                <c:pt idx="8723">
                  <c:v>4.0647600000000006</c:v>
                </c:pt>
                <c:pt idx="8724">
                  <c:v>4.0639699999999994</c:v>
                </c:pt>
                <c:pt idx="8725">
                  <c:v>4.0649899999999999</c:v>
                </c:pt>
                <c:pt idx="8726">
                  <c:v>4.0650399999999998</c:v>
                </c:pt>
                <c:pt idx="8727">
                  <c:v>4.0574500000000002</c:v>
                </c:pt>
                <c:pt idx="8728">
                  <c:v>4.0470199999999998</c:v>
                </c:pt>
                <c:pt idx="8729">
                  <c:v>4.0084299999999997</c:v>
                </c:pt>
                <c:pt idx="8730">
                  <c:v>4</c:v>
                </c:pt>
                <c:pt idx="8731">
                  <c:v>4</c:v>
                </c:pt>
                <c:pt idx="8732">
                  <c:v>4</c:v>
                </c:pt>
                <c:pt idx="8733">
                  <c:v>4</c:v>
                </c:pt>
                <c:pt idx="8734">
                  <c:v>4</c:v>
                </c:pt>
                <c:pt idx="8735">
                  <c:v>4</c:v>
                </c:pt>
                <c:pt idx="8736">
                  <c:v>4</c:v>
                </c:pt>
                <c:pt idx="8737">
                  <c:v>4</c:v>
                </c:pt>
                <c:pt idx="8738">
                  <c:v>4</c:v>
                </c:pt>
                <c:pt idx="8745">
                  <c:v>4</c:v>
                </c:pt>
                <c:pt idx="8746">
                  <c:v>4</c:v>
                </c:pt>
                <c:pt idx="8747">
                  <c:v>4.5</c:v>
                </c:pt>
                <c:pt idx="8748">
                  <c:v>4.38462</c:v>
                </c:pt>
                <c:pt idx="8749">
                  <c:v>4.3333300000000001</c:v>
                </c:pt>
                <c:pt idx="8750">
                  <c:v>4.2941199999999995</c:v>
                </c:pt>
                <c:pt idx="8751">
                  <c:v>4.625</c:v>
                </c:pt>
                <c:pt idx="8752">
                  <c:v>4.5952399999999995</c:v>
                </c:pt>
                <c:pt idx="8753">
                  <c:v>4.5681799999999999</c:v>
                </c:pt>
                <c:pt idx="8754">
                  <c:v>4.5319099999999999</c:v>
                </c:pt>
                <c:pt idx="8755">
                  <c:v>4.5555600000000007</c:v>
                </c:pt>
                <c:pt idx="8756">
                  <c:v>4.5454499999999998</c:v>
                </c:pt>
                <c:pt idx="8757">
                  <c:v>4.5263200000000001</c:v>
                </c:pt>
                <c:pt idx="8758">
                  <c:v>4.50847</c:v>
                </c:pt>
                <c:pt idx="8759">
                  <c:v>4.625</c:v>
                </c:pt>
                <c:pt idx="8760">
                  <c:v>4.6172800000000001</c:v>
                </c:pt>
                <c:pt idx="8761">
                  <c:v>4.6097600000000005</c:v>
                </c:pt>
                <c:pt idx="8762">
                  <c:v>4.6024099999999999</c:v>
                </c:pt>
                <c:pt idx="8763">
                  <c:v>4</c:v>
                </c:pt>
                <c:pt idx="8764">
                  <c:v>4</c:v>
                </c:pt>
                <c:pt idx="8765">
                  <c:v>4</c:v>
                </c:pt>
                <c:pt idx="8766">
                  <c:v>4</c:v>
                </c:pt>
                <c:pt idx="8767">
                  <c:v>4</c:v>
                </c:pt>
                <c:pt idx="8768">
                  <c:v>4</c:v>
                </c:pt>
                <c:pt idx="8769">
                  <c:v>4</c:v>
                </c:pt>
                <c:pt idx="8770">
                  <c:v>4</c:v>
                </c:pt>
                <c:pt idx="8771">
                  <c:v>4</c:v>
                </c:pt>
                <c:pt idx="8772">
                  <c:v>4</c:v>
                </c:pt>
                <c:pt idx="8773">
                  <c:v>4</c:v>
                </c:pt>
                <c:pt idx="8774">
                  <c:v>4</c:v>
                </c:pt>
                <c:pt idx="8775">
                  <c:v>4</c:v>
                </c:pt>
                <c:pt idx="8776">
                  <c:v>4</c:v>
                </c:pt>
                <c:pt idx="8777">
                  <c:v>4</c:v>
                </c:pt>
                <c:pt idx="8778">
                  <c:v>4</c:v>
                </c:pt>
                <c:pt idx="8779">
                  <c:v>4</c:v>
                </c:pt>
                <c:pt idx="8780">
                  <c:v>4</c:v>
                </c:pt>
                <c:pt idx="8781">
                  <c:v>4</c:v>
                </c:pt>
                <c:pt idx="8782">
                  <c:v>4</c:v>
                </c:pt>
                <c:pt idx="8783">
                  <c:v>4</c:v>
                </c:pt>
                <c:pt idx="8784">
                  <c:v>4</c:v>
                </c:pt>
                <c:pt idx="8785">
                  <c:v>4</c:v>
                </c:pt>
                <c:pt idx="8786">
                  <c:v>4</c:v>
                </c:pt>
                <c:pt idx="8787">
                  <c:v>4</c:v>
                </c:pt>
                <c:pt idx="8788">
                  <c:v>4</c:v>
                </c:pt>
                <c:pt idx="8789">
                  <c:v>4</c:v>
                </c:pt>
                <c:pt idx="8790">
                  <c:v>4</c:v>
                </c:pt>
                <c:pt idx="8791">
                  <c:v>4</c:v>
                </c:pt>
                <c:pt idx="8792">
                  <c:v>4.8333300000000001</c:v>
                </c:pt>
                <c:pt idx="8793">
                  <c:v>4.81081</c:v>
                </c:pt>
                <c:pt idx="8794">
                  <c:v>4.7894700000000006</c:v>
                </c:pt>
                <c:pt idx="8795">
                  <c:v>4.7317099999999996</c:v>
                </c:pt>
                <c:pt idx="8796">
                  <c:v>4.6818200000000001</c:v>
                </c:pt>
                <c:pt idx="8797">
                  <c:v>4.6383000000000001</c:v>
                </c:pt>
                <c:pt idx="8798">
                  <c:v>4.6122399999999999</c:v>
                </c:pt>
                <c:pt idx="8799">
                  <c:v>4.5769200000000003</c:v>
                </c:pt>
                <c:pt idx="8800">
                  <c:v>4.5660400000000001</c:v>
                </c:pt>
                <c:pt idx="8801">
                  <c:v>4.5454499999999998</c:v>
                </c:pt>
                <c:pt idx="8802">
                  <c:v>4.5357099999999999</c:v>
                </c:pt>
                <c:pt idx="8803">
                  <c:v>4.50847</c:v>
                </c:pt>
                <c:pt idx="8804">
                  <c:v>4.4202599999999999</c:v>
                </c:pt>
                <c:pt idx="8805">
                  <c:v>4.4650600000000003</c:v>
                </c:pt>
                <c:pt idx="8806">
                  <c:v>4.4719199999999999</c:v>
                </c:pt>
                <c:pt idx="8807">
                  <c:v>4.4761899999999999</c:v>
                </c:pt>
                <c:pt idx="8808">
                  <c:v>3.9968499999999998</c:v>
                </c:pt>
                <c:pt idx="8809">
                  <c:v>3.9969399999999999</c:v>
                </c:pt>
                <c:pt idx="8810">
                  <c:v>4</c:v>
                </c:pt>
                <c:pt idx="8811">
                  <c:v>3.9757699999999998</c:v>
                </c:pt>
                <c:pt idx="8812">
                  <c:v>3.9479299999999999</c:v>
                </c:pt>
                <c:pt idx="8813">
                  <c:v>3.8170999999999999</c:v>
                </c:pt>
                <c:pt idx="8814">
                  <c:v>3.7837700000000001</c:v>
                </c:pt>
                <c:pt idx="8815">
                  <c:v>3.7731699999999999</c:v>
                </c:pt>
                <c:pt idx="8816">
                  <c:v>3.7749800000000002</c:v>
                </c:pt>
                <c:pt idx="8817">
                  <c:v>3.78315</c:v>
                </c:pt>
                <c:pt idx="8818">
                  <c:v>3.8089200000000001</c:v>
                </c:pt>
                <c:pt idx="8819">
                  <c:v>3.8262600000000004</c:v>
                </c:pt>
                <c:pt idx="8820">
                  <c:v>3.7533099999999999</c:v>
                </c:pt>
                <c:pt idx="8821">
                  <c:v>3.7863000000000002</c:v>
                </c:pt>
                <c:pt idx="8822">
                  <c:v>3.9801700000000002</c:v>
                </c:pt>
                <c:pt idx="8823">
                  <c:v>3.9887899999999998</c:v>
                </c:pt>
                <c:pt idx="8824">
                  <c:v>4</c:v>
                </c:pt>
                <c:pt idx="8825">
                  <c:v>4</c:v>
                </c:pt>
                <c:pt idx="8826">
                  <c:v>4</c:v>
                </c:pt>
                <c:pt idx="8827">
                  <c:v>4</c:v>
                </c:pt>
                <c:pt idx="8828">
                  <c:v>4</c:v>
                </c:pt>
                <c:pt idx="8829">
                  <c:v>4</c:v>
                </c:pt>
                <c:pt idx="8830">
                  <c:v>4</c:v>
                </c:pt>
                <c:pt idx="8831">
                  <c:v>4</c:v>
                </c:pt>
                <c:pt idx="8832">
                  <c:v>4</c:v>
                </c:pt>
                <c:pt idx="8833">
                  <c:v>4</c:v>
                </c:pt>
                <c:pt idx="8834">
                  <c:v>4</c:v>
                </c:pt>
                <c:pt idx="8835">
                  <c:v>4</c:v>
                </c:pt>
                <c:pt idx="8836">
                  <c:v>4</c:v>
                </c:pt>
                <c:pt idx="8837">
                  <c:v>4.7142900000000001</c:v>
                </c:pt>
                <c:pt idx="8838">
                  <c:v>4.6818200000000001</c:v>
                </c:pt>
                <c:pt idx="8839">
                  <c:v>4.6521699999999999</c:v>
                </c:pt>
                <c:pt idx="8840">
                  <c:v>4.5769200000000003</c:v>
                </c:pt>
                <c:pt idx="8841">
                  <c:v>4.5172400000000001</c:v>
                </c:pt>
                <c:pt idx="8842">
                  <c:v>4.46875</c:v>
                </c:pt>
                <c:pt idx="8843">
                  <c:v>4.4411800000000001</c:v>
                </c:pt>
                <c:pt idx="8844">
                  <c:v>4.4054099999999998</c:v>
                </c:pt>
                <c:pt idx="8845">
                  <c:v>4.3947399999999996</c:v>
                </c:pt>
                <c:pt idx="8846">
                  <c:v>4.375</c:v>
                </c:pt>
                <c:pt idx="8847">
                  <c:v>4.36585</c:v>
                </c:pt>
                <c:pt idx="8848">
                  <c:v>4.34091</c:v>
                </c:pt>
                <c:pt idx="8849">
                  <c:v>4.34884</c:v>
                </c:pt>
                <c:pt idx="8850">
                  <c:v>4.3333300000000001</c:v>
                </c:pt>
                <c:pt idx="8851">
                  <c:v>4.3191499999999996</c:v>
                </c:pt>
                <c:pt idx="8852">
                  <c:v>4.2623599999999993</c:v>
                </c:pt>
                <c:pt idx="8853">
                  <c:v>3.89079</c:v>
                </c:pt>
                <c:pt idx="8854">
                  <c:v>3.8462499999999999</c:v>
                </c:pt>
                <c:pt idx="8855">
                  <c:v>3.7870100000000004</c:v>
                </c:pt>
                <c:pt idx="8856">
                  <c:v>3.77427</c:v>
                </c:pt>
                <c:pt idx="8857">
                  <c:v>3.7551999999999999</c:v>
                </c:pt>
                <c:pt idx="8858">
                  <c:v>3.7492100000000002</c:v>
                </c:pt>
                <c:pt idx="8859">
                  <c:v>3.74804</c:v>
                </c:pt>
                <c:pt idx="8860">
                  <c:v>3.7469800000000002</c:v>
                </c:pt>
                <c:pt idx="8861">
                  <c:v>3.7439100000000001</c:v>
                </c:pt>
                <c:pt idx="8862">
                  <c:v>3.8771199999999997</c:v>
                </c:pt>
                <c:pt idx="8863">
                  <c:v>3.8887899999999997</c:v>
                </c:pt>
                <c:pt idx="8864">
                  <c:v>3.9154100000000001</c:v>
                </c:pt>
                <c:pt idx="8865">
                  <c:v>4</c:v>
                </c:pt>
                <c:pt idx="8866">
                  <c:v>4</c:v>
                </c:pt>
                <c:pt idx="8867">
                  <c:v>4</c:v>
                </c:pt>
                <c:pt idx="8868">
                  <c:v>3.7500999999999998</c:v>
                </c:pt>
                <c:pt idx="8869">
                  <c:v>3.75088</c:v>
                </c:pt>
                <c:pt idx="8870">
                  <c:v>3.7646799999999998</c:v>
                </c:pt>
                <c:pt idx="8871">
                  <c:v>3.8936199999999999</c:v>
                </c:pt>
                <c:pt idx="8872">
                  <c:v>4</c:v>
                </c:pt>
                <c:pt idx="8873">
                  <c:v>4</c:v>
                </c:pt>
                <c:pt idx="8874">
                  <c:v>4</c:v>
                </c:pt>
                <c:pt idx="8875">
                  <c:v>4</c:v>
                </c:pt>
                <c:pt idx="8876">
                  <c:v>4</c:v>
                </c:pt>
                <c:pt idx="8877">
                  <c:v>4</c:v>
                </c:pt>
                <c:pt idx="8878">
                  <c:v>4</c:v>
                </c:pt>
                <c:pt idx="8879">
                  <c:v>4</c:v>
                </c:pt>
                <c:pt idx="8939">
                  <c:v>3.7</c:v>
                </c:pt>
                <c:pt idx="8940">
                  <c:v>3.7</c:v>
                </c:pt>
                <c:pt idx="8941">
                  <c:v>3.7</c:v>
                </c:pt>
                <c:pt idx="8942">
                  <c:v>3.7</c:v>
                </c:pt>
                <c:pt idx="8943">
                  <c:v>3.7</c:v>
                </c:pt>
                <c:pt idx="8944">
                  <c:v>3.7</c:v>
                </c:pt>
                <c:pt idx="8945">
                  <c:v>3.7</c:v>
                </c:pt>
                <c:pt idx="8946">
                  <c:v>3.7</c:v>
                </c:pt>
                <c:pt idx="8947">
                  <c:v>3.7</c:v>
                </c:pt>
                <c:pt idx="8960">
                  <c:v>5.4539999999999997</c:v>
                </c:pt>
                <c:pt idx="8961">
                  <c:v>5.4539999999999997</c:v>
                </c:pt>
                <c:pt idx="8962">
                  <c:v>5.4539999999999997</c:v>
                </c:pt>
                <c:pt idx="8963">
                  <c:v>5.4539999999999997</c:v>
                </c:pt>
                <c:pt idx="8964">
                  <c:v>5.4539999999999997</c:v>
                </c:pt>
                <c:pt idx="8965">
                  <c:v>5.4539999999999997</c:v>
                </c:pt>
                <c:pt idx="8966">
                  <c:v>5.4539999999999997</c:v>
                </c:pt>
                <c:pt idx="8967">
                  <c:v>5.4539999999999997</c:v>
                </c:pt>
                <c:pt idx="8968">
                  <c:v>5.4539999999999997</c:v>
                </c:pt>
                <c:pt idx="8969">
                  <c:v>5.4539999999999997</c:v>
                </c:pt>
                <c:pt idx="8970">
                  <c:v>5.4539999999999997</c:v>
                </c:pt>
                <c:pt idx="8971">
                  <c:v>5.4539999999999997</c:v>
                </c:pt>
                <c:pt idx="8972">
                  <c:v>5.4539999999999997</c:v>
                </c:pt>
                <c:pt idx="8973">
                  <c:v>5.4539999999999997</c:v>
                </c:pt>
                <c:pt idx="8974">
                  <c:v>5.4539999999999997</c:v>
                </c:pt>
                <c:pt idx="8975">
                  <c:v>5.4539999999999997</c:v>
                </c:pt>
                <c:pt idx="8976">
                  <c:v>5.4539999999999997</c:v>
                </c:pt>
                <c:pt idx="8977">
                  <c:v>5.4539999999999997</c:v>
                </c:pt>
                <c:pt idx="8978">
                  <c:v>5.4539999999999997</c:v>
                </c:pt>
                <c:pt idx="8979">
                  <c:v>5.4539999999999997</c:v>
                </c:pt>
                <c:pt idx="8980">
                  <c:v>5.4539999999999997</c:v>
                </c:pt>
                <c:pt idx="8981">
                  <c:v>5.4539999999999997</c:v>
                </c:pt>
                <c:pt idx="8982">
                  <c:v>5.4539999999999997</c:v>
                </c:pt>
                <c:pt idx="8983">
                  <c:v>5.4539999999999997</c:v>
                </c:pt>
                <c:pt idx="8984">
                  <c:v>5.4539999999999997</c:v>
                </c:pt>
                <c:pt idx="8985">
                  <c:v>5.2914399999999997</c:v>
                </c:pt>
                <c:pt idx="8986">
                  <c:v>5.14</c:v>
                </c:pt>
                <c:pt idx="8987">
                  <c:v>5.0541499999999999</c:v>
                </c:pt>
                <c:pt idx="8988">
                  <c:v>5.0527299999999995</c:v>
                </c:pt>
                <c:pt idx="8989">
                  <c:v>5.0746899999999995</c:v>
                </c:pt>
                <c:pt idx="8990">
                  <c:v>5.1151200000000001</c:v>
                </c:pt>
                <c:pt idx="8991">
                  <c:v>5.1385699999999996</c:v>
                </c:pt>
                <c:pt idx="8992">
                  <c:v>5.2556199999999995</c:v>
                </c:pt>
                <c:pt idx="8993">
                  <c:v>5.4539999999999997</c:v>
                </c:pt>
                <c:pt idx="8994">
                  <c:v>5.4539999999999997</c:v>
                </c:pt>
                <c:pt idx="8995">
                  <c:v>5.4539999999999997</c:v>
                </c:pt>
                <c:pt idx="8996">
                  <c:v>5.4539999999999997</c:v>
                </c:pt>
                <c:pt idx="8997">
                  <c:v>5.4539999999999997</c:v>
                </c:pt>
                <c:pt idx="8998">
                  <c:v>5.4539999999999997</c:v>
                </c:pt>
                <c:pt idx="8999">
                  <c:v>5.4539999999999997</c:v>
                </c:pt>
                <c:pt idx="9000">
                  <c:v>5.4539999999999997</c:v>
                </c:pt>
                <c:pt idx="9001">
                  <c:v>5.4539999999999997</c:v>
                </c:pt>
                <c:pt idx="9002">
                  <c:v>5.4539999999999997</c:v>
                </c:pt>
                <c:pt idx="9003">
                  <c:v>5.4539999999999997</c:v>
                </c:pt>
                <c:pt idx="9004">
                  <c:v>5.4539999999999997</c:v>
                </c:pt>
                <c:pt idx="9005">
                  <c:v>5.4539999999999997</c:v>
                </c:pt>
                <c:pt idx="9006">
                  <c:v>5.4539999999999997</c:v>
                </c:pt>
                <c:pt idx="9007">
                  <c:v>5.4539999999999997</c:v>
                </c:pt>
                <c:pt idx="9008">
                  <c:v>6.4119999999999999</c:v>
                </c:pt>
                <c:pt idx="9009">
                  <c:v>6.4119999999999999</c:v>
                </c:pt>
                <c:pt idx="9010">
                  <c:v>6.4119999999999999</c:v>
                </c:pt>
                <c:pt idx="9011">
                  <c:v>6.4119999999999999</c:v>
                </c:pt>
                <c:pt idx="9012">
                  <c:v>6.4119999999999999</c:v>
                </c:pt>
                <c:pt idx="9013">
                  <c:v>6.4119999999999999</c:v>
                </c:pt>
                <c:pt idx="9014">
                  <c:v>6.4119999999999999</c:v>
                </c:pt>
                <c:pt idx="9015">
                  <c:v>6.4119999999999999</c:v>
                </c:pt>
                <c:pt idx="9016">
                  <c:v>6.4119999999999999</c:v>
                </c:pt>
                <c:pt idx="9017">
                  <c:v>6.4119999999999999</c:v>
                </c:pt>
                <c:pt idx="9018">
                  <c:v>6.4119999999999999</c:v>
                </c:pt>
                <c:pt idx="9019">
                  <c:v>6.4119999999999999</c:v>
                </c:pt>
                <c:pt idx="9020">
                  <c:v>6.4119999999999999</c:v>
                </c:pt>
                <c:pt idx="9021">
                  <c:v>6.4119999999999999</c:v>
                </c:pt>
                <c:pt idx="9022">
                  <c:v>6.4119999999999999</c:v>
                </c:pt>
                <c:pt idx="9023">
                  <c:v>6.4119999999999999</c:v>
                </c:pt>
                <c:pt idx="9024">
                  <c:v>6.4119999999999999</c:v>
                </c:pt>
                <c:pt idx="9025">
                  <c:v>6.4119999999999999</c:v>
                </c:pt>
                <c:pt idx="9026">
                  <c:v>6.4119999999999999</c:v>
                </c:pt>
                <c:pt idx="9027">
                  <c:v>6.4119999999999999</c:v>
                </c:pt>
                <c:pt idx="9028">
                  <c:v>6.4119999999999999</c:v>
                </c:pt>
                <c:pt idx="9029">
                  <c:v>6.4119999999999999</c:v>
                </c:pt>
                <c:pt idx="9030">
                  <c:v>6.4119999999999999</c:v>
                </c:pt>
                <c:pt idx="9031">
                  <c:v>6.4119999999999999</c:v>
                </c:pt>
                <c:pt idx="9032">
                  <c:v>6.4119999999999999</c:v>
                </c:pt>
                <c:pt idx="9033">
                  <c:v>6.4119999999999999</c:v>
                </c:pt>
                <c:pt idx="9034">
                  <c:v>6.4119999999999999</c:v>
                </c:pt>
                <c:pt idx="9035">
                  <c:v>6.4119999999999999</c:v>
                </c:pt>
                <c:pt idx="9036">
                  <c:v>6.4119999999999999</c:v>
                </c:pt>
                <c:pt idx="9037">
                  <c:v>6.4119999999999999</c:v>
                </c:pt>
                <c:pt idx="9038">
                  <c:v>6.4119999999999999</c:v>
                </c:pt>
                <c:pt idx="9039">
                  <c:v>6.4119999999999999</c:v>
                </c:pt>
                <c:pt idx="9040">
                  <c:v>6.4119999999999999</c:v>
                </c:pt>
                <c:pt idx="9041">
                  <c:v>6.4119999999999999</c:v>
                </c:pt>
                <c:pt idx="9042">
                  <c:v>6.4119999999999999</c:v>
                </c:pt>
                <c:pt idx="9043">
                  <c:v>6.4119999999999999</c:v>
                </c:pt>
                <c:pt idx="9044">
                  <c:v>6.4119999999999999</c:v>
                </c:pt>
                <c:pt idx="9045">
                  <c:v>6.4119999999999999</c:v>
                </c:pt>
                <c:pt idx="9046">
                  <c:v>6.4119999999999999</c:v>
                </c:pt>
                <c:pt idx="9047">
                  <c:v>6.4119999999999999</c:v>
                </c:pt>
                <c:pt idx="9048">
                  <c:v>6.4119999999999999</c:v>
                </c:pt>
                <c:pt idx="9049">
                  <c:v>6.4119999999999999</c:v>
                </c:pt>
                <c:pt idx="9050">
                  <c:v>6.4119999999999999</c:v>
                </c:pt>
                <c:pt idx="9051">
                  <c:v>6.4119999999999999</c:v>
                </c:pt>
                <c:pt idx="9052">
                  <c:v>6.4119999999999999</c:v>
                </c:pt>
                <c:pt idx="9053">
                  <c:v>6.4119999999999999</c:v>
                </c:pt>
                <c:pt idx="9054">
                  <c:v>6.4119999999999999</c:v>
                </c:pt>
                <c:pt idx="9055">
                  <c:v>6.4119999999999999</c:v>
                </c:pt>
                <c:pt idx="9056">
                  <c:v>4.5</c:v>
                </c:pt>
                <c:pt idx="9057">
                  <c:v>4.5</c:v>
                </c:pt>
                <c:pt idx="9058">
                  <c:v>4.5</c:v>
                </c:pt>
                <c:pt idx="9059">
                  <c:v>4.5</c:v>
                </c:pt>
                <c:pt idx="9060">
                  <c:v>4.5</c:v>
                </c:pt>
                <c:pt idx="9061">
                  <c:v>4.5</c:v>
                </c:pt>
                <c:pt idx="9062">
                  <c:v>4.5</c:v>
                </c:pt>
                <c:pt idx="9063">
                  <c:v>4.5</c:v>
                </c:pt>
                <c:pt idx="9064">
                  <c:v>4.5</c:v>
                </c:pt>
                <c:pt idx="9065">
                  <c:v>4.5</c:v>
                </c:pt>
                <c:pt idx="9066">
                  <c:v>4.5</c:v>
                </c:pt>
                <c:pt idx="9067">
                  <c:v>4.5</c:v>
                </c:pt>
                <c:pt idx="9068">
                  <c:v>4.5</c:v>
                </c:pt>
                <c:pt idx="9069">
                  <c:v>4.5</c:v>
                </c:pt>
                <c:pt idx="9070">
                  <c:v>4.5</c:v>
                </c:pt>
                <c:pt idx="9071">
                  <c:v>4.5</c:v>
                </c:pt>
                <c:pt idx="9072">
                  <c:v>4.5</c:v>
                </c:pt>
                <c:pt idx="9073">
                  <c:v>4.5</c:v>
                </c:pt>
                <c:pt idx="9074">
                  <c:v>4.5</c:v>
                </c:pt>
                <c:pt idx="9075">
                  <c:v>4.5</c:v>
                </c:pt>
                <c:pt idx="9076">
                  <c:v>4.5</c:v>
                </c:pt>
                <c:pt idx="9077">
                  <c:v>4.5</c:v>
                </c:pt>
                <c:pt idx="9078">
                  <c:v>4.5</c:v>
                </c:pt>
                <c:pt idx="9079">
                  <c:v>4.5</c:v>
                </c:pt>
                <c:pt idx="9080">
                  <c:v>4.5</c:v>
                </c:pt>
                <c:pt idx="9081">
                  <c:v>4.5</c:v>
                </c:pt>
                <c:pt idx="9082">
                  <c:v>4.5</c:v>
                </c:pt>
                <c:pt idx="9083">
                  <c:v>4.5</c:v>
                </c:pt>
                <c:pt idx="9084">
                  <c:v>4.5</c:v>
                </c:pt>
                <c:pt idx="9085">
                  <c:v>4.5</c:v>
                </c:pt>
                <c:pt idx="9086">
                  <c:v>4.5</c:v>
                </c:pt>
                <c:pt idx="9087">
                  <c:v>4.5</c:v>
                </c:pt>
                <c:pt idx="9088">
                  <c:v>4.5</c:v>
                </c:pt>
                <c:pt idx="9089">
                  <c:v>4.5</c:v>
                </c:pt>
                <c:pt idx="9090">
                  <c:v>4.5</c:v>
                </c:pt>
                <c:pt idx="9091">
                  <c:v>4.5</c:v>
                </c:pt>
                <c:pt idx="9092">
                  <c:v>4.5</c:v>
                </c:pt>
                <c:pt idx="9093">
                  <c:v>4.5</c:v>
                </c:pt>
                <c:pt idx="9094">
                  <c:v>4.5</c:v>
                </c:pt>
                <c:pt idx="9095">
                  <c:v>4.5</c:v>
                </c:pt>
                <c:pt idx="9096">
                  <c:v>4.5</c:v>
                </c:pt>
                <c:pt idx="9097">
                  <c:v>4.5</c:v>
                </c:pt>
                <c:pt idx="9098">
                  <c:v>4.5</c:v>
                </c:pt>
                <c:pt idx="9099">
                  <c:v>4.5</c:v>
                </c:pt>
                <c:pt idx="9100">
                  <c:v>4.5</c:v>
                </c:pt>
                <c:pt idx="9121">
                  <c:v>3.5</c:v>
                </c:pt>
                <c:pt idx="9122">
                  <c:v>3.5</c:v>
                </c:pt>
                <c:pt idx="9123">
                  <c:v>3.5</c:v>
                </c:pt>
                <c:pt idx="9124">
                  <c:v>3.5</c:v>
                </c:pt>
                <c:pt idx="9125">
                  <c:v>3.5</c:v>
                </c:pt>
                <c:pt idx="9126">
                  <c:v>3.5</c:v>
                </c:pt>
                <c:pt idx="9127">
                  <c:v>3.5</c:v>
                </c:pt>
                <c:pt idx="9141">
                  <c:v>4.5</c:v>
                </c:pt>
                <c:pt idx="9142">
                  <c:v>4.5</c:v>
                </c:pt>
                <c:pt idx="9143">
                  <c:v>4.5</c:v>
                </c:pt>
                <c:pt idx="9144">
                  <c:v>4.4833599999999993</c:v>
                </c:pt>
                <c:pt idx="9145">
                  <c:v>4.22464</c:v>
                </c:pt>
                <c:pt idx="9146">
                  <c:v>4.0260999999999996</c:v>
                </c:pt>
                <c:pt idx="9147">
                  <c:v>3.7694299999999998</c:v>
                </c:pt>
                <c:pt idx="9148">
                  <c:v>3.6420100000000004</c:v>
                </c:pt>
                <c:pt idx="9149">
                  <c:v>3.58067</c:v>
                </c:pt>
                <c:pt idx="9150">
                  <c:v>3.5718100000000002</c:v>
                </c:pt>
                <c:pt idx="9151">
                  <c:v>3.5811899999999999</c:v>
                </c:pt>
                <c:pt idx="9152">
                  <c:v>3.5628699999999998</c:v>
                </c:pt>
                <c:pt idx="9153">
                  <c:v>3.5805400000000001</c:v>
                </c:pt>
                <c:pt idx="9154">
                  <c:v>3.5756399999999999</c:v>
                </c:pt>
                <c:pt idx="9155">
                  <c:v>3.57287</c:v>
                </c:pt>
                <c:pt idx="9156">
                  <c:v>3.5705800000000001</c:v>
                </c:pt>
                <c:pt idx="9157">
                  <c:v>3.5667300000000002</c:v>
                </c:pt>
                <c:pt idx="9158">
                  <c:v>3.6074899999999999</c:v>
                </c:pt>
                <c:pt idx="9159">
                  <c:v>3.6027199999999997</c:v>
                </c:pt>
                <c:pt idx="9160">
                  <c:v>3.6005100000000003</c:v>
                </c:pt>
                <c:pt idx="9161">
                  <c:v>3.5674699999999997</c:v>
                </c:pt>
                <c:pt idx="9162">
                  <c:v>3.5569199999999999</c:v>
                </c:pt>
                <c:pt idx="9163">
                  <c:v>3.5469200000000001</c:v>
                </c:pt>
                <c:pt idx="9164">
                  <c:v>3.5469899999999996</c:v>
                </c:pt>
                <c:pt idx="9165">
                  <c:v>3.5471200000000001</c:v>
                </c:pt>
                <c:pt idx="9166">
                  <c:v>3.5472199999999998</c:v>
                </c:pt>
                <c:pt idx="9167">
                  <c:v>3.54732</c:v>
                </c:pt>
                <c:pt idx="9168">
                  <c:v>3.54758</c:v>
                </c:pt>
                <c:pt idx="9169">
                  <c:v>3.5436300000000003</c:v>
                </c:pt>
                <c:pt idx="9170">
                  <c:v>3.5488200000000001</c:v>
                </c:pt>
                <c:pt idx="9171">
                  <c:v>3.5522499999999999</c:v>
                </c:pt>
                <c:pt idx="9172">
                  <c:v>3.5771899999999999</c:v>
                </c:pt>
                <c:pt idx="9173">
                  <c:v>3.5759699999999999</c:v>
                </c:pt>
                <c:pt idx="9174">
                  <c:v>3.6155999999999997</c:v>
                </c:pt>
                <c:pt idx="9175">
                  <c:v>3.5739099999999997</c:v>
                </c:pt>
                <c:pt idx="9176">
                  <c:v>3.6459699999999997</c:v>
                </c:pt>
                <c:pt idx="9177">
                  <c:v>4.5</c:v>
                </c:pt>
                <c:pt idx="9178">
                  <c:v>4.5</c:v>
                </c:pt>
                <c:pt idx="9179">
                  <c:v>4.0550800000000002</c:v>
                </c:pt>
                <c:pt idx="9180">
                  <c:v>4.2527499999999998</c:v>
                </c:pt>
                <c:pt idx="9181">
                  <c:v>4.5</c:v>
                </c:pt>
                <c:pt idx="9182">
                  <c:v>4.5</c:v>
                </c:pt>
                <c:pt idx="9183">
                  <c:v>4.5</c:v>
                </c:pt>
                <c:pt idx="9184">
                  <c:v>4.5</c:v>
                </c:pt>
                <c:pt idx="9185">
                  <c:v>4.5</c:v>
                </c:pt>
                <c:pt idx="9189">
                  <c:v>3.5</c:v>
                </c:pt>
                <c:pt idx="9206">
                  <c:v>3.5</c:v>
                </c:pt>
                <c:pt idx="9207">
                  <c:v>3.5</c:v>
                </c:pt>
                <c:pt idx="9208">
                  <c:v>3.5</c:v>
                </c:pt>
                <c:pt idx="9209">
                  <c:v>3.5</c:v>
                </c:pt>
                <c:pt idx="9210">
                  <c:v>3.5</c:v>
                </c:pt>
                <c:pt idx="9211">
                  <c:v>3.5</c:v>
                </c:pt>
                <c:pt idx="9212">
                  <c:v>3.5</c:v>
                </c:pt>
                <c:pt idx="9226">
                  <c:v>19.95</c:v>
                </c:pt>
                <c:pt idx="9227">
                  <c:v>18.952000000000002</c:v>
                </c:pt>
                <c:pt idx="9228">
                  <c:v>10.7828</c:v>
                </c:pt>
                <c:pt idx="9229">
                  <c:v>7.7443</c:v>
                </c:pt>
                <c:pt idx="9230">
                  <c:v>7.4346800000000002</c:v>
                </c:pt>
                <c:pt idx="9231">
                  <c:v>6.9332099999999999</c:v>
                </c:pt>
                <c:pt idx="9232">
                  <c:v>6.9538199999999994</c:v>
                </c:pt>
                <c:pt idx="9233">
                  <c:v>7.07254</c:v>
                </c:pt>
                <c:pt idx="9234">
                  <c:v>6.6799399999999993</c:v>
                </c:pt>
                <c:pt idx="9235">
                  <c:v>6.9021000000000008</c:v>
                </c:pt>
                <c:pt idx="9236">
                  <c:v>6.7518000000000002</c:v>
                </c:pt>
                <c:pt idx="9237">
                  <c:v>7.1739799999999994</c:v>
                </c:pt>
                <c:pt idx="9238">
                  <c:v>7.1661200000000003</c:v>
                </c:pt>
                <c:pt idx="9239">
                  <c:v>7.1590299999999996</c:v>
                </c:pt>
                <c:pt idx="9240">
                  <c:v>7.2642499999999997</c:v>
                </c:pt>
                <c:pt idx="9241">
                  <c:v>7.4880000000000004</c:v>
                </c:pt>
                <c:pt idx="9242">
                  <c:v>7.47241</c:v>
                </c:pt>
                <c:pt idx="9243">
                  <c:v>7.4831499999999993</c:v>
                </c:pt>
                <c:pt idx="9244">
                  <c:v>7.4882100000000005</c:v>
                </c:pt>
                <c:pt idx="9245">
                  <c:v>7.4857700000000005</c:v>
                </c:pt>
                <c:pt idx="9246">
                  <c:v>7.5526599999999995</c:v>
                </c:pt>
                <c:pt idx="9247">
                  <c:v>7.4692400000000001</c:v>
                </c:pt>
                <c:pt idx="9248">
                  <c:v>7.4290200000000004</c:v>
                </c:pt>
                <c:pt idx="9249">
                  <c:v>7.3484799999999995</c:v>
                </c:pt>
                <c:pt idx="9250">
                  <c:v>7.2450000000000001</c:v>
                </c:pt>
                <c:pt idx="9251">
                  <c:v>6.4181699999999999</c:v>
                </c:pt>
                <c:pt idx="9252">
                  <c:v>6.3993700000000002</c:v>
                </c:pt>
                <c:pt idx="9253">
                  <c:v>6.3866800000000001</c:v>
                </c:pt>
                <c:pt idx="9254">
                  <c:v>6.3378800000000002</c:v>
                </c:pt>
                <c:pt idx="9255">
                  <c:v>6.4061899999999996</c:v>
                </c:pt>
                <c:pt idx="9256">
                  <c:v>6.4485200000000003</c:v>
                </c:pt>
                <c:pt idx="9257">
                  <c:v>6.4223699999999999</c:v>
                </c:pt>
                <c:pt idx="9258">
                  <c:v>6.5243700000000002</c:v>
                </c:pt>
                <c:pt idx="9259">
                  <c:v>6.8847700000000005</c:v>
                </c:pt>
                <c:pt idx="9260">
                  <c:v>7.1874399999999996</c:v>
                </c:pt>
                <c:pt idx="9261">
                  <c:v>7.4352499999999999</c:v>
                </c:pt>
                <c:pt idx="9262">
                  <c:v>7.7057200000000003</c:v>
                </c:pt>
                <c:pt idx="9263">
                  <c:v>7.8637700000000006</c:v>
                </c:pt>
                <c:pt idx="9264">
                  <c:v>7.9457700000000004</c:v>
                </c:pt>
                <c:pt idx="9265">
                  <c:v>7.9176000000000002</c:v>
                </c:pt>
                <c:pt idx="9266">
                  <c:v>7.8858699999999997</c:v>
                </c:pt>
                <c:pt idx="9267">
                  <c:v>7.4299600000000003</c:v>
                </c:pt>
                <c:pt idx="9268">
                  <c:v>7.4288599999999994</c:v>
                </c:pt>
                <c:pt idx="9269">
                  <c:v>7.2524899999999999</c:v>
                </c:pt>
                <c:pt idx="9270">
                  <c:v>7.4283000000000001</c:v>
                </c:pt>
                <c:pt idx="9271">
                  <c:v>7.2585200000000007</c:v>
                </c:pt>
                <c:pt idx="9272">
                  <c:v>7.2382499999999999</c:v>
                </c:pt>
                <c:pt idx="9273">
                  <c:v>8.0515299999999996</c:v>
                </c:pt>
                <c:pt idx="9274">
                  <c:v>8.4285800000000002</c:v>
                </c:pt>
                <c:pt idx="9275">
                  <c:v>7.4160000000000004</c:v>
                </c:pt>
                <c:pt idx="9276">
                  <c:v>11.454799999999999</c:v>
                </c:pt>
                <c:pt idx="9277">
                  <c:v>11.887600000000001</c:v>
                </c:pt>
                <c:pt idx="9278">
                  <c:v>9.8897600000000008</c:v>
                </c:pt>
                <c:pt idx="9279">
                  <c:v>9.9695900000000002</c:v>
                </c:pt>
                <c:pt idx="9280">
                  <c:v>9.8533200000000001</c:v>
                </c:pt>
                <c:pt idx="9281">
                  <c:v>9.4299900000000001</c:v>
                </c:pt>
                <c:pt idx="9282">
                  <c:v>9.4167900000000007</c:v>
                </c:pt>
                <c:pt idx="9283">
                  <c:v>8.726090000000001</c:v>
                </c:pt>
                <c:pt idx="9284">
                  <c:v>8.3698899999999998</c:v>
                </c:pt>
                <c:pt idx="9285">
                  <c:v>8.5056700000000003</c:v>
                </c:pt>
                <c:pt idx="9286">
                  <c:v>8.367659999999999</c:v>
                </c:pt>
                <c:pt idx="9287">
                  <c:v>8.7214700000000001</c:v>
                </c:pt>
                <c:pt idx="9288">
                  <c:v>9.1138899999999996</c:v>
                </c:pt>
                <c:pt idx="9289">
                  <c:v>8.7199899999999992</c:v>
                </c:pt>
                <c:pt idx="9290">
                  <c:v>8.8735400000000002</c:v>
                </c:pt>
                <c:pt idx="9291">
                  <c:v>9.6107300000000002</c:v>
                </c:pt>
                <c:pt idx="9292">
                  <c:v>9.6118600000000001</c:v>
                </c:pt>
                <c:pt idx="9293">
                  <c:v>10.023700000000002</c:v>
                </c:pt>
                <c:pt idx="9294">
                  <c:v>9.6016900000000014</c:v>
                </c:pt>
                <c:pt idx="9295">
                  <c:v>9.5999599999999994</c:v>
                </c:pt>
                <c:pt idx="9296">
                  <c:v>9.368409999999999</c:v>
                </c:pt>
                <c:pt idx="9297">
                  <c:v>9.3679400000000008</c:v>
                </c:pt>
                <c:pt idx="9298">
                  <c:v>9.3673500000000001</c:v>
                </c:pt>
                <c:pt idx="9299">
                  <c:v>9.3675499999999996</c:v>
                </c:pt>
                <c:pt idx="9300">
                  <c:v>9.3666700000000009</c:v>
                </c:pt>
                <c:pt idx="9301">
                  <c:v>8.6454799999999992</c:v>
                </c:pt>
                <c:pt idx="9302">
                  <c:v>8.6454799999999992</c:v>
                </c:pt>
                <c:pt idx="9303">
                  <c:v>8.59422</c:v>
                </c:pt>
                <c:pt idx="9304">
                  <c:v>8.3787700000000012</c:v>
                </c:pt>
                <c:pt idx="9305">
                  <c:v>8.5767900000000008</c:v>
                </c:pt>
                <c:pt idx="9306">
                  <c:v>8.3695599999999999</c:v>
                </c:pt>
                <c:pt idx="9307">
                  <c:v>8.6101100000000006</c:v>
                </c:pt>
                <c:pt idx="9308">
                  <c:v>8.6040700000000001</c:v>
                </c:pt>
                <c:pt idx="9309">
                  <c:v>8.8583999999999996</c:v>
                </c:pt>
                <c:pt idx="9310">
                  <c:v>8.8567499999999999</c:v>
                </c:pt>
                <c:pt idx="9311">
                  <c:v>9.3787599999999998</c:v>
                </c:pt>
                <c:pt idx="9312">
                  <c:v>9.3798700000000004</c:v>
                </c:pt>
                <c:pt idx="9313">
                  <c:v>9.4060799999999993</c:v>
                </c:pt>
                <c:pt idx="9314">
                  <c:v>10.137700000000001</c:v>
                </c:pt>
                <c:pt idx="9315">
                  <c:v>11.032200000000001</c:v>
                </c:pt>
                <c:pt idx="9316">
                  <c:v>11.0646</c:v>
                </c:pt>
                <c:pt idx="9317">
                  <c:v>10.5046</c:v>
                </c:pt>
                <c:pt idx="9318">
                  <c:v>10.5791</c:v>
                </c:pt>
                <c:pt idx="9319">
                  <c:v>10.2753</c:v>
                </c:pt>
                <c:pt idx="9320">
                  <c:v>15.4826</c:v>
                </c:pt>
                <c:pt idx="9321">
                  <c:v>15.6913</c:v>
                </c:pt>
                <c:pt idx="9322">
                  <c:v>13.2805</c:v>
                </c:pt>
                <c:pt idx="9323">
                  <c:v>10.881600000000001</c:v>
                </c:pt>
                <c:pt idx="9324">
                  <c:v>12.95</c:v>
                </c:pt>
                <c:pt idx="9325">
                  <c:v>13.731</c:v>
                </c:pt>
                <c:pt idx="9326">
                  <c:v>13.731</c:v>
                </c:pt>
                <c:pt idx="9327">
                  <c:v>13.7437</c:v>
                </c:pt>
                <c:pt idx="9328">
                  <c:v>13.748299999999999</c:v>
                </c:pt>
                <c:pt idx="9329">
                  <c:v>13.751899999999999</c:v>
                </c:pt>
                <c:pt idx="9330">
                  <c:v>13.7552</c:v>
                </c:pt>
                <c:pt idx="9331">
                  <c:v>13.7559</c:v>
                </c:pt>
                <c:pt idx="9332">
                  <c:v>13.7555</c:v>
                </c:pt>
                <c:pt idx="9333">
                  <c:v>13.754899999999999</c:v>
                </c:pt>
                <c:pt idx="9334">
                  <c:v>13.754</c:v>
                </c:pt>
                <c:pt idx="9335">
                  <c:v>13.7531</c:v>
                </c:pt>
                <c:pt idx="9336">
                  <c:v>13.7522</c:v>
                </c:pt>
                <c:pt idx="9337">
                  <c:v>13.750999999999999</c:v>
                </c:pt>
                <c:pt idx="9338">
                  <c:v>13.749799999999999</c:v>
                </c:pt>
                <c:pt idx="9339">
                  <c:v>13.7492</c:v>
                </c:pt>
                <c:pt idx="9340">
                  <c:v>13.7484</c:v>
                </c:pt>
                <c:pt idx="9341">
                  <c:v>13.7479</c:v>
                </c:pt>
                <c:pt idx="9342">
                  <c:v>13.7476</c:v>
                </c:pt>
                <c:pt idx="9343">
                  <c:v>13.747399999999999</c:v>
                </c:pt>
                <c:pt idx="9344">
                  <c:v>13.747399999999999</c:v>
                </c:pt>
                <c:pt idx="9345">
                  <c:v>13.747399999999999</c:v>
                </c:pt>
                <c:pt idx="9346">
                  <c:v>13.7475</c:v>
                </c:pt>
                <c:pt idx="9347">
                  <c:v>13.747399999999999</c:v>
                </c:pt>
                <c:pt idx="9348">
                  <c:v>13.7475</c:v>
                </c:pt>
                <c:pt idx="9349">
                  <c:v>13.747399999999999</c:v>
                </c:pt>
                <c:pt idx="9350">
                  <c:v>13.7476</c:v>
                </c:pt>
                <c:pt idx="9351">
                  <c:v>13.747399999999999</c:v>
                </c:pt>
                <c:pt idx="9352">
                  <c:v>13.747399999999999</c:v>
                </c:pt>
                <c:pt idx="9353">
                  <c:v>13.747399999999999</c:v>
                </c:pt>
                <c:pt idx="9354">
                  <c:v>13.7475</c:v>
                </c:pt>
                <c:pt idx="9355">
                  <c:v>13.747399999999999</c:v>
                </c:pt>
                <c:pt idx="9356">
                  <c:v>13.7477</c:v>
                </c:pt>
                <c:pt idx="9357">
                  <c:v>13.748100000000001</c:v>
                </c:pt>
                <c:pt idx="9358">
                  <c:v>13.7486</c:v>
                </c:pt>
                <c:pt idx="9359">
                  <c:v>13.749700000000001</c:v>
                </c:pt>
                <c:pt idx="9360">
                  <c:v>13.7509</c:v>
                </c:pt>
                <c:pt idx="9361">
                  <c:v>13.7523</c:v>
                </c:pt>
                <c:pt idx="9362">
                  <c:v>13.7539</c:v>
                </c:pt>
                <c:pt idx="9363">
                  <c:v>13.7553</c:v>
                </c:pt>
                <c:pt idx="9364">
                  <c:v>13.757899999999999</c:v>
                </c:pt>
                <c:pt idx="9365">
                  <c:v>13.76</c:v>
                </c:pt>
                <c:pt idx="9366">
                  <c:v>13.76</c:v>
                </c:pt>
                <c:pt idx="9367">
                  <c:v>13.7593</c:v>
                </c:pt>
                <c:pt idx="9368">
                  <c:v>13.761100000000001</c:v>
                </c:pt>
                <c:pt idx="9369">
                  <c:v>13.761299999999999</c:v>
                </c:pt>
                <c:pt idx="9370">
                  <c:v>13.7674</c:v>
                </c:pt>
                <c:pt idx="9371">
                  <c:v>13.7774</c:v>
                </c:pt>
                <c:pt idx="9372">
                  <c:v>13.794600000000001</c:v>
                </c:pt>
                <c:pt idx="9373">
                  <c:v>17.486000000000001</c:v>
                </c:pt>
                <c:pt idx="9374">
                  <c:v>17.501000000000001</c:v>
                </c:pt>
                <c:pt idx="9375">
                  <c:v>17.503700000000002</c:v>
                </c:pt>
                <c:pt idx="9376">
                  <c:v>17.514099999999999</c:v>
                </c:pt>
                <c:pt idx="9377">
                  <c:v>17.517199999999999</c:v>
                </c:pt>
                <c:pt idx="9378">
                  <c:v>17.524099999999997</c:v>
                </c:pt>
                <c:pt idx="9379">
                  <c:v>17.525099999999998</c:v>
                </c:pt>
                <c:pt idx="9380">
                  <c:v>17.524699999999999</c:v>
                </c:pt>
                <c:pt idx="9381">
                  <c:v>17.4495</c:v>
                </c:pt>
                <c:pt idx="9382">
                  <c:v>17.521799999999999</c:v>
                </c:pt>
                <c:pt idx="9383">
                  <c:v>17.3566</c:v>
                </c:pt>
                <c:pt idx="9384">
                  <c:v>17.517400000000002</c:v>
                </c:pt>
                <c:pt idx="9385">
                  <c:v>17.515499999999999</c:v>
                </c:pt>
                <c:pt idx="9386">
                  <c:v>17.4223</c:v>
                </c:pt>
                <c:pt idx="9387">
                  <c:v>17.2988</c:v>
                </c:pt>
                <c:pt idx="9388">
                  <c:v>17.403299999999998</c:v>
                </c:pt>
                <c:pt idx="9389">
                  <c:v>17.150200000000002</c:v>
                </c:pt>
                <c:pt idx="9390">
                  <c:v>17.133299999999998</c:v>
                </c:pt>
                <c:pt idx="9391">
                  <c:v>17.37</c:v>
                </c:pt>
                <c:pt idx="9392">
                  <c:v>17.3902</c:v>
                </c:pt>
                <c:pt idx="9393">
                  <c:v>17.0685</c:v>
                </c:pt>
                <c:pt idx="9394">
                  <c:v>17.194599999999998</c:v>
                </c:pt>
                <c:pt idx="9395">
                  <c:v>17.195</c:v>
                </c:pt>
                <c:pt idx="9396">
                  <c:v>16.9297</c:v>
                </c:pt>
                <c:pt idx="9397">
                  <c:v>16.929599999999997</c:v>
                </c:pt>
                <c:pt idx="9398">
                  <c:v>16.924099999999999</c:v>
                </c:pt>
                <c:pt idx="9399">
                  <c:v>16.8749</c:v>
                </c:pt>
                <c:pt idx="9400">
                  <c:v>16.913599999999999</c:v>
                </c:pt>
                <c:pt idx="9401">
                  <c:v>17.5319</c:v>
                </c:pt>
                <c:pt idx="9402">
                  <c:v>18.095700000000001</c:v>
                </c:pt>
                <c:pt idx="9403">
                  <c:v>18.236799999999999</c:v>
                </c:pt>
                <c:pt idx="9404">
                  <c:v>18.256900000000002</c:v>
                </c:pt>
                <c:pt idx="9405">
                  <c:v>18.244</c:v>
                </c:pt>
                <c:pt idx="9406">
                  <c:v>18.169599999999999</c:v>
                </c:pt>
                <c:pt idx="9407">
                  <c:v>18.025200000000002</c:v>
                </c:pt>
                <c:pt idx="9408">
                  <c:v>17.965</c:v>
                </c:pt>
                <c:pt idx="9409">
                  <c:v>17.8704</c:v>
                </c:pt>
                <c:pt idx="9410">
                  <c:v>17.8322</c:v>
                </c:pt>
                <c:pt idx="9411">
                  <c:v>17.523799999999998</c:v>
                </c:pt>
                <c:pt idx="9412">
                  <c:v>17.527699999999999</c:v>
                </c:pt>
                <c:pt idx="9413">
                  <c:v>17.6174</c:v>
                </c:pt>
                <c:pt idx="9414">
                  <c:v>17.845500000000001</c:v>
                </c:pt>
                <c:pt idx="9415">
                  <c:v>17.538499999999999</c:v>
                </c:pt>
                <c:pt idx="9416">
                  <c:v>17.542300000000001</c:v>
                </c:pt>
                <c:pt idx="9417">
                  <c:v>17.542000000000002</c:v>
                </c:pt>
                <c:pt idx="9418">
                  <c:v>17.545999999999999</c:v>
                </c:pt>
                <c:pt idx="9419">
                  <c:v>17.553900000000002</c:v>
                </c:pt>
                <c:pt idx="9420">
                  <c:v>17.585000000000001</c:v>
                </c:pt>
                <c:pt idx="9485">
                  <c:v>3.6807699999999999</c:v>
                </c:pt>
                <c:pt idx="9486">
                  <c:v>3.6855300000000004</c:v>
                </c:pt>
                <c:pt idx="9487">
                  <c:v>3.69164</c:v>
                </c:pt>
                <c:pt idx="9488">
                  <c:v>3.6990400000000001</c:v>
                </c:pt>
                <c:pt idx="9489">
                  <c:v>3.7109699999999997</c:v>
                </c:pt>
                <c:pt idx="9490">
                  <c:v>3.7227199999999998</c:v>
                </c:pt>
                <c:pt idx="9491">
                  <c:v>3.7398099999999999</c:v>
                </c:pt>
                <c:pt idx="9492">
                  <c:v>3.7620500000000003</c:v>
                </c:pt>
                <c:pt idx="9493">
                  <c:v>3.7896900000000002</c:v>
                </c:pt>
                <c:pt idx="9494">
                  <c:v>3.8300300000000003</c:v>
                </c:pt>
                <c:pt idx="9495">
                  <c:v>3.8799399999999999</c:v>
                </c:pt>
                <c:pt idx="9496">
                  <c:v>3.9549600000000003</c:v>
                </c:pt>
                <c:pt idx="9497">
                  <c:v>4.0793699999999999</c:v>
                </c:pt>
                <c:pt idx="9498">
                  <c:v>4.28003</c:v>
                </c:pt>
                <c:pt idx="9499">
                  <c:v>4.5</c:v>
                </c:pt>
                <c:pt idx="9500">
                  <c:v>4.5</c:v>
                </c:pt>
                <c:pt idx="9501">
                  <c:v>4.5</c:v>
                </c:pt>
                <c:pt idx="9502">
                  <c:v>4.5</c:v>
                </c:pt>
                <c:pt idx="9543">
                  <c:v>7.87</c:v>
                </c:pt>
                <c:pt idx="9544">
                  <c:v>7.87</c:v>
                </c:pt>
                <c:pt idx="9545">
                  <c:v>7.87</c:v>
                </c:pt>
                <c:pt idx="9546">
                  <c:v>7.87</c:v>
                </c:pt>
                <c:pt idx="9547">
                  <c:v>7.87</c:v>
                </c:pt>
                <c:pt idx="9548">
                  <c:v>7.87</c:v>
                </c:pt>
                <c:pt idx="9549">
                  <c:v>7.87</c:v>
                </c:pt>
                <c:pt idx="9550">
                  <c:v>7.87</c:v>
                </c:pt>
                <c:pt idx="9551">
                  <c:v>7.87</c:v>
                </c:pt>
                <c:pt idx="9552">
                  <c:v>7.87</c:v>
                </c:pt>
                <c:pt idx="9553">
                  <c:v>7.87</c:v>
                </c:pt>
                <c:pt idx="9554">
                  <c:v>7.87</c:v>
                </c:pt>
                <c:pt idx="9555">
                  <c:v>7.87</c:v>
                </c:pt>
                <c:pt idx="9556">
                  <c:v>7.87</c:v>
                </c:pt>
                <c:pt idx="9557">
                  <c:v>7.87</c:v>
                </c:pt>
                <c:pt idx="9558">
                  <c:v>7.87</c:v>
                </c:pt>
                <c:pt idx="9559">
                  <c:v>7.87</c:v>
                </c:pt>
                <c:pt idx="9560">
                  <c:v>7.87</c:v>
                </c:pt>
                <c:pt idx="9561">
                  <c:v>7.87</c:v>
                </c:pt>
                <c:pt idx="9562">
                  <c:v>7.87</c:v>
                </c:pt>
                <c:pt idx="9563">
                  <c:v>7.87</c:v>
                </c:pt>
                <c:pt idx="9564">
                  <c:v>7.87</c:v>
                </c:pt>
                <c:pt idx="9565">
                  <c:v>7.87</c:v>
                </c:pt>
                <c:pt idx="9566">
                  <c:v>4.4441099999999993</c:v>
                </c:pt>
                <c:pt idx="9567">
                  <c:v>4.4442500000000003</c:v>
                </c:pt>
                <c:pt idx="9568">
                  <c:v>4.4438199999999997</c:v>
                </c:pt>
                <c:pt idx="9569">
                  <c:v>4.4449499999999995</c:v>
                </c:pt>
                <c:pt idx="9570">
                  <c:v>7.87</c:v>
                </c:pt>
                <c:pt idx="9571">
                  <c:v>7.87</c:v>
                </c:pt>
                <c:pt idx="9572">
                  <c:v>7.87</c:v>
                </c:pt>
                <c:pt idx="9573">
                  <c:v>7.87</c:v>
                </c:pt>
                <c:pt idx="9574">
                  <c:v>7.87</c:v>
                </c:pt>
                <c:pt idx="9575">
                  <c:v>7.87</c:v>
                </c:pt>
                <c:pt idx="9576">
                  <c:v>7.87</c:v>
                </c:pt>
                <c:pt idx="9577">
                  <c:v>7.87</c:v>
                </c:pt>
                <c:pt idx="9578">
                  <c:v>7.87</c:v>
                </c:pt>
                <c:pt idx="9579">
                  <c:v>7.87</c:v>
                </c:pt>
                <c:pt idx="9580">
                  <c:v>7.87</c:v>
                </c:pt>
                <c:pt idx="9581">
                  <c:v>7.87</c:v>
                </c:pt>
                <c:pt idx="9582">
                  <c:v>7.87</c:v>
                </c:pt>
                <c:pt idx="9583">
                  <c:v>7.87</c:v>
                </c:pt>
                <c:pt idx="9584">
                  <c:v>7.87</c:v>
                </c:pt>
                <c:pt idx="9585">
                  <c:v>7.87</c:v>
                </c:pt>
                <c:pt idx="9586">
                  <c:v>7.87</c:v>
                </c:pt>
                <c:pt idx="9587">
                  <c:v>7.87</c:v>
                </c:pt>
                <c:pt idx="9588">
                  <c:v>7.87</c:v>
                </c:pt>
                <c:pt idx="9589">
                  <c:v>7.87</c:v>
                </c:pt>
                <c:pt idx="9630">
                  <c:v>10.6569</c:v>
                </c:pt>
                <c:pt idx="9631">
                  <c:v>10.894</c:v>
                </c:pt>
                <c:pt idx="9632">
                  <c:v>10.8195</c:v>
                </c:pt>
                <c:pt idx="9633">
                  <c:v>10.781000000000001</c:v>
                </c:pt>
                <c:pt idx="9634">
                  <c:v>10.7508</c:v>
                </c:pt>
                <c:pt idx="9635">
                  <c:v>10.7544</c:v>
                </c:pt>
                <c:pt idx="9636">
                  <c:v>10.758299999999998</c:v>
                </c:pt>
                <c:pt idx="9637">
                  <c:v>10.737500000000001</c:v>
                </c:pt>
                <c:pt idx="9638">
                  <c:v>10.639200000000001</c:v>
                </c:pt>
                <c:pt idx="9639">
                  <c:v>10.5646</c:v>
                </c:pt>
                <c:pt idx="9640">
                  <c:v>10.410200000000001</c:v>
                </c:pt>
                <c:pt idx="9641">
                  <c:v>10.4404</c:v>
                </c:pt>
                <c:pt idx="9642">
                  <c:v>10.4686</c:v>
                </c:pt>
                <c:pt idx="9643">
                  <c:v>10.4848</c:v>
                </c:pt>
                <c:pt idx="9644">
                  <c:v>10.5223</c:v>
                </c:pt>
                <c:pt idx="9645">
                  <c:v>10.509499999999999</c:v>
                </c:pt>
                <c:pt idx="9646">
                  <c:v>10.4831</c:v>
                </c:pt>
                <c:pt idx="9647">
                  <c:v>10.4556</c:v>
                </c:pt>
                <c:pt idx="9648">
                  <c:v>10.4414</c:v>
                </c:pt>
                <c:pt idx="9649">
                  <c:v>10.427100000000001</c:v>
                </c:pt>
                <c:pt idx="9650">
                  <c:v>10.469700000000001</c:v>
                </c:pt>
                <c:pt idx="9651">
                  <c:v>10.4831</c:v>
                </c:pt>
                <c:pt idx="9652">
                  <c:v>10.4963</c:v>
                </c:pt>
                <c:pt idx="9653">
                  <c:v>10.496700000000001</c:v>
                </c:pt>
                <c:pt idx="9654">
                  <c:v>10.47</c:v>
                </c:pt>
                <c:pt idx="9655">
                  <c:v>10.5121</c:v>
                </c:pt>
                <c:pt idx="9656">
                  <c:v>10.541799999999999</c:v>
                </c:pt>
                <c:pt idx="9657">
                  <c:v>10.718500000000001</c:v>
                </c:pt>
                <c:pt idx="9658">
                  <c:v>10.716799999999999</c:v>
                </c:pt>
                <c:pt idx="9659">
                  <c:v>10.668700000000001</c:v>
                </c:pt>
                <c:pt idx="9660">
                  <c:v>10.6608</c:v>
                </c:pt>
                <c:pt idx="9661">
                  <c:v>10.649799999999999</c:v>
                </c:pt>
                <c:pt idx="9662">
                  <c:v>10.634399999999999</c:v>
                </c:pt>
                <c:pt idx="9663">
                  <c:v>10.655200000000001</c:v>
                </c:pt>
                <c:pt idx="9664">
                  <c:v>10.6546</c:v>
                </c:pt>
                <c:pt idx="9665">
                  <c:v>10.658200000000001</c:v>
                </c:pt>
                <c:pt idx="9666">
                  <c:v>10.705500000000001</c:v>
                </c:pt>
                <c:pt idx="9667">
                  <c:v>10.7125</c:v>
                </c:pt>
                <c:pt idx="9668">
                  <c:v>10.714399999999999</c:v>
                </c:pt>
                <c:pt idx="9669">
                  <c:v>10.7157</c:v>
                </c:pt>
                <c:pt idx="9670">
                  <c:v>10.683999999999999</c:v>
                </c:pt>
                <c:pt idx="9671">
                  <c:v>10.3954</c:v>
                </c:pt>
                <c:pt idx="9672">
                  <c:v>10.392899999999999</c:v>
                </c:pt>
                <c:pt idx="9673">
                  <c:v>10.3948</c:v>
                </c:pt>
                <c:pt idx="9674">
                  <c:v>10.3963</c:v>
                </c:pt>
                <c:pt idx="9675">
                  <c:v>10.397500000000001</c:v>
                </c:pt>
                <c:pt idx="9676">
                  <c:v>10.398399999999999</c:v>
                </c:pt>
                <c:pt idx="9677">
                  <c:v>10.397</c:v>
                </c:pt>
                <c:pt idx="9678">
                  <c:v>10.3947</c:v>
                </c:pt>
                <c:pt idx="9679">
                  <c:v>10.394600000000001</c:v>
                </c:pt>
                <c:pt idx="9680">
                  <c:v>10.39</c:v>
                </c:pt>
                <c:pt idx="9681">
                  <c:v>11.226299999999998</c:v>
                </c:pt>
                <c:pt idx="9682">
                  <c:v>11.226100000000001</c:v>
                </c:pt>
                <c:pt idx="9683">
                  <c:v>11.235100000000001</c:v>
                </c:pt>
                <c:pt idx="9684">
                  <c:v>11.242799999999999</c:v>
                </c:pt>
                <c:pt idx="9685">
                  <c:v>11.238</c:v>
                </c:pt>
                <c:pt idx="9686">
                  <c:v>11.2348</c:v>
                </c:pt>
                <c:pt idx="9687">
                  <c:v>11.2408</c:v>
                </c:pt>
                <c:pt idx="9688">
                  <c:v>11.2486</c:v>
                </c:pt>
                <c:pt idx="9689">
                  <c:v>11.2484</c:v>
                </c:pt>
                <c:pt idx="9690">
                  <c:v>11.2484</c:v>
                </c:pt>
                <c:pt idx="9691">
                  <c:v>11.259799999999998</c:v>
                </c:pt>
                <c:pt idx="9692">
                  <c:v>11.259799999999998</c:v>
                </c:pt>
                <c:pt idx="9693">
                  <c:v>11.259799999999998</c:v>
                </c:pt>
                <c:pt idx="9694">
                  <c:v>11.259799999999998</c:v>
                </c:pt>
                <c:pt idx="9695">
                  <c:v>11.263500000000001</c:v>
                </c:pt>
                <c:pt idx="9696">
                  <c:v>11.263500000000001</c:v>
                </c:pt>
                <c:pt idx="9697">
                  <c:v>11.263500000000001</c:v>
                </c:pt>
                <c:pt idx="9698">
                  <c:v>11.263500000000001</c:v>
                </c:pt>
                <c:pt idx="9699">
                  <c:v>11.263500000000001</c:v>
                </c:pt>
                <c:pt idx="9700">
                  <c:v>11.263500000000001</c:v>
                </c:pt>
                <c:pt idx="9701">
                  <c:v>11.265799999999999</c:v>
                </c:pt>
                <c:pt idx="9702">
                  <c:v>11.265799999999999</c:v>
                </c:pt>
                <c:pt idx="9703">
                  <c:v>11.265799999999999</c:v>
                </c:pt>
                <c:pt idx="9704">
                  <c:v>11.265799999999999</c:v>
                </c:pt>
                <c:pt idx="9705">
                  <c:v>11.2674</c:v>
                </c:pt>
                <c:pt idx="9706">
                  <c:v>11.278700000000001</c:v>
                </c:pt>
                <c:pt idx="9707">
                  <c:v>11.278700000000001</c:v>
                </c:pt>
                <c:pt idx="9708">
                  <c:v>11.278700000000001</c:v>
                </c:pt>
                <c:pt idx="9709">
                  <c:v>11.278700000000001</c:v>
                </c:pt>
                <c:pt idx="9710">
                  <c:v>11.278700000000001</c:v>
                </c:pt>
                <c:pt idx="9711">
                  <c:v>11.278700000000001</c:v>
                </c:pt>
                <c:pt idx="9712">
                  <c:v>11.278700000000001</c:v>
                </c:pt>
                <c:pt idx="9713">
                  <c:v>11.278700000000001</c:v>
                </c:pt>
                <c:pt idx="9714">
                  <c:v>11.278700000000001</c:v>
                </c:pt>
                <c:pt idx="9715">
                  <c:v>11.278700000000001</c:v>
                </c:pt>
                <c:pt idx="9716">
                  <c:v>11.278700000000001</c:v>
                </c:pt>
                <c:pt idx="9717">
                  <c:v>11.278700000000001</c:v>
                </c:pt>
                <c:pt idx="9718">
                  <c:v>11.278700000000001</c:v>
                </c:pt>
                <c:pt idx="9719">
                  <c:v>11.278700000000001</c:v>
                </c:pt>
                <c:pt idx="9720">
                  <c:v>11.278700000000001</c:v>
                </c:pt>
                <c:pt idx="9721">
                  <c:v>11.278700000000001</c:v>
                </c:pt>
                <c:pt idx="9722">
                  <c:v>11.260200000000001</c:v>
                </c:pt>
                <c:pt idx="9723">
                  <c:v>11.255799999999999</c:v>
                </c:pt>
                <c:pt idx="9724">
                  <c:v>11.2536</c:v>
                </c:pt>
                <c:pt idx="9725">
                  <c:v>11.24</c:v>
                </c:pt>
                <c:pt idx="9726">
                  <c:v>11.2409</c:v>
                </c:pt>
                <c:pt idx="9727">
                  <c:v>11.2302</c:v>
                </c:pt>
                <c:pt idx="9728">
                  <c:v>11.218</c:v>
                </c:pt>
                <c:pt idx="9729">
                  <c:v>11.218</c:v>
                </c:pt>
                <c:pt idx="9730">
                  <c:v>11.218</c:v>
                </c:pt>
                <c:pt idx="9731">
                  <c:v>3.5533600000000001</c:v>
                </c:pt>
                <c:pt idx="9732">
                  <c:v>3.54942</c:v>
                </c:pt>
                <c:pt idx="9733">
                  <c:v>3.5463100000000001</c:v>
                </c:pt>
                <c:pt idx="9734">
                  <c:v>3.5611899999999999</c:v>
                </c:pt>
                <c:pt idx="9735">
                  <c:v>3.54312</c:v>
                </c:pt>
                <c:pt idx="9736">
                  <c:v>3.5489799999999998</c:v>
                </c:pt>
                <c:pt idx="9737">
                  <c:v>3.5</c:v>
                </c:pt>
                <c:pt idx="9738">
                  <c:v>3.5</c:v>
                </c:pt>
                <c:pt idx="9739">
                  <c:v>3.5</c:v>
                </c:pt>
                <c:pt idx="9740">
                  <c:v>3.5</c:v>
                </c:pt>
                <c:pt idx="9741">
                  <c:v>3.5</c:v>
                </c:pt>
                <c:pt idx="9742">
                  <c:v>3.5</c:v>
                </c:pt>
                <c:pt idx="9743">
                  <c:v>3.5</c:v>
                </c:pt>
                <c:pt idx="9744">
                  <c:v>3.5</c:v>
                </c:pt>
                <c:pt idx="9745">
                  <c:v>3.5</c:v>
                </c:pt>
                <c:pt idx="9746">
                  <c:v>3.5</c:v>
                </c:pt>
                <c:pt idx="9771">
                  <c:v>3.5</c:v>
                </c:pt>
                <c:pt idx="9772">
                  <c:v>3.5</c:v>
                </c:pt>
                <c:pt idx="9773">
                  <c:v>3.5</c:v>
                </c:pt>
                <c:pt idx="9774">
                  <c:v>3.5</c:v>
                </c:pt>
                <c:pt idx="9775">
                  <c:v>3.5</c:v>
                </c:pt>
                <c:pt idx="9776">
                  <c:v>3.5</c:v>
                </c:pt>
                <c:pt idx="9777">
                  <c:v>3.5</c:v>
                </c:pt>
                <c:pt idx="9778">
                  <c:v>3.5</c:v>
                </c:pt>
                <c:pt idx="9779">
                  <c:v>3.5</c:v>
                </c:pt>
                <c:pt idx="9780">
                  <c:v>3.5</c:v>
                </c:pt>
                <c:pt idx="9781">
                  <c:v>3.5</c:v>
                </c:pt>
                <c:pt idx="9782">
                  <c:v>3.5</c:v>
                </c:pt>
                <c:pt idx="9783">
                  <c:v>3.5</c:v>
                </c:pt>
                <c:pt idx="9784">
                  <c:v>3.5</c:v>
                </c:pt>
                <c:pt idx="9785">
                  <c:v>3.5</c:v>
                </c:pt>
                <c:pt idx="9786">
                  <c:v>3.5</c:v>
                </c:pt>
                <c:pt idx="9787">
                  <c:v>3.5</c:v>
                </c:pt>
                <c:pt idx="9788">
                  <c:v>3.5</c:v>
                </c:pt>
                <c:pt idx="9789">
                  <c:v>3.5</c:v>
                </c:pt>
                <c:pt idx="9790">
                  <c:v>3.5</c:v>
                </c:pt>
                <c:pt idx="9791">
                  <c:v>3.5</c:v>
                </c:pt>
                <c:pt idx="9792">
                  <c:v>3.5</c:v>
                </c:pt>
                <c:pt idx="9793">
                  <c:v>3.5</c:v>
                </c:pt>
                <c:pt idx="9794">
                  <c:v>3.5</c:v>
                </c:pt>
                <c:pt idx="9795">
                  <c:v>3.5</c:v>
                </c:pt>
                <c:pt idx="9796">
                  <c:v>3.5</c:v>
                </c:pt>
                <c:pt idx="9797">
                  <c:v>3.5</c:v>
                </c:pt>
                <c:pt idx="9798">
                  <c:v>3.5</c:v>
                </c:pt>
                <c:pt idx="9799">
                  <c:v>3.5</c:v>
                </c:pt>
                <c:pt idx="9800">
                  <c:v>3.5</c:v>
                </c:pt>
                <c:pt idx="9801">
                  <c:v>3.5</c:v>
                </c:pt>
                <c:pt idx="9802">
                  <c:v>3.5</c:v>
                </c:pt>
                <c:pt idx="9803">
                  <c:v>3.5</c:v>
                </c:pt>
                <c:pt idx="9804">
                  <c:v>3.5</c:v>
                </c:pt>
                <c:pt idx="9805">
                  <c:v>3.5</c:v>
                </c:pt>
                <c:pt idx="9806">
                  <c:v>3.5</c:v>
                </c:pt>
                <c:pt idx="9807">
                  <c:v>3.5</c:v>
                </c:pt>
                <c:pt idx="9808">
                  <c:v>3.5</c:v>
                </c:pt>
                <c:pt idx="9809">
                  <c:v>3.5</c:v>
                </c:pt>
                <c:pt idx="9810">
                  <c:v>3.5</c:v>
                </c:pt>
                <c:pt idx="9814">
                  <c:v>3.5</c:v>
                </c:pt>
                <c:pt idx="9815">
                  <c:v>3.5</c:v>
                </c:pt>
                <c:pt idx="9816">
                  <c:v>3.5</c:v>
                </c:pt>
                <c:pt idx="9817">
                  <c:v>3.5</c:v>
                </c:pt>
                <c:pt idx="9818">
                  <c:v>3.5</c:v>
                </c:pt>
                <c:pt idx="9819">
                  <c:v>3.5</c:v>
                </c:pt>
                <c:pt idx="9820">
                  <c:v>3.5</c:v>
                </c:pt>
                <c:pt idx="9821">
                  <c:v>3.5</c:v>
                </c:pt>
                <c:pt idx="9822">
                  <c:v>3.5</c:v>
                </c:pt>
                <c:pt idx="9823">
                  <c:v>3.5</c:v>
                </c:pt>
                <c:pt idx="9824">
                  <c:v>3.5</c:v>
                </c:pt>
                <c:pt idx="9825">
                  <c:v>3.5</c:v>
                </c:pt>
                <c:pt idx="9826">
                  <c:v>3.5</c:v>
                </c:pt>
                <c:pt idx="9827">
                  <c:v>3.5</c:v>
                </c:pt>
                <c:pt idx="9828">
                  <c:v>3.5</c:v>
                </c:pt>
                <c:pt idx="9829">
                  <c:v>3.5</c:v>
                </c:pt>
                <c:pt idx="9830">
                  <c:v>3.5</c:v>
                </c:pt>
                <c:pt idx="9831">
                  <c:v>3.5</c:v>
                </c:pt>
                <c:pt idx="9832">
                  <c:v>3.5</c:v>
                </c:pt>
                <c:pt idx="9833">
                  <c:v>3.5</c:v>
                </c:pt>
                <c:pt idx="9834">
                  <c:v>3.5</c:v>
                </c:pt>
                <c:pt idx="9835">
                  <c:v>3.5</c:v>
                </c:pt>
                <c:pt idx="9836">
                  <c:v>3.5</c:v>
                </c:pt>
                <c:pt idx="9837">
                  <c:v>3.5</c:v>
                </c:pt>
                <c:pt idx="9838">
                  <c:v>3.5</c:v>
                </c:pt>
                <c:pt idx="9839">
                  <c:v>3.5</c:v>
                </c:pt>
                <c:pt idx="9840">
                  <c:v>3.5</c:v>
                </c:pt>
                <c:pt idx="9841">
                  <c:v>3.5</c:v>
                </c:pt>
                <c:pt idx="9842">
                  <c:v>3.5</c:v>
                </c:pt>
                <c:pt idx="9843">
                  <c:v>3.5</c:v>
                </c:pt>
                <c:pt idx="9844">
                  <c:v>3.5</c:v>
                </c:pt>
                <c:pt idx="9845">
                  <c:v>3.5</c:v>
                </c:pt>
                <c:pt idx="9851">
                  <c:v>3.5</c:v>
                </c:pt>
                <c:pt idx="9852">
                  <c:v>3.5</c:v>
                </c:pt>
                <c:pt idx="9853">
                  <c:v>3.5</c:v>
                </c:pt>
                <c:pt idx="9854">
                  <c:v>3.5</c:v>
                </c:pt>
                <c:pt idx="9855">
                  <c:v>3.5</c:v>
                </c:pt>
                <c:pt idx="9856">
                  <c:v>3.5</c:v>
                </c:pt>
                <c:pt idx="9857">
                  <c:v>3.5</c:v>
                </c:pt>
                <c:pt idx="9858">
                  <c:v>3.5</c:v>
                </c:pt>
                <c:pt idx="9859">
                  <c:v>3.5</c:v>
                </c:pt>
                <c:pt idx="9860">
                  <c:v>3.5</c:v>
                </c:pt>
                <c:pt idx="9861">
                  <c:v>3.5</c:v>
                </c:pt>
                <c:pt idx="9862">
                  <c:v>3.5</c:v>
                </c:pt>
                <c:pt idx="9863">
                  <c:v>3.5</c:v>
                </c:pt>
                <c:pt idx="9864">
                  <c:v>3.5</c:v>
                </c:pt>
                <c:pt idx="9865">
                  <c:v>3.5</c:v>
                </c:pt>
                <c:pt idx="9866">
                  <c:v>3.5</c:v>
                </c:pt>
                <c:pt idx="9867">
                  <c:v>3.5</c:v>
                </c:pt>
                <c:pt idx="9868">
                  <c:v>3.5</c:v>
                </c:pt>
                <c:pt idx="9869">
                  <c:v>3.5</c:v>
                </c:pt>
                <c:pt idx="9870">
                  <c:v>3.5</c:v>
                </c:pt>
                <c:pt idx="9871">
                  <c:v>3.5</c:v>
                </c:pt>
                <c:pt idx="9872">
                  <c:v>3.5</c:v>
                </c:pt>
                <c:pt idx="9873">
                  <c:v>3.5</c:v>
                </c:pt>
                <c:pt idx="9874">
                  <c:v>3.5</c:v>
                </c:pt>
                <c:pt idx="9875">
                  <c:v>3.5</c:v>
                </c:pt>
                <c:pt idx="9876">
                  <c:v>3.5</c:v>
                </c:pt>
                <c:pt idx="9877">
                  <c:v>3.5</c:v>
                </c:pt>
                <c:pt idx="9878">
                  <c:v>3.5</c:v>
                </c:pt>
                <c:pt idx="9879">
                  <c:v>3.5</c:v>
                </c:pt>
                <c:pt idx="9880">
                  <c:v>3.5</c:v>
                </c:pt>
                <c:pt idx="9881">
                  <c:v>3.5</c:v>
                </c:pt>
                <c:pt idx="9882">
                  <c:v>3.5</c:v>
                </c:pt>
                <c:pt idx="9883">
                  <c:v>3.5</c:v>
                </c:pt>
                <c:pt idx="9884">
                  <c:v>3.5</c:v>
                </c:pt>
                <c:pt idx="9885">
                  <c:v>3.5</c:v>
                </c:pt>
                <c:pt idx="9886">
                  <c:v>3.5</c:v>
                </c:pt>
                <c:pt idx="9887">
                  <c:v>3.5</c:v>
                </c:pt>
                <c:pt idx="9908">
                  <c:v>3.5</c:v>
                </c:pt>
                <c:pt idx="9909">
                  <c:v>3.5</c:v>
                </c:pt>
                <c:pt idx="9910">
                  <c:v>3.5</c:v>
                </c:pt>
                <c:pt idx="9911">
                  <c:v>3.5</c:v>
                </c:pt>
                <c:pt idx="9912">
                  <c:v>3.5</c:v>
                </c:pt>
                <c:pt idx="9913">
                  <c:v>3.5</c:v>
                </c:pt>
                <c:pt idx="9914">
                  <c:v>3.5</c:v>
                </c:pt>
                <c:pt idx="9923">
                  <c:v>3.5</c:v>
                </c:pt>
                <c:pt idx="9978">
                  <c:v>3.5</c:v>
                </c:pt>
                <c:pt idx="9979">
                  <c:v>3.5</c:v>
                </c:pt>
                <c:pt idx="9980">
                  <c:v>3.5</c:v>
                </c:pt>
                <c:pt idx="9981">
                  <c:v>3.5</c:v>
                </c:pt>
                <c:pt idx="9982">
                  <c:v>3.5</c:v>
                </c:pt>
                <c:pt idx="10051">
                  <c:v>9.4380000000000006</c:v>
                </c:pt>
                <c:pt idx="10052">
                  <c:v>9.4380000000000006</c:v>
                </c:pt>
                <c:pt idx="10053">
                  <c:v>9.4380000000000006</c:v>
                </c:pt>
                <c:pt idx="10054">
                  <c:v>9.4380000000000006</c:v>
                </c:pt>
                <c:pt idx="10055">
                  <c:v>9.4380000000000006</c:v>
                </c:pt>
                <c:pt idx="10056">
                  <c:v>9.4380000000000006</c:v>
                </c:pt>
                <c:pt idx="10057">
                  <c:v>9.4380000000000006</c:v>
                </c:pt>
                <c:pt idx="10058">
                  <c:v>9.4380000000000006</c:v>
                </c:pt>
                <c:pt idx="10059">
                  <c:v>9.4380000000000006</c:v>
                </c:pt>
                <c:pt idx="10060">
                  <c:v>9.4380000000000006</c:v>
                </c:pt>
                <c:pt idx="10061">
                  <c:v>9.4380000000000006</c:v>
                </c:pt>
                <c:pt idx="10062">
                  <c:v>9.4380000000000006</c:v>
                </c:pt>
                <c:pt idx="10063">
                  <c:v>9.4691900000000011</c:v>
                </c:pt>
                <c:pt idx="10064">
                  <c:v>9.5374200000000009</c:v>
                </c:pt>
                <c:pt idx="10065">
                  <c:v>9.5789200000000001</c:v>
                </c:pt>
                <c:pt idx="10066">
                  <c:v>9.6065900000000006</c:v>
                </c:pt>
                <c:pt idx="10067">
                  <c:v>9.6222499999999993</c:v>
                </c:pt>
                <c:pt idx="10068">
                  <c:v>9.6346100000000003</c:v>
                </c:pt>
                <c:pt idx="10069">
                  <c:v>9.6450599999999991</c:v>
                </c:pt>
                <c:pt idx="10070">
                  <c:v>9.6480899999999998</c:v>
                </c:pt>
                <c:pt idx="10071">
                  <c:v>9.6515499999999985</c:v>
                </c:pt>
                <c:pt idx="10072">
                  <c:v>9.6515499999999985</c:v>
                </c:pt>
                <c:pt idx="10073">
                  <c:v>9.6515499999999985</c:v>
                </c:pt>
                <c:pt idx="10074">
                  <c:v>9.6515499999999985</c:v>
                </c:pt>
                <c:pt idx="10075">
                  <c:v>9.6515499999999985</c:v>
                </c:pt>
                <c:pt idx="10076">
                  <c:v>9.6515499999999985</c:v>
                </c:pt>
                <c:pt idx="10077">
                  <c:v>9.6515499999999985</c:v>
                </c:pt>
                <c:pt idx="10078">
                  <c:v>9.6510200000000008</c:v>
                </c:pt>
                <c:pt idx="10079">
                  <c:v>9.6512799999999999</c:v>
                </c:pt>
                <c:pt idx="10080">
                  <c:v>9.6504699999999985</c:v>
                </c:pt>
                <c:pt idx="10081">
                  <c:v>9.6504699999999985</c:v>
                </c:pt>
                <c:pt idx="10082">
                  <c:v>9.6504699999999985</c:v>
                </c:pt>
                <c:pt idx="10083">
                  <c:v>9.6501999999999999</c:v>
                </c:pt>
                <c:pt idx="10084">
                  <c:v>9.6501999999999999</c:v>
                </c:pt>
                <c:pt idx="10085">
                  <c:v>9.6490799999999997</c:v>
                </c:pt>
                <c:pt idx="10086">
                  <c:v>9.6490799999999997</c:v>
                </c:pt>
                <c:pt idx="10087">
                  <c:v>9.6487900000000018</c:v>
                </c:pt>
                <c:pt idx="10088">
                  <c:v>9.6485099999999999</c:v>
                </c:pt>
                <c:pt idx="10089">
                  <c:v>9.6470400000000005</c:v>
                </c:pt>
                <c:pt idx="10090">
                  <c:v>9.6520200000000003</c:v>
                </c:pt>
                <c:pt idx="10091">
                  <c:v>9.6572300000000002</c:v>
                </c:pt>
                <c:pt idx="10092">
                  <c:v>9.6570999999999998</c:v>
                </c:pt>
                <c:pt idx="10093">
                  <c:v>9.660540000000001</c:v>
                </c:pt>
                <c:pt idx="10094">
                  <c:v>9.6579500000000014</c:v>
                </c:pt>
                <c:pt idx="10095">
                  <c:v>9.6630599999999998</c:v>
                </c:pt>
                <c:pt idx="10096">
                  <c:v>9.6750300000000014</c:v>
                </c:pt>
                <c:pt idx="10097">
                  <c:v>9.7140599999999999</c:v>
                </c:pt>
                <c:pt idx="10098">
                  <c:v>9.7319999999999993</c:v>
                </c:pt>
                <c:pt idx="10099">
                  <c:v>9.7319999999999993</c:v>
                </c:pt>
                <c:pt idx="10100">
                  <c:v>7.1260500000000002</c:v>
                </c:pt>
                <c:pt idx="10101">
                  <c:v>8.5805000000000007</c:v>
                </c:pt>
                <c:pt idx="10102">
                  <c:v>8.7357300000000002</c:v>
                </c:pt>
                <c:pt idx="10103">
                  <c:v>8.7979599999999998</c:v>
                </c:pt>
                <c:pt idx="10104">
                  <c:v>8.8406299999999991</c:v>
                </c:pt>
                <c:pt idx="10105">
                  <c:v>8.8570400000000014</c:v>
                </c:pt>
                <c:pt idx="10106">
                  <c:v>8.8498999999999999</c:v>
                </c:pt>
                <c:pt idx="10107">
                  <c:v>8.7854799999999997</c:v>
                </c:pt>
                <c:pt idx="10108">
                  <c:v>8.7275100000000005</c:v>
                </c:pt>
                <c:pt idx="10109">
                  <c:v>8.6695400000000014</c:v>
                </c:pt>
                <c:pt idx="10110">
                  <c:v>8.6180099999999999</c:v>
                </c:pt>
                <c:pt idx="10111">
                  <c:v>8.5664800000000003</c:v>
                </c:pt>
                <c:pt idx="10112">
                  <c:v>8.5213900000000002</c:v>
                </c:pt>
                <c:pt idx="10113">
                  <c:v>8.4891800000000011</c:v>
                </c:pt>
                <c:pt idx="10114">
                  <c:v>8.4569799999999997</c:v>
                </c:pt>
                <c:pt idx="10115">
                  <c:v>8.4247700000000005</c:v>
                </c:pt>
                <c:pt idx="10116">
                  <c:v>8.4054500000000001</c:v>
                </c:pt>
                <c:pt idx="10117">
                  <c:v>8.3990100000000005</c:v>
                </c:pt>
                <c:pt idx="10118">
                  <c:v>8.38612</c:v>
                </c:pt>
                <c:pt idx="10119">
                  <c:v>8.3796800000000005</c:v>
                </c:pt>
                <c:pt idx="10120">
                  <c:v>8.3732399999999991</c:v>
                </c:pt>
                <c:pt idx="10121">
                  <c:v>8.3732399999999991</c:v>
                </c:pt>
                <c:pt idx="10122">
                  <c:v>8.3732399999999991</c:v>
                </c:pt>
                <c:pt idx="10123">
                  <c:v>8.3667999999999996</c:v>
                </c:pt>
                <c:pt idx="10124">
                  <c:v>8.3667999999999996</c:v>
                </c:pt>
                <c:pt idx="10125">
                  <c:v>8.3732399999999991</c:v>
                </c:pt>
                <c:pt idx="10126">
                  <c:v>8.3796800000000005</c:v>
                </c:pt>
                <c:pt idx="10127">
                  <c:v>8.3796800000000005</c:v>
                </c:pt>
                <c:pt idx="10128">
                  <c:v>8.4054500000000001</c:v>
                </c:pt>
                <c:pt idx="10129">
                  <c:v>8.4247700000000005</c:v>
                </c:pt>
                <c:pt idx="10130">
                  <c:v>8.4569799999999997</c:v>
                </c:pt>
                <c:pt idx="10131">
                  <c:v>8.4956299999999985</c:v>
                </c:pt>
                <c:pt idx="10132">
                  <c:v>8.5213900000000002</c:v>
                </c:pt>
                <c:pt idx="10133">
                  <c:v>8.5600400000000008</c:v>
                </c:pt>
                <c:pt idx="10134">
                  <c:v>8.5922499999999999</c:v>
                </c:pt>
                <c:pt idx="10135">
                  <c:v>8.6502199999999991</c:v>
                </c:pt>
                <c:pt idx="10136">
                  <c:v>8.7081900000000001</c:v>
                </c:pt>
                <c:pt idx="10137">
                  <c:v>8.7597199999999997</c:v>
                </c:pt>
                <c:pt idx="10138">
                  <c:v>8.8048099999999998</c:v>
                </c:pt>
                <c:pt idx="10139">
                  <c:v>8.8692199999999985</c:v>
                </c:pt>
                <c:pt idx="10140">
                  <c:v>8.9344400000000004</c:v>
                </c:pt>
                <c:pt idx="10141">
                  <c:v>8.9456600000000002</c:v>
                </c:pt>
                <c:pt idx="10142">
                  <c:v>8.9466099999999997</c:v>
                </c:pt>
                <c:pt idx="10143">
                  <c:v>8.9616399999999992</c:v>
                </c:pt>
                <c:pt idx="10144">
                  <c:v>8.9984000000000002</c:v>
                </c:pt>
                <c:pt idx="10145">
                  <c:v>9.0005499999999987</c:v>
                </c:pt>
                <c:pt idx="10146">
                  <c:v>9.3149999999999995</c:v>
                </c:pt>
                <c:pt idx="10190">
                  <c:v>3.5</c:v>
                </c:pt>
                <c:pt idx="10192">
                  <c:v>3.5</c:v>
                </c:pt>
                <c:pt idx="10193">
                  <c:v>3.5</c:v>
                </c:pt>
                <c:pt idx="10194">
                  <c:v>3.5</c:v>
                </c:pt>
                <c:pt idx="10197">
                  <c:v>3.5</c:v>
                </c:pt>
                <c:pt idx="10199">
                  <c:v>3.5</c:v>
                </c:pt>
                <c:pt idx="10200">
                  <c:v>3.5</c:v>
                </c:pt>
                <c:pt idx="10201">
                  <c:v>3.5</c:v>
                </c:pt>
                <c:pt idx="10202">
                  <c:v>3.5</c:v>
                </c:pt>
                <c:pt idx="10203">
                  <c:v>3.5</c:v>
                </c:pt>
                <c:pt idx="10204">
                  <c:v>3.5</c:v>
                </c:pt>
                <c:pt idx="10205">
                  <c:v>3.5</c:v>
                </c:pt>
                <c:pt idx="10206">
                  <c:v>3.5</c:v>
                </c:pt>
                <c:pt idx="10207">
                  <c:v>3.5</c:v>
                </c:pt>
                <c:pt idx="10208">
                  <c:v>3.5</c:v>
                </c:pt>
                <c:pt idx="10209">
                  <c:v>3.5</c:v>
                </c:pt>
                <c:pt idx="10210">
                  <c:v>3.5</c:v>
                </c:pt>
                <c:pt idx="10211">
                  <c:v>3.5</c:v>
                </c:pt>
                <c:pt idx="10212">
                  <c:v>3.5</c:v>
                </c:pt>
                <c:pt idx="10213">
                  <c:v>3.5</c:v>
                </c:pt>
                <c:pt idx="10214">
                  <c:v>3.5</c:v>
                </c:pt>
                <c:pt idx="10216">
                  <c:v>3.5</c:v>
                </c:pt>
                <c:pt idx="10587">
                  <c:v>10.43</c:v>
                </c:pt>
                <c:pt idx="10588">
                  <c:v>10.43</c:v>
                </c:pt>
                <c:pt idx="10589">
                  <c:v>10.43</c:v>
                </c:pt>
                <c:pt idx="10590">
                  <c:v>10.43</c:v>
                </c:pt>
                <c:pt idx="10591">
                  <c:v>10.43</c:v>
                </c:pt>
                <c:pt idx="10592">
                  <c:v>10.43</c:v>
                </c:pt>
                <c:pt idx="10593">
                  <c:v>10.43</c:v>
                </c:pt>
                <c:pt idx="10594">
                  <c:v>10.43</c:v>
                </c:pt>
                <c:pt idx="10595">
                  <c:v>10.43</c:v>
                </c:pt>
                <c:pt idx="10596">
                  <c:v>10.43</c:v>
                </c:pt>
                <c:pt idx="10597">
                  <c:v>10.43</c:v>
                </c:pt>
                <c:pt idx="10598">
                  <c:v>10.43</c:v>
                </c:pt>
                <c:pt idx="10599">
                  <c:v>10.43</c:v>
                </c:pt>
                <c:pt idx="10600">
                  <c:v>10.43</c:v>
                </c:pt>
                <c:pt idx="10601">
                  <c:v>10.43</c:v>
                </c:pt>
                <c:pt idx="10602">
                  <c:v>10.43</c:v>
                </c:pt>
                <c:pt idx="10603">
                  <c:v>10.43</c:v>
                </c:pt>
                <c:pt idx="10604">
                  <c:v>10.43</c:v>
                </c:pt>
                <c:pt idx="10605">
                  <c:v>10.43</c:v>
                </c:pt>
                <c:pt idx="10606">
                  <c:v>10.43</c:v>
                </c:pt>
                <c:pt idx="10607">
                  <c:v>10.43</c:v>
                </c:pt>
                <c:pt idx="10608">
                  <c:v>10.43</c:v>
                </c:pt>
                <c:pt idx="10609">
                  <c:v>10.43</c:v>
                </c:pt>
                <c:pt idx="10610">
                  <c:v>10.43</c:v>
                </c:pt>
                <c:pt idx="10611">
                  <c:v>10.43</c:v>
                </c:pt>
                <c:pt idx="10612">
                  <c:v>10.43</c:v>
                </c:pt>
                <c:pt idx="10613">
                  <c:v>10.43</c:v>
                </c:pt>
                <c:pt idx="10614">
                  <c:v>10.43</c:v>
                </c:pt>
                <c:pt idx="10615">
                  <c:v>10.43</c:v>
                </c:pt>
                <c:pt idx="10616">
                  <c:v>10.43</c:v>
                </c:pt>
                <c:pt idx="10617">
                  <c:v>10.43</c:v>
                </c:pt>
                <c:pt idx="10618">
                  <c:v>10.43</c:v>
                </c:pt>
                <c:pt idx="10619">
                  <c:v>10.43</c:v>
                </c:pt>
                <c:pt idx="10620">
                  <c:v>10.43</c:v>
                </c:pt>
                <c:pt idx="10621">
                  <c:v>10.43</c:v>
                </c:pt>
                <c:pt idx="10622">
                  <c:v>10.43</c:v>
                </c:pt>
                <c:pt idx="10623">
                  <c:v>10.43</c:v>
                </c:pt>
                <c:pt idx="10624">
                  <c:v>10.43</c:v>
                </c:pt>
                <c:pt idx="10625">
                  <c:v>10.43</c:v>
                </c:pt>
                <c:pt idx="10626">
                  <c:v>10.43</c:v>
                </c:pt>
                <c:pt idx="10627">
                  <c:v>10.43</c:v>
                </c:pt>
                <c:pt idx="10628">
                  <c:v>10.43</c:v>
                </c:pt>
                <c:pt idx="10629">
                  <c:v>10.43</c:v>
                </c:pt>
                <c:pt idx="10630">
                  <c:v>10.43</c:v>
                </c:pt>
                <c:pt idx="10631">
                  <c:v>10.43</c:v>
                </c:pt>
                <c:pt idx="10632">
                  <c:v>10.43</c:v>
                </c:pt>
                <c:pt idx="10633">
                  <c:v>10.43</c:v>
                </c:pt>
                <c:pt idx="10634">
                  <c:v>10.43</c:v>
                </c:pt>
                <c:pt idx="10635">
                  <c:v>10.43</c:v>
                </c:pt>
                <c:pt idx="10636">
                  <c:v>10.43</c:v>
                </c:pt>
                <c:pt idx="10637">
                  <c:v>10.43</c:v>
                </c:pt>
                <c:pt idx="10638">
                  <c:v>10.43</c:v>
                </c:pt>
                <c:pt idx="10639">
                  <c:v>12</c:v>
                </c:pt>
                <c:pt idx="10640">
                  <c:v>12</c:v>
                </c:pt>
                <c:pt idx="10641">
                  <c:v>12</c:v>
                </c:pt>
                <c:pt idx="10642">
                  <c:v>12</c:v>
                </c:pt>
                <c:pt idx="10643">
                  <c:v>12</c:v>
                </c:pt>
                <c:pt idx="10644">
                  <c:v>12</c:v>
                </c:pt>
                <c:pt idx="10645">
                  <c:v>12</c:v>
                </c:pt>
                <c:pt idx="10646">
                  <c:v>12</c:v>
                </c:pt>
                <c:pt idx="10647">
                  <c:v>12</c:v>
                </c:pt>
                <c:pt idx="10648">
                  <c:v>12</c:v>
                </c:pt>
                <c:pt idx="10649">
                  <c:v>12</c:v>
                </c:pt>
                <c:pt idx="10650">
                  <c:v>12</c:v>
                </c:pt>
                <c:pt idx="10651">
                  <c:v>12</c:v>
                </c:pt>
                <c:pt idx="10652">
                  <c:v>12</c:v>
                </c:pt>
                <c:pt idx="10653">
                  <c:v>12</c:v>
                </c:pt>
                <c:pt idx="10654">
                  <c:v>12</c:v>
                </c:pt>
                <c:pt idx="10655">
                  <c:v>12</c:v>
                </c:pt>
                <c:pt idx="10656">
                  <c:v>12</c:v>
                </c:pt>
                <c:pt idx="10657">
                  <c:v>12</c:v>
                </c:pt>
                <c:pt idx="10658">
                  <c:v>12</c:v>
                </c:pt>
                <c:pt idx="10659">
                  <c:v>12</c:v>
                </c:pt>
                <c:pt idx="10660">
                  <c:v>12</c:v>
                </c:pt>
                <c:pt idx="10661">
                  <c:v>12</c:v>
                </c:pt>
                <c:pt idx="10662">
                  <c:v>12</c:v>
                </c:pt>
                <c:pt idx="10663">
                  <c:v>12</c:v>
                </c:pt>
                <c:pt idx="10664">
                  <c:v>12</c:v>
                </c:pt>
                <c:pt idx="10665">
                  <c:v>12</c:v>
                </c:pt>
                <c:pt idx="10666">
                  <c:v>12</c:v>
                </c:pt>
                <c:pt idx="10667">
                  <c:v>12</c:v>
                </c:pt>
                <c:pt idx="10668">
                  <c:v>12</c:v>
                </c:pt>
                <c:pt idx="10669">
                  <c:v>12</c:v>
                </c:pt>
                <c:pt idx="10670">
                  <c:v>12</c:v>
                </c:pt>
                <c:pt idx="10671">
                  <c:v>12</c:v>
                </c:pt>
                <c:pt idx="10672">
                  <c:v>12</c:v>
                </c:pt>
                <c:pt idx="10673">
                  <c:v>12</c:v>
                </c:pt>
                <c:pt idx="10674">
                  <c:v>12</c:v>
                </c:pt>
                <c:pt idx="10675">
                  <c:v>12</c:v>
                </c:pt>
                <c:pt idx="10676">
                  <c:v>12</c:v>
                </c:pt>
                <c:pt idx="10677">
                  <c:v>12</c:v>
                </c:pt>
                <c:pt idx="10678">
                  <c:v>12</c:v>
                </c:pt>
                <c:pt idx="10679">
                  <c:v>12</c:v>
                </c:pt>
                <c:pt idx="10680">
                  <c:v>12</c:v>
                </c:pt>
                <c:pt idx="10681">
                  <c:v>12</c:v>
                </c:pt>
                <c:pt idx="10682">
                  <c:v>12</c:v>
                </c:pt>
                <c:pt idx="10683">
                  <c:v>12</c:v>
                </c:pt>
                <c:pt idx="10684">
                  <c:v>12</c:v>
                </c:pt>
                <c:pt idx="10685">
                  <c:v>12</c:v>
                </c:pt>
                <c:pt idx="10686">
                  <c:v>12</c:v>
                </c:pt>
                <c:pt idx="10687">
                  <c:v>12</c:v>
                </c:pt>
                <c:pt idx="10688">
                  <c:v>12</c:v>
                </c:pt>
                <c:pt idx="10689">
                  <c:v>12</c:v>
                </c:pt>
                <c:pt idx="10690">
                  <c:v>12</c:v>
                </c:pt>
                <c:pt idx="10691">
                  <c:v>12</c:v>
                </c:pt>
                <c:pt idx="10692">
                  <c:v>12</c:v>
                </c:pt>
                <c:pt idx="10693">
                  <c:v>12</c:v>
                </c:pt>
                <c:pt idx="10694">
                  <c:v>12</c:v>
                </c:pt>
                <c:pt idx="10695">
                  <c:v>12</c:v>
                </c:pt>
                <c:pt idx="10696">
                  <c:v>12</c:v>
                </c:pt>
                <c:pt idx="10697">
                  <c:v>12</c:v>
                </c:pt>
                <c:pt idx="10698">
                  <c:v>12</c:v>
                </c:pt>
                <c:pt idx="10699">
                  <c:v>12</c:v>
                </c:pt>
                <c:pt idx="10700">
                  <c:v>12</c:v>
                </c:pt>
                <c:pt idx="10701">
                  <c:v>12</c:v>
                </c:pt>
                <c:pt idx="10702">
                  <c:v>12</c:v>
                </c:pt>
                <c:pt idx="10703">
                  <c:v>12</c:v>
                </c:pt>
                <c:pt idx="10704">
                  <c:v>12</c:v>
                </c:pt>
                <c:pt idx="10705">
                  <c:v>12</c:v>
                </c:pt>
                <c:pt idx="10706">
                  <c:v>12</c:v>
                </c:pt>
                <c:pt idx="10707">
                  <c:v>12</c:v>
                </c:pt>
                <c:pt idx="10708">
                  <c:v>12</c:v>
                </c:pt>
                <c:pt idx="10709">
                  <c:v>12</c:v>
                </c:pt>
                <c:pt idx="10710">
                  <c:v>12</c:v>
                </c:pt>
                <c:pt idx="10711">
                  <c:v>12</c:v>
                </c:pt>
                <c:pt idx="10712">
                  <c:v>12</c:v>
                </c:pt>
                <c:pt idx="10713">
                  <c:v>12</c:v>
                </c:pt>
                <c:pt idx="10714">
                  <c:v>12</c:v>
                </c:pt>
                <c:pt idx="10715">
                  <c:v>12</c:v>
                </c:pt>
                <c:pt idx="10716">
                  <c:v>12</c:v>
                </c:pt>
                <c:pt idx="10717">
                  <c:v>12</c:v>
                </c:pt>
                <c:pt idx="10718">
                  <c:v>12</c:v>
                </c:pt>
                <c:pt idx="10719">
                  <c:v>12</c:v>
                </c:pt>
                <c:pt idx="10720">
                  <c:v>12</c:v>
                </c:pt>
                <c:pt idx="10721">
                  <c:v>12</c:v>
                </c:pt>
                <c:pt idx="10722">
                  <c:v>12</c:v>
                </c:pt>
                <c:pt idx="10723">
                  <c:v>12</c:v>
                </c:pt>
                <c:pt idx="10724">
                  <c:v>12</c:v>
                </c:pt>
                <c:pt idx="10725">
                  <c:v>12</c:v>
                </c:pt>
                <c:pt idx="10726">
                  <c:v>12</c:v>
                </c:pt>
                <c:pt idx="10727">
                  <c:v>12</c:v>
                </c:pt>
                <c:pt idx="10728">
                  <c:v>12</c:v>
                </c:pt>
                <c:pt idx="10729">
                  <c:v>12</c:v>
                </c:pt>
                <c:pt idx="10730">
                  <c:v>12</c:v>
                </c:pt>
                <c:pt idx="10731">
                  <c:v>12</c:v>
                </c:pt>
                <c:pt idx="10732">
                  <c:v>12</c:v>
                </c:pt>
                <c:pt idx="10733">
                  <c:v>12</c:v>
                </c:pt>
                <c:pt idx="10734">
                  <c:v>12</c:v>
                </c:pt>
                <c:pt idx="10735">
                  <c:v>12</c:v>
                </c:pt>
                <c:pt idx="10736">
                  <c:v>12</c:v>
                </c:pt>
                <c:pt idx="10737">
                  <c:v>12</c:v>
                </c:pt>
                <c:pt idx="10738">
                  <c:v>12</c:v>
                </c:pt>
                <c:pt idx="10739">
                  <c:v>12</c:v>
                </c:pt>
                <c:pt idx="10740">
                  <c:v>12</c:v>
                </c:pt>
                <c:pt idx="10741">
                  <c:v>12</c:v>
                </c:pt>
                <c:pt idx="10742">
                  <c:v>12</c:v>
                </c:pt>
                <c:pt idx="10743">
                  <c:v>12</c:v>
                </c:pt>
                <c:pt idx="10744">
                  <c:v>12</c:v>
                </c:pt>
                <c:pt idx="10745">
                  <c:v>12</c:v>
                </c:pt>
                <c:pt idx="10746">
                  <c:v>12</c:v>
                </c:pt>
                <c:pt idx="10747">
                  <c:v>12</c:v>
                </c:pt>
                <c:pt idx="10748">
                  <c:v>12</c:v>
                </c:pt>
                <c:pt idx="10749">
                  <c:v>12</c:v>
                </c:pt>
                <c:pt idx="10750">
                  <c:v>12</c:v>
                </c:pt>
                <c:pt idx="10751">
                  <c:v>12</c:v>
                </c:pt>
                <c:pt idx="10752">
                  <c:v>12</c:v>
                </c:pt>
                <c:pt idx="10753">
                  <c:v>12</c:v>
                </c:pt>
                <c:pt idx="10754">
                  <c:v>12</c:v>
                </c:pt>
                <c:pt idx="10755">
                  <c:v>12</c:v>
                </c:pt>
                <c:pt idx="10756">
                  <c:v>12</c:v>
                </c:pt>
                <c:pt idx="10757">
                  <c:v>12</c:v>
                </c:pt>
                <c:pt idx="10758">
                  <c:v>12</c:v>
                </c:pt>
                <c:pt idx="10759">
                  <c:v>12</c:v>
                </c:pt>
                <c:pt idx="10760">
                  <c:v>12</c:v>
                </c:pt>
                <c:pt idx="10761">
                  <c:v>12</c:v>
                </c:pt>
                <c:pt idx="10762">
                  <c:v>12</c:v>
                </c:pt>
                <c:pt idx="10763">
                  <c:v>12</c:v>
                </c:pt>
                <c:pt idx="10764">
                  <c:v>12</c:v>
                </c:pt>
                <c:pt idx="10765">
                  <c:v>12</c:v>
                </c:pt>
                <c:pt idx="10766">
                  <c:v>12</c:v>
                </c:pt>
                <c:pt idx="10767">
                  <c:v>12</c:v>
                </c:pt>
                <c:pt idx="10768">
                  <c:v>12</c:v>
                </c:pt>
                <c:pt idx="10769">
                  <c:v>12</c:v>
                </c:pt>
                <c:pt idx="10770">
                  <c:v>12</c:v>
                </c:pt>
                <c:pt idx="10771">
                  <c:v>12</c:v>
                </c:pt>
                <c:pt idx="10772">
                  <c:v>12</c:v>
                </c:pt>
                <c:pt idx="10773">
                  <c:v>12</c:v>
                </c:pt>
                <c:pt idx="10774">
                  <c:v>12</c:v>
                </c:pt>
                <c:pt idx="10775">
                  <c:v>12</c:v>
                </c:pt>
                <c:pt idx="10776">
                  <c:v>12</c:v>
                </c:pt>
                <c:pt idx="10777">
                  <c:v>12</c:v>
                </c:pt>
                <c:pt idx="10778">
                  <c:v>12</c:v>
                </c:pt>
                <c:pt idx="10779">
                  <c:v>12</c:v>
                </c:pt>
                <c:pt idx="10780">
                  <c:v>12</c:v>
                </c:pt>
                <c:pt idx="10781">
                  <c:v>12</c:v>
                </c:pt>
                <c:pt idx="10782">
                  <c:v>12</c:v>
                </c:pt>
                <c:pt idx="10783">
                  <c:v>12</c:v>
                </c:pt>
                <c:pt idx="10784">
                  <c:v>12</c:v>
                </c:pt>
                <c:pt idx="10785">
                  <c:v>12</c:v>
                </c:pt>
                <c:pt idx="10786">
                  <c:v>12</c:v>
                </c:pt>
                <c:pt idx="10787">
                  <c:v>12</c:v>
                </c:pt>
                <c:pt idx="10788">
                  <c:v>12</c:v>
                </c:pt>
                <c:pt idx="10789">
                  <c:v>12</c:v>
                </c:pt>
                <c:pt idx="10790">
                  <c:v>12</c:v>
                </c:pt>
                <c:pt idx="10791">
                  <c:v>12</c:v>
                </c:pt>
                <c:pt idx="10792">
                  <c:v>12</c:v>
                </c:pt>
                <c:pt idx="10793">
                  <c:v>12</c:v>
                </c:pt>
                <c:pt idx="10794">
                  <c:v>12.05</c:v>
                </c:pt>
                <c:pt idx="10795">
                  <c:v>12.05</c:v>
                </c:pt>
                <c:pt idx="10796">
                  <c:v>12.05</c:v>
                </c:pt>
                <c:pt idx="10797">
                  <c:v>12.05</c:v>
                </c:pt>
                <c:pt idx="10798">
                  <c:v>12.05</c:v>
                </c:pt>
                <c:pt idx="10799">
                  <c:v>12.05</c:v>
                </c:pt>
                <c:pt idx="10800">
                  <c:v>12.05</c:v>
                </c:pt>
                <c:pt idx="10801">
                  <c:v>12.05</c:v>
                </c:pt>
                <c:pt idx="10802">
                  <c:v>12.05</c:v>
                </c:pt>
                <c:pt idx="10803">
                  <c:v>12.05</c:v>
                </c:pt>
                <c:pt idx="10804">
                  <c:v>12.05</c:v>
                </c:pt>
                <c:pt idx="10805">
                  <c:v>12.05</c:v>
                </c:pt>
                <c:pt idx="10806">
                  <c:v>12.05</c:v>
                </c:pt>
                <c:pt idx="10807">
                  <c:v>12.0428</c:v>
                </c:pt>
                <c:pt idx="10808">
                  <c:v>12.04</c:v>
                </c:pt>
                <c:pt idx="10809">
                  <c:v>12.0312</c:v>
                </c:pt>
                <c:pt idx="10810">
                  <c:v>12.028499999999999</c:v>
                </c:pt>
                <c:pt idx="10811">
                  <c:v>12.0251</c:v>
                </c:pt>
                <c:pt idx="10812">
                  <c:v>12.019600000000001</c:v>
                </c:pt>
                <c:pt idx="10813">
                  <c:v>12.0167</c:v>
                </c:pt>
                <c:pt idx="10814">
                  <c:v>12.015700000000001</c:v>
                </c:pt>
                <c:pt idx="10815">
                  <c:v>12.014299999999999</c:v>
                </c:pt>
                <c:pt idx="10816">
                  <c:v>12.0205</c:v>
                </c:pt>
                <c:pt idx="10817">
                  <c:v>12.0205</c:v>
                </c:pt>
                <c:pt idx="10818">
                  <c:v>12.0197</c:v>
                </c:pt>
                <c:pt idx="10819">
                  <c:v>12.019299999999999</c:v>
                </c:pt>
                <c:pt idx="10820">
                  <c:v>12.020200000000001</c:v>
                </c:pt>
                <c:pt idx="10821">
                  <c:v>12.020100000000001</c:v>
                </c:pt>
                <c:pt idx="10822">
                  <c:v>12.020100000000001</c:v>
                </c:pt>
                <c:pt idx="10823">
                  <c:v>12.020100000000001</c:v>
                </c:pt>
                <c:pt idx="10824">
                  <c:v>12.0205</c:v>
                </c:pt>
                <c:pt idx="10825">
                  <c:v>12.0205</c:v>
                </c:pt>
                <c:pt idx="10826">
                  <c:v>12.0205</c:v>
                </c:pt>
                <c:pt idx="10827">
                  <c:v>12.0205</c:v>
                </c:pt>
                <c:pt idx="10828">
                  <c:v>12.0205</c:v>
                </c:pt>
                <c:pt idx="10829">
                  <c:v>12.0205</c:v>
                </c:pt>
                <c:pt idx="10830">
                  <c:v>12.0205</c:v>
                </c:pt>
                <c:pt idx="10831">
                  <c:v>12.0205</c:v>
                </c:pt>
                <c:pt idx="10832">
                  <c:v>12.0205</c:v>
                </c:pt>
                <c:pt idx="10833">
                  <c:v>12.0205</c:v>
                </c:pt>
                <c:pt idx="10834">
                  <c:v>12.0205</c:v>
                </c:pt>
                <c:pt idx="10835">
                  <c:v>12.0205</c:v>
                </c:pt>
                <c:pt idx="10836">
                  <c:v>12.0205</c:v>
                </c:pt>
                <c:pt idx="10837">
                  <c:v>12.0205</c:v>
                </c:pt>
                <c:pt idx="10838">
                  <c:v>12.0205</c:v>
                </c:pt>
                <c:pt idx="10839">
                  <c:v>12.0205</c:v>
                </c:pt>
                <c:pt idx="10840">
                  <c:v>12.016200000000001</c:v>
                </c:pt>
                <c:pt idx="10841">
                  <c:v>12.017700000000001</c:v>
                </c:pt>
                <c:pt idx="10842">
                  <c:v>12.020200000000001</c:v>
                </c:pt>
                <c:pt idx="10843">
                  <c:v>12.023</c:v>
                </c:pt>
                <c:pt idx="10844">
                  <c:v>12.030100000000001</c:v>
                </c:pt>
                <c:pt idx="10845">
                  <c:v>12.037700000000001</c:v>
                </c:pt>
                <c:pt idx="10846">
                  <c:v>12.05</c:v>
                </c:pt>
                <c:pt idx="10847">
                  <c:v>12</c:v>
                </c:pt>
                <c:pt idx="10848">
                  <c:v>12</c:v>
                </c:pt>
                <c:pt idx="10849">
                  <c:v>12.002600000000001</c:v>
                </c:pt>
                <c:pt idx="10850">
                  <c:v>12.01</c:v>
                </c:pt>
                <c:pt idx="10851">
                  <c:v>12.014700000000001</c:v>
                </c:pt>
                <c:pt idx="10852">
                  <c:v>12.017799999999999</c:v>
                </c:pt>
                <c:pt idx="10853">
                  <c:v>12.020100000000001</c:v>
                </c:pt>
                <c:pt idx="10854">
                  <c:v>12.0183</c:v>
                </c:pt>
                <c:pt idx="10855">
                  <c:v>12.020299999999999</c:v>
                </c:pt>
                <c:pt idx="10856">
                  <c:v>12.021799999999999</c:v>
                </c:pt>
                <c:pt idx="10857">
                  <c:v>12.0228</c:v>
                </c:pt>
                <c:pt idx="10858">
                  <c:v>12.0219</c:v>
                </c:pt>
                <c:pt idx="10859">
                  <c:v>12.0227</c:v>
                </c:pt>
                <c:pt idx="10860">
                  <c:v>12.02</c:v>
                </c:pt>
                <c:pt idx="10861">
                  <c:v>12.0166</c:v>
                </c:pt>
                <c:pt idx="10862">
                  <c:v>12.016</c:v>
                </c:pt>
                <c:pt idx="10863">
                  <c:v>12.014100000000001</c:v>
                </c:pt>
                <c:pt idx="10864">
                  <c:v>12.012799999999999</c:v>
                </c:pt>
                <c:pt idx="10865">
                  <c:v>12.012</c:v>
                </c:pt>
                <c:pt idx="10866">
                  <c:v>12.011899999999999</c:v>
                </c:pt>
                <c:pt idx="10867">
                  <c:v>12.011799999999999</c:v>
                </c:pt>
                <c:pt idx="10868">
                  <c:v>12.011799999999999</c:v>
                </c:pt>
                <c:pt idx="10869">
                  <c:v>12.011700000000001</c:v>
                </c:pt>
                <c:pt idx="10870">
                  <c:v>12.0122</c:v>
                </c:pt>
                <c:pt idx="10871">
                  <c:v>12.0122</c:v>
                </c:pt>
                <c:pt idx="10872">
                  <c:v>12.0122</c:v>
                </c:pt>
                <c:pt idx="10873">
                  <c:v>12.0122</c:v>
                </c:pt>
                <c:pt idx="10874">
                  <c:v>12.0122</c:v>
                </c:pt>
                <c:pt idx="10875">
                  <c:v>12.0122</c:v>
                </c:pt>
                <c:pt idx="10876">
                  <c:v>12.0122</c:v>
                </c:pt>
                <c:pt idx="10877">
                  <c:v>12.0123</c:v>
                </c:pt>
                <c:pt idx="10878">
                  <c:v>12.0123</c:v>
                </c:pt>
                <c:pt idx="10879">
                  <c:v>12.012600000000001</c:v>
                </c:pt>
                <c:pt idx="10880">
                  <c:v>12.013200000000001</c:v>
                </c:pt>
                <c:pt idx="10881">
                  <c:v>12.013999999999999</c:v>
                </c:pt>
                <c:pt idx="10882">
                  <c:v>12.033299999999999</c:v>
                </c:pt>
                <c:pt idx="10883">
                  <c:v>12.038</c:v>
                </c:pt>
                <c:pt idx="10884">
                  <c:v>12.0421</c:v>
                </c:pt>
                <c:pt idx="10885">
                  <c:v>12.045399999999999</c:v>
                </c:pt>
                <c:pt idx="10886">
                  <c:v>12.0473</c:v>
                </c:pt>
                <c:pt idx="10887">
                  <c:v>12.049299999999999</c:v>
                </c:pt>
                <c:pt idx="10888">
                  <c:v>12.052100000000001</c:v>
                </c:pt>
                <c:pt idx="10889">
                  <c:v>12.056299999999998</c:v>
                </c:pt>
                <c:pt idx="10890">
                  <c:v>12.060700000000001</c:v>
                </c:pt>
                <c:pt idx="10891">
                  <c:v>12.067500000000001</c:v>
                </c:pt>
                <c:pt idx="10892">
                  <c:v>12.077399999999999</c:v>
                </c:pt>
                <c:pt idx="10893">
                  <c:v>12.092499999999999</c:v>
                </c:pt>
                <c:pt idx="10894">
                  <c:v>12.030299999999999</c:v>
                </c:pt>
                <c:pt idx="10895">
                  <c:v>12.0311</c:v>
                </c:pt>
                <c:pt idx="10896">
                  <c:v>12.0312</c:v>
                </c:pt>
                <c:pt idx="10897">
                  <c:v>12.0328</c:v>
                </c:pt>
                <c:pt idx="10898">
                  <c:v>12.1</c:v>
                </c:pt>
                <c:pt idx="10899">
                  <c:v>12.1</c:v>
                </c:pt>
                <c:pt idx="10900">
                  <c:v>12.1</c:v>
                </c:pt>
                <c:pt idx="10901">
                  <c:v>12.1</c:v>
                </c:pt>
                <c:pt idx="10902">
                  <c:v>12.1</c:v>
                </c:pt>
                <c:pt idx="10903">
                  <c:v>12.1</c:v>
                </c:pt>
                <c:pt idx="10904">
                  <c:v>12.1</c:v>
                </c:pt>
                <c:pt idx="10905">
                  <c:v>12.1</c:v>
                </c:pt>
                <c:pt idx="10906">
                  <c:v>12.1</c:v>
                </c:pt>
                <c:pt idx="10907">
                  <c:v>12.05</c:v>
                </c:pt>
                <c:pt idx="10908">
                  <c:v>12.05</c:v>
                </c:pt>
                <c:pt idx="10909">
                  <c:v>12.05</c:v>
                </c:pt>
                <c:pt idx="10910">
                  <c:v>12.05</c:v>
                </c:pt>
                <c:pt idx="10911">
                  <c:v>12.05</c:v>
                </c:pt>
                <c:pt idx="10912">
                  <c:v>12.05</c:v>
                </c:pt>
                <c:pt idx="10913">
                  <c:v>12.05</c:v>
                </c:pt>
                <c:pt idx="10914">
                  <c:v>12.0799</c:v>
                </c:pt>
                <c:pt idx="10915">
                  <c:v>12.0725</c:v>
                </c:pt>
                <c:pt idx="10916">
                  <c:v>12.068</c:v>
                </c:pt>
                <c:pt idx="10917">
                  <c:v>12.065200000000001</c:v>
                </c:pt>
                <c:pt idx="10918">
                  <c:v>12.052700000000002</c:v>
                </c:pt>
                <c:pt idx="10919">
                  <c:v>12.046899999999999</c:v>
                </c:pt>
                <c:pt idx="10920">
                  <c:v>12.0426</c:v>
                </c:pt>
                <c:pt idx="10921">
                  <c:v>12.036899999999999</c:v>
                </c:pt>
                <c:pt idx="10922">
                  <c:v>12.033200000000001</c:v>
                </c:pt>
                <c:pt idx="10923">
                  <c:v>12.0291</c:v>
                </c:pt>
                <c:pt idx="10924">
                  <c:v>12.026</c:v>
                </c:pt>
                <c:pt idx="10925">
                  <c:v>12.024700000000001</c:v>
                </c:pt>
                <c:pt idx="10926">
                  <c:v>12.025799999999998</c:v>
                </c:pt>
                <c:pt idx="10927">
                  <c:v>12.027899999999999</c:v>
                </c:pt>
                <c:pt idx="10928">
                  <c:v>12.028600000000001</c:v>
                </c:pt>
                <c:pt idx="10929">
                  <c:v>12.032200000000001</c:v>
                </c:pt>
                <c:pt idx="10930">
                  <c:v>12.0389</c:v>
                </c:pt>
                <c:pt idx="10931">
                  <c:v>12.0449</c:v>
                </c:pt>
                <c:pt idx="10932">
                  <c:v>12.048500000000001</c:v>
                </c:pt>
                <c:pt idx="10933">
                  <c:v>12.051200000000001</c:v>
                </c:pt>
                <c:pt idx="10934">
                  <c:v>12.0449</c:v>
                </c:pt>
                <c:pt idx="10935">
                  <c:v>12.043799999999999</c:v>
                </c:pt>
                <c:pt idx="10936">
                  <c:v>12.048999999999999</c:v>
                </c:pt>
                <c:pt idx="10937">
                  <c:v>12.057700000000001</c:v>
                </c:pt>
                <c:pt idx="10938">
                  <c:v>12.0435</c:v>
                </c:pt>
                <c:pt idx="10939">
                  <c:v>12.0594</c:v>
                </c:pt>
                <c:pt idx="10940">
                  <c:v>12.063799999999999</c:v>
                </c:pt>
                <c:pt idx="10941">
                  <c:v>12.0784</c:v>
                </c:pt>
                <c:pt idx="10942">
                  <c:v>12.086600000000001</c:v>
                </c:pt>
                <c:pt idx="10943">
                  <c:v>12.0838</c:v>
                </c:pt>
                <c:pt idx="10944">
                  <c:v>12.089</c:v>
                </c:pt>
                <c:pt idx="10945">
                  <c:v>12.0989</c:v>
                </c:pt>
                <c:pt idx="10946">
                  <c:v>12.073700000000001</c:v>
                </c:pt>
                <c:pt idx="10947">
                  <c:v>12.0808</c:v>
                </c:pt>
                <c:pt idx="10948">
                  <c:v>12.0906</c:v>
                </c:pt>
                <c:pt idx="10949">
                  <c:v>11.83</c:v>
                </c:pt>
                <c:pt idx="10950">
                  <c:v>11.83</c:v>
                </c:pt>
                <c:pt idx="10951">
                  <c:v>11.83</c:v>
                </c:pt>
                <c:pt idx="10952">
                  <c:v>11.83</c:v>
                </c:pt>
                <c:pt idx="10953">
                  <c:v>11.83</c:v>
                </c:pt>
                <c:pt idx="10954">
                  <c:v>11.83</c:v>
                </c:pt>
                <c:pt idx="10955">
                  <c:v>11.83</c:v>
                </c:pt>
                <c:pt idx="10956">
                  <c:v>11.83</c:v>
                </c:pt>
                <c:pt idx="10957">
                  <c:v>11.83</c:v>
                </c:pt>
                <c:pt idx="10958">
                  <c:v>11.83</c:v>
                </c:pt>
                <c:pt idx="10959">
                  <c:v>11.83</c:v>
                </c:pt>
                <c:pt idx="10960">
                  <c:v>11.83</c:v>
                </c:pt>
                <c:pt idx="10961">
                  <c:v>11.83</c:v>
                </c:pt>
                <c:pt idx="10962">
                  <c:v>11.83</c:v>
                </c:pt>
                <c:pt idx="10963">
                  <c:v>11.83</c:v>
                </c:pt>
                <c:pt idx="10964">
                  <c:v>11.83</c:v>
                </c:pt>
                <c:pt idx="10965">
                  <c:v>11.83</c:v>
                </c:pt>
                <c:pt idx="10966">
                  <c:v>11.83</c:v>
                </c:pt>
                <c:pt idx="10967">
                  <c:v>11.83</c:v>
                </c:pt>
                <c:pt idx="10968">
                  <c:v>11.83</c:v>
                </c:pt>
                <c:pt idx="10969">
                  <c:v>11.83</c:v>
                </c:pt>
                <c:pt idx="10970">
                  <c:v>11.83</c:v>
                </c:pt>
                <c:pt idx="10971">
                  <c:v>11.83</c:v>
                </c:pt>
                <c:pt idx="10972">
                  <c:v>11.83</c:v>
                </c:pt>
                <c:pt idx="10973">
                  <c:v>11.83</c:v>
                </c:pt>
                <c:pt idx="10974">
                  <c:v>11.83</c:v>
                </c:pt>
                <c:pt idx="10975">
                  <c:v>11.83</c:v>
                </c:pt>
                <c:pt idx="10976">
                  <c:v>11.83</c:v>
                </c:pt>
                <c:pt idx="10977">
                  <c:v>11.83</c:v>
                </c:pt>
                <c:pt idx="10978">
                  <c:v>11.83</c:v>
                </c:pt>
                <c:pt idx="10979">
                  <c:v>11.83</c:v>
                </c:pt>
                <c:pt idx="10980">
                  <c:v>11.83</c:v>
                </c:pt>
                <c:pt idx="10981">
                  <c:v>11.83</c:v>
                </c:pt>
                <c:pt idx="10982">
                  <c:v>11.83</c:v>
                </c:pt>
                <c:pt idx="10983">
                  <c:v>11.83</c:v>
                </c:pt>
                <c:pt idx="10984">
                  <c:v>11.83</c:v>
                </c:pt>
                <c:pt idx="10985">
                  <c:v>11.83</c:v>
                </c:pt>
                <c:pt idx="10986">
                  <c:v>11.83</c:v>
                </c:pt>
                <c:pt idx="10987">
                  <c:v>11.83</c:v>
                </c:pt>
                <c:pt idx="10988">
                  <c:v>11.83</c:v>
                </c:pt>
                <c:pt idx="10989">
                  <c:v>11.83</c:v>
                </c:pt>
                <c:pt idx="10990">
                  <c:v>11.83</c:v>
                </c:pt>
                <c:pt idx="10991">
                  <c:v>11.83</c:v>
                </c:pt>
                <c:pt idx="10992">
                  <c:v>11.83</c:v>
                </c:pt>
                <c:pt idx="10993">
                  <c:v>11.83</c:v>
                </c:pt>
                <c:pt idx="10994">
                  <c:v>11.83</c:v>
                </c:pt>
                <c:pt idx="10995">
                  <c:v>11.83</c:v>
                </c:pt>
                <c:pt idx="10996">
                  <c:v>11.83</c:v>
                </c:pt>
                <c:pt idx="10997">
                  <c:v>11.83</c:v>
                </c:pt>
                <c:pt idx="10998">
                  <c:v>11.83</c:v>
                </c:pt>
                <c:pt idx="10999">
                  <c:v>11.83</c:v>
                </c:pt>
                <c:pt idx="11000">
                  <c:v>11.83</c:v>
                </c:pt>
                <c:pt idx="11001">
                  <c:v>13</c:v>
                </c:pt>
                <c:pt idx="11002">
                  <c:v>13</c:v>
                </c:pt>
                <c:pt idx="11003">
                  <c:v>13</c:v>
                </c:pt>
                <c:pt idx="11004">
                  <c:v>13</c:v>
                </c:pt>
                <c:pt idx="11005">
                  <c:v>13</c:v>
                </c:pt>
                <c:pt idx="11006">
                  <c:v>13</c:v>
                </c:pt>
                <c:pt idx="11007">
                  <c:v>13</c:v>
                </c:pt>
                <c:pt idx="11008">
                  <c:v>13</c:v>
                </c:pt>
                <c:pt idx="11009">
                  <c:v>13</c:v>
                </c:pt>
                <c:pt idx="11010">
                  <c:v>13</c:v>
                </c:pt>
                <c:pt idx="11011">
                  <c:v>13</c:v>
                </c:pt>
                <c:pt idx="11012">
                  <c:v>13</c:v>
                </c:pt>
                <c:pt idx="11013">
                  <c:v>13</c:v>
                </c:pt>
                <c:pt idx="11014">
                  <c:v>13</c:v>
                </c:pt>
                <c:pt idx="11015">
                  <c:v>13</c:v>
                </c:pt>
                <c:pt idx="11016">
                  <c:v>13</c:v>
                </c:pt>
                <c:pt idx="11017">
                  <c:v>13</c:v>
                </c:pt>
                <c:pt idx="11018">
                  <c:v>13</c:v>
                </c:pt>
                <c:pt idx="11019">
                  <c:v>13</c:v>
                </c:pt>
                <c:pt idx="11020">
                  <c:v>13</c:v>
                </c:pt>
                <c:pt idx="11021">
                  <c:v>12.928900000000001</c:v>
                </c:pt>
                <c:pt idx="11022">
                  <c:v>12.7217</c:v>
                </c:pt>
                <c:pt idx="11023">
                  <c:v>12.644600000000001</c:v>
                </c:pt>
                <c:pt idx="11024">
                  <c:v>12.6313</c:v>
                </c:pt>
                <c:pt idx="11025">
                  <c:v>12.6678</c:v>
                </c:pt>
                <c:pt idx="11026">
                  <c:v>12.686999999999999</c:v>
                </c:pt>
                <c:pt idx="11027">
                  <c:v>12.6881</c:v>
                </c:pt>
                <c:pt idx="11028">
                  <c:v>12.7059</c:v>
                </c:pt>
                <c:pt idx="11029">
                  <c:v>12.826600000000001</c:v>
                </c:pt>
                <c:pt idx="11030">
                  <c:v>12.882899999999999</c:v>
                </c:pt>
                <c:pt idx="11031">
                  <c:v>12.901299999999999</c:v>
                </c:pt>
                <c:pt idx="11032">
                  <c:v>12.893000000000001</c:v>
                </c:pt>
                <c:pt idx="11033">
                  <c:v>12.855399999999999</c:v>
                </c:pt>
                <c:pt idx="11034">
                  <c:v>12.814500000000001</c:v>
                </c:pt>
                <c:pt idx="11035">
                  <c:v>12.645899999999999</c:v>
                </c:pt>
                <c:pt idx="11036">
                  <c:v>12.710600000000001</c:v>
                </c:pt>
                <c:pt idx="11037">
                  <c:v>12.765799999999999</c:v>
                </c:pt>
                <c:pt idx="11038">
                  <c:v>12.837</c:v>
                </c:pt>
                <c:pt idx="11039">
                  <c:v>12.908799999999999</c:v>
                </c:pt>
                <c:pt idx="11040">
                  <c:v>12.9977</c:v>
                </c:pt>
                <c:pt idx="11041">
                  <c:v>12.7981</c:v>
                </c:pt>
                <c:pt idx="11042">
                  <c:v>12.884499999999999</c:v>
                </c:pt>
                <c:pt idx="11086">
                  <c:v>12.4</c:v>
                </c:pt>
                <c:pt idx="11087">
                  <c:v>12.4</c:v>
                </c:pt>
                <c:pt idx="11088">
                  <c:v>12.4</c:v>
                </c:pt>
                <c:pt idx="11089">
                  <c:v>12.4</c:v>
                </c:pt>
                <c:pt idx="11090">
                  <c:v>12.4</c:v>
                </c:pt>
                <c:pt idx="11091">
                  <c:v>12.4</c:v>
                </c:pt>
                <c:pt idx="11092">
                  <c:v>12.4</c:v>
                </c:pt>
                <c:pt idx="11093">
                  <c:v>12.4</c:v>
                </c:pt>
                <c:pt idx="11094">
                  <c:v>12.4</c:v>
                </c:pt>
                <c:pt idx="11095">
                  <c:v>12.4</c:v>
                </c:pt>
                <c:pt idx="11096">
                  <c:v>12.4</c:v>
                </c:pt>
                <c:pt idx="11097">
                  <c:v>12.4</c:v>
                </c:pt>
                <c:pt idx="11098">
                  <c:v>12.4</c:v>
                </c:pt>
                <c:pt idx="11099">
                  <c:v>12.4</c:v>
                </c:pt>
                <c:pt idx="11100">
                  <c:v>12.4</c:v>
                </c:pt>
                <c:pt idx="11101">
                  <c:v>12.4</c:v>
                </c:pt>
                <c:pt idx="11102">
                  <c:v>12.4</c:v>
                </c:pt>
                <c:pt idx="11103">
                  <c:v>12.4</c:v>
                </c:pt>
                <c:pt idx="11104">
                  <c:v>12.4</c:v>
                </c:pt>
                <c:pt idx="11105">
                  <c:v>12.4</c:v>
                </c:pt>
                <c:pt idx="11106">
                  <c:v>12.4</c:v>
                </c:pt>
                <c:pt idx="11107">
                  <c:v>12.4</c:v>
                </c:pt>
                <c:pt idx="11108">
                  <c:v>12.4</c:v>
                </c:pt>
                <c:pt idx="11109">
                  <c:v>12.4</c:v>
                </c:pt>
                <c:pt idx="11110">
                  <c:v>12.4</c:v>
                </c:pt>
                <c:pt idx="11111">
                  <c:v>12.4</c:v>
                </c:pt>
                <c:pt idx="11112">
                  <c:v>12.4</c:v>
                </c:pt>
                <c:pt idx="11113">
                  <c:v>12.4</c:v>
                </c:pt>
                <c:pt idx="11114">
                  <c:v>12.4</c:v>
                </c:pt>
                <c:pt idx="11115">
                  <c:v>12.4</c:v>
                </c:pt>
                <c:pt idx="11116">
                  <c:v>12.4</c:v>
                </c:pt>
                <c:pt idx="11117">
                  <c:v>12.4</c:v>
                </c:pt>
                <c:pt idx="11118">
                  <c:v>12.4</c:v>
                </c:pt>
                <c:pt idx="11119">
                  <c:v>12.4</c:v>
                </c:pt>
                <c:pt idx="11120">
                  <c:v>12.4</c:v>
                </c:pt>
                <c:pt idx="11121">
                  <c:v>12.4</c:v>
                </c:pt>
                <c:pt idx="11122">
                  <c:v>12.4</c:v>
                </c:pt>
                <c:pt idx="11123">
                  <c:v>12.2</c:v>
                </c:pt>
                <c:pt idx="11124">
                  <c:v>12.2</c:v>
                </c:pt>
                <c:pt idx="11125">
                  <c:v>12.2</c:v>
                </c:pt>
                <c:pt idx="11126">
                  <c:v>11.2608</c:v>
                </c:pt>
                <c:pt idx="11127">
                  <c:v>10.874600000000001</c:v>
                </c:pt>
                <c:pt idx="11128">
                  <c:v>10.75</c:v>
                </c:pt>
                <c:pt idx="11129">
                  <c:v>10.648200000000001</c:v>
                </c:pt>
                <c:pt idx="11130">
                  <c:v>10.639899999999999</c:v>
                </c:pt>
                <c:pt idx="11131">
                  <c:v>10.605600000000001</c:v>
                </c:pt>
                <c:pt idx="11132">
                  <c:v>10.602499999999999</c:v>
                </c:pt>
                <c:pt idx="11133">
                  <c:v>10.630700000000001</c:v>
                </c:pt>
                <c:pt idx="11134">
                  <c:v>10.644200000000001</c:v>
                </c:pt>
                <c:pt idx="11135">
                  <c:v>10.661799999999999</c:v>
                </c:pt>
                <c:pt idx="11136">
                  <c:v>10.7646</c:v>
                </c:pt>
                <c:pt idx="11137">
                  <c:v>10.847299999999999</c:v>
                </c:pt>
                <c:pt idx="11138">
                  <c:v>11.004200000000001</c:v>
                </c:pt>
                <c:pt idx="11139">
                  <c:v>11.246600000000001</c:v>
                </c:pt>
                <c:pt idx="11140">
                  <c:v>11.5398</c:v>
                </c:pt>
                <c:pt idx="11141">
                  <c:v>12.0046</c:v>
                </c:pt>
                <c:pt idx="11163">
                  <c:v>12</c:v>
                </c:pt>
                <c:pt idx="11164">
                  <c:v>12</c:v>
                </c:pt>
                <c:pt idx="11165">
                  <c:v>12</c:v>
                </c:pt>
                <c:pt idx="11166">
                  <c:v>12</c:v>
                </c:pt>
                <c:pt idx="11167">
                  <c:v>12</c:v>
                </c:pt>
                <c:pt idx="11168">
                  <c:v>12</c:v>
                </c:pt>
                <c:pt idx="11169">
                  <c:v>12</c:v>
                </c:pt>
                <c:pt idx="11170">
                  <c:v>12</c:v>
                </c:pt>
                <c:pt idx="11171">
                  <c:v>12</c:v>
                </c:pt>
                <c:pt idx="11172">
                  <c:v>12</c:v>
                </c:pt>
                <c:pt idx="11173">
                  <c:v>12</c:v>
                </c:pt>
                <c:pt idx="11174">
                  <c:v>12</c:v>
                </c:pt>
                <c:pt idx="11175">
                  <c:v>12</c:v>
                </c:pt>
                <c:pt idx="11176">
                  <c:v>12</c:v>
                </c:pt>
                <c:pt idx="11177">
                  <c:v>12</c:v>
                </c:pt>
                <c:pt idx="11178">
                  <c:v>12</c:v>
                </c:pt>
                <c:pt idx="11179">
                  <c:v>12</c:v>
                </c:pt>
                <c:pt idx="11180">
                  <c:v>12</c:v>
                </c:pt>
                <c:pt idx="11181">
                  <c:v>12</c:v>
                </c:pt>
                <c:pt idx="11182">
                  <c:v>12</c:v>
                </c:pt>
                <c:pt idx="11183">
                  <c:v>12</c:v>
                </c:pt>
                <c:pt idx="11184">
                  <c:v>12</c:v>
                </c:pt>
                <c:pt idx="11185">
                  <c:v>12</c:v>
                </c:pt>
                <c:pt idx="11186">
                  <c:v>12</c:v>
                </c:pt>
                <c:pt idx="11187">
                  <c:v>12</c:v>
                </c:pt>
                <c:pt idx="11188">
                  <c:v>12</c:v>
                </c:pt>
                <c:pt idx="11189">
                  <c:v>12</c:v>
                </c:pt>
                <c:pt idx="11190">
                  <c:v>12</c:v>
                </c:pt>
                <c:pt idx="11191">
                  <c:v>12</c:v>
                </c:pt>
                <c:pt idx="11192">
                  <c:v>12</c:v>
                </c:pt>
                <c:pt idx="11193">
                  <c:v>12</c:v>
                </c:pt>
                <c:pt idx="11194">
                  <c:v>12</c:v>
                </c:pt>
                <c:pt idx="11195">
                  <c:v>12</c:v>
                </c:pt>
                <c:pt idx="11196">
                  <c:v>12</c:v>
                </c:pt>
                <c:pt idx="11197">
                  <c:v>12</c:v>
                </c:pt>
                <c:pt idx="11198">
                  <c:v>12</c:v>
                </c:pt>
                <c:pt idx="11199">
                  <c:v>12</c:v>
                </c:pt>
                <c:pt idx="11200">
                  <c:v>12</c:v>
                </c:pt>
                <c:pt idx="11201">
                  <c:v>12</c:v>
                </c:pt>
                <c:pt idx="11202">
                  <c:v>12</c:v>
                </c:pt>
                <c:pt idx="11203">
                  <c:v>12</c:v>
                </c:pt>
                <c:pt idx="11204">
                  <c:v>12</c:v>
                </c:pt>
                <c:pt idx="11210">
                  <c:v>5.4989999999999997</c:v>
                </c:pt>
                <c:pt idx="11211">
                  <c:v>5.4989999999999997</c:v>
                </c:pt>
                <c:pt idx="11212">
                  <c:v>5.4989999999999997</c:v>
                </c:pt>
                <c:pt idx="11213">
                  <c:v>5.4989999999999997</c:v>
                </c:pt>
                <c:pt idx="11214">
                  <c:v>5.4989999999999997</c:v>
                </c:pt>
                <c:pt idx="11215">
                  <c:v>5.4989999999999997</c:v>
                </c:pt>
                <c:pt idx="11216">
                  <c:v>5.4989999999999997</c:v>
                </c:pt>
                <c:pt idx="11217">
                  <c:v>5.4989999999999997</c:v>
                </c:pt>
                <c:pt idx="11218">
                  <c:v>5.4989999999999997</c:v>
                </c:pt>
                <c:pt idx="11219">
                  <c:v>5.4989999999999997</c:v>
                </c:pt>
                <c:pt idx="11220">
                  <c:v>5.4989999999999997</c:v>
                </c:pt>
                <c:pt idx="11221">
                  <c:v>5.4989999999999997</c:v>
                </c:pt>
                <c:pt idx="11222">
                  <c:v>5.4989999999999997</c:v>
                </c:pt>
                <c:pt idx="11223">
                  <c:v>5.4989999999999997</c:v>
                </c:pt>
                <c:pt idx="11224">
                  <c:v>5.4989999999999997</c:v>
                </c:pt>
                <c:pt idx="11225">
                  <c:v>5.4989999999999997</c:v>
                </c:pt>
                <c:pt idx="11226">
                  <c:v>5.4989999999999997</c:v>
                </c:pt>
                <c:pt idx="11227">
                  <c:v>5.4989999999999997</c:v>
                </c:pt>
                <c:pt idx="11228">
                  <c:v>5.4989999999999997</c:v>
                </c:pt>
                <c:pt idx="11229">
                  <c:v>5.4989999999999997</c:v>
                </c:pt>
                <c:pt idx="11230">
                  <c:v>4.2115900000000002</c:v>
                </c:pt>
                <c:pt idx="11231">
                  <c:v>4.2166699999999997</c:v>
                </c:pt>
                <c:pt idx="11232">
                  <c:v>4.2535500000000006</c:v>
                </c:pt>
                <c:pt idx="11233">
                  <c:v>4.2523599999999995</c:v>
                </c:pt>
                <c:pt idx="11234">
                  <c:v>4.2499599999999997</c:v>
                </c:pt>
                <c:pt idx="11235">
                  <c:v>4.2487599999999999</c:v>
                </c:pt>
                <c:pt idx="11236">
                  <c:v>4.2463500000000005</c:v>
                </c:pt>
                <c:pt idx="11237">
                  <c:v>4.0604800000000001</c:v>
                </c:pt>
                <c:pt idx="11238">
                  <c:v>4.0374600000000003</c:v>
                </c:pt>
                <c:pt idx="11239">
                  <c:v>4.0084200000000001</c:v>
                </c:pt>
                <c:pt idx="11240">
                  <c:v>3.97065</c:v>
                </c:pt>
                <c:pt idx="11241">
                  <c:v>3.9144399999999999</c:v>
                </c:pt>
                <c:pt idx="11242">
                  <c:v>3.92232</c:v>
                </c:pt>
                <c:pt idx="11243">
                  <c:v>3.9113200000000004</c:v>
                </c:pt>
                <c:pt idx="11244">
                  <c:v>3.91656</c:v>
                </c:pt>
                <c:pt idx="11245">
                  <c:v>3.9130199999999999</c:v>
                </c:pt>
                <c:pt idx="11246">
                  <c:v>3.9629099999999999</c:v>
                </c:pt>
                <c:pt idx="11247">
                  <c:v>3.95662</c:v>
                </c:pt>
                <c:pt idx="11248">
                  <c:v>3.9527899999999998</c:v>
                </c:pt>
                <c:pt idx="11249">
                  <c:v>3.9491399999999999</c:v>
                </c:pt>
                <c:pt idx="11250">
                  <c:v>3.9473699999999998</c:v>
                </c:pt>
                <c:pt idx="11251">
                  <c:v>3.94563</c:v>
                </c:pt>
                <c:pt idx="11252">
                  <c:v>3.9455999999999998</c:v>
                </c:pt>
                <c:pt idx="11253">
                  <c:v>3.9455999999999998</c:v>
                </c:pt>
                <c:pt idx="11254">
                  <c:v>3.9451000000000001</c:v>
                </c:pt>
                <c:pt idx="11255">
                  <c:v>3.9458500000000001</c:v>
                </c:pt>
                <c:pt idx="11256">
                  <c:v>3.9466100000000002</c:v>
                </c:pt>
                <c:pt idx="11257">
                  <c:v>4.0343400000000003</c:v>
                </c:pt>
                <c:pt idx="11258">
                  <c:v>4.04399</c:v>
                </c:pt>
                <c:pt idx="11259">
                  <c:v>4.0527100000000003</c:v>
                </c:pt>
                <c:pt idx="11380">
                  <c:v>3.5</c:v>
                </c:pt>
                <c:pt idx="11381">
                  <c:v>3.5</c:v>
                </c:pt>
                <c:pt idx="11382">
                  <c:v>3.5</c:v>
                </c:pt>
                <c:pt idx="11383">
                  <c:v>3.5</c:v>
                </c:pt>
                <c:pt idx="11384">
                  <c:v>3.5</c:v>
                </c:pt>
                <c:pt idx="11385">
                  <c:v>3.5</c:v>
                </c:pt>
                <c:pt idx="11386">
                  <c:v>3.5</c:v>
                </c:pt>
                <c:pt idx="11387">
                  <c:v>3.5</c:v>
                </c:pt>
                <c:pt idx="11620">
                  <c:v>4.3280000000000003</c:v>
                </c:pt>
                <c:pt idx="11621">
                  <c:v>4.3280000000000003</c:v>
                </c:pt>
                <c:pt idx="11622">
                  <c:v>4.3280000000000003</c:v>
                </c:pt>
                <c:pt idx="11623">
                  <c:v>4.3280000000000003</c:v>
                </c:pt>
                <c:pt idx="11624">
                  <c:v>4.3280000000000003</c:v>
                </c:pt>
                <c:pt idx="11625">
                  <c:v>4.3280000000000003</c:v>
                </c:pt>
                <c:pt idx="11626">
                  <c:v>4.3280000000000003</c:v>
                </c:pt>
                <c:pt idx="11627">
                  <c:v>4.3280000000000003</c:v>
                </c:pt>
                <c:pt idx="11628">
                  <c:v>4.3280000000000003</c:v>
                </c:pt>
                <c:pt idx="11629">
                  <c:v>4.3280000000000003</c:v>
                </c:pt>
                <c:pt idx="11630">
                  <c:v>4.3280000000000003</c:v>
                </c:pt>
                <c:pt idx="11631">
                  <c:v>4.3280000000000003</c:v>
                </c:pt>
                <c:pt idx="11632">
                  <c:v>4.3038599999999994</c:v>
                </c:pt>
                <c:pt idx="11633">
                  <c:v>4.3029999999999999</c:v>
                </c:pt>
                <c:pt idx="11634">
                  <c:v>4.3037000000000001</c:v>
                </c:pt>
                <c:pt idx="11635">
                  <c:v>4.3041700000000001</c:v>
                </c:pt>
                <c:pt idx="11636">
                  <c:v>4.30457</c:v>
                </c:pt>
                <c:pt idx="11637">
                  <c:v>4.3052799999999998</c:v>
                </c:pt>
                <c:pt idx="11638">
                  <c:v>4.3055600000000007</c:v>
                </c:pt>
                <c:pt idx="11639">
                  <c:v>4.3057299999999996</c:v>
                </c:pt>
                <c:pt idx="11640">
                  <c:v>4.3059099999999999</c:v>
                </c:pt>
                <c:pt idx="11641">
                  <c:v>4.3059099999999999</c:v>
                </c:pt>
                <c:pt idx="11642">
                  <c:v>4.306</c:v>
                </c:pt>
                <c:pt idx="11643">
                  <c:v>4.3060799999999997</c:v>
                </c:pt>
                <c:pt idx="11644">
                  <c:v>4.3062100000000001</c:v>
                </c:pt>
                <c:pt idx="11645">
                  <c:v>4.3062500000000004</c:v>
                </c:pt>
                <c:pt idx="11646">
                  <c:v>4.3063400000000005</c:v>
                </c:pt>
                <c:pt idx="11647">
                  <c:v>4.3063799999999999</c:v>
                </c:pt>
                <c:pt idx="11648">
                  <c:v>4.3064600000000004</c:v>
                </c:pt>
                <c:pt idx="11649">
                  <c:v>4.3064200000000001</c:v>
                </c:pt>
                <c:pt idx="11650">
                  <c:v>4.3064999999999998</c:v>
                </c:pt>
                <c:pt idx="11651">
                  <c:v>4.3064600000000004</c:v>
                </c:pt>
                <c:pt idx="11652">
                  <c:v>4.3064600000000004</c:v>
                </c:pt>
                <c:pt idx="11653">
                  <c:v>4.3084199999999999</c:v>
                </c:pt>
                <c:pt idx="11654">
                  <c:v>4.3085200000000006</c:v>
                </c:pt>
                <c:pt idx="11655">
                  <c:v>4.3085900000000006</c:v>
                </c:pt>
                <c:pt idx="11656">
                  <c:v>4.3086899999999995</c:v>
                </c:pt>
                <c:pt idx="11657">
                  <c:v>4.3132999999999999</c:v>
                </c:pt>
                <c:pt idx="11663">
                  <c:v>4.45</c:v>
                </c:pt>
                <c:pt idx="11664">
                  <c:v>4.45</c:v>
                </c:pt>
                <c:pt idx="11665">
                  <c:v>4.45</c:v>
                </c:pt>
                <c:pt idx="11666">
                  <c:v>4.45</c:v>
                </c:pt>
                <c:pt idx="11667">
                  <c:v>4.45</c:v>
                </c:pt>
                <c:pt idx="11668">
                  <c:v>4.45</c:v>
                </c:pt>
                <c:pt idx="11669">
                  <c:v>4.45</c:v>
                </c:pt>
                <c:pt idx="11670">
                  <c:v>4.45</c:v>
                </c:pt>
                <c:pt idx="11671">
                  <c:v>4.45</c:v>
                </c:pt>
                <c:pt idx="11672">
                  <c:v>4.45</c:v>
                </c:pt>
                <c:pt idx="11673">
                  <c:v>4.45</c:v>
                </c:pt>
                <c:pt idx="11674">
                  <c:v>4.45</c:v>
                </c:pt>
                <c:pt idx="11675">
                  <c:v>4.45</c:v>
                </c:pt>
                <c:pt idx="11676">
                  <c:v>4.45</c:v>
                </c:pt>
                <c:pt idx="11677">
                  <c:v>4.45</c:v>
                </c:pt>
                <c:pt idx="11678">
                  <c:v>4.45</c:v>
                </c:pt>
                <c:pt idx="11679">
                  <c:v>4.45</c:v>
                </c:pt>
                <c:pt idx="11680">
                  <c:v>4.45</c:v>
                </c:pt>
                <c:pt idx="11681">
                  <c:v>4.45</c:v>
                </c:pt>
                <c:pt idx="11682">
                  <c:v>4.45</c:v>
                </c:pt>
                <c:pt idx="11683">
                  <c:v>4.45</c:v>
                </c:pt>
                <c:pt idx="11684">
                  <c:v>4.45</c:v>
                </c:pt>
                <c:pt idx="11685">
                  <c:v>4.45</c:v>
                </c:pt>
                <c:pt idx="11686">
                  <c:v>4.45</c:v>
                </c:pt>
                <c:pt idx="11687">
                  <c:v>4.45</c:v>
                </c:pt>
                <c:pt idx="11688">
                  <c:v>4.45</c:v>
                </c:pt>
                <c:pt idx="11745">
                  <c:v>4.8</c:v>
                </c:pt>
                <c:pt idx="11746">
                  <c:v>4.8</c:v>
                </c:pt>
                <c:pt idx="11747">
                  <c:v>4.8</c:v>
                </c:pt>
                <c:pt idx="11748">
                  <c:v>4.8</c:v>
                </c:pt>
                <c:pt idx="11749">
                  <c:v>4.8</c:v>
                </c:pt>
                <c:pt idx="11750">
                  <c:v>4.8</c:v>
                </c:pt>
                <c:pt idx="11751">
                  <c:v>4.8</c:v>
                </c:pt>
                <c:pt idx="11752">
                  <c:v>4.8</c:v>
                </c:pt>
                <c:pt idx="11753">
                  <c:v>4.8</c:v>
                </c:pt>
                <c:pt idx="11754">
                  <c:v>4.8</c:v>
                </c:pt>
                <c:pt idx="11755">
                  <c:v>4.8</c:v>
                </c:pt>
                <c:pt idx="11756">
                  <c:v>4.8</c:v>
                </c:pt>
                <c:pt idx="11757">
                  <c:v>4.8</c:v>
                </c:pt>
                <c:pt idx="11758">
                  <c:v>4.8</c:v>
                </c:pt>
                <c:pt idx="11759">
                  <c:v>4.8</c:v>
                </c:pt>
                <c:pt idx="11760">
                  <c:v>4.8</c:v>
                </c:pt>
                <c:pt idx="11761">
                  <c:v>4.8</c:v>
                </c:pt>
                <c:pt idx="11762">
                  <c:v>4.8</c:v>
                </c:pt>
                <c:pt idx="11763">
                  <c:v>4.8</c:v>
                </c:pt>
                <c:pt idx="11764">
                  <c:v>4.8</c:v>
                </c:pt>
                <c:pt idx="11765">
                  <c:v>4.8</c:v>
                </c:pt>
                <c:pt idx="11766">
                  <c:v>4.8</c:v>
                </c:pt>
                <c:pt idx="11767">
                  <c:v>4.8</c:v>
                </c:pt>
                <c:pt idx="11768">
                  <c:v>4.8</c:v>
                </c:pt>
                <c:pt idx="11769">
                  <c:v>4.8</c:v>
                </c:pt>
                <c:pt idx="11770">
                  <c:v>4.8</c:v>
                </c:pt>
                <c:pt idx="11771">
                  <c:v>4.8</c:v>
                </c:pt>
                <c:pt idx="11772">
                  <c:v>4.8</c:v>
                </c:pt>
                <c:pt idx="11773">
                  <c:v>4.8</c:v>
                </c:pt>
                <c:pt idx="11774">
                  <c:v>4.8</c:v>
                </c:pt>
                <c:pt idx="11775">
                  <c:v>4.8</c:v>
                </c:pt>
                <c:pt idx="11776">
                  <c:v>4.8</c:v>
                </c:pt>
                <c:pt idx="11777">
                  <c:v>4.8</c:v>
                </c:pt>
                <c:pt idx="11778">
                  <c:v>4.8</c:v>
                </c:pt>
                <c:pt idx="11826">
                  <c:v>3.5</c:v>
                </c:pt>
                <c:pt idx="11827">
                  <c:v>3.5</c:v>
                </c:pt>
                <c:pt idx="11828">
                  <c:v>3.5</c:v>
                </c:pt>
                <c:pt idx="11829">
                  <c:v>3.5</c:v>
                </c:pt>
                <c:pt idx="11830">
                  <c:v>3.5</c:v>
                </c:pt>
                <c:pt idx="11831">
                  <c:v>3.5</c:v>
                </c:pt>
                <c:pt idx="11832">
                  <c:v>3.5</c:v>
                </c:pt>
                <c:pt idx="11833">
                  <c:v>3.5</c:v>
                </c:pt>
                <c:pt idx="11834">
                  <c:v>3.5</c:v>
                </c:pt>
                <c:pt idx="11835">
                  <c:v>3.5</c:v>
                </c:pt>
                <c:pt idx="11836">
                  <c:v>3.5</c:v>
                </c:pt>
                <c:pt idx="11837">
                  <c:v>3.5</c:v>
                </c:pt>
                <c:pt idx="11838">
                  <c:v>3.5</c:v>
                </c:pt>
                <c:pt idx="11839">
                  <c:v>3.5</c:v>
                </c:pt>
                <c:pt idx="11840">
                  <c:v>3.5</c:v>
                </c:pt>
                <c:pt idx="11841">
                  <c:v>3.5</c:v>
                </c:pt>
                <c:pt idx="11842">
                  <c:v>3.5</c:v>
                </c:pt>
                <c:pt idx="11843">
                  <c:v>3.5</c:v>
                </c:pt>
                <c:pt idx="11844">
                  <c:v>3.5</c:v>
                </c:pt>
                <c:pt idx="11845">
                  <c:v>3.5</c:v>
                </c:pt>
                <c:pt idx="11846">
                  <c:v>3.5</c:v>
                </c:pt>
                <c:pt idx="11847">
                  <c:v>3.5</c:v>
                </c:pt>
                <c:pt idx="11848">
                  <c:v>3.5</c:v>
                </c:pt>
                <c:pt idx="11849">
                  <c:v>3.5</c:v>
                </c:pt>
                <c:pt idx="11850">
                  <c:v>3.5</c:v>
                </c:pt>
                <c:pt idx="11851">
                  <c:v>3.5</c:v>
                </c:pt>
                <c:pt idx="11852">
                  <c:v>3.5</c:v>
                </c:pt>
                <c:pt idx="11853">
                  <c:v>3.5</c:v>
                </c:pt>
                <c:pt idx="11854">
                  <c:v>3.5</c:v>
                </c:pt>
                <c:pt idx="11855">
                  <c:v>3.5</c:v>
                </c:pt>
                <c:pt idx="11856">
                  <c:v>3.5</c:v>
                </c:pt>
                <c:pt idx="11857">
                  <c:v>3.5</c:v>
                </c:pt>
                <c:pt idx="11858">
                  <c:v>3.5</c:v>
                </c:pt>
                <c:pt idx="11859">
                  <c:v>3.5</c:v>
                </c:pt>
                <c:pt idx="11860">
                  <c:v>3.5</c:v>
                </c:pt>
                <c:pt idx="11861">
                  <c:v>3.5</c:v>
                </c:pt>
                <c:pt idx="11870">
                  <c:v>3.5</c:v>
                </c:pt>
                <c:pt idx="11871">
                  <c:v>3.5</c:v>
                </c:pt>
                <c:pt idx="11872">
                  <c:v>3.5</c:v>
                </c:pt>
                <c:pt idx="11873">
                  <c:v>3.5</c:v>
                </c:pt>
                <c:pt idx="11874">
                  <c:v>3.5</c:v>
                </c:pt>
                <c:pt idx="11875">
                  <c:v>3.5</c:v>
                </c:pt>
                <c:pt idx="11876">
                  <c:v>3.5</c:v>
                </c:pt>
                <c:pt idx="11877">
                  <c:v>3.5</c:v>
                </c:pt>
                <c:pt idx="11878">
                  <c:v>3.5</c:v>
                </c:pt>
                <c:pt idx="11879">
                  <c:v>3.5</c:v>
                </c:pt>
                <c:pt idx="11880">
                  <c:v>3.5</c:v>
                </c:pt>
                <c:pt idx="11881">
                  <c:v>3.5</c:v>
                </c:pt>
                <c:pt idx="11882">
                  <c:v>3.5</c:v>
                </c:pt>
                <c:pt idx="11883">
                  <c:v>3.5</c:v>
                </c:pt>
                <c:pt idx="11884">
                  <c:v>3.5</c:v>
                </c:pt>
                <c:pt idx="11885">
                  <c:v>3.5</c:v>
                </c:pt>
                <c:pt idx="11886">
                  <c:v>3.5</c:v>
                </c:pt>
                <c:pt idx="11887">
                  <c:v>3.5</c:v>
                </c:pt>
                <c:pt idx="11888">
                  <c:v>3.5</c:v>
                </c:pt>
                <c:pt idx="11889">
                  <c:v>3.5</c:v>
                </c:pt>
                <c:pt idx="11890">
                  <c:v>3.5</c:v>
                </c:pt>
                <c:pt idx="11891">
                  <c:v>3.5</c:v>
                </c:pt>
                <c:pt idx="11892">
                  <c:v>3.5</c:v>
                </c:pt>
                <c:pt idx="11893">
                  <c:v>3.5</c:v>
                </c:pt>
                <c:pt idx="11894">
                  <c:v>3.5</c:v>
                </c:pt>
                <c:pt idx="11895">
                  <c:v>3.5</c:v>
                </c:pt>
                <c:pt idx="11896">
                  <c:v>3.5</c:v>
                </c:pt>
                <c:pt idx="11897">
                  <c:v>3.5</c:v>
                </c:pt>
                <c:pt idx="11898">
                  <c:v>3.5</c:v>
                </c:pt>
                <c:pt idx="11899">
                  <c:v>3.5</c:v>
                </c:pt>
                <c:pt idx="11900">
                  <c:v>3.5</c:v>
                </c:pt>
                <c:pt idx="11901">
                  <c:v>3.5</c:v>
                </c:pt>
                <c:pt idx="11902">
                  <c:v>3.5</c:v>
                </c:pt>
                <c:pt idx="11903">
                  <c:v>3.5</c:v>
                </c:pt>
                <c:pt idx="11904">
                  <c:v>3.5</c:v>
                </c:pt>
                <c:pt idx="11905">
                  <c:v>3.5</c:v>
                </c:pt>
                <c:pt idx="11914">
                  <c:v>3.5</c:v>
                </c:pt>
                <c:pt idx="11915">
                  <c:v>3.5</c:v>
                </c:pt>
                <c:pt idx="11916">
                  <c:v>3.5</c:v>
                </c:pt>
                <c:pt idx="11917">
                  <c:v>3.5</c:v>
                </c:pt>
                <c:pt idx="11918">
                  <c:v>3.5</c:v>
                </c:pt>
                <c:pt idx="11919">
                  <c:v>3.5</c:v>
                </c:pt>
                <c:pt idx="11920">
                  <c:v>3.5</c:v>
                </c:pt>
                <c:pt idx="11921">
                  <c:v>3.5</c:v>
                </c:pt>
                <c:pt idx="11922">
                  <c:v>3.5</c:v>
                </c:pt>
                <c:pt idx="11923">
                  <c:v>3.5</c:v>
                </c:pt>
                <c:pt idx="11924">
                  <c:v>3.5</c:v>
                </c:pt>
                <c:pt idx="11925">
                  <c:v>3.5</c:v>
                </c:pt>
                <c:pt idx="11926">
                  <c:v>3.5</c:v>
                </c:pt>
                <c:pt idx="11927">
                  <c:v>3.5</c:v>
                </c:pt>
                <c:pt idx="11928">
                  <c:v>3.5</c:v>
                </c:pt>
                <c:pt idx="11929">
                  <c:v>3.5</c:v>
                </c:pt>
                <c:pt idx="11930">
                  <c:v>3.5</c:v>
                </c:pt>
                <c:pt idx="11931">
                  <c:v>3.5</c:v>
                </c:pt>
                <c:pt idx="11932">
                  <c:v>3.5</c:v>
                </c:pt>
                <c:pt idx="11933">
                  <c:v>3.5</c:v>
                </c:pt>
                <c:pt idx="11934">
                  <c:v>3.5</c:v>
                </c:pt>
                <c:pt idx="11935">
                  <c:v>3.5</c:v>
                </c:pt>
                <c:pt idx="11936">
                  <c:v>3.5</c:v>
                </c:pt>
                <c:pt idx="11937">
                  <c:v>3.5</c:v>
                </c:pt>
                <c:pt idx="11938">
                  <c:v>3.5</c:v>
                </c:pt>
                <c:pt idx="11939">
                  <c:v>3.5</c:v>
                </c:pt>
                <c:pt idx="11940">
                  <c:v>3.5</c:v>
                </c:pt>
                <c:pt idx="11941">
                  <c:v>3.5</c:v>
                </c:pt>
                <c:pt idx="11942">
                  <c:v>3.5</c:v>
                </c:pt>
                <c:pt idx="11943">
                  <c:v>3.5</c:v>
                </c:pt>
                <c:pt idx="11944">
                  <c:v>3.5</c:v>
                </c:pt>
                <c:pt idx="11945">
                  <c:v>3.5</c:v>
                </c:pt>
                <c:pt idx="11946">
                  <c:v>3.5</c:v>
                </c:pt>
                <c:pt idx="11954">
                  <c:v>3.5</c:v>
                </c:pt>
                <c:pt idx="11955">
                  <c:v>3.5</c:v>
                </c:pt>
                <c:pt idx="11956">
                  <c:v>3.5</c:v>
                </c:pt>
                <c:pt idx="11957">
                  <c:v>3.5</c:v>
                </c:pt>
                <c:pt idx="11958">
                  <c:v>3.5</c:v>
                </c:pt>
                <c:pt idx="11959">
                  <c:v>3.5</c:v>
                </c:pt>
                <c:pt idx="11960">
                  <c:v>3.5</c:v>
                </c:pt>
                <c:pt idx="11961">
                  <c:v>3.5</c:v>
                </c:pt>
                <c:pt idx="11962">
                  <c:v>3.5</c:v>
                </c:pt>
                <c:pt idx="11963">
                  <c:v>3.5</c:v>
                </c:pt>
                <c:pt idx="11964">
                  <c:v>3.5</c:v>
                </c:pt>
                <c:pt idx="11965">
                  <c:v>3.5</c:v>
                </c:pt>
                <c:pt idx="11966">
                  <c:v>3.5</c:v>
                </c:pt>
                <c:pt idx="11967">
                  <c:v>3.5</c:v>
                </c:pt>
                <c:pt idx="11968">
                  <c:v>3.5</c:v>
                </c:pt>
                <c:pt idx="11969">
                  <c:v>3.5</c:v>
                </c:pt>
                <c:pt idx="11970">
                  <c:v>3.5</c:v>
                </c:pt>
                <c:pt idx="11971">
                  <c:v>3.5</c:v>
                </c:pt>
                <c:pt idx="11972">
                  <c:v>3.5</c:v>
                </c:pt>
                <c:pt idx="11973">
                  <c:v>3.5</c:v>
                </c:pt>
                <c:pt idx="11974">
                  <c:v>3.5</c:v>
                </c:pt>
                <c:pt idx="12075">
                  <c:v>3.5</c:v>
                </c:pt>
                <c:pt idx="12076">
                  <c:v>3.5</c:v>
                </c:pt>
                <c:pt idx="12077">
                  <c:v>3.5</c:v>
                </c:pt>
                <c:pt idx="12078">
                  <c:v>3.5</c:v>
                </c:pt>
                <c:pt idx="12079">
                  <c:v>3.5</c:v>
                </c:pt>
                <c:pt idx="12080">
                  <c:v>3.5</c:v>
                </c:pt>
                <c:pt idx="12081">
                  <c:v>3.5</c:v>
                </c:pt>
                <c:pt idx="12082">
                  <c:v>3.5</c:v>
                </c:pt>
                <c:pt idx="12083">
                  <c:v>3.5</c:v>
                </c:pt>
                <c:pt idx="12084">
                  <c:v>3.5</c:v>
                </c:pt>
                <c:pt idx="12085">
                  <c:v>3.5</c:v>
                </c:pt>
                <c:pt idx="12086">
                  <c:v>3.5</c:v>
                </c:pt>
                <c:pt idx="12087">
                  <c:v>3.5</c:v>
                </c:pt>
                <c:pt idx="12115">
                  <c:v>3.5</c:v>
                </c:pt>
                <c:pt idx="12116">
                  <c:v>3.5</c:v>
                </c:pt>
                <c:pt idx="12117">
                  <c:v>3.5</c:v>
                </c:pt>
                <c:pt idx="12118">
                  <c:v>3.5</c:v>
                </c:pt>
                <c:pt idx="12119">
                  <c:v>3.5</c:v>
                </c:pt>
                <c:pt idx="12120">
                  <c:v>3.5</c:v>
                </c:pt>
                <c:pt idx="12121">
                  <c:v>3.5</c:v>
                </c:pt>
                <c:pt idx="12122">
                  <c:v>3.5</c:v>
                </c:pt>
                <c:pt idx="12123">
                  <c:v>3.5</c:v>
                </c:pt>
                <c:pt idx="12124">
                  <c:v>3.5</c:v>
                </c:pt>
                <c:pt idx="12125">
                  <c:v>3.5</c:v>
                </c:pt>
                <c:pt idx="12126">
                  <c:v>3.5</c:v>
                </c:pt>
                <c:pt idx="12127">
                  <c:v>3.5</c:v>
                </c:pt>
                <c:pt idx="12128">
                  <c:v>3.5</c:v>
                </c:pt>
                <c:pt idx="12129">
                  <c:v>3.5</c:v>
                </c:pt>
                <c:pt idx="12130">
                  <c:v>3.5</c:v>
                </c:pt>
                <c:pt idx="12131">
                  <c:v>3.5</c:v>
                </c:pt>
                <c:pt idx="12132">
                  <c:v>3.5</c:v>
                </c:pt>
                <c:pt idx="12133">
                  <c:v>3.5</c:v>
                </c:pt>
                <c:pt idx="12134">
                  <c:v>3.5</c:v>
                </c:pt>
                <c:pt idx="12135">
                  <c:v>3.5</c:v>
                </c:pt>
                <c:pt idx="12136">
                  <c:v>3.5</c:v>
                </c:pt>
                <c:pt idx="12137">
                  <c:v>3.5</c:v>
                </c:pt>
                <c:pt idx="12138">
                  <c:v>3.5</c:v>
                </c:pt>
                <c:pt idx="12139">
                  <c:v>3.5</c:v>
                </c:pt>
                <c:pt idx="12140">
                  <c:v>3.5</c:v>
                </c:pt>
                <c:pt idx="12395">
                  <c:v>3.5</c:v>
                </c:pt>
                <c:pt idx="12396">
                  <c:v>3.5</c:v>
                </c:pt>
                <c:pt idx="12397">
                  <c:v>3.5</c:v>
                </c:pt>
                <c:pt idx="12398">
                  <c:v>3.5</c:v>
                </c:pt>
                <c:pt idx="12399">
                  <c:v>3.5</c:v>
                </c:pt>
                <c:pt idx="12400">
                  <c:v>3.5</c:v>
                </c:pt>
                <c:pt idx="12401">
                  <c:v>3.5</c:v>
                </c:pt>
                <c:pt idx="12402">
                  <c:v>3.5</c:v>
                </c:pt>
                <c:pt idx="12403">
                  <c:v>3.5</c:v>
                </c:pt>
                <c:pt idx="12404">
                  <c:v>3.5</c:v>
                </c:pt>
                <c:pt idx="12405">
                  <c:v>3.5</c:v>
                </c:pt>
                <c:pt idx="12406">
                  <c:v>3.5</c:v>
                </c:pt>
                <c:pt idx="12407">
                  <c:v>3.5</c:v>
                </c:pt>
                <c:pt idx="12408">
                  <c:v>3.5</c:v>
                </c:pt>
                <c:pt idx="12409">
                  <c:v>3.5</c:v>
                </c:pt>
                <c:pt idx="12410">
                  <c:v>3.5</c:v>
                </c:pt>
                <c:pt idx="12411">
                  <c:v>3.5</c:v>
                </c:pt>
                <c:pt idx="12412">
                  <c:v>3.5</c:v>
                </c:pt>
                <c:pt idx="12413">
                  <c:v>3.5</c:v>
                </c:pt>
                <c:pt idx="12414">
                  <c:v>3.5</c:v>
                </c:pt>
                <c:pt idx="12415">
                  <c:v>3.5</c:v>
                </c:pt>
                <c:pt idx="12416">
                  <c:v>3.5</c:v>
                </c:pt>
                <c:pt idx="12417">
                  <c:v>3.5</c:v>
                </c:pt>
                <c:pt idx="12418">
                  <c:v>3.5</c:v>
                </c:pt>
                <c:pt idx="12419">
                  <c:v>3.5</c:v>
                </c:pt>
                <c:pt idx="12420">
                  <c:v>3.5</c:v>
                </c:pt>
                <c:pt idx="12421">
                  <c:v>3.5</c:v>
                </c:pt>
                <c:pt idx="12422">
                  <c:v>3.5</c:v>
                </c:pt>
                <c:pt idx="12423">
                  <c:v>3.5</c:v>
                </c:pt>
                <c:pt idx="12424">
                  <c:v>3.5</c:v>
                </c:pt>
                <c:pt idx="12437">
                  <c:v>3.2</c:v>
                </c:pt>
                <c:pt idx="12438">
                  <c:v>3.2</c:v>
                </c:pt>
                <c:pt idx="12439">
                  <c:v>3.2</c:v>
                </c:pt>
                <c:pt idx="12440">
                  <c:v>3.2</c:v>
                </c:pt>
                <c:pt idx="12441">
                  <c:v>3.2</c:v>
                </c:pt>
                <c:pt idx="12442">
                  <c:v>3.2</c:v>
                </c:pt>
                <c:pt idx="12443">
                  <c:v>3.2</c:v>
                </c:pt>
                <c:pt idx="12444">
                  <c:v>3.2</c:v>
                </c:pt>
                <c:pt idx="12445">
                  <c:v>3.2</c:v>
                </c:pt>
                <c:pt idx="12446">
                  <c:v>3.2</c:v>
                </c:pt>
                <c:pt idx="12447">
                  <c:v>3.2</c:v>
                </c:pt>
                <c:pt idx="12448">
                  <c:v>3.2</c:v>
                </c:pt>
                <c:pt idx="12449">
                  <c:v>3.2</c:v>
                </c:pt>
                <c:pt idx="12450">
                  <c:v>3.2</c:v>
                </c:pt>
                <c:pt idx="12451">
                  <c:v>3.2</c:v>
                </c:pt>
                <c:pt idx="12452">
                  <c:v>3.2</c:v>
                </c:pt>
                <c:pt idx="12453">
                  <c:v>3.2</c:v>
                </c:pt>
                <c:pt idx="12454">
                  <c:v>3.2</c:v>
                </c:pt>
                <c:pt idx="12455">
                  <c:v>3.2</c:v>
                </c:pt>
                <c:pt idx="12456">
                  <c:v>3.2</c:v>
                </c:pt>
                <c:pt idx="12457">
                  <c:v>3.2</c:v>
                </c:pt>
                <c:pt idx="12458">
                  <c:v>3.2</c:v>
                </c:pt>
                <c:pt idx="12459">
                  <c:v>3.2</c:v>
                </c:pt>
                <c:pt idx="12460">
                  <c:v>3.2</c:v>
                </c:pt>
                <c:pt idx="12461">
                  <c:v>3.2</c:v>
                </c:pt>
                <c:pt idx="12462">
                  <c:v>3.2</c:v>
                </c:pt>
                <c:pt idx="12463">
                  <c:v>3.2</c:v>
                </c:pt>
                <c:pt idx="12464">
                  <c:v>3.2</c:v>
                </c:pt>
                <c:pt idx="12478">
                  <c:v>3.5</c:v>
                </c:pt>
                <c:pt idx="12479">
                  <c:v>3.5</c:v>
                </c:pt>
                <c:pt idx="12480">
                  <c:v>3.5</c:v>
                </c:pt>
                <c:pt idx="12481">
                  <c:v>3.5</c:v>
                </c:pt>
                <c:pt idx="12482">
                  <c:v>3.5</c:v>
                </c:pt>
                <c:pt idx="12483">
                  <c:v>3.5</c:v>
                </c:pt>
                <c:pt idx="12484">
                  <c:v>3.5</c:v>
                </c:pt>
                <c:pt idx="12485">
                  <c:v>3.5</c:v>
                </c:pt>
                <c:pt idx="12486">
                  <c:v>3.5</c:v>
                </c:pt>
                <c:pt idx="12487">
                  <c:v>3.5</c:v>
                </c:pt>
                <c:pt idx="12488">
                  <c:v>3.5</c:v>
                </c:pt>
                <c:pt idx="12489">
                  <c:v>3.5</c:v>
                </c:pt>
                <c:pt idx="12490">
                  <c:v>3.5</c:v>
                </c:pt>
                <c:pt idx="12491">
                  <c:v>3.5</c:v>
                </c:pt>
                <c:pt idx="12492">
                  <c:v>3.5</c:v>
                </c:pt>
                <c:pt idx="12493">
                  <c:v>3.5</c:v>
                </c:pt>
                <c:pt idx="12494">
                  <c:v>3.5</c:v>
                </c:pt>
                <c:pt idx="12495">
                  <c:v>3.5</c:v>
                </c:pt>
                <c:pt idx="12496">
                  <c:v>3.5</c:v>
                </c:pt>
                <c:pt idx="12559">
                  <c:v>4.5999999999999996</c:v>
                </c:pt>
                <c:pt idx="12560">
                  <c:v>4.5999999999999996</c:v>
                </c:pt>
                <c:pt idx="12561">
                  <c:v>4.5999999999999996</c:v>
                </c:pt>
                <c:pt idx="12562">
                  <c:v>4.5999999999999996</c:v>
                </c:pt>
                <c:pt idx="12563">
                  <c:v>4.5999999999999996</c:v>
                </c:pt>
                <c:pt idx="12564">
                  <c:v>4.5999999999999996</c:v>
                </c:pt>
                <c:pt idx="12565">
                  <c:v>4.5999999999999996</c:v>
                </c:pt>
                <c:pt idx="12566">
                  <c:v>4.5999999999999996</c:v>
                </c:pt>
                <c:pt idx="12567">
                  <c:v>4.5999999999999996</c:v>
                </c:pt>
                <c:pt idx="12568">
                  <c:v>4.5999999999999996</c:v>
                </c:pt>
                <c:pt idx="12569">
                  <c:v>4.5999999999999996</c:v>
                </c:pt>
                <c:pt idx="12570">
                  <c:v>4.5999999999999996</c:v>
                </c:pt>
                <c:pt idx="12571">
                  <c:v>4.5999999999999996</c:v>
                </c:pt>
                <c:pt idx="12572">
                  <c:v>4.5999999999999996</c:v>
                </c:pt>
                <c:pt idx="12573">
                  <c:v>4.5999999999999996</c:v>
                </c:pt>
                <c:pt idx="12574">
                  <c:v>4.5999999999999996</c:v>
                </c:pt>
                <c:pt idx="12575">
                  <c:v>4.5999999999999996</c:v>
                </c:pt>
                <c:pt idx="12576">
                  <c:v>4.5999999999999996</c:v>
                </c:pt>
                <c:pt idx="12577">
                  <c:v>4.5999999999999996</c:v>
                </c:pt>
                <c:pt idx="12578">
                  <c:v>4.5999999999999996</c:v>
                </c:pt>
                <c:pt idx="12579">
                  <c:v>4.5999999999999996</c:v>
                </c:pt>
                <c:pt idx="12580">
                  <c:v>4.5999999999999996</c:v>
                </c:pt>
                <c:pt idx="12595">
                  <c:v>4.5999999999999996</c:v>
                </c:pt>
                <c:pt idx="12596">
                  <c:v>4.5999999999999996</c:v>
                </c:pt>
                <c:pt idx="12597">
                  <c:v>4.5928800000000001</c:v>
                </c:pt>
                <c:pt idx="12598">
                  <c:v>4.5928199999999997</c:v>
                </c:pt>
                <c:pt idx="12599">
                  <c:v>4.5858400000000001</c:v>
                </c:pt>
                <c:pt idx="12600">
                  <c:v>4.5856400000000006</c:v>
                </c:pt>
                <c:pt idx="12601">
                  <c:v>4.5822200000000004</c:v>
                </c:pt>
                <c:pt idx="12602">
                  <c:v>4.5823400000000003</c:v>
                </c:pt>
                <c:pt idx="12603">
                  <c:v>4.5775600000000001</c:v>
                </c:pt>
                <c:pt idx="12604">
                  <c:v>4.5758799999999997</c:v>
                </c:pt>
                <c:pt idx="12605">
                  <c:v>4.5758799999999997</c:v>
                </c:pt>
                <c:pt idx="12606">
                  <c:v>4.5758799999999997</c:v>
                </c:pt>
                <c:pt idx="12607">
                  <c:v>4.57531</c:v>
                </c:pt>
                <c:pt idx="12608">
                  <c:v>4.5750600000000006</c:v>
                </c:pt>
                <c:pt idx="12609">
                  <c:v>4.5750600000000006</c:v>
                </c:pt>
                <c:pt idx="12610">
                  <c:v>4.5750099999999998</c:v>
                </c:pt>
                <c:pt idx="12611">
                  <c:v>4.57172</c:v>
                </c:pt>
                <c:pt idx="12612">
                  <c:v>4.5714300000000003</c:v>
                </c:pt>
                <c:pt idx="12613">
                  <c:v>4.5707100000000001</c:v>
                </c:pt>
                <c:pt idx="12614">
                  <c:v>4.5704599999999997</c:v>
                </c:pt>
                <c:pt idx="12615">
                  <c:v>4.5701899999999993</c:v>
                </c:pt>
                <c:pt idx="12616">
                  <c:v>4.5702499999999997</c:v>
                </c:pt>
                <c:pt idx="12617">
                  <c:v>4.5698599999999994</c:v>
                </c:pt>
                <c:pt idx="12618">
                  <c:v>4.5689500000000001</c:v>
                </c:pt>
                <c:pt idx="12619">
                  <c:v>4.5793400000000002</c:v>
                </c:pt>
                <c:pt idx="12620">
                  <c:v>4.5794600000000001</c:v>
                </c:pt>
                <c:pt idx="12621">
                  <c:v>3.5</c:v>
                </c:pt>
                <c:pt idx="12622">
                  <c:v>3.5</c:v>
                </c:pt>
                <c:pt idx="12623">
                  <c:v>3.5</c:v>
                </c:pt>
                <c:pt idx="12624">
                  <c:v>3.5</c:v>
                </c:pt>
                <c:pt idx="12637">
                  <c:v>3.5</c:v>
                </c:pt>
                <c:pt idx="12638">
                  <c:v>3.5</c:v>
                </c:pt>
                <c:pt idx="12639">
                  <c:v>3.5</c:v>
                </c:pt>
                <c:pt idx="12640">
                  <c:v>3.5</c:v>
                </c:pt>
                <c:pt idx="12641">
                  <c:v>3.5</c:v>
                </c:pt>
                <c:pt idx="12642">
                  <c:v>3.5</c:v>
                </c:pt>
                <c:pt idx="12643">
                  <c:v>3.5</c:v>
                </c:pt>
                <c:pt idx="12644">
                  <c:v>3.5</c:v>
                </c:pt>
                <c:pt idx="12645">
                  <c:v>3.5</c:v>
                </c:pt>
                <c:pt idx="12646">
                  <c:v>3.5</c:v>
                </c:pt>
                <c:pt idx="12647">
                  <c:v>3.5</c:v>
                </c:pt>
                <c:pt idx="12648">
                  <c:v>3.5</c:v>
                </c:pt>
                <c:pt idx="12649">
                  <c:v>3.5</c:v>
                </c:pt>
                <c:pt idx="12650">
                  <c:v>3.5</c:v>
                </c:pt>
                <c:pt idx="12651">
                  <c:v>3.5</c:v>
                </c:pt>
                <c:pt idx="12652">
                  <c:v>3.5</c:v>
                </c:pt>
                <c:pt idx="12653">
                  <c:v>3.5</c:v>
                </c:pt>
                <c:pt idx="12654">
                  <c:v>3.5</c:v>
                </c:pt>
                <c:pt idx="12655">
                  <c:v>3.5</c:v>
                </c:pt>
                <c:pt idx="12656">
                  <c:v>3.5</c:v>
                </c:pt>
                <c:pt idx="12657">
                  <c:v>3.5</c:v>
                </c:pt>
                <c:pt idx="12658">
                  <c:v>3.5</c:v>
                </c:pt>
                <c:pt idx="12659">
                  <c:v>3.5</c:v>
                </c:pt>
                <c:pt idx="12660">
                  <c:v>3.5</c:v>
                </c:pt>
                <c:pt idx="12661">
                  <c:v>3.5</c:v>
                </c:pt>
                <c:pt idx="12662">
                  <c:v>3.5</c:v>
                </c:pt>
                <c:pt idx="12677">
                  <c:v>3.5</c:v>
                </c:pt>
                <c:pt idx="12678">
                  <c:v>3.5</c:v>
                </c:pt>
                <c:pt idx="12679">
                  <c:v>3.5</c:v>
                </c:pt>
                <c:pt idx="12680">
                  <c:v>3.5</c:v>
                </c:pt>
                <c:pt idx="12681">
                  <c:v>3.5</c:v>
                </c:pt>
                <c:pt idx="12682">
                  <c:v>3.5</c:v>
                </c:pt>
                <c:pt idx="12683">
                  <c:v>3.5</c:v>
                </c:pt>
                <c:pt idx="12684">
                  <c:v>3.5</c:v>
                </c:pt>
                <c:pt idx="12685">
                  <c:v>3.5</c:v>
                </c:pt>
                <c:pt idx="12686">
                  <c:v>3.5</c:v>
                </c:pt>
                <c:pt idx="12687">
                  <c:v>3.5</c:v>
                </c:pt>
                <c:pt idx="12688">
                  <c:v>3.5</c:v>
                </c:pt>
                <c:pt idx="12689">
                  <c:v>3.5</c:v>
                </c:pt>
                <c:pt idx="12690">
                  <c:v>3.5</c:v>
                </c:pt>
                <c:pt idx="12691">
                  <c:v>3.5</c:v>
                </c:pt>
                <c:pt idx="12692">
                  <c:v>3.5</c:v>
                </c:pt>
                <c:pt idx="12693">
                  <c:v>3.5</c:v>
                </c:pt>
                <c:pt idx="12694">
                  <c:v>3.5</c:v>
                </c:pt>
                <c:pt idx="12695">
                  <c:v>3.5</c:v>
                </c:pt>
                <c:pt idx="12696">
                  <c:v>3.5</c:v>
                </c:pt>
                <c:pt idx="12697">
                  <c:v>3.5</c:v>
                </c:pt>
                <c:pt idx="12698">
                  <c:v>3.5</c:v>
                </c:pt>
                <c:pt idx="12699">
                  <c:v>3.5</c:v>
                </c:pt>
                <c:pt idx="12700">
                  <c:v>3.5</c:v>
                </c:pt>
                <c:pt idx="12701">
                  <c:v>3.5</c:v>
                </c:pt>
                <c:pt idx="12702">
                  <c:v>3.5</c:v>
                </c:pt>
                <c:pt idx="12957">
                  <c:v>3.5</c:v>
                </c:pt>
                <c:pt idx="12958">
                  <c:v>3.5</c:v>
                </c:pt>
                <c:pt idx="12959">
                  <c:v>3.5</c:v>
                </c:pt>
                <c:pt idx="12960">
                  <c:v>3.5</c:v>
                </c:pt>
                <c:pt idx="12961">
                  <c:v>3.5</c:v>
                </c:pt>
                <c:pt idx="12962">
                  <c:v>3.5</c:v>
                </c:pt>
                <c:pt idx="12963">
                  <c:v>3.5</c:v>
                </c:pt>
                <c:pt idx="12964">
                  <c:v>3.5</c:v>
                </c:pt>
                <c:pt idx="12965">
                  <c:v>3.5</c:v>
                </c:pt>
                <c:pt idx="12966">
                  <c:v>3.5</c:v>
                </c:pt>
                <c:pt idx="12967">
                  <c:v>3.5</c:v>
                </c:pt>
                <c:pt idx="12968">
                  <c:v>3.5</c:v>
                </c:pt>
                <c:pt idx="12969">
                  <c:v>3.5</c:v>
                </c:pt>
                <c:pt idx="12970">
                  <c:v>3.5</c:v>
                </c:pt>
                <c:pt idx="12971">
                  <c:v>3.5</c:v>
                </c:pt>
                <c:pt idx="12972">
                  <c:v>3.5</c:v>
                </c:pt>
                <c:pt idx="12973">
                  <c:v>3.5</c:v>
                </c:pt>
                <c:pt idx="12974">
                  <c:v>3.5</c:v>
                </c:pt>
                <c:pt idx="12975">
                  <c:v>3.5</c:v>
                </c:pt>
                <c:pt idx="12976">
                  <c:v>3.5</c:v>
                </c:pt>
                <c:pt idx="12977">
                  <c:v>3.5</c:v>
                </c:pt>
                <c:pt idx="12978">
                  <c:v>3.5</c:v>
                </c:pt>
                <c:pt idx="12979">
                  <c:v>3.5</c:v>
                </c:pt>
                <c:pt idx="12980">
                  <c:v>3.5</c:v>
                </c:pt>
                <c:pt idx="12981">
                  <c:v>3.5</c:v>
                </c:pt>
                <c:pt idx="12982">
                  <c:v>3.5</c:v>
                </c:pt>
                <c:pt idx="12997">
                  <c:v>3.5</c:v>
                </c:pt>
                <c:pt idx="12998">
                  <c:v>3.5</c:v>
                </c:pt>
                <c:pt idx="12999">
                  <c:v>3.5</c:v>
                </c:pt>
                <c:pt idx="13000">
                  <c:v>3.5</c:v>
                </c:pt>
                <c:pt idx="13001">
                  <c:v>3.5</c:v>
                </c:pt>
                <c:pt idx="13002">
                  <c:v>3.5</c:v>
                </c:pt>
                <c:pt idx="13003">
                  <c:v>3.5</c:v>
                </c:pt>
                <c:pt idx="13004">
                  <c:v>3.5</c:v>
                </c:pt>
                <c:pt idx="13005">
                  <c:v>3.5</c:v>
                </c:pt>
                <c:pt idx="13006">
                  <c:v>3.5</c:v>
                </c:pt>
                <c:pt idx="13007">
                  <c:v>3.5</c:v>
                </c:pt>
                <c:pt idx="13008">
                  <c:v>3.5</c:v>
                </c:pt>
                <c:pt idx="13009">
                  <c:v>3.5</c:v>
                </c:pt>
                <c:pt idx="13010">
                  <c:v>3.5</c:v>
                </c:pt>
                <c:pt idx="13011">
                  <c:v>3.5</c:v>
                </c:pt>
                <c:pt idx="13012">
                  <c:v>3.5</c:v>
                </c:pt>
                <c:pt idx="13013">
                  <c:v>3.5</c:v>
                </c:pt>
                <c:pt idx="13014">
                  <c:v>3.5</c:v>
                </c:pt>
                <c:pt idx="13015">
                  <c:v>3.5</c:v>
                </c:pt>
                <c:pt idx="13016">
                  <c:v>3.5</c:v>
                </c:pt>
                <c:pt idx="13017">
                  <c:v>3.5</c:v>
                </c:pt>
                <c:pt idx="13018">
                  <c:v>3.5</c:v>
                </c:pt>
                <c:pt idx="13019">
                  <c:v>3.5</c:v>
                </c:pt>
                <c:pt idx="13020">
                  <c:v>3.5</c:v>
                </c:pt>
                <c:pt idx="13021">
                  <c:v>3.5</c:v>
                </c:pt>
                <c:pt idx="13022">
                  <c:v>3.5</c:v>
                </c:pt>
                <c:pt idx="13037">
                  <c:v>3.5</c:v>
                </c:pt>
                <c:pt idx="13038">
                  <c:v>3.5</c:v>
                </c:pt>
                <c:pt idx="13039">
                  <c:v>3.5</c:v>
                </c:pt>
                <c:pt idx="13040">
                  <c:v>3.5</c:v>
                </c:pt>
                <c:pt idx="13041">
                  <c:v>3.5</c:v>
                </c:pt>
                <c:pt idx="13042">
                  <c:v>3.5</c:v>
                </c:pt>
                <c:pt idx="13043">
                  <c:v>3.5</c:v>
                </c:pt>
                <c:pt idx="13044">
                  <c:v>3.5</c:v>
                </c:pt>
                <c:pt idx="13045">
                  <c:v>3.5</c:v>
                </c:pt>
                <c:pt idx="13046">
                  <c:v>3.5</c:v>
                </c:pt>
                <c:pt idx="13047">
                  <c:v>3.5</c:v>
                </c:pt>
                <c:pt idx="13048">
                  <c:v>3.5</c:v>
                </c:pt>
                <c:pt idx="13049">
                  <c:v>3.5</c:v>
                </c:pt>
                <c:pt idx="13050">
                  <c:v>3.5</c:v>
                </c:pt>
                <c:pt idx="13051">
                  <c:v>3.5</c:v>
                </c:pt>
                <c:pt idx="13052">
                  <c:v>3.5</c:v>
                </c:pt>
                <c:pt idx="13053">
                  <c:v>3.5</c:v>
                </c:pt>
                <c:pt idx="13054">
                  <c:v>3.5</c:v>
                </c:pt>
                <c:pt idx="13055">
                  <c:v>3.5</c:v>
                </c:pt>
                <c:pt idx="13056">
                  <c:v>3.5</c:v>
                </c:pt>
                <c:pt idx="13057">
                  <c:v>3.5</c:v>
                </c:pt>
                <c:pt idx="13058">
                  <c:v>3.5</c:v>
                </c:pt>
                <c:pt idx="13059">
                  <c:v>3.5</c:v>
                </c:pt>
                <c:pt idx="13060">
                  <c:v>3.5</c:v>
                </c:pt>
                <c:pt idx="13061">
                  <c:v>3.5</c:v>
                </c:pt>
                <c:pt idx="13062">
                  <c:v>3.5</c:v>
                </c:pt>
                <c:pt idx="13075">
                  <c:v>3.5</c:v>
                </c:pt>
                <c:pt idx="13076">
                  <c:v>3.5</c:v>
                </c:pt>
                <c:pt idx="13077">
                  <c:v>3.5</c:v>
                </c:pt>
                <c:pt idx="13078">
                  <c:v>3.5</c:v>
                </c:pt>
                <c:pt idx="13079">
                  <c:v>3.5</c:v>
                </c:pt>
                <c:pt idx="13080">
                  <c:v>3.5</c:v>
                </c:pt>
                <c:pt idx="13081">
                  <c:v>3.5</c:v>
                </c:pt>
                <c:pt idx="13082">
                  <c:v>3.5</c:v>
                </c:pt>
                <c:pt idx="13083">
                  <c:v>3.5</c:v>
                </c:pt>
                <c:pt idx="13084">
                  <c:v>3.5</c:v>
                </c:pt>
                <c:pt idx="13085">
                  <c:v>3.5</c:v>
                </c:pt>
                <c:pt idx="13086">
                  <c:v>3.5</c:v>
                </c:pt>
                <c:pt idx="13087">
                  <c:v>3.5</c:v>
                </c:pt>
                <c:pt idx="13088">
                  <c:v>3.5</c:v>
                </c:pt>
                <c:pt idx="13089">
                  <c:v>3.5</c:v>
                </c:pt>
                <c:pt idx="13090">
                  <c:v>3.5</c:v>
                </c:pt>
                <c:pt idx="13091">
                  <c:v>3.5</c:v>
                </c:pt>
                <c:pt idx="13092">
                  <c:v>3.5</c:v>
                </c:pt>
                <c:pt idx="13093">
                  <c:v>3.5</c:v>
                </c:pt>
                <c:pt idx="13094">
                  <c:v>3.5</c:v>
                </c:pt>
                <c:pt idx="13095">
                  <c:v>3.5</c:v>
                </c:pt>
                <c:pt idx="13096">
                  <c:v>3.5</c:v>
                </c:pt>
                <c:pt idx="13097">
                  <c:v>3.5</c:v>
                </c:pt>
                <c:pt idx="13098">
                  <c:v>3.5</c:v>
                </c:pt>
                <c:pt idx="13099">
                  <c:v>3.5</c:v>
                </c:pt>
                <c:pt idx="13100">
                  <c:v>3.5</c:v>
                </c:pt>
                <c:pt idx="13101">
                  <c:v>3.5</c:v>
                </c:pt>
                <c:pt idx="13102">
                  <c:v>3.5</c:v>
                </c:pt>
                <c:pt idx="13103">
                  <c:v>3.5</c:v>
                </c:pt>
                <c:pt idx="13104">
                  <c:v>3.5</c:v>
                </c:pt>
                <c:pt idx="13105">
                  <c:v>3.5</c:v>
                </c:pt>
                <c:pt idx="13106">
                  <c:v>3.5</c:v>
                </c:pt>
                <c:pt idx="13107">
                  <c:v>3.5</c:v>
                </c:pt>
                <c:pt idx="13115">
                  <c:v>3.5</c:v>
                </c:pt>
                <c:pt idx="13116">
                  <c:v>3.5</c:v>
                </c:pt>
                <c:pt idx="13117">
                  <c:v>3.5</c:v>
                </c:pt>
                <c:pt idx="13118">
                  <c:v>3.5</c:v>
                </c:pt>
                <c:pt idx="13119">
                  <c:v>3.5</c:v>
                </c:pt>
                <c:pt idx="13120">
                  <c:v>3.5</c:v>
                </c:pt>
                <c:pt idx="13121">
                  <c:v>3.5</c:v>
                </c:pt>
                <c:pt idx="13122">
                  <c:v>3.5</c:v>
                </c:pt>
                <c:pt idx="13123">
                  <c:v>3.5</c:v>
                </c:pt>
                <c:pt idx="13124">
                  <c:v>3.5</c:v>
                </c:pt>
                <c:pt idx="13125">
                  <c:v>3.5</c:v>
                </c:pt>
                <c:pt idx="13126">
                  <c:v>3.5</c:v>
                </c:pt>
                <c:pt idx="13127">
                  <c:v>3.5</c:v>
                </c:pt>
                <c:pt idx="13128">
                  <c:v>3.5</c:v>
                </c:pt>
                <c:pt idx="13129">
                  <c:v>3.5</c:v>
                </c:pt>
                <c:pt idx="13130">
                  <c:v>3.5</c:v>
                </c:pt>
                <c:pt idx="13131">
                  <c:v>3.5</c:v>
                </c:pt>
                <c:pt idx="13132">
                  <c:v>3.5</c:v>
                </c:pt>
                <c:pt idx="13133">
                  <c:v>3.5</c:v>
                </c:pt>
                <c:pt idx="13134">
                  <c:v>3.5</c:v>
                </c:pt>
                <c:pt idx="13135">
                  <c:v>3.5</c:v>
                </c:pt>
                <c:pt idx="13236">
                  <c:v>3.5</c:v>
                </c:pt>
                <c:pt idx="13237">
                  <c:v>3.5</c:v>
                </c:pt>
                <c:pt idx="13238">
                  <c:v>3.5</c:v>
                </c:pt>
                <c:pt idx="13239">
                  <c:v>3.5</c:v>
                </c:pt>
                <c:pt idx="13240">
                  <c:v>3.5</c:v>
                </c:pt>
                <c:pt idx="13241">
                  <c:v>3.5</c:v>
                </c:pt>
                <c:pt idx="13242">
                  <c:v>3.5</c:v>
                </c:pt>
                <c:pt idx="13243">
                  <c:v>3.5</c:v>
                </c:pt>
                <c:pt idx="13244">
                  <c:v>3.5</c:v>
                </c:pt>
                <c:pt idx="13245">
                  <c:v>3.5</c:v>
                </c:pt>
                <c:pt idx="13246">
                  <c:v>3.5</c:v>
                </c:pt>
                <c:pt idx="13247">
                  <c:v>3.5</c:v>
                </c:pt>
                <c:pt idx="13248">
                  <c:v>3.5</c:v>
                </c:pt>
                <c:pt idx="13276">
                  <c:v>3.5</c:v>
                </c:pt>
                <c:pt idx="13277">
                  <c:v>3.5</c:v>
                </c:pt>
                <c:pt idx="13278">
                  <c:v>3.5</c:v>
                </c:pt>
                <c:pt idx="13279">
                  <c:v>3.5</c:v>
                </c:pt>
                <c:pt idx="13280">
                  <c:v>3.5</c:v>
                </c:pt>
                <c:pt idx="13281">
                  <c:v>3.5</c:v>
                </c:pt>
                <c:pt idx="13282">
                  <c:v>3.5</c:v>
                </c:pt>
                <c:pt idx="13283">
                  <c:v>3.5</c:v>
                </c:pt>
                <c:pt idx="13284">
                  <c:v>3.5</c:v>
                </c:pt>
                <c:pt idx="13285">
                  <c:v>3.5</c:v>
                </c:pt>
                <c:pt idx="13286">
                  <c:v>3.5</c:v>
                </c:pt>
                <c:pt idx="13287">
                  <c:v>3.5</c:v>
                </c:pt>
                <c:pt idx="13288">
                  <c:v>3.5</c:v>
                </c:pt>
                <c:pt idx="13289">
                  <c:v>3.5</c:v>
                </c:pt>
                <c:pt idx="13290">
                  <c:v>3.5</c:v>
                </c:pt>
                <c:pt idx="13291">
                  <c:v>3.5</c:v>
                </c:pt>
                <c:pt idx="13292">
                  <c:v>3.5</c:v>
                </c:pt>
                <c:pt idx="13293">
                  <c:v>3.5</c:v>
                </c:pt>
                <c:pt idx="13294">
                  <c:v>3.5</c:v>
                </c:pt>
                <c:pt idx="13295">
                  <c:v>3.5</c:v>
                </c:pt>
                <c:pt idx="13296">
                  <c:v>3.5</c:v>
                </c:pt>
                <c:pt idx="13297">
                  <c:v>3.5</c:v>
                </c:pt>
                <c:pt idx="13298">
                  <c:v>3.5</c:v>
                </c:pt>
                <c:pt idx="13299">
                  <c:v>3.5</c:v>
                </c:pt>
                <c:pt idx="13300">
                  <c:v>3.5</c:v>
                </c:pt>
                <c:pt idx="13301">
                  <c:v>3.5</c:v>
                </c:pt>
                <c:pt idx="13556">
                  <c:v>3.5</c:v>
                </c:pt>
                <c:pt idx="13557">
                  <c:v>3.5</c:v>
                </c:pt>
                <c:pt idx="13558">
                  <c:v>3.5</c:v>
                </c:pt>
                <c:pt idx="13559">
                  <c:v>3.5</c:v>
                </c:pt>
                <c:pt idx="13560">
                  <c:v>3.5</c:v>
                </c:pt>
                <c:pt idx="13561">
                  <c:v>3.5</c:v>
                </c:pt>
                <c:pt idx="13562">
                  <c:v>3.5</c:v>
                </c:pt>
                <c:pt idx="13563">
                  <c:v>3.5</c:v>
                </c:pt>
                <c:pt idx="13564">
                  <c:v>3.5</c:v>
                </c:pt>
                <c:pt idx="13565">
                  <c:v>3.5</c:v>
                </c:pt>
                <c:pt idx="13566">
                  <c:v>3.5</c:v>
                </c:pt>
                <c:pt idx="13567">
                  <c:v>3.5</c:v>
                </c:pt>
                <c:pt idx="13568">
                  <c:v>3.5</c:v>
                </c:pt>
                <c:pt idx="13569">
                  <c:v>3.5</c:v>
                </c:pt>
                <c:pt idx="13570">
                  <c:v>3.5</c:v>
                </c:pt>
                <c:pt idx="13571">
                  <c:v>3.5</c:v>
                </c:pt>
                <c:pt idx="13572">
                  <c:v>3.5</c:v>
                </c:pt>
                <c:pt idx="13573">
                  <c:v>3.5</c:v>
                </c:pt>
                <c:pt idx="13574">
                  <c:v>3.5</c:v>
                </c:pt>
                <c:pt idx="13575">
                  <c:v>3.5</c:v>
                </c:pt>
                <c:pt idx="13576">
                  <c:v>3.5</c:v>
                </c:pt>
                <c:pt idx="13577">
                  <c:v>3.5</c:v>
                </c:pt>
                <c:pt idx="13578">
                  <c:v>3.5</c:v>
                </c:pt>
                <c:pt idx="13579">
                  <c:v>3.5</c:v>
                </c:pt>
                <c:pt idx="13580">
                  <c:v>3.5</c:v>
                </c:pt>
                <c:pt idx="13581">
                  <c:v>3.5</c:v>
                </c:pt>
                <c:pt idx="13582">
                  <c:v>3.5</c:v>
                </c:pt>
                <c:pt idx="13583">
                  <c:v>3.5</c:v>
                </c:pt>
                <c:pt idx="13584">
                  <c:v>3.5</c:v>
                </c:pt>
                <c:pt idx="13585">
                  <c:v>3.5</c:v>
                </c:pt>
                <c:pt idx="13598">
                  <c:v>3.2</c:v>
                </c:pt>
                <c:pt idx="13599">
                  <c:v>3.2</c:v>
                </c:pt>
                <c:pt idx="13600">
                  <c:v>3.2</c:v>
                </c:pt>
                <c:pt idx="13601">
                  <c:v>3.2</c:v>
                </c:pt>
                <c:pt idx="13602">
                  <c:v>3.2</c:v>
                </c:pt>
                <c:pt idx="13603">
                  <c:v>3.2</c:v>
                </c:pt>
                <c:pt idx="13604">
                  <c:v>3.2</c:v>
                </c:pt>
                <c:pt idx="13605">
                  <c:v>3.2</c:v>
                </c:pt>
                <c:pt idx="13606">
                  <c:v>3.2</c:v>
                </c:pt>
                <c:pt idx="13607">
                  <c:v>3.2</c:v>
                </c:pt>
                <c:pt idx="13608">
                  <c:v>3.2</c:v>
                </c:pt>
                <c:pt idx="13609">
                  <c:v>3.2</c:v>
                </c:pt>
                <c:pt idx="13610">
                  <c:v>3.2</c:v>
                </c:pt>
                <c:pt idx="13611">
                  <c:v>3.2</c:v>
                </c:pt>
                <c:pt idx="13612">
                  <c:v>3.2</c:v>
                </c:pt>
                <c:pt idx="13613">
                  <c:v>3.2</c:v>
                </c:pt>
                <c:pt idx="13614">
                  <c:v>3.2</c:v>
                </c:pt>
                <c:pt idx="13615">
                  <c:v>3.2</c:v>
                </c:pt>
                <c:pt idx="13616">
                  <c:v>3.2</c:v>
                </c:pt>
                <c:pt idx="13617">
                  <c:v>3.2</c:v>
                </c:pt>
                <c:pt idx="13618">
                  <c:v>3.2</c:v>
                </c:pt>
                <c:pt idx="13619">
                  <c:v>3.2</c:v>
                </c:pt>
                <c:pt idx="13620">
                  <c:v>3.2</c:v>
                </c:pt>
                <c:pt idx="13621">
                  <c:v>3.2</c:v>
                </c:pt>
                <c:pt idx="13622">
                  <c:v>3.2</c:v>
                </c:pt>
                <c:pt idx="13623">
                  <c:v>3.2</c:v>
                </c:pt>
                <c:pt idx="13624">
                  <c:v>3.2</c:v>
                </c:pt>
                <c:pt idx="13625">
                  <c:v>3.2</c:v>
                </c:pt>
                <c:pt idx="13639">
                  <c:v>3.5</c:v>
                </c:pt>
                <c:pt idx="13640">
                  <c:v>3.5</c:v>
                </c:pt>
                <c:pt idx="13641">
                  <c:v>3.5</c:v>
                </c:pt>
                <c:pt idx="13642">
                  <c:v>3.5</c:v>
                </c:pt>
                <c:pt idx="13643">
                  <c:v>3.5</c:v>
                </c:pt>
                <c:pt idx="13644">
                  <c:v>3.5</c:v>
                </c:pt>
                <c:pt idx="13645">
                  <c:v>3.5</c:v>
                </c:pt>
                <c:pt idx="13646">
                  <c:v>3.5</c:v>
                </c:pt>
                <c:pt idx="13647">
                  <c:v>3.5</c:v>
                </c:pt>
                <c:pt idx="13648">
                  <c:v>3.5</c:v>
                </c:pt>
                <c:pt idx="13649">
                  <c:v>3.5</c:v>
                </c:pt>
                <c:pt idx="13650">
                  <c:v>3.5</c:v>
                </c:pt>
                <c:pt idx="13651">
                  <c:v>3.5</c:v>
                </c:pt>
                <c:pt idx="13652">
                  <c:v>3.5</c:v>
                </c:pt>
                <c:pt idx="13653">
                  <c:v>3.5</c:v>
                </c:pt>
                <c:pt idx="13654">
                  <c:v>3.5</c:v>
                </c:pt>
                <c:pt idx="13655">
                  <c:v>3.5</c:v>
                </c:pt>
                <c:pt idx="13656">
                  <c:v>3.5</c:v>
                </c:pt>
                <c:pt idx="13657">
                  <c:v>3.5</c:v>
                </c:pt>
                <c:pt idx="13720">
                  <c:v>4.5999999999999996</c:v>
                </c:pt>
                <c:pt idx="13721">
                  <c:v>4.5999999999999996</c:v>
                </c:pt>
                <c:pt idx="13722">
                  <c:v>4.5999999999999996</c:v>
                </c:pt>
                <c:pt idx="13723">
                  <c:v>4.5999999999999996</c:v>
                </c:pt>
                <c:pt idx="13724">
                  <c:v>4.5999999999999996</c:v>
                </c:pt>
                <c:pt idx="13725">
                  <c:v>4.5999999999999996</c:v>
                </c:pt>
                <c:pt idx="13726">
                  <c:v>4.5999999999999996</c:v>
                </c:pt>
                <c:pt idx="13727">
                  <c:v>4.5999999999999996</c:v>
                </c:pt>
                <c:pt idx="13728">
                  <c:v>4.5999999999999996</c:v>
                </c:pt>
                <c:pt idx="13729">
                  <c:v>4.5999999999999996</c:v>
                </c:pt>
                <c:pt idx="13730">
                  <c:v>4.5999999999999996</c:v>
                </c:pt>
                <c:pt idx="13731">
                  <c:v>4.5999999999999996</c:v>
                </c:pt>
                <c:pt idx="13732">
                  <c:v>4.5999999999999996</c:v>
                </c:pt>
                <c:pt idx="13733">
                  <c:v>4.5999999999999996</c:v>
                </c:pt>
                <c:pt idx="13734">
                  <c:v>4.5999999999999996</c:v>
                </c:pt>
                <c:pt idx="13735">
                  <c:v>4.5999999999999996</c:v>
                </c:pt>
                <c:pt idx="13736">
                  <c:v>4.5999999999999996</c:v>
                </c:pt>
                <c:pt idx="13737">
                  <c:v>4.5999999999999996</c:v>
                </c:pt>
                <c:pt idx="13738">
                  <c:v>4.5999999999999996</c:v>
                </c:pt>
                <c:pt idx="13739">
                  <c:v>4.5999999999999996</c:v>
                </c:pt>
                <c:pt idx="13740">
                  <c:v>4.5999999999999996</c:v>
                </c:pt>
                <c:pt idx="13741">
                  <c:v>4.5999999999999996</c:v>
                </c:pt>
                <c:pt idx="13756">
                  <c:v>4.5999999999999996</c:v>
                </c:pt>
                <c:pt idx="13757">
                  <c:v>4.5999999999999996</c:v>
                </c:pt>
                <c:pt idx="13758">
                  <c:v>4.5928800000000001</c:v>
                </c:pt>
                <c:pt idx="13759">
                  <c:v>4.5928199999999997</c:v>
                </c:pt>
                <c:pt idx="13760">
                  <c:v>4.5858400000000001</c:v>
                </c:pt>
                <c:pt idx="13761">
                  <c:v>4.5856400000000006</c:v>
                </c:pt>
                <c:pt idx="13762">
                  <c:v>4.5822200000000004</c:v>
                </c:pt>
                <c:pt idx="13763">
                  <c:v>4.5823400000000003</c:v>
                </c:pt>
                <c:pt idx="13764">
                  <c:v>4.5775600000000001</c:v>
                </c:pt>
                <c:pt idx="13765">
                  <c:v>4.5758799999999997</c:v>
                </c:pt>
                <c:pt idx="13766">
                  <c:v>4.5758799999999997</c:v>
                </c:pt>
                <c:pt idx="13767">
                  <c:v>4.5758799999999997</c:v>
                </c:pt>
                <c:pt idx="13768">
                  <c:v>4.57531</c:v>
                </c:pt>
                <c:pt idx="13769">
                  <c:v>4.5750600000000006</c:v>
                </c:pt>
                <c:pt idx="13770">
                  <c:v>4.5750600000000006</c:v>
                </c:pt>
                <c:pt idx="13771">
                  <c:v>4.5750099999999998</c:v>
                </c:pt>
                <c:pt idx="13772">
                  <c:v>4.57172</c:v>
                </c:pt>
                <c:pt idx="13773">
                  <c:v>4.5714300000000003</c:v>
                </c:pt>
                <c:pt idx="13774">
                  <c:v>4.5707100000000001</c:v>
                </c:pt>
                <c:pt idx="13775">
                  <c:v>4.5704599999999997</c:v>
                </c:pt>
                <c:pt idx="13776">
                  <c:v>4.5701899999999993</c:v>
                </c:pt>
                <c:pt idx="13777">
                  <c:v>4.5702499999999997</c:v>
                </c:pt>
                <c:pt idx="13778">
                  <c:v>4.5698599999999994</c:v>
                </c:pt>
                <c:pt idx="13779">
                  <c:v>4.5689500000000001</c:v>
                </c:pt>
                <c:pt idx="13780">
                  <c:v>4.5793400000000002</c:v>
                </c:pt>
                <c:pt idx="13781">
                  <c:v>4.5794600000000001</c:v>
                </c:pt>
                <c:pt idx="13782">
                  <c:v>3.5</c:v>
                </c:pt>
                <c:pt idx="13783">
                  <c:v>3.5</c:v>
                </c:pt>
                <c:pt idx="13784">
                  <c:v>3.5</c:v>
                </c:pt>
                <c:pt idx="13785">
                  <c:v>3.5</c:v>
                </c:pt>
                <c:pt idx="13798">
                  <c:v>3.5</c:v>
                </c:pt>
                <c:pt idx="13799">
                  <c:v>3.5</c:v>
                </c:pt>
                <c:pt idx="13800">
                  <c:v>3.5</c:v>
                </c:pt>
                <c:pt idx="13801">
                  <c:v>3.5</c:v>
                </c:pt>
                <c:pt idx="13802">
                  <c:v>3.5</c:v>
                </c:pt>
                <c:pt idx="13803">
                  <c:v>3.5</c:v>
                </c:pt>
                <c:pt idx="13804">
                  <c:v>3.5</c:v>
                </c:pt>
                <c:pt idx="13805">
                  <c:v>3.5</c:v>
                </c:pt>
                <c:pt idx="13806">
                  <c:v>3.5</c:v>
                </c:pt>
                <c:pt idx="13807">
                  <c:v>3.5</c:v>
                </c:pt>
                <c:pt idx="13808">
                  <c:v>3.5</c:v>
                </c:pt>
                <c:pt idx="13809">
                  <c:v>3.5</c:v>
                </c:pt>
                <c:pt idx="13810">
                  <c:v>3.5</c:v>
                </c:pt>
                <c:pt idx="13811">
                  <c:v>3.5</c:v>
                </c:pt>
                <c:pt idx="13812">
                  <c:v>3.5</c:v>
                </c:pt>
                <c:pt idx="13813">
                  <c:v>3.5</c:v>
                </c:pt>
                <c:pt idx="13814">
                  <c:v>3.5</c:v>
                </c:pt>
                <c:pt idx="13815">
                  <c:v>3.5</c:v>
                </c:pt>
                <c:pt idx="13816">
                  <c:v>3.5</c:v>
                </c:pt>
                <c:pt idx="13817">
                  <c:v>3.5</c:v>
                </c:pt>
                <c:pt idx="13818">
                  <c:v>3.5</c:v>
                </c:pt>
                <c:pt idx="13819">
                  <c:v>3.5</c:v>
                </c:pt>
                <c:pt idx="13820">
                  <c:v>3.5</c:v>
                </c:pt>
                <c:pt idx="13821">
                  <c:v>3.5</c:v>
                </c:pt>
                <c:pt idx="13822">
                  <c:v>3.5</c:v>
                </c:pt>
                <c:pt idx="13823">
                  <c:v>3.5</c:v>
                </c:pt>
                <c:pt idx="13838">
                  <c:v>3.5</c:v>
                </c:pt>
                <c:pt idx="13839">
                  <c:v>3.5</c:v>
                </c:pt>
                <c:pt idx="13840">
                  <c:v>3.5</c:v>
                </c:pt>
                <c:pt idx="13841">
                  <c:v>3.5</c:v>
                </c:pt>
                <c:pt idx="13842">
                  <c:v>3.5</c:v>
                </c:pt>
                <c:pt idx="13843">
                  <c:v>3.5</c:v>
                </c:pt>
                <c:pt idx="13844">
                  <c:v>3.5</c:v>
                </c:pt>
                <c:pt idx="13845">
                  <c:v>3.5</c:v>
                </c:pt>
                <c:pt idx="13846">
                  <c:v>3.5</c:v>
                </c:pt>
                <c:pt idx="13847">
                  <c:v>3.5</c:v>
                </c:pt>
                <c:pt idx="13848">
                  <c:v>3.5</c:v>
                </c:pt>
                <c:pt idx="13849">
                  <c:v>3.5</c:v>
                </c:pt>
                <c:pt idx="13850">
                  <c:v>3.5</c:v>
                </c:pt>
                <c:pt idx="13851">
                  <c:v>3.5</c:v>
                </c:pt>
                <c:pt idx="13852">
                  <c:v>3.5</c:v>
                </c:pt>
                <c:pt idx="13853">
                  <c:v>3.5</c:v>
                </c:pt>
                <c:pt idx="13854">
                  <c:v>3.5</c:v>
                </c:pt>
                <c:pt idx="13855">
                  <c:v>3.5</c:v>
                </c:pt>
                <c:pt idx="13856">
                  <c:v>3.5</c:v>
                </c:pt>
                <c:pt idx="13857">
                  <c:v>3.5</c:v>
                </c:pt>
                <c:pt idx="13858">
                  <c:v>3.5</c:v>
                </c:pt>
                <c:pt idx="13859">
                  <c:v>3.5</c:v>
                </c:pt>
                <c:pt idx="13860">
                  <c:v>3.5</c:v>
                </c:pt>
                <c:pt idx="13861">
                  <c:v>3.5</c:v>
                </c:pt>
                <c:pt idx="13862">
                  <c:v>3.5</c:v>
                </c:pt>
                <c:pt idx="13863">
                  <c:v>3.5</c:v>
                </c:pt>
                <c:pt idx="14118">
                  <c:v>3.5</c:v>
                </c:pt>
                <c:pt idx="14119">
                  <c:v>3.5</c:v>
                </c:pt>
                <c:pt idx="14120">
                  <c:v>3.5</c:v>
                </c:pt>
                <c:pt idx="14121">
                  <c:v>3.5</c:v>
                </c:pt>
                <c:pt idx="14122">
                  <c:v>3.5</c:v>
                </c:pt>
                <c:pt idx="14123">
                  <c:v>3.5</c:v>
                </c:pt>
                <c:pt idx="14124">
                  <c:v>3.5</c:v>
                </c:pt>
                <c:pt idx="14125">
                  <c:v>3.5</c:v>
                </c:pt>
                <c:pt idx="14126">
                  <c:v>3.5</c:v>
                </c:pt>
                <c:pt idx="14127">
                  <c:v>3.5</c:v>
                </c:pt>
                <c:pt idx="14128">
                  <c:v>3.5</c:v>
                </c:pt>
                <c:pt idx="14129">
                  <c:v>3.5</c:v>
                </c:pt>
                <c:pt idx="14130">
                  <c:v>3.5</c:v>
                </c:pt>
                <c:pt idx="14131">
                  <c:v>3.5</c:v>
                </c:pt>
                <c:pt idx="14132">
                  <c:v>3.5</c:v>
                </c:pt>
                <c:pt idx="14133">
                  <c:v>3.5</c:v>
                </c:pt>
                <c:pt idx="14134">
                  <c:v>3.5</c:v>
                </c:pt>
                <c:pt idx="14135">
                  <c:v>3.5</c:v>
                </c:pt>
                <c:pt idx="14136">
                  <c:v>3.5</c:v>
                </c:pt>
                <c:pt idx="14137">
                  <c:v>3.5</c:v>
                </c:pt>
                <c:pt idx="14138">
                  <c:v>3.5</c:v>
                </c:pt>
                <c:pt idx="14139">
                  <c:v>3.5</c:v>
                </c:pt>
                <c:pt idx="14140">
                  <c:v>3.5</c:v>
                </c:pt>
                <c:pt idx="14141">
                  <c:v>3.5</c:v>
                </c:pt>
                <c:pt idx="14142">
                  <c:v>3.5</c:v>
                </c:pt>
                <c:pt idx="14143">
                  <c:v>3.5</c:v>
                </c:pt>
                <c:pt idx="14158">
                  <c:v>3.5</c:v>
                </c:pt>
                <c:pt idx="14159">
                  <c:v>3.5</c:v>
                </c:pt>
                <c:pt idx="14160">
                  <c:v>3.5</c:v>
                </c:pt>
                <c:pt idx="14161">
                  <c:v>3.5</c:v>
                </c:pt>
                <c:pt idx="14162">
                  <c:v>3.5</c:v>
                </c:pt>
                <c:pt idx="14163">
                  <c:v>3.5</c:v>
                </c:pt>
                <c:pt idx="14164">
                  <c:v>3.5</c:v>
                </c:pt>
                <c:pt idx="14165">
                  <c:v>3.5</c:v>
                </c:pt>
                <c:pt idx="14166">
                  <c:v>3.5</c:v>
                </c:pt>
                <c:pt idx="14167">
                  <c:v>3.5</c:v>
                </c:pt>
                <c:pt idx="14168">
                  <c:v>3.5</c:v>
                </c:pt>
                <c:pt idx="14169">
                  <c:v>3.5</c:v>
                </c:pt>
                <c:pt idx="14170">
                  <c:v>3.5</c:v>
                </c:pt>
                <c:pt idx="14171">
                  <c:v>3.5</c:v>
                </c:pt>
                <c:pt idx="14172">
                  <c:v>3.5</c:v>
                </c:pt>
                <c:pt idx="14173">
                  <c:v>3.5</c:v>
                </c:pt>
                <c:pt idx="14174">
                  <c:v>3.5</c:v>
                </c:pt>
                <c:pt idx="14175">
                  <c:v>3.5</c:v>
                </c:pt>
                <c:pt idx="14176">
                  <c:v>3.5</c:v>
                </c:pt>
                <c:pt idx="14177">
                  <c:v>3.5</c:v>
                </c:pt>
                <c:pt idx="14178">
                  <c:v>3.5</c:v>
                </c:pt>
                <c:pt idx="14179">
                  <c:v>3.5</c:v>
                </c:pt>
                <c:pt idx="14180">
                  <c:v>3.5</c:v>
                </c:pt>
                <c:pt idx="14181">
                  <c:v>3.5</c:v>
                </c:pt>
                <c:pt idx="14182">
                  <c:v>3.5</c:v>
                </c:pt>
                <c:pt idx="14183">
                  <c:v>3.5</c:v>
                </c:pt>
              </c:numCache>
            </c:numRef>
          </c:val>
          <c:smooth val="0"/>
          <c:extLst>
            <c:ext xmlns:c16="http://schemas.microsoft.com/office/drawing/2014/chart" uri="{C3380CC4-5D6E-409C-BE32-E72D297353CC}">
              <c16:uniqueId val="{00000000-A49F-465C-A245-95ECB21CB9EB}"/>
            </c:ext>
          </c:extLst>
        </c:ser>
        <c:dLbls>
          <c:showLegendKey val="0"/>
          <c:showVal val="0"/>
          <c:showCatName val="0"/>
          <c:showSerName val="0"/>
          <c:showPercent val="0"/>
          <c:showBubbleSize val="0"/>
        </c:dLbls>
        <c:smooth val="0"/>
        <c:axId val="1148010192"/>
        <c:axId val="1148010608"/>
      </c:lineChart>
      <c:valAx>
        <c:axId val="1148010608"/>
        <c:scaling>
          <c:orientation val="minMax"/>
        </c:scaling>
        <c:delete val="0"/>
        <c:axPos val="r"/>
        <c:numFmt formatCode="0.00"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48010192"/>
        <c:crosses val="max"/>
        <c:crossBetween val="between"/>
      </c:valAx>
      <c:catAx>
        <c:axId val="114801019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48010608"/>
        <c:crosses val="autoZero"/>
        <c:auto val="1"/>
        <c:lblAlgn val="ctr"/>
        <c:lblOffset val="100"/>
        <c:noMultiLvlLbl val="0"/>
      </c:cat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Market Clearing Volume at IEX (MU)</c:v>
                </c:pt>
              </c:strCache>
            </c:strRef>
          </c:tx>
          <c:spPr>
            <a:solidFill>
              <a:srgbClr val="007CB0"/>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Nov '21</c:v>
                </c:pt>
                <c:pt idx="1">
                  <c:v>Dec '21</c:v>
                </c:pt>
                <c:pt idx="2">
                  <c:v>Jan '22</c:v>
                </c:pt>
                <c:pt idx="3">
                  <c:v>Feb '22</c:v>
                </c:pt>
                <c:pt idx="4">
                  <c:v>Mar '22</c:v>
                </c:pt>
              </c:strCache>
            </c:strRef>
          </c:cat>
          <c:val>
            <c:numRef>
              <c:f>Sheet1!$B$2:$B$6</c:f>
              <c:numCache>
                <c:formatCode>General</c:formatCode>
                <c:ptCount val="5"/>
                <c:pt idx="0">
                  <c:v>253.11799999999999</c:v>
                </c:pt>
                <c:pt idx="1">
                  <c:v>254.98</c:v>
                </c:pt>
                <c:pt idx="2">
                  <c:v>193.12100000000001</c:v>
                </c:pt>
                <c:pt idx="3">
                  <c:v>167.447</c:v>
                </c:pt>
                <c:pt idx="4">
                  <c:v>251.976</c:v>
                </c:pt>
              </c:numCache>
            </c:numRef>
          </c:val>
          <c:extLst>
            <c:ext xmlns:c16="http://schemas.microsoft.com/office/drawing/2014/chart" uri="{C3380CC4-5D6E-409C-BE32-E72D297353CC}">
              <c16:uniqueId val="{00000000-CC19-4ADE-8410-21257F7D5D7F}"/>
            </c:ext>
          </c:extLst>
        </c:ser>
        <c:ser>
          <c:idx val="1"/>
          <c:order val="1"/>
          <c:tx>
            <c:strRef>
              <c:f>Sheet1!$C$1</c:f>
              <c:strCache>
                <c:ptCount val="1"/>
                <c:pt idx="0">
                  <c:v>Market Clearing Volume at PXIL (MU)</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Nov '21</c:v>
                </c:pt>
                <c:pt idx="1">
                  <c:v>Dec '21</c:v>
                </c:pt>
                <c:pt idx="2">
                  <c:v>Jan '22</c:v>
                </c:pt>
                <c:pt idx="3">
                  <c:v>Feb '22</c:v>
                </c:pt>
                <c:pt idx="4">
                  <c:v>Mar '22</c:v>
                </c:pt>
              </c:strCache>
            </c:strRef>
          </c:cat>
          <c:val>
            <c:numRef>
              <c:f>Sheet1!$C$2:$C$6</c:f>
              <c:numCache>
                <c:formatCode>General</c:formatCode>
                <c:ptCount val="5"/>
                <c:pt idx="0">
                  <c:v>63.125999999999998</c:v>
                </c:pt>
                <c:pt idx="1">
                  <c:v>78.906999999999996</c:v>
                </c:pt>
                <c:pt idx="2">
                  <c:v>60.896999999999998</c:v>
                </c:pt>
                <c:pt idx="3">
                  <c:v>12.59</c:v>
                </c:pt>
                <c:pt idx="4">
                  <c:v>26.367000000000001</c:v>
                </c:pt>
              </c:numCache>
            </c:numRef>
          </c:val>
          <c:extLst>
            <c:ext xmlns:c16="http://schemas.microsoft.com/office/drawing/2014/chart" uri="{C3380CC4-5D6E-409C-BE32-E72D297353CC}">
              <c16:uniqueId val="{00000004-CC19-4ADE-8410-21257F7D5D7F}"/>
            </c:ext>
          </c:extLst>
        </c:ser>
        <c:dLbls>
          <c:showLegendKey val="0"/>
          <c:showVal val="0"/>
          <c:showCatName val="0"/>
          <c:showSerName val="0"/>
          <c:showPercent val="0"/>
          <c:showBubbleSize val="0"/>
        </c:dLbls>
        <c:gapWidth val="219"/>
        <c:overlap val="-27"/>
        <c:axId val="1562933583"/>
        <c:axId val="1562938575"/>
      </c:barChart>
      <c:catAx>
        <c:axId val="156293358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562938575"/>
        <c:crosses val="autoZero"/>
        <c:auto val="1"/>
        <c:lblAlgn val="ctr"/>
        <c:lblOffset val="100"/>
        <c:noMultiLvlLbl val="0"/>
      </c:catAx>
      <c:valAx>
        <c:axId val="1562938575"/>
        <c:scaling>
          <c:orientation val="minMax"/>
        </c:scaling>
        <c:delete val="1"/>
        <c:axPos val="l"/>
        <c:numFmt formatCode="General" sourceLinked="1"/>
        <c:majorTickMark val="none"/>
        <c:minorTickMark val="none"/>
        <c:tickLblPos val="nextTo"/>
        <c:crossAx val="15629335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Sheet1!$B$1</c:f>
              <c:strCache>
                <c:ptCount val="1"/>
                <c:pt idx="0">
                  <c:v>Wtd. Avg. Market Clearing Price at IEX (Rs/kWh)</c:v>
                </c:pt>
              </c:strCache>
            </c:strRef>
          </c:tx>
          <c:spPr>
            <a:ln w="28575" cap="rnd">
              <a:solidFill>
                <a:srgbClr val="007CB0"/>
              </a:solidFill>
              <a:round/>
            </a:ln>
            <a:effectLst/>
          </c:spPr>
          <c:marker>
            <c:symbol val="circle"/>
            <c:size val="5"/>
            <c:spPr>
              <a:solidFill>
                <a:srgbClr val="007CB0"/>
              </a:solidFill>
              <a:ln w="9525">
                <a:solidFill>
                  <a:srgbClr val="007CB0"/>
                </a:solidFill>
              </a:ln>
              <a:effectLst/>
            </c:spPr>
          </c:marker>
          <c:dLbls>
            <c:dLbl>
              <c:idx val="2"/>
              <c:layout>
                <c:manualLayout>
                  <c:x val="-4.9614240994986396E-2"/>
                  <c:y val="6.484964703876655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414-4079-990A-4DAF39819EA6}"/>
                </c:ext>
              </c:extLst>
            </c:dLbl>
            <c:numFmt formatCode="#,##0.0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Nov '21</c:v>
                </c:pt>
                <c:pt idx="1">
                  <c:v>Dec '21</c:v>
                </c:pt>
                <c:pt idx="2">
                  <c:v>Jan '22</c:v>
                </c:pt>
                <c:pt idx="3">
                  <c:v>Feb '22</c:v>
                </c:pt>
                <c:pt idx="4">
                  <c:v>Mar '22</c:v>
                </c:pt>
              </c:strCache>
            </c:strRef>
          </c:cat>
          <c:val>
            <c:numRef>
              <c:f>Sheet1!$B$2:$B$6</c:f>
              <c:numCache>
                <c:formatCode>General</c:formatCode>
                <c:ptCount val="5"/>
                <c:pt idx="0">
                  <c:v>2</c:v>
                </c:pt>
                <c:pt idx="1">
                  <c:v>2.2109999999999999</c:v>
                </c:pt>
                <c:pt idx="2">
                  <c:v>2.2999999999999998</c:v>
                </c:pt>
                <c:pt idx="3">
                  <c:v>2.2999999999999998</c:v>
                </c:pt>
                <c:pt idx="4">
                  <c:v>2.25</c:v>
                </c:pt>
              </c:numCache>
            </c:numRef>
          </c:val>
          <c:smooth val="0"/>
          <c:extLst>
            <c:ext xmlns:c16="http://schemas.microsoft.com/office/drawing/2014/chart" uri="{C3380CC4-5D6E-409C-BE32-E72D297353CC}">
              <c16:uniqueId val="{00000000-E414-4079-990A-4DAF39819EA6}"/>
            </c:ext>
          </c:extLst>
        </c:ser>
        <c:ser>
          <c:idx val="1"/>
          <c:order val="1"/>
          <c:tx>
            <c:strRef>
              <c:f>Sheet1!$C$1</c:f>
              <c:strCache>
                <c:ptCount val="1"/>
                <c:pt idx="0">
                  <c:v>Wtd. Avg. Market Clearing Price at PXIL (Rs/kWh)</c:v>
                </c:pt>
              </c:strCache>
            </c:strRef>
          </c:tx>
          <c:spPr>
            <a:ln w="28575" cap="rnd">
              <a:solidFill>
                <a:srgbClr val="92D050"/>
              </a:solidFill>
              <a:round/>
            </a:ln>
            <a:effectLst/>
          </c:spPr>
          <c:marker>
            <c:symbol val="circle"/>
            <c:size val="5"/>
            <c:spPr>
              <a:solidFill>
                <a:srgbClr val="92D050"/>
              </a:solidFill>
              <a:ln w="9525">
                <a:solidFill>
                  <a:srgbClr val="92D050"/>
                </a:solidFill>
              </a:ln>
              <a:effectLst/>
            </c:spPr>
          </c:marker>
          <c:dLbls>
            <c:dLbl>
              <c:idx val="2"/>
              <c:layout>
                <c:manualLayout>
                  <c:x val="-4.9614240994986396E-2"/>
                  <c:y val="-6.065329711320464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414-4079-990A-4DAF39819EA6}"/>
                </c:ext>
              </c:extLst>
            </c:dLbl>
            <c:numFmt formatCode="#,##0.0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Nov '21</c:v>
                </c:pt>
                <c:pt idx="1">
                  <c:v>Dec '21</c:v>
                </c:pt>
                <c:pt idx="2">
                  <c:v>Jan '22</c:v>
                </c:pt>
                <c:pt idx="3">
                  <c:v>Feb '22</c:v>
                </c:pt>
                <c:pt idx="4">
                  <c:v>Mar '22</c:v>
                </c:pt>
              </c:strCache>
            </c:strRef>
          </c:cat>
          <c:val>
            <c:numRef>
              <c:f>Sheet1!$C$2:$C$6</c:f>
              <c:numCache>
                <c:formatCode>General</c:formatCode>
                <c:ptCount val="5"/>
                <c:pt idx="0">
                  <c:v>2</c:v>
                </c:pt>
                <c:pt idx="1">
                  <c:v>2.1</c:v>
                </c:pt>
                <c:pt idx="2">
                  <c:v>2.4</c:v>
                </c:pt>
                <c:pt idx="3">
                  <c:v>2.2010000000000001</c:v>
                </c:pt>
                <c:pt idx="4">
                  <c:v>2.2050000000000001</c:v>
                </c:pt>
              </c:numCache>
            </c:numRef>
          </c:val>
          <c:smooth val="0"/>
          <c:extLst>
            <c:ext xmlns:c16="http://schemas.microsoft.com/office/drawing/2014/chart" uri="{C3380CC4-5D6E-409C-BE32-E72D297353CC}">
              <c16:uniqueId val="{00000001-E414-4079-990A-4DAF39819EA6}"/>
            </c:ext>
          </c:extLst>
        </c:ser>
        <c:dLbls>
          <c:showLegendKey val="0"/>
          <c:showVal val="0"/>
          <c:showCatName val="0"/>
          <c:showSerName val="0"/>
          <c:showPercent val="0"/>
          <c:showBubbleSize val="0"/>
        </c:dLbls>
        <c:marker val="1"/>
        <c:smooth val="0"/>
        <c:axId val="1562933583"/>
        <c:axId val="1562938575"/>
      </c:lineChart>
      <c:catAx>
        <c:axId val="156293358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562938575"/>
        <c:crosses val="autoZero"/>
        <c:auto val="1"/>
        <c:lblAlgn val="ctr"/>
        <c:lblOffset val="100"/>
        <c:noMultiLvlLbl val="0"/>
      </c:catAx>
      <c:valAx>
        <c:axId val="1562938575"/>
        <c:scaling>
          <c:orientation val="minMax"/>
        </c:scaling>
        <c:delete val="1"/>
        <c:axPos val="l"/>
        <c:numFmt formatCode="General" sourceLinked="1"/>
        <c:majorTickMark val="none"/>
        <c:minorTickMark val="none"/>
        <c:tickLblPos val="nextTo"/>
        <c:crossAx val="15629335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Sheet1!$A$2:$A$7</cx:f>
        <cx:lvl ptCount="6">
          <cx:pt idx="0">Land available in Chhattisgarh (acres)</cx:pt>
          <cx:pt idx="1">Land required for solar plant for self-consumption in Chhattisgarh (acres)</cx:pt>
          <cx:pt idx="3">Land available in MP (acres)</cx:pt>
          <cx:pt idx="4">Land required for solar plant for self-consumption in MP (acres)</cx:pt>
          <cx:pt idx="5">Land required for solar plant for surplus sale (acres)</cx:pt>
        </cx:lvl>
      </cx:strDim>
      <cx:numDim type="val">
        <cx:f>Sheet1!$B$2:$B$7</cx:f>
        <cx:lvl ptCount="6" formatCode="General">
          <cx:pt idx="0">776.04999999999995</cx:pt>
          <cx:pt idx="1">841.85000000000002</cx:pt>
          <cx:pt idx="3">2128</cx:pt>
          <cx:pt idx="4">339.51999999999998</cx:pt>
          <cx:pt idx="5">2198.6799999999998</cx:pt>
        </cx:lvl>
      </cx:numDim>
    </cx:data>
  </cx:chartData>
  <cx:chart>
    <cx:plotArea>
      <cx:plotAreaRegion>
        <cx:series layoutId="waterfall" uniqueId="{46103D56-802D-47C3-B987-012354D92CBE}">
          <cx:dataPt idx="0">
            <cx:spPr>
              <a:solidFill>
                <a:srgbClr val="A0EEF6"/>
              </a:solidFill>
            </cx:spPr>
          </cx:dataPt>
          <cx:dataPt idx="1">
            <cx:spPr>
              <a:solidFill>
                <a:srgbClr val="00A3E0"/>
              </a:solidFill>
            </cx:spPr>
          </cx:dataPt>
          <cx:dataPt idx="3">
            <cx:spPr>
              <a:solidFill>
                <a:srgbClr val="86BC25">
                  <a:lumMod val="60000"/>
                  <a:lumOff val="40000"/>
                </a:srgbClr>
              </a:solidFill>
            </cx:spPr>
          </cx:dataPt>
          <cx:dataPt idx="4">
            <cx:spPr>
              <a:solidFill>
                <a:srgbClr val="86BC25">
                  <a:lumMod val="75000"/>
                </a:srgbClr>
              </a:solidFill>
            </cx:spPr>
          </cx:dataPt>
          <cx:dataPt idx="5">
            <cx:spPr>
              <a:solidFill>
                <a:srgbClr val="26890D"/>
              </a:solidFill>
            </cx:spPr>
          </cx:dataPt>
          <cx:dataLabels>
            <cx:txPr>
              <a:bodyPr vertOverflow="overflow" horzOverflow="overflow" wrap="square" lIns="0" tIns="0" rIns="0" bIns="0"/>
              <a:lstStyle/>
              <a:p>
                <a:pPr algn="ctr" rtl="0">
                  <a:defRPr sz="1400" b="0" i="0">
                    <a:solidFill>
                      <a:srgbClr val="595959"/>
                    </a:solidFill>
                    <a:latin typeface="+mn-lt"/>
                    <a:ea typeface="Calibri" panose="020F0502020204030204" pitchFamily="34" charset="0"/>
                    <a:cs typeface="Calibri" panose="020F0502020204030204" pitchFamily="34" charset="0"/>
                  </a:defRPr>
                </a:pPr>
                <a:endParaRPr lang="en-US" sz="1400">
                  <a:latin typeface="+mn-lt"/>
                </a:endParaRPr>
              </a:p>
            </cx:txPr>
            <cx:visibility seriesName="0" categoryName="0" value="1"/>
          </cx:dataLabels>
          <cx:dataId val="0"/>
          <cx:layoutPr>
            <cx:visibility connectorLines="0"/>
            <cx:subtotals>
              <cx:idx val="1"/>
              <cx:idx val="3"/>
              <cx:idx val="4"/>
            </cx:subtotals>
          </cx:layoutPr>
        </cx:series>
      </cx:plotAreaRegion>
      <cx:axis id="0">
        <cx:catScaling gapWidth="1"/>
        <cx:majorTickMarks type="out"/>
        <cx:tickLabels/>
        <cx:spPr>
          <a:ln>
            <a:solidFill>
              <a:schemeClr val="tx1"/>
            </a:solidFill>
          </a:ln>
        </cx:spPr>
        <cx:txPr>
          <a:bodyPr vertOverflow="overflow" horzOverflow="overflow" wrap="square" lIns="0" tIns="0" rIns="0" bIns="0"/>
          <a:lstStyle/>
          <a:p>
            <a:pPr algn="ctr" rtl="0">
              <a:defRPr sz="100" b="0" i="0">
                <a:solidFill>
                  <a:schemeClr val="bg1"/>
                </a:solidFill>
                <a:latin typeface="+mn-lt"/>
                <a:ea typeface="Calibri" panose="020F0502020204030204" pitchFamily="34" charset="0"/>
                <a:cs typeface="Calibri" panose="020F0502020204030204" pitchFamily="34" charset="0"/>
              </a:defRPr>
            </a:pPr>
            <a:endParaRPr lang="en-US" sz="100">
              <a:solidFill>
                <a:schemeClr val="bg1"/>
              </a:solidFill>
              <a:latin typeface="+mn-lt"/>
            </a:endParaRPr>
          </a:p>
        </cx:txPr>
      </cx:axis>
      <cx:axis id="1" hidden="1">
        <cx:valScaling/>
        <cx:tickLabels/>
        <cx:txPr>
          <a:bodyPr vertOverflow="overflow" horzOverflow="overflow" wrap="square" lIns="0" tIns="0" rIns="0" bIns="0"/>
          <a:lstStyle/>
          <a:p>
            <a:pPr algn="ctr" rtl="0">
              <a:defRPr sz="1200" b="0" i="0">
                <a:solidFill>
                  <a:srgbClr val="595959"/>
                </a:solidFill>
                <a:latin typeface="+mn-lt"/>
                <a:ea typeface="Calibri" panose="020F0502020204030204" pitchFamily="34" charset="0"/>
                <a:cs typeface="Calibri" panose="020F0502020204030204" pitchFamily="34" charset="0"/>
              </a:defRPr>
            </a:pPr>
            <a:endParaRPr lang="en-US" sz="1200">
              <a:latin typeface="+mn-lt"/>
            </a:endParaRPr>
          </a:p>
        </cx:txPr>
      </cx:axis>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withinLinear" id="16">
  <a:schemeClr val="accent3"/>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withinLinear" id="18">
  <a:schemeClr val="accent5"/>
</cs:colorStyle>
</file>

<file path=ppt/charts/colors12.xml><?xml version="1.0" encoding="utf-8"?>
<cs:colorStyle xmlns:cs="http://schemas.microsoft.com/office/drawing/2012/chartStyle" xmlns:a="http://schemas.openxmlformats.org/drawingml/2006/main" meth="withinLinear" id="17">
  <a:schemeClr val="accent4"/>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withinLinear" id="18">
  <a:schemeClr val="accent5"/>
</cs:colorStyle>
</file>

<file path=ppt/charts/colors15.xml><?xml version="1.0" encoding="utf-8"?>
<cs:colorStyle xmlns:cs="http://schemas.microsoft.com/office/drawing/2012/chartStyle" xmlns:a="http://schemas.openxmlformats.org/drawingml/2006/main" meth="withinLinear" id="17">
  <a:schemeClr val="accent4"/>
</cs:colorStyle>
</file>

<file path=ppt/charts/colors16.xml><?xml version="1.0" encoding="utf-8"?>
<cs:colorStyle xmlns:cs="http://schemas.microsoft.com/office/drawing/2012/chartStyle" xmlns:a="http://schemas.openxmlformats.org/drawingml/2006/main" meth="withinLinear" id="18">
  <a:schemeClr val="accent5"/>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withinLinear" id="18">
  <a:schemeClr val="accent5"/>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withinLinear" id="18">
  <a:schemeClr val="accent5"/>
</cs:colorStyle>
</file>

<file path=ppt/charts/colors27.xml><?xml version="1.0" encoding="utf-8"?>
<cs:colorStyle xmlns:cs="http://schemas.microsoft.com/office/drawing/2012/chartStyle" xmlns:a="http://schemas.openxmlformats.org/drawingml/2006/main" meth="withinLinear" id="18">
  <a:schemeClr val="accent5"/>
</cs:colorStyle>
</file>

<file path=ppt/charts/colors28.xml><?xml version="1.0" encoding="utf-8"?>
<cs:colorStyle xmlns:cs="http://schemas.microsoft.com/office/drawing/2012/chartStyle" xmlns:a="http://schemas.openxmlformats.org/drawingml/2006/main" meth="withinLinear" id="18">
  <a:schemeClr val="accent5"/>
</cs:colorStyle>
</file>

<file path=ppt/charts/colors29.xml><?xml version="1.0" encoding="utf-8"?>
<cs:colorStyle xmlns:cs="http://schemas.microsoft.com/office/drawing/2012/chartStyle" xmlns:a="http://schemas.openxmlformats.org/drawingml/2006/main" meth="withinLinear" id="18">
  <a:schemeClr val="accent5"/>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withinLinear" id="18">
  <a:schemeClr val="accent5"/>
</cs:colorStyle>
</file>

<file path=ppt/charts/colors38.xml><?xml version="1.0" encoding="utf-8"?>
<cs:colorStyle xmlns:cs="http://schemas.microsoft.com/office/drawing/2012/chartStyle" xmlns:a="http://schemas.openxmlformats.org/drawingml/2006/main" meth="withinLinear" id="18">
  <a:schemeClr val="accent5"/>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withinLinear" id="18">
  <a:schemeClr val="accent5"/>
</cs:colorStyle>
</file>

<file path=ppt/charts/colors41.xml><?xml version="1.0" encoding="utf-8"?>
<cs:colorStyle xmlns:cs="http://schemas.microsoft.com/office/drawing/2012/chartStyle" xmlns:a="http://schemas.openxmlformats.org/drawingml/2006/main" meth="withinLinear" id="18">
  <a:schemeClr val="accent5"/>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withinLinear" id="18">
  <a:schemeClr val="accent5"/>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withinLinear" id="18">
  <a:schemeClr val="accent5"/>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301">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8.xml><?xml version="1.0" encoding="utf-8"?>
<cs:chartStyle xmlns:cs="http://schemas.microsoft.com/office/drawing/2012/chartStyle" xmlns:a="http://schemas.openxmlformats.org/drawingml/2006/main" id="301">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395">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2B04214-0247-4E42-94A1-C78DDC1CD1F9}" type="doc">
      <dgm:prSet loTypeId="urn:microsoft.com/office/officeart/2005/8/layout/chevron2" loCatId="process" qsTypeId="urn:microsoft.com/office/officeart/2005/8/quickstyle/simple2" qsCatId="simple" csTypeId="urn:microsoft.com/office/officeart/2005/8/colors/colorful2" csCatId="colorful" phldr="1"/>
      <dgm:spPr/>
      <dgm:t>
        <a:bodyPr/>
        <a:lstStyle/>
        <a:p>
          <a:endParaRPr lang="en-US"/>
        </a:p>
      </dgm:t>
    </dgm:pt>
    <dgm:pt modelId="{E9E42EAE-5223-45D2-BA90-90495F5869B0}">
      <dgm:prSet phldrT="[Text]" custT="1"/>
      <dgm:spPr/>
      <dgm:t>
        <a:bodyPr/>
        <a:lstStyle/>
        <a:p>
          <a:r>
            <a:rPr lang="en-US" sz="1400" dirty="0">
              <a:latin typeface="Calibri Light" panose="020F0302020204030204" pitchFamily="34" charset="0"/>
              <a:cs typeface="Calibri Light" panose="020F0302020204030204" pitchFamily="34" charset="0"/>
            </a:rPr>
            <a:t>Assessment of Solar Capacity</a:t>
          </a:r>
        </a:p>
      </dgm:t>
    </dgm:pt>
    <dgm:pt modelId="{4EA14EE0-CF0B-4572-BAE2-DA14125F8DA1}" type="parTrans" cxnId="{F33293FB-22D5-4FDC-82A4-E0866EB3CF25}">
      <dgm:prSet/>
      <dgm:spPr/>
      <dgm:t>
        <a:bodyPr/>
        <a:lstStyle/>
        <a:p>
          <a:endParaRPr lang="en-US" sz="1400">
            <a:latin typeface="Calibri Light" panose="020F0302020204030204" pitchFamily="34" charset="0"/>
            <a:cs typeface="Calibri Light" panose="020F0302020204030204" pitchFamily="34" charset="0"/>
          </a:endParaRPr>
        </a:p>
      </dgm:t>
    </dgm:pt>
    <dgm:pt modelId="{49E9556C-397A-4A35-B22E-70736E4C8135}" type="sibTrans" cxnId="{F33293FB-22D5-4FDC-82A4-E0866EB3CF25}">
      <dgm:prSet/>
      <dgm:spPr/>
      <dgm:t>
        <a:bodyPr/>
        <a:lstStyle/>
        <a:p>
          <a:endParaRPr lang="en-US" sz="1400">
            <a:latin typeface="Calibri Light" panose="020F0302020204030204" pitchFamily="34" charset="0"/>
            <a:cs typeface="Calibri Light" panose="020F0302020204030204" pitchFamily="34" charset="0"/>
          </a:endParaRPr>
        </a:p>
      </dgm:t>
    </dgm:pt>
    <dgm:pt modelId="{C550428B-94FD-4213-AF16-1279605E0BEB}">
      <dgm:prSet phldrT="[Text]" custT="1"/>
      <dgm:spPr/>
      <dgm:t>
        <a:bodyPr/>
        <a:lstStyle/>
        <a:p>
          <a:r>
            <a:rPr lang="en-US" sz="1200" dirty="0">
              <a:latin typeface="Calibri Light" panose="020F0302020204030204" pitchFamily="34" charset="0"/>
              <a:cs typeface="Calibri Light" panose="020F0302020204030204" pitchFamily="34" charset="0"/>
            </a:rPr>
            <a:t>Solar generation capacity is estimated based on the electricity consumption projection and the CUF envisaged</a:t>
          </a:r>
        </a:p>
      </dgm:t>
    </dgm:pt>
    <dgm:pt modelId="{CE026946-2321-489F-849C-6BCC0A0936C4}" type="parTrans" cxnId="{D404BD2E-73AD-4B77-95C3-46157B0F19C0}">
      <dgm:prSet/>
      <dgm:spPr/>
      <dgm:t>
        <a:bodyPr/>
        <a:lstStyle/>
        <a:p>
          <a:endParaRPr lang="en-US" sz="1400">
            <a:latin typeface="Calibri Light" panose="020F0302020204030204" pitchFamily="34" charset="0"/>
            <a:cs typeface="Calibri Light" panose="020F0302020204030204" pitchFamily="34" charset="0"/>
          </a:endParaRPr>
        </a:p>
      </dgm:t>
    </dgm:pt>
    <dgm:pt modelId="{6E9E71F7-E35F-4A86-A60F-B3BBE92F95EB}" type="sibTrans" cxnId="{D404BD2E-73AD-4B77-95C3-46157B0F19C0}">
      <dgm:prSet/>
      <dgm:spPr/>
      <dgm:t>
        <a:bodyPr/>
        <a:lstStyle/>
        <a:p>
          <a:endParaRPr lang="en-US" sz="1400">
            <a:latin typeface="Calibri Light" panose="020F0302020204030204" pitchFamily="34" charset="0"/>
            <a:cs typeface="Calibri Light" panose="020F0302020204030204" pitchFamily="34" charset="0"/>
          </a:endParaRPr>
        </a:p>
      </dgm:t>
    </dgm:pt>
    <dgm:pt modelId="{7B29854C-9EF0-47F6-AC7A-06B1294A8600}">
      <dgm:prSet phldrT="[Text]" custT="1"/>
      <dgm:spPr/>
      <dgm:t>
        <a:bodyPr/>
        <a:lstStyle/>
        <a:p>
          <a:r>
            <a:rPr lang="en-US" sz="1400" dirty="0">
              <a:latin typeface="Calibri Light" panose="020F0302020204030204" pitchFamily="34" charset="0"/>
              <a:cs typeface="Calibri Light" panose="020F0302020204030204" pitchFamily="34" charset="0"/>
            </a:rPr>
            <a:t>Estimation of Financial Savings</a:t>
          </a:r>
        </a:p>
      </dgm:t>
    </dgm:pt>
    <dgm:pt modelId="{3D187322-BF0E-437F-8834-3CCBCB40B60E}" type="parTrans" cxnId="{7F737F28-1669-40D9-88F9-84B8B1D4B41E}">
      <dgm:prSet/>
      <dgm:spPr/>
      <dgm:t>
        <a:bodyPr/>
        <a:lstStyle/>
        <a:p>
          <a:endParaRPr lang="en-US" sz="1400">
            <a:latin typeface="Calibri Light" panose="020F0302020204030204" pitchFamily="34" charset="0"/>
            <a:cs typeface="Calibri Light" panose="020F0302020204030204" pitchFamily="34" charset="0"/>
          </a:endParaRPr>
        </a:p>
      </dgm:t>
    </dgm:pt>
    <dgm:pt modelId="{3CA30EA7-D1F8-4978-A298-3C5D48AA9697}" type="sibTrans" cxnId="{7F737F28-1669-40D9-88F9-84B8B1D4B41E}">
      <dgm:prSet/>
      <dgm:spPr/>
      <dgm:t>
        <a:bodyPr/>
        <a:lstStyle/>
        <a:p>
          <a:endParaRPr lang="en-US" sz="1400">
            <a:latin typeface="Calibri Light" panose="020F0302020204030204" pitchFamily="34" charset="0"/>
            <a:cs typeface="Calibri Light" panose="020F0302020204030204" pitchFamily="34" charset="0"/>
          </a:endParaRPr>
        </a:p>
      </dgm:t>
    </dgm:pt>
    <dgm:pt modelId="{C1BA0850-9C6B-4A63-9D02-C4E2D3B883E5}">
      <dgm:prSet phldrT="[Text]" custT="1"/>
      <dgm:spPr/>
      <dgm:t>
        <a:bodyPr/>
        <a:lstStyle/>
        <a:p>
          <a:r>
            <a:rPr lang="en-US" sz="1200" dirty="0">
              <a:latin typeface="Calibri Light" panose="020F0302020204030204" pitchFamily="34" charset="0"/>
              <a:cs typeface="Calibri Light" panose="020F0302020204030204" pitchFamily="34" charset="0"/>
            </a:rPr>
            <a:t>Landed costs are drawn (metering point-wise)</a:t>
          </a:r>
        </a:p>
      </dgm:t>
    </dgm:pt>
    <dgm:pt modelId="{AA1E2785-65EC-40C3-92D9-44F65DAE38FB}" type="parTrans" cxnId="{F05F74BD-67C7-4589-AE8F-C0FB8FD50872}">
      <dgm:prSet/>
      <dgm:spPr/>
      <dgm:t>
        <a:bodyPr/>
        <a:lstStyle/>
        <a:p>
          <a:endParaRPr lang="en-US" sz="1400">
            <a:latin typeface="Calibri Light" panose="020F0302020204030204" pitchFamily="34" charset="0"/>
            <a:cs typeface="Calibri Light" panose="020F0302020204030204" pitchFamily="34" charset="0"/>
          </a:endParaRPr>
        </a:p>
      </dgm:t>
    </dgm:pt>
    <dgm:pt modelId="{A0A1CB0F-54A0-4A2A-8E70-8FE115080FD5}" type="sibTrans" cxnId="{F05F74BD-67C7-4589-AE8F-C0FB8FD50872}">
      <dgm:prSet/>
      <dgm:spPr/>
      <dgm:t>
        <a:bodyPr/>
        <a:lstStyle/>
        <a:p>
          <a:endParaRPr lang="en-US" sz="1400">
            <a:latin typeface="Calibri Light" panose="020F0302020204030204" pitchFamily="34" charset="0"/>
            <a:cs typeface="Calibri Light" panose="020F0302020204030204" pitchFamily="34" charset="0"/>
          </a:endParaRPr>
        </a:p>
      </dgm:t>
    </dgm:pt>
    <dgm:pt modelId="{C9A435FA-87B1-4B52-A7D7-3C770B08B38F}">
      <dgm:prSet custT="1"/>
      <dgm:spPr/>
      <dgm:t>
        <a:bodyPr/>
        <a:lstStyle/>
        <a:p>
          <a:r>
            <a:rPr lang="en-US" sz="1200" dirty="0">
              <a:latin typeface="Calibri Light" panose="020F0302020204030204" pitchFamily="34" charset="0"/>
              <a:cs typeface="Calibri Light" panose="020F0302020204030204" pitchFamily="34" charset="0"/>
            </a:rPr>
            <a:t>SECL’s future electricity consumption (metering point-wise) is estimated based on historical electricity consumption, coal production and projected coal production</a:t>
          </a:r>
        </a:p>
      </dgm:t>
    </dgm:pt>
    <dgm:pt modelId="{5B51AE92-116F-4A98-946B-C0EB03F9A069}" type="parTrans" cxnId="{97439E6B-BBAF-422B-B926-F1189DA72E9B}">
      <dgm:prSet/>
      <dgm:spPr/>
      <dgm:t>
        <a:bodyPr/>
        <a:lstStyle/>
        <a:p>
          <a:endParaRPr lang="en-US" sz="1400">
            <a:latin typeface="Calibri Light" panose="020F0302020204030204" pitchFamily="34" charset="0"/>
            <a:cs typeface="Calibri Light" panose="020F0302020204030204" pitchFamily="34" charset="0"/>
          </a:endParaRPr>
        </a:p>
      </dgm:t>
    </dgm:pt>
    <dgm:pt modelId="{DAD2C1C6-FEB7-4C01-BEED-8C3C309E693E}" type="sibTrans" cxnId="{97439E6B-BBAF-422B-B926-F1189DA72E9B}">
      <dgm:prSet/>
      <dgm:spPr/>
      <dgm:t>
        <a:bodyPr/>
        <a:lstStyle/>
        <a:p>
          <a:endParaRPr lang="en-US" sz="1400">
            <a:latin typeface="Calibri Light" panose="020F0302020204030204" pitchFamily="34" charset="0"/>
            <a:cs typeface="Calibri Light" panose="020F0302020204030204" pitchFamily="34" charset="0"/>
          </a:endParaRPr>
        </a:p>
      </dgm:t>
    </dgm:pt>
    <dgm:pt modelId="{914D9E00-7E11-462D-9713-9E521ECCBD5F}">
      <dgm:prSet custT="1"/>
      <dgm:spPr/>
      <dgm:t>
        <a:bodyPr/>
        <a:lstStyle/>
        <a:p>
          <a:r>
            <a:rPr lang="en-US" sz="1200" dirty="0">
              <a:latin typeface="Calibri Light" panose="020F0302020204030204" pitchFamily="34" charset="0"/>
              <a:cs typeface="Calibri Light" panose="020F0302020204030204" pitchFamily="34" charset="0"/>
            </a:rPr>
            <a:t>Open access losses are assessed, and total required installed capacity and energy is estimated after accounting the losses</a:t>
          </a:r>
        </a:p>
      </dgm:t>
    </dgm:pt>
    <dgm:pt modelId="{587510B8-F716-4D52-8503-C88EE5D5A8B9}" type="parTrans" cxnId="{78FB2266-5748-4002-91E9-3B30AA1B8966}">
      <dgm:prSet/>
      <dgm:spPr/>
      <dgm:t>
        <a:bodyPr/>
        <a:lstStyle/>
        <a:p>
          <a:endParaRPr lang="en-US" sz="1400">
            <a:latin typeface="Calibri Light" panose="020F0302020204030204" pitchFamily="34" charset="0"/>
            <a:cs typeface="Calibri Light" panose="020F0302020204030204" pitchFamily="34" charset="0"/>
          </a:endParaRPr>
        </a:p>
      </dgm:t>
    </dgm:pt>
    <dgm:pt modelId="{50897718-8732-4D87-A845-CD0AB1D6CD75}" type="sibTrans" cxnId="{78FB2266-5748-4002-91E9-3B30AA1B8966}">
      <dgm:prSet/>
      <dgm:spPr/>
      <dgm:t>
        <a:bodyPr/>
        <a:lstStyle/>
        <a:p>
          <a:endParaRPr lang="en-US" sz="1400">
            <a:latin typeface="Calibri Light" panose="020F0302020204030204" pitchFamily="34" charset="0"/>
            <a:cs typeface="Calibri Light" panose="020F0302020204030204" pitchFamily="34" charset="0"/>
          </a:endParaRPr>
        </a:p>
      </dgm:t>
    </dgm:pt>
    <dgm:pt modelId="{27519C19-FE68-4862-AE9E-694D879277E9}">
      <dgm:prSet custT="1"/>
      <dgm:spPr/>
      <dgm:t>
        <a:bodyPr/>
        <a:lstStyle/>
        <a:p>
          <a:r>
            <a:rPr lang="en-US" sz="1200" dirty="0">
              <a:latin typeface="Calibri Light" panose="020F0302020204030204" pitchFamily="34" charset="0"/>
              <a:cs typeface="Calibri Light" panose="020F0302020204030204" pitchFamily="34" charset="0"/>
            </a:rPr>
            <a:t>Capacities required for the various business models are estimated</a:t>
          </a:r>
        </a:p>
      </dgm:t>
    </dgm:pt>
    <dgm:pt modelId="{04C90E0E-5DAC-4E4D-9F28-F0BF30FD46F4}" type="parTrans" cxnId="{DEB5CFC9-022F-4BFB-A3E3-76F400F8FAEF}">
      <dgm:prSet/>
      <dgm:spPr/>
      <dgm:t>
        <a:bodyPr/>
        <a:lstStyle/>
        <a:p>
          <a:endParaRPr lang="en-US" sz="1400">
            <a:latin typeface="Calibri Light" panose="020F0302020204030204" pitchFamily="34" charset="0"/>
            <a:cs typeface="Calibri Light" panose="020F0302020204030204" pitchFamily="34" charset="0"/>
          </a:endParaRPr>
        </a:p>
      </dgm:t>
    </dgm:pt>
    <dgm:pt modelId="{6EC6A5BE-2C2D-4FFE-B729-55FC9CA98084}" type="sibTrans" cxnId="{DEB5CFC9-022F-4BFB-A3E3-76F400F8FAEF}">
      <dgm:prSet/>
      <dgm:spPr/>
      <dgm:t>
        <a:bodyPr/>
        <a:lstStyle/>
        <a:p>
          <a:endParaRPr lang="en-US" sz="1400">
            <a:latin typeface="Calibri Light" panose="020F0302020204030204" pitchFamily="34" charset="0"/>
            <a:cs typeface="Calibri Light" panose="020F0302020204030204" pitchFamily="34" charset="0"/>
          </a:endParaRPr>
        </a:p>
      </dgm:t>
    </dgm:pt>
    <dgm:pt modelId="{0A02C620-4801-40C6-BDD0-5B950756B31B}">
      <dgm:prSet custT="1"/>
      <dgm:spPr/>
      <dgm:t>
        <a:bodyPr/>
        <a:lstStyle/>
        <a:p>
          <a:r>
            <a:rPr lang="en-US" sz="1200" dirty="0">
              <a:latin typeface="Calibri Light" panose="020F0302020204030204" pitchFamily="34" charset="0"/>
              <a:cs typeface="Calibri Light" panose="020F0302020204030204" pitchFamily="34" charset="0"/>
            </a:rPr>
            <a:t>Savings are estimated compared to the landed cost and estimated Energy Charge trajectory</a:t>
          </a:r>
        </a:p>
      </dgm:t>
    </dgm:pt>
    <dgm:pt modelId="{2B1B371F-24EA-41F1-8EDF-5AEB0D5E8107}" type="parTrans" cxnId="{13EAF93E-6F81-4E4E-98E7-F695FB15281E}">
      <dgm:prSet/>
      <dgm:spPr/>
      <dgm:t>
        <a:bodyPr/>
        <a:lstStyle/>
        <a:p>
          <a:endParaRPr lang="en-US" sz="1400">
            <a:latin typeface="Calibri Light" panose="020F0302020204030204" pitchFamily="34" charset="0"/>
            <a:cs typeface="Calibri Light" panose="020F0302020204030204" pitchFamily="34" charset="0"/>
          </a:endParaRPr>
        </a:p>
      </dgm:t>
    </dgm:pt>
    <dgm:pt modelId="{879AD08B-B0EF-42A0-9F44-9B3ACCC4F73D}" type="sibTrans" cxnId="{13EAF93E-6F81-4E4E-98E7-F695FB15281E}">
      <dgm:prSet/>
      <dgm:spPr/>
      <dgm:t>
        <a:bodyPr/>
        <a:lstStyle/>
        <a:p>
          <a:endParaRPr lang="en-US" sz="1400">
            <a:latin typeface="Calibri Light" panose="020F0302020204030204" pitchFamily="34" charset="0"/>
            <a:cs typeface="Calibri Light" panose="020F0302020204030204" pitchFamily="34" charset="0"/>
          </a:endParaRPr>
        </a:p>
      </dgm:t>
    </dgm:pt>
    <dgm:pt modelId="{ED7C3417-36F1-42FF-BCF7-B60A91D07566}">
      <dgm:prSet phldrT="[Text]" custT="1"/>
      <dgm:spPr/>
      <dgm:t>
        <a:bodyPr/>
        <a:lstStyle/>
        <a:p>
          <a:r>
            <a:rPr lang="en-US" sz="1200" dirty="0">
              <a:latin typeface="Calibri Light" panose="020F0302020204030204" pitchFamily="34" charset="0"/>
              <a:cs typeface="Calibri Light" panose="020F0302020204030204" pitchFamily="34" charset="0"/>
            </a:rPr>
            <a:t>Metering point-wise discom energy charge trajectory is assessed</a:t>
          </a:r>
        </a:p>
      </dgm:t>
    </dgm:pt>
    <dgm:pt modelId="{B95698EB-8F07-464A-A2BB-D36B027B1FEC}" type="parTrans" cxnId="{7CCB3370-0B38-4D45-9EDD-D08AFCD8BC6B}">
      <dgm:prSet/>
      <dgm:spPr/>
      <dgm:t>
        <a:bodyPr/>
        <a:lstStyle/>
        <a:p>
          <a:endParaRPr lang="en-US" sz="1400"/>
        </a:p>
      </dgm:t>
    </dgm:pt>
    <dgm:pt modelId="{CF4331DF-F905-49EA-B470-21246D825621}" type="sibTrans" cxnId="{7CCB3370-0B38-4D45-9EDD-D08AFCD8BC6B}">
      <dgm:prSet/>
      <dgm:spPr/>
      <dgm:t>
        <a:bodyPr/>
        <a:lstStyle/>
        <a:p>
          <a:endParaRPr lang="en-US" sz="1400"/>
        </a:p>
      </dgm:t>
    </dgm:pt>
    <dgm:pt modelId="{8912AC06-D3EB-4098-83F4-C5A14B44DA01}">
      <dgm:prSet phldrT="[Text]" custT="1"/>
      <dgm:spPr/>
      <dgm:t>
        <a:bodyPr/>
        <a:lstStyle/>
        <a:p>
          <a:r>
            <a:rPr lang="en-US" sz="1200" dirty="0">
              <a:latin typeface="Calibri Light" panose="020F0302020204030204" pitchFamily="34" charset="0"/>
              <a:cs typeface="Calibri Light" panose="020F0302020204030204" pitchFamily="34" charset="0"/>
            </a:rPr>
            <a:t>Open access Regulatory charges are assessed and projected</a:t>
          </a:r>
        </a:p>
      </dgm:t>
    </dgm:pt>
    <dgm:pt modelId="{77EE03F2-CCDE-4161-AA85-9419584379E9}" type="parTrans" cxnId="{94DFCC62-1247-48C4-BBD1-A4787A2C6AFE}">
      <dgm:prSet/>
      <dgm:spPr/>
      <dgm:t>
        <a:bodyPr/>
        <a:lstStyle/>
        <a:p>
          <a:endParaRPr lang="en-US" sz="1400"/>
        </a:p>
      </dgm:t>
    </dgm:pt>
    <dgm:pt modelId="{2D3B81C6-E433-4E43-A6A9-2BA60CC951C1}" type="sibTrans" cxnId="{94DFCC62-1247-48C4-BBD1-A4787A2C6AFE}">
      <dgm:prSet/>
      <dgm:spPr/>
      <dgm:t>
        <a:bodyPr/>
        <a:lstStyle/>
        <a:p>
          <a:endParaRPr lang="en-US" sz="1400"/>
        </a:p>
      </dgm:t>
    </dgm:pt>
    <dgm:pt modelId="{15EE138C-5137-41A6-A5AE-E51E05407DE2}">
      <dgm:prSet phldrT="[Text]" custT="1"/>
      <dgm:spPr/>
      <dgm:t>
        <a:bodyPr/>
        <a:lstStyle/>
        <a:p>
          <a:r>
            <a:rPr lang="en-US" sz="1200" dirty="0">
              <a:latin typeface="Calibri Light" panose="020F0302020204030204" pitchFamily="34" charset="0"/>
              <a:cs typeface="Calibri Light" panose="020F0302020204030204" pitchFamily="34" charset="0"/>
            </a:rPr>
            <a:t>Costs of generation are estimated based on certain set of assumptions</a:t>
          </a:r>
        </a:p>
      </dgm:t>
    </dgm:pt>
    <dgm:pt modelId="{CEF45AFD-8AF8-4856-B7FD-BADDE722A434}" type="parTrans" cxnId="{CD63EA51-3D69-424E-A31E-01EDD24C578B}">
      <dgm:prSet/>
      <dgm:spPr/>
      <dgm:t>
        <a:bodyPr/>
        <a:lstStyle/>
        <a:p>
          <a:endParaRPr lang="en-US" sz="1400"/>
        </a:p>
      </dgm:t>
    </dgm:pt>
    <dgm:pt modelId="{55291B7C-2C24-49D5-903F-EA3F73AE30CB}" type="sibTrans" cxnId="{CD63EA51-3D69-424E-A31E-01EDD24C578B}">
      <dgm:prSet/>
      <dgm:spPr/>
      <dgm:t>
        <a:bodyPr/>
        <a:lstStyle/>
        <a:p>
          <a:endParaRPr lang="en-US" sz="1400"/>
        </a:p>
      </dgm:t>
    </dgm:pt>
    <dgm:pt modelId="{62FD7EF2-4B93-4F08-80B3-1710F302EFD2}">
      <dgm:prSet phldrT="[Text]" custT="1"/>
      <dgm:spPr/>
      <dgm:t>
        <a:bodyPr/>
        <a:lstStyle/>
        <a:p>
          <a:r>
            <a:rPr lang="en-US" sz="1400" dirty="0">
              <a:latin typeface="Calibri Light" panose="020F0302020204030204" pitchFamily="34" charset="0"/>
              <a:cs typeface="Calibri Light" panose="020F0302020204030204" pitchFamily="34" charset="0"/>
            </a:rPr>
            <a:t>Business Models</a:t>
          </a:r>
        </a:p>
      </dgm:t>
    </dgm:pt>
    <dgm:pt modelId="{2E4325B8-801A-40DE-8F48-0A6CC2367E5D}" type="parTrans" cxnId="{8140002F-0141-4052-8372-F832ED77D533}">
      <dgm:prSet/>
      <dgm:spPr/>
      <dgm:t>
        <a:bodyPr/>
        <a:lstStyle/>
        <a:p>
          <a:endParaRPr lang="en-US"/>
        </a:p>
      </dgm:t>
    </dgm:pt>
    <dgm:pt modelId="{A50CF8F4-E27E-43D3-A540-283C7B491090}" type="sibTrans" cxnId="{8140002F-0141-4052-8372-F832ED77D533}">
      <dgm:prSet/>
      <dgm:spPr/>
      <dgm:t>
        <a:bodyPr/>
        <a:lstStyle/>
        <a:p>
          <a:endParaRPr lang="en-US"/>
        </a:p>
      </dgm:t>
    </dgm:pt>
    <dgm:pt modelId="{6B6280F1-32B0-4417-844A-AA5E4FA07A00}">
      <dgm:prSet phldrT="[Text]" custT="1"/>
      <dgm:spPr/>
      <dgm:t>
        <a:bodyPr/>
        <a:lstStyle/>
        <a:p>
          <a:r>
            <a:rPr lang="en-US" sz="1200" dirty="0">
              <a:latin typeface="Calibri Light" panose="020F0302020204030204" pitchFamily="34" charset="0"/>
              <a:cs typeface="Calibri Light" panose="020F0302020204030204" pitchFamily="34" charset="0"/>
            </a:rPr>
            <a:t>Business models being envisaged are identified</a:t>
          </a:r>
        </a:p>
      </dgm:t>
    </dgm:pt>
    <dgm:pt modelId="{BCC9C0A5-653F-4476-91A9-E80B40F2332A}" type="parTrans" cxnId="{12166180-D110-48F3-A1E3-F663B0684EBA}">
      <dgm:prSet/>
      <dgm:spPr/>
      <dgm:t>
        <a:bodyPr/>
        <a:lstStyle/>
        <a:p>
          <a:endParaRPr lang="en-US"/>
        </a:p>
      </dgm:t>
    </dgm:pt>
    <dgm:pt modelId="{554FBF9F-3158-473D-9DCD-6A70B0032E5E}" type="sibTrans" cxnId="{12166180-D110-48F3-A1E3-F663B0684EBA}">
      <dgm:prSet/>
      <dgm:spPr/>
      <dgm:t>
        <a:bodyPr/>
        <a:lstStyle/>
        <a:p>
          <a:endParaRPr lang="en-US"/>
        </a:p>
      </dgm:t>
    </dgm:pt>
    <dgm:pt modelId="{1C5F7C68-0E10-4562-AE10-B711A9CB114E}">
      <dgm:prSet phldrT="[Text]" custT="1"/>
      <dgm:spPr/>
      <dgm:t>
        <a:bodyPr/>
        <a:lstStyle/>
        <a:p>
          <a:r>
            <a:rPr lang="en-US" sz="1200" dirty="0">
              <a:latin typeface="Calibri Light" panose="020F0302020204030204" pitchFamily="34" charset="0"/>
              <a:cs typeface="Calibri Light" panose="020F0302020204030204" pitchFamily="34" charset="0"/>
            </a:rPr>
            <a:t>Mapping of the possible business models for self-consumption (captive) and surplus sale (non-captive) are done</a:t>
          </a:r>
          <a:endParaRPr lang="en-US" sz="1400" dirty="0">
            <a:latin typeface="Calibri Light" panose="020F0302020204030204" pitchFamily="34" charset="0"/>
            <a:cs typeface="Calibri Light" panose="020F0302020204030204" pitchFamily="34" charset="0"/>
          </a:endParaRPr>
        </a:p>
      </dgm:t>
    </dgm:pt>
    <dgm:pt modelId="{76E6C874-DBFD-4736-AC25-CD48C9B89D0E}" type="parTrans" cxnId="{731B0DEC-269B-40C9-8AF6-CCE0CA3EDEA4}">
      <dgm:prSet/>
      <dgm:spPr/>
      <dgm:t>
        <a:bodyPr/>
        <a:lstStyle/>
        <a:p>
          <a:endParaRPr lang="en-US"/>
        </a:p>
      </dgm:t>
    </dgm:pt>
    <dgm:pt modelId="{5095A72B-AD8C-47CA-81E8-52AB12CDE353}" type="sibTrans" cxnId="{731B0DEC-269B-40C9-8AF6-CCE0CA3EDEA4}">
      <dgm:prSet/>
      <dgm:spPr/>
      <dgm:t>
        <a:bodyPr/>
        <a:lstStyle/>
        <a:p>
          <a:endParaRPr lang="en-US"/>
        </a:p>
      </dgm:t>
    </dgm:pt>
    <dgm:pt modelId="{B48E5FC3-DA42-4273-A534-B3EF083B544A}">
      <dgm:prSet custT="1"/>
      <dgm:spPr/>
      <dgm:t>
        <a:bodyPr/>
        <a:lstStyle/>
        <a:p>
          <a:r>
            <a:rPr lang="en-US" sz="1400" dirty="0">
              <a:latin typeface="Calibri Light" panose="020F0302020204030204" pitchFamily="34" charset="0"/>
              <a:cs typeface="Calibri Light" panose="020F0302020204030204" pitchFamily="34" charset="0"/>
            </a:rPr>
            <a:t>Other Assessment</a:t>
          </a:r>
        </a:p>
      </dgm:t>
    </dgm:pt>
    <dgm:pt modelId="{C81CA877-9E15-4BE7-8771-1D7AF9797DEF}" type="parTrans" cxnId="{01ADEECC-2C6B-4B42-8AE4-06EE86297CF8}">
      <dgm:prSet/>
      <dgm:spPr/>
      <dgm:t>
        <a:bodyPr/>
        <a:lstStyle/>
        <a:p>
          <a:endParaRPr lang="en-US"/>
        </a:p>
      </dgm:t>
    </dgm:pt>
    <dgm:pt modelId="{570A7DC6-86BB-401A-945A-3BEBB8452D60}" type="sibTrans" cxnId="{01ADEECC-2C6B-4B42-8AE4-06EE86297CF8}">
      <dgm:prSet/>
      <dgm:spPr/>
      <dgm:t>
        <a:bodyPr/>
        <a:lstStyle/>
        <a:p>
          <a:endParaRPr lang="en-US"/>
        </a:p>
      </dgm:t>
    </dgm:pt>
    <dgm:pt modelId="{E7347F25-02AD-4193-B772-645E699AB29F}">
      <dgm:prSet custT="1"/>
      <dgm:spPr/>
      <dgm:t>
        <a:bodyPr/>
        <a:lstStyle/>
        <a:p>
          <a:r>
            <a:rPr lang="en-US" sz="1200" dirty="0">
              <a:latin typeface="Calibri Light" panose="020F0302020204030204" pitchFamily="34" charset="0"/>
              <a:cs typeface="Calibri Light" panose="020F0302020204030204" pitchFamily="34" charset="0"/>
            </a:rPr>
            <a:t>Availability of land parcels with SECL vis-à-vis requirement is assessed</a:t>
          </a:r>
        </a:p>
      </dgm:t>
    </dgm:pt>
    <dgm:pt modelId="{6B0AAC9E-A885-40A7-99EA-B2C1C3A50172}" type="parTrans" cxnId="{1D54EFD2-82E4-42A8-8281-C6C8F1BE204F}">
      <dgm:prSet/>
      <dgm:spPr/>
      <dgm:t>
        <a:bodyPr/>
        <a:lstStyle/>
        <a:p>
          <a:endParaRPr lang="en-US"/>
        </a:p>
      </dgm:t>
    </dgm:pt>
    <dgm:pt modelId="{7F2CA48A-72D7-42A6-86A7-279C1A0657CE}" type="sibTrans" cxnId="{1D54EFD2-82E4-42A8-8281-C6C8F1BE204F}">
      <dgm:prSet/>
      <dgm:spPr/>
      <dgm:t>
        <a:bodyPr/>
        <a:lstStyle/>
        <a:p>
          <a:endParaRPr lang="en-US"/>
        </a:p>
      </dgm:t>
    </dgm:pt>
    <dgm:pt modelId="{3E71EA2B-2C7F-4090-A7FD-73B67276AC0C}">
      <dgm:prSet custT="1"/>
      <dgm:spPr/>
      <dgm:t>
        <a:bodyPr/>
        <a:lstStyle/>
        <a:p>
          <a:r>
            <a:rPr lang="en-US" sz="1200" dirty="0">
              <a:latin typeface="Calibri Light" panose="020F0302020204030204" pitchFamily="34" charset="0"/>
              <a:cs typeface="Calibri Light" panose="020F0302020204030204" pitchFamily="34" charset="0"/>
            </a:rPr>
            <a:t>Procedural requirements are examined based on study of regulations</a:t>
          </a:r>
        </a:p>
      </dgm:t>
    </dgm:pt>
    <dgm:pt modelId="{FF310CF2-EF2A-44E7-B0BC-1254930D6914}" type="parTrans" cxnId="{2FF0C8B3-A016-4BA1-93D1-DF8CBA287B90}">
      <dgm:prSet/>
      <dgm:spPr/>
      <dgm:t>
        <a:bodyPr/>
        <a:lstStyle/>
        <a:p>
          <a:endParaRPr lang="en-US"/>
        </a:p>
      </dgm:t>
    </dgm:pt>
    <dgm:pt modelId="{EDC91219-9751-40FC-B11F-F31604629370}" type="sibTrans" cxnId="{2FF0C8B3-A016-4BA1-93D1-DF8CBA287B90}">
      <dgm:prSet/>
      <dgm:spPr/>
      <dgm:t>
        <a:bodyPr/>
        <a:lstStyle/>
        <a:p>
          <a:endParaRPr lang="en-US"/>
        </a:p>
      </dgm:t>
    </dgm:pt>
    <dgm:pt modelId="{6BAC764D-6103-4813-994E-201300054AF3}">
      <dgm:prSet custT="1"/>
      <dgm:spPr/>
      <dgm:t>
        <a:bodyPr/>
        <a:lstStyle/>
        <a:p>
          <a:r>
            <a:rPr lang="en-US" sz="1200" dirty="0">
              <a:latin typeface="Calibri Light" panose="020F0302020204030204" pitchFamily="34" charset="0"/>
              <a:cs typeface="Calibri Light" panose="020F0302020204030204" pitchFamily="34" charset="0"/>
            </a:rPr>
            <a:t>Potential avenues for sale of surplus solar energy are evaluated</a:t>
          </a:r>
        </a:p>
      </dgm:t>
    </dgm:pt>
    <dgm:pt modelId="{CF00A602-2AF0-4BAD-B063-E3C279EA0C94}" type="parTrans" cxnId="{30F1DD24-3C4D-4438-9B02-9FDC8CC8CB8E}">
      <dgm:prSet/>
      <dgm:spPr/>
      <dgm:t>
        <a:bodyPr/>
        <a:lstStyle/>
        <a:p>
          <a:endParaRPr lang="en-US"/>
        </a:p>
      </dgm:t>
    </dgm:pt>
    <dgm:pt modelId="{E2514BD9-6A76-4070-A8AA-A47959B03258}" type="sibTrans" cxnId="{30F1DD24-3C4D-4438-9B02-9FDC8CC8CB8E}">
      <dgm:prSet/>
      <dgm:spPr/>
      <dgm:t>
        <a:bodyPr/>
        <a:lstStyle/>
        <a:p>
          <a:endParaRPr lang="en-US"/>
        </a:p>
      </dgm:t>
    </dgm:pt>
    <dgm:pt modelId="{3953B3E8-A6BD-4E34-BB18-7FD64E439643}">
      <dgm:prSet custT="1"/>
      <dgm:spPr/>
      <dgm:t>
        <a:bodyPr/>
        <a:lstStyle/>
        <a:p>
          <a:r>
            <a:rPr lang="en-US" sz="1200" dirty="0">
              <a:latin typeface="Calibri Light" panose="020F0302020204030204" pitchFamily="34" charset="0"/>
              <a:cs typeface="Calibri Light" panose="020F0302020204030204" pitchFamily="34" charset="0"/>
            </a:rPr>
            <a:t>Business models (for self-consumption) and Options for surplus power sale are evaluated based on various metrics</a:t>
          </a:r>
        </a:p>
      </dgm:t>
    </dgm:pt>
    <dgm:pt modelId="{807B78CC-1224-40BC-84BB-C98FD38F171E}" type="parTrans" cxnId="{31C9D48F-D791-4542-B68D-AE12A208DF86}">
      <dgm:prSet/>
      <dgm:spPr/>
      <dgm:t>
        <a:bodyPr/>
        <a:lstStyle/>
        <a:p>
          <a:endParaRPr lang="en-US"/>
        </a:p>
      </dgm:t>
    </dgm:pt>
    <dgm:pt modelId="{52733880-2BBF-4852-9935-CC103300C662}" type="sibTrans" cxnId="{31C9D48F-D791-4542-B68D-AE12A208DF86}">
      <dgm:prSet/>
      <dgm:spPr/>
      <dgm:t>
        <a:bodyPr/>
        <a:lstStyle/>
        <a:p>
          <a:endParaRPr lang="en-US"/>
        </a:p>
      </dgm:t>
    </dgm:pt>
    <dgm:pt modelId="{CCFDA2E3-77CC-4C5B-886B-6E802FE4386F}" type="pres">
      <dgm:prSet presAssocID="{72B04214-0247-4E42-94A1-C78DDC1CD1F9}" presName="linearFlow" presStyleCnt="0">
        <dgm:presLayoutVars>
          <dgm:dir/>
          <dgm:animLvl val="lvl"/>
          <dgm:resizeHandles val="exact"/>
        </dgm:presLayoutVars>
      </dgm:prSet>
      <dgm:spPr/>
    </dgm:pt>
    <dgm:pt modelId="{146B2B00-3000-481F-A219-918EED3736B2}" type="pres">
      <dgm:prSet presAssocID="{62FD7EF2-4B93-4F08-80B3-1710F302EFD2}" presName="composite" presStyleCnt="0"/>
      <dgm:spPr/>
    </dgm:pt>
    <dgm:pt modelId="{2C761749-6D06-41DF-8E9F-E5C85D3D23D0}" type="pres">
      <dgm:prSet presAssocID="{62FD7EF2-4B93-4F08-80B3-1710F302EFD2}" presName="parentText" presStyleLbl="alignNode1" presStyleIdx="0" presStyleCnt="4">
        <dgm:presLayoutVars>
          <dgm:chMax val="1"/>
          <dgm:bulletEnabled val="1"/>
        </dgm:presLayoutVars>
      </dgm:prSet>
      <dgm:spPr/>
    </dgm:pt>
    <dgm:pt modelId="{EE3ED04F-4386-422F-AD58-5860DD10DC75}" type="pres">
      <dgm:prSet presAssocID="{62FD7EF2-4B93-4F08-80B3-1710F302EFD2}" presName="descendantText" presStyleLbl="alignAcc1" presStyleIdx="0" presStyleCnt="4">
        <dgm:presLayoutVars>
          <dgm:bulletEnabled val="1"/>
        </dgm:presLayoutVars>
      </dgm:prSet>
      <dgm:spPr/>
    </dgm:pt>
    <dgm:pt modelId="{02BEE86C-C126-4D6C-A8B2-3B87B7A4784A}" type="pres">
      <dgm:prSet presAssocID="{A50CF8F4-E27E-43D3-A540-283C7B491090}" presName="sp" presStyleCnt="0"/>
      <dgm:spPr/>
    </dgm:pt>
    <dgm:pt modelId="{1CE327FD-8F8A-4EF2-AF48-8E405C62381E}" type="pres">
      <dgm:prSet presAssocID="{E9E42EAE-5223-45D2-BA90-90495F5869B0}" presName="composite" presStyleCnt="0"/>
      <dgm:spPr/>
    </dgm:pt>
    <dgm:pt modelId="{C743FD32-BF9C-4DDA-BE35-47AE1C53A258}" type="pres">
      <dgm:prSet presAssocID="{E9E42EAE-5223-45D2-BA90-90495F5869B0}" presName="parentText" presStyleLbl="alignNode1" presStyleIdx="1" presStyleCnt="4">
        <dgm:presLayoutVars>
          <dgm:chMax val="1"/>
          <dgm:bulletEnabled val="1"/>
        </dgm:presLayoutVars>
      </dgm:prSet>
      <dgm:spPr/>
    </dgm:pt>
    <dgm:pt modelId="{A2ABC222-2956-4851-A35E-34D8FF2A99A3}" type="pres">
      <dgm:prSet presAssocID="{E9E42EAE-5223-45D2-BA90-90495F5869B0}" presName="descendantText" presStyleLbl="alignAcc1" presStyleIdx="1" presStyleCnt="4">
        <dgm:presLayoutVars>
          <dgm:bulletEnabled val="1"/>
        </dgm:presLayoutVars>
      </dgm:prSet>
      <dgm:spPr/>
    </dgm:pt>
    <dgm:pt modelId="{C34DC2C7-2C42-4BBB-81A7-C512B36BF744}" type="pres">
      <dgm:prSet presAssocID="{49E9556C-397A-4A35-B22E-70736E4C8135}" presName="sp" presStyleCnt="0"/>
      <dgm:spPr/>
    </dgm:pt>
    <dgm:pt modelId="{7741B4A4-5442-4AA0-AA3A-73F3B3BB53F4}" type="pres">
      <dgm:prSet presAssocID="{7B29854C-9EF0-47F6-AC7A-06B1294A8600}" presName="composite" presStyleCnt="0"/>
      <dgm:spPr/>
    </dgm:pt>
    <dgm:pt modelId="{060CD96D-0AB8-4CCE-A6E7-C78E310D223E}" type="pres">
      <dgm:prSet presAssocID="{7B29854C-9EF0-47F6-AC7A-06B1294A8600}" presName="parentText" presStyleLbl="alignNode1" presStyleIdx="2" presStyleCnt="4">
        <dgm:presLayoutVars>
          <dgm:chMax val="1"/>
          <dgm:bulletEnabled val="1"/>
        </dgm:presLayoutVars>
      </dgm:prSet>
      <dgm:spPr/>
    </dgm:pt>
    <dgm:pt modelId="{0219F7CC-A948-465A-B328-0D036E375B4A}" type="pres">
      <dgm:prSet presAssocID="{7B29854C-9EF0-47F6-AC7A-06B1294A8600}" presName="descendantText" presStyleLbl="alignAcc1" presStyleIdx="2" presStyleCnt="4">
        <dgm:presLayoutVars>
          <dgm:bulletEnabled val="1"/>
        </dgm:presLayoutVars>
      </dgm:prSet>
      <dgm:spPr/>
    </dgm:pt>
    <dgm:pt modelId="{A9F43EA1-E2F2-4823-B82A-9C2D63512DAE}" type="pres">
      <dgm:prSet presAssocID="{3CA30EA7-D1F8-4978-A298-3C5D48AA9697}" presName="sp" presStyleCnt="0"/>
      <dgm:spPr/>
    </dgm:pt>
    <dgm:pt modelId="{471BAFBB-DD44-474B-93A6-D91852A90BCF}" type="pres">
      <dgm:prSet presAssocID="{B48E5FC3-DA42-4273-A534-B3EF083B544A}" presName="composite" presStyleCnt="0"/>
      <dgm:spPr/>
    </dgm:pt>
    <dgm:pt modelId="{5B8C393C-CFAC-44DB-B0A6-097F37FA18D8}" type="pres">
      <dgm:prSet presAssocID="{B48E5FC3-DA42-4273-A534-B3EF083B544A}" presName="parentText" presStyleLbl="alignNode1" presStyleIdx="3" presStyleCnt="4">
        <dgm:presLayoutVars>
          <dgm:chMax val="1"/>
          <dgm:bulletEnabled val="1"/>
        </dgm:presLayoutVars>
      </dgm:prSet>
      <dgm:spPr/>
    </dgm:pt>
    <dgm:pt modelId="{7FE88B7B-7119-4FA9-A1B9-AF1DDDD3F9DF}" type="pres">
      <dgm:prSet presAssocID="{B48E5FC3-DA42-4273-A534-B3EF083B544A}" presName="descendantText" presStyleLbl="alignAcc1" presStyleIdx="3" presStyleCnt="4">
        <dgm:presLayoutVars>
          <dgm:bulletEnabled val="1"/>
        </dgm:presLayoutVars>
      </dgm:prSet>
      <dgm:spPr/>
    </dgm:pt>
  </dgm:ptLst>
  <dgm:cxnLst>
    <dgm:cxn modelId="{2E6BE203-90D0-4268-8C17-E8A149BDF4CA}" type="presOf" srcId="{3953B3E8-A6BD-4E34-BB18-7FD64E439643}" destId="{7FE88B7B-7119-4FA9-A1B9-AF1DDDD3F9DF}" srcOrd="0" destOrd="3" presId="urn:microsoft.com/office/officeart/2005/8/layout/chevron2"/>
    <dgm:cxn modelId="{6CF00406-1A5D-456C-82C6-AE7B30D2CF3A}" type="presOf" srcId="{1C5F7C68-0E10-4562-AE10-B711A9CB114E}" destId="{EE3ED04F-4386-422F-AD58-5860DD10DC75}" srcOrd="0" destOrd="1" presId="urn:microsoft.com/office/officeart/2005/8/layout/chevron2"/>
    <dgm:cxn modelId="{2A67BF08-DAB1-4E64-98D1-CC1AD421044C}" type="presOf" srcId="{914D9E00-7E11-462D-9713-9E521ECCBD5F}" destId="{A2ABC222-2956-4851-A35E-34D8FF2A99A3}" srcOrd="0" destOrd="2" presId="urn:microsoft.com/office/officeart/2005/8/layout/chevron2"/>
    <dgm:cxn modelId="{F3FB7014-6113-465B-912A-FE18D95A5BDD}" type="presOf" srcId="{6B6280F1-32B0-4417-844A-AA5E4FA07A00}" destId="{EE3ED04F-4386-422F-AD58-5860DD10DC75}" srcOrd="0" destOrd="0" presId="urn:microsoft.com/office/officeart/2005/8/layout/chevron2"/>
    <dgm:cxn modelId="{30F1DD24-3C4D-4438-9B02-9FDC8CC8CB8E}" srcId="{B48E5FC3-DA42-4273-A534-B3EF083B544A}" destId="{6BAC764D-6103-4813-994E-201300054AF3}" srcOrd="2" destOrd="0" parTransId="{CF00A602-2AF0-4BAD-B063-E3C279EA0C94}" sibTransId="{E2514BD9-6A76-4070-A8AA-A47959B03258}"/>
    <dgm:cxn modelId="{7F737F28-1669-40D9-88F9-84B8B1D4B41E}" srcId="{72B04214-0247-4E42-94A1-C78DDC1CD1F9}" destId="{7B29854C-9EF0-47F6-AC7A-06B1294A8600}" srcOrd="2" destOrd="0" parTransId="{3D187322-BF0E-437F-8834-3CCBCB40B60E}" sibTransId="{3CA30EA7-D1F8-4978-A298-3C5D48AA9697}"/>
    <dgm:cxn modelId="{D404BD2E-73AD-4B77-95C3-46157B0F19C0}" srcId="{E9E42EAE-5223-45D2-BA90-90495F5869B0}" destId="{C550428B-94FD-4213-AF16-1279605E0BEB}" srcOrd="1" destOrd="0" parTransId="{CE026946-2321-489F-849C-6BCC0A0936C4}" sibTransId="{6E9E71F7-E35F-4A86-A60F-B3BBE92F95EB}"/>
    <dgm:cxn modelId="{8140002F-0141-4052-8372-F832ED77D533}" srcId="{72B04214-0247-4E42-94A1-C78DDC1CD1F9}" destId="{62FD7EF2-4B93-4F08-80B3-1710F302EFD2}" srcOrd="0" destOrd="0" parTransId="{2E4325B8-801A-40DE-8F48-0A6CC2367E5D}" sibTransId="{A50CF8F4-E27E-43D3-A540-283C7B491090}"/>
    <dgm:cxn modelId="{13EAF93E-6F81-4E4E-98E7-F695FB15281E}" srcId="{7B29854C-9EF0-47F6-AC7A-06B1294A8600}" destId="{0A02C620-4801-40C6-BDD0-5B950756B31B}" srcOrd="4" destOrd="0" parTransId="{2B1B371F-24EA-41F1-8EDF-5AEB0D5E8107}" sibTransId="{879AD08B-B0EF-42A0-9F44-9B3ACCC4F73D}"/>
    <dgm:cxn modelId="{7B57145B-07E0-4D7A-AD58-082E774CE42D}" type="presOf" srcId="{E7347F25-02AD-4193-B772-645E699AB29F}" destId="{7FE88B7B-7119-4FA9-A1B9-AF1DDDD3F9DF}" srcOrd="0" destOrd="0" presId="urn:microsoft.com/office/officeart/2005/8/layout/chevron2"/>
    <dgm:cxn modelId="{94DFCC62-1247-48C4-BBD1-A4787A2C6AFE}" srcId="{7B29854C-9EF0-47F6-AC7A-06B1294A8600}" destId="{8912AC06-D3EB-4098-83F4-C5A14B44DA01}" srcOrd="1" destOrd="0" parTransId="{77EE03F2-CCDE-4161-AA85-9419584379E9}" sibTransId="{2D3B81C6-E433-4E43-A6A9-2BA60CC951C1}"/>
    <dgm:cxn modelId="{78FB2266-5748-4002-91E9-3B30AA1B8966}" srcId="{E9E42EAE-5223-45D2-BA90-90495F5869B0}" destId="{914D9E00-7E11-462D-9713-9E521ECCBD5F}" srcOrd="2" destOrd="0" parTransId="{587510B8-F716-4D52-8503-C88EE5D5A8B9}" sibTransId="{50897718-8732-4D87-A845-CD0AB1D6CD75}"/>
    <dgm:cxn modelId="{97439E6B-BBAF-422B-B926-F1189DA72E9B}" srcId="{E9E42EAE-5223-45D2-BA90-90495F5869B0}" destId="{C9A435FA-87B1-4B52-A7D7-3C770B08B38F}" srcOrd="0" destOrd="0" parTransId="{5B51AE92-116F-4A98-946B-C0EB03F9A069}" sibTransId="{DAD2C1C6-FEB7-4C01-BEED-8C3C309E693E}"/>
    <dgm:cxn modelId="{3D1AC16D-8727-4919-B533-19B1F431DAC7}" type="presOf" srcId="{7B29854C-9EF0-47F6-AC7A-06B1294A8600}" destId="{060CD96D-0AB8-4CCE-A6E7-C78E310D223E}" srcOrd="0" destOrd="0" presId="urn:microsoft.com/office/officeart/2005/8/layout/chevron2"/>
    <dgm:cxn modelId="{7CCB3370-0B38-4D45-9EDD-D08AFCD8BC6B}" srcId="{7B29854C-9EF0-47F6-AC7A-06B1294A8600}" destId="{ED7C3417-36F1-42FF-BCF7-B60A91D07566}" srcOrd="3" destOrd="0" parTransId="{B95698EB-8F07-464A-A2BB-D36B027B1FEC}" sibTransId="{CF4331DF-F905-49EA-B470-21246D825621}"/>
    <dgm:cxn modelId="{CD63EA51-3D69-424E-A31E-01EDD24C578B}" srcId="{7B29854C-9EF0-47F6-AC7A-06B1294A8600}" destId="{15EE138C-5137-41A6-A5AE-E51E05407DE2}" srcOrd="0" destOrd="0" parTransId="{CEF45AFD-8AF8-4856-B7FD-BADDE722A434}" sibTransId="{55291B7C-2C24-49D5-903F-EA3F73AE30CB}"/>
    <dgm:cxn modelId="{3F91A357-B2E9-48EE-90F5-74DD3E456D3B}" type="presOf" srcId="{ED7C3417-36F1-42FF-BCF7-B60A91D07566}" destId="{0219F7CC-A948-465A-B328-0D036E375B4A}" srcOrd="0" destOrd="3" presId="urn:microsoft.com/office/officeart/2005/8/layout/chevron2"/>
    <dgm:cxn modelId="{12166180-D110-48F3-A1E3-F663B0684EBA}" srcId="{62FD7EF2-4B93-4F08-80B3-1710F302EFD2}" destId="{6B6280F1-32B0-4417-844A-AA5E4FA07A00}" srcOrd="0" destOrd="0" parTransId="{BCC9C0A5-653F-4476-91A9-E80B40F2332A}" sibTransId="{554FBF9F-3158-473D-9DCD-6A70B0032E5E}"/>
    <dgm:cxn modelId="{3286E58C-EF5D-401B-BFF5-2455478C74C4}" type="presOf" srcId="{E9E42EAE-5223-45D2-BA90-90495F5869B0}" destId="{C743FD32-BF9C-4DDA-BE35-47AE1C53A258}" srcOrd="0" destOrd="0" presId="urn:microsoft.com/office/officeart/2005/8/layout/chevron2"/>
    <dgm:cxn modelId="{31C9D48F-D791-4542-B68D-AE12A208DF86}" srcId="{B48E5FC3-DA42-4273-A534-B3EF083B544A}" destId="{3953B3E8-A6BD-4E34-BB18-7FD64E439643}" srcOrd="3" destOrd="0" parTransId="{807B78CC-1224-40BC-84BB-C98FD38F171E}" sibTransId="{52733880-2BBF-4852-9935-CC103300C662}"/>
    <dgm:cxn modelId="{4CBC1894-BDA4-4185-83A3-C482E5B98F91}" type="presOf" srcId="{72B04214-0247-4E42-94A1-C78DDC1CD1F9}" destId="{CCFDA2E3-77CC-4C5B-886B-6E802FE4386F}" srcOrd="0" destOrd="0" presId="urn:microsoft.com/office/officeart/2005/8/layout/chevron2"/>
    <dgm:cxn modelId="{4BD7609B-4F7F-4CF7-B64F-A5CFE63DE05A}" type="presOf" srcId="{B48E5FC3-DA42-4273-A534-B3EF083B544A}" destId="{5B8C393C-CFAC-44DB-B0A6-097F37FA18D8}" srcOrd="0" destOrd="0" presId="urn:microsoft.com/office/officeart/2005/8/layout/chevron2"/>
    <dgm:cxn modelId="{87DEC99B-ABC2-47F5-B838-8CBE31B5FB3B}" type="presOf" srcId="{C9A435FA-87B1-4B52-A7D7-3C770B08B38F}" destId="{A2ABC222-2956-4851-A35E-34D8FF2A99A3}" srcOrd="0" destOrd="0" presId="urn:microsoft.com/office/officeart/2005/8/layout/chevron2"/>
    <dgm:cxn modelId="{714F71AA-88F4-4F64-8E34-390352F24335}" type="presOf" srcId="{3E71EA2B-2C7F-4090-A7FD-73B67276AC0C}" destId="{7FE88B7B-7119-4FA9-A1B9-AF1DDDD3F9DF}" srcOrd="0" destOrd="1" presId="urn:microsoft.com/office/officeart/2005/8/layout/chevron2"/>
    <dgm:cxn modelId="{2FF0C8B3-A016-4BA1-93D1-DF8CBA287B90}" srcId="{B48E5FC3-DA42-4273-A534-B3EF083B544A}" destId="{3E71EA2B-2C7F-4090-A7FD-73B67276AC0C}" srcOrd="1" destOrd="0" parTransId="{FF310CF2-EF2A-44E7-B0BC-1254930D6914}" sibTransId="{EDC91219-9751-40FC-B11F-F31604629370}"/>
    <dgm:cxn modelId="{F05F74BD-67C7-4589-AE8F-C0FB8FD50872}" srcId="{7B29854C-9EF0-47F6-AC7A-06B1294A8600}" destId="{C1BA0850-9C6B-4A63-9D02-C4E2D3B883E5}" srcOrd="2" destOrd="0" parTransId="{AA1E2785-65EC-40C3-92D9-44F65DAE38FB}" sibTransId="{A0A1CB0F-54A0-4A2A-8E70-8FE115080FD5}"/>
    <dgm:cxn modelId="{214075BF-EBD1-4E65-BB61-4948F6C8E69C}" type="presOf" srcId="{C550428B-94FD-4213-AF16-1279605E0BEB}" destId="{A2ABC222-2956-4851-A35E-34D8FF2A99A3}" srcOrd="0" destOrd="1" presId="urn:microsoft.com/office/officeart/2005/8/layout/chevron2"/>
    <dgm:cxn modelId="{EFAA11C0-BF22-4A45-AA79-BF5F4931032F}" type="presOf" srcId="{6BAC764D-6103-4813-994E-201300054AF3}" destId="{7FE88B7B-7119-4FA9-A1B9-AF1DDDD3F9DF}" srcOrd="0" destOrd="2" presId="urn:microsoft.com/office/officeart/2005/8/layout/chevron2"/>
    <dgm:cxn modelId="{6C958DC1-8EC2-4F2C-8B61-16937E241B46}" type="presOf" srcId="{C1BA0850-9C6B-4A63-9D02-C4E2D3B883E5}" destId="{0219F7CC-A948-465A-B328-0D036E375B4A}" srcOrd="0" destOrd="2" presId="urn:microsoft.com/office/officeart/2005/8/layout/chevron2"/>
    <dgm:cxn modelId="{DEB5CFC9-022F-4BFB-A3E3-76F400F8FAEF}" srcId="{E9E42EAE-5223-45D2-BA90-90495F5869B0}" destId="{27519C19-FE68-4862-AE9E-694D879277E9}" srcOrd="3" destOrd="0" parTransId="{04C90E0E-5DAC-4E4D-9F28-F0BF30FD46F4}" sibTransId="{6EC6A5BE-2C2D-4FFE-B729-55FC9CA98084}"/>
    <dgm:cxn modelId="{DBA6A3CA-B05A-4F2C-A5B3-18C37BA47287}" type="presOf" srcId="{27519C19-FE68-4862-AE9E-694D879277E9}" destId="{A2ABC222-2956-4851-A35E-34D8FF2A99A3}" srcOrd="0" destOrd="3" presId="urn:microsoft.com/office/officeart/2005/8/layout/chevron2"/>
    <dgm:cxn modelId="{01ADEECC-2C6B-4B42-8AE4-06EE86297CF8}" srcId="{72B04214-0247-4E42-94A1-C78DDC1CD1F9}" destId="{B48E5FC3-DA42-4273-A534-B3EF083B544A}" srcOrd="3" destOrd="0" parTransId="{C81CA877-9E15-4BE7-8771-1D7AF9797DEF}" sibTransId="{570A7DC6-86BB-401A-945A-3BEBB8452D60}"/>
    <dgm:cxn modelId="{1D54EFD2-82E4-42A8-8281-C6C8F1BE204F}" srcId="{B48E5FC3-DA42-4273-A534-B3EF083B544A}" destId="{E7347F25-02AD-4193-B772-645E699AB29F}" srcOrd="0" destOrd="0" parTransId="{6B0AAC9E-A885-40A7-99EA-B2C1C3A50172}" sibTransId="{7F2CA48A-72D7-42A6-86A7-279C1A0657CE}"/>
    <dgm:cxn modelId="{BD3C0DE4-4555-4174-B330-826236735269}" type="presOf" srcId="{15EE138C-5137-41A6-A5AE-E51E05407DE2}" destId="{0219F7CC-A948-465A-B328-0D036E375B4A}" srcOrd="0" destOrd="0" presId="urn:microsoft.com/office/officeart/2005/8/layout/chevron2"/>
    <dgm:cxn modelId="{731B0DEC-269B-40C9-8AF6-CCE0CA3EDEA4}" srcId="{62FD7EF2-4B93-4F08-80B3-1710F302EFD2}" destId="{1C5F7C68-0E10-4562-AE10-B711A9CB114E}" srcOrd="1" destOrd="0" parTransId="{76E6C874-DBFD-4736-AC25-CD48C9B89D0E}" sibTransId="{5095A72B-AD8C-47CA-81E8-52AB12CDE353}"/>
    <dgm:cxn modelId="{B1C692ED-3355-4C43-9ECF-9D3741D60812}" type="presOf" srcId="{0A02C620-4801-40C6-BDD0-5B950756B31B}" destId="{0219F7CC-A948-465A-B328-0D036E375B4A}" srcOrd="0" destOrd="4" presId="urn:microsoft.com/office/officeart/2005/8/layout/chevron2"/>
    <dgm:cxn modelId="{0C07DCFA-1CD1-4207-91F3-DE8FCB47CB39}" type="presOf" srcId="{8912AC06-D3EB-4098-83F4-C5A14B44DA01}" destId="{0219F7CC-A948-465A-B328-0D036E375B4A}" srcOrd="0" destOrd="1" presId="urn:microsoft.com/office/officeart/2005/8/layout/chevron2"/>
    <dgm:cxn modelId="{F33293FB-22D5-4FDC-82A4-E0866EB3CF25}" srcId="{72B04214-0247-4E42-94A1-C78DDC1CD1F9}" destId="{E9E42EAE-5223-45D2-BA90-90495F5869B0}" srcOrd="1" destOrd="0" parTransId="{4EA14EE0-CF0B-4572-BAE2-DA14125F8DA1}" sibTransId="{49E9556C-397A-4A35-B22E-70736E4C8135}"/>
    <dgm:cxn modelId="{36CF43FE-061A-48CF-A1D2-D210C920708F}" type="presOf" srcId="{62FD7EF2-4B93-4F08-80B3-1710F302EFD2}" destId="{2C761749-6D06-41DF-8E9F-E5C85D3D23D0}" srcOrd="0" destOrd="0" presId="urn:microsoft.com/office/officeart/2005/8/layout/chevron2"/>
    <dgm:cxn modelId="{1E1989B9-9AD1-4CC9-B865-2A812D904F94}" type="presParOf" srcId="{CCFDA2E3-77CC-4C5B-886B-6E802FE4386F}" destId="{146B2B00-3000-481F-A219-918EED3736B2}" srcOrd="0" destOrd="0" presId="urn:microsoft.com/office/officeart/2005/8/layout/chevron2"/>
    <dgm:cxn modelId="{D915E522-5FA9-4ACF-AC2F-BCC90D5B5CA8}" type="presParOf" srcId="{146B2B00-3000-481F-A219-918EED3736B2}" destId="{2C761749-6D06-41DF-8E9F-E5C85D3D23D0}" srcOrd="0" destOrd="0" presId="urn:microsoft.com/office/officeart/2005/8/layout/chevron2"/>
    <dgm:cxn modelId="{BF0E6358-C131-4885-9BD1-04A736F1037B}" type="presParOf" srcId="{146B2B00-3000-481F-A219-918EED3736B2}" destId="{EE3ED04F-4386-422F-AD58-5860DD10DC75}" srcOrd="1" destOrd="0" presId="urn:microsoft.com/office/officeart/2005/8/layout/chevron2"/>
    <dgm:cxn modelId="{8829F879-EACE-4C5D-B06B-BD8A25F55CA2}" type="presParOf" srcId="{CCFDA2E3-77CC-4C5B-886B-6E802FE4386F}" destId="{02BEE86C-C126-4D6C-A8B2-3B87B7A4784A}" srcOrd="1" destOrd="0" presId="urn:microsoft.com/office/officeart/2005/8/layout/chevron2"/>
    <dgm:cxn modelId="{2544BCE3-F4D5-4FE1-B491-A9DF6D73F0BF}" type="presParOf" srcId="{CCFDA2E3-77CC-4C5B-886B-6E802FE4386F}" destId="{1CE327FD-8F8A-4EF2-AF48-8E405C62381E}" srcOrd="2" destOrd="0" presId="urn:microsoft.com/office/officeart/2005/8/layout/chevron2"/>
    <dgm:cxn modelId="{B64AF449-7B4F-4EDF-A89E-76C2347D0249}" type="presParOf" srcId="{1CE327FD-8F8A-4EF2-AF48-8E405C62381E}" destId="{C743FD32-BF9C-4DDA-BE35-47AE1C53A258}" srcOrd="0" destOrd="0" presId="urn:microsoft.com/office/officeart/2005/8/layout/chevron2"/>
    <dgm:cxn modelId="{138FEFA5-15D6-4E78-93C7-85BBE0339628}" type="presParOf" srcId="{1CE327FD-8F8A-4EF2-AF48-8E405C62381E}" destId="{A2ABC222-2956-4851-A35E-34D8FF2A99A3}" srcOrd="1" destOrd="0" presId="urn:microsoft.com/office/officeart/2005/8/layout/chevron2"/>
    <dgm:cxn modelId="{F4CA3AE6-D396-4EB1-B6B9-24C16A2BBE66}" type="presParOf" srcId="{CCFDA2E3-77CC-4C5B-886B-6E802FE4386F}" destId="{C34DC2C7-2C42-4BBB-81A7-C512B36BF744}" srcOrd="3" destOrd="0" presId="urn:microsoft.com/office/officeart/2005/8/layout/chevron2"/>
    <dgm:cxn modelId="{43F985E9-B75A-45E1-A2C7-FA2A240D13D8}" type="presParOf" srcId="{CCFDA2E3-77CC-4C5B-886B-6E802FE4386F}" destId="{7741B4A4-5442-4AA0-AA3A-73F3B3BB53F4}" srcOrd="4" destOrd="0" presId="urn:microsoft.com/office/officeart/2005/8/layout/chevron2"/>
    <dgm:cxn modelId="{B76BA259-FF3C-48F7-9D11-652176B60466}" type="presParOf" srcId="{7741B4A4-5442-4AA0-AA3A-73F3B3BB53F4}" destId="{060CD96D-0AB8-4CCE-A6E7-C78E310D223E}" srcOrd="0" destOrd="0" presId="urn:microsoft.com/office/officeart/2005/8/layout/chevron2"/>
    <dgm:cxn modelId="{65899931-15C8-4F67-97F7-4CD7E3ECC9CD}" type="presParOf" srcId="{7741B4A4-5442-4AA0-AA3A-73F3B3BB53F4}" destId="{0219F7CC-A948-465A-B328-0D036E375B4A}" srcOrd="1" destOrd="0" presId="urn:microsoft.com/office/officeart/2005/8/layout/chevron2"/>
    <dgm:cxn modelId="{04A1C5E9-9FAC-4853-8180-4D976BD2940F}" type="presParOf" srcId="{CCFDA2E3-77CC-4C5B-886B-6E802FE4386F}" destId="{A9F43EA1-E2F2-4823-B82A-9C2D63512DAE}" srcOrd="5" destOrd="0" presId="urn:microsoft.com/office/officeart/2005/8/layout/chevron2"/>
    <dgm:cxn modelId="{AA57EE01-59E0-4372-BD3F-879FA376F978}" type="presParOf" srcId="{CCFDA2E3-77CC-4C5B-886B-6E802FE4386F}" destId="{471BAFBB-DD44-474B-93A6-D91852A90BCF}" srcOrd="6" destOrd="0" presId="urn:microsoft.com/office/officeart/2005/8/layout/chevron2"/>
    <dgm:cxn modelId="{97EC1CAE-781C-496A-930B-BB419132D7A5}" type="presParOf" srcId="{471BAFBB-DD44-474B-93A6-D91852A90BCF}" destId="{5B8C393C-CFAC-44DB-B0A6-097F37FA18D8}" srcOrd="0" destOrd="0" presId="urn:microsoft.com/office/officeart/2005/8/layout/chevron2"/>
    <dgm:cxn modelId="{72E37C9A-4699-4C7E-886D-18DFE414885C}" type="presParOf" srcId="{471BAFBB-DD44-474B-93A6-D91852A90BCF}" destId="{7FE88B7B-7119-4FA9-A1B9-AF1DDDD3F9DF}" srcOrd="1" destOrd="0" presId="urn:microsoft.com/office/officeart/2005/8/layout/chevron2"/>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761749-6D06-41DF-8E9F-E5C85D3D23D0}">
      <dsp:nvSpPr>
        <dsp:cNvPr id="0" name=""/>
        <dsp:cNvSpPr/>
      </dsp:nvSpPr>
      <dsp:spPr>
        <a:xfrm rot="5400000">
          <a:off x="-229048" y="236403"/>
          <a:ext cx="1526991" cy="1068893"/>
        </a:xfrm>
        <a:prstGeom prst="chevron">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sz="1400" kern="1200" dirty="0">
              <a:latin typeface="Calibri Light" panose="020F0302020204030204" pitchFamily="34" charset="0"/>
              <a:cs typeface="Calibri Light" panose="020F0302020204030204" pitchFamily="34" charset="0"/>
            </a:rPr>
            <a:t>Business Models</a:t>
          </a:r>
        </a:p>
      </dsp:txBody>
      <dsp:txXfrm rot="-5400000">
        <a:off x="2" y="541801"/>
        <a:ext cx="1068893" cy="458098"/>
      </dsp:txXfrm>
    </dsp:sp>
    <dsp:sp modelId="{EE3ED04F-4386-422F-AD58-5860DD10DC75}">
      <dsp:nvSpPr>
        <dsp:cNvPr id="0" name=""/>
        <dsp:cNvSpPr/>
      </dsp:nvSpPr>
      <dsp:spPr>
        <a:xfrm rot="5400000">
          <a:off x="5632524" y="-4556275"/>
          <a:ext cx="992544" cy="10119806"/>
        </a:xfrm>
        <a:prstGeom prst="round2SameRect">
          <a:avLst/>
        </a:prstGeom>
        <a:solidFill>
          <a:schemeClr val="lt1">
            <a:alpha val="9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7620" rIns="7620" bIns="7620" numCol="1" spcCol="1270" anchor="ctr" anchorCtr="0">
          <a:noAutofit/>
        </a:bodyPr>
        <a:lstStyle/>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Business models being envisaged are identified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Mapping of the possible business models for self-consumption (captive) and surplus sale (non-captive) are done</a:t>
          </a:r>
          <a:endParaRPr lang="en-US" sz="1400" kern="1200" dirty="0">
            <a:latin typeface="Calibri Light" panose="020F0302020204030204" pitchFamily="34" charset="0"/>
            <a:cs typeface="Calibri Light" panose="020F0302020204030204" pitchFamily="34" charset="0"/>
          </a:endParaRPr>
        </a:p>
      </dsp:txBody>
      <dsp:txXfrm rot="-5400000">
        <a:off x="1068893" y="55808"/>
        <a:ext cx="10071354" cy="895640"/>
      </dsp:txXfrm>
    </dsp:sp>
    <dsp:sp modelId="{C743FD32-BF9C-4DDA-BE35-47AE1C53A258}">
      <dsp:nvSpPr>
        <dsp:cNvPr id="0" name=""/>
        <dsp:cNvSpPr/>
      </dsp:nvSpPr>
      <dsp:spPr>
        <a:xfrm rot="5400000">
          <a:off x="-229048" y="1619675"/>
          <a:ext cx="1526991" cy="1068893"/>
        </a:xfrm>
        <a:prstGeom prst="chevron">
          <a:avLst/>
        </a:prstGeom>
        <a:solidFill>
          <a:schemeClr val="accent2">
            <a:hueOff val="1027821"/>
            <a:satOff val="-7055"/>
            <a:lumOff val="14184"/>
            <a:alphaOff val="0"/>
          </a:schemeClr>
        </a:solidFill>
        <a:ln w="25400" cap="flat" cmpd="sng" algn="ctr">
          <a:solidFill>
            <a:schemeClr val="accent2">
              <a:hueOff val="1027821"/>
              <a:satOff val="-7055"/>
              <a:lumOff val="14184"/>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sz="1400" kern="1200" dirty="0">
              <a:latin typeface="Calibri Light" panose="020F0302020204030204" pitchFamily="34" charset="0"/>
              <a:cs typeface="Calibri Light" panose="020F0302020204030204" pitchFamily="34" charset="0"/>
            </a:rPr>
            <a:t>Assessment of Solar Capacity</a:t>
          </a:r>
        </a:p>
      </dsp:txBody>
      <dsp:txXfrm rot="-5400000">
        <a:off x="2" y="1925073"/>
        <a:ext cx="1068893" cy="458098"/>
      </dsp:txXfrm>
    </dsp:sp>
    <dsp:sp modelId="{A2ABC222-2956-4851-A35E-34D8FF2A99A3}">
      <dsp:nvSpPr>
        <dsp:cNvPr id="0" name=""/>
        <dsp:cNvSpPr/>
      </dsp:nvSpPr>
      <dsp:spPr>
        <a:xfrm rot="5400000">
          <a:off x="5632524" y="-3173003"/>
          <a:ext cx="992544" cy="10119806"/>
        </a:xfrm>
        <a:prstGeom prst="round2SameRect">
          <a:avLst/>
        </a:prstGeom>
        <a:solidFill>
          <a:schemeClr val="lt1">
            <a:alpha val="90000"/>
            <a:hueOff val="0"/>
            <a:satOff val="0"/>
            <a:lumOff val="0"/>
            <a:alphaOff val="0"/>
          </a:schemeClr>
        </a:solidFill>
        <a:ln w="25400" cap="flat" cmpd="sng" algn="ctr">
          <a:solidFill>
            <a:schemeClr val="accent2">
              <a:hueOff val="1027821"/>
              <a:satOff val="-7055"/>
              <a:lumOff val="14184"/>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7620" rIns="7620" bIns="7620" numCol="1" spcCol="1270" anchor="ctr" anchorCtr="0">
          <a:noAutofit/>
        </a:bodyPr>
        <a:lstStyle/>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SECL’s future electricity consumption (metering point-wise) is estimated based on historical electricity consumption, coal production and projected coal production</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Solar generation capacity is estimated based on the electricity consumption projection and the CUF envisaged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Open access losses are assessed, and total required installed capacity and energy is estimated after accounting the losses</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Capacities required for the various business models are estimated</a:t>
          </a:r>
        </a:p>
      </dsp:txBody>
      <dsp:txXfrm rot="-5400000">
        <a:off x="1068893" y="1439080"/>
        <a:ext cx="10071354" cy="895640"/>
      </dsp:txXfrm>
    </dsp:sp>
    <dsp:sp modelId="{060CD96D-0AB8-4CCE-A6E7-C78E310D223E}">
      <dsp:nvSpPr>
        <dsp:cNvPr id="0" name=""/>
        <dsp:cNvSpPr/>
      </dsp:nvSpPr>
      <dsp:spPr>
        <a:xfrm rot="5400000">
          <a:off x="-229048" y="3002948"/>
          <a:ext cx="1526991" cy="1068893"/>
        </a:xfrm>
        <a:prstGeom prst="chevron">
          <a:avLst/>
        </a:prstGeom>
        <a:solidFill>
          <a:schemeClr val="accent2">
            <a:hueOff val="2055642"/>
            <a:satOff val="-14111"/>
            <a:lumOff val="28368"/>
            <a:alphaOff val="0"/>
          </a:schemeClr>
        </a:solidFill>
        <a:ln w="25400" cap="flat" cmpd="sng" algn="ctr">
          <a:solidFill>
            <a:schemeClr val="accent2">
              <a:hueOff val="2055642"/>
              <a:satOff val="-14111"/>
              <a:lumOff val="28368"/>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sz="1400" kern="1200" dirty="0">
              <a:latin typeface="Calibri Light" panose="020F0302020204030204" pitchFamily="34" charset="0"/>
              <a:cs typeface="Calibri Light" panose="020F0302020204030204" pitchFamily="34" charset="0"/>
            </a:rPr>
            <a:t>Estimation of Financial Savings</a:t>
          </a:r>
        </a:p>
      </dsp:txBody>
      <dsp:txXfrm rot="-5400000">
        <a:off x="2" y="3308346"/>
        <a:ext cx="1068893" cy="458098"/>
      </dsp:txXfrm>
    </dsp:sp>
    <dsp:sp modelId="{0219F7CC-A948-465A-B328-0D036E375B4A}">
      <dsp:nvSpPr>
        <dsp:cNvPr id="0" name=""/>
        <dsp:cNvSpPr/>
      </dsp:nvSpPr>
      <dsp:spPr>
        <a:xfrm rot="5400000">
          <a:off x="5632263" y="-1789470"/>
          <a:ext cx="993066" cy="10119806"/>
        </a:xfrm>
        <a:prstGeom prst="round2SameRect">
          <a:avLst/>
        </a:prstGeom>
        <a:solidFill>
          <a:schemeClr val="lt1">
            <a:alpha val="90000"/>
            <a:hueOff val="0"/>
            <a:satOff val="0"/>
            <a:lumOff val="0"/>
            <a:alphaOff val="0"/>
          </a:schemeClr>
        </a:solidFill>
        <a:ln w="25400" cap="flat" cmpd="sng" algn="ctr">
          <a:solidFill>
            <a:schemeClr val="accent2">
              <a:hueOff val="2055642"/>
              <a:satOff val="-14111"/>
              <a:lumOff val="2836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7620" rIns="7620" bIns="7620" numCol="1" spcCol="1270" anchor="ctr" anchorCtr="0">
          <a:noAutofit/>
        </a:bodyPr>
        <a:lstStyle/>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Costs of generation are estimated based on certain set of assumptions</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Open access Regulatory charges are assessed and projected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Landed costs are drawn (metering point-wise)</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Metering point-wise discom energy charge trajectory is assessed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Savings are estimated compared to the landed cost and estimated Energy Charge trajectory</a:t>
          </a:r>
        </a:p>
      </dsp:txBody>
      <dsp:txXfrm rot="-5400000">
        <a:off x="1068894" y="2822376"/>
        <a:ext cx="10071329" cy="896112"/>
      </dsp:txXfrm>
    </dsp:sp>
    <dsp:sp modelId="{5B8C393C-CFAC-44DB-B0A6-097F37FA18D8}">
      <dsp:nvSpPr>
        <dsp:cNvPr id="0" name=""/>
        <dsp:cNvSpPr/>
      </dsp:nvSpPr>
      <dsp:spPr>
        <a:xfrm rot="5400000">
          <a:off x="-229048" y="4386220"/>
          <a:ext cx="1526991" cy="1068893"/>
        </a:xfrm>
        <a:prstGeom prst="chevron">
          <a:avLst/>
        </a:prstGeom>
        <a:solidFill>
          <a:schemeClr val="accent2">
            <a:hueOff val="3083462"/>
            <a:satOff val="-21166"/>
            <a:lumOff val="42552"/>
            <a:alphaOff val="0"/>
          </a:schemeClr>
        </a:solidFill>
        <a:ln w="25400" cap="flat" cmpd="sng" algn="ctr">
          <a:solidFill>
            <a:schemeClr val="accent2">
              <a:hueOff val="3083462"/>
              <a:satOff val="-21166"/>
              <a:lumOff val="42552"/>
              <a:alphaOff val="0"/>
            </a:schemeClr>
          </a:solidFill>
          <a:prstDash val="solid"/>
        </a:ln>
        <a:effectLst>
          <a:outerShdw blurRad="40000" dist="20000" dir="5400000" rotWithShape="0">
            <a:srgbClr val="000000">
              <a:alpha val="38000"/>
            </a:srgbClr>
          </a:outerShdw>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sz="1400" kern="1200" dirty="0">
              <a:latin typeface="Calibri Light" panose="020F0302020204030204" pitchFamily="34" charset="0"/>
              <a:cs typeface="Calibri Light" panose="020F0302020204030204" pitchFamily="34" charset="0"/>
            </a:rPr>
            <a:t>Other Assessment</a:t>
          </a:r>
        </a:p>
      </dsp:txBody>
      <dsp:txXfrm rot="-5400000">
        <a:off x="2" y="4691618"/>
        <a:ext cx="1068893" cy="458098"/>
      </dsp:txXfrm>
    </dsp:sp>
    <dsp:sp modelId="{7FE88B7B-7119-4FA9-A1B9-AF1DDDD3F9DF}">
      <dsp:nvSpPr>
        <dsp:cNvPr id="0" name=""/>
        <dsp:cNvSpPr/>
      </dsp:nvSpPr>
      <dsp:spPr>
        <a:xfrm rot="5400000">
          <a:off x="5632524" y="-406459"/>
          <a:ext cx="992544" cy="10119806"/>
        </a:xfrm>
        <a:prstGeom prst="round2SameRect">
          <a:avLst/>
        </a:prstGeom>
        <a:solidFill>
          <a:schemeClr val="lt1">
            <a:alpha val="90000"/>
            <a:hueOff val="0"/>
            <a:satOff val="0"/>
            <a:lumOff val="0"/>
            <a:alphaOff val="0"/>
          </a:schemeClr>
        </a:solidFill>
        <a:ln w="25400" cap="flat" cmpd="sng" algn="ctr">
          <a:solidFill>
            <a:schemeClr val="accent2">
              <a:hueOff val="3083462"/>
              <a:satOff val="-21166"/>
              <a:lumOff val="42552"/>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7620" rIns="7620" bIns="7620" numCol="1" spcCol="1270" anchor="ctr" anchorCtr="0">
          <a:noAutofit/>
        </a:bodyPr>
        <a:lstStyle/>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Availability of land parcels with SECL vis-à-vis requirement is assessed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Procedural requirements are examined based on study of regulations</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Potential avenues for sale of surplus solar energy are evaluated</a:t>
          </a:r>
        </a:p>
        <a:p>
          <a:pPr marL="114300" lvl="1" indent="-114300" algn="l" defTabSz="533400">
            <a:lnSpc>
              <a:spcPct val="90000"/>
            </a:lnSpc>
            <a:spcBef>
              <a:spcPct val="0"/>
            </a:spcBef>
            <a:spcAft>
              <a:spcPct val="15000"/>
            </a:spcAft>
            <a:buChar char="•"/>
          </a:pPr>
          <a:r>
            <a:rPr lang="en-US" sz="1200" kern="1200" dirty="0">
              <a:latin typeface="Calibri Light" panose="020F0302020204030204" pitchFamily="34" charset="0"/>
              <a:cs typeface="Calibri Light" panose="020F0302020204030204" pitchFamily="34" charset="0"/>
            </a:rPr>
            <a:t>Business models (for self-consumption) and Options for surplus power sale are evaluated based on various metrics</a:t>
          </a:r>
        </a:p>
      </dsp:txBody>
      <dsp:txXfrm rot="-5400000">
        <a:off x="1068893" y="4205624"/>
        <a:ext cx="10071354" cy="895640"/>
      </dsp:txXfrm>
    </dsp:sp>
  </dsp:spTree>
</dsp:drawing>
</file>

<file path=ppt/diagrams/layout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2.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4" y="1"/>
            <a:ext cx="3170138" cy="479539"/>
          </a:xfrm>
          <a:prstGeom prst="rect">
            <a:avLst/>
          </a:prstGeom>
        </p:spPr>
        <p:txBody>
          <a:bodyPr vert="horz" lIns="90913" tIns="45457" rIns="90913" bIns="45457" rtlCol="0"/>
          <a:lstStyle>
            <a:lvl1pPr algn="l">
              <a:defRPr sz="1100"/>
            </a:lvl1pPr>
          </a:lstStyle>
          <a:p>
            <a:endParaRPr lang="en-US" dirty="0">
              <a:latin typeface="Arial" panose="020B0604020202020204" pitchFamily="34" charset="0"/>
            </a:endParaRPr>
          </a:p>
        </p:txBody>
      </p:sp>
      <p:sp>
        <p:nvSpPr>
          <p:cNvPr id="3" name="Date Placeholder 2"/>
          <p:cNvSpPr>
            <a:spLocks noGrp="1"/>
          </p:cNvSpPr>
          <p:nvPr>
            <p:ph type="dt" sz="quarter" idx="1"/>
          </p:nvPr>
        </p:nvSpPr>
        <p:spPr>
          <a:xfrm>
            <a:off x="4143427" y="1"/>
            <a:ext cx="3170138" cy="479539"/>
          </a:xfrm>
          <a:prstGeom prst="rect">
            <a:avLst/>
          </a:prstGeom>
        </p:spPr>
        <p:txBody>
          <a:bodyPr vert="horz" lIns="90913" tIns="45457" rIns="90913" bIns="45457" rtlCol="0"/>
          <a:lstStyle>
            <a:lvl1pPr algn="r">
              <a:defRPr sz="1100"/>
            </a:lvl1pPr>
          </a:lstStyle>
          <a:p>
            <a:fld id="{B4AD245C-091B-44E2-BFB0-BD94217887F7}" type="datetimeFigureOut">
              <a:rPr lang="en-US" smtClean="0">
                <a:latin typeface="Arial" panose="020B0604020202020204" pitchFamily="34" charset="0"/>
              </a:rPr>
              <a:t>12/22/2022</a:t>
            </a:fld>
            <a:endParaRPr lang="en-US" dirty="0">
              <a:latin typeface="Arial" panose="020B0604020202020204" pitchFamily="34" charset="0"/>
            </a:endParaRPr>
          </a:p>
        </p:txBody>
      </p:sp>
      <p:sp>
        <p:nvSpPr>
          <p:cNvPr id="4" name="Footer Placeholder 3"/>
          <p:cNvSpPr>
            <a:spLocks noGrp="1"/>
          </p:cNvSpPr>
          <p:nvPr>
            <p:ph type="ftr" sz="quarter" idx="2"/>
          </p:nvPr>
        </p:nvSpPr>
        <p:spPr>
          <a:xfrm>
            <a:off x="4" y="9120173"/>
            <a:ext cx="3170138" cy="479539"/>
          </a:xfrm>
          <a:prstGeom prst="rect">
            <a:avLst/>
          </a:prstGeom>
        </p:spPr>
        <p:txBody>
          <a:bodyPr vert="horz" lIns="90913" tIns="45457" rIns="90913" bIns="45457" rtlCol="0" anchor="b"/>
          <a:lstStyle>
            <a:lvl1pPr algn="l">
              <a:defRPr sz="1100"/>
            </a:lvl1pPr>
          </a:lstStyle>
          <a:p>
            <a:endParaRPr lang="en-US" dirty="0">
              <a:latin typeface="Arial" panose="020B0604020202020204" pitchFamily="34" charset="0"/>
            </a:endParaRPr>
          </a:p>
        </p:txBody>
      </p:sp>
      <p:sp>
        <p:nvSpPr>
          <p:cNvPr id="5" name="Slide Number Placeholder 4"/>
          <p:cNvSpPr>
            <a:spLocks noGrp="1"/>
          </p:cNvSpPr>
          <p:nvPr>
            <p:ph type="sldNum" sz="quarter" idx="3"/>
          </p:nvPr>
        </p:nvSpPr>
        <p:spPr>
          <a:xfrm>
            <a:off x="4143427" y="9120173"/>
            <a:ext cx="3170138" cy="479539"/>
          </a:xfrm>
          <a:prstGeom prst="rect">
            <a:avLst/>
          </a:prstGeom>
        </p:spPr>
        <p:txBody>
          <a:bodyPr vert="horz" lIns="90913" tIns="45457" rIns="90913" bIns="45457" rtlCol="0" anchor="b"/>
          <a:lstStyle>
            <a:lvl1pPr algn="r">
              <a:defRPr sz="1100"/>
            </a:lvl1pPr>
          </a:lstStyle>
          <a:p>
            <a:fld id="{9A913F39-CFF6-40F1-84D1-700840B41EAB}" type="slidenum">
              <a:rPr lang="en-US" smtClean="0">
                <a:latin typeface="Arial" panose="020B0604020202020204" pitchFamily="34" charset="0"/>
              </a:rPr>
              <a:t>‹#›</a:t>
            </a:fld>
            <a:endParaRPr lang="en-US" dirty="0">
              <a:latin typeface="Arial" panose="020B0604020202020204" pitchFamily="34" charset="0"/>
            </a:endParaRPr>
          </a:p>
        </p:txBody>
      </p:sp>
    </p:spTree>
    <p:extLst>
      <p:ext uri="{BB962C8B-B14F-4D97-AF65-F5344CB8AC3E}">
        <p14:creationId xmlns:p14="http://schemas.microsoft.com/office/powerpoint/2010/main" val="195481318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3169920" cy="480060"/>
          </a:xfrm>
          <a:prstGeom prst="rect">
            <a:avLst/>
          </a:prstGeom>
        </p:spPr>
        <p:txBody>
          <a:bodyPr vert="horz" lIns="98478" tIns="49238" rIns="98478" bIns="49238" rtlCol="0"/>
          <a:lstStyle>
            <a:lvl1pPr algn="l">
              <a:defRPr sz="1200">
                <a:latin typeface="Arial" panose="020B0604020202020204" pitchFamily="34" charset="0"/>
              </a:defRPr>
            </a:lvl1pPr>
          </a:lstStyle>
          <a:p>
            <a:endParaRPr lang="en-US" dirty="0"/>
          </a:p>
        </p:txBody>
      </p:sp>
      <p:sp>
        <p:nvSpPr>
          <p:cNvPr id="3" name="Date Placeholder 2"/>
          <p:cNvSpPr>
            <a:spLocks noGrp="1"/>
          </p:cNvSpPr>
          <p:nvPr>
            <p:ph type="dt" idx="1"/>
          </p:nvPr>
        </p:nvSpPr>
        <p:spPr>
          <a:xfrm>
            <a:off x="4143589" y="1"/>
            <a:ext cx="3169920" cy="480060"/>
          </a:xfrm>
          <a:prstGeom prst="rect">
            <a:avLst/>
          </a:prstGeom>
        </p:spPr>
        <p:txBody>
          <a:bodyPr vert="horz" lIns="98478" tIns="49238" rIns="98478" bIns="49238" rtlCol="0"/>
          <a:lstStyle>
            <a:lvl1pPr algn="r">
              <a:defRPr sz="1200">
                <a:latin typeface="Arial" panose="020B0604020202020204" pitchFamily="34" charset="0"/>
              </a:defRPr>
            </a:lvl1pPr>
          </a:lstStyle>
          <a:p>
            <a:fld id="{0BA5BBE4-AEA3-489A-A28E-0C2FAF2506E3}" type="datetimeFigureOut">
              <a:rPr lang="en-US" smtClean="0"/>
              <a:pPr/>
              <a:t>12/22/2022</a:t>
            </a:fld>
            <a:endParaRPr lang="en-US" dirty="0"/>
          </a:p>
        </p:txBody>
      </p:sp>
      <p:sp>
        <p:nvSpPr>
          <p:cNvPr id="4" name="Slide Image Placeholder 3"/>
          <p:cNvSpPr>
            <a:spLocks noGrp="1" noRot="1" noChangeAspect="1"/>
          </p:cNvSpPr>
          <p:nvPr>
            <p:ph type="sldImg" idx="2"/>
          </p:nvPr>
        </p:nvSpPr>
        <p:spPr>
          <a:xfrm>
            <a:off x="458788" y="720725"/>
            <a:ext cx="6397625" cy="3598863"/>
          </a:xfrm>
          <a:prstGeom prst="rect">
            <a:avLst/>
          </a:prstGeom>
          <a:noFill/>
          <a:ln w="12700">
            <a:solidFill>
              <a:prstClr val="black"/>
            </a:solidFill>
          </a:ln>
        </p:spPr>
        <p:txBody>
          <a:bodyPr vert="horz" lIns="98478" tIns="49238" rIns="98478" bIns="49238" rtlCol="0" anchor="ctr"/>
          <a:lstStyle/>
          <a:p>
            <a:endParaRPr lang="en-GB" dirty="0"/>
          </a:p>
        </p:txBody>
      </p:sp>
      <p:sp>
        <p:nvSpPr>
          <p:cNvPr id="5" name="Notes Placeholder 4"/>
          <p:cNvSpPr>
            <a:spLocks noGrp="1"/>
          </p:cNvSpPr>
          <p:nvPr>
            <p:ph type="body" sz="quarter" idx="3"/>
          </p:nvPr>
        </p:nvSpPr>
        <p:spPr>
          <a:xfrm>
            <a:off x="731520" y="4560571"/>
            <a:ext cx="5852160" cy="4320540"/>
          </a:xfrm>
          <a:prstGeom prst="rect">
            <a:avLst/>
          </a:prstGeom>
        </p:spPr>
        <p:txBody>
          <a:bodyPr vert="horz" lIns="98478" tIns="49238" rIns="98478" bIns="49238"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9119475"/>
            <a:ext cx="3169920" cy="480060"/>
          </a:xfrm>
          <a:prstGeom prst="rect">
            <a:avLst/>
          </a:prstGeom>
        </p:spPr>
        <p:txBody>
          <a:bodyPr vert="horz" lIns="98478" tIns="49238" rIns="98478" bIns="49238" rtlCol="0" anchor="b"/>
          <a:lstStyle>
            <a:lvl1pPr algn="l">
              <a:defRPr sz="1200">
                <a:latin typeface="Arial" panose="020B0604020202020204" pitchFamily="34" charset="0"/>
              </a:defRPr>
            </a:lvl1pPr>
          </a:lstStyle>
          <a:p>
            <a:endParaRPr lang="en-US" dirty="0"/>
          </a:p>
        </p:txBody>
      </p:sp>
      <p:sp>
        <p:nvSpPr>
          <p:cNvPr id="7" name="Slide Number Placeholder 6"/>
          <p:cNvSpPr>
            <a:spLocks noGrp="1"/>
          </p:cNvSpPr>
          <p:nvPr>
            <p:ph type="sldNum" sz="quarter" idx="5"/>
          </p:nvPr>
        </p:nvSpPr>
        <p:spPr>
          <a:xfrm>
            <a:off x="4143589" y="9119475"/>
            <a:ext cx="3169920" cy="480060"/>
          </a:xfrm>
          <a:prstGeom prst="rect">
            <a:avLst/>
          </a:prstGeom>
        </p:spPr>
        <p:txBody>
          <a:bodyPr vert="horz" lIns="98478" tIns="49238" rIns="98478" bIns="49238" rtlCol="0" anchor="b"/>
          <a:lstStyle>
            <a:lvl1pPr algn="r">
              <a:defRPr sz="1200">
                <a:latin typeface="Arial" panose="020B0604020202020204" pitchFamily="34" charset="0"/>
              </a:defRPr>
            </a:lvl1pPr>
          </a:lstStyle>
          <a:p>
            <a:fld id="{C0F4A2C8-6C88-4E71-83EE-698B9D4FE22F}" type="slidenum">
              <a:rPr lang="en-US" smtClean="0"/>
              <a:pPr/>
              <a:t>‹#›</a:t>
            </a:fld>
            <a:endParaRPr lang="en-US" dirty="0"/>
          </a:p>
        </p:txBody>
      </p:sp>
    </p:spTree>
    <p:extLst>
      <p:ext uri="{BB962C8B-B14F-4D97-AF65-F5344CB8AC3E}">
        <p14:creationId xmlns:p14="http://schemas.microsoft.com/office/powerpoint/2010/main" val="1904730299"/>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Arial" panose="020B0604020202020204" pitchFamily="34" charset="0"/>
        <a:ea typeface="+mn-ea"/>
        <a:cs typeface="+mn-cs"/>
      </a:defRPr>
    </a:lvl1pPr>
    <a:lvl2pPr marL="457200" algn="l" defTabSz="914400" rtl="0" eaLnBrk="1" latinLnBrk="0" hangingPunct="1">
      <a:defRPr sz="1200" kern="1200">
        <a:solidFill>
          <a:schemeClr val="tx1"/>
        </a:solidFill>
        <a:latin typeface="Arial" panose="020B0604020202020204" pitchFamily="34" charset="0"/>
        <a:ea typeface="+mn-ea"/>
        <a:cs typeface="+mn-cs"/>
      </a:defRPr>
    </a:lvl2pPr>
    <a:lvl3pPr marL="914400" algn="l" defTabSz="914400" rtl="0" eaLnBrk="1" latinLnBrk="0" hangingPunct="1">
      <a:defRPr sz="1200" kern="1200">
        <a:solidFill>
          <a:schemeClr val="tx1"/>
        </a:solidFill>
        <a:latin typeface="Arial" panose="020B0604020202020204" pitchFamily="34" charset="0"/>
        <a:ea typeface="+mn-ea"/>
        <a:cs typeface="+mn-cs"/>
      </a:defRPr>
    </a:lvl3pPr>
    <a:lvl4pPr marL="1371600" algn="l" defTabSz="914400" rtl="0" eaLnBrk="1" latinLnBrk="0" hangingPunct="1">
      <a:defRPr sz="1200" kern="1200">
        <a:solidFill>
          <a:schemeClr val="tx1"/>
        </a:solidFill>
        <a:latin typeface="Arial" panose="020B0604020202020204" pitchFamily="34" charset="0"/>
        <a:ea typeface="+mn-ea"/>
        <a:cs typeface="+mn-cs"/>
      </a:defRPr>
    </a:lvl4pPr>
    <a:lvl5pPr marL="1828800" algn="l" defTabSz="914400" rtl="0" eaLnBrk="1" latinLnBrk="0" hangingPunct="1">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r>
              <a:rPr lang="en-GB" dirty="0"/>
              <a:t>To be picked from</a:t>
            </a:r>
            <a:r>
              <a:rPr lang="en-GB" baseline="0" dirty="0"/>
              <a:t> https://consulting.deloitteresources.com/brand/Pages/Imagery.aspx</a:t>
            </a:r>
          </a:p>
          <a:p>
            <a:r>
              <a:rPr lang="en-GB" dirty="0"/>
              <a:t>https://brandspace.deloitte.com/content/index/guid/image_library?search_term=&amp;list_size=25&amp;assettag%5B16%5D%5B%5D=43&amp;assettag%5B19%5D%5B%5D=50</a:t>
            </a:r>
          </a:p>
        </p:txBody>
      </p:sp>
      <p:sp>
        <p:nvSpPr>
          <p:cNvPr id="4" name="Slide Number Placeholder 3"/>
          <p:cNvSpPr>
            <a:spLocks noGrp="1"/>
          </p:cNvSpPr>
          <p:nvPr>
            <p:ph type="sldNum" sz="quarter" idx="10"/>
          </p:nvPr>
        </p:nvSpPr>
        <p:spPr/>
        <p:txBody>
          <a:bodyPr/>
          <a:lstStyle/>
          <a:p>
            <a:fld id="{C0F4A2C8-6C88-4E71-83EE-698B9D4FE22F}" type="slidenum">
              <a:rPr lang="en-US" smtClean="0"/>
              <a:pPr/>
              <a:t>1</a:t>
            </a:fld>
            <a:endParaRPr lang="en-US" dirty="0"/>
          </a:p>
        </p:txBody>
      </p:sp>
    </p:spTree>
    <p:extLst>
      <p:ext uri="{BB962C8B-B14F-4D97-AF65-F5344CB8AC3E}">
        <p14:creationId xmlns:p14="http://schemas.microsoft.com/office/powerpoint/2010/main" val="386058246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5</a:t>
            </a:fld>
            <a:endParaRPr lang="en-US" dirty="0"/>
          </a:p>
        </p:txBody>
      </p:sp>
    </p:spTree>
    <p:extLst>
      <p:ext uri="{BB962C8B-B14F-4D97-AF65-F5344CB8AC3E}">
        <p14:creationId xmlns:p14="http://schemas.microsoft.com/office/powerpoint/2010/main" val="2390193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6</a:t>
            </a:fld>
            <a:endParaRPr lang="en-US" dirty="0"/>
          </a:p>
        </p:txBody>
      </p:sp>
    </p:spTree>
    <p:extLst>
      <p:ext uri="{BB962C8B-B14F-4D97-AF65-F5344CB8AC3E}">
        <p14:creationId xmlns:p14="http://schemas.microsoft.com/office/powerpoint/2010/main" val="33930205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7</a:t>
            </a:fld>
            <a:endParaRPr lang="en-US" dirty="0"/>
          </a:p>
        </p:txBody>
      </p:sp>
    </p:spTree>
    <p:extLst>
      <p:ext uri="{BB962C8B-B14F-4D97-AF65-F5344CB8AC3E}">
        <p14:creationId xmlns:p14="http://schemas.microsoft.com/office/powerpoint/2010/main" val="367212051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r>
              <a:rPr lang="en-US" dirty="0"/>
              <a:t>Across each of the two approach elements, we have broken down the major </a:t>
            </a:r>
            <a:r>
              <a:rPr lang="en-US" dirty="0" err="1"/>
              <a:t>workstreams</a:t>
            </a:r>
            <a:r>
              <a:rPr lang="en-US" dirty="0"/>
              <a:t> into</a:t>
            </a:r>
            <a:r>
              <a:rPr lang="en-US" baseline="0" dirty="0"/>
              <a:t> outcome oriented ‘activities. Each of the activity in itself </a:t>
            </a:r>
            <a:r>
              <a:rPr lang="en-US" baseline="0"/>
              <a:t>culminating into an engagement milestone </a:t>
            </a:r>
            <a:r>
              <a:rPr lang="en-US" baseline="0" dirty="0"/>
              <a:t>deliverable </a:t>
            </a:r>
            <a:endParaRPr lang="en-IN"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8</a:t>
            </a:fld>
            <a:endParaRPr lang="en-US" dirty="0"/>
          </a:p>
        </p:txBody>
      </p:sp>
    </p:spTree>
    <p:extLst>
      <p:ext uri="{BB962C8B-B14F-4D97-AF65-F5344CB8AC3E}">
        <p14:creationId xmlns:p14="http://schemas.microsoft.com/office/powerpoint/2010/main" val="28096982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9</a:t>
            </a:fld>
            <a:endParaRPr lang="en-US" dirty="0"/>
          </a:p>
        </p:txBody>
      </p:sp>
    </p:spTree>
    <p:extLst>
      <p:ext uri="{BB962C8B-B14F-4D97-AF65-F5344CB8AC3E}">
        <p14:creationId xmlns:p14="http://schemas.microsoft.com/office/powerpoint/2010/main" val="25629826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10</a:t>
            </a:fld>
            <a:endParaRPr lang="en-US" dirty="0"/>
          </a:p>
        </p:txBody>
      </p:sp>
    </p:spTree>
    <p:extLst>
      <p:ext uri="{BB962C8B-B14F-4D97-AF65-F5344CB8AC3E}">
        <p14:creationId xmlns:p14="http://schemas.microsoft.com/office/powerpoint/2010/main" val="17463205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11</a:t>
            </a:fld>
            <a:endParaRPr lang="en-US" dirty="0"/>
          </a:p>
        </p:txBody>
      </p:sp>
    </p:spTree>
    <p:extLst>
      <p:ext uri="{BB962C8B-B14F-4D97-AF65-F5344CB8AC3E}">
        <p14:creationId xmlns:p14="http://schemas.microsoft.com/office/powerpoint/2010/main" val="3963523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13</a:t>
            </a:fld>
            <a:endParaRPr lang="en-US" dirty="0"/>
          </a:p>
        </p:txBody>
      </p:sp>
    </p:spTree>
    <p:extLst>
      <p:ext uri="{BB962C8B-B14F-4D97-AF65-F5344CB8AC3E}">
        <p14:creationId xmlns:p14="http://schemas.microsoft.com/office/powerpoint/2010/main" val="20645604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14</a:t>
            </a:fld>
            <a:endParaRPr lang="en-US" dirty="0"/>
          </a:p>
        </p:txBody>
      </p:sp>
    </p:spTree>
    <p:extLst>
      <p:ext uri="{BB962C8B-B14F-4D97-AF65-F5344CB8AC3E}">
        <p14:creationId xmlns:p14="http://schemas.microsoft.com/office/powerpoint/2010/main" val="35423085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15</a:t>
            </a:fld>
            <a:endParaRPr lang="en-US" dirty="0"/>
          </a:p>
        </p:txBody>
      </p:sp>
    </p:spTree>
    <p:extLst>
      <p:ext uri="{BB962C8B-B14F-4D97-AF65-F5344CB8AC3E}">
        <p14:creationId xmlns:p14="http://schemas.microsoft.com/office/powerpoint/2010/main" val="34535197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16</a:t>
            </a:fld>
            <a:endParaRPr lang="en-US" dirty="0"/>
          </a:p>
        </p:txBody>
      </p:sp>
    </p:spTree>
    <p:extLst>
      <p:ext uri="{BB962C8B-B14F-4D97-AF65-F5344CB8AC3E}">
        <p14:creationId xmlns:p14="http://schemas.microsoft.com/office/powerpoint/2010/main" val="11620218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18</a:t>
            </a:fld>
            <a:endParaRPr lang="en-US" dirty="0"/>
          </a:p>
        </p:txBody>
      </p:sp>
    </p:spTree>
    <p:extLst>
      <p:ext uri="{BB962C8B-B14F-4D97-AF65-F5344CB8AC3E}">
        <p14:creationId xmlns:p14="http://schemas.microsoft.com/office/powerpoint/2010/main" val="14743912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19</a:t>
            </a:fld>
            <a:endParaRPr lang="en-US" dirty="0"/>
          </a:p>
        </p:txBody>
      </p:sp>
    </p:spTree>
    <p:extLst>
      <p:ext uri="{BB962C8B-B14F-4D97-AF65-F5344CB8AC3E}">
        <p14:creationId xmlns:p14="http://schemas.microsoft.com/office/powerpoint/2010/main" val="322524694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20</a:t>
            </a:fld>
            <a:endParaRPr lang="en-US" dirty="0"/>
          </a:p>
        </p:txBody>
      </p:sp>
    </p:spTree>
    <p:extLst>
      <p:ext uri="{BB962C8B-B14F-4D97-AF65-F5344CB8AC3E}">
        <p14:creationId xmlns:p14="http://schemas.microsoft.com/office/powerpoint/2010/main" val="790754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8788" y="720725"/>
            <a:ext cx="6397625" cy="35988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C0F4A2C8-6C88-4E71-83EE-698B9D4FE22F}" type="slidenum">
              <a:rPr lang="en-US" smtClean="0"/>
              <a:pPr/>
              <a:t>133</a:t>
            </a:fld>
            <a:endParaRPr lang="en-US" dirty="0"/>
          </a:p>
        </p:txBody>
      </p:sp>
    </p:spTree>
    <p:extLst>
      <p:ext uri="{BB962C8B-B14F-4D97-AF65-F5344CB8AC3E}">
        <p14:creationId xmlns:p14="http://schemas.microsoft.com/office/powerpoint/2010/main" val="225114865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F4A2C8-6C88-4E71-83EE-698B9D4FE2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1275407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slideMaster" Target="../slideMasters/slideMaster1.xml"/><Relationship Id="rId7" Type="http://schemas.openxmlformats.org/officeDocument/2006/relationships/image" Target="../media/image4.emf"/><Relationship Id="rId2" Type="http://schemas.openxmlformats.org/officeDocument/2006/relationships/tags" Target="../tags/tag4.xml"/><Relationship Id="rId1" Type="http://schemas.openxmlformats.org/officeDocument/2006/relationships/vmlDrawing" Target="../drawings/vmlDrawing2.vml"/><Relationship Id="rId6" Type="http://schemas.openxmlformats.org/officeDocument/2006/relationships/image" Target="../media/image2.emf"/><Relationship Id="rId5" Type="http://schemas.openxmlformats.org/officeDocument/2006/relationships/oleObject" Target="../embeddings/oleObject2.bin"/><Relationship Id="rId4" Type="http://schemas.openxmlformats.org/officeDocument/2006/relationships/image" Target="../media/image3.jpeg"/></Relationships>
</file>

<file path=ppt/slideLayouts/_rels/slideLayout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5.xml"/><Relationship Id="rId1" Type="http://schemas.openxmlformats.org/officeDocument/2006/relationships/vmlDrawing" Target="../drawings/vmlDrawing3.vml"/><Relationship Id="rId6" Type="http://schemas.openxmlformats.org/officeDocument/2006/relationships/image" Target="../media/image5.emf"/><Relationship Id="rId5" Type="http://schemas.openxmlformats.org/officeDocument/2006/relationships/image" Target="../media/image2.emf"/><Relationship Id="rId4" Type="http://schemas.openxmlformats.org/officeDocument/2006/relationships/oleObject" Target="../embeddings/oleObject3.bin"/></Relationships>
</file>

<file path=ppt/slideLayouts/_rels/slideLayout3.xml.rels><?xml version="1.0" encoding="UTF-8" standalone="yes"?>
<Relationships xmlns="http://schemas.openxmlformats.org/package/2006/relationships"><Relationship Id="rId8" Type="http://schemas.openxmlformats.org/officeDocument/2006/relationships/image" Target="../media/image4.emf"/><Relationship Id="rId3" Type="http://schemas.openxmlformats.org/officeDocument/2006/relationships/tags" Target="../tags/tag7.xml"/><Relationship Id="rId7" Type="http://schemas.openxmlformats.org/officeDocument/2006/relationships/image" Target="../media/image2.emf"/><Relationship Id="rId2" Type="http://schemas.openxmlformats.org/officeDocument/2006/relationships/tags" Target="../tags/tag6.xml"/><Relationship Id="rId1" Type="http://schemas.openxmlformats.org/officeDocument/2006/relationships/vmlDrawing" Target="../drawings/vmlDrawing4.vml"/><Relationship Id="rId6" Type="http://schemas.openxmlformats.org/officeDocument/2006/relationships/oleObject" Target="../embeddings/oleObject4.bin"/><Relationship Id="rId5" Type="http://schemas.openxmlformats.org/officeDocument/2006/relationships/image" Target="../media/image3.jpeg"/><Relationship Id="rId4"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tags" Target="../tags/tag9.xml"/><Relationship Id="rId7" Type="http://schemas.openxmlformats.org/officeDocument/2006/relationships/image" Target="../media/image5.emf"/><Relationship Id="rId2" Type="http://schemas.openxmlformats.org/officeDocument/2006/relationships/tags" Target="../tags/tag8.xml"/><Relationship Id="rId1" Type="http://schemas.openxmlformats.org/officeDocument/2006/relationships/vmlDrawing" Target="../drawings/vmlDrawing5.vml"/><Relationship Id="rId6" Type="http://schemas.openxmlformats.org/officeDocument/2006/relationships/image" Target="../media/image2.emf"/><Relationship Id="rId5" Type="http://schemas.openxmlformats.org/officeDocument/2006/relationships/oleObject" Target="../embeddings/oleObject5.bin"/><Relationship Id="rId4"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tags" Target="../tags/tag11.xml"/><Relationship Id="rId2" Type="http://schemas.openxmlformats.org/officeDocument/2006/relationships/tags" Target="../tags/tag10.xml"/><Relationship Id="rId1" Type="http://schemas.openxmlformats.org/officeDocument/2006/relationships/vmlDrawing" Target="../drawings/vmlDrawing6.vml"/><Relationship Id="rId6" Type="http://schemas.openxmlformats.org/officeDocument/2006/relationships/image" Target="../media/image2.emf"/><Relationship Id="rId5" Type="http://schemas.openxmlformats.org/officeDocument/2006/relationships/oleObject" Target="../embeddings/oleObject6.bin"/><Relationship Id="rId4"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tags" Target="../tags/tag13.xml"/><Relationship Id="rId2" Type="http://schemas.openxmlformats.org/officeDocument/2006/relationships/tags" Target="../tags/tag12.xml"/><Relationship Id="rId1" Type="http://schemas.openxmlformats.org/officeDocument/2006/relationships/vmlDrawing" Target="../drawings/vmlDrawing7.vml"/><Relationship Id="rId6" Type="http://schemas.openxmlformats.org/officeDocument/2006/relationships/image" Target="../media/image2.emf"/><Relationship Id="rId5" Type="http://schemas.openxmlformats.org/officeDocument/2006/relationships/oleObject" Target="../embeddings/oleObject7.bin"/><Relationship Id="rId4"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4.xml"/><Relationship Id="rId1" Type="http://schemas.openxmlformats.org/officeDocument/2006/relationships/vmlDrawing" Target="../drawings/vmlDrawing8.vml"/><Relationship Id="rId5" Type="http://schemas.openxmlformats.org/officeDocument/2006/relationships/image" Target="../media/image2.emf"/><Relationship Id="rId4" Type="http://schemas.openxmlformats.org/officeDocument/2006/relationships/oleObject" Target="../embeddings/oleObject8.bin"/></Relationships>
</file>

<file path=ppt/slideLayouts/_rels/slideLayout8.xml.rels><?xml version="1.0" encoding="UTF-8" standalone="yes"?>
<Relationships xmlns="http://schemas.openxmlformats.org/package/2006/relationships"><Relationship Id="rId3" Type="http://schemas.openxmlformats.org/officeDocument/2006/relationships/tags" Target="../tags/tag16.xml"/><Relationship Id="rId2" Type="http://schemas.openxmlformats.org/officeDocument/2006/relationships/tags" Target="../tags/tag15.xml"/><Relationship Id="rId1" Type="http://schemas.openxmlformats.org/officeDocument/2006/relationships/vmlDrawing" Target="../drawings/vmlDrawing9.vml"/><Relationship Id="rId6" Type="http://schemas.openxmlformats.org/officeDocument/2006/relationships/image" Target="../media/image2.emf"/><Relationship Id="rId5" Type="http://schemas.openxmlformats.org/officeDocument/2006/relationships/oleObject" Target="../embeddings/oleObject9.bin"/><Relationship Id="rId4"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tags" Target="../tags/tag18.xml"/><Relationship Id="rId2" Type="http://schemas.openxmlformats.org/officeDocument/2006/relationships/tags" Target="../tags/tag17.xml"/><Relationship Id="rId1" Type="http://schemas.openxmlformats.org/officeDocument/2006/relationships/vmlDrawing" Target="../drawings/vmlDrawing10.vml"/><Relationship Id="rId6" Type="http://schemas.openxmlformats.org/officeDocument/2006/relationships/image" Target="../media/image2.emf"/><Relationship Id="rId5" Type="http://schemas.openxmlformats.org/officeDocument/2006/relationships/oleObject" Target="../embeddings/oleObject10.bin"/><Relationship Id="rId4"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tags" Target="../tags/tag20.xml"/><Relationship Id="rId2" Type="http://schemas.openxmlformats.org/officeDocument/2006/relationships/tags" Target="../tags/tag19.xml"/><Relationship Id="rId1" Type="http://schemas.openxmlformats.org/officeDocument/2006/relationships/vmlDrawing" Target="../drawings/vmlDrawing11.vml"/><Relationship Id="rId6" Type="http://schemas.openxmlformats.org/officeDocument/2006/relationships/image" Target="../media/image2.emf"/><Relationship Id="rId5" Type="http://schemas.openxmlformats.org/officeDocument/2006/relationships/oleObject" Target="../embeddings/oleObject11.bin"/><Relationship Id="rId4"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tags" Target="../tags/tag22.xml"/><Relationship Id="rId2" Type="http://schemas.openxmlformats.org/officeDocument/2006/relationships/tags" Target="../tags/tag21.xml"/><Relationship Id="rId1" Type="http://schemas.openxmlformats.org/officeDocument/2006/relationships/vmlDrawing" Target="../drawings/vmlDrawing12.vml"/><Relationship Id="rId6" Type="http://schemas.openxmlformats.org/officeDocument/2006/relationships/image" Target="../media/image2.emf"/><Relationship Id="rId5" Type="http://schemas.openxmlformats.org/officeDocument/2006/relationships/oleObject" Target="../embeddings/oleObject12.bin"/><Relationship Id="rId4"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tags" Target="../tags/tag24.xml"/><Relationship Id="rId2" Type="http://schemas.openxmlformats.org/officeDocument/2006/relationships/tags" Target="../tags/tag23.xml"/><Relationship Id="rId1" Type="http://schemas.openxmlformats.org/officeDocument/2006/relationships/vmlDrawing" Target="../drawings/vmlDrawing13.vml"/><Relationship Id="rId6" Type="http://schemas.openxmlformats.org/officeDocument/2006/relationships/image" Target="../media/image2.emf"/><Relationship Id="rId5" Type="http://schemas.openxmlformats.org/officeDocument/2006/relationships/oleObject" Target="../embeddings/oleObject13.bin"/><Relationship Id="rId4"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tags" Target="../tags/tag26.xml"/><Relationship Id="rId2" Type="http://schemas.openxmlformats.org/officeDocument/2006/relationships/tags" Target="../tags/tag25.xml"/><Relationship Id="rId1" Type="http://schemas.openxmlformats.org/officeDocument/2006/relationships/vmlDrawing" Target="../drawings/vmlDrawing14.vml"/><Relationship Id="rId6" Type="http://schemas.openxmlformats.org/officeDocument/2006/relationships/image" Target="../media/image2.emf"/><Relationship Id="rId5" Type="http://schemas.openxmlformats.org/officeDocument/2006/relationships/oleObject" Target="../embeddings/oleObject14.bin"/><Relationship Id="rId4"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tags" Target="../tags/tag28.xml"/><Relationship Id="rId2" Type="http://schemas.openxmlformats.org/officeDocument/2006/relationships/tags" Target="../tags/tag27.xml"/><Relationship Id="rId1" Type="http://schemas.openxmlformats.org/officeDocument/2006/relationships/vmlDrawing" Target="../drawings/vmlDrawing15.vml"/><Relationship Id="rId6" Type="http://schemas.openxmlformats.org/officeDocument/2006/relationships/image" Target="../media/image2.emf"/><Relationship Id="rId5" Type="http://schemas.openxmlformats.org/officeDocument/2006/relationships/oleObject" Target="../embeddings/oleObject15.bin"/><Relationship Id="rId4"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tags" Target="../tags/tag30.xml"/><Relationship Id="rId2" Type="http://schemas.openxmlformats.org/officeDocument/2006/relationships/tags" Target="../tags/tag29.xml"/><Relationship Id="rId1" Type="http://schemas.openxmlformats.org/officeDocument/2006/relationships/vmlDrawing" Target="../drawings/vmlDrawing16.vml"/><Relationship Id="rId6" Type="http://schemas.openxmlformats.org/officeDocument/2006/relationships/image" Target="../media/image2.emf"/><Relationship Id="rId5" Type="http://schemas.openxmlformats.org/officeDocument/2006/relationships/oleObject" Target="../embeddings/oleObject16.bin"/><Relationship Id="rId4"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tags" Target="../tags/tag32.xml"/><Relationship Id="rId2" Type="http://schemas.openxmlformats.org/officeDocument/2006/relationships/tags" Target="../tags/tag31.xml"/><Relationship Id="rId1" Type="http://schemas.openxmlformats.org/officeDocument/2006/relationships/vmlDrawing" Target="../drawings/vmlDrawing17.vml"/><Relationship Id="rId6" Type="http://schemas.openxmlformats.org/officeDocument/2006/relationships/image" Target="../media/image2.emf"/><Relationship Id="rId5" Type="http://schemas.openxmlformats.org/officeDocument/2006/relationships/oleObject" Target="../embeddings/oleObject17.bin"/><Relationship Id="rId4"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tags" Target="../tags/tag34.xml"/><Relationship Id="rId2" Type="http://schemas.openxmlformats.org/officeDocument/2006/relationships/tags" Target="../tags/tag33.xml"/><Relationship Id="rId1" Type="http://schemas.openxmlformats.org/officeDocument/2006/relationships/vmlDrawing" Target="../drawings/vmlDrawing18.vml"/><Relationship Id="rId6" Type="http://schemas.openxmlformats.org/officeDocument/2006/relationships/image" Target="../media/image2.emf"/><Relationship Id="rId5" Type="http://schemas.openxmlformats.org/officeDocument/2006/relationships/oleObject" Target="../embeddings/oleObject18.bin"/><Relationship Id="rId4"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tags" Target="../tags/tag36.xml"/><Relationship Id="rId2" Type="http://schemas.openxmlformats.org/officeDocument/2006/relationships/tags" Target="../tags/tag35.xml"/><Relationship Id="rId1" Type="http://schemas.openxmlformats.org/officeDocument/2006/relationships/vmlDrawing" Target="../drawings/vmlDrawing19.vml"/><Relationship Id="rId6" Type="http://schemas.openxmlformats.org/officeDocument/2006/relationships/image" Target="../media/image2.emf"/><Relationship Id="rId5" Type="http://schemas.openxmlformats.org/officeDocument/2006/relationships/oleObject" Target="../embeddings/oleObject19.bin"/><Relationship Id="rId4"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tags" Target="../tags/tag38.xml"/><Relationship Id="rId2" Type="http://schemas.openxmlformats.org/officeDocument/2006/relationships/tags" Target="../tags/tag37.xml"/><Relationship Id="rId1" Type="http://schemas.openxmlformats.org/officeDocument/2006/relationships/vmlDrawing" Target="../drawings/vmlDrawing20.vml"/><Relationship Id="rId6" Type="http://schemas.openxmlformats.org/officeDocument/2006/relationships/image" Target="../media/image2.emf"/><Relationship Id="rId5" Type="http://schemas.openxmlformats.org/officeDocument/2006/relationships/oleObject" Target="../embeddings/oleObject20.bin"/><Relationship Id="rId4"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tags" Target="../tags/tag40.xml"/><Relationship Id="rId2" Type="http://schemas.openxmlformats.org/officeDocument/2006/relationships/tags" Target="../tags/tag39.xml"/><Relationship Id="rId1" Type="http://schemas.openxmlformats.org/officeDocument/2006/relationships/vmlDrawing" Target="../drawings/vmlDrawing21.vml"/><Relationship Id="rId6" Type="http://schemas.openxmlformats.org/officeDocument/2006/relationships/image" Target="../media/image2.emf"/><Relationship Id="rId5" Type="http://schemas.openxmlformats.org/officeDocument/2006/relationships/oleObject" Target="../embeddings/oleObject21.bin"/><Relationship Id="rId4"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tags" Target="../tags/tag42.xml"/><Relationship Id="rId2" Type="http://schemas.openxmlformats.org/officeDocument/2006/relationships/tags" Target="../tags/tag41.xml"/><Relationship Id="rId1" Type="http://schemas.openxmlformats.org/officeDocument/2006/relationships/vmlDrawing" Target="../drawings/vmlDrawing22.vml"/><Relationship Id="rId6" Type="http://schemas.openxmlformats.org/officeDocument/2006/relationships/image" Target="../media/image2.emf"/><Relationship Id="rId5" Type="http://schemas.openxmlformats.org/officeDocument/2006/relationships/oleObject" Target="../embeddings/oleObject22.bin"/><Relationship Id="rId4"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tags" Target="../tags/tag44.xml"/><Relationship Id="rId2" Type="http://schemas.openxmlformats.org/officeDocument/2006/relationships/tags" Target="../tags/tag43.xml"/><Relationship Id="rId1" Type="http://schemas.openxmlformats.org/officeDocument/2006/relationships/vmlDrawing" Target="../drawings/vmlDrawing23.vml"/><Relationship Id="rId6" Type="http://schemas.openxmlformats.org/officeDocument/2006/relationships/image" Target="../media/image2.emf"/><Relationship Id="rId5" Type="http://schemas.openxmlformats.org/officeDocument/2006/relationships/oleObject" Target="../embeddings/oleObject23.bin"/><Relationship Id="rId4"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tags" Target="../tags/tag46.xml"/><Relationship Id="rId2" Type="http://schemas.openxmlformats.org/officeDocument/2006/relationships/tags" Target="../tags/tag45.xml"/><Relationship Id="rId1" Type="http://schemas.openxmlformats.org/officeDocument/2006/relationships/vmlDrawing" Target="../drawings/vmlDrawing24.vml"/><Relationship Id="rId6" Type="http://schemas.openxmlformats.org/officeDocument/2006/relationships/image" Target="../media/image2.emf"/><Relationship Id="rId5" Type="http://schemas.openxmlformats.org/officeDocument/2006/relationships/oleObject" Target="../embeddings/oleObject24.bin"/><Relationship Id="rId4"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tags" Target="../tags/tag48.xml"/><Relationship Id="rId2" Type="http://schemas.openxmlformats.org/officeDocument/2006/relationships/tags" Target="../tags/tag47.xml"/><Relationship Id="rId1" Type="http://schemas.openxmlformats.org/officeDocument/2006/relationships/vmlDrawing" Target="../drawings/vmlDrawing25.vml"/><Relationship Id="rId6" Type="http://schemas.openxmlformats.org/officeDocument/2006/relationships/image" Target="../media/image2.emf"/><Relationship Id="rId5" Type="http://schemas.openxmlformats.org/officeDocument/2006/relationships/oleObject" Target="../embeddings/oleObject25.bin"/><Relationship Id="rId4"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tags" Target="../tags/tag50.xml"/><Relationship Id="rId2" Type="http://schemas.openxmlformats.org/officeDocument/2006/relationships/tags" Target="../tags/tag49.xml"/><Relationship Id="rId1" Type="http://schemas.openxmlformats.org/officeDocument/2006/relationships/vmlDrawing" Target="../drawings/vmlDrawing26.vml"/><Relationship Id="rId6" Type="http://schemas.openxmlformats.org/officeDocument/2006/relationships/image" Target="../media/image2.emf"/><Relationship Id="rId5" Type="http://schemas.openxmlformats.org/officeDocument/2006/relationships/oleObject" Target="../embeddings/oleObject26.bin"/><Relationship Id="rId4"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tags" Target="../tags/tag52.xml"/><Relationship Id="rId2" Type="http://schemas.openxmlformats.org/officeDocument/2006/relationships/tags" Target="../tags/tag51.xml"/><Relationship Id="rId1" Type="http://schemas.openxmlformats.org/officeDocument/2006/relationships/vmlDrawing" Target="../drawings/vmlDrawing27.vml"/><Relationship Id="rId6" Type="http://schemas.openxmlformats.org/officeDocument/2006/relationships/image" Target="../media/image2.emf"/><Relationship Id="rId5" Type="http://schemas.openxmlformats.org/officeDocument/2006/relationships/oleObject" Target="../embeddings/oleObject27.bin"/><Relationship Id="rId4"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tags" Target="../tags/tag54.xml"/><Relationship Id="rId2" Type="http://schemas.openxmlformats.org/officeDocument/2006/relationships/tags" Target="../tags/tag53.xml"/><Relationship Id="rId1" Type="http://schemas.openxmlformats.org/officeDocument/2006/relationships/vmlDrawing" Target="../drawings/vmlDrawing28.vml"/><Relationship Id="rId6" Type="http://schemas.openxmlformats.org/officeDocument/2006/relationships/image" Target="../media/image2.emf"/><Relationship Id="rId5" Type="http://schemas.openxmlformats.org/officeDocument/2006/relationships/oleObject" Target="../embeddings/oleObject28.bin"/><Relationship Id="rId4"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tags" Target="../tags/tag56.xml"/><Relationship Id="rId2" Type="http://schemas.openxmlformats.org/officeDocument/2006/relationships/tags" Target="../tags/tag55.xml"/><Relationship Id="rId1" Type="http://schemas.openxmlformats.org/officeDocument/2006/relationships/vmlDrawing" Target="../drawings/vmlDrawing29.vml"/><Relationship Id="rId6" Type="http://schemas.openxmlformats.org/officeDocument/2006/relationships/image" Target="../media/image2.emf"/><Relationship Id="rId5" Type="http://schemas.openxmlformats.org/officeDocument/2006/relationships/oleObject" Target="../embeddings/oleObject29.bin"/><Relationship Id="rId4"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tags" Target="../tags/tag58.xml"/><Relationship Id="rId2" Type="http://schemas.openxmlformats.org/officeDocument/2006/relationships/tags" Target="../tags/tag57.xml"/><Relationship Id="rId1" Type="http://schemas.openxmlformats.org/officeDocument/2006/relationships/vmlDrawing" Target="../drawings/vmlDrawing30.vml"/><Relationship Id="rId6" Type="http://schemas.openxmlformats.org/officeDocument/2006/relationships/image" Target="../media/image2.emf"/><Relationship Id="rId5" Type="http://schemas.openxmlformats.org/officeDocument/2006/relationships/oleObject" Target="../embeddings/oleObject30.bin"/><Relationship Id="rId4"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tags" Target="../tags/tag60.xml"/><Relationship Id="rId2" Type="http://schemas.openxmlformats.org/officeDocument/2006/relationships/tags" Target="../tags/tag59.xml"/><Relationship Id="rId1" Type="http://schemas.openxmlformats.org/officeDocument/2006/relationships/vmlDrawing" Target="../drawings/vmlDrawing31.vml"/><Relationship Id="rId6" Type="http://schemas.openxmlformats.org/officeDocument/2006/relationships/image" Target="../media/image2.emf"/><Relationship Id="rId5" Type="http://schemas.openxmlformats.org/officeDocument/2006/relationships/oleObject" Target="../embeddings/oleObject31.bin"/><Relationship Id="rId4"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61.xml"/><Relationship Id="rId1" Type="http://schemas.openxmlformats.org/officeDocument/2006/relationships/vmlDrawing" Target="../drawings/vmlDrawing32.vml"/><Relationship Id="rId5" Type="http://schemas.openxmlformats.org/officeDocument/2006/relationships/image" Target="../media/image2.emf"/><Relationship Id="rId4" Type="http://schemas.openxmlformats.org/officeDocument/2006/relationships/oleObject" Target="../embeddings/oleObject32.bin"/></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tags" Target="../tags/tag64.xml"/><Relationship Id="rId2" Type="http://schemas.openxmlformats.org/officeDocument/2006/relationships/tags" Target="../tags/tag63.xml"/><Relationship Id="rId1" Type="http://schemas.openxmlformats.org/officeDocument/2006/relationships/vmlDrawing" Target="../drawings/vmlDrawing34.vml"/><Relationship Id="rId6" Type="http://schemas.openxmlformats.org/officeDocument/2006/relationships/image" Target="../media/image2.emf"/><Relationship Id="rId5" Type="http://schemas.openxmlformats.org/officeDocument/2006/relationships/oleObject" Target="../embeddings/oleObject34.bin"/><Relationship Id="rId4"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tags" Target="../tags/tag66.xml"/><Relationship Id="rId2" Type="http://schemas.openxmlformats.org/officeDocument/2006/relationships/tags" Target="../tags/tag65.xml"/><Relationship Id="rId1" Type="http://schemas.openxmlformats.org/officeDocument/2006/relationships/vmlDrawing" Target="../drawings/vmlDrawing35.vml"/><Relationship Id="rId6" Type="http://schemas.openxmlformats.org/officeDocument/2006/relationships/image" Target="../media/image2.emf"/><Relationship Id="rId5" Type="http://schemas.openxmlformats.org/officeDocument/2006/relationships/oleObject" Target="../embeddings/oleObject21.bin"/><Relationship Id="rId4"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3" Type="http://schemas.openxmlformats.org/officeDocument/2006/relationships/tags" Target="../tags/tag71.xml"/><Relationship Id="rId2" Type="http://schemas.openxmlformats.org/officeDocument/2006/relationships/tags" Target="../tags/tag70.xml"/><Relationship Id="rId1" Type="http://schemas.openxmlformats.org/officeDocument/2006/relationships/vmlDrawing" Target="../drawings/vmlDrawing38.vml"/><Relationship Id="rId6" Type="http://schemas.openxmlformats.org/officeDocument/2006/relationships/image" Target="../media/image10.emf"/><Relationship Id="rId5" Type="http://schemas.openxmlformats.org/officeDocument/2006/relationships/oleObject" Target="../embeddings/oleObject37.bin"/><Relationship Id="rId4"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 Black">
    <p:bg bwMode="gray">
      <p:bgPr>
        <a:blipFill dpi="0" rotWithShape="1">
          <a:blip r:embed="rId4"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26260578"/>
              </p:ext>
            </p:extLst>
          </p:nvPr>
        </p:nvGraphicFramePr>
        <p:xfrm>
          <a:off x="2119" y="1590"/>
          <a:ext cx="2116" cy="1587"/>
        </p:xfrm>
        <a:graphic>
          <a:graphicData uri="http://schemas.openxmlformats.org/presentationml/2006/ole">
            <mc:AlternateContent xmlns:mc="http://schemas.openxmlformats.org/markup-compatibility/2006">
              <mc:Choice xmlns:v="urn:schemas-microsoft-com:vml" Requires="v">
                <p:oleObj spid="_x0000_s685479"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2119" y="1590"/>
                        <a:ext cx="2116" cy="1587"/>
                      </a:xfrm>
                      <a:prstGeom prst="rect">
                        <a:avLst/>
                      </a:prstGeom>
                    </p:spPr>
                  </p:pic>
                </p:oleObj>
              </mc:Fallback>
            </mc:AlternateContent>
          </a:graphicData>
        </a:graphic>
      </p:graphicFrame>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3" name="Subtitle 2"/>
          <p:cNvSpPr>
            <a:spLocks noGrp="1"/>
          </p:cNvSpPr>
          <p:nvPr>
            <p:ph type="subTitle" idx="1" hasCustomPrompt="1"/>
          </p:nvPr>
        </p:nvSpPr>
        <p:spPr bwMode="gray">
          <a:xfrm>
            <a:off x="503990" y="5864231"/>
            <a:ext cx="5592011" cy="505645"/>
          </a:xfrm>
          <a:prstGeom prst="rect">
            <a:avLst/>
          </a:prstGeom>
        </p:spPr>
        <p:txBody>
          <a:bodyPr lIns="0" tIns="0" rIns="0" bIns="0" anchor="b" anchorCtr="0">
            <a:noAutofit/>
          </a:bodyPr>
          <a:lstStyle>
            <a:lvl1pPr marL="0" indent="0" algn="l">
              <a:lnSpc>
                <a:spcPct val="100000"/>
              </a:lnSpc>
              <a:spcAft>
                <a:spcPts val="0"/>
              </a:spcAft>
              <a:buNone/>
              <a:defRPr sz="1950" b="1">
                <a:solidFill>
                  <a:schemeClr val="bg1"/>
                </a:solidFill>
              </a:defRPr>
            </a:lvl1pPr>
            <a:lvl2pPr marL="0" marR="0" indent="0" algn="l" defTabSz="990570" rtl="0" eaLnBrk="1" fontAlgn="auto" latinLnBrk="0" hangingPunct="1">
              <a:lnSpc>
                <a:spcPct val="100000"/>
              </a:lnSpc>
              <a:spcBef>
                <a:spcPts val="0"/>
              </a:spcBef>
              <a:spcAft>
                <a:spcPts val="0"/>
              </a:spcAft>
              <a:buClrTx/>
              <a:buSzPct val="100000"/>
              <a:buFont typeface="Arial"/>
              <a:buNone/>
              <a:tabLst/>
              <a:defRPr sz="1733" b="0">
                <a:solidFill>
                  <a:schemeClr val="bg1"/>
                </a:solidFill>
              </a:defRPr>
            </a:lvl2pPr>
            <a:lvl3pPr marL="0" indent="0" algn="l">
              <a:spcAft>
                <a:spcPts val="0"/>
              </a:spcAft>
              <a:buNone/>
              <a:defRPr sz="1733">
                <a:solidFill>
                  <a:schemeClr val="bg1"/>
                </a:solidFill>
              </a:defRPr>
            </a:lvl3pPr>
            <a:lvl4pPr marL="1485854" indent="0" algn="ctr">
              <a:buNone/>
              <a:defRPr sz="1733"/>
            </a:lvl4pPr>
            <a:lvl5pPr marL="1981139" indent="0" algn="ctr">
              <a:buNone/>
              <a:defRPr sz="1733"/>
            </a:lvl5pPr>
            <a:lvl6pPr marL="2476424" indent="0" algn="ctr">
              <a:buNone/>
              <a:defRPr sz="1733"/>
            </a:lvl6pPr>
            <a:lvl7pPr marL="2971709" indent="0" algn="ctr">
              <a:buNone/>
              <a:defRPr sz="1733"/>
            </a:lvl7pPr>
            <a:lvl8pPr marL="3466993" indent="0" algn="ctr">
              <a:buNone/>
              <a:defRPr sz="1733"/>
            </a:lvl8pPr>
            <a:lvl9pPr marL="3962278" indent="0" algn="ctr">
              <a:buNone/>
              <a:defRPr sz="1733"/>
            </a:lvl9pPr>
          </a:lstStyle>
          <a:p>
            <a:r>
              <a:rPr lang="en-US" noProof="0" dirty="0"/>
              <a:t>Click to edit Master title style</a:t>
            </a:r>
          </a:p>
          <a:p>
            <a:pPr marL="0" marR="0" lvl="1" indent="0" algn="l" defTabSz="990570" rtl="0" eaLnBrk="1" fontAlgn="auto" latinLnBrk="0" hangingPunct="1">
              <a:lnSpc>
                <a:spcPct val="100000"/>
              </a:lnSpc>
              <a:spcBef>
                <a:spcPts val="0"/>
              </a:spcBef>
              <a:spcAft>
                <a:spcPts val="0"/>
              </a:spcAft>
              <a:buClrTx/>
              <a:buSzPct val="100000"/>
              <a:buFont typeface="Arial"/>
              <a:buNone/>
              <a:tabLst/>
              <a:defRPr/>
            </a:pPr>
            <a:r>
              <a:rPr lang="en-US" noProof="0" dirty="0"/>
              <a:t>Click to edit Master subtitle style</a:t>
            </a:r>
          </a:p>
        </p:txBody>
      </p:sp>
      <p:sp>
        <p:nvSpPr>
          <p:cNvPr id="5" name="Text Placeholder 4"/>
          <p:cNvSpPr>
            <a:spLocks noGrp="1"/>
          </p:cNvSpPr>
          <p:nvPr>
            <p:ph type="body" sz="quarter" idx="10"/>
          </p:nvPr>
        </p:nvSpPr>
        <p:spPr>
          <a:xfrm>
            <a:off x="501651" y="6381750"/>
            <a:ext cx="5594350" cy="298450"/>
          </a:xfrm>
          <a:prstGeom prst="rect">
            <a:avLst/>
          </a:prstGeom>
        </p:spPr>
        <p:txBody>
          <a:bodyPr/>
          <a:lstStyle>
            <a:lvl1pPr>
              <a:spcAft>
                <a:spcPts val="0"/>
              </a:spcAft>
              <a:defRPr sz="1083">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21" name="Group 20"/>
          <p:cNvGrpSpPr/>
          <p:nvPr userDrawn="1"/>
        </p:nvGrpSpPr>
        <p:grpSpPr>
          <a:xfrm>
            <a:off x="503988" y="378000"/>
            <a:ext cx="1771852" cy="349200"/>
            <a:chOff x="398463" y="404813"/>
            <a:chExt cx="1627187" cy="307976"/>
          </a:xfrm>
          <a:solidFill>
            <a:schemeClr val="bg1"/>
          </a:solidFill>
        </p:grpSpPr>
        <p:sp>
          <p:nvSpPr>
            <p:cNvPr id="11"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2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grpSp>
      <p:pic>
        <p:nvPicPr>
          <p:cNvPr id="22" name="Picture 21"/>
          <p:cNvPicPr>
            <a:picLocks/>
          </p:cNvPicPr>
          <p:nvPr userDrawn="1"/>
        </p:nvPicPr>
        <p:blipFill>
          <a:blip r:embed="rId7">
            <a:extLst>
              <a:ext uri="{28A0092B-C50C-407E-A947-70E740481C1C}">
                <a14:useLocalDpi xmlns:a14="http://schemas.microsoft.com/office/drawing/2010/main"/>
              </a:ext>
            </a:extLst>
          </a:blip>
          <a:stretch>
            <a:fillRect/>
          </a:stretch>
        </p:blipFill>
        <p:spPr>
          <a:xfrm>
            <a:off x="10465936" y="6344060"/>
            <a:ext cx="1332000" cy="219300"/>
          </a:xfrm>
          <a:prstGeom prst="rect">
            <a:avLst/>
          </a:prstGeom>
        </p:spPr>
      </p:pic>
    </p:spTree>
    <p:extLst>
      <p:ext uri="{BB962C8B-B14F-4D97-AF65-F5344CB8AC3E}">
        <p14:creationId xmlns:p14="http://schemas.microsoft.com/office/powerpoint/2010/main" val="21045578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088"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 White">
    <p:bg bwMode="gray">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2714345944"/>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89572" name="think-cell Slide" r:id="rId4" imgW="530" imgH="531" progId="TCLayout.ActiveDocument.1">
                  <p:embed/>
                </p:oleObj>
              </mc:Choice>
              <mc:Fallback>
                <p:oleObj name="think-cell Slide" r:id="rId4" imgW="530" imgH="531" progId="TCLayout.ActiveDocument.1">
                  <p:embed/>
                  <p:pic>
                    <p:nvPicPr>
                      <p:cNvPr id="0" name=""/>
                      <p:cNvPicPr/>
                      <p:nvPr/>
                    </p:nvPicPr>
                    <p:blipFill>
                      <a:blip r:embed="rId5"/>
                      <a:stretch>
                        <a:fillRect/>
                      </a:stretch>
                    </p:blipFill>
                    <p:spPr>
                      <a:xfrm>
                        <a:off x="1955" y="1589"/>
                        <a:ext cx="1953" cy="1587"/>
                      </a:xfrm>
                      <a:prstGeom prst="rect">
                        <a:avLst/>
                      </a:prstGeom>
                    </p:spPr>
                  </p:pic>
                </p:oleObj>
              </mc:Fallback>
            </mc:AlternateContent>
          </a:graphicData>
        </a:graphic>
      </p:graphicFrame>
      <p:sp>
        <p:nvSpPr>
          <p:cNvPr id="9" name="Picture Placeholder 8"/>
          <p:cNvSpPr>
            <a:spLocks noGrp="1" noChangeAspect="1"/>
          </p:cNvSpPr>
          <p:nvPr>
            <p:ph type="pic" sz="quarter" idx="11"/>
          </p:nvPr>
        </p:nvSpPr>
        <p:spPr>
          <a:xfrm>
            <a:off x="2489813" y="727200"/>
            <a:ext cx="7200000" cy="5400000"/>
          </a:xfrm>
          <a:prstGeom prst="rect">
            <a:avLst/>
          </a:prstGeom>
        </p:spPr>
        <p:txBody>
          <a:bodyPr/>
          <a:lstStyle/>
          <a:p>
            <a:r>
              <a:rPr lang="en-US" noProof="0"/>
              <a:t>Click icon to add picture</a:t>
            </a:r>
            <a:endParaRPr lang="en-US" noProof="0" dirty="0"/>
          </a:p>
        </p:txBody>
      </p:sp>
      <p:sp>
        <p:nvSpPr>
          <p:cNvPr id="3" name="Subtitle 2"/>
          <p:cNvSpPr>
            <a:spLocks noGrp="1"/>
          </p:cNvSpPr>
          <p:nvPr>
            <p:ph type="subTitle" idx="1" hasCustomPrompt="1"/>
          </p:nvPr>
        </p:nvSpPr>
        <p:spPr bwMode="gray">
          <a:xfrm>
            <a:off x="501652" y="5864231"/>
            <a:ext cx="5594348" cy="505645"/>
          </a:xfrm>
          <a:prstGeom prst="rect">
            <a:avLst/>
          </a:prstGeom>
        </p:spPr>
        <p:txBody>
          <a:bodyPr lIns="0" tIns="0" rIns="0" bIns="0" anchor="b" anchorCtr="0">
            <a:noAutofit/>
          </a:bodyPr>
          <a:lstStyle>
            <a:lvl1pPr marL="0" indent="0" algn="l">
              <a:lnSpc>
                <a:spcPct val="100000"/>
              </a:lnSpc>
              <a:spcAft>
                <a:spcPts val="0"/>
              </a:spcAft>
              <a:buNone/>
              <a:defRPr sz="1950" b="1">
                <a:solidFill>
                  <a:schemeClr val="tx1"/>
                </a:solidFill>
              </a:defRPr>
            </a:lvl1pPr>
            <a:lvl2pPr marL="0" indent="0" algn="l">
              <a:buNone/>
              <a:defRPr sz="1733" b="0"/>
            </a:lvl2pPr>
            <a:lvl3pPr marL="990570" indent="0" algn="ctr">
              <a:buNone/>
              <a:defRPr sz="1950"/>
            </a:lvl3pPr>
            <a:lvl4pPr marL="1485854" indent="0" algn="ctr">
              <a:buNone/>
              <a:defRPr sz="1733"/>
            </a:lvl4pPr>
            <a:lvl5pPr marL="1981139" indent="0" algn="ctr">
              <a:buNone/>
              <a:defRPr sz="1733"/>
            </a:lvl5pPr>
            <a:lvl6pPr marL="2476424" indent="0" algn="ctr">
              <a:buNone/>
              <a:defRPr sz="1733"/>
            </a:lvl6pPr>
            <a:lvl7pPr marL="2971709" indent="0" algn="ctr">
              <a:buNone/>
              <a:defRPr sz="1733"/>
            </a:lvl7pPr>
            <a:lvl8pPr marL="3466993" indent="0" algn="ctr">
              <a:buNone/>
              <a:defRPr sz="1733"/>
            </a:lvl8pPr>
            <a:lvl9pPr marL="3962278" indent="0" algn="ctr">
              <a:buNone/>
              <a:defRPr sz="1733"/>
            </a:lvl9pPr>
          </a:lstStyle>
          <a:p>
            <a:r>
              <a:rPr lang="en-US" noProof="0" dirty="0"/>
              <a:t>Click to edit Master title style</a:t>
            </a:r>
          </a:p>
          <a:p>
            <a:pPr lvl="1"/>
            <a:r>
              <a:rPr lang="en-US" noProof="0" dirty="0"/>
              <a:t>Click to edit Master subtitle style</a:t>
            </a:r>
          </a:p>
        </p:txBody>
      </p:sp>
      <p:sp>
        <p:nvSpPr>
          <p:cNvPr id="5" name="Text Placeholder 4"/>
          <p:cNvSpPr>
            <a:spLocks noGrp="1"/>
          </p:cNvSpPr>
          <p:nvPr>
            <p:ph type="body" sz="quarter" idx="10"/>
          </p:nvPr>
        </p:nvSpPr>
        <p:spPr>
          <a:xfrm>
            <a:off x="501651" y="6381750"/>
            <a:ext cx="5594350" cy="298450"/>
          </a:xfrm>
          <a:prstGeom prst="rect">
            <a:avLst/>
          </a:prstGeom>
        </p:spPr>
        <p:txBody>
          <a:bodyPr/>
          <a:lstStyle>
            <a:lvl1pPr>
              <a:spcAft>
                <a:spcPts val="0"/>
              </a:spcAft>
              <a:defRPr sz="1083">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7" name="Group 6"/>
          <p:cNvGrpSpPr/>
          <p:nvPr userDrawn="1"/>
        </p:nvGrpSpPr>
        <p:grpSpPr>
          <a:xfrm>
            <a:off x="503988" y="378000"/>
            <a:ext cx="2160000" cy="307976"/>
            <a:chOff x="398463" y="404813"/>
            <a:chExt cx="1627187" cy="307976"/>
          </a:xfrm>
          <a:solidFill>
            <a:schemeClr val="tx1"/>
          </a:solidFill>
        </p:grpSpPr>
        <p:sp>
          <p:nvSpPr>
            <p:cNvPr id="8"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0"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1"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2"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3"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4"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5"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6"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7"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8"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grpSp>
      <p:pic>
        <p:nvPicPr>
          <p:cNvPr id="19" name="Picture 18"/>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9875943" y="6344060"/>
            <a:ext cx="1791120" cy="221256"/>
          </a:xfrm>
          <a:prstGeom prst="rect">
            <a:avLst/>
          </a:prstGeom>
        </p:spPr>
      </p:pic>
    </p:spTree>
    <p:extLst>
      <p:ext uri="{BB962C8B-B14F-4D97-AF65-F5344CB8AC3E}">
        <p14:creationId xmlns:p14="http://schemas.microsoft.com/office/powerpoint/2010/main" val="2783079461"/>
      </p:ext>
    </p:extLst>
  </p:cSld>
  <p:clrMapOvr>
    <a:masterClrMapping/>
  </p:clrMapOvr>
  <p:transition>
    <p:fade/>
  </p:transition>
  <p:extLst>
    <p:ext uri="{DCECCB84-F9BA-43D5-87BE-67443E8EF086}">
      <p15:sldGuideLst xmlns:p15="http://schemas.microsoft.com/office/powerpoint/2012/main">
        <p15:guide id="1" orient="horz" pos="4088"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Black">
    <p:bg bwMode="gray">
      <p:bgPr>
        <a:blipFill dpi="0" rotWithShape="1">
          <a:blip r:embed="rId5"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ext uri="{D42A27DB-BD31-4B8C-83A1-F6EECF244321}">
                <p14:modId xmlns:p14="http://schemas.microsoft.com/office/powerpoint/2010/main" val="803608283"/>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0596" name="think-cell Slide" r:id="rId6" imgW="530" imgH="531" progId="TCLayout.ActiveDocument.1">
                  <p:embed/>
                </p:oleObj>
              </mc:Choice>
              <mc:Fallback>
                <p:oleObj name="think-cell Slide" r:id="rId6" imgW="530" imgH="531" progId="TCLayout.ActiveDocument.1">
                  <p:embed/>
                  <p:pic>
                    <p:nvPicPr>
                      <p:cNvPr id="0" name=""/>
                      <p:cNvPicPr/>
                      <p:nvPr/>
                    </p:nvPicPr>
                    <p:blipFill>
                      <a:blip r:embed="rId7"/>
                      <a:stretch>
                        <a:fillRect/>
                      </a:stretch>
                    </p:blipFill>
                    <p:spPr>
                      <a:xfrm>
                        <a:off x="1955" y="1589"/>
                        <a:ext cx="1953" cy="1587"/>
                      </a:xfrm>
                      <a:prstGeom prst="rect">
                        <a:avLst/>
                      </a:prstGeom>
                    </p:spPr>
                  </p:pic>
                </p:oleObj>
              </mc:Fallback>
            </mc:AlternateContent>
          </a:graphicData>
        </a:graphic>
      </p:graphicFrame>
      <p:sp>
        <p:nvSpPr>
          <p:cNvPr id="6" name="Rectangle 5"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ts val="4550"/>
              </a:lnSpc>
              <a:spcBef>
                <a:spcPct val="0"/>
              </a:spcBef>
              <a:spcAft>
                <a:spcPct val="0"/>
              </a:spcAft>
              <a:buFont typeface="Wingdings 2" pitchFamily="18" charset="2"/>
              <a:buNone/>
            </a:pPr>
            <a:endParaRPr lang="en-US" sz="3900" b="0" i="0" baseline="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4550"/>
              </a:lnSpc>
              <a:defRPr sz="3900"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Subtitle 2"/>
          <p:cNvSpPr>
            <a:spLocks noGrp="1"/>
          </p:cNvSpPr>
          <p:nvPr>
            <p:ph type="subTitle" idx="1"/>
          </p:nvPr>
        </p:nvSpPr>
        <p:spPr bwMode="gray">
          <a:xfrm>
            <a:off x="503990" y="5864231"/>
            <a:ext cx="5592011" cy="505645"/>
          </a:xfrm>
          <a:prstGeom prst="rect">
            <a:avLst/>
          </a:prstGeom>
        </p:spPr>
        <p:txBody>
          <a:bodyPr lIns="0" tIns="0" rIns="0" bIns="0" anchor="b" anchorCtr="0">
            <a:noAutofit/>
          </a:bodyPr>
          <a:lstStyle>
            <a:lvl1pPr marL="0" indent="0" algn="l">
              <a:lnSpc>
                <a:spcPct val="100000"/>
              </a:lnSpc>
              <a:spcAft>
                <a:spcPts val="0"/>
              </a:spcAft>
              <a:buNone/>
              <a:defRPr sz="1733">
                <a:solidFill>
                  <a:schemeClr val="bg1"/>
                </a:solidFill>
              </a:defRPr>
            </a:lvl1pPr>
            <a:lvl2pPr marL="495285" indent="0" algn="ctr">
              <a:buNone/>
              <a:defRPr sz="2167"/>
            </a:lvl2pPr>
            <a:lvl3pPr marL="990570" indent="0" algn="ctr">
              <a:buNone/>
              <a:defRPr sz="1950"/>
            </a:lvl3pPr>
            <a:lvl4pPr marL="1485854" indent="0" algn="ctr">
              <a:buNone/>
              <a:defRPr sz="1733"/>
            </a:lvl4pPr>
            <a:lvl5pPr marL="1981139" indent="0" algn="ctr">
              <a:buNone/>
              <a:defRPr sz="1733"/>
            </a:lvl5pPr>
            <a:lvl6pPr marL="2476424" indent="0" algn="ctr">
              <a:buNone/>
              <a:defRPr sz="1733"/>
            </a:lvl6pPr>
            <a:lvl7pPr marL="2971709" indent="0" algn="ctr">
              <a:buNone/>
              <a:defRPr sz="1733"/>
            </a:lvl7pPr>
            <a:lvl8pPr marL="3466993" indent="0" algn="ctr">
              <a:buNone/>
              <a:defRPr sz="1733"/>
            </a:lvl8pPr>
            <a:lvl9pPr marL="3962278" indent="0" algn="ctr">
              <a:buNone/>
              <a:defRPr sz="1733"/>
            </a:lvl9pPr>
          </a:lstStyle>
          <a:p>
            <a:r>
              <a:rPr lang="en-US" noProof="0"/>
              <a:t>Click to edit Master subtitle style</a:t>
            </a:r>
            <a:endParaRPr lang="en-US" noProof="0" dirty="0"/>
          </a:p>
        </p:txBody>
      </p:sp>
      <p:sp>
        <p:nvSpPr>
          <p:cNvPr id="5" name="Text Placeholder 4"/>
          <p:cNvSpPr>
            <a:spLocks noGrp="1"/>
          </p:cNvSpPr>
          <p:nvPr>
            <p:ph type="body" sz="quarter" idx="10"/>
          </p:nvPr>
        </p:nvSpPr>
        <p:spPr>
          <a:xfrm>
            <a:off x="501651" y="6381750"/>
            <a:ext cx="5594350" cy="298450"/>
          </a:xfrm>
          <a:prstGeom prst="rect">
            <a:avLst/>
          </a:prstGeom>
        </p:spPr>
        <p:txBody>
          <a:bodyPr/>
          <a:lstStyle>
            <a:lvl1pPr>
              <a:spcAft>
                <a:spcPts val="0"/>
              </a:spcAft>
              <a:defRPr sz="1083">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21" name="Group 20"/>
          <p:cNvGrpSpPr/>
          <p:nvPr userDrawn="1"/>
        </p:nvGrpSpPr>
        <p:grpSpPr>
          <a:xfrm>
            <a:off x="503988" y="378000"/>
            <a:ext cx="2160000" cy="307976"/>
            <a:chOff x="398463" y="404813"/>
            <a:chExt cx="1627187" cy="307976"/>
          </a:xfrm>
          <a:solidFill>
            <a:schemeClr val="bg1"/>
          </a:solidFill>
        </p:grpSpPr>
        <p:sp>
          <p:nvSpPr>
            <p:cNvPr id="11"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2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grpSp>
      <p:pic>
        <p:nvPicPr>
          <p:cNvPr id="22" name="Picture 21"/>
          <p:cNvPicPr>
            <a:picLocks noChangeAspect="1"/>
          </p:cNvPicPr>
          <p:nvPr userDrawn="1"/>
        </p:nvPicPr>
        <p:blipFill>
          <a:blip r:embed="rId8">
            <a:extLst>
              <a:ext uri="{28A0092B-C50C-407E-A947-70E740481C1C}">
                <a14:useLocalDpi xmlns:a14="http://schemas.microsoft.com/office/drawing/2010/main"/>
              </a:ext>
            </a:extLst>
          </a:blip>
          <a:stretch>
            <a:fillRect/>
          </a:stretch>
        </p:blipFill>
        <p:spPr>
          <a:xfrm>
            <a:off x="9875941" y="6344060"/>
            <a:ext cx="1791126" cy="221256"/>
          </a:xfrm>
          <a:prstGeom prst="rect">
            <a:avLst/>
          </a:prstGeom>
        </p:spPr>
      </p:pic>
    </p:spTree>
    <p:extLst>
      <p:ext uri="{BB962C8B-B14F-4D97-AF65-F5344CB8AC3E}">
        <p14:creationId xmlns:p14="http://schemas.microsoft.com/office/powerpoint/2010/main" val="166500873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088"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White">
    <p:bg bwMode="gray">
      <p:bgPr>
        <a:solidFill>
          <a:schemeClr val="bg1"/>
        </a:solid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ext uri="{D42A27DB-BD31-4B8C-83A1-F6EECF244321}">
                <p14:modId xmlns:p14="http://schemas.microsoft.com/office/powerpoint/2010/main" val="1278897988"/>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162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6" name="Rectangle 5"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ts val="4550"/>
              </a:lnSpc>
              <a:spcBef>
                <a:spcPct val="0"/>
              </a:spcBef>
              <a:spcAft>
                <a:spcPct val="0"/>
              </a:spcAft>
              <a:buFont typeface="Wingdings 2" pitchFamily="18" charset="2"/>
              <a:buNone/>
            </a:pPr>
            <a:endParaRPr lang="en-US" sz="3900" b="0" i="0" baseline="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ctrTitle"/>
          </p:nvPr>
        </p:nvSpPr>
        <p:spPr bwMode="gray">
          <a:xfrm>
            <a:off x="3336000" y="1368000"/>
            <a:ext cx="5520000" cy="4140000"/>
          </a:xfrm>
          <a:prstGeom prst="ellipse">
            <a:avLst/>
          </a:prstGeom>
          <a:ln w="25400">
            <a:solidFill>
              <a:schemeClr val="accent1"/>
            </a:solidFill>
          </a:ln>
        </p:spPr>
        <p:txBody>
          <a:bodyPr lIns="108000" tIns="108000" rIns="108000" bIns="108000" anchor="ctr" anchorCtr="0">
            <a:normAutofit/>
          </a:bodyPr>
          <a:lstStyle>
            <a:lvl1pPr algn="ctr">
              <a:lnSpc>
                <a:spcPts val="4550"/>
              </a:lnSpc>
              <a:defRPr sz="3900" b="0">
                <a:solidFill>
                  <a:schemeClr val="tx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Subtitle 2"/>
          <p:cNvSpPr>
            <a:spLocks noGrp="1"/>
          </p:cNvSpPr>
          <p:nvPr>
            <p:ph type="subTitle" idx="1"/>
          </p:nvPr>
        </p:nvSpPr>
        <p:spPr bwMode="gray">
          <a:xfrm>
            <a:off x="501652" y="5864231"/>
            <a:ext cx="5594348" cy="505645"/>
          </a:xfrm>
          <a:prstGeom prst="rect">
            <a:avLst/>
          </a:prstGeom>
        </p:spPr>
        <p:txBody>
          <a:bodyPr lIns="0" tIns="0" rIns="0" bIns="0" anchor="b" anchorCtr="0">
            <a:noAutofit/>
          </a:bodyPr>
          <a:lstStyle>
            <a:lvl1pPr marL="0" indent="0" algn="l">
              <a:lnSpc>
                <a:spcPct val="100000"/>
              </a:lnSpc>
              <a:spcAft>
                <a:spcPts val="0"/>
              </a:spcAft>
              <a:buNone/>
              <a:defRPr sz="1733">
                <a:solidFill>
                  <a:schemeClr val="tx1"/>
                </a:solidFill>
              </a:defRPr>
            </a:lvl1pPr>
            <a:lvl2pPr marL="495285" indent="0" algn="ctr">
              <a:buNone/>
              <a:defRPr sz="2167"/>
            </a:lvl2pPr>
            <a:lvl3pPr marL="990570" indent="0" algn="ctr">
              <a:buNone/>
              <a:defRPr sz="1950"/>
            </a:lvl3pPr>
            <a:lvl4pPr marL="1485854" indent="0" algn="ctr">
              <a:buNone/>
              <a:defRPr sz="1733"/>
            </a:lvl4pPr>
            <a:lvl5pPr marL="1981139" indent="0" algn="ctr">
              <a:buNone/>
              <a:defRPr sz="1733"/>
            </a:lvl5pPr>
            <a:lvl6pPr marL="2476424" indent="0" algn="ctr">
              <a:buNone/>
              <a:defRPr sz="1733"/>
            </a:lvl6pPr>
            <a:lvl7pPr marL="2971709" indent="0" algn="ctr">
              <a:buNone/>
              <a:defRPr sz="1733"/>
            </a:lvl7pPr>
            <a:lvl8pPr marL="3466993" indent="0" algn="ctr">
              <a:buNone/>
              <a:defRPr sz="1733"/>
            </a:lvl8pPr>
            <a:lvl9pPr marL="3962278" indent="0" algn="ctr">
              <a:buNone/>
              <a:defRPr sz="1733"/>
            </a:lvl9pPr>
          </a:lstStyle>
          <a:p>
            <a:r>
              <a:rPr lang="en-US" noProof="0"/>
              <a:t>Click to edit Master subtitle style</a:t>
            </a:r>
            <a:endParaRPr lang="en-US" noProof="0" dirty="0"/>
          </a:p>
        </p:txBody>
      </p:sp>
      <p:sp>
        <p:nvSpPr>
          <p:cNvPr id="5" name="Text Placeholder 4"/>
          <p:cNvSpPr>
            <a:spLocks noGrp="1"/>
          </p:cNvSpPr>
          <p:nvPr>
            <p:ph type="body" sz="quarter" idx="10"/>
          </p:nvPr>
        </p:nvSpPr>
        <p:spPr>
          <a:xfrm>
            <a:off x="501651" y="6381750"/>
            <a:ext cx="5594350" cy="298450"/>
          </a:xfrm>
          <a:prstGeom prst="rect">
            <a:avLst/>
          </a:prstGeom>
        </p:spPr>
        <p:txBody>
          <a:bodyPr/>
          <a:lstStyle>
            <a:lvl1pPr>
              <a:spcAft>
                <a:spcPts val="0"/>
              </a:spcAft>
              <a:defRPr sz="1083">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7" name="Group 6"/>
          <p:cNvGrpSpPr/>
          <p:nvPr userDrawn="1"/>
        </p:nvGrpSpPr>
        <p:grpSpPr>
          <a:xfrm>
            <a:off x="503988" y="378000"/>
            <a:ext cx="2160000" cy="307976"/>
            <a:chOff x="398463" y="404813"/>
            <a:chExt cx="1627187" cy="307976"/>
          </a:xfrm>
          <a:solidFill>
            <a:schemeClr val="tx1"/>
          </a:solidFill>
        </p:grpSpPr>
        <p:sp>
          <p:nvSpPr>
            <p:cNvPr id="8"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0"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1"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2"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3"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4"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5"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6"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7"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sp>
          <p:nvSpPr>
            <p:cNvPr id="18"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50" noProof="0" dirty="0">
                <a:solidFill>
                  <a:schemeClr val="bg1"/>
                </a:solidFill>
              </a:endParaRPr>
            </a:p>
          </p:txBody>
        </p:sp>
      </p:grpSp>
      <p:pic>
        <p:nvPicPr>
          <p:cNvPr id="19" name="Picture 18"/>
          <p:cNvPicPr>
            <a:picLocks noChangeAspect="1"/>
          </p:cNvPicPr>
          <p:nvPr userDrawn="1"/>
        </p:nvPicPr>
        <p:blipFill>
          <a:blip r:embed="rId7">
            <a:extLst>
              <a:ext uri="{28A0092B-C50C-407E-A947-70E740481C1C}">
                <a14:useLocalDpi xmlns:a14="http://schemas.microsoft.com/office/drawing/2010/main"/>
              </a:ext>
            </a:extLst>
          </a:blip>
          <a:stretch>
            <a:fillRect/>
          </a:stretch>
        </p:blipFill>
        <p:spPr>
          <a:xfrm>
            <a:off x="9875943" y="6344060"/>
            <a:ext cx="1791120" cy="221256"/>
          </a:xfrm>
          <a:prstGeom prst="rect">
            <a:avLst/>
          </a:prstGeom>
        </p:spPr>
      </p:pic>
    </p:spTree>
    <p:extLst>
      <p:ext uri="{BB962C8B-B14F-4D97-AF65-F5344CB8AC3E}">
        <p14:creationId xmlns:p14="http://schemas.microsoft.com/office/powerpoint/2010/main" val="3258162802"/>
      </p:ext>
    </p:extLst>
  </p:cSld>
  <p:clrMapOvr>
    <a:masterClrMapping/>
  </p:clrMapOvr>
  <p:transition>
    <p:fade/>
  </p:transition>
  <p:extLst>
    <p:ext uri="{DCECCB84-F9BA-43D5-87BE-67443E8EF086}">
      <p15:sldGuideLst xmlns:p15="http://schemas.microsoft.com/office/powerpoint/2012/main">
        <p15:guide id="1" orient="horz" pos="4088"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p:bg bwMode="gray">
      <p:bgPr>
        <a:solidFill>
          <a:schemeClr val="accent1"/>
        </a:solid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ext uri="{D42A27DB-BD31-4B8C-83A1-F6EECF244321}">
                <p14:modId xmlns:p14="http://schemas.microsoft.com/office/powerpoint/2010/main" val="718292747"/>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87525"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5" name="Rectangle 4"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95000"/>
              </a:lnSpc>
              <a:spcBef>
                <a:spcPct val="0"/>
              </a:spcBef>
              <a:spcAft>
                <a:spcPct val="0"/>
              </a:spcAft>
              <a:buFont typeface="Wingdings 2" pitchFamily="18" charset="2"/>
              <a:buNone/>
            </a:pPr>
            <a:endParaRPr lang="en-US" sz="3850" b="1" i="0" baseline="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bwMode="gray">
          <a:xfrm>
            <a:off x="501651" y="1705671"/>
            <a:ext cx="10541001"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dirty="0"/>
              <a:t>Click to edit Master title style</a:t>
            </a:r>
          </a:p>
        </p:txBody>
      </p:sp>
      <p:sp>
        <p:nvSpPr>
          <p:cNvPr id="3" name="Text Placeholder 2"/>
          <p:cNvSpPr>
            <a:spLocks noGrp="1"/>
          </p:cNvSpPr>
          <p:nvPr>
            <p:ph type="body" idx="1"/>
          </p:nvPr>
        </p:nvSpPr>
        <p:spPr bwMode="gray">
          <a:xfrm>
            <a:off x="501651" y="3429000"/>
            <a:ext cx="10541001" cy="1566532"/>
          </a:xfrm>
        </p:spPr>
        <p:txBody>
          <a:bodyPr lIns="0" tIns="0" rIns="0" bIns="0">
            <a:noAutofit/>
          </a:bodyPr>
          <a:lstStyle>
            <a:lvl1pPr marL="0" indent="0">
              <a:lnSpc>
                <a:spcPct val="95000"/>
              </a:lnSpc>
              <a:spcAft>
                <a:spcPts val="0"/>
              </a:spcAft>
              <a:buNone/>
              <a:defRPr sz="3850">
                <a:solidFill>
                  <a:schemeClr val="bg1"/>
                </a:solidFill>
              </a:defRPr>
            </a:lvl1pPr>
            <a:lvl2pPr marL="495285" indent="0">
              <a:buNone/>
              <a:defRPr sz="2167">
                <a:solidFill>
                  <a:schemeClr val="tx1">
                    <a:tint val="75000"/>
                  </a:schemeClr>
                </a:solidFill>
              </a:defRPr>
            </a:lvl2pPr>
            <a:lvl3pPr marL="990570" indent="0">
              <a:buNone/>
              <a:defRPr sz="1950">
                <a:solidFill>
                  <a:schemeClr val="tx1">
                    <a:tint val="75000"/>
                  </a:schemeClr>
                </a:solidFill>
              </a:defRPr>
            </a:lvl3pPr>
            <a:lvl4pPr marL="1485854" indent="0">
              <a:buNone/>
              <a:defRPr sz="1733">
                <a:solidFill>
                  <a:schemeClr val="tx1">
                    <a:tint val="75000"/>
                  </a:schemeClr>
                </a:solidFill>
              </a:defRPr>
            </a:lvl4pPr>
            <a:lvl5pPr marL="1981139" indent="0">
              <a:buNone/>
              <a:defRPr sz="1733">
                <a:solidFill>
                  <a:schemeClr val="tx1">
                    <a:tint val="75000"/>
                  </a:schemeClr>
                </a:solidFill>
              </a:defRPr>
            </a:lvl5pPr>
            <a:lvl6pPr marL="2476424" indent="0">
              <a:buNone/>
              <a:defRPr sz="1733">
                <a:solidFill>
                  <a:schemeClr val="tx1">
                    <a:tint val="75000"/>
                  </a:schemeClr>
                </a:solidFill>
              </a:defRPr>
            </a:lvl6pPr>
            <a:lvl7pPr marL="2971709" indent="0">
              <a:buNone/>
              <a:defRPr sz="1733">
                <a:solidFill>
                  <a:schemeClr val="tx1">
                    <a:tint val="75000"/>
                  </a:schemeClr>
                </a:solidFill>
              </a:defRPr>
            </a:lvl7pPr>
            <a:lvl8pPr marL="3466993" indent="0">
              <a:buNone/>
              <a:defRPr sz="1733">
                <a:solidFill>
                  <a:schemeClr val="tx1">
                    <a:tint val="75000"/>
                  </a:schemeClr>
                </a:solidFill>
              </a:defRPr>
            </a:lvl8pPr>
            <a:lvl9pPr marL="3962278" indent="0">
              <a:buNone/>
              <a:defRPr sz="1733">
                <a:solidFill>
                  <a:schemeClr val="tx1">
                    <a:tint val="75000"/>
                  </a:schemeClr>
                </a:solidFill>
              </a:defRPr>
            </a:lvl9pPr>
          </a:lstStyle>
          <a:p>
            <a:pPr lvl="0"/>
            <a:r>
              <a:rPr lang="en-US" noProof="0"/>
              <a:t>Click to edit Master text styles</a:t>
            </a:r>
          </a:p>
        </p:txBody>
      </p:sp>
      <p:sp>
        <p:nvSpPr>
          <p:cNvPr id="10" name="TextBox 9"/>
          <p:cNvSpPr txBox="1"/>
          <p:nvPr userDrawn="1"/>
        </p:nvSpPr>
        <p:spPr>
          <a:xfrm>
            <a:off x="501649" y="6654807"/>
            <a:ext cx="5355168" cy="201260"/>
          </a:xfrm>
          <a:prstGeom prst="rect">
            <a:avLst/>
          </a:prstGeom>
          <a:noFill/>
        </p:spPr>
        <p:txBody>
          <a:bodyPr wrap="square" lIns="0" tIns="0" rIns="0" bIns="0" rtlCol="0">
            <a:noAutofit/>
          </a:bodyPr>
          <a:lstStyle/>
          <a:p>
            <a:pPr marL="0" indent="0">
              <a:spcBef>
                <a:spcPts val="717"/>
              </a:spcBef>
              <a:buSzPct val="100000"/>
              <a:buFont typeface="Arial"/>
              <a:buNone/>
            </a:pPr>
            <a:r>
              <a:rPr lang="fr-FR" sz="650" noProof="0" dirty="0">
                <a:solidFill>
                  <a:schemeClr val="bg1"/>
                </a:solidFill>
              </a:rPr>
              <a:t>© 2019 Deloitte Touche </a:t>
            </a:r>
            <a:r>
              <a:rPr lang="fr-FR" sz="650" noProof="0" dirty="0" err="1">
                <a:solidFill>
                  <a:schemeClr val="bg1"/>
                </a:solidFill>
              </a:rPr>
              <a:t>Tohmatsu</a:t>
            </a:r>
            <a:r>
              <a:rPr lang="fr-FR" sz="650" noProof="0" dirty="0">
                <a:solidFill>
                  <a:schemeClr val="bg1"/>
                </a:solidFill>
              </a:rPr>
              <a:t> India LLP</a:t>
            </a:r>
          </a:p>
        </p:txBody>
      </p:sp>
      <p:sp>
        <p:nvSpPr>
          <p:cNvPr id="11" name="TextBox 10"/>
          <p:cNvSpPr txBox="1"/>
          <p:nvPr userDrawn="1"/>
        </p:nvSpPr>
        <p:spPr>
          <a:xfrm>
            <a:off x="11382377" y="6705604"/>
            <a:ext cx="307974" cy="100027"/>
          </a:xfrm>
          <a:prstGeom prst="rect">
            <a:avLst/>
          </a:prstGeom>
          <a:noFill/>
        </p:spPr>
        <p:txBody>
          <a:bodyPr wrap="square" lIns="0" tIns="0" rIns="0" bIns="0" rtlCol="0">
            <a:noAutofit/>
          </a:bodyPr>
          <a:lstStyle/>
          <a:p>
            <a:pPr marL="0" indent="0" algn="r">
              <a:spcBef>
                <a:spcPts val="650"/>
              </a:spcBef>
              <a:buSzPct val="100000"/>
              <a:buFont typeface="Arial"/>
              <a:buNone/>
            </a:pPr>
            <a:fld id="{C58DF478-B544-4ED8-9ED4-6A2648E2D233}" type="slidenum">
              <a:rPr lang="en-US" sz="704" noProof="0" smtClean="0">
                <a:solidFill>
                  <a:schemeClr val="bg1"/>
                </a:solidFill>
              </a:rPr>
              <a:pPr marL="0" indent="0" algn="r">
                <a:spcBef>
                  <a:spcPts val="650"/>
                </a:spcBef>
                <a:buSzPct val="100000"/>
                <a:buFont typeface="Arial"/>
                <a:buNone/>
              </a:pPr>
              <a:t>‹#›</a:t>
            </a:fld>
            <a:endParaRPr lang="en-US" sz="704" noProof="0" dirty="0">
              <a:solidFill>
                <a:schemeClr val="bg1"/>
              </a:solidFill>
            </a:endParaRPr>
          </a:p>
        </p:txBody>
      </p:sp>
    </p:spTree>
    <p:extLst>
      <p:ext uri="{BB962C8B-B14F-4D97-AF65-F5344CB8AC3E}">
        <p14:creationId xmlns:p14="http://schemas.microsoft.com/office/powerpoint/2010/main" val="2104574128"/>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ivider - Deloitte white">
    <p:bg bwMode="gray">
      <p:bgPr>
        <a:solidFill>
          <a:schemeClr val="bg1"/>
        </a:solidFill>
        <a:effectLst/>
      </p:bgPr>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ext uri="{D42A27DB-BD31-4B8C-83A1-F6EECF244321}">
                <p14:modId xmlns:p14="http://schemas.microsoft.com/office/powerpoint/2010/main" val="2054743588"/>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2644"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5" name="Rectangle 4"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95000"/>
              </a:lnSpc>
              <a:spcBef>
                <a:spcPct val="0"/>
              </a:spcBef>
              <a:spcAft>
                <a:spcPct val="0"/>
              </a:spcAft>
              <a:buFont typeface="Wingdings 2" pitchFamily="18" charset="2"/>
              <a:buNone/>
            </a:pPr>
            <a:endParaRPr lang="en-US" sz="3850" b="1" i="0" baseline="0" dirty="0">
              <a:solidFill>
                <a:schemeClr val="bg1"/>
              </a:solidFill>
              <a:latin typeface="Verdana" panose="020B0604030504040204" pitchFamily="34" charset="0"/>
              <a:sym typeface="Verdana" panose="020B0604030504040204" pitchFamily="34" charset="0"/>
            </a:endParaRPr>
          </a:p>
        </p:txBody>
      </p:sp>
      <p:sp>
        <p:nvSpPr>
          <p:cNvPr id="2" name="Title 1"/>
          <p:cNvSpPr>
            <a:spLocks noGrp="1"/>
          </p:cNvSpPr>
          <p:nvPr>
            <p:ph type="title"/>
          </p:nvPr>
        </p:nvSpPr>
        <p:spPr bwMode="gray">
          <a:xfrm>
            <a:off x="501651" y="1705671"/>
            <a:ext cx="10541001" cy="1592403"/>
          </a:xfrm>
        </p:spPr>
        <p:txBody>
          <a:bodyPr anchor="b"/>
          <a:lstStyle>
            <a:lvl1pPr>
              <a:lnSpc>
                <a:spcPct val="95000"/>
              </a:lnSpc>
              <a:defRPr sz="3850" b="1">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Text Placeholder 2"/>
          <p:cNvSpPr>
            <a:spLocks noGrp="1"/>
          </p:cNvSpPr>
          <p:nvPr>
            <p:ph type="body" idx="1"/>
          </p:nvPr>
        </p:nvSpPr>
        <p:spPr bwMode="gray">
          <a:xfrm>
            <a:off x="501651" y="3429000"/>
            <a:ext cx="10541001" cy="1566532"/>
          </a:xfrm>
        </p:spPr>
        <p:txBody>
          <a:bodyPr lIns="0" tIns="0" rIns="0" bIns="0">
            <a:noAutofit/>
          </a:bodyPr>
          <a:lstStyle>
            <a:lvl1pPr marL="0" indent="0">
              <a:lnSpc>
                <a:spcPct val="95000"/>
              </a:lnSpc>
              <a:spcAft>
                <a:spcPts val="0"/>
              </a:spcAft>
              <a:buNone/>
              <a:defRPr sz="3850">
                <a:solidFill>
                  <a:schemeClr val="tx1"/>
                </a:solidFill>
              </a:defRPr>
            </a:lvl1pPr>
            <a:lvl2pPr marL="495285" indent="0">
              <a:buNone/>
              <a:defRPr sz="2167">
                <a:solidFill>
                  <a:schemeClr val="tx1">
                    <a:tint val="75000"/>
                  </a:schemeClr>
                </a:solidFill>
              </a:defRPr>
            </a:lvl2pPr>
            <a:lvl3pPr marL="990570" indent="0">
              <a:buNone/>
              <a:defRPr sz="1950">
                <a:solidFill>
                  <a:schemeClr val="tx1">
                    <a:tint val="75000"/>
                  </a:schemeClr>
                </a:solidFill>
              </a:defRPr>
            </a:lvl3pPr>
            <a:lvl4pPr marL="1485854" indent="0">
              <a:buNone/>
              <a:defRPr sz="1733">
                <a:solidFill>
                  <a:schemeClr val="tx1">
                    <a:tint val="75000"/>
                  </a:schemeClr>
                </a:solidFill>
              </a:defRPr>
            </a:lvl4pPr>
            <a:lvl5pPr marL="1981139" indent="0">
              <a:buNone/>
              <a:defRPr sz="1733">
                <a:solidFill>
                  <a:schemeClr val="tx1">
                    <a:tint val="75000"/>
                  </a:schemeClr>
                </a:solidFill>
              </a:defRPr>
            </a:lvl5pPr>
            <a:lvl6pPr marL="2476424" indent="0">
              <a:buNone/>
              <a:defRPr sz="1733">
                <a:solidFill>
                  <a:schemeClr val="tx1">
                    <a:tint val="75000"/>
                  </a:schemeClr>
                </a:solidFill>
              </a:defRPr>
            </a:lvl6pPr>
            <a:lvl7pPr marL="2971709" indent="0">
              <a:buNone/>
              <a:defRPr sz="1733">
                <a:solidFill>
                  <a:schemeClr val="tx1">
                    <a:tint val="75000"/>
                  </a:schemeClr>
                </a:solidFill>
              </a:defRPr>
            </a:lvl7pPr>
            <a:lvl8pPr marL="3466993" indent="0">
              <a:buNone/>
              <a:defRPr sz="1733">
                <a:solidFill>
                  <a:schemeClr val="tx1">
                    <a:tint val="75000"/>
                  </a:schemeClr>
                </a:solidFill>
              </a:defRPr>
            </a:lvl8pPr>
            <a:lvl9pPr marL="3962278" indent="0">
              <a:buNone/>
              <a:defRPr sz="1733">
                <a:solidFill>
                  <a:schemeClr val="tx1">
                    <a:tint val="75000"/>
                  </a:schemeClr>
                </a:solidFill>
              </a:defRPr>
            </a:lvl9pPr>
          </a:lstStyle>
          <a:p>
            <a:pPr lvl="0"/>
            <a:r>
              <a:rPr lang="en-US" noProof="0"/>
              <a:t>Click to edit Master text styles</a:t>
            </a:r>
          </a:p>
        </p:txBody>
      </p:sp>
    </p:spTree>
    <p:extLst>
      <p:ext uri="{BB962C8B-B14F-4D97-AF65-F5344CB8AC3E}">
        <p14:creationId xmlns:p14="http://schemas.microsoft.com/office/powerpoint/2010/main" val="2879515099"/>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Key statement white">
    <p:bg>
      <p:bgRef idx="1001">
        <a:schemeClr val="bg1"/>
      </p:bgRef>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514810682"/>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3668" name="think-cell Slide" r:id="rId4" imgW="530" imgH="531" progId="TCLayout.ActiveDocument.1">
                  <p:embed/>
                </p:oleObj>
              </mc:Choice>
              <mc:Fallback>
                <p:oleObj name="think-cell Slide" r:id="rId4" imgW="530" imgH="531" progId="TCLayout.ActiveDocument.1">
                  <p:embed/>
                  <p:pic>
                    <p:nvPicPr>
                      <p:cNvPr id="0" name=""/>
                      <p:cNvPicPr/>
                      <p:nvPr/>
                    </p:nvPicPr>
                    <p:blipFill>
                      <a:blip r:embed="rId5"/>
                      <a:stretch>
                        <a:fillRect/>
                      </a:stretch>
                    </p:blipFill>
                    <p:spPr>
                      <a:xfrm>
                        <a:off x="1955" y="1589"/>
                        <a:ext cx="1953" cy="1587"/>
                      </a:xfrm>
                      <a:prstGeom prst="rect">
                        <a:avLst/>
                      </a:prstGeom>
                    </p:spPr>
                  </p:pic>
                </p:oleObj>
              </mc:Fallback>
            </mc:AlternateContent>
          </a:graphicData>
        </a:graphic>
      </p:graphicFrame>
      <p:sp>
        <p:nvSpPr>
          <p:cNvPr id="4" name="Text Placeholder 3"/>
          <p:cNvSpPr>
            <a:spLocks noGrp="1"/>
          </p:cNvSpPr>
          <p:nvPr>
            <p:ph type="body" sz="quarter" idx="10"/>
          </p:nvPr>
        </p:nvSpPr>
        <p:spPr>
          <a:xfrm>
            <a:off x="501650" y="1628776"/>
            <a:ext cx="9277349" cy="4752975"/>
          </a:xfrm>
          <a:prstGeom prst="rect">
            <a:avLst/>
          </a:prstGeom>
        </p:spPr>
        <p:txBody>
          <a:bodyPr>
            <a:noAutofit/>
          </a:bodyPr>
          <a:lstStyle>
            <a:lvl1pPr>
              <a:spcBef>
                <a:spcPts val="3900"/>
              </a:spcBef>
              <a:defRPr sz="3033">
                <a:solidFill>
                  <a:schemeClr val="tx1"/>
                </a:solidFill>
              </a:defRPr>
            </a:lvl1pPr>
            <a:lvl2pPr marL="495285" indent="-495285">
              <a:defRPr sz="3250">
                <a:solidFill>
                  <a:schemeClr val="bg2"/>
                </a:solidFill>
              </a:defRPr>
            </a:lvl2pPr>
            <a:lvl3pPr>
              <a:defRPr sz="3250">
                <a:solidFill>
                  <a:schemeClr val="bg2"/>
                </a:solidFill>
              </a:defRPr>
            </a:lvl3pPr>
            <a:lvl4pPr>
              <a:defRPr sz="3250">
                <a:solidFill>
                  <a:schemeClr val="bg2"/>
                </a:solidFill>
              </a:defRPr>
            </a:lvl4pPr>
            <a:lvl5pPr>
              <a:defRPr sz="3250">
                <a:solidFill>
                  <a:schemeClr val="bg2"/>
                </a:solidFill>
              </a:defRPr>
            </a:lvl5pPr>
          </a:lstStyle>
          <a:p>
            <a:pPr lvl="0"/>
            <a:r>
              <a:rPr lang="en-US" noProof="0"/>
              <a:t>Click to edit Master text styles</a:t>
            </a:r>
          </a:p>
        </p:txBody>
      </p:sp>
    </p:spTree>
    <p:extLst>
      <p:ext uri="{BB962C8B-B14F-4D97-AF65-F5344CB8AC3E}">
        <p14:creationId xmlns:p14="http://schemas.microsoft.com/office/powerpoint/2010/main" val="2510221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s">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203426830"/>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4692"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4" name="Content Placeholder 3"/>
          <p:cNvSpPr>
            <a:spLocks noGrp="1"/>
          </p:cNvSpPr>
          <p:nvPr>
            <p:ph sz="quarter" idx="10"/>
          </p:nvPr>
        </p:nvSpPr>
        <p:spPr>
          <a:xfrm>
            <a:off x="501650" y="1665289"/>
            <a:ext cx="9277349" cy="4716463"/>
          </a:xfrm>
          <a:prstGeom prst="rect">
            <a:avLst/>
          </a:prstGeom>
        </p:spPr>
        <p:txBody>
          <a:bodyPr/>
          <a:lstStyle>
            <a:lvl1pPr>
              <a:tabLst>
                <a:tab pos="7289973" algn="r"/>
              </a:tabLst>
              <a:defRPr/>
            </a:lvl1pPr>
            <a:lvl2pPr>
              <a:tabLst>
                <a:tab pos="7289973" algn="r"/>
              </a:tabLst>
              <a:defRPr/>
            </a:lvl2pPr>
            <a:lvl3pPr>
              <a:tabLst>
                <a:tab pos="7289973" algn="r"/>
              </a:tabLst>
              <a:defRPr/>
            </a:lvl3pPr>
            <a:lvl4pPr>
              <a:tabLst>
                <a:tab pos="7289973" algn="r"/>
              </a:tabLst>
              <a:defRPr/>
            </a:lvl4pPr>
            <a:lvl5pPr>
              <a:tabLst>
                <a:tab pos="5448132" algn="r"/>
              </a:tabLst>
              <a:defRPr baseline="0"/>
            </a:lvl5pPr>
            <a:lvl6pPr>
              <a:tabLst>
                <a:tab pos="7289973" algn="r"/>
              </a:tabLst>
              <a:defRPr/>
            </a:lvl6pPr>
            <a:lvl7pPr>
              <a:tabLst>
                <a:tab pos="7289973" algn="r"/>
              </a:tabLst>
              <a:defRPr/>
            </a:lvl7pPr>
            <a:lvl8pPr>
              <a:tabLst>
                <a:tab pos="7289973" algn="r"/>
              </a:tabLst>
              <a:defRPr/>
            </a:lvl8pPr>
            <a:lvl9pPr>
              <a:tabLst>
                <a:tab pos="7289973" algn="r"/>
              </a:tabLst>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itle Placeholder 1"/>
          <p:cNvSpPr>
            <a:spLocks noGrp="1"/>
          </p:cNvSpPr>
          <p:nvPr>
            <p:ph type="title" hasCustomPrompt="1"/>
          </p:nvPr>
        </p:nvSpPr>
        <p:spPr>
          <a:xfrm>
            <a:off x="501652" y="317501"/>
            <a:ext cx="11180233" cy="698501"/>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236510875"/>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s with image">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1839542986"/>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5716"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2" y="317501"/>
            <a:ext cx="11188700" cy="698500"/>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5" name="Picture Placeholder 9"/>
          <p:cNvSpPr>
            <a:spLocks noGrp="1"/>
          </p:cNvSpPr>
          <p:nvPr>
            <p:ph type="pic" sz="quarter" idx="15"/>
          </p:nvPr>
        </p:nvSpPr>
        <p:spPr>
          <a:xfrm>
            <a:off x="5450351" y="1701801"/>
            <a:ext cx="6240000" cy="4679950"/>
          </a:xfrm>
        </p:spPr>
        <p:txBody>
          <a:bodyPr/>
          <a:lstStyle/>
          <a:p>
            <a:r>
              <a:rPr lang="en-US" noProof="0"/>
              <a:t>Click icon to add picture</a:t>
            </a:r>
            <a:endParaRPr lang="en-US" noProof="0" dirty="0"/>
          </a:p>
        </p:txBody>
      </p:sp>
      <p:sp>
        <p:nvSpPr>
          <p:cNvPr id="6" name="Content Placeholder 3"/>
          <p:cNvSpPr>
            <a:spLocks noGrp="1"/>
          </p:cNvSpPr>
          <p:nvPr>
            <p:ph sz="quarter" idx="10"/>
          </p:nvPr>
        </p:nvSpPr>
        <p:spPr>
          <a:xfrm>
            <a:off x="501651" y="1665289"/>
            <a:ext cx="4456430" cy="4716463"/>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463979046"/>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amp; 1 column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566749929"/>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86502"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4" name="Rectangle 3"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1"/>
            <a:ext cx="11188700" cy="698500"/>
          </a:xfrm>
        </p:spPr>
        <p:txBody>
          <a:bodyPr/>
          <a:lstStyle/>
          <a:p>
            <a:r>
              <a:rPr lang="en-US" noProof="0" dirty="0"/>
              <a:t>Click to edit Master title style</a:t>
            </a:r>
          </a:p>
        </p:txBody>
      </p:sp>
      <p:sp>
        <p:nvSpPr>
          <p:cNvPr id="14" name="Text Placeholder 18"/>
          <p:cNvSpPr>
            <a:spLocks noGrp="1"/>
          </p:cNvSpPr>
          <p:nvPr>
            <p:ph idx="1"/>
          </p:nvPr>
        </p:nvSpPr>
        <p:spPr>
          <a:xfrm>
            <a:off x="501651" y="1665289"/>
            <a:ext cx="11165417" cy="4716463"/>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881091110"/>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subtitle &amp; 1 column tex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872806470"/>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674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1" y="651600"/>
            <a:ext cx="1116235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4" name="Title Placeholder 1"/>
          <p:cNvSpPr>
            <a:spLocks noGrp="1"/>
          </p:cNvSpPr>
          <p:nvPr>
            <p:ph type="title"/>
          </p:nvPr>
        </p:nvSpPr>
        <p:spPr>
          <a:xfrm>
            <a:off x="501651" y="317501"/>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endParaRPr lang="en-US" noProof="0" dirty="0"/>
          </a:p>
        </p:txBody>
      </p:sp>
      <p:sp>
        <p:nvSpPr>
          <p:cNvPr id="8" name="Text Placeholder 18"/>
          <p:cNvSpPr>
            <a:spLocks noGrp="1"/>
          </p:cNvSpPr>
          <p:nvPr>
            <p:ph idx="1"/>
          </p:nvPr>
        </p:nvSpPr>
        <p:spPr>
          <a:xfrm>
            <a:off x="501651" y="1665290"/>
            <a:ext cx="11165417" cy="4713911"/>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272647120"/>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subtitle &amp; 1 column - large">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271074729"/>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7764"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9" name="Text Placeholder 8"/>
          <p:cNvSpPr>
            <a:spLocks noGrp="1"/>
          </p:cNvSpPr>
          <p:nvPr>
            <p:ph type="body" sz="quarter" idx="13" hasCustomPrompt="1"/>
          </p:nvPr>
        </p:nvSpPr>
        <p:spPr>
          <a:xfrm>
            <a:off x="501651" y="651600"/>
            <a:ext cx="1116235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4" name="Title Placeholder 1"/>
          <p:cNvSpPr>
            <a:spLocks noGrp="1"/>
          </p:cNvSpPr>
          <p:nvPr>
            <p:ph type="title"/>
          </p:nvPr>
        </p:nvSpPr>
        <p:spPr>
          <a:xfrm>
            <a:off x="501651" y="317501"/>
            <a:ext cx="11162350" cy="334101"/>
          </a:xfrm>
          <a:prstGeom prst="rect">
            <a:avLst/>
          </a:prstGeom>
        </p:spPr>
        <p:txBody>
          <a:bodyPr vert="horz" lIns="0" tIns="0" rIns="0" bIns="0" rtlCol="0" anchor="t" anchorCtr="0">
            <a:noAutofit/>
          </a:bodyPr>
          <a:lstStyle>
            <a:lvl1pPr>
              <a:defRPr/>
            </a:lvl1pPr>
          </a:lstStyle>
          <a:p>
            <a:r>
              <a:rPr lang="en-US" noProof="0"/>
              <a:t>Click to edit Master title style</a:t>
            </a:r>
            <a:endParaRPr lang="en-US" noProof="0" dirty="0"/>
          </a:p>
        </p:txBody>
      </p:sp>
      <p:sp>
        <p:nvSpPr>
          <p:cNvPr id="8" name="Text Placeholder 18"/>
          <p:cNvSpPr>
            <a:spLocks noGrp="1"/>
          </p:cNvSpPr>
          <p:nvPr>
            <p:ph idx="1"/>
          </p:nvPr>
        </p:nvSpPr>
        <p:spPr>
          <a:xfrm>
            <a:off x="501651" y="1700213"/>
            <a:ext cx="11165417" cy="4678986"/>
          </a:xfrm>
          <a:prstGeom prst="rect">
            <a:avLst/>
          </a:prstGeom>
        </p:spPr>
        <p:txBody>
          <a:bodyPr vert="horz" lIns="0" tIns="0" rIns="0" bIns="0" rtlCol="0">
            <a:noAutofit/>
          </a:bodyPr>
          <a:lstStyle>
            <a:lvl1pPr>
              <a:defRPr sz="1733"/>
            </a:lvl1pPr>
            <a:lvl2pPr>
              <a:defRPr sz="1733"/>
            </a:lvl2pPr>
            <a:lvl3pPr>
              <a:defRPr sz="1733"/>
            </a:lvl3pPr>
            <a:lvl4pPr>
              <a:defRPr sz="1733"/>
            </a:lvl4pPr>
            <a:lvl5pPr>
              <a:defRPr sz="1733"/>
            </a:lvl5pPr>
            <a:lvl6pPr>
              <a:defRPr sz="1733"/>
            </a:lvl6pPr>
            <a:lvl7pPr>
              <a:defRPr sz="1733"/>
            </a:lvl7pPr>
            <a:lvl8pPr>
              <a:defRPr sz="1733"/>
            </a:lvl8pPr>
            <a:lvl9pPr>
              <a:defRPr sz="1733"/>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412778938"/>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ubtitle &amp; char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641732661"/>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8788"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5"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6"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7" name="Chart Placeholder 3"/>
          <p:cNvSpPr>
            <a:spLocks noGrp="1"/>
          </p:cNvSpPr>
          <p:nvPr>
            <p:ph type="chart" sz="quarter" idx="15"/>
          </p:nvPr>
        </p:nvSpPr>
        <p:spPr>
          <a:xfrm>
            <a:off x="501652" y="2052001"/>
            <a:ext cx="11188699" cy="4069013"/>
          </a:xfrm>
          <a:prstGeom prst="rect">
            <a:avLst/>
          </a:prstGeom>
        </p:spPr>
        <p:txBody>
          <a:bodyPr/>
          <a:lstStyle/>
          <a:p>
            <a:r>
              <a:rPr lang="en-US" noProof="0"/>
              <a:t>Click icon to add chart</a:t>
            </a:r>
            <a:endParaRPr lang="en-US" noProof="0" dirty="0"/>
          </a:p>
        </p:txBody>
      </p:sp>
      <p:sp>
        <p:nvSpPr>
          <p:cNvPr id="18" name="Text Placeholder 8"/>
          <p:cNvSpPr>
            <a:spLocks noGrp="1"/>
          </p:cNvSpPr>
          <p:nvPr>
            <p:ph type="body" sz="quarter" idx="18"/>
          </p:nvPr>
        </p:nvSpPr>
        <p:spPr>
          <a:xfrm>
            <a:off x="501652" y="1665289"/>
            <a:ext cx="11188699" cy="392112"/>
          </a:xfrm>
        </p:spPr>
        <p:txBody>
          <a:bodyPr/>
          <a:lstStyle/>
          <a:p>
            <a:pPr lvl="0"/>
            <a:r>
              <a:rPr lang="en-US" noProof="0"/>
              <a:t>Click to edit Master text styles</a:t>
            </a:r>
          </a:p>
        </p:txBody>
      </p:sp>
      <p:sp>
        <p:nvSpPr>
          <p:cNvPr id="19" name="Text Placeholder 7"/>
          <p:cNvSpPr>
            <a:spLocks noGrp="1"/>
          </p:cNvSpPr>
          <p:nvPr>
            <p:ph type="body" sz="quarter" idx="23"/>
          </p:nvPr>
        </p:nvSpPr>
        <p:spPr>
          <a:xfrm>
            <a:off x="501652" y="6121015"/>
            <a:ext cx="11188700" cy="260737"/>
          </a:xfrm>
        </p:spPr>
        <p:txBody>
          <a:bodyPr>
            <a:noAutofit/>
          </a:bodyPr>
          <a:lstStyle>
            <a:lvl1pPr>
              <a:spcAft>
                <a:spcPts val="0"/>
              </a:spcAft>
              <a:defRPr sz="975"/>
            </a:lvl1pPr>
          </a:lstStyle>
          <a:p>
            <a:pPr lvl="0"/>
            <a:r>
              <a:rPr lang="en-US" noProof="0"/>
              <a:t>Click to edit Master text styles</a:t>
            </a:r>
          </a:p>
        </p:txBody>
      </p:sp>
    </p:spTree>
    <p:extLst>
      <p:ext uri="{BB962C8B-B14F-4D97-AF65-F5344CB8AC3E}">
        <p14:creationId xmlns:p14="http://schemas.microsoft.com/office/powerpoint/2010/main" val="1829702940"/>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har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2031530400"/>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99812"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5" name="Text Placeholder 8"/>
          <p:cNvSpPr>
            <a:spLocks noGrp="1"/>
          </p:cNvSpPr>
          <p:nvPr>
            <p:ph type="body" sz="quarter" idx="13" hasCustomPrompt="1"/>
          </p:nvPr>
        </p:nvSpPr>
        <p:spPr>
          <a:xfrm>
            <a:off x="501652"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6"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7" name="Chart Placeholder 3"/>
          <p:cNvSpPr>
            <a:spLocks noGrp="1"/>
          </p:cNvSpPr>
          <p:nvPr>
            <p:ph type="chart" sz="quarter" idx="15"/>
          </p:nvPr>
        </p:nvSpPr>
        <p:spPr>
          <a:xfrm>
            <a:off x="504000" y="2051999"/>
            <a:ext cx="3549550" cy="4069014"/>
          </a:xfrm>
          <a:prstGeom prst="rect">
            <a:avLst/>
          </a:prstGeom>
        </p:spPr>
        <p:txBody>
          <a:bodyPr/>
          <a:lstStyle/>
          <a:p>
            <a:r>
              <a:rPr lang="en-US" noProof="0"/>
              <a:t>Click icon to add chart</a:t>
            </a:r>
            <a:endParaRPr lang="en-US" noProof="0" dirty="0"/>
          </a:p>
        </p:txBody>
      </p:sp>
      <p:sp>
        <p:nvSpPr>
          <p:cNvPr id="18" name="Text Placeholder 8"/>
          <p:cNvSpPr>
            <a:spLocks noGrp="1"/>
          </p:cNvSpPr>
          <p:nvPr>
            <p:ph type="body" sz="quarter" idx="18"/>
          </p:nvPr>
        </p:nvSpPr>
        <p:spPr>
          <a:xfrm>
            <a:off x="501650" y="1665289"/>
            <a:ext cx="3562351" cy="392112"/>
          </a:xfrm>
        </p:spPr>
        <p:txBody>
          <a:bodyPr/>
          <a:lstStyle/>
          <a:p>
            <a:pPr lvl="0"/>
            <a:r>
              <a:rPr lang="en-US" noProof="0"/>
              <a:t>Click to edit Master text styles</a:t>
            </a:r>
          </a:p>
        </p:txBody>
      </p:sp>
      <p:sp>
        <p:nvSpPr>
          <p:cNvPr id="7" name="Chart Placeholder 3"/>
          <p:cNvSpPr>
            <a:spLocks noGrp="1"/>
          </p:cNvSpPr>
          <p:nvPr>
            <p:ph type="chart" sz="quarter" idx="19"/>
          </p:nvPr>
        </p:nvSpPr>
        <p:spPr>
          <a:xfrm>
            <a:off x="4303185" y="2051999"/>
            <a:ext cx="3561616" cy="4069014"/>
          </a:xfrm>
          <a:prstGeom prst="rect">
            <a:avLst/>
          </a:prstGeom>
        </p:spPr>
        <p:txBody>
          <a:bodyPr/>
          <a:lstStyle/>
          <a:p>
            <a:r>
              <a:rPr lang="en-US" noProof="0"/>
              <a:t>Click icon to add chart</a:t>
            </a:r>
            <a:endParaRPr lang="en-US" noProof="0" dirty="0"/>
          </a:p>
        </p:txBody>
      </p:sp>
      <p:sp>
        <p:nvSpPr>
          <p:cNvPr id="8" name="Text Placeholder 8"/>
          <p:cNvSpPr>
            <a:spLocks noGrp="1"/>
          </p:cNvSpPr>
          <p:nvPr>
            <p:ph type="body" sz="quarter" idx="20"/>
          </p:nvPr>
        </p:nvSpPr>
        <p:spPr>
          <a:xfrm>
            <a:off x="4303185" y="1665289"/>
            <a:ext cx="3561615" cy="392112"/>
          </a:xfrm>
        </p:spPr>
        <p:txBody>
          <a:bodyPr/>
          <a:lstStyle/>
          <a:p>
            <a:pPr lvl="0"/>
            <a:r>
              <a:rPr lang="en-US" noProof="0"/>
              <a:t>Click to edit Master text styles</a:t>
            </a:r>
          </a:p>
        </p:txBody>
      </p:sp>
      <p:sp>
        <p:nvSpPr>
          <p:cNvPr id="9" name="Chart Placeholder 3"/>
          <p:cNvSpPr>
            <a:spLocks noGrp="1"/>
          </p:cNvSpPr>
          <p:nvPr>
            <p:ph type="chart" sz="quarter" idx="21"/>
          </p:nvPr>
        </p:nvSpPr>
        <p:spPr>
          <a:xfrm>
            <a:off x="8126396" y="2051999"/>
            <a:ext cx="3563953" cy="4069014"/>
          </a:xfrm>
          <a:prstGeom prst="rect">
            <a:avLst/>
          </a:prstGeom>
        </p:spPr>
        <p:txBody>
          <a:bodyPr/>
          <a:lstStyle/>
          <a:p>
            <a:r>
              <a:rPr lang="en-US" noProof="0"/>
              <a:t>Click icon to add chart</a:t>
            </a:r>
            <a:endParaRPr lang="en-US" noProof="0" dirty="0"/>
          </a:p>
        </p:txBody>
      </p:sp>
      <p:sp>
        <p:nvSpPr>
          <p:cNvPr id="10" name="Text Placeholder 8"/>
          <p:cNvSpPr>
            <a:spLocks noGrp="1"/>
          </p:cNvSpPr>
          <p:nvPr>
            <p:ph type="body" sz="quarter" idx="22"/>
          </p:nvPr>
        </p:nvSpPr>
        <p:spPr>
          <a:xfrm>
            <a:off x="8126397" y="1659145"/>
            <a:ext cx="3563954" cy="398256"/>
          </a:xfrm>
        </p:spPr>
        <p:txBody>
          <a:bodyPr/>
          <a:lstStyle/>
          <a:p>
            <a:pPr lvl="0"/>
            <a:r>
              <a:rPr lang="en-US" noProof="0"/>
              <a:t>Click to edit Master text styles</a:t>
            </a:r>
          </a:p>
        </p:txBody>
      </p:sp>
      <p:sp>
        <p:nvSpPr>
          <p:cNvPr id="12" name="Text Placeholder 7"/>
          <p:cNvSpPr>
            <a:spLocks noGrp="1"/>
          </p:cNvSpPr>
          <p:nvPr>
            <p:ph type="body" sz="quarter" idx="23"/>
          </p:nvPr>
        </p:nvSpPr>
        <p:spPr>
          <a:xfrm>
            <a:off x="501650" y="6121015"/>
            <a:ext cx="11165419" cy="260737"/>
          </a:xfrm>
        </p:spPr>
        <p:txBody>
          <a:bodyPr>
            <a:noAutofit/>
          </a:bodyPr>
          <a:lstStyle>
            <a:lvl1pPr>
              <a:spcAft>
                <a:spcPts val="0"/>
              </a:spcAft>
              <a:defRPr sz="975"/>
            </a:lvl1pPr>
          </a:lstStyle>
          <a:p>
            <a:pPr lvl="0"/>
            <a:r>
              <a:rPr lang="en-US" noProof="0"/>
              <a:t>Click to edit Master text styles</a:t>
            </a:r>
          </a:p>
        </p:txBody>
      </p:sp>
    </p:spTree>
    <p:extLst>
      <p:ext uri="{BB962C8B-B14F-4D97-AF65-F5344CB8AC3E}">
        <p14:creationId xmlns:p14="http://schemas.microsoft.com/office/powerpoint/2010/main" val="2215081642"/>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 columns of tex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080527713"/>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0836"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4" name="Title Placeholder 1"/>
          <p:cNvSpPr>
            <a:spLocks noGrp="1"/>
          </p:cNvSpPr>
          <p:nvPr>
            <p:ph type="title" hasCustomPrompt="1"/>
          </p:nvPr>
        </p:nvSpPr>
        <p:spPr>
          <a:xfrm>
            <a:off x="501651" y="317501"/>
            <a:ext cx="1120267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9" name="Text Placeholder 8"/>
          <p:cNvSpPr>
            <a:spLocks noGrp="1"/>
          </p:cNvSpPr>
          <p:nvPr>
            <p:ph type="body" sz="quarter" idx="13" hasCustomPrompt="1"/>
          </p:nvPr>
        </p:nvSpPr>
        <p:spPr>
          <a:xfrm>
            <a:off x="501651" y="651600"/>
            <a:ext cx="1120267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3" name="Content Placeholder 3"/>
          <p:cNvSpPr>
            <a:spLocks noGrp="1"/>
          </p:cNvSpPr>
          <p:nvPr>
            <p:ph sz="quarter" idx="10"/>
          </p:nvPr>
        </p:nvSpPr>
        <p:spPr>
          <a:xfrm>
            <a:off x="501651" y="1665290"/>
            <a:ext cx="5305579" cy="4716461"/>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5" name="Content Placeholder 3"/>
          <p:cNvSpPr>
            <a:spLocks noGrp="1"/>
          </p:cNvSpPr>
          <p:nvPr>
            <p:ph sz="quarter" idx="20"/>
          </p:nvPr>
        </p:nvSpPr>
        <p:spPr>
          <a:xfrm>
            <a:off x="6381538" y="1665290"/>
            <a:ext cx="5322782" cy="4716461"/>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1842891208"/>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 columns - large">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1517266285"/>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186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8" name="Title Placeholder 1"/>
          <p:cNvSpPr>
            <a:spLocks noGrp="1"/>
          </p:cNvSpPr>
          <p:nvPr>
            <p:ph type="title" hasCustomPrompt="1"/>
          </p:nvPr>
        </p:nvSpPr>
        <p:spPr>
          <a:xfrm>
            <a:off x="501651" y="317500"/>
            <a:ext cx="11188700" cy="334100"/>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1" name="Content Placeholder 3"/>
          <p:cNvSpPr>
            <a:spLocks noGrp="1"/>
          </p:cNvSpPr>
          <p:nvPr>
            <p:ph sz="quarter" idx="10"/>
          </p:nvPr>
        </p:nvSpPr>
        <p:spPr>
          <a:xfrm>
            <a:off x="501651" y="1665290"/>
            <a:ext cx="5305580" cy="4716461"/>
          </a:xfrm>
          <a:prstGeom prst="rect">
            <a:avLst/>
          </a:prstGeom>
        </p:spPr>
        <p:txBody>
          <a:bodyPr>
            <a:noAutofit/>
          </a:bodyPr>
          <a:lstStyle>
            <a:lvl1pPr>
              <a:tabLst>
                <a:tab pos="5448132" algn="r"/>
              </a:tabLst>
              <a:defRPr sz="1733"/>
            </a:lvl1pPr>
            <a:lvl2pPr>
              <a:tabLst>
                <a:tab pos="5448132" algn="r"/>
              </a:tabLst>
              <a:defRPr sz="1733"/>
            </a:lvl2pPr>
            <a:lvl3pPr>
              <a:tabLst>
                <a:tab pos="5448132" algn="r"/>
              </a:tabLst>
              <a:defRPr sz="1733"/>
            </a:lvl3pPr>
            <a:lvl4pPr>
              <a:tabLst>
                <a:tab pos="5448132" algn="r"/>
              </a:tabLst>
              <a:defRPr sz="1733"/>
            </a:lvl4pPr>
            <a:lvl5pPr>
              <a:tabLst>
                <a:tab pos="5448132" algn="r"/>
              </a:tabLst>
              <a:defRPr baseline="0"/>
            </a:lvl5pPr>
            <a:lvl6pPr>
              <a:defRPr sz="1733"/>
            </a:lvl6pPr>
            <a:lvl7pPr>
              <a:defRPr sz="1733"/>
            </a:lvl7pPr>
            <a:lvl8pPr>
              <a:defRPr sz="1733"/>
            </a:lvl8pPr>
            <a:lvl9pPr>
              <a:defRPr sz="1733"/>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3" name="Content Placeholder 3"/>
          <p:cNvSpPr>
            <a:spLocks noGrp="1"/>
          </p:cNvSpPr>
          <p:nvPr>
            <p:ph sz="quarter" idx="20"/>
          </p:nvPr>
        </p:nvSpPr>
        <p:spPr>
          <a:xfrm>
            <a:off x="6383999" y="1665290"/>
            <a:ext cx="5306351" cy="4716461"/>
          </a:xfrm>
          <a:prstGeom prst="rect">
            <a:avLst/>
          </a:prstGeom>
        </p:spPr>
        <p:txBody>
          <a:bodyPr>
            <a:noAutofit/>
          </a:bodyPr>
          <a:lstStyle>
            <a:lvl1pPr>
              <a:tabLst>
                <a:tab pos="5448132" algn="r"/>
              </a:tabLst>
              <a:defRPr sz="1733"/>
            </a:lvl1pPr>
            <a:lvl2pPr>
              <a:tabLst>
                <a:tab pos="5448132" algn="r"/>
              </a:tabLst>
              <a:defRPr sz="1733"/>
            </a:lvl2pPr>
            <a:lvl3pPr>
              <a:tabLst>
                <a:tab pos="5448132" algn="r"/>
              </a:tabLst>
              <a:defRPr sz="1733"/>
            </a:lvl3pPr>
            <a:lvl4pPr>
              <a:tabLst>
                <a:tab pos="5448132" algn="r"/>
              </a:tabLst>
              <a:defRPr sz="1733"/>
            </a:lvl4pPr>
            <a:lvl5pPr>
              <a:tabLst>
                <a:tab pos="5448132" algn="r"/>
              </a:tabLst>
              <a:defRPr baseline="0"/>
            </a:lvl5pPr>
            <a:lvl6pPr>
              <a:defRPr sz="1733"/>
            </a:lvl6pPr>
            <a:lvl7pPr>
              <a:defRPr sz="1733"/>
            </a:lvl7pPr>
            <a:lvl8pPr>
              <a:defRPr sz="1733"/>
            </a:lvl8pPr>
            <a:lvl9pPr>
              <a:defRPr sz="1733"/>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1031036312"/>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char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829641358"/>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2884"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4" name="Rectangle 3"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0" name="Content Placeholder 3"/>
          <p:cNvSpPr>
            <a:spLocks noGrp="1"/>
          </p:cNvSpPr>
          <p:nvPr>
            <p:ph sz="quarter" idx="10"/>
          </p:nvPr>
        </p:nvSpPr>
        <p:spPr>
          <a:xfrm>
            <a:off x="501651" y="1665290"/>
            <a:ext cx="5355166" cy="4455725"/>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Chart Placeholder 2"/>
          <p:cNvSpPr>
            <a:spLocks noGrp="1"/>
          </p:cNvSpPr>
          <p:nvPr>
            <p:ph type="chart" sz="quarter" idx="21"/>
          </p:nvPr>
        </p:nvSpPr>
        <p:spPr>
          <a:xfrm>
            <a:off x="6341223" y="2125013"/>
            <a:ext cx="5349129" cy="3996000"/>
          </a:xfrm>
        </p:spPr>
        <p:txBody>
          <a:bodyPr/>
          <a:lstStyle/>
          <a:p>
            <a:r>
              <a:rPr lang="en-US" noProof="0"/>
              <a:t>Click icon to add chart</a:t>
            </a:r>
            <a:endParaRPr lang="en-US" noProof="0" dirty="0"/>
          </a:p>
        </p:txBody>
      </p:sp>
      <p:sp>
        <p:nvSpPr>
          <p:cNvPr id="6" name="Text Placeholder 5"/>
          <p:cNvSpPr>
            <a:spLocks noGrp="1"/>
          </p:cNvSpPr>
          <p:nvPr>
            <p:ph type="body" sz="quarter" idx="22"/>
          </p:nvPr>
        </p:nvSpPr>
        <p:spPr>
          <a:xfrm>
            <a:off x="6341223" y="1665288"/>
            <a:ext cx="5349129" cy="420687"/>
          </a:xfrm>
        </p:spPr>
        <p:txBody>
          <a:bodyPr/>
          <a:lstStyle/>
          <a:p>
            <a:pPr lvl="0"/>
            <a:r>
              <a:rPr lang="en-US" noProof="0"/>
              <a:t>Click to edit Master text styles</a:t>
            </a:r>
          </a:p>
        </p:txBody>
      </p:sp>
      <p:sp>
        <p:nvSpPr>
          <p:cNvPr id="11"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3"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5" name="Text Placeholder 7"/>
          <p:cNvSpPr>
            <a:spLocks noGrp="1"/>
          </p:cNvSpPr>
          <p:nvPr>
            <p:ph type="body" sz="quarter" idx="23"/>
          </p:nvPr>
        </p:nvSpPr>
        <p:spPr>
          <a:xfrm>
            <a:off x="501651" y="6121015"/>
            <a:ext cx="11188700" cy="260737"/>
          </a:xfrm>
        </p:spPr>
        <p:txBody>
          <a:bodyPr>
            <a:normAutofit/>
          </a:bodyPr>
          <a:lstStyle>
            <a:lvl1pPr>
              <a:spcAft>
                <a:spcPts val="0"/>
              </a:spcAft>
              <a:defRPr sz="975"/>
            </a:lvl1pPr>
          </a:lstStyle>
          <a:p>
            <a:pPr lvl="0"/>
            <a:r>
              <a:rPr lang="en-US" noProof="0"/>
              <a:t>Click to edit Master text styles</a:t>
            </a:r>
          </a:p>
        </p:txBody>
      </p:sp>
    </p:spTree>
    <p:extLst>
      <p:ext uri="{BB962C8B-B14F-4D97-AF65-F5344CB8AC3E}">
        <p14:creationId xmlns:p14="http://schemas.microsoft.com/office/powerpoint/2010/main" val="2179466235"/>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 char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2365057290"/>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3908"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4" name="Rectangle 3"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3" name="Chart Placeholder 2"/>
          <p:cNvSpPr>
            <a:spLocks noGrp="1"/>
          </p:cNvSpPr>
          <p:nvPr>
            <p:ph type="chart" sz="quarter" idx="21"/>
          </p:nvPr>
        </p:nvSpPr>
        <p:spPr>
          <a:xfrm>
            <a:off x="6341221" y="2125013"/>
            <a:ext cx="5349130" cy="3996000"/>
          </a:xfrm>
        </p:spPr>
        <p:txBody>
          <a:bodyPr/>
          <a:lstStyle/>
          <a:p>
            <a:r>
              <a:rPr lang="en-US" noProof="0"/>
              <a:t>Click icon to add chart</a:t>
            </a:r>
            <a:endParaRPr lang="en-US" noProof="0" dirty="0"/>
          </a:p>
        </p:txBody>
      </p:sp>
      <p:sp>
        <p:nvSpPr>
          <p:cNvPr id="6" name="Text Placeholder 5"/>
          <p:cNvSpPr>
            <a:spLocks noGrp="1"/>
          </p:cNvSpPr>
          <p:nvPr>
            <p:ph type="body" sz="quarter" idx="22"/>
          </p:nvPr>
        </p:nvSpPr>
        <p:spPr>
          <a:xfrm>
            <a:off x="6341222" y="1665288"/>
            <a:ext cx="5349130" cy="420687"/>
          </a:xfrm>
        </p:spPr>
        <p:txBody>
          <a:bodyPr/>
          <a:lstStyle/>
          <a:p>
            <a:pPr lvl="0"/>
            <a:r>
              <a:rPr lang="en-US" noProof="0"/>
              <a:t>Click to edit Master text styles</a:t>
            </a:r>
          </a:p>
        </p:txBody>
      </p:sp>
      <p:sp>
        <p:nvSpPr>
          <p:cNvPr id="11"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3"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5" name="Text Placeholder 7"/>
          <p:cNvSpPr>
            <a:spLocks noGrp="1"/>
          </p:cNvSpPr>
          <p:nvPr>
            <p:ph type="body" sz="quarter" idx="23"/>
          </p:nvPr>
        </p:nvSpPr>
        <p:spPr>
          <a:xfrm>
            <a:off x="501650" y="6121015"/>
            <a:ext cx="11165419" cy="260737"/>
          </a:xfrm>
        </p:spPr>
        <p:txBody>
          <a:bodyPr>
            <a:normAutofit/>
          </a:bodyPr>
          <a:lstStyle>
            <a:lvl1pPr>
              <a:spcAft>
                <a:spcPts val="0"/>
              </a:spcAft>
              <a:defRPr sz="975"/>
            </a:lvl1pPr>
          </a:lstStyle>
          <a:p>
            <a:pPr lvl="0"/>
            <a:r>
              <a:rPr lang="en-US" noProof="0"/>
              <a:t>Click to edit Master text styles</a:t>
            </a:r>
          </a:p>
        </p:txBody>
      </p:sp>
      <p:sp>
        <p:nvSpPr>
          <p:cNvPr id="9" name="Chart Placeholder 2"/>
          <p:cNvSpPr>
            <a:spLocks noGrp="1"/>
          </p:cNvSpPr>
          <p:nvPr>
            <p:ph type="chart" sz="quarter" idx="24"/>
          </p:nvPr>
        </p:nvSpPr>
        <p:spPr>
          <a:xfrm>
            <a:off x="501652" y="2125013"/>
            <a:ext cx="5339062" cy="3996000"/>
          </a:xfrm>
        </p:spPr>
        <p:txBody>
          <a:bodyPr/>
          <a:lstStyle/>
          <a:p>
            <a:r>
              <a:rPr lang="en-US" noProof="0"/>
              <a:t>Click icon to add chart</a:t>
            </a:r>
            <a:endParaRPr lang="en-US" noProof="0" dirty="0"/>
          </a:p>
        </p:txBody>
      </p:sp>
      <p:sp>
        <p:nvSpPr>
          <p:cNvPr id="12" name="Text Placeholder 5"/>
          <p:cNvSpPr>
            <a:spLocks noGrp="1"/>
          </p:cNvSpPr>
          <p:nvPr>
            <p:ph type="body" sz="quarter" idx="25"/>
          </p:nvPr>
        </p:nvSpPr>
        <p:spPr>
          <a:xfrm>
            <a:off x="501649" y="1665288"/>
            <a:ext cx="5339065" cy="420687"/>
          </a:xfrm>
        </p:spPr>
        <p:txBody>
          <a:bodyPr/>
          <a:lstStyle/>
          <a:p>
            <a:pPr lvl="0"/>
            <a:r>
              <a:rPr lang="en-US" noProof="0"/>
              <a:t>Click to edit Master text styles</a:t>
            </a:r>
          </a:p>
        </p:txBody>
      </p:sp>
    </p:spTree>
    <p:extLst>
      <p:ext uri="{BB962C8B-B14F-4D97-AF65-F5344CB8AC3E}">
        <p14:creationId xmlns:p14="http://schemas.microsoft.com/office/powerpoint/2010/main" val="1200285679"/>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 column conten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362276529"/>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4932"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2" y="317501"/>
            <a:ext cx="11188699"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6" name="Content Placeholder 3"/>
          <p:cNvSpPr>
            <a:spLocks noGrp="1"/>
          </p:cNvSpPr>
          <p:nvPr>
            <p:ph sz="quarter" idx="10"/>
          </p:nvPr>
        </p:nvSpPr>
        <p:spPr>
          <a:xfrm>
            <a:off x="501651" y="1665289"/>
            <a:ext cx="4431857" cy="4716463"/>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Content Placeholder 3"/>
          <p:cNvSpPr>
            <a:spLocks noGrp="1"/>
          </p:cNvSpPr>
          <p:nvPr>
            <p:ph sz="quarter" idx="16"/>
          </p:nvPr>
        </p:nvSpPr>
        <p:spPr>
          <a:xfrm>
            <a:off x="5450350" y="1700215"/>
            <a:ext cx="6240000" cy="4681537"/>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1890274777"/>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 content with quote ">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852164176"/>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8446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2" y="317500"/>
            <a:ext cx="11188700" cy="334100"/>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6" name="Content Placeholder 3"/>
          <p:cNvSpPr>
            <a:spLocks noGrp="1"/>
          </p:cNvSpPr>
          <p:nvPr>
            <p:ph sz="quarter" idx="10"/>
          </p:nvPr>
        </p:nvSpPr>
        <p:spPr>
          <a:xfrm>
            <a:off x="7577882" y="1658680"/>
            <a:ext cx="4112468" cy="4723072"/>
          </a:xfrm>
          <a:prstGeom prst="rect">
            <a:avLst/>
          </a:prstGeom>
        </p:spPr>
        <p:txBody>
          <a:bodyPr>
            <a:noAutofit/>
          </a:bodyPr>
          <a:lstStyle>
            <a:lvl1pPr>
              <a:tabLst>
                <a:tab pos="5448132" algn="r"/>
              </a:tabLst>
              <a:defRPr sz="2600">
                <a:solidFill>
                  <a:schemeClr val="accent3"/>
                </a:solidFill>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p:txBody>
      </p:sp>
      <p:sp>
        <p:nvSpPr>
          <p:cNvPr id="8" name="Content Placeholder 3"/>
          <p:cNvSpPr>
            <a:spLocks noGrp="1"/>
          </p:cNvSpPr>
          <p:nvPr>
            <p:ph sz="quarter" idx="16"/>
          </p:nvPr>
        </p:nvSpPr>
        <p:spPr>
          <a:xfrm>
            <a:off x="501652" y="1665288"/>
            <a:ext cx="6506348" cy="4716462"/>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3" hasCustomPrompt="1"/>
          </p:nvPr>
        </p:nvSpPr>
        <p:spPr>
          <a:xfrm>
            <a:off x="501652" y="651600"/>
            <a:ext cx="11188699"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980198571"/>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am profil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2700097978"/>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5956"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8" name="Rectangle 7"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0"/>
            <a:ext cx="11188700" cy="334100"/>
          </a:xfrm>
        </p:spPr>
        <p:txBody>
          <a:bodyPr/>
          <a:lstStyle/>
          <a:p>
            <a:r>
              <a:rPr lang="en-US" noProof="0"/>
              <a:t>Click to edit Master title style</a:t>
            </a:r>
            <a:endParaRPr lang="en-US" noProof="0" dirty="0"/>
          </a:p>
        </p:txBody>
      </p:sp>
      <p:sp>
        <p:nvSpPr>
          <p:cNvPr id="4" name="Picture Placeholder 6"/>
          <p:cNvSpPr>
            <a:spLocks noGrp="1"/>
          </p:cNvSpPr>
          <p:nvPr>
            <p:ph type="pic" sz="quarter" idx="13"/>
          </p:nvPr>
        </p:nvSpPr>
        <p:spPr>
          <a:xfrm>
            <a:off x="501649" y="1700213"/>
            <a:ext cx="2712000" cy="1260000"/>
          </a:xfrm>
        </p:spPr>
        <p:txBody>
          <a:bodyPr lIns="0" tIns="0" rIns="0" bIns="0">
            <a:noAutofit/>
          </a:bodyPr>
          <a:lstStyle/>
          <a:p>
            <a:r>
              <a:rPr lang="en-US" noProof="0"/>
              <a:t>Click icon to add picture</a:t>
            </a:r>
            <a:endParaRPr lang="en-US" noProof="0" dirty="0"/>
          </a:p>
        </p:txBody>
      </p:sp>
      <p:sp>
        <p:nvSpPr>
          <p:cNvPr id="5" name="Picture Placeholder 6"/>
          <p:cNvSpPr>
            <a:spLocks noGrp="1"/>
          </p:cNvSpPr>
          <p:nvPr>
            <p:ph type="pic" sz="quarter" idx="14"/>
          </p:nvPr>
        </p:nvSpPr>
        <p:spPr>
          <a:xfrm>
            <a:off x="3327216" y="1700213"/>
            <a:ext cx="2712000" cy="1260000"/>
          </a:xfrm>
        </p:spPr>
        <p:txBody>
          <a:bodyPr lIns="0" tIns="0" rIns="0" bIns="0">
            <a:noAutofit/>
          </a:bodyPr>
          <a:lstStyle/>
          <a:p>
            <a:r>
              <a:rPr lang="en-US" noProof="0"/>
              <a:t>Click icon to add picture</a:t>
            </a:r>
            <a:endParaRPr lang="en-US" noProof="0" dirty="0"/>
          </a:p>
        </p:txBody>
      </p:sp>
      <p:sp>
        <p:nvSpPr>
          <p:cNvPr id="6" name="Picture Placeholder 6"/>
          <p:cNvSpPr>
            <a:spLocks noGrp="1"/>
          </p:cNvSpPr>
          <p:nvPr>
            <p:ph type="pic" sz="quarter" idx="15"/>
          </p:nvPr>
        </p:nvSpPr>
        <p:spPr>
          <a:xfrm>
            <a:off x="6152783" y="1700213"/>
            <a:ext cx="2712000" cy="1260000"/>
          </a:xfrm>
        </p:spPr>
        <p:txBody>
          <a:bodyPr lIns="0" tIns="0" rIns="0" bIns="0">
            <a:noAutofit/>
          </a:bodyPr>
          <a:lstStyle/>
          <a:p>
            <a:r>
              <a:rPr lang="en-US" noProof="0"/>
              <a:t>Click icon to add picture</a:t>
            </a:r>
            <a:endParaRPr lang="en-US" noProof="0" dirty="0"/>
          </a:p>
        </p:txBody>
      </p:sp>
      <p:sp>
        <p:nvSpPr>
          <p:cNvPr id="7" name="Picture Placeholder 6"/>
          <p:cNvSpPr>
            <a:spLocks noGrp="1"/>
          </p:cNvSpPr>
          <p:nvPr>
            <p:ph type="pic" sz="quarter" idx="16"/>
          </p:nvPr>
        </p:nvSpPr>
        <p:spPr>
          <a:xfrm>
            <a:off x="8978351" y="1700213"/>
            <a:ext cx="2712000" cy="1260000"/>
          </a:xfrm>
        </p:spPr>
        <p:txBody>
          <a:bodyPr lIns="0" tIns="0" rIns="0" bIns="0">
            <a:noAutofit/>
          </a:bodyPr>
          <a:lstStyle/>
          <a:p>
            <a:r>
              <a:rPr lang="en-US" noProof="0"/>
              <a:t>Click icon to add picture</a:t>
            </a:r>
            <a:endParaRPr lang="en-US" noProof="0" dirty="0"/>
          </a:p>
        </p:txBody>
      </p:sp>
      <p:sp>
        <p:nvSpPr>
          <p:cNvPr id="9" name="Text Placeholder 8"/>
          <p:cNvSpPr>
            <a:spLocks noGrp="1"/>
          </p:cNvSpPr>
          <p:nvPr>
            <p:ph type="body" sz="quarter" idx="17"/>
          </p:nvPr>
        </p:nvSpPr>
        <p:spPr>
          <a:xfrm>
            <a:off x="501650" y="3124200"/>
            <a:ext cx="2720468" cy="3257548"/>
          </a:xfrm>
        </p:spPr>
        <p:txBody>
          <a:bodyPr/>
          <a:lstStyle>
            <a:lvl1pPr>
              <a:defRPr b="1">
                <a:solidFill>
                  <a:schemeClr val="accent1"/>
                </a:solidFill>
              </a:defRPr>
            </a:lvl1pPr>
            <a:lvl2pPr>
              <a:spcAft>
                <a:spcPts val="0"/>
              </a:spcAft>
              <a:defRPr/>
            </a:lvl2pPr>
            <a:lvl3pPr marL="0" indent="0">
              <a:spcAft>
                <a:spcPts val="0"/>
              </a:spcAft>
              <a:buNone/>
              <a:defRPr/>
            </a:lvl3pPr>
            <a:lvl4pPr marL="191094" indent="-191094">
              <a:spcAft>
                <a:spcPts val="0"/>
              </a:spcAft>
              <a:buFont typeface="Arial" panose="020B0604020202020204" pitchFamily="34" charset="0"/>
              <a:buChar char="•"/>
              <a:defRPr/>
            </a:lvl4pPr>
            <a:lvl5pPr marL="386088" indent="-191094">
              <a:spcAft>
                <a:spcPts val="0"/>
              </a:spcAft>
              <a:defRPr baseline="0"/>
            </a:lvl5pPr>
            <a:lvl6pPr marL="386088" indent="-191094">
              <a:spcAft>
                <a:spcPts val="0"/>
              </a:spcAft>
              <a:buFont typeface="Verdana" panose="020B0604030504040204" pitchFamily="34" charset="0"/>
              <a:buChar char="−"/>
              <a:defRPr/>
            </a:lvl6pPr>
            <a:lvl7pPr marL="386088" indent="-191094">
              <a:spcAft>
                <a:spcPts val="0"/>
              </a:spcAft>
              <a:defRPr/>
            </a:lvl7pPr>
            <a:lvl8pPr marL="386088" indent="-191094">
              <a:spcAft>
                <a:spcPts val="0"/>
              </a:spcAft>
              <a:defRPr/>
            </a:lvl8pPr>
            <a:lvl9pPr marL="386088" indent="-191094">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8"/>
          <p:cNvSpPr>
            <a:spLocks noGrp="1"/>
          </p:cNvSpPr>
          <p:nvPr>
            <p:ph type="body" sz="quarter" idx="18"/>
          </p:nvPr>
        </p:nvSpPr>
        <p:spPr>
          <a:xfrm>
            <a:off x="6149963" y="3120552"/>
            <a:ext cx="2712000" cy="3261199"/>
          </a:xfrm>
        </p:spPr>
        <p:txBody>
          <a:bodyPr/>
          <a:lstStyle>
            <a:lvl1pPr>
              <a:defRPr b="1">
                <a:solidFill>
                  <a:schemeClr val="accent1"/>
                </a:solidFill>
              </a:defRPr>
            </a:lvl1pPr>
            <a:lvl2pPr>
              <a:spcAft>
                <a:spcPts val="0"/>
              </a:spcAft>
              <a:defRPr/>
            </a:lvl2pPr>
            <a:lvl3pPr marL="0" indent="0">
              <a:spcAft>
                <a:spcPts val="0"/>
              </a:spcAft>
              <a:buNone/>
              <a:defRPr/>
            </a:lvl3pPr>
            <a:lvl4pPr marL="191094" indent="-191094">
              <a:spcAft>
                <a:spcPts val="0"/>
              </a:spcAft>
              <a:buFont typeface="Arial" panose="020B0604020202020204" pitchFamily="34" charset="0"/>
              <a:buChar char="•"/>
              <a:defRPr/>
            </a:lvl4pPr>
            <a:lvl5pPr marL="386088" indent="-191094">
              <a:spcAft>
                <a:spcPts val="0"/>
              </a:spcAft>
              <a:defRPr baseline="0"/>
            </a:lvl5pPr>
            <a:lvl6pPr marL="386088" indent="-191094">
              <a:spcAft>
                <a:spcPts val="0"/>
              </a:spcAft>
              <a:buFont typeface="Verdana" panose="020B0604030504040204" pitchFamily="34" charset="0"/>
              <a:buChar char="−"/>
              <a:defRPr/>
            </a:lvl6pPr>
            <a:lvl7pPr marL="386088" indent="-191094">
              <a:spcAft>
                <a:spcPts val="0"/>
              </a:spcAft>
              <a:defRPr/>
            </a:lvl7pPr>
            <a:lvl8pPr marL="386088" indent="-191094">
              <a:spcAft>
                <a:spcPts val="0"/>
              </a:spcAft>
              <a:defRPr/>
            </a:lvl8pPr>
            <a:lvl9pPr marL="386088" indent="-191094">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8"/>
          <p:cNvSpPr>
            <a:spLocks noGrp="1"/>
          </p:cNvSpPr>
          <p:nvPr>
            <p:ph type="body" sz="quarter" idx="19"/>
          </p:nvPr>
        </p:nvSpPr>
        <p:spPr>
          <a:xfrm>
            <a:off x="3330041" y="3124201"/>
            <a:ext cx="2712000" cy="3257549"/>
          </a:xfrm>
        </p:spPr>
        <p:txBody>
          <a:bodyPr/>
          <a:lstStyle>
            <a:lvl1pPr>
              <a:defRPr b="1">
                <a:solidFill>
                  <a:schemeClr val="accent1"/>
                </a:solidFill>
              </a:defRPr>
            </a:lvl1pPr>
            <a:lvl2pPr>
              <a:spcAft>
                <a:spcPts val="0"/>
              </a:spcAft>
              <a:defRPr/>
            </a:lvl2pPr>
            <a:lvl3pPr marL="0" indent="0">
              <a:spcAft>
                <a:spcPts val="0"/>
              </a:spcAft>
              <a:buNone/>
              <a:defRPr/>
            </a:lvl3pPr>
            <a:lvl4pPr marL="191094" indent="-191094">
              <a:spcAft>
                <a:spcPts val="0"/>
              </a:spcAft>
              <a:buFont typeface="Arial" panose="020B0604020202020204" pitchFamily="34" charset="0"/>
              <a:buChar char="•"/>
              <a:defRPr/>
            </a:lvl4pPr>
            <a:lvl5pPr marL="386088" indent="-191094">
              <a:spcAft>
                <a:spcPts val="0"/>
              </a:spcAft>
              <a:defRPr baseline="0"/>
            </a:lvl5pPr>
            <a:lvl6pPr marL="386088" indent="-191094">
              <a:spcAft>
                <a:spcPts val="0"/>
              </a:spcAft>
              <a:buFont typeface="Verdana" panose="020B0604030504040204" pitchFamily="34" charset="0"/>
              <a:buChar char="−"/>
              <a:defRPr/>
            </a:lvl6pPr>
            <a:lvl7pPr marL="386088" indent="-191094">
              <a:spcAft>
                <a:spcPts val="0"/>
              </a:spcAft>
              <a:defRPr/>
            </a:lvl7pPr>
            <a:lvl8pPr marL="386088" indent="-191094">
              <a:spcAft>
                <a:spcPts val="0"/>
              </a:spcAft>
              <a:defRPr/>
            </a:lvl8pPr>
            <a:lvl9pPr marL="386088" indent="-191094">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2" name="Text Placeholder 8"/>
          <p:cNvSpPr>
            <a:spLocks noGrp="1"/>
          </p:cNvSpPr>
          <p:nvPr>
            <p:ph type="body" sz="quarter" idx="20"/>
          </p:nvPr>
        </p:nvSpPr>
        <p:spPr>
          <a:xfrm>
            <a:off x="8993170" y="3108508"/>
            <a:ext cx="2697183" cy="3273240"/>
          </a:xfrm>
        </p:spPr>
        <p:txBody>
          <a:bodyPr/>
          <a:lstStyle>
            <a:lvl1pPr>
              <a:defRPr b="1">
                <a:solidFill>
                  <a:schemeClr val="accent1"/>
                </a:solidFill>
              </a:defRPr>
            </a:lvl1pPr>
            <a:lvl2pPr>
              <a:spcAft>
                <a:spcPts val="0"/>
              </a:spcAft>
              <a:defRPr/>
            </a:lvl2pPr>
            <a:lvl3pPr marL="0" indent="0">
              <a:spcAft>
                <a:spcPts val="0"/>
              </a:spcAft>
              <a:buNone/>
              <a:defRPr/>
            </a:lvl3pPr>
            <a:lvl4pPr marL="191094" indent="-191094">
              <a:spcAft>
                <a:spcPts val="0"/>
              </a:spcAft>
              <a:buFont typeface="Arial" panose="020B0604020202020204" pitchFamily="34" charset="0"/>
              <a:buChar char="•"/>
              <a:defRPr/>
            </a:lvl4pPr>
            <a:lvl5pPr marL="386088" indent="-191094">
              <a:spcAft>
                <a:spcPts val="0"/>
              </a:spcAft>
              <a:defRPr baseline="0"/>
            </a:lvl5pPr>
            <a:lvl6pPr marL="386088" indent="-191094">
              <a:spcAft>
                <a:spcPts val="0"/>
              </a:spcAft>
              <a:buFont typeface="Verdana" panose="020B0604030504040204" pitchFamily="34" charset="0"/>
              <a:buChar char="−"/>
              <a:defRPr/>
            </a:lvl6pPr>
            <a:lvl7pPr marL="386088" indent="-191094">
              <a:spcAft>
                <a:spcPts val="0"/>
              </a:spcAft>
              <a:defRPr/>
            </a:lvl7pPr>
            <a:lvl8pPr marL="386088" indent="-191094">
              <a:spcAft>
                <a:spcPts val="0"/>
              </a:spcAft>
              <a:defRPr/>
            </a:lvl8pPr>
            <a:lvl9pPr marL="386088" indent="-191094">
              <a:spcAft>
                <a:spcPts val="0"/>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3" name="Text Placeholder 8"/>
          <p:cNvSpPr>
            <a:spLocks noGrp="1"/>
          </p:cNvSpPr>
          <p:nvPr>
            <p:ph type="body" sz="quarter" idx="21" hasCustomPrompt="1"/>
          </p:nvPr>
        </p:nvSpPr>
        <p:spPr>
          <a:xfrm>
            <a:off x="501649" y="651600"/>
            <a:ext cx="11188702"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3930325268"/>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eam profile 2">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3172519232"/>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698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12" name="Rectangle 11"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0"/>
            <a:ext cx="11188700" cy="334100"/>
          </a:xfrm>
        </p:spPr>
        <p:txBody>
          <a:bodyPr/>
          <a:lstStyle/>
          <a:p>
            <a:r>
              <a:rPr lang="en-US" noProof="0"/>
              <a:t>Click to edit Master title style</a:t>
            </a:r>
            <a:endParaRPr lang="en-US" noProof="0" dirty="0"/>
          </a:p>
        </p:txBody>
      </p:sp>
      <p:sp>
        <p:nvSpPr>
          <p:cNvPr id="4" name="Rectangle 3"/>
          <p:cNvSpPr/>
          <p:nvPr userDrawn="1"/>
        </p:nvSpPr>
        <p:spPr>
          <a:xfrm>
            <a:off x="504000" y="1707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5" name="Rectangle 4"/>
          <p:cNvSpPr/>
          <p:nvPr userDrawn="1"/>
        </p:nvSpPr>
        <p:spPr>
          <a:xfrm>
            <a:off x="6224085" y="1700213"/>
            <a:ext cx="5475067" cy="609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6" name="Rectangle 5"/>
          <p:cNvSpPr/>
          <p:nvPr userDrawn="1"/>
        </p:nvSpPr>
        <p:spPr>
          <a:xfrm>
            <a:off x="504000" y="4065173"/>
            <a:ext cx="549600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7" name="Rectangle 6"/>
          <p:cNvSpPr/>
          <p:nvPr userDrawn="1"/>
        </p:nvSpPr>
        <p:spPr>
          <a:xfrm>
            <a:off x="6224085" y="4065173"/>
            <a:ext cx="547506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8" name="Picture Placeholder 11"/>
          <p:cNvSpPr>
            <a:spLocks noGrp="1"/>
          </p:cNvSpPr>
          <p:nvPr>
            <p:ph type="pic" sz="quarter" idx="25"/>
          </p:nvPr>
        </p:nvSpPr>
        <p:spPr>
          <a:xfrm>
            <a:off x="504000" y="1880213"/>
            <a:ext cx="1968000" cy="1476000"/>
          </a:xfrm>
        </p:spPr>
        <p:txBody>
          <a:bodyPr/>
          <a:lstStyle>
            <a:lvl1pPr algn="ctr">
              <a:defRPr/>
            </a:lvl1pPr>
          </a:lstStyle>
          <a:p>
            <a:r>
              <a:rPr lang="en-US" noProof="0"/>
              <a:t>Click icon to add picture</a:t>
            </a:r>
            <a:endParaRPr lang="en-US" noProof="0" dirty="0"/>
          </a:p>
        </p:txBody>
      </p:sp>
      <p:sp>
        <p:nvSpPr>
          <p:cNvPr id="9" name="Picture Placeholder 11"/>
          <p:cNvSpPr>
            <a:spLocks noGrp="1"/>
          </p:cNvSpPr>
          <p:nvPr>
            <p:ph type="pic" sz="quarter" idx="27"/>
          </p:nvPr>
        </p:nvSpPr>
        <p:spPr>
          <a:xfrm>
            <a:off x="6224085" y="1880213"/>
            <a:ext cx="1968000" cy="1476000"/>
          </a:xfrm>
        </p:spPr>
        <p:txBody>
          <a:bodyPr/>
          <a:lstStyle>
            <a:lvl1pPr algn="ctr">
              <a:defRPr/>
            </a:lvl1pPr>
          </a:lstStyle>
          <a:p>
            <a:r>
              <a:rPr lang="en-US" noProof="0"/>
              <a:t>Click icon to add picture</a:t>
            </a:r>
            <a:endParaRPr lang="en-US" noProof="0" dirty="0"/>
          </a:p>
        </p:txBody>
      </p:sp>
      <p:sp>
        <p:nvSpPr>
          <p:cNvPr id="10" name="Picture Placeholder 11"/>
          <p:cNvSpPr>
            <a:spLocks noGrp="1"/>
          </p:cNvSpPr>
          <p:nvPr>
            <p:ph type="pic" sz="quarter" idx="29"/>
          </p:nvPr>
        </p:nvSpPr>
        <p:spPr>
          <a:xfrm>
            <a:off x="504000" y="4256213"/>
            <a:ext cx="1968000" cy="1476000"/>
          </a:xfrm>
        </p:spPr>
        <p:txBody>
          <a:bodyPr/>
          <a:lstStyle>
            <a:lvl1pPr algn="ctr">
              <a:defRPr/>
            </a:lvl1pPr>
          </a:lstStyle>
          <a:p>
            <a:r>
              <a:rPr lang="en-US" noProof="0"/>
              <a:t>Click icon to add picture</a:t>
            </a:r>
            <a:endParaRPr lang="en-US" noProof="0" dirty="0"/>
          </a:p>
        </p:txBody>
      </p:sp>
      <p:sp>
        <p:nvSpPr>
          <p:cNvPr id="11" name="Picture Placeholder 11"/>
          <p:cNvSpPr>
            <a:spLocks noGrp="1"/>
          </p:cNvSpPr>
          <p:nvPr>
            <p:ph type="pic" sz="quarter" idx="31"/>
          </p:nvPr>
        </p:nvSpPr>
        <p:spPr>
          <a:xfrm>
            <a:off x="6224085" y="4256213"/>
            <a:ext cx="1968000" cy="1476000"/>
          </a:xfrm>
        </p:spPr>
        <p:txBody>
          <a:bodyPr/>
          <a:lstStyle>
            <a:lvl1pPr algn="ctr">
              <a:defRPr/>
            </a:lvl1pPr>
          </a:lstStyle>
          <a:p>
            <a:r>
              <a:rPr lang="en-US" noProof="0"/>
              <a:t>Click icon to add picture</a:t>
            </a:r>
            <a:endParaRPr lang="en-US" noProof="0" dirty="0"/>
          </a:p>
        </p:txBody>
      </p:sp>
      <p:sp>
        <p:nvSpPr>
          <p:cNvPr id="13" name="Text Placeholder 12"/>
          <p:cNvSpPr>
            <a:spLocks noGrp="1"/>
          </p:cNvSpPr>
          <p:nvPr>
            <p:ph type="body" sz="quarter" idx="32"/>
          </p:nvPr>
        </p:nvSpPr>
        <p:spPr>
          <a:xfrm>
            <a:off x="2683483" y="1880213"/>
            <a:ext cx="3288000" cy="1944000"/>
          </a:xfrm>
        </p:spPr>
        <p:txBody>
          <a:bodyPr/>
          <a:lstStyle>
            <a:lvl1pPr>
              <a:spcAft>
                <a:spcPts val="0"/>
              </a:spcAft>
              <a:defRPr b="1"/>
            </a:lvl1pPr>
            <a:lvl2pPr>
              <a:spcAft>
                <a:spcPts val="0"/>
              </a:spcAft>
              <a:defRPr b="0"/>
            </a:lvl2pPr>
          </a:lstStyle>
          <a:p>
            <a:pPr lvl="0"/>
            <a:r>
              <a:rPr lang="en-US" noProof="0"/>
              <a:t>Click to edit Master text styles</a:t>
            </a:r>
          </a:p>
          <a:p>
            <a:pPr lvl="1"/>
            <a:r>
              <a:rPr lang="en-US" noProof="0"/>
              <a:t>Second level</a:t>
            </a:r>
          </a:p>
        </p:txBody>
      </p:sp>
      <p:sp>
        <p:nvSpPr>
          <p:cNvPr id="14" name="Text Placeholder 12"/>
          <p:cNvSpPr>
            <a:spLocks noGrp="1"/>
          </p:cNvSpPr>
          <p:nvPr>
            <p:ph type="body" sz="quarter" idx="33"/>
          </p:nvPr>
        </p:nvSpPr>
        <p:spPr>
          <a:xfrm>
            <a:off x="8396560" y="1880213"/>
            <a:ext cx="3302592" cy="1944000"/>
          </a:xfrm>
        </p:spPr>
        <p:txBody>
          <a:bodyPr/>
          <a:lstStyle>
            <a:lvl1pPr>
              <a:spcAft>
                <a:spcPts val="0"/>
              </a:spcAft>
              <a:defRPr b="1"/>
            </a:lvl1pPr>
            <a:lvl2pPr>
              <a:spcAft>
                <a:spcPts val="0"/>
              </a:spcAft>
              <a:defRPr b="0"/>
            </a:lvl2pPr>
          </a:lstStyle>
          <a:p>
            <a:pPr lvl="0"/>
            <a:r>
              <a:rPr lang="en-US" noProof="0"/>
              <a:t>Click to edit Master text styles</a:t>
            </a:r>
          </a:p>
          <a:p>
            <a:pPr lvl="1"/>
            <a:r>
              <a:rPr lang="en-US" noProof="0"/>
              <a:t>Second level</a:t>
            </a:r>
          </a:p>
        </p:txBody>
      </p:sp>
      <p:sp>
        <p:nvSpPr>
          <p:cNvPr id="15" name="Text Placeholder 12"/>
          <p:cNvSpPr>
            <a:spLocks noGrp="1"/>
          </p:cNvSpPr>
          <p:nvPr>
            <p:ph type="body" sz="quarter" idx="34"/>
          </p:nvPr>
        </p:nvSpPr>
        <p:spPr>
          <a:xfrm>
            <a:off x="2683483" y="4256213"/>
            <a:ext cx="3288000" cy="1944000"/>
          </a:xfrm>
        </p:spPr>
        <p:txBody>
          <a:bodyPr/>
          <a:lstStyle>
            <a:lvl1pPr>
              <a:spcAft>
                <a:spcPts val="0"/>
              </a:spcAft>
              <a:defRPr b="1"/>
            </a:lvl1pPr>
            <a:lvl2pPr>
              <a:spcAft>
                <a:spcPts val="0"/>
              </a:spcAft>
              <a:defRPr b="0"/>
            </a:lvl2pPr>
          </a:lstStyle>
          <a:p>
            <a:pPr lvl="0"/>
            <a:r>
              <a:rPr lang="en-US" noProof="0"/>
              <a:t>Click to edit Master text styles</a:t>
            </a:r>
          </a:p>
          <a:p>
            <a:pPr lvl="1"/>
            <a:r>
              <a:rPr lang="en-US" noProof="0"/>
              <a:t>Second level</a:t>
            </a:r>
          </a:p>
        </p:txBody>
      </p:sp>
      <p:sp>
        <p:nvSpPr>
          <p:cNvPr id="16" name="Text Placeholder 12"/>
          <p:cNvSpPr>
            <a:spLocks noGrp="1"/>
          </p:cNvSpPr>
          <p:nvPr>
            <p:ph type="body" sz="quarter" idx="35"/>
          </p:nvPr>
        </p:nvSpPr>
        <p:spPr>
          <a:xfrm>
            <a:off x="8396560" y="4256213"/>
            <a:ext cx="3302592" cy="1944000"/>
          </a:xfrm>
        </p:spPr>
        <p:txBody>
          <a:bodyPr/>
          <a:lstStyle>
            <a:lvl1pPr>
              <a:spcAft>
                <a:spcPts val="0"/>
              </a:spcAft>
              <a:defRPr b="1"/>
            </a:lvl1pPr>
            <a:lvl2pPr>
              <a:spcAft>
                <a:spcPts val="0"/>
              </a:spcAft>
              <a:defRPr b="0"/>
            </a:lvl2pPr>
          </a:lstStyle>
          <a:p>
            <a:pPr lvl="0"/>
            <a:r>
              <a:rPr lang="en-US" noProof="0"/>
              <a:t>Click to edit Master text styles</a:t>
            </a:r>
          </a:p>
          <a:p>
            <a:pPr lvl="1"/>
            <a:r>
              <a:rPr lang="en-US" noProof="0"/>
              <a:t>Second level</a:t>
            </a:r>
          </a:p>
        </p:txBody>
      </p:sp>
      <p:sp>
        <p:nvSpPr>
          <p:cNvPr id="17" name="Text Placeholder 8"/>
          <p:cNvSpPr>
            <a:spLocks noGrp="1"/>
          </p:cNvSpPr>
          <p:nvPr>
            <p:ph type="body" sz="quarter" idx="13" hasCustomPrompt="1"/>
          </p:nvPr>
        </p:nvSpPr>
        <p:spPr>
          <a:xfrm>
            <a:off x="501651" y="651600"/>
            <a:ext cx="1116235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3705043249"/>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 picture and text">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647872842"/>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8004"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7" name="Rectangle 6"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3"/>
            <a:ext cx="11188700" cy="334099"/>
          </a:xfrm>
        </p:spPr>
        <p:txBody>
          <a:bodyPr/>
          <a:lstStyle/>
          <a:p>
            <a:r>
              <a:rPr lang="en-US" noProof="0"/>
              <a:t>Click to edit Master title style</a:t>
            </a:r>
            <a:endParaRPr lang="en-US" noProof="0" dirty="0"/>
          </a:p>
        </p:txBody>
      </p:sp>
      <p:sp>
        <p:nvSpPr>
          <p:cNvPr id="4" name="Picture Placeholder 7"/>
          <p:cNvSpPr>
            <a:spLocks noGrp="1"/>
          </p:cNvSpPr>
          <p:nvPr>
            <p:ph type="pic" sz="quarter" idx="13"/>
          </p:nvPr>
        </p:nvSpPr>
        <p:spPr>
          <a:xfrm>
            <a:off x="501652" y="1700215"/>
            <a:ext cx="3695700" cy="1971675"/>
          </a:xfrm>
        </p:spPr>
        <p:txBody>
          <a:bodyPr/>
          <a:lstStyle/>
          <a:p>
            <a:r>
              <a:rPr lang="en-US" noProof="0"/>
              <a:t>Click icon to add picture</a:t>
            </a:r>
            <a:endParaRPr lang="en-US" noProof="0" dirty="0"/>
          </a:p>
        </p:txBody>
      </p:sp>
      <p:sp>
        <p:nvSpPr>
          <p:cNvPr id="5" name="Picture Placeholder 7"/>
          <p:cNvSpPr>
            <a:spLocks noGrp="1"/>
          </p:cNvSpPr>
          <p:nvPr>
            <p:ph type="pic" sz="quarter" idx="14"/>
          </p:nvPr>
        </p:nvSpPr>
        <p:spPr>
          <a:xfrm>
            <a:off x="8006398" y="1700215"/>
            <a:ext cx="3683953" cy="1971675"/>
          </a:xfrm>
        </p:spPr>
        <p:txBody>
          <a:bodyPr/>
          <a:lstStyle/>
          <a:p>
            <a:r>
              <a:rPr lang="en-US" noProof="0"/>
              <a:t>Click icon to add picture</a:t>
            </a:r>
            <a:endParaRPr lang="en-US" noProof="0" dirty="0"/>
          </a:p>
        </p:txBody>
      </p:sp>
      <p:sp>
        <p:nvSpPr>
          <p:cNvPr id="6" name="Picture Placeholder 7"/>
          <p:cNvSpPr>
            <a:spLocks noGrp="1"/>
          </p:cNvSpPr>
          <p:nvPr>
            <p:ph type="pic" sz="quarter" idx="15"/>
          </p:nvPr>
        </p:nvSpPr>
        <p:spPr>
          <a:xfrm>
            <a:off x="4273074" y="1700215"/>
            <a:ext cx="3657600" cy="1971675"/>
          </a:xfrm>
        </p:spPr>
        <p:txBody>
          <a:bodyPr/>
          <a:lstStyle/>
          <a:p>
            <a:r>
              <a:rPr lang="en-US" noProof="0"/>
              <a:t>Click icon to add picture</a:t>
            </a:r>
            <a:endParaRPr lang="en-US" noProof="0" dirty="0"/>
          </a:p>
        </p:txBody>
      </p:sp>
      <p:sp>
        <p:nvSpPr>
          <p:cNvPr id="9" name="Text Placeholder 18"/>
          <p:cNvSpPr>
            <a:spLocks noGrp="1"/>
          </p:cNvSpPr>
          <p:nvPr>
            <p:ph idx="1" hasCustomPrompt="1"/>
          </p:nvPr>
        </p:nvSpPr>
        <p:spPr>
          <a:xfrm>
            <a:off x="501651" y="3832225"/>
            <a:ext cx="3683950" cy="2095200"/>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Text Placeholder 18"/>
          <p:cNvSpPr>
            <a:spLocks noGrp="1"/>
          </p:cNvSpPr>
          <p:nvPr>
            <p:ph idx="16" hasCustomPrompt="1"/>
          </p:nvPr>
        </p:nvSpPr>
        <p:spPr>
          <a:xfrm>
            <a:off x="4267200" y="3832225"/>
            <a:ext cx="3657600" cy="2095200"/>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4" name="Text Placeholder 18"/>
          <p:cNvSpPr>
            <a:spLocks noGrp="1"/>
          </p:cNvSpPr>
          <p:nvPr>
            <p:ph idx="17" hasCustomPrompt="1"/>
          </p:nvPr>
        </p:nvSpPr>
        <p:spPr>
          <a:xfrm>
            <a:off x="8006398" y="3832225"/>
            <a:ext cx="3683953" cy="2095200"/>
          </a:xfrm>
          <a:prstGeom prst="rect">
            <a:avLst/>
          </a:prstGeom>
        </p:spPr>
        <p:txBody>
          <a:bodyPr vert="horz" lIns="0" tIns="0" rIns="0" bIns="0" rtlCol="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Text Placeholder 8"/>
          <p:cNvSpPr>
            <a:spLocks noGrp="1"/>
          </p:cNvSpPr>
          <p:nvPr>
            <p:ph type="body" sz="quarter" idx="18" hasCustomPrompt="1"/>
          </p:nvPr>
        </p:nvSpPr>
        <p:spPr>
          <a:xfrm>
            <a:off x="501651" y="651600"/>
            <a:ext cx="1116235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3395560946"/>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amp; subtitle">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1430590204"/>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688549"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0"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1"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Tree>
    <p:extLst>
      <p:ext uri="{BB962C8B-B14F-4D97-AF65-F5344CB8AC3E}">
        <p14:creationId xmlns:p14="http://schemas.microsoft.com/office/powerpoint/2010/main" val="428195933"/>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Qualifications 2 x 1">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3762942322"/>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09028"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10" name="Rectangle 9"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8" name="Text Placeholder 8"/>
          <p:cNvSpPr>
            <a:spLocks noGrp="1"/>
          </p:cNvSpPr>
          <p:nvPr>
            <p:ph type="body" sz="quarter" idx="17"/>
          </p:nvPr>
        </p:nvSpPr>
        <p:spPr>
          <a:xfrm>
            <a:off x="504000" y="1857892"/>
            <a:ext cx="5466825"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21"/>
          </p:nvPr>
        </p:nvSpPr>
        <p:spPr>
          <a:xfrm>
            <a:off x="6246196" y="1857892"/>
            <a:ext cx="5444156"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2" name="Title 1"/>
          <p:cNvSpPr>
            <a:spLocks noGrp="1"/>
          </p:cNvSpPr>
          <p:nvPr>
            <p:ph type="title"/>
          </p:nvPr>
        </p:nvSpPr>
        <p:spPr>
          <a:xfrm>
            <a:off x="501652" y="317503"/>
            <a:ext cx="11188700" cy="334099"/>
          </a:xfrm>
        </p:spPr>
        <p:txBody>
          <a:bodyPr/>
          <a:lstStyle/>
          <a:p>
            <a:r>
              <a:rPr lang="en-US" noProof="0"/>
              <a:t>Click to edit Master title style</a:t>
            </a:r>
            <a:endParaRPr lang="en-US" noProof="0" dirty="0"/>
          </a:p>
        </p:txBody>
      </p:sp>
      <p:sp>
        <p:nvSpPr>
          <p:cNvPr id="4" name="Rectangle 3"/>
          <p:cNvSpPr/>
          <p:nvPr userDrawn="1"/>
        </p:nvSpPr>
        <p:spPr>
          <a:xfrm>
            <a:off x="504000" y="1705378"/>
            <a:ext cx="5466825"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5" name="Rectangle 4"/>
          <p:cNvSpPr/>
          <p:nvPr userDrawn="1"/>
        </p:nvSpPr>
        <p:spPr>
          <a:xfrm>
            <a:off x="6246194"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6" name="Picture Placeholder 29"/>
          <p:cNvSpPr>
            <a:spLocks noGrp="1"/>
          </p:cNvSpPr>
          <p:nvPr>
            <p:ph type="pic" sz="quarter" idx="19" hasCustomPrompt="1"/>
          </p:nvPr>
        </p:nvSpPr>
        <p:spPr>
          <a:xfrm>
            <a:off x="4769492" y="1863918"/>
            <a:ext cx="1210207"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
        <p:nvSpPr>
          <p:cNvPr id="7" name="Picture Placeholder 29"/>
          <p:cNvSpPr>
            <a:spLocks noGrp="1"/>
          </p:cNvSpPr>
          <p:nvPr>
            <p:ph type="pic" sz="quarter" idx="20" hasCustomPrompt="1"/>
          </p:nvPr>
        </p:nvSpPr>
        <p:spPr>
          <a:xfrm>
            <a:off x="10424617" y="1857894"/>
            <a:ext cx="1244161"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
        <p:nvSpPr>
          <p:cNvPr id="16"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4239408974"/>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Qualifications 2 x 2">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153121084"/>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0052"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6" name="Rectangle 5"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8" name="Text Placeholder 8"/>
          <p:cNvSpPr>
            <a:spLocks noGrp="1"/>
          </p:cNvSpPr>
          <p:nvPr>
            <p:ph type="body" sz="quarter" idx="17"/>
          </p:nvPr>
        </p:nvSpPr>
        <p:spPr>
          <a:xfrm>
            <a:off x="504000" y="1857892"/>
            <a:ext cx="5468942"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21"/>
          </p:nvPr>
        </p:nvSpPr>
        <p:spPr>
          <a:xfrm>
            <a:off x="6246196" y="1857892"/>
            <a:ext cx="5454668"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2" name="Title 1"/>
          <p:cNvSpPr>
            <a:spLocks noGrp="1"/>
          </p:cNvSpPr>
          <p:nvPr>
            <p:ph type="title"/>
          </p:nvPr>
        </p:nvSpPr>
        <p:spPr>
          <a:xfrm>
            <a:off x="501652" y="317503"/>
            <a:ext cx="11188700" cy="334099"/>
          </a:xfrm>
        </p:spPr>
        <p:txBody>
          <a:bodyPr/>
          <a:lstStyle/>
          <a:p>
            <a:r>
              <a:rPr lang="en-US" noProof="0"/>
              <a:t>Click to edit Master title style</a:t>
            </a:r>
            <a:endParaRPr lang="en-US" noProof="0" dirty="0"/>
          </a:p>
        </p:txBody>
      </p:sp>
      <p:sp>
        <p:nvSpPr>
          <p:cNvPr id="4" name="Rectangle 3"/>
          <p:cNvSpPr/>
          <p:nvPr userDrawn="1"/>
        </p:nvSpPr>
        <p:spPr>
          <a:xfrm>
            <a:off x="504000" y="1705378"/>
            <a:ext cx="5466825"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5" name="Rectangle 4"/>
          <p:cNvSpPr/>
          <p:nvPr userDrawn="1"/>
        </p:nvSpPr>
        <p:spPr>
          <a:xfrm>
            <a:off x="6246194" y="1705378"/>
            <a:ext cx="5452958"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7" name="Picture Placeholder 29"/>
          <p:cNvSpPr>
            <a:spLocks noGrp="1"/>
          </p:cNvSpPr>
          <p:nvPr>
            <p:ph type="pic" sz="quarter" idx="20" hasCustomPrompt="1"/>
          </p:nvPr>
        </p:nvSpPr>
        <p:spPr>
          <a:xfrm>
            <a:off x="10424617" y="1857894"/>
            <a:ext cx="1244161"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
        <p:nvSpPr>
          <p:cNvPr id="10" name="Text Placeholder 8"/>
          <p:cNvSpPr>
            <a:spLocks noGrp="1"/>
          </p:cNvSpPr>
          <p:nvPr>
            <p:ph type="body" sz="quarter" idx="22"/>
          </p:nvPr>
        </p:nvSpPr>
        <p:spPr>
          <a:xfrm>
            <a:off x="504000" y="4249682"/>
            <a:ext cx="5466825"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8"/>
          <p:cNvSpPr>
            <a:spLocks noGrp="1"/>
          </p:cNvSpPr>
          <p:nvPr>
            <p:ph type="body" sz="quarter" idx="23"/>
          </p:nvPr>
        </p:nvSpPr>
        <p:spPr>
          <a:xfrm>
            <a:off x="6246195" y="4249682"/>
            <a:ext cx="5452959" cy="1695450"/>
          </a:xfrm>
        </p:spPr>
        <p:txBody>
          <a:bodyPr/>
          <a:lstStyle>
            <a:lvl1pPr>
              <a:spcAft>
                <a:spcPts val="1083"/>
              </a:spcAft>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2" name="Rectangle 11"/>
          <p:cNvSpPr/>
          <p:nvPr userDrawn="1"/>
        </p:nvSpPr>
        <p:spPr>
          <a:xfrm>
            <a:off x="504001" y="4103518"/>
            <a:ext cx="546894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13" name="Rectangle 12"/>
          <p:cNvSpPr/>
          <p:nvPr userDrawn="1"/>
        </p:nvSpPr>
        <p:spPr>
          <a:xfrm>
            <a:off x="6246195"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83"/>
              </a:spcAft>
            </a:pPr>
            <a:endParaRPr lang="en-US" sz="1192" noProof="0" dirty="0">
              <a:solidFill>
                <a:schemeClr val="bg1"/>
              </a:solidFill>
            </a:endParaRPr>
          </a:p>
        </p:txBody>
      </p:sp>
      <p:sp>
        <p:nvSpPr>
          <p:cNvPr id="14" name="Picture Placeholder 29"/>
          <p:cNvSpPr>
            <a:spLocks noGrp="1"/>
          </p:cNvSpPr>
          <p:nvPr>
            <p:ph type="pic" sz="quarter" idx="24" hasCustomPrompt="1"/>
          </p:nvPr>
        </p:nvSpPr>
        <p:spPr>
          <a:xfrm>
            <a:off x="4754494" y="4255708"/>
            <a:ext cx="1239381"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
        <p:nvSpPr>
          <p:cNvPr id="15" name="Picture Placeholder 29"/>
          <p:cNvSpPr>
            <a:spLocks noGrp="1"/>
          </p:cNvSpPr>
          <p:nvPr>
            <p:ph type="pic" sz="quarter" idx="25" hasCustomPrompt="1"/>
          </p:nvPr>
        </p:nvSpPr>
        <p:spPr>
          <a:xfrm>
            <a:off x="10424618" y="4249684"/>
            <a:ext cx="1244160"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
        <p:nvSpPr>
          <p:cNvPr id="16" name="Text Placeholder 8"/>
          <p:cNvSpPr>
            <a:spLocks noGrp="1"/>
          </p:cNvSpPr>
          <p:nvPr>
            <p:ph type="body" sz="quarter" idx="13" hasCustomPrompt="1"/>
          </p:nvPr>
        </p:nvSpPr>
        <p:spPr>
          <a:xfrm>
            <a:off x="501650" y="651600"/>
            <a:ext cx="11197502"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7" name="Picture Placeholder 29"/>
          <p:cNvSpPr>
            <a:spLocks noGrp="1"/>
          </p:cNvSpPr>
          <p:nvPr>
            <p:ph type="pic" sz="quarter" idx="19" hasCustomPrompt="1"/>
          </p:nvPr>
        </p:nvSpPr>
        <p:spPr>
          <a:xfrm>
            <a:off x="4769492" y="1863918"/>
            <a:ext cx="1210207" cy="549275"/>
          </a:xfrm>
        </p:spPr>
        <p:txBody>
          <a:bodyPr/>
          <a:lstStyle>
            <a:lvl1pPr marL="0" marR="0" indent="0" algn="l" defTabSz="990570" rtl="0" eaLnBrk="1" fontAlgn="auto" latinLnBrk="0" hangingPunct="1">
              <a:lnSpc>
                <a:spcPct val="100000"/>
              </a:lnSpc>
              <a:spcBef>
                <a:spcPts val="0"/>
              </a:spcBef>
              <a:spcAft>
                <a:spcPts val="1083"/>
              </a:spcAft>
              <a:buClrTx/>
              <a:buSzTx/>
              <a:buFont typeface="Arial" panose="020B0604020202020204" pitchFamily="34" charset="0"/>
              <a:buNone/>
              <a:tabLst/>
              <a:defRPr sz="975"/>
            </a:lvl1pPr>
          </a:lstStyle>
          <a:p>
            <a:pPr>
              <a:spcBef>
                <a:spcPct val="0"/>
              </a:spcBef>
            </a:pPr>
            <a:r>
              <a:rPr lang="en-US" sz="1300" noProof="0" dirty="0">
                <a:solidFill>
                  <a:schemeClr val="bg1"/>
                </a:solidFill>
              </a:rPr>
              <a:t>Co-brand</a:t>
            </a:r>
            <a:br>
              <a:rPr lang="en-US" sz="1300" noProof="0" dirty="0">
                <a:solidFill>
                  <a:schemeClr val="bg1"/>
                </a:solidFill>
              </a:rPr>
            </a:br>
            <a:r>
              <a:rPr lang="en-US" sz="1300" noProof="0" dirty="0">
                <a:solidFill>
                  <a:schemeClr val="bg1"/>
                </a:solidFill>
              </a:rPr>
              <a:t>Logo</a:t>
            </a:r>
          </a:p>
          <a:p>
            <a:endParaRPr lang="en-US" noProof="0" dirty="0"/>
          </a:p>
        </p:txBody>
      </p:sp>
    </p:spTree>
    <p:extLst>
      <p:ext uri="{BB962C8B-B14F-4D97-AF65-F5344CB8AC3E}">
        <p14:creationId xmlns:p14="http://schemas.microsoft.com/office/powerpoint/2010/main" val="3897561385"/>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3 column green lin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63456277"/>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1076"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11" name="Rectangle 10"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3"/>
            <a:ext cx="11188700" cy="334099"/>
          </a:xfrm>
        </p:spPr>
        <p:txBody>
          <a:bodyPr/>
          <a:lstStyle/>
          <a:p>
            <a:r>
              <a:rPr lang="en-US" noProof="0"/>
              <a:t>Click to edit Master title style</a:t>
            </a:r>
            <a:endParaRPr lang="en-US" noProof="0" dirty="0"/>
          </a:p>
        </p:txBody>
      </p:sp>
      <p:sp>
        <p:nvSpPr>
          <p:cNvPr id="4" name="Rectangle 3"/>
          <p:cNvSpPr/>
          <p:nvPr userDrawn="1"/>
        </p:nvSpPr>
        <p:spPr>
          <a:xfrm>
            <a:off x="4320001" y="1705968"/>
            <a:ext cx="355611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5" name="Rectangle 4"/>
          <p:cNvSpPr/>
          <p:nvPr userDrawn="1"/>
        </p:nvSpPr>
        <p:spPr>
          <a:xfrm>
            <a:off x="504000" y="1700215"/>
            <a:ext cx="3560000"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6" name="Rectangle 5"/>
          <p:cNvSpPr/>
          <p:nvPr userDrawn="1"/>
        </p:nvSpPr>
        <p:spPr>
          <a:xfrm>
            <a:off x="8115300" y="1705968"/>
            <a:ext cx="3583854"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192" noProof="0" dirty="0">
              <a:solidFill>
                <a:schemeClr val="bg1"/>
              </a:solidFill>
            </a:endParaRPr>
          </a:p>
        </p:txBody>
      </p:sp>
      <p:sp>
        <p:nvSpPr>
          <p:cNvPr id="7" name="Text Placeholder 8"/>
          <p:cNvSpPr>
            <a:spLocks noGrp="1"/>
          </p:cNvSpPr>
          <p:nvPr>
            <p:ph type="body" sz="quarter" idx="17"/>
          </p:nvPr>
        </p:nvSpPr>
        <p:spPr>
          <a:xfrm>
            <a:off x="4325713" y="1851441"/>
            <a:ext cx="3540577" cy="3845754"/>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8"/>
          <p:cNvSpPr>
            <a:spLocks noGrp="1"/>
          </p:cNvSpPr>
          <p:nvPr>
            <p:ph type="body" sz="quarter" idx="18"/>
          </p:nvPr>
        </p:nvSpPr>
        <p:spPr>
          <a:xfrm>
            <a:off x="504000" y="1851441"/>
            <a:ext cx="3560000" cy="3845754"/>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9"/>
          </p:nvPr>
        </p:nvSpPr>
        <p:spPr>
          <a:xfrm>
            <a:off x="8128000" y="1851441"/>
            <a:ext cx="3571153" cy="3845754"/>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8"/>
          <p:cNvSpPr>
            <a:spLocks noGrp="1"/>
          </p:cNvSpPr>
          <p:nvPr>
            <p:ph type="body" sz="quarter" idx="13" hasCustomPrompt="1"/>
          </p:nvPr>
        </p:nvSpPr>
        <p:spPr>
          <a:xfrm>
            <a:off x="501651" y="651600"/>
            <a:ext cx="1116235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1735867472"/>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 column icon">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1589799189"/>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2100"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9" name="Rectangle 8"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a:xfrm>
            <a:off x="501652" y="317503"/>
            <a:ext cx="11188700" cy="334099"/>
          </a:xfrm>
        </p:spPr>
        <p:txBody>
          <a:bodyPr/>
          <a:lstStyle/>
          <a:p>
            <a:r>
              <a:rPr lang="en-US" noProof="0"/>
              <a:t>Click to edit Master title style</a:t>
            </a:r>
            <a:endParaRPr lang="en-US" noProof="0" dirty="0"/>
          </a:p>
        </p:txBody>
      </p:sp>
      <p:sp>
        <p:nvSpPr>
          <p:cNvPr id="4" name="Text Placeholder 8"/>
          <p:cNvSpPr>
            <a:spLocks noGrp="1"/>
          </p:cNvSpPr>
          <p:nvPr>
            <p:ph type="body" sz="quarter" idx="17"/>
          </p:nvPr>
        </p:nvSpPr>
        <p:spPr>
          <a:xfrm>
            <a:off x="504000" y="2556000"/>
            <a:ext cx="2592000" cy="3394800"/>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5" name="Text Placeholder 8"/>
          <p:cNvSpPr>
            <a:spLocks noGrp="1"/>
          </p:cNvSpPr>
          <p:nvPr>
            <p:ph type="body" sz="quarter" idx="18"/>
          </p:nvPr>
        </p:nvSpPr>
        <p:spPr>
          <a:xfrm>
            <a:off x="9096836" y="2556000"/>
            <a:ext cx="2592000" cy="3394800"/>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6" name="Text Placeholder 8"/>
          <p:cNvSpPr>
            <a:spLocks noGrp="1"/>
          </p:cNvSpPr>
          <p:nvPr>
            <p:ph type="body" sz="quarter" idx="19"/>
          </p:nvPr>
        </p:nvSpPr>
        <p:spPr>
          <a:xfrm>
            <a:off x="3368278" y="2556000"/>
            <a:ext cx="2592000" cy="3394800"/>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7" name="Text Placeholder 8"/>
          <p:cNvSpPr>
            <a:spLocks noGrp="1"/>
          </p:cNvSpPr>
          <p:nvPr>
            <p:ph type="body" sz="quarter" idx="20"/>
          </p:nvPr>
        </p:nvSpPr>
        <p:spPr>
          <a:xfrm>
            <a:off x="6232558" y="2556000"/>
            <a:ext cx="2592000" cy="3394800"/>
          </a:xfrm>
        </p:spPr>
        <p:txBody>
          <a:bodyPr/>
          <a:lstStyle>
            <a:lvl1pPr>
              <a:defRPr b="1">
                <a:solidFill>
                  <a:schemeClr val="accent1"/>
                </a:solidFill>
              </a:defRPr>
            </a:lvl1pPr>
            <a:lvl2pPr>
              <a:spcAft>
                <a:spcPts val="1083"/>
              </a:spcAft>
              <a:defRPr/>
            </a:lvl2pPr>
            <a:lvl3pPr marL="0" indent="0">
              <a:spcAft>
                <a:spcPts val="1083"/>
              </a:spcAft>
              <a:buNone/>
              <a:defRPr/>
            </a:lvl3pPr>
            <a:lvl4pPr marL="191094" indent="-191094">
              <a:spcAft>
                <a:spcPts val="1083"/>
              </a:spcAft>
              <a:buFont typeface="Arial" panose="020B0604020202020204" pitchFamily="34" charset="0"/>
              <a:buChar char="•"/>
              <a:defRPr/>
            </a:lvl4pPr>
            <a:lvl5pPr marL="386088" indent="-191094">
              <a:spcAft>
                <a:spcPts val="1083"/>
              </a:spcAft>
              <a:defRPr baseline="0"/>
            </a:lvl5pPr>
            <a:lvl6pPr marL="386088" indent="-191094">
              <a:spcAft>
                <a:spcPts val="1083"/>
              </a:spcAft>
              <a:buFont typeface="Verdana" panose="020B0604030504040204" pitchFamily="34" charset="0"/>
              <a:buChar char="−"/>
              <a:defRPr/>
            </a:lvl6pPr>
            <a:lvl7pPr marL="386088" indent="-191094">
              <a:spcAft>
                <a:spcPts val="1083"/>
              </a:spcAft>
              <a:defRPr/>
            </a:lvl7pPr>
            <a:lvl8pPr marL="386088" indent="-191094">
              <a:spcAft>
                <a:spcPts val="1083"/>
              </a:spcAft>
              <a:defRPr/>
            </a:lvl8pPr>
            <a:lvl9pPr marL="386088" indent="-191094">
              <a:spcAft>
                <a:spcPts val="1083"/>
              </a:spcAft>
              <a:defRPr/>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2912430734"/>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ubtitle, 1 column text with charts">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917316578"/>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3124"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8"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9"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10" name="Text Placeholder 18"/>
          <p:cNvSpPr>
            <a:spLocks noGrp="1"/>
          </p:cNvSpPr>
          <p:nvPr>
            <p:ph idx="1"/>
          </p:nvPr>
        </p:nvSpPr>
        <p:spPr>
          <a:xfrm>
            <a:off x="501650" y="1665289"/>
            <a:ext cx="5594351" cy="4716463"/>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4167089491"/>
      </p:ext>
    </p:extLst>
  </p:cSld>
  <p:clrMapOvr>
    <a:masterClrMapping/>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extLst>
              <p:ext uri="{D42A27DB-BD31-4B8C-83A1-F6EECF244321}">
                <p14:modId xmlns:p14="http://schemas.microsoft.com/office/powerpoint/2010/main" val="577537579"/>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4148" name="think-cell Slide" r:id="rId5" imgW="530" imgH="531" progId="TCLayout.ActiveDocument.1">
                  <p:embed/>
                </p:oleObj>
              </mc:Choice>
              <mc:Fallback>
                <p:oleObj name="think-cell Slide" r:id="rId5" imgW="530" imgH="531" progId="TCLayout.ActiveDocument.1">
                  <p:embed/>
                  <p:pic>
                    <p:nvPicPr>
                      <p:cNvPr id="0" name=""/>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4" name="Rectangle 3"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1"/>
          <p:cNvSpPr>
            <a:spLocks noGrp="1"/>
          </p:cNvSpPr>
          <p:nvPr>
            <p:ph type="title"/>
          </p:nvPr>
        </p:nvSpPr>
        <p:spPr/>
        <p:txBody>
          <a:bodyPr/>
          <a:lstStyle/>
          <a:p>
            <a:r>
              <a:rPr lang="en-US" noProof="0" dirty="0"/>
              <a:t>Click to edit Master title style</a:t>
            </a:r>
          </a:p>
        </p:txBody>
      </p:sp>
    </p:spTree>
    <p:extLst>
      <p:ext uri="{BB962C8B-B14F-4D97-AF65-F5344CB8AC3E}">
        <p14:creationId xmlns:p14="http://schemas.microsoft.com/office/powerpoint/2010/main" val="3242278702"/>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550106037"/>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15172" name="think-cell Slide" r:id="rId4" imgW="530" imgH="531" progId="TCLayout.ActiveDocument.1">
                  <p:embed/>
                </p:oleObj>
              </mc:Choice>
              <mc:Fallback>
                <p:oleObj name="think-cell Slide" r:id="rId4" imgW="530" imgH="531" progId="TCLayout.ActiveDocument.1">
                  <p:embed/>
                  <p:pic>
                    <p:nvPicPr>
                      <p:cNvPr id="0" name=""/>
                      <p:cNvPicPr/>
                      <p:nvPr/>
                    </p:nvPicPr>
                    <p:blipFill>
                      <a:blip r:embed="rId5"/>
                      <a:stretch>
                        <a:fillRect/>
                      </a:stretch>
                    </p:blipFill>
                    <p:spPr>
                      <a:xfrm>
                        <a:off x="1955" y="1589"/>
                        <a:ext cx="1953" cy="1587"/>
                      </a:xfrm>
                      <a:prstGeom prst="rect">
                        <a:avLst/>
                      </a:prstGeom>
                    </p:spPr>
                  </p:pic>
                </p:oleObj>
              </mc:Fallback>
            </mc:AlternateContent>
          </a:graphicData>
        </a:graphic>
      </p:graphicFrame>
    </p:spTree>
    <p:extLst>
      <p:ext uri="{BB962C8B-B14F-4D97-AF65-F5344CB8AC3E}">
        <p14:creationId xmlns:p14="http://schemas.microsoft.com/office/powerpoint/2010/main" val="37423936"/>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ext Placeholder 8"/>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4" name="Chart Placeholder 3"/>
          <p:cNvSpPr>
            <a:spLocks noGrp="1"/>
          </p:cNvSpPr>
          <p:nvPr>
            <p:ph type="chart" sz="quarter" idx="15"/>
          </p:nvPr>
        </p:nvSpPr>
        <p:spPr>
          <a:xfrm>
            <a:off x="501652" y="2052000"/>
            <a:ext cx="11188699" cy="4069013"/>
          </a:xfrm>
          <a:prstGeom prst="rect">
            <a:avLst/>
          </a:prstGeom>
        </p:spPr>
        <p:txBody>
          <a:bodyPr/>
          <a:lstStyle/>
          <a:p>
            <a:r>
              <a:rPr lang="en-US"/>
              <a:t>Click icon to add chart</a:t>
            </a:r>
            <a:endParaRPr lang="en-GB" dirty="0"/>
          </a:p>
        </p:txBody>
      </p:sp>
      <p:sp>
        <p:nvSpPr>
          <p:cNvPr id="5" name="Text Placeholder 8"/>
          <p:cNvSpPr>
            <a:spLocks noGrp="1"/>
          </p:cNvSpPr>
          <p:nvPr>
            <p:ph type="body" sz="quarter" idx="18"/>
          </p:nvPr>
        </p:nvSpPr>
        <p:spPr>
          <a:xfrm>
            <a:off x="501652" y="1674087"/>
            <a:ext cx="11188699" cy="357187"/>
          </a:xfrm>
        </p:spPr>
        <p:txBody>
          <a:bodyPr/>
          <a:lstStyle/>
          <a:p>
            <a:pPr lvl="0"/>
            <a:r>
              <a:rPr lang="en-US" noProof="0"/>
              <a:t>Edit Master text styles</a:t>
            </a:r>
          </a:p>
        </p:txBody>
      </p:sp>
      <p:sp>
        <p:nvSpPr>
          <p:cNvPr id="6" name="Text Placeholder 7"/>
          <p:cNvSpPr>
            <a:spLocks noGrp="1"/>
          </p:cNvSpPr>
          <p:nvPr>
            <p:ph type="body" sz="quarter" idx="23"/>
          </p:nvPr>
        </p:nvSpPr>
        <p:spPr>
          <a:xfrm>
            <a:off x="501651" y="6311156"/>
            <a:ext cx="11188700" cy="160245"/>
          </a:xfrm>
        </p:spPr>
        <p:txBody>
          <a:bodyPr>
            <a:normAutofit/>
          </a:bodyPr>
          <a:lstStyle>
            <a:lvl1pPr>
              <a:spcAft>
                <a:spcPts val="0"/>
              </a:spcAft>
              <a:defRPr sz="900"/>
            </a:lvl1pPr>
          </a:lstStyle>
          <a:p>
            <a:pPr lvl="0"/>
            <a:r>
              <a:rPr lang="en-US"/>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3444094185"/>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17" name="Chart Placeholder 3"/>
          <p:cNvSpPr>
            <a:spLocks noGrp="1"/>
          </p:cNvSpPr>
          <p:nvPr>
            <p:ph type="chart" sz="quarter" idx="15"/>
          </p:nvPr>
        </p:nvSpPr>
        <p:spPr>
          <a:xfrm>
            <a:off x="501652" y="2052000"/>
            <a:ext cx="11188699" cy="4069013"/>
          </a:xfrm>
          <a:prstGeom prst="rect">
            <a:avLst/>
          </a:prstGeom>
        </p:spPr>
        <p:txBody>
          <a:bodyPr/>
          <a:lstStyle/>
          <a:p>
            <a:r>
              <a:rPr lang="en-US"/>
              <a:t>Click icon to add chart</a:t>
            </a:r>
            <a:endParaRPr lang="en-GB" dirty="0"/>
          </a:p>
        </p:txBody>
      </p:sp>
      <p:sp>
        <p:nvSpPr>
          <p:cNvPr id="18" name="Text Placeholder 8"/>
          <p:cNvSpPr>
            <a:spLocks noGrp="1"/>
          </p:cNvSpPr>
          <p:nvPr>
            <p:ph type="body" sz="quarter" idx="18"/>
          </p:nvPr>
        </p:nvSpPr>
        <p:spPr>
          <a:xfrm>
            <a:off x="501652" y="1674087"/>
            <a:ext cx="11188699" cy="357187"/>
          </a:xfrm>
        </p:spPr>
        <p:txBody>
          <a:bodyPr/>
          <a:lstStyle/>
          <a:p>
            <a:pPr lvl="0"/>
            <a:r>
              <a:rPr lang="en-US" noProof="0"/>
              <a:t>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
        <p:nvSpPr>
          <p:cNvPr id="9" name="Text Placeholder 7"/>
          <p:cNvSpPr>
            <a:spLocks noGrp="1"/>
          </p:cNvSpPr>
          <p:nvPr>
            <p:ph type="body" sz="quarter" idx="23"/>
          </p:nvPr>
        </p:nvSpPr>
        <p:spPr>
          <a:xfrm>
            <a:off x="501651" y="6311156"/>
            <a:ext cx="11188700" cy="160245"/>
          </a:xfrm>
        </p:spPr>
        <p:txBody>
          <a:bodyPr>
            <a:normAutofit/>
          </a:bodyPr>
          <a:lstStyle>
            <a:lvl1pPr>
              <a:spcAft>
                <a:spcPts val="0"/>
              </a:spcAft>
              <a:defRPr sz="900"/>
            </a:lvl1pPr>
          </a:lstStyle>
          <a:p>
            <a:pPr lvl="0"/>
            <a:r>
              <a:rPr lang="en-US"/>
              <a:t>Edit Master text styles</a:t>
            </a:r>
          </a:p>
        </p:txBody>
      </p:sp>
    </p:spTree>
    <p:extLst>
      <p:ext uri="{BB962C8B-B14F-4D97-AF65-F5344CB8AC3E}">
        <p14:creationId xmlns:p14="http://schemas.microsoft.com/office/powerpoint/2010/main" val="941497370"/>
      </p:ext>
    </p:extLst>
  </p:cSld>
  <p:clrMapOvr>
    <a:masterClrMapping/>
  </p:clrMapOvr>
  <p:transition>
    <p:fade/>
  </p:transition>
  <p:hf hdr="0" dt="0"/>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userDrawn="1">
  <p:cSld name="1_Title Slide - Black">
    <p:bg bwMode="gray">
      <p:bgPr>
        <a:solidFill>
          <a:schemeClr val="bg1"/>
        </a:solid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8" y="727200"/>
            <a:ext cx="7200000" cy="5400000"/>
          </a:xfrm>
          <a:prstGeom prst="rect">
            <a:avLst/>
          </a:prstGeom>
        </p:spPr>
        <p:txBody>
          <a:bodyPr/>
          <a:lstStyle>
            <a:lvl1pPr>
              <a:defRPr>
                <a:solidFill>
                  <a:schemeClr val="bg1"/>
                </a:solidFill>
              </a:defRPr>
            </a:lvl1pPr>
          </a:lstStyle>
          <a:p>
            <a:r>
              <a:rPr lang="en-US" noProof="0" dirty="0"/>
              <a:t>Click icon to add picture</a:t>
            </a:r>
          </a:p>
        </p:txBody>
      </p:sp>
      <p:sp>
        <p:nvSpPr>
          <p:cNvPr id="3" name="Subtitle 2"/>
          <p:cNvSpPr>
            <a:spLocks noGrp="1"/>
          </p:cNvSpPr>
          <p:nvPr>
            <p:ph type="subTitle" idx="1" hasCustomPrompt="1"/>
          </p:nvPr>
        </p:nvSpPr>
        <p:spPr bwMode="gray">
          <a:xfrm>
            <a:off x="503991" y="5864230"/>
            <a:ext cx="5592011" cy="505645"/>
          </a:xfrm>
          <a:prstGeom prst="rect">
            <a:avLst/>
          </a:prstGeom>
        </p:spPr>
        <p:txBody>
          <a:bodyPr lIns="0" tIns="0" rIns="0" bIns="0" anchor="b" anchorCtr="0">
            <a:noAutofit/>
          </a:bodyPr>
          <a:lstStyle>
            <a:lvl1pPr marL="0" indent="0" algn="l">
              <a:lnSpc>
                <a:spcPct val="100000"/>
              </a:lnSpc>
              <a:spcAft>
                <a:spcPts val="0"/>
              </a:spcAft>
              <a:buNone/>
              <a:defRPr sz="1799" b="1">
                <a:solidFill>
                  <a:schemeClr val="bg1"/>
                </a:solidFill>
              </a:defRPr>
            </a:lvl1pPr>
            <a:lvl2pPr marL="0" marR="0" indent="0" algn="l" defTabSz="914464" rtl="0" eaLnBrk="1" fontAlgn="auto" latinLnBrk="0" hangingPunct="1">
              <a:lnSpc>
                <a:spcPct val="100000"/>
              </a:lnSpc>
              <a:spcBef>
                <a:spcPts val="0"/>
              </a:spcBef>
              <a:spcAft>
                <a:spcPts val="0"/>
              </a:spcAft>
              <a:buClrTx/>
              <a:buSzPct val="100000"/>
              <a:buFont typeface="Arial"/>
              <a:buNone/>
              <a:tabLst/>
              <a:defRPr sz="1600" b="0">
                <a:solidFill>
                  <a:schemeClr val="bg1"/>
                </a:solidFill>
              </a:defRPr>
            </a:lvl2pPr>
            <a:lvl3pPr marL="0" indent="0" algn="l">
              <a:spcAft>
                <a:spcPts val="0"/>
              </a:spcAft>
              <a:buNone/>
              <a:defRPr sz="1600">
                <a:solidFill>
                  <a:schemeClr val="bg1"/>
                </a:solidFill>
              </a:defRPr>
            </a:lvl3pPr>
            <a:lvl4pPr marL="1371694" indent="0" algn="ctr">
              <a:buNone/>
              <a:defRPr sz="1600"/>
            </a:lvl4pPr>
            <a:lvl5pPr marL="1828928" indent="0" algn="ctr">
              <a:buNone/>
              <a:defRPr sz="1600"/>
            </a:lvl5pPr>
            <a:lvl6pPr marL="2286160" indent="0" algn="ctr">
              <a:buNone/>
              <a:defRPr sz="1600"/>
            </a:lvl6pPr>
            <a:lvl7pPr marL="2743390" indent="0" algn="ctr">
              <a:buNone/>
              <a:defRPr sz="1600"/>
            </a:lvl7pPr>
            <a:lvl8pPr marL="3200623" indent="0" algn="ctr">
              <a:buNone/>
              <a:defRPr sz="1600"/>
            </a:lvl8pPr>
            <a:lvl9pPr marL="3657855" indent="0" algn="ctr">
              <a:buNone/>
              <a:defRPr sz="1600"/>
            </a:lvl9pPr>
          </a:lstStyle>
          <a:p>
            <a:r>
              <a:rPr lang="en-US" noProof="0" dirty="0"/>
              <a:t>Click to edit Master title style</a:t>
            </a:r>
          </a:p>
          <a:p>
            <a:pPr marL="0" marR="0" lvl="1" indent="0" algn="l" defTabSz="914464" rtl="0" eaLnBrk="1" fontAlgn="auto" latinLnBrk="0" hangingPunct="1">
              <a:lnSpc>
                <a:spcPct val="100000"/>
              </a:lnSpc>
              <a:spcBef>
                <a:spcPts val="0"/>
              </a:spcBef>
              <a:spcAft>
                <a:spcPts val="0"/>
              </a:spcAft>
              <a:buClrTx/>
              <a:buSzPct val="100000"/>
              <a:buFont typeface="Arial"/>
              <a:buNone/>
              <a:tabLst/>
              <a:defRPr/>
            </a:pPr>
            <a:r>
              <a:rPr lang="en-US" noProof="0" dirty="0"/>
              <a:t>Click to edit Master subtitle style</a:t>
            </a:r>
          </a:p>
        </p:txBody>
      </p:sp>
      <p:sp>
        <p:nvSpPr>
          <p:cNvPr id="5" name="Text Placeholder 4"/>
          <p:cNvSpPr>
            <a:spLocks noGrp="1"/>
          </p:cNvSpPr>
          <p:nvPr>
            <p:ph type="body" sz="quarter" idx="10"/>
          </p:nvPr>
        </p:nvSpPr>
        <p:spPr>
          <a:xfrm>
            <a:off x="501653" y="6381750"/>
            <a:ext cx="5594348" cy="298450"/>
          </a:xfrm>
          <a:prstGeom prst="rect">
            <a:avLst/>
          </a:prstGeom>
        </p:spPr>
        <p:txBody>
          <a:bodyPr/>
          <a:lstStyle>
            <a:lvl1pPr>
              <a:spcAft>
                <a:spcPts val="0"/>
              </a:spcAft>
              <a:defRPr sz="100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16" name="Group 15">
            <a:extLst>
              <a:ext uri="{FF2B5EF4-FFF2-40B4-BE49-F238E27FC236}">
                <a16:creationId xmlns:a16="http://schemas.microsoft.com/office/drawing/2014/main" id="{E9ED29CA-6A60-490D-9D54-EA7CC7AF832C}"/>
              </a:ext>
            </a:extLst>
          </p:cNvPr>
          <p:cNvGrpSpPr>
            <a:grpSpLocks noChangeAspect="1"/>
          </p:cNvGrpSpPr>
          <p:nvPr userDrawn="1"/>
        </p:nvGrpSpPr>
        <p:grpSpPr>
          <a:xfrm>
            <a:off x="475325" y="457200"/>
            <a:ext cx="1998000" cy="374400"/>
            <a:chOff x="398463" y="404813"/>
            <a:chExt cx="1627187" cy="307976"/>
          </a:xfrm>
          <a:solidFill>
            <a:schemeClr val="tx1"/>
          </a:solidFill>
        </p:grpSpPr>
        <p:sp>
          <p:nvSpPr>
            <p:cNvPr id="17" name="Oval 5">
              <a:extLst>
                <a:ext uri="{FF2B5EF4-FFF2-40B4-BE49-F238E27FC236}">
                  <a16:creationId xmlns:a16="http://schemas.microsoft.com/office/drawing/2014/main" id="{119E2360-A688-44DF-A6BB-76D18177CCFF}"/>
                </a:ext>
              </a:extLst>
            </p:cNvPr>
            <p:cNvSpPr>
              <a:spLocks noChangeArrowheads="1"/>
            </p:cNvSpPr>
            <p:nvPr/>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8" name="Freeform 6">
              <a:extLst>
                <a:ext uri="{FF2B5EF4-FFF2-40B4-BE49-F238E27FC236}">
                  <a16:creationId xmlns:a16="http://schemas.microsoft.com/office/drawing/2014/main" id="{4265C3C7-34A9-47F1-AB5F-2771E187891E}"/>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9" name="Rectangle 7">
              <a:extLst>
                <a:ext uri="{FF2B5EF4-FFF2-40B4-BE49-F238E27FC236}">
                  <a16:creationId xmlns:a16="http://schemas.microsoft.com/office/drawing/2014/main" id="{A9400861-EDC5-4A80-9569-C20320CE006A}"/>
                </a:ext>
              </a:extLst>
            </p:cNvPr>
            <p:cNvSpPr>
              <a:spLocks noChangeArrowheads="1"/>
            </p:cNvSpPr>
            <p:nvPr/>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0" name="Freeform 8">
              <a:extLst>
                <a:ext uri="{FF2B5EF4-FFF2-40B4-BE49-F238E27FC236}">
                  <a16:creationId xmlns:a16="http://schemas.microsoft.com/office/drawing/2014/main" id="{64DC9296-DBBC-4C4E-ACB4-7DA2607D524B}"/>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1" name="Rectangle 9">
              <a:extLst>
                <a:ext uri="{FF2B5EF4-FFF2-40B4-BE49-F238E27FC236}">
                  <a16:creationId xmlns:a16="http://schemas.microsoft.com/office/drawing/2014/main" id="{3E26591B-8E9F-4856-8284-BF3F8DB6ABC1}"/>
                </a:ext>
              </a:extLst>
            </p:cNvPr>
            <p:cNvSpPr>
              <a:spLocks noChangeArrowheads="1"/>
            </p:cNvSpPr>
            <p:nvPr/>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2" name="Rectangle 10">
              <a:extLst>
                <a:ext uri="{FF2B5EF4-FFF2-40B4-BE49-F238E27FC236}">
                  <a16:creationId xmlns:a16="http://schemas.microsoft.com/office/drawing/2014/main" id="{43F42271-5510-4D15-B07B-133237928BB4}"/>
                </a:ext>
              </a:extLst>
            </p:cNvPr>
            <p:cNvSpPr>
              <a:spLocks noChangeArrowheads="1"/>
            </p:cNvSpPr>
            <p:nvPr/>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3" name="Freeform 11">
              <a:extLst>
                <a:ext uri="{FF2B5EF4-FFF2-40B4-BE49-F238E27FC236}">
                  <a16:creationId xmlns:a16="http://schemas.microsoft.com/office/drawing/2014/main" id="{00E9FD99-54D9-422B-9717-D0DD3442A0DF}"/>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4" name="Freeform 12">
              <a:extLst>
                <a:ext uri="{FF2B5EF4-FFF2-40B4-BE49-F238E27FC236}">
                  <a16:creationId xmlns:a16="http://schemas.microsoft.com/office/drawing/2014/main" id="{BAF30821-90D3-436A-8DDF-D130E66447E2}"/>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5" name="Freeform 13">
              <a:extLst>
                <a:ext uri="{FF2B5EF4-FFF2-40B4-BE49-F238E27FC236}">
                  <a16:creationId xmlns:a16="http://schemas.microsoft.com/office/drawing/2014/main" id="{5C1A565D-B22B-4EE2-ACC9-C993D581F00C}"/>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6" name="Freeform 14">
              <a:extLst>
                <a:ext uri="{FF2B5EF4-FFF2-40B4-BE49-F238E27FC236}">
                  <a16:creationId xmlns:a16="http://schemas.microsoft.com/office/drawing/2014/main" id="{666738FD-9737-43F5-8E36-896FD725FE08}"/>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187199962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633">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userDrawn="1">
  <p:cSld name="1_End slide">
    <p:bg>
      <p:bgPr>
        <a:solidFill>
          <a:schemeClr val="bg1"/>
        </a:solidFill>
        <a:effectLst/>
      </p:bgPr>
    </p:bg>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E9ED29CA-6A60-490D-9D54-EA7CC7AF832C}"/>
              </a:ext>
            </a:extLst>
          </p:cNvPr>
          <p:cNvGrpSpPr>
            <a:grpSpLocks noChangeAspect="1"/>
          </p:cNvGrpSpPr>
          <p:nvPr userDrawn="1"/>
        </p:nvGrpSpPr>
        <p:grpSpPr>
          <a:xfrm>
            <a:off x="475325" y="457200"/>
            <a:ext cx="1998000" cy="374400"/>
            <a:chOff x="398463" y="404813"/>
            <a:chExt cx="1627187" cy="307976"/>
          </a:xfrm>
          <a:solidFill>
            <a:schemeClr val="tx1"/>
          </a:solidFill>
        </p:grpSpPr>
        <p:sp>
          <p:nvSpPr>
            <p:cNvPr id="14" name="Oval 5">
              <a:extLst>
                <a:ext uri="{FF2B5EF4-FFF2-40B4-BE49-F238E27FC236}">
                  <a16:creationId xmlns:a16="http://schemas.microsoft.com/office/drawing/2014/main" id="{119E2360-A688-44DF-A6BB-76D18177CCFF}"/>
                </a:ext>
              </a:extLst>
            </p:cNvPr>
            <p:cNvSpPr>
              <a:spLocks noChangeArrowheads="1"/>
            </p:cNvSpPr>
            <p:nvPr/>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5" name="Freeform 6">
              <a:extLst>
                <a:ext uri="{FF2B5EF4-FFF2-40B4-BE49-F238E27FC236}">
                  <a16:creationId xmlns:a16="http://schemas.microsoft.com/office/drawing/2014/main" id="{4265C3C7-34A9-47F1-AB5F-2771E187891E}"/>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6" name="Rectangle 7">
              <a:extLst>
                <a:ext uri="{FF2B5EF4-FFF2-40B4-BE49-F238E27FC236}">
                  <a16:creationId xmlns:a16="http://schemas.microsoft.com/office/drawing/2014/main" id="{A9400861-EDC5-4A80-9569-C20320CE006A}"/>
                </a:ext>
              </a:extLst>
            </p:cNvPr>
            <p:cNvSpPr>
              <a:spLocks noChangeArrowheads="1"/>
            </p:cNvSpPr>
            <p:nvPr/>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7" name="Freeform 8">
              <a:extLst>
                <a:ext uri="{FF2B5EF4-FFF2-40B4-BE49-F238E27FC236}">
                  <a16:creationId xmlns:a16="http://schemas.microsoft.com/office/drawing/2014/main" id="{64DC9296-DBBC-4C4E-ACB4-7DA2607D524B}"/>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8" name="Rectangle 9">
              <a:extLst>
                <a:ext uri="{FF2B5EF4-FFF2-40B4-BE49-F238E27FC236}">
                  <a16:creationId xmlns:a16="http://schemas.microsoft.com/office/drawing/2014/main" id="{3E26591B-8E9F-4856-8284-BF3F8DB6ABC1}"/>
                </a:ext>
              </a:extLst>
            </p:cNvPr>
            <p:cNvSpPr>
              <a:spLocks noChangeArrowheads="1"/>
            </p:cNvSpPr>
            <p:nvPr/>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9" name="Rectangle 10">
              <a:extLst>
                <a:ext uri="{FF2B5EF4-FFF2-40B4-BE49-F238E27FC236}">
                  <a16:creationId xmlns:a16="http://schemas.microsoft.com/office/drawing/2014/main" id="{43F42271-5510-4D15-B07B-133237928BB4}"/>
                </a:ext>
              </a:extLst>
            </p:cNvPr>
            <p:cNvSpPr>
              <a:spLocks noChangeArrowheads="1"/>
            </p:cNvSpPr>
            <p:nvPr/>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0" name="Freeform 11">
              <a:extLst>
                <a:ext uri="{FF2B5EF4-FFF2-40B4-BE49-F238E27FC236}">
                  <a16:creationId xmlns:a16="http://schemas.microsoft.com/office/drawing/2014/main" id="{00E9FD99-54D9-422B-9717-D0DD3442A0DF}"/>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1" name="Freeform 12">
              <a:extLst>
                <a:ext uri="{FF2B5EF4-FFF2-40B4-BE49-F238E27FC236}">
                  <a16:creationId xmlns:a16="http://schemas.microsoft.com/office/drawing/2014/main" id="{BAF30821-90D3-436A-8DDF-D130E66447E2}"/>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2" name="Freeform 13">
              <a:extLst>
                <a:ext uri="{FF2B5EF4-FFF2-40B4-BE49-F238E27FC236}">
                  <a16:creationId xmlns:a16="http://schemas.microsoft.com/office/drawing/2014/main" id="{5C1A565D-B22B-4EE2-ACC9-C993D581F00C}"/>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3" name="Freeform 14">
              <a:extLst>
                <a:ext uri="{FF2B5EF4-FFF2-40B4-BE49-F238E27FC236}">
                  <a16:creationId xmlns:a16="http://schemas.microsoft.com/office/drawing/2014/main" id="{666738FD-9737-43F5-8E36-896FD725FE08}"/>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138833476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Title &amp; subtitle">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1430590204"/>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22319" name="think-cell Slide" r:id="rId5" imgW="530" imgH="531" progId="TCLayout.ActiveDocument.1">
                  <p:embed/>
                </p:oleObj>
              </mc:Choice>
              <mc:Fallback>
                <p:oleObj name="think-cell Slide" r:id="rId5" imgW="530" imgH="531" progId="TCLayout.ActiveDocument.1">
                  <p:embed/>
                  <p:pic>
                    <p:nvPicPr>
                      <p:cNvPr id="2" name="Object 1" hidden="1"/>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10" name="Text Placeholder 8"/>
          <p:cNvSpPr>
            <a:spLocks noGrp="1"/>
          </p:cNvSpPr>
          <p:nvPr>
            <p:ph type="body" sz="quarter" idx="13" hasCustomPrompt="1"/>
          </p:nvPr>
        </p:nvSpPr>
        <p:spPr>
          <a:xfrm>
            <a:off x="501651" y="651600"/>
            <a:ext cx="11188700"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
        <p:nvSpPr>
          <p:cNvPr id="11" name="Title Placeholder 1"/>
          <p:cNvSpPr>
            <a:spLocks noGrp="1"/>
          </p:cNvSpPr>
          <p:nvPr>
            <p:ph type="title" hasCustomPrompt="1"/>
          </p:nvPr>
        </p:nvSpPr>
        <p:spPr>
          <a:xfrm>
            <a:off x="501651" y="317501"/>
            <a:ext cx="11188700" cy="334101"/>
          </a:xfrm>
          <a:prstGeom prst="rect">
            <a:avLst/>
          </a:prstGeom>
        </p:spPr>
        <p:txBody>
          <a:bodyPr vert="horz" lIns="0" tIns="0" rIns="0" bIns="0" rtlCol="0" anchor="t" anchorCtr="0">
            <a:noAutofit/>
          </a:bodyPr>
          <a:lstStyle>
            <a:lvl1pPr>
              <a:defRPr/>
            </a:lvl1pPr>
          </a:lstStyle>
          <a:p>
            <a:r>
              <a:rPr lang="en-US" noProof="0" dirty="0"/>
              <a:t>Click to add title</a:t>
            </a:r>
          </a:p>
        </p:txBody>
      </p:sp>
    </p:spTree>
    <p:extLst>
      <p:ext uri="{BB962C8B-B14F-4D97-AF65-F5344CB8AC3E}">
        <p14:creationId xmlns:p14="http://schemas.microsoft.com/office/powerpoint/2010/main" val="3121890125"/>
      </p:ext>
    </p:extLst>
  </p:cSld>
  <p:clrMapOvr>
    <a:masterClrMapping/>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p:cSld name="Title &amp; 1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1"/>
            <a:ext cx="11188700" cy="698500"/>
          </a:xfrm>
        </p:spPr>
        <p:txBody>
          <a:bodyPr/>
          <a:lstStyle/>
          <a:p>
            <a:r>
              <a:rPr lang="en-US"/>
              <a:t>Click to edit Master title style</a:t>
            </a:r>
            <a:endParaRPr lang="en-US" dirty="0"/>
          </a:p>
        </p:txBody>
      </p:sp>
      <p:sp>
        <p:nvSpPr>
          <p:cNvPr id="14" name="Text Placeholder 18"/>
          <p:cNvSpPr>
            <a:spLocks noGrp="1"/>
          </p:cNvSpPr>
          <p:nvPr>
            <p:ph idx="1"/>
          </p:nvPr>
        </p:nvSpPr>
        <p:spPr>
          <a:xfrm>
            <a:off x="501651" y="1665289"/>
            <a:ext cx="11165416" cy="4716463"/>
          </a:xfrm>
          <a:prstGeom prst="rect">
            <a:avLst/>
          </a:prstGeom>
        </p:spPr>
        <p:txBody>
          <a:bodyPr vert="horz" lIns="0" tIns="0" rIns="0" bIns="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578495274"/>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2 content with quote ">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extLst>
              <p:ext uri="{D42A27DB-BD31-4B8C-83A1-F6EECF244321}">
                <p14:modId xmlns:p14="http://schemas.microsoft.com/office/powerpoint/2010/main" val="3852164176"/>
              </p:ext>
            </p:extLst>
          </p:nvPr>
        </p:nvGraphicFramePr>
        <p:xfrm>
          <a:off x="1955" y="1589"/>
          <a:ext cx="1953" cy="1587"/>
        </p:xfrm>
        <a:graphic>
          <a:graphicData uri="http://schemas.openxmlformats.org/presentationml/2006/ole">
            <mc:AlternateContent xmlns:mc="http://schemas.openxmlformats.org/markup-compatibility/2006">
              <mc:Choice xmlns:v="urn:schemas-microsoft-com:vml" Requires="v">
                <p:oleObj spid="_x0000_s739563" name="think-cell Slide" r:id="rId5" imgW="530" imgH="531" progId="TCLayout.ActiveDocument.1">
                  <p:embed/>
                </p:oleObj>
              </mc:Choice>
              <mc:Fallback>
                <p:oleObj name="think-cell Slide" r:id="rId5" imgW="530" imgH="531" progId="TCLayout.ActiveDocument.1">
                  <p:embed/>
                  <p:pic>
                    <p:nvPicPr>
                      <p:cNvPr id="2" name="Object 1" hidden="1"/>
                      <p:cNvPicPr/>
                      <p:nvPr/>
                    </p:nvPicPr>
                    <p:blipFill>
                      <a:blip r:embed="rId6"/>
                      <a:stretch>
                        <a:fillRect/>
                      </a:stretch>
                    </p:blipFill>
                    <p:spPr>
                      <a:xfrm>
                        <a:off x="1955" y="1589"/>
                        <a:ext cx="1953" cy="1587"/>
                      </a:xfrm>
                      <a:prstGeom prst="rect">
                        <a:avLst/>
                      </a:prstGeom>
                    </p:spPr>
                  </p:pic>
                </p:oleObj>
              </mc:Fallback>
            </mc:AlternateContent>
          </a:graphicData>
        </a:graphic>
      </p:graphicFrame>
      <p:sp>
        <p:nvSpPr>
          <p:cNvPr id="3" name="Rectangle 2" hidden="1"/>
          <p:cNvSpPr/>
          <p:nvPr userDrawn="1">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Placeholder 1"/>
          <p:cNvSpPr>
            <a:spLocks noGrp="1"/>
          </p:cNvSpPr>
          <p:nvPr>
            <p:ph type="title" hasCustomPrompt="1"/>
          </p:nvPr>
        </p:nvSpPr>
        <p:spPr>
          <a:xfrm>
            <a:off x="501652" y="317500"/>
            <a:ext cx="11188700" cy="334100"/>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6" name="Content Placeholder 3"/>
          <p:cNvSpPr>
            <a:spLocks noGrp="1"/>
          </p:cNvSpPr>
          <p:nvPr>
            <p:ph sz="quarter" idx="10"/>
          </p:nvPr>
        </p:nvSpPr>
        <p:spPr>
          <a:xfrm>
            <a:off x="7577882" y="1658680"/>
            <a:ext cx="4112468" cy="4723072"/>
          </a:xfrm>
          <a:prstGeom prst="rect">
            <a:avLst/>
          </a:prstGeom>
        </p:spPr>
        <p:txBody>
          <a:bodyPr>
            <a:noAutofit/>
          </a:bodyPr>
          <a:lstStyle>
            <a:lvl1pPr>
              <a:tabLst>
                <a:tab pos="5448132" algn="r"/>
              </a:tabLst>
              <a:defRPr sz="2600">
                <a:solidFill>
                  <a:schemeClr val="accent3"/>
                </a:solidFill>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p:txBody>
      </p:sp>
      <p:sp>
        <p:nvSpPr>
          <p:cNvPr id="8" name="Content Placeholder 3"/>
          <p:cNvSpPr>
            <a:spLocks noGrp="1"/>
          </p:cNvSpPr>
          <p:nvPr>
            <p:ph sz="quarter" idx="16"/>
          </p:nvPr>
        </p:nvSpPr>
        <p:spPr>
          <a:xfrm>
            <a:off x="501652" y="1665288"/>
            <a:ext cx="6506348" cy="4716462"/>
          </a:xfrm>
          <a:prstGeom prst="rect">
            <a:avLst/>
          </a:prstGeom>
        </p:spPr>
        <p:txBody>
          <a:bodyPr/>
          <a:lstStyle>
            <a:lvl1pPr>
              <a:tabLst>
                <a:tab pos="5448132" algn="r"/>
              </a:tabLst>
              <a:defRPr/>
            </a:lvl1pPr>
            <a:lvl2pPr>
              <a:tabLst>
                <a:tab pos="5448132" algn="r"/>
              </a:tabLst>
              <a:defRPr/>
            </a:lvl2pPr>
            <a:lvl3pPr>
              <a:tabLst>
                <a:tab pos="5448132" algn="r"/>
              </a:tabLst>
              <a:defRPr/>
            </a:lvl3pPr>
            <a:lvl4pPr>
              <a:tabLst>
                <a:tab pos="5448132" algn="r"/>
              </a:tabLst>
              <a:defRPr/>
            </a:lvl4pPr>
            <a:lvl5pPr>
              <a:tabLst>
                <a:tab pos="544813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3" hasCustomPrompt="1"/>
          </p:nvPr>
        </p:nvSpPr>
        <p:spPr>
          <a:xfrm>
            <a:off x="501652" y="651600"/>
            <a:ext cx="11188699" cy="757255"/>
          </a:xfrm>
          <a:prstGeom prst="rect">
            <a:avLst/>
          </a:prstGeom>
        </p:spPr>
        <p:txBody>
          <a:bodyPr lIns="0" tIns="0" rIns="0" bIns="0">
            <a:noAutofit/>
          </a:bodyPr>
          <a:lstStyle>
            <a:lvl1pPr marL="0" indent="0">
              <a:buNone/>
              <a:defRPr sz="1600" b="0">
                <a:solidFill>
                  <a:srgbClr val="575757"/>
                </a:solidFill>
              </a:defRPr>
            </a:lvl1pPr>
          </a:lstStyle>
          <a:p>
            <a:pPr lvl="0"/>
            <a:r>
              <a:rPr lang="en-US" noProof="0" dirty="0"/>
              <a:t>Click to add subtitle</a:t>
            </a:r>
          </a:p>
        </p:txBody>
      </p:sp>
    </p:spTree>
    <p:extLst>
      <p:ext uri="{BB962C8B-B14F-4D97-AF65-F5344CB8AC3E}">
        <p14:creationId xmlns:p14="http://schemas.microsoft.com/office/powerpoint/2010/main" val="3200678950"/>
      </p:ext>
    </p:extLst>
  </p:cSld>
  <p:clrMapOvr>
    <a:masterClrMapping/>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cSld name="Title Slide - White">
    <p:bg bwMode="gray">
      <p:bgPr>
        <a:solidFill>
          <a:schemeClr val="bg1"/>
        </a:solidFill>
        <a:effectLst/>
      </p:bgPr>
    </p:bg>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E9ED29CA-6A60-490D-9D54-EA7CC7AF832C}"/>
              </a:ext>
            </a:extLst>
          </p:cNvPr>
          <p:cNvGrpSpPr>
            <a:grpSpLocks noChangeAspect="1"/>
          </p:cNvGrpSpPr>
          <p:nvPr/>
        </p:nvGrpSpPr>
        <p:grpSpPr>
          <a:xfrm>
            <a:off x="475325" y="457200"/>
            <a:ext cx="1998000" cy="374400"/>
            <a:chOff x="398463" y="404813"/>
            <a:chExt cx="1627187" cy="307976"/>
          </a:xfrm>
          <a:solidFill>
            <a:schemeClr val="tx1"/>
          </a:solidFill>
        </p:grpSpPr>
        <p:sp>
          <p:nvSpPr>
            <p:cNvPr id="31" name="Oval 5">
              <a:extLst>
                <a:ext uri="{FF2B5EF4-FFF2-40B4-BE49-F238E27FC236}">
                  <a16:creationId xmlns:a16="http://schemas.microsoft.com/office/drawing/2014/main" id="{119E2360-A688-44DF-A6BB-76D18177CCFF}"/>
                </a:ext>
              </a:extLst>
            </p:cNvPr>
            <p:cNvSpPr>
              <a:spLocks noChangeArrowheads="1"/>
            </p:cNvSpPr>
            <p:nvPr/>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2" name="Freeform 6">
              <a:extLst>
                <a:ext uri="{FF2B5EF4-FFF2-40B4-BE49-F238E27FC236}">
                  <a16:creationId xmlns:a16="http://schemas.microsoft.com/office/drawing/2014/main" id="{4265C3C7-34A9-47F1-AB5F-2771E187891E}"/>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Rectangle 7">
              <a:extLst>
                <a:ext uri="{FF2B5EF4-FFF2-40B4-BE49-F238E27FC236}">
                  <a16:creationId xmlns:a16="http://schemas.microsoft.com/office/drawing/2014/main" id="{A9400861-EDC5-4A80-9569-C20320CE006A}"/>
                </a:ext>
              </a:extLst>
            </p:cNvPr>
            <p:cNvSpPr>
              <a:spLocks noChangeArrowheads="1"/>
            </p:cNvSpPr>
            <p:nvPr/>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8">
              <a:extLst>
                <a:ext uri="{FF2B5EF4-FFF2-40B4-BE49-F238E27FC236}">
                  <a16:creationId xmlns:a16="http://schemas.microsoft.com/office/drawing/2014/main" id="{64DC9296-DBBC-4C4E-ACB4-7DA2607D524B}"/>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Rectangle 9">
              <a:extLst>
                <a:ext uri="{FF2B5EF4-FFF2-40B4-BE49-F238E27FC236}">
                  <a16:creationId xmlns:a16="http://schemas.microsoft.com/office/drawing/2014/main" id="{3E26591B-8E9F-4856-8284-BF3F8DB6ABC1}"/>
                </a:ext>
              </a:extLst>
            </p:cNvPr>
            <p:cNvSpPr>
              <a:spLocks noChangeArrowheads="1"/>
            </p:cNvSpPr>
            <p:nvPr/>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6" name="Rectangle 10">
              <a:extLst>
                <a:ext uri="{FF2B5EF4-FFF2-40B4-BE49-F238E27FC236}">
                  <a16:creationId xmlns:a16="http://schemas.microsoft.com/office/drawing/2014/main" id="{43F42271-5510-4D15-B07B-133237928BB4}"/>
                </a:ext>
              </a:extLst>
            </p:cNvPr>
            <p:cNvSpPr>
              <a:spLocks noChangeArrowheads="1"/>
            </p:cNvSpPr>
            <p:nvPr/>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7" name="Freeform 11">
              <a:extLst>
                <a:ext uri="{FF2B5EF4-FFF2-40B4-BE49-F238E27FC236}">
                  <a16:creationId xmlns:a16="http://schemas.microsoft.com/office/drawing/2014/main" id="{00E9FD99-54D9-422B-9717-D0DD3442A0DF}"/>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8" name="Freeform 12">
              <a:extLst>
                <a:ext uri="{FF2B5EF4-FFF2-40B4-BE49-F238E27FC236}">
                  <a16:creationId xmlns:a16="http://schemas.microsoft.com/office/drawing/2014/main" id="{BAF30821-90D3-436A-8DDF-D130E66447E2}"/>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9" name="Freeform 13">
              <a:extLst>
                <a:ext uri="{FF2B5EF4-FFF2-40B4-BE49-F238E27FC236}">
                  <a16:creationId xmlns:a16="http://schemas.microsoft.com/office/drawing/2014/main" id="{5C1A565D-B22B-4EE2-ACC9-C993D581F00C}"/>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40" name="Freeform 14">
              <a:extLst>
                <a:ext uri="{FF2B5EF4-FFF2-40B4-BE49-F238E27FC236}">
                  <a16:creationId xmlns:a16="http://schemas.microsoft.com/office/drawing/2014/main" id="{666738FD-9737-43F5-8E36-896FD725FE08}"/>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
        <p:nvSpPr>
          <p:cNvPr id="41" name="Picture Placeholder 8">
            <a:extLst>
              <a:ext uri="{FF2B5EF4-FFF2-40B4-BE49-F238E27FC236}">
                <a16:creationId xmlns:a16="http://schemas.microsoft.com/office/drawing/2014/main" id="{AC175F74-77C8-4969-BBF5-920619ED7628}"/>
              </a:ext>
            </a:extLst>
          </p:cNvPr>
          <p:cNvSpPr>
            <a:spLocks noGrp="1"/>
          </p:cNvSpPr>
          <p:nvPr>
            <p:ph type="pic" sz="quarter" idx="11"/>
          </p:nvPr>
        </p:nvSpPr>
        <p:spPr>
          <a:xfrm>
            <a:off x="3393716" y="727595"/>
            <a:ext cx="5400000" cy="5400000"/>
          </a:xfrm>
          <a:prstGeom prst="rect">
            <a:avLst/>
          </a:prstGeom>
        </p:spPr>
        <p:txBody>
          <a:body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p:nvPr>
        </p:nvSpPr>
        <p:spPr bwMode="gray">
          <a:xfrm>
            <a:off x="501651" y="5186207"/>
            <a:ext cx="4446269"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endParaRPr lang="en-US" noProof="0" dirty="0"/>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p:nvPr>
        </p:nvSpPr>
        <p:spPr>
          <a:xfrm>
            <a:off x="501651" y="6381750"/>
            <a:ext cx="4446269" cy="273050"/>
          </a:xfrm>
          <a:prstGeom prst="rect">
            <a:avLst/>
          </a:prstGeom>
        </p:spPr>
        <p:txBody>
          <a:bodyPr anchor="b">
            <a:noAutofit/>
          </a:bodyPr>
          <a:lstStyle>
            <a:lvl1pPr>
              <a:spcAft>
                <a:spcPts val="0"/>
              </a:spcAft>
              <a:defRPr sz="1400" b="1">
                <a:solidFill>
                  <a:schemeClr val="tx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spTree>
    <p:extLst>
      <p:ext uri="{BB962C8B-B14F-4D97-AF65-F5344CB8AC3E}">
        <p14:creationId xmlns:p14="http://schemas.microsoft.com/office/powerpoint/2010/main" val="1401670575"/>
      </p:ext>
    </p:extLst>
  </p:cSld>
  <p:clrMapOvr>
    <a:masterClrMapping/>
  </p:clrMapOvr>
  <p:transition>
    <p:fade/>
  </p:transition>
  <p:hf hdr="0" dt="0"/>
  <p:extLst>
    <p:ext uri="{DCECCB84-F9BA-43D5-87BE-67443E8EF086}">
      <p15:sldGuideLst xmlns:p15="http://schemas.microsoft.com/office/powerpoint/2012/main">
        <p15:guide id="1" orient="horz" pos="4088">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Title Slide - Black">
    <p:bg bwMode="gray">
      <p:bgPr>
        <a:solidFill>
          <a:schemeClr val="tx1"/>
        </a:solidFill>
        <a:effectLst/>
      </p:bgPr>
    </p:bg>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E9ED29CA-6A60-490D-9D54-EA7CC7AF832C}"/>
              </a:ext>
            </a:extLst>
          </p:cNvPr>
          <p:cNvGrpSpPr>
            <a:grpSpLocks noChangeAspect="1"/>
          </p:cNvGrpSpPr>
          <p:nvPr/>
        </p:nvGrpSpPr>
        <p:grpSpPr>
          <a:xfrm>
            <a:off x="475325" y="457200"/>
            <a:ext cx="1998000" cy="374400"/>
            <a:chOff x="398463" y="404813"/>
            <a:chExt cx="1627187" cy="307976"/>
          </a:xfrm>
          <a:solidFill>
            <a:schemeClr val="bg1"/>
          </a:solidFill>
        </p:grpSpPr>
        <p:sp>
          <p:nvSpPr>
            <p:cNvPr id="31" name="Oval 5">
              <a:extLst>
                <a:ext uri="{FF2B5EF4-FFF2-40B4-BE49-F238E27FC236}">
                  <a16:creationId xmlns:a16="http://schemas.microsoft.com/office/drawing/2014/main" id="{119E2360-A688-44DF-A6BB-76D18177CCFF}"/>
                </a:ext>
              </a:extLst>
            </p:cNvPr>
            <p:cNvSpPr>
              <a:spLocks noChangeArrowheads="1"/>
            </p:cNvSpPr>
            <p:nvPr/>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accent1"/>
                </a:solidFill>
              </a:endParaRPr>
            </a:p>
          </p:txBody>
        </p:sp>
        <p:sp>
          <p:nvSpPr>
            <p:cNvPr id="32" name="Freeform 6">
              <a:extLst>
                <a:ext uri="{FF2B5EF4-FFF2-40B4-BE49-F238E27FC236}">
                  <a16:creationId xmlns:a16="http://schemas.microsoft.com/office/drawing/2014/main" id="{4265C3C7-34A9-47F1-AB5F-2771E187891E}"/>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Rectangle 7">
              <a:extLst>
                <a:ext uri="{FF2B5EF4-FFF2-40B4-BE49-F238E27FC236}">
                  <a16:creationId xmlns:a16="http://schemas.microsoft.com/office/drawing/2014/main" id="{A9400861-EDC5-4A80-9569-C20320CE006A}"/>
                </a:ext>
              </a:extLst>
            </p:cNvPr>
            <p:cNvSpPr>
              <a:spLocks noChangeArrowheads="1"/>
            </p:cNvSpPr>
            <p:nvPr/>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8">
              <a:extLst>
                <a:ext uri="{FF2B5EF4-FFF2-40B4-BE49-F238E27FC236}">
                  <a16:creationId xmlns:a16="http://schemas.microsoft.com/office/drawing/2014/main" id="{64DC9296-DBBC-4C4E-ACB4-7DA2607D524B}"/>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Rectangle 9">
              <a:extLst>
                <a:ext uri="{FF2B5EF4-FFF2-40B4-BE49-F238E27FC236}">
                  <a16:creationId xmlns:a16="http://schemas.microsoft.com/office/drawing/2014/main" id="{3E26591B-8E9F-4856-8284-BF3F8DB6ABC1}"/>
                </a:ext>
              </a:extLst>
            </p:cNvPr>
            <p:cNvSpPr>
              <a:spLocks noChangeArrowheads="1"/>
            </p:cNvSpPr>
            <p:nvPr/>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6" name="Rectangle 10">
              <a:extLst>
                <a:ext uri="{FF2B5EF4-FFF2-40B4-BE49-F238E27FC236}">
                  <a16:creationId xmlns:a16="http://schemas.microsoft.com/office/drawing/2014/main" id="{43F42271-5510-4D15-B07B-133237928BB4}"/>
                </a:ext>
              </a:extLst>
            </p:cNvPr>
            <p:cNvSpPr>
              <a:spLocks noChangeArrowheads="1"/>
            </p:cNvSpPr>
            <p:nvPr/>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7" name="Freeform 11">
              <a:extLst>
                <a:ext uri="{FF2B5EF4-FFF2-40B4-BE49-F238E27FC236}">
                  <a16:creationId xmlns:a16="http://schemas.microsoft.com/office/drawing/2014/main" id="{00E9FD99-54D9-422B-9717-D0DD3442A0DF}"/>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8" name="Freeform 12">
              <a:extLst>
                <a:ext uri="{FF2B5EF4-FFF2-40B4-BE49-F238E27FC236}">
                  <a16:creationId xmlns:a16="http://schemas.microsoft.com/office/drawing/2014/main" id="{BAF30821-90D3-436A-8DDF-D130E66447E2}"/>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9" name="Freeform 13">
              <a:extLst>
                <a:ext uri="{FF2B5EF4-FFF2-40B4-BE49-F238E27FC236}">
                  <a16:creationId xmlns:a16="http://schemas.microsoft.com/office/drawing/2014/main" id="{5C1A565D-B22B-4EE2-ACC9-C993D581F00C}"/>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40" name="Freeform 14">
              <a:extLst>
                <a:ext uri="{FF2B5EF4-FFF2-40B4-BE49-F238E27FC236}">
                  <a16:creationId xmlns:a16="http://schemas.microsoft.com/office/drawing/2014/main" id="{666738FD-9737-43F5-8E36-896FD725FE08}"/>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
        <p:nvSpPr>
          <p:cNvPr id="41" name="Picture Placeholder 8">
            <a:extLst>
              <a:ext uri="{FF2B5EF4-FFF2-40B4-BE49-F238E27FC236}">
                <a16:creationId xmlns:a16="http://schemas.microsoft.com/office/drawing/2014/main" id="{AC175F74-77C8-4969-BBF5-920619ED7628}"/>
              </a:ext>
            </a:extLst>
          </p:cNvPr>
          <p:cNvSpPr>
            <a:spLocks noGrp="1"/>
          </p:cNvSpPr>
          <p:nvPr>
            <p:ph type="pic" sz="quarter" idx="11"/>
          </p:nvPr>
        </p:nvSpPr>
        <p:spPr>
          <a:xfrm>
            <a:off x="3393716" y="727595"/>
            <a:ext cx="5400000" cy="5400000"/>
          </a:xfrm>
          <a:prstGeom prst="rect">
            <a:avLst/>
          </a:prstGeom>
        </p:spPr>
        <p:txBody>
          <a:bodyPr/>
          <a:lstStyle/>
          <a:p>
            <a:r>
              <a:rPr lang="en-US" noProof="0"/>
              <a:t>Click icon to add picture</a:t>
            </a:r>
            <a:endParaRPr lang="en-US" noProof="0" dirty="0"/>
          </a:p>
        </p:txBody>
      </p:sp>
      <p:sp>
        <p:nvSpPr>
          <p:cNvPr id="42" name="Title 1">
            <a:extLst>
              <a:ext uri="{FF2B5EF4-FFF2-40B4-BE49-F238E27FC236}">
                <a16:creationId xmlns:a16="http://schemas.microsoft.com/office/drawing/2014/main" id="{B345DB50-CB94-4421-9E14-33DABF973475}"/>
              </a:ext>
            </a:extLst>
          </p:cNvPr>
          <p:cNvSpPr>
            <a:spLocks noGrp="1"/>
          </p:cNvSpPr>
          <p:nvPr>
            <p:ph type="ctrTitle"/>
          </p:nvPr>
        </p:nvSpPr>
        <p:spPr bwMode="gray">
          <a:xfrm>
            <a:off x="501651" y="5186207"/>
            <a:ext cx="4446269"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endParaRPr lang="en-US" noProof="0" dirty="0"/>
          </a:p>
        </p:txBody>
      </p:sp>
      <p:sp>
        <p:nvSpPr>
          <p:cNvPr id="43" name="Text Placeholder 4">
            <a:extLst>
              <a:ext uri="{FF2B5EF4-FFF2-40B4-BE49-F238E27FC236}">
                <a16:creationId xmlns:a16="http://schemas.microsoft.com/office/drawing/2014/main" id="{470C5F18-5824-4737-AA04-AA61C1FBBF1A}"/>
              </a:ext>
            </a:extLst>
          </p:cNvPr>
          <p:cNvSpPr>
            <a:spLocks noGrp="1"/>
          </p:cNvSpPr>
          <p:nvPr>
            <p:ph type="body" sz="quarter" idx="10"/>
          </p:nvPr>
        </p:nvSpPr>
        <p:spPr>
          <a:xfrm>
            <a:off x="501651" y="6381750"/>
            <a:ext cx="4446269" cy="273050"/>
          </a:xfrm>
          <a:prstGeom prst="rect">
            <a:avLst/>
          </a:prstGeom>
        </p:spPr>
        <p:txBody>
          <a:bodyPr anchor="b">
            <a:noAutofit/>
          </a:bodyPr>
          <a:lstStyle>
            <a:lvl1pPr>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Tree>
    <p:extLst>
      <p:ext uri="{BB962C8B-B14F-4D97-AF65-F5344CB8AC3E}">
        <p14:creationId xmlns:p14="http://schemas.microsoft.com/office/powerpoint/2010/main" val="955974143"/>
      </p:ext>
    </p:extLst>
  </p:cSld>
  <p:clrMapOvr>
    <a:masterClrMapping/>
  </p:clrMapOvr>
  <p:transition>
    <p:fade/>
  </p:transition>
  <p:hf hdr="0" dt="0"/>
  <p:extLst>
    <p:ext uri="{DCECCB84-F9BA-43D5-87BE-67443E8EF086}">
      <p15:sldGuideLst xmlns:p15="http://schemas.microsoft.com/office/powerpoint/2012/main">
        <p15:guide id="1" orient="horz" pos="4088">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p:cSld name="Title Slide - Black Page Image">
    <p:bg bwMode="gray">
      <p:bgPr>
        <a:solidFill>
          <a:schemeClr val="tx1"/>
        </a:solidFill>
        <a:effectLst/>
      </p:bgPr>
    </p:bg>
    <p:spTree>
      <p:nvGrpSpPr>
        <p:cNvPr id="1" name=""/>
        <p:cNvGrpSpPr/>
        <p:nvPr/>
      </p:nvGrpSpPr>
      <p:grpSpPr>
        <a:xfrm>
          <a:off x="0" y="0"/>
          <a:ext cx="0" cy="0"/>
          <a:chOff x="0" y="0"/>
          <a:chExt cx="0" cy="0"/>
        </a:xfrm>
      </p:grpSpPr>
      <p:sp>
        <p:nvSpPr>
          <p:cNvPr id="17" name="Picture Placeholder 8">
            <a:extLst>
              <a:ext uri="{FF2B5EF4-FFF2-40B4-BE49-F238E27FC236}">
                <a16:creationId xmlns:a16="http://schemas.microsoft.com/office/drawing/2014/main" id="{DEF77F0F-DE6A-48C9-92BD-013174DD643C}"/>
              </a:ext>
            </a:extLst>
          </p:cNvPr>
          <p:cNvSpPr>
            <a:spLocks noGrp="1"/>
          </p:cNvSpPr>
          <p:nvPr>
            <p:ph type="pic" sz="quarter" idx="11"/>
          </p:nvPr>
        </p:nvSpPr>
        <p:spPr>
          <a:xfrm>
            <a:off x="0" y="0"/>
            <a:ext cx="12192000" cy="6858000"/>
          </a:xfrm>
          <a:prstGeom prst="rect">
            <a:avLst/>
          </a:prstGeom>
        </p:spPr>
        <p:txBody>
          <a:bodyPr/>
          <a:lstStyle>
            <a:lvl1pPr>
              <a:defRPr>
                <a:solidFill>
                  <a:schemeClr val="bg1"/>
                </a:solidFill>
              </a:defRPr>
            </a:lvl1pPr>
          </a:lstStyle>
          <a:p>
            <a:r>
              <a:rPr lang="en-US" noProof="0"/>
              <a:t>Click icon to add picture</a:t>
            </a:r>
            <a:endParaRPr lang="en-US" noProof="0" dirty="0"/>
          </a:p>
        </p:txBody>
      </p:sp>
      <p:sp>
        <p:nvSpPr>
          <p:cNvPr id="41" name="Text Placeholder 4">
            <a:extLst>
              <a:ext uri="{FF2B5EF4-FFF2-40B4-BE49-F238E27FC236}">
                <a16:creationId xmlns:a16="http://schemas.microsoft.com/office/drawing/2014/main" id="{EE5D7BA0-7E63-4F55-8707-FB998AF96C8C}"/>
              </a:ext>
            </a:extLst>
          </p:cNvPr>
          <p:cNvSpPr>
            <a:spLocks noGrp="1"/>
          </p:cNvSpPr>
          <p:nvPr>
            <p:ph type="body" sz="quarter" idx="10"/>
          </p:nvPr>
        </p:nvSpPr>
        <p:spPr>
          <a:xfrm>
            <a:off x="501651" y="6381750"/>
            <a:ext cx="4446269" cy="273050"/>
          </a:xfrm>
          <a:prstGeom prst="rect">
            <a:avLst/>
          </a:prstGeom>
        </p:spPr>
        <p:txBody>
          <a:bodyPr anchor="b">
            <a:noAutofit/>
          </a:bodyPr>
          <a:lstStyle>
            <a:lvl1pPr>
              <a:spcAft>
                <a:spcPts val="0"/>
              </a:spcAft>
              <a:defRPr sz="1400" b="1">
                <a:solidFill>
                  <a:schemeClr val="bg1"/>
                </a:solidFill>
                <a:latin typeface="Calibri" panose="020F0502020204030204" pitchFamily="34" charset="0"/>
                <a:cs typeface="Calibri" panose="020F050202020403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sp>
        <p:nvSpPr>
          <p:cNvPr id="5" name="Title 1">
            <a:extLst>
              <a:ext uri="{FF2B5EF4-FFF2-40B4-BE49-F238E27FC236}">
                <a16:creationId xmlns:a16="http://schemas.microsoft.com/office/drawing/2014/main" id="{37C1D43B-9933-4650-9DD5-73494BECAE5A}"/>
              </a:ext>
            </a:extLst>
          </p:cNvPr>
          <p:cNvSpPr>
            <a:spLocks noGrp="1"/>
          </p:cNvSpPr>
          <p:nvPr>
            <p:ph type="ctrTitle"/>
          </p:nvPr>
        </p:nvSpPr>
        <p:spPr bwMode="gray">
          <a:xfrm>
            <a:off x="501651" y="5186207"/>
            <a:ext cx="4446269" cy="895983"/>
          </a:xfrm>
          <a:prstGeom prst="rect">
            <a:avLst/>
          </a:prstGeom>
        </p:spPr>
        <p:txBody>
          <a:bodyPr anchor="b" anchorCtr="0">
            <a:noAutofit/>
          </a:bodyPr>
          <a:lstStyle>
            <a:lvl1pPr algn="l">
              <a:lnSpc>
                <a:spcPts val="3200"/>
              </a:lnSpc>
              <a:defRPr sz="3200" b="0">
                <a:solidFill>
                  <a:schemeClr val="accent1"/>
                </a:solidFill>
                <a:latin typeface="Calibri Light" panose="020F0302020204030204" pitchFamily="34" charset="0"/>
                <a:ea typeface="Open Sans" panose="020B0606030504020204" pitchFamily="34" charset="0"/>
                <a:cs typeface="Calibri Light" panose="020F0302020204030204" pitchFamily="34" charset="0"/>
              </a:defRPr>
            </a:lvl1pPr>
          </a:lstStyle>
          <a:p>
            <a:r>
              <a:rPr lang="en-US" noProof="0"/>
              <a:t>Click to edit Master title style</a:t>
            </a:r>
            <a:endParaRPr lang="en-US" noProof="0" dirty="0"/>
          </a:p>
        </p:txBody>
      </p:sp>
      <p:grpSp>
        <p:nvGrpSpPr>
          <p:cNvPr id="30" name="Group 29">
            <a:extLst>
              <a:ext uri="{FF2B5EF4-FFF2-40B4-BE49-F238E27FC236}">
                <a16:creationId xmlns:a16="http://schemas.microsoft.com/office/drawing/2014/main" id="{55EEA3F2-C909-4275-956A-5518D341D424}"/>
              </a:ext>
            </a:extLst>
          </p:cNvPr>
          <p:cNvGrpSpPr>
            <a:grpSpLocks noChangeAspect="1"/>
          </p:cNvGrpSpPr>
          <p:nvPr/>
        </p:nvGrpSpPr>
        <p:grpSpPr>
          <a:xfrm>
            <a:off x="475325" y="457200"/>
            <a:ext cx="1998000" cy="374400"/>
            <a:chOff x="398463" y="404813"/>
            <a:chExt cx="1627187" cy="307976"/>
          </a:xfrm>
          <a:solidFill>
            <a:schemeClr val="tx1"/>
          </a:solidFill>
        </p:grpSpPr>
        <p:sp>
          <p:nvSpPr>
            <p:cNvPr id="31" name="Oval 5">
              <a:extLst>
                <a:ext uri="{FF2B5EF4-FFF2-40B4-BE49-F238E27FC236}">
                  <a16:creationId xmlns:a16="http://schemas.microsoft.com/office/drawing/2014/main" id="{619F8D2D-E0FF-4267-BB4C-23E0F19AA0F4}"/>
                </a:ext>
              </a:extLst>
            </p:cNvPr>
            <p:cNvSpPr>
              <a:spLocks noChangeArrowheads="1"/>
            </p:cNvSpPr>
            <p:nvPr/>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2" name="Freeform 6">
              <a:extLst>
                <a:ext uri="{FF2B5EF4-FFF2-40B4-BE49-F238E27FC236}">
                  <a16:creationId xmlns:a16="http://schemas.microsoft.com/office/drawing/2014/main" id="{40BDA8F6-D1EC-4590-8515-7F2E0D9EE114}"/>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Rectangle 7">
              <a:extLst>
                <a:ext uri="{FF2B5EF4-FFF2-40B4-BE49-F238E27FC236}">
                  <a16:creationId xmlns:a16="http://schemas.microsoft.com/office/drawing/2014/main" id="{8E570DBD-3EC7-4EE8-886A-A6498BEC37F4}"/>
                </a:ext>
              </a:extLst>
            </p:cNvPr>
            <p:cNvSpPr>
              <a:spLocks noChangeArrowheads="1"/>
            </p:cNvSpPr>
            <p:nvPr/>
          </p:nvSpPr>
          <p:spPr bwMode="auto">
            <a:xfrm>
              <a:off x="906463" y="404813"/>
              <a:ext cx="74612" cy="3032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8">
              <a:extLst>
                <a:ext uri="{FF2B5EF4-FFF2-40B4-BE49-F238E27FC236}">
                  <a16:creationId xmlns:a16="http://schemas.microsoft.com/office/drawing/2014/main" id="{B1656288-29CD-4B95-A46B-7B8DA786095F}"/>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Rectangle 9">
              <a:extLst>
                <a:ext uri="{FF2B5EF4-FFF2-40B4-BE49-F238E27FC236}">
                  <a16:creationId xmlns:a16="http://schemas.microsoft.com/office/drawing/2014/main" id="{C3894AF9-2B03-4231-9AEA-EC49F5E194E0}"/>
                </a:ext>
              </a:extLst>
            </p:cNvPr>
            <p:cNvSpPr>
              <a:spLocks noChangeArrowheads="1"/>
            </p:cNvSpPr>
            <p:nvPr/>
          </p:nvSpPr>
          <p:spPr bwMode="auto">
            <a:xfrm>
              <a:off x="1257300" y="482601"/>
              <a:ext cx="74612" cy="2254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6" name="Rectangle 10">
              <a:extLst>
                <a:ext uri="{FF2B5EF4-FFF2-40B4-BE49-F238E27FC236}">
                  <a16:creationId xmlns:a16="http://schemas.microsoft.com/office/drawing/2014/main" id="{F1C43784-6F73-4D9F-8497-B40FDBB854E4}"/>
                </a:ext>
              </a:extLst>
            </p:cNvPr>
            <p:cNvSpPr>
              <a:spLocks noChangeArrowheads="1"/>
            </p:cNvSpPr>
            <p:nvPr/>
          </p:nvSpPr>
          <p:spPr bwMode="auto">
            <a:xfrm>
              <a:off x="1257300" y="404813"/>
              <a:ext cx="74612" cy="50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7" name="Freeform 11">
              <a:extLst>
                <a:ext uri="{FF2B5EF4-FFF2-40B4-BE49-F238E27FC236}">
                  <a16:creationId xmlns:a16="http://schemas.microsoft.com/office/drawing/2014/main" id="{E031C0BD-B701-4255-B53D-1A0FB806633C}"/>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8" name="Freeform 12">
              <a:extLst>
                <a:ext uri="{FF2B5EF4-FFF2-40B4-BE49-F238E27FC236}">
                  <a16:creationId xmlns:a16="http://schemas.microsoft.com/office/drawing/2014/main" id="{1F07466D-8C2C-4286-9984-9193301353E7}"/>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9" name="Freeform 13">
              <a:extLst>
                <a:ext uri="{FF2B5EF4-FFF2-40B4-BE49-F238E27FC236}">
                  <a16:creationId xmlns:a16="http://schemas.microsoft.com/office/drawing/2014/main" id="{F2700776-9B5A-4A2C-BA8E-E8C5B03A090F}"/>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42" name="Freeform 14">
              <a:extLst>
                <a:ext uri="{FF2B5EF4-FFF2-40B4-BE49-F238E27FC236}">
                  <a16:creationId xmlns:a16="http://schemas.microsoft.com/office/drawing/2014/main" id="{1D768AB6-AEBA-4689-BCE3-70447F634D06}"/>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620365101"/>
      </p:ext>
    </p:extLst>
  </p:cSld>
  <p:clrMapOvr>
    <a:masterClrMapping/>
  </p:clrMapOvr>
  <p:transition>
    <p:fade/>
  </p:transition>
  <p:hf hdr="0" dt="0"/>
  <p:extLst>
    <p:ext uri="{DCECCB84-F9BA-43D5-87BE-67443E8EF086}">
      <p15:sldGuideLst xmlns:p15="http://schemas.microsoft.com/office/powerpoint/2012/main">
        <p15:guide id="1" orient="horz" pos="4088">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userDrawn="1">
  <p:cSld name="Divider - Deloitte green accent 3">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24934" y="1705670"/>
            <a:ext cx="10517717" cy="1592403"/>
          </a:xfr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Text Placeholder 2"/>
          <p:cNvSpPr>
            <a:spLocks noGrp="1"/>
          </p:cNvSpPr>
          <p:nvPr>
            <p:ph type="body" idx="1"/>
          </p:nvPr>
        </p:nvSpPr>
        <p:spPr bwMode="gray">
          <a:xfrm>
            <a:off x="524934" y="3429000"/>
            <a:ext cx="10517717" cy="1566532"/>
          </a:xfrm>
        </p:spPr>
        <p:txBody>
          <a:bodyPr lIns="0" tIns="0" rIns="0" bIns="0">
            <a:noAutofit/>
          </a:bodyPr>
          <a:lstStyle>
            <a:lvl1pPr marL="0" indent="0">
              <a:lnSpc>
                <a:spcPct val="95000"/>
              </a:lnSpc>
              <a:spcAft>
                <a:spcPts val="0"/>
              </a:spcAft>
              <a:buNone/>
              <a:defRPr sz="36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Tree>
    <p:extLst>
      <p:ext uri="{BB962C8B-B14F-4D97-AF65-F5344CB8AC3E}">
        <p14:creationId xmlns:p14="http://schemas.microsoft.com/office/powerpoint/2010/main" val="1303469963"/>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userDrawn="1">
  <p:cSld name="Divider - Deloitte dark blue">
    <p:bg bwMode="gray">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24934" y="1705670"/>
            <a:ext cx="10517717" cy="1592403"/>
          </a:xfr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Text Placeholder 2"/>
          <p:cNvSpPr>
            <a:spLocks noGrp="1"/>
          </p:cNvSpPr>
          <p:nvPr>
            <p:ph type="body" idx="1"/>
          </p:nvPr>
        </p:nvSpPr>
        <p:spPr bwMode="gray">
          <a:xfrm>
            <a:off x="524934" y="3429000"/>
            <a:ext cx="10517717" cy="1566532"/>
          </a:xfrm>
        </p:spPr>
        <p:txBody>
          <a:bodyPr lIns="0" tIns="0" rIns="0" bIns="0">
            <a:noAutofit/>
          </a:bodyPr>
          <a:lstStyle>
            <a:lvl1pPr marL="0" indent="0">
              <a:lnSpc>
                <a:spcPct val="95000"/>
              </a:lnSpc>
              <a:spcAft>
                <a:spcPts val="0"/>
              </a:spcAft>
              <a:buNone/>
              <a:defRPr sz="36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Tree>
    <p:extLst>
      <p:ext uri="{BB962C8B-B14F-4D97-AF65-F5344CB8AC3E}">
        <p14:creationId xmlns:p14="http://schemas.microsoft.com/office/powerpoint/2010/main" val="4233421651"/>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24934" y="1705670"/>
            <a:ext cx="10517717" cy="1592403"/>
          </a:xfr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Text Placeholder 2"/>
          <p:cNvSpPr>
            <a:spLocks noGrp="1"/>
          </p:cNvSpPr>
          <p:nvPr>
            <p:ph type="body" idx="1"/>
          </p:nvPr>
        </p:nvSpPr>
        <p:spPr bwMode="gray">
          <a:xfrm>
            <a:off x="524934" y="3429000"/>
            <a:ext cx="10517717" cy="1566532"/>
          </a:xfrm>
        </p:spPr>
        <p:txBody>
          <a:bodyPr lIns="0" tIns="0" rIns="0" bIns="0">
            <a:noAutofit/>
          </a:bodyPr>
          <a:lstStyle>
            <a:lvl1pPr marL="0" indent="0">
              <a:lnSpc>
                <a:spcPct val="95000"/>
              </a:lnSpc>
              <a:spcAft>
                <a:spcPts val="0"/>
              </a:spcAft>
              <a:buNone/>
              <a:defRPr sz="36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Tree>
    <p:extLst>
      <p:ext uri="{BB962C8B-B14F-4D97-AF65-F5344CB8AC3E}">
        <p14:creationId xmlns:p14="http://schemas.microsoft.com/office/powerpoint/2010/main" val="1164195890"/>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4">
    <p:bg bwMode="gray">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28000" y="1705670"/>
            <a:ext cx="10514651" cy="1592403"/>
          </a:xfrm>
        </p:spPr>
        <p:txBody>
          <a:bodyPr anchor="b"/>
          <a:lstStyle>
            <a:lvl1pPr>
              <a:lnSpc>
                <a:spcPct val="95000"/>
              </a:lnSpc>
              <a:defRPr sz="3600" b="1">
                <a:solidFill>
                  <a:schemeClr val="bg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Text Placeholder 2"/>
          <p:cNvSpPr>
            <a:spLocks noGrp="1"/>
          </p:cNvSpPr>
          <p:nvPr>
            <p:ph type="body" idx="1"/>
          </p:nvPr>
        </p:nvSpPr>
        <p:spPr bwMode="gray">
          <a:xfrm>
            <a:off x="528000" y="3429000"/>
            <a:ext cx="10517717" cy="1566532"/>
          </a:xfrm>
        </p:spPr>
        <p:txBody>
          <a:bodyPr lIns="0" tIns="0" rIns="0" bIns="0">
            <a:noAutofit/>
          </a:bodyPr>
          <a:lstStyle>
            <a:lvl1pPr marL="0" indent="0">
              <a:lnSpc>
                <a:spcPct val="95000"/>
              </a:lnSpc>
              <a:spcAft>
                <a:spcPts val="0"/>
              </a:spcAft>
              <a:buNone/>
              <a:defRPr sz="36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Tree>
    <p:extLst>
      <p:ext uri="{BB962C8B-B14F-4D97-AF65-F5344CB8AC3E}">
        <p14:creationId xmlns:p14="http://schemas.microsoft.com/office/powerpoint/2010/main" val="3054514973"/>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Title, subtitle &amp; chart">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17" name="Chart Placeholder 3"/>
          <p:cNvSpPr>
            <a:spLocks noGrp="1"/>
          </p:cNvSpPr>
          <p:nvPr>
            <p:ph type="chart" sz="quarter" idx="15"/>
          </p:nvPr>
        </p:nvSpPr>
        <p:spPr>
          <a:xfrm>
            <a:off x="501652" y="2052000"/>
            <a:ext cx="11188699" cy="4069013"/>
          </a:xfrm>
          <a:prstGeom prst="rect">
            <a:avLst/>
          </a:prstGeom>
        </p:spPr>
        <p:txBody>
          <a:bodyPr>
            <a:noAutofit/>
          </a:bodyPr>
          <a:lstStyle/>
          <a:p>
            <a:r>
              <a:rPr lang="en-US"/>
              <a:t>Click icon to add chart</a:t>
            </a:r>
            <a:endParaRPr lang="en-GB" dirty="0"/>
          </a:p>
        </p:txBody>
      </p:sp>
      <p:sp>
        <p:nvSpPr>
          <p:cNvPr id="18" name="Text Placeholder 8"/>
          <p:cNvSpPr>
            <a:spLocks noGrp="1"/>
          </p:cNvSpPr>
          <p:nvPr>
            <p:ph type="body" sz="quarter" idx="18"/>
          </p:nvPr>
        </p:nvSpPr>
        <p:spPr>
          <a:xfrm>
            <a:off x="501652" y="1674087"/>
            <a:ext cx="11188699" cy="357187"/>
          </a:xfrm>
        </p:spPr>
        <p:txBody>
          <a:bodyPr>
            <a:noAutofit/>
          </a:bodyPr>
          <a:lstStyle/>
          <a:p>
            <a:pPr lvl="0"/>
            <a:r>
              <a:rPr lang="en-US" noProof="0"/>
              <a:t>Click to edit Master text styles</a:t>
            </a:r>
          </a:p>
        </p:txBody>
      </p:sp>
      <p:sp>
        <p:nvSpPr>
          <p:cNvPr id="19" name="Text Placeholder 7"/>
          <p:cNvSpPr>
            <a:spLocks noGrp="1"/>
          </p:cNvSpPr>
          <p:nvPr>
            <p:ph type="body" sz="quarter" idx="23"/>
          </p:nvPr>
        </p:nvSpPr>
        <p:spPr>
          <a:xfrm>
            <a:off x="501651" y="6121014"/>
            <a:ext cx="11188700" cy="260737"/>
          </a:xfrm>
        </p:spPr>
        <p:txBody>
          <a:bodyPr>
            <a:noAutofit/>
          </a:bodyPr>
          <a:lstStyle>
            <a:lvl1pPr>
              <a:spcAft>
                <a:spcPts val="0"/>
              </a:spcAft>
              <a:defRPr sz="900"/>
            </a:lvl1pPr>
          </a:lstStyle>
          <a:p>
            <a:pPr lvl="0"/>
            <a:r>
              <a:rPr lang="en-US"/>
              <a:t>Click to edit Master text styles</a:t>
            </a:r>
          </a:p>
        </p:txBody>
      </p:sp>
      <p:sp>
        <p:nvSpPr>
          <p:cNvPr id="7" name="Title Placeholder 1">
            <a:extLst>
              <a:ext uri="{FF2B5EF4-FFF2-40B4-BE49-F238E27FC236}">
                <a16:creationId xmlns:a16="http://schemas.microsoft.com/office/drawing/2014/main" id="{8CFE9674-04ED-4C53-9426-4EA385799FE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2371148264"/>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2 columns of text">
    <p:spTree>
      <p:nvGrpSpPr>
        <p:cNvPr id="1" name=""/>
        <p:cNvGrpSpPr/>
        <p:nvPr/>
      </p:nvGrpSpPr>
      <p:grpSpPr>
        <a:xfrm>
          <a:off x="0" y="0"/>
          <a:ext cx="0" cy="0"/>
          <a:chOff x="0" y="0"/>
          <a:chExt cx="0" cy="0"/>
        </a:xfrm>
      </p:grpSpPr>
      <p:sp>
        <p:nvSpPr>
          <p:cNvPr id="13" name="Content Placeholder 3"/>
          <p:cNvSpPr>
            <a:spLocks noGrp="1"/>
          </p:cNvSpPr>
          <p:nvPr>
            <p:ph sz="quarter" idx="10"/>
          </p:nvPr>
        </p:nvSpPr>
        <p:spPr>
          <a:xfrm>
            <a:off x="501651" y="1665289"/>
            <a:ext cx="5305579" cy="4716461"/>
          </a:xfrm>
          <a:prstGeom prst="rect">
            <a:avLst/>
          </a:prstGeom>
        </p:spPr>
        <p:txBody>
          <a:bodyPr>
            <a:noAutofit/>
          </a:bodyPr>
          <a:lstStyle>
            <a:lvl1pPr marL="0" indent="0" algn="l">
              <a:buFontTx/>
              <a:buNone/>
              <a:tabLst>
                <a:tab pos="5029200" algn="r"/>
              </a:tabLst>
              <a:defRPr/>
            </a:lvl1pPr>
            <a:lvl2pPr marL="139700" indent="-139700" algn="l">
              <a:buClrTx/>
              <a:buSzPct val="100000"/>
              <a:buFont typeface="Arial" panose="020B0604020202020204" pitchFamily="34" charset="0"/>
              <a:buChar char="•"/>
              <a:tabLst>
                <a:tab pos="5029200" algn="r"/>
              </a:tabLst>
              <a:defRPr/>
            </a:lvl2pPr>
            <a:lvl3pPr marL="304800" indent="-139700" algn="l">
              <a:buClrTx/>
              <a:buSzPct val="100000"/>
              <a:buFont typeface="Arial" panose="020B0604020202020204" pitchFamily="34" charset="0"/>
              <a:buChar char="−"/>
              <a:tabLst>
                <a:tab pos="5029200" algn="r"/>
              </a:tabLst>
              <a:defRPr/>
            </a:lvl3pPr>
            <a:lvl4pPr marL="469900" indent="-139700" algn="l">
              <a:buClrTx/>
              <a:buSzPct val="100000"/>
              <a:buFont typeface="Arial" panose="020B0604020202020204" pitchFamily="34" charset="0"/>
              <a:buChar char="◦"/>
              <a:tabLst>
                <a:tab pos="5029200" algn="r"/>
              </a:tabLst>
              <a:defRPr/>
            </a:lvl4pPr>
            <a:lvl5pPr marL="635000" indent="-139700" algn="l">
              <a:buClrTx/>
              <a:buSzPct val="100000"/>
              <a:buFont typeface="Arial" panose="020B0604020202020204" pitchFamily="34" charset="0"/>
              <a:buChar char="−"/>
              <a:tabLst>
                <a:tab pos="5029200"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5" name="Content Placeholder 3"/>
          <p:cNvSpPr>
            <a:spLocks noGrp="1"/>
          </p:cNvSpPr>
          <p:nvPr>
            <p:ph sz="quarter" idx="20"/>
          </p:nvPr>
        </p:nvSpPr>
        <p:spPr>
          <a:xfrm>
            <a:off x="6381539" y="1665289"/>
            <a:ext cx="5322781" cy="4716461"/>
          </a:xfrm>
          <a:prstGeom prst="rect">
            <a:avLst/>
          </a:prstGeom>
        </p:spPr>
        <p:txBody>
          <a:bodyPr>
            <a:noAutofit/>
          </a:bodyPr>
          <a:lstStyle>
            <a:lvl1pPr marL="0" indent="0" algn="l">
              <a:buFontTx/>
              <a:buNone/>
              <a:tabLst>
                <a:tab pos="5029200" algn="r"/>
              </a:tabLst>
              <a:defRPr/>
            </a:lvl1pPr>
            <a:lvl2pPr marL="139700" indent="-139700" algn="l">
              <a:buClrTx/>
              <a:buSzPct val="100000"/>
              <a:buFont typeface="Arial" panose="020B0604020202020204" pitchFamily="34" charset="0"/>
              <a:buChar char="•"/>
              <a:tabLst>
                <a:tab pos="5029200" algn="r"/>
              </a:tabLst>
              <a:defRPr/>
            </a:lvl2pPr>
            <a:lvl3pPr marL="304800" indent="-139700" algn="l">
              <a:buClrTx/>
              <a:buSzPct val="100000"/>
              <a:buFont typeface="Arial" panose="020B0604020202020204" pitchFamily="34" charset="0"/>
              <a:buChar char="−"/>
              <a:tabLst>
                <a:tab pos="5029200" algn="r"/>
              </a:tabLst>
              <a:defRPr/>
            </a:lvl3pPr>
            <a:lvl4pPr marL="469900" indent="-139700" algn="l">
              <a:buClrTx/>
              <a:buSzPct val="100000"/>
              <a:buFont typeface="Arial" panose="020B0604020202020204" pitchFamily="34" charset="0"/>
              <a:buChar char="◦"/>
              <a:tabLst>
                <a:tab pos="5029200" algn="r"/>
              </a:tabLst>
              <a:defRPr/>
            </a:lvl4pPr>
            <a:lvl5pPr marL="635000" indent="-139700" algn="l">
              <a:buClrTx/>
              <a:buSzPct val="100000"/>
              <a:buFont typeface="Arial" panose="020B0604020202020204" pitchFamily="34" charset="0"/>
              <a:buChar char="−"/>
              <a:tabLst>
                <a:tab pos="5029200"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6" name="Text Placeholder 8">
            <a:extLst>
              <a:ext uri="{FF2B5EF4-FFF2-40B4-BE49-F238E27FC236}">
                <a16:creationId xmlns:a16="http://schemas.microsoft.com/office/drawing/2014/main" id="{8A9CD2DA-AA83-4DCB-8501-DE5878CC0B8A}"/>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7" name="Title Placeholder 1">
            <a:extLst>
              <a:ext uri="{FF2B5EF4-FFF2-40B4-BE49-F238E27FC236}">
                <a16:creationId xmlns:a16="http://schemas.microsoft.com/office/drawing/2014/main" id="{6559CC6F-6478-4902-A4D5-F8FB6538D285}"/>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17411456"/>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Text and chart">
    <p:spTree>
      <p:nvGrpSpPr>
        <p:cNvPr id="1" name=""/>
        <p:cNvGrpSpPr/>
        <p:nvPr/>
      </p:nvGrpSpPr>
      <p:grpSpPr>
        <a:xfrm>
          <a:off x="0" y="0"/>
          <a:ext cx="0" cy="0"/>
          <a:chOff x="0" y="0"/>
          <a:chExt cx="0" cy="0"/>
        </a:xfrm>
      </p:grpSpPr>
      <p:sp>
        <p:nvSpPr>
          <p:cNvPr id="10" name="Content Placeholder 3"/>
          <p:cNvSpPr>
            <a:spLocks noGrp="1"/>
          </p:cNvSpPr>
          <p:nvPr>
            <p:ph sz="quarter" idx="10"/>
          </p:nvPr>
        </p:nvSpPr>
        <p:spPr>
          <a:xfrm>
            <a:off x="501652" y="1665289"/>
            <a:ext cx="5355165" cy="4455725"/>
          </a:xfrm>
          <a:prstGeom prst="rect">
            <a:avLst/>
          </a:prstGeom>
        </p:spPr>
        <p:txBody>
          <a:bodyPr>
            <a:noAutofit/>
          </a:bodyPr>
          <a:lstStyle>
            <a:lvl1pPr marL="0" indent="0" algn="l">
              <a:buFontTx/>
              <a:buNone/>
              <a:tabLst>
                <a:tab pos="5029200" algn="r"/>
              </a:tabLst>
              <a:defRPr/>
            </a:lvl1pPr>
            <a:lvl2pPr marL="139700" indent="-139700" algn="l">
              <a:buClrTx/>
              <a:buSzPct val="100000"/>
              <a:buFont typeface="Arial" panose="020B0604020202020204" pitchFamily="34" charset="0"/>
              <a:buChar char="•"/>
              <a:tabLst>
                <a:tab pos="5029200" algn="r"/>
              </a:tabLst>
              <a:defRPr/>
            </a:lvl2pPr>
            <a:lvl3pPr marL="304800" indent="-139700" algn="l">
              <a:buClrTx/>
              <a:buSzPct val="100000"/>
              <a:buFont typeface="Arial" panose="020B0604020202020204" pitchFamily="34" charset="0"/>
              <a:buChar char="−"/>
              <a:tabLst>
                <a:tab pos="5029200" algn="r"/>
              </a:tabLst>
              <a:defRPr/>
            </a:lvl3pPr>
            <a:lvl4pPr marL="469900" indent="-139700" algn="l">
              <a:buClrTx/>
              <a:buSzPct val="100000"/>
              <a:buFont typeface="Arial" panose="020B0604020202020204" pitchFamily="34" charset="0"/>
              <a:buChar char="◦"/>
              <a:tabLst>
                <a:tab pos="5029200" algn="r"/>
              </a:tabLst>
              <a:defRPr/>
            </a:lvl4pPr>
            <a:lvl5pPr marL="635000" indent="-139700" algn="l">
              <a:buClrTx/>
              <a:buSzPct val="100000"/>
              <a:buFont typeface="Arial" panose="020B0604020202020204" pitchFamily="34" charset="0"/>
              <a:buChar char="−"/>
              <a:tabLst>
                <a:tab pos="5029200"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Chart Placeholder 2"/>
          <p:cNvSpPr>
            <a:spLocks noGrp="1"/>
          </p:cNvSpPr>
          <p:nvPr>
            <p:ph type="chart" sz="quarter" idx="21"/>
          </p:nvPr>
        </p:nvSpPr>
        <p:spPr>
          <a:xfrm>
            <a:off x="6341223" y="2125013"/>
            <a:ext cx="5349128" cy="3996000"/>
          </a:xfrm>
        </p:spPr>
        <p:txBody>
          <a:bodyPr>
            <a:noAutofit/>
          </a:bodyPr>
          <a:lstStyle/>
          <a:p>
            <a:r>
              <a:rPr lang="en-US" noProof="0"/>
              <a:t>Click icon to add chart</a:t>
            </a:r>
            <a:endParaRPr lang="en-US" noProof="0" dirty="0"/>
          </a:p>
        </p:txBody>
      </p:sp>
      <p:sp>
        <p:nvSpPr>
          <p:cNvPr id="6" name="Text Placeholder 5"/>
          <p:cNvSpPr>
            <a:spLocks noGrp="1"/>
          </p:cNvSpPr>
          <p:nvPr>
            <p:ph type="body" sz="quarter" idx="22"/>
          </p:nvPr>
        </p:nvSpPr>
        <p:spPr>
          <a:xfrm>
            <a:off x="6341223" y="1665288"/>
            <a:ext cx="5349128" cy="420687"/>
          </a:xfrm>
        </p:spPr>
        <p:txBody>
          <a:bodyPr>
            <a:noAutofit/>
          </a:bodyPr>
          <a:lstStyle/>
          <a:p>
            <a:pPr lvl="0"/>
            <a:r>
              <a:rPr lang="en-US" noProof="0"/>
              <a:t>Click to edit Master text styles</a:t>
            </a:r>
          </a:p>
        </p:txBody>
      </p:sp>
      <p:sp>
        <p:nvSpPr>
          <p:cNvPr id="15" name="Text Placeholder 7"/>
          <p:cNvSpPr>
            <a:spLocks noGrp="1"/>
          </p:cNvSpPr>
          <p:nvPr>
            <p:ph type="body" sz="quarter" idx="23"/>
          </p:nvPr>
        </p:nvSpPr>
        <p:spPr>
          <a:xfrm>
            <a:off x="501650" y="6121014"/>
            <a:ext cx="11188700" cy="260737"/>
          </a:xfrm>
        </p:spPr>
        <p:txBody>
          <a:bodyPr>
            <a:noAutofit/>
          </a:bodyPr>
          <a:lstStyle>
            <a:lvl1pPr>
              <a:spcAft>
                <a:spcPts val="0"/>
              </a:spcAft>
              <a:defRPr sz="900"/>
            </a:lvl1pPr>
          </a:lstStyle>
          <a:p>
            <a:pPr lvl="0"/>
            <a:r>
              <a:rPr lang="en-US"/>
              <a:t>Click to edit Master text styles</a:t>
            </a:r>
          </a:p>
        </p:txBody>
      </p:sp>
      <p:sp>
        <p:nvSpPr>
          <p:cNvPr id="8" name="Text Placeholder 8">
            <a:extLst>
              <a:ext uri="{FF2B5EF4-FFF2-40B4-BE49-F238E27FC236}">
                <a16:creationId xmlns:a16="http://schemas.microsoft.com/office/drawing/2014/main" id="{E911C489-B226-49BC-B069-119CF8BC96EF}"/>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9" name="Title Placeholder 1">
            <a:extLst>
              <a:ext uri="{FF2B5EF4-FFF2-40B4-BE49-F238E27FC236}">
                <a16:creationId xmlns:a16="http://schemas.microsoft.com/office/drawing/2014/main" id="{F47218A4-44FE-4E96-A903-7AD44AF4E8DB}"/>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277426765"/>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2 chart">
    <p:spTree>
      <p:nvGrpSpPr>
        <p:cNvPr id="1" name=""/>
        <p:cNvGrpSpPr/>
        <p:nvPr/>
      </p:nvGrpSpPr>
      <p:grpSpPr>
        <a:xfrm>
          <a:off x="0" y="0"/>
          <a:ext cx="0" cy="0"/>
          <a:chOff x="0" y="0"/>
          <a:chExt cx="0" cy="0"/>
        </a:xfrm>
      </p:grpSpPr>
      <p:sp>
        <p:nvSpPr>
          <p:cNvPr id="3" name="Chart Placeholder 2"/>
          <p:cNvSpPr>
            <a:spLocks noGrp="1"/>
          </p:cNvSpPr>
          <p:nvPr>
            <p:ph type="chart" sz="quarter" idx="21"/>
          </p:nvPr>
        </p:nvSpPr>
        <p:spPr>
          <a:xfrm>
            <a:off x="6341221" y="2125013"/>
            <a:ext cx="5349129" cy="3996000"/>
          </a:xfrm>
        </p:spPr>
        <p:txBody>
          <a:bodyPr>
            <a:noAutofit/>
          </a:bodyPr>
          <a:lstStyle/>
          <a:p>
            <a:r>
              <a:rPr lang="en-US"/>
              <a:t>Click icon to add chart</a:t>
            </a:r>
            <a:endParaRPr lang="en-GB" dirty="0"/>
          </a:p>
        </p:txBody>
      </p:sp>
      <p:sp>
        <p:nvSpPr>
          <p:cNvPr id="6" name="Text Placeholder 5"/>
          <p:cNvSpPr>
            <a:spLocks noGrp="1"/>
          </p:cNvSpPr>
          <p:nvPr>
            <p:ph type="body" sz="quarter" idx="22"/>
          </p:nvPr>
        </p:nvSpPr>
        <p:spPr>
          <a:xfrm>
            <a:off x="6341222" y="1665288"/>
            <a:ext cx="5349129" cy="420687"/>
          </a:xfrm>
        </p:spPr>
        <p:txBody>
          <a:bodyPr>
            <a:noAutofit/>
          </a:bodyPr>
          <a:lstStyle/>
          <a:p>
            <a:pPr lvl="0"/>
            <a:r>
              <a:rPr lang="en-US" noProof="0"/>
              <a:t>Click to edit Master text styles</a:t>
            </a:r>
          </a:p>
        </p:txBody>
      </p:sp>
      <p:sp>
        <p:nvSpPr>
          <p:cNvPr id="15" name="Text Placeholder 7"/>
          <p:cNvSpPr>
            <a:spLocks noGrp="1"/>
          </p:cNvSpPr>
          <p:nvPr>
            <p:ph type="body" sz="quarter" idx="23"/>
          </p:nvPr>
        </p:nvSpPr>
        <p:spPr>
          <a:xfrm>
            <a:off x="501649" y="6121014"/>
            <a:ext cx="11165419" cy="260737"/>
          </a:xfrm>
        </p:spPr>
        <p:txBody>
          <a:bodyPr>
            <a:noAutofit/>
          </a:bodyPr>
          <a:lstStyle>
            <a:lvl1pPr>
              <a:spcAft>
                <a:spcPts val="0"/>
              </a:spcAft>
              <a:defRPr sz="900"/>
            </a:lvl1pPr>
          </a:lstStyle>
          <a:p>
            <a:pPr lvl="0"/>
            <a:r>
              <a:rPr lang="en-US"/>
              <a:t>Click to edit Master text styles</a:t>
            </a:r>
          </a:p>
        </p:txBody>
      </p:sp>
      <p:sp>
        <p:nvSpPr>
          <p:cNvPr id="9" name="Chart Placeholder 2"/>
          <p:cNvSpPr>
            <a:spLocks noGrp="1"/>
          </p:cNvSpPr>
          <p:nvPr>
            <p:ph type="chart" sz="quarter" idx="24"/>
          </p:nvPr>
        </p:nvSpPr>
        <p:spPr>
          <a:xfrm>
            <a:off x="501650" y="2125013"/>
            <a:ext cx="5349240" cy="3996000"/>
          </a:xfrm>
        </p:spPr>
        <p:txBody>
          <a:bodyPr>
            <a:noAutofit/>
          </a:bodyPr>
          <a:lstStyle/>
          <a:p>
            <a:r>
              <a:rPr lang="en-US"/>
              <a:t>Click icon to add chart</a:t>
            </a:r>
            <a:endParaRPr lang="en-GB" dirty="0"/>
          </a:p>
        </p:txBody>
      </p:sp>
      <p:sp>
        <p:nvSpPr>
          <p:cNvPr id="12" name="Text Placeholder 5"/>
          <p:cNvSpPr>
            <a:spLocks noGrp="1"/>
          </p:cNvSpPr>
          <p:nvPr>
            <p:ph type="body" sz="quarter" idx="25"/>
          </p:nvPr>
        </p:nvSpPr>
        <p:spPr>
          <a:xfrm>
            <a:off x="501649" y="1665288"/>
            <a:ext cx="5349240" cy="420687"/>
          </a:xfrm>
        </p:spPr>
        <p:txBody>
          <a:bodyPr>
            <a:noAutofit/>
          </a:bodyPr>
          <a:lstStyle/>
          <a:p>
            <a:pPr lvl="0"/>
            <a:r>
              <a:rPr lang="en-US" noProof="0"/>
              <a:t>Click to edit Master text styles</a:t>
            </a:r>
          </a:p>
        </p:txBody>
      </p:sp>
      <p:sp>
        <p:nvSpPr>
          <p:cNvPr id="10" name="Text Placeholder 8">
            <a:extLst>
              <a:ext uri="{FF2B5EF4-FFF2-40B4-BE49-F238E27FC236}">
                <a16:creationId xmlns:a16="http://schemas.microsoft.com/office/drawing/2014/main" id="{5D528E1B-5BDF-48B1-B9CD-A31A99631297}"/>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14" name="Title Placeholder 1">
            <a:extLst>
              <a:ext uri="{FF2B5EF4-FFF2-40B4-BE49-F238E27FC236}">
                <a16:creationId xmlns:a16="http://schemas.microsoft.com/office/drawing/2014/main" id="{56A696DA-71F5-44D5-B231-17F470D2F6A5}"/>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2793380128"/>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3 chart">
    <p:spTree>
      <p:nvGrpSpPr>
        <p:cNvPr id="1" name=""/>
        <p:cNvGrpSpPr/>
        <p:nvPr/>
      </p:nvGrpSpPr>
      <p:grpSpPr>
        <a:xfrm>
          <a:off x="0" y="0"/>
          <a:ext cx="0" cy="0"/>
          <a:chOff x="0" y="0"/>
          <a:chExt cx="0" cy="0"/>
        </a:xfrm>
      </p:grpSpPr>
      <p:sp>
        <p:nvSpPr>
          <p:cNvPr id="17" name="Chart Placeholder 3"/>
          <p:cNvSpPr>
            <a:spLocks noGrp="1"/>
          </p:cNvSpPr>
          <p:nvPr>
            <p:ph type="chart" sz="quarter" idx="15"/>
          </p:nvPr>
        </p:nvSpPr>
        <p:spPr>
          <a:xfrm>
            <a:off x="504000" y="2051999"/>
            <a:ext cx="3549549" cy="4069014"/>
          </a:xfrm>
          <a:prstGeom prst="rect">
            <a:avLst/>
          </a:prstGeom>
        </p:spPr>
        <p:txBody>
          <a:bodyPr>
            <a:noAutofit/>
          </a:bodyPr>
          <a:lstStyle/>
          <a:p>
            <a:r>
              <a:rPr lang="en-US" noProof="0"/>
              <a:t>Click icon to add chart</a:t>
            </a:r>
            <a:endParaRPr lang="en-US" noProof="0" dirty="0"/>
          </a:p>
        </p:txBody>
      </p:sp>
      <p:sp>
        <p:nvSpPr>
          <p:cNvPr id="18" name="Text Placeholder 8"/>
          <p:cNvSpPr>
            <a:spLocks noGrp="1"/>
          </p:cNvSpPr>
          <p:nvPr>
            <p:ph type="body" sz="quarter" idx="18"/>
          </p:nvPr>
        </p:nvSpPr>
        <p:spPr>
          <a:xfrm>
            <a:off x="501650" y="1659145"/>
            <a:ext cx="3549549" cy="392112"/>
          </a:xfrm>
        </p:spPr>
        <p:txBody>
          <a:bodyPr>
            <a:noAutofit/>
          </a:bodyPr>
          <a:lstStyle/>
          <a:p>
            <a:pPr lvl="0"/>
            <a:r>
              <a:rPr lang="en-US" noProof="0"/>
              <a:t>Click to edit Master text styles</a:t>
            </a:r>
          </a:p>
        </p:txBody>
      </p:sp>
      <p:sp>
        <p:nvSpPr>
          <p:cNvPr id="7" name="Chart Placeholder 3"/>
          <p:cNvSpPr>
            <a:spLocks noGrp="1"/>
          </p:cNvSpPr>
          <p:nvPr>
            <p:ph type="chart" sz="quarter" idx="19"/>
          </p:nvPr>
        </p:nvSpPr>
        <p:spPr>
          <a:xfrm>
            <a:off x="4322401" y="2051999"/>
            <a:ext cx="3549549" cy="4069014"/>
          </a:xfrm>
          <a:prstGeom prst="rect">
            <a:avLst/>
          </a:prstGeom>
        </p:spPr>
        <p:txBody>
          <a:bodyPr>
            <a:noAutofit/>
          </a:bodyPr>
          <a:lstStyle/>
          <a:p>
            <a:r>
              <a:rPr lang="en-US" noProof="0"/>
              <a:t>Click icon to add chart</a:t>
            </a:r>
            <a:endParaRPr lang="en-US" noProof="0" dirty="0"/>
          </a:p>
        </p:txBody>
      </p:sp>
      <p:sp>
        <p:nvSpPr>
          <p:cNvPr id="8" name="Text Placeholder 8"/>
          <p:cNvSpPr>
            <a:spLocks noGrp="1"/>
          </p:cNvSpPr>
          <p:nvPr>
            <p:ph type="body" sz="quarter" idx="20"/>
          </p:nvPr>
        </p:nvSpPr>
        <p:spPr>
          <a:xfrm>
            <a:off x="4321226" y="1659145"/>
            <a:ext cx="3549549" cy="392112"/>
          </a:xfrm>
        </p:spPr>
        <p:txBody>
          <a:bodyPr>
            <a:noAutofit/>
          </a:bodyPr>
          <a:lstStyle/>
          <a:p>
            <a:pPr lvl="0"/>
            <a:r>
              <a:rPr lang="en-US" noProof="0"/>
              <a:t>Click to edit Master text styles</a:t>
            </a:r>
          </a:p>
        </p:txBody>
      </p:sp>
      <p:sp>
        <p:nvSpPr>
          <p:cNvPr id="9" name="Chart Placeholder 3"/>
          <p:cNvSpPr>
            <a:spLocks noGrp="1"/>
          </p:cNvSpPr>
          <p:nvPr>
            <p:ph type="chart" sz="quarter" idx="21"/>
          </p:nvPr>
        </p:nvSpPr>
        <p:spPr>
          <a:xfrm>
            <a:off x="8140801" y="2051999"/>
            <a:ext cx="3549549" cy="4069014"/>
          </a:xfrm>
          <a:prstGeom prst="rect">
            <a:avLst/>
          </a:prstGeom>
        </p:spPr>
        <p:txBody>
          <a:bodyPr>
            <a:noAutofit/>
          </a:bodyPr>
          <a:lstStyle/>
          <a:p>
            <a:r>
              <a:rPr lang="en-US" noProof="0"/>
              <a:t>Click icon to add chart</a:t>
            </a:r>
            <a:endParaRPr lang="en-US" noProof="0" dirty="0"/>
          </a:p>
        </p:txBody>
      </p:sp>
      <p:sp>
        <p:nvSpPr>
          <p:cNvPr id="10" name="Text Placeholder 8"/>
          <p:cNvSpPr>
            <a:spLocks noGrp="1"/>
          </p:cNvSpPr>
          <p:nvPr>
            <p:ph type="body" sz="quarter" idx="22"/>
          </p:nvPr>
        </p:nvSpPr>
        <p:spPr>
          <a:xfrm>
            <a:off x="8140801" y="1659145"/>
            <a:ext cx="3549549" cy="398256"/>
          </a:xfrm>
        </p:spPr>
        <p:txBody>
          <a:bodyPr>
            <a:noAutofit/>
          </a:bodyPr>
          <a:lstStyle/>
          <a:p>
            <a:pPr lvl="0"/>
            <a:r>
              <a:rPr lang="en-US" noProof="0"/>
              <a:t>Click to edit Master text styles</a:t>
            </a:r>
          </a:p>
        </p:txBody>
      </p:sp>
      <p:sp>
        <p:nvSpPr>
          <p:cNvPr id="12" name="Text Placeholder 7"/>
          <p:cNvSpPr>
            <a:spLocks noGrp="1"/>
          </p:cNvSpPr>
          <p:nvPr>
            <p:ph type="body" sz="quarter" idx="23"/>
          </p:nvPr>
        </p:nvSpPr>
        <p:spPr>
          <a:xfrm>
            <a:off x="501649" y="6121014"/>
            <a:ext cx="11165419" cy="260737"/>
          </a:xfrm>
        </p:spPr>
        <p:txBody>
          <a:bodyPr>
            <a:noAutofit/>
          </a:bodyPr>
          <a:lstStyle>
            <a:lvl1pPr>
              <a:spcAft>
                <a:spcPts val="0"/>
              </a:spcAft>
              <a:defRPr sz="900"/>
            </a:lvl1pPr>
          </a:lstStyle>
          <a:p>
            <a:pPr lvl="0"/>
            <a:r>
              <a:rPr lang="en-US" noProof="0"/>
              <a:t>Click to edit Master text styles</a:t>
            </a:r>
          </a:p>
        </p:txBody>
      </p:sp>
      <p:sp>
        <p:nvSpPr>
          <p:cNvPr id="11" name="Text Placeholder 8">
            <a:extLst>
              <a:ext uri="{FF2B5EF4-FFF2-40B4-BE49-F238E27FC236}">
                <a16:creationId xmlns:a16="http://schemas.microsoft.com/office/drawing/2014/main" id="{F3BAE7D4-2DCE-493F-8804-6735FFDC6D71}"/>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13" name="Title Placeholder 1">
            <a:extLst>
              <a:ext uri="{FF2B5EF4-FFF2-40B4-BE49-F238E27FC236}">
                <a16:creationId xmlns:a16="http://schemas.microsoft.com/office/drawing/2014/main" id="{0AA8666D-884E-4CE4-A16C-E06A6E0BAE3D}"/>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1720639433"/>
      </p:ext>
    </p:extLst>
  </p:cSld>
  <p:clrMapOvr>
    <a:masterClrMapping/>
  </p:clrMapOvr>
  <p:transition>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Title, subtitle, 1 column text with charts">
    <p:spTree>
      <p:nvGrpSpPr>
        <p:cNvPr id="1" name=""/>
        <p:cNvGrpSpPr/>
        <p:nvPr/>
      </p:nvGrpSpPr>
      <p:grpSpPr>
        <a:xfrm>
          <a:off x="0" y="0"/>
          <a:ext cx="0" cy="0"/>
          <a:chOff x="0" y="0"/>
          <a:chExt cx="0" cy="0"/>
        </a:xfrm>
      </p:grpSpPr>
      <p:sp>
        <p:nvSpPr>
          <p:cNvPr id="10" name="Text Placeholder 18"/>
          <p:cNvSpPr>
            <a:spLocks noGrp="1"/>
          </p:cNvSpPr>
          <p:nvPr>
            <p:ph idx="1"/>
          </p:nvPr>
        </p:nvSpPr>
        <p:spPr>
          <a:xfrm>
            <a:off x="501650" y="1665289"/>
            <a:ext cx="5594351" cy="4716463"/>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a:extLst>
              <a:ext uri="{FF2B5EF4-FFF2-40B4-BE49-F238E27FC236}">
                <a16:creationId xmlns:a16="http://schemas.microsoft.com/office/drawing/2014/main" id="{9939BF43-6ABE-4327-81AC-7892A0477322}"/>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6" name="Title Placeholder 1">
            <a:extLst>
              <a:ext uri="{FF2B5EF4-FFF2-40B4-BE49-F238E27FC236}">
                <a16:creationId xmlns:a16="http://schemas.microsoft.com/office/drawing/2014/main" id="{E4133C46-CE37-4404-B4D0-9DFA124106B1}"/>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1232164099"/>
      </p:ext>
    </p:extLst>
  </p:cSld>
  <p:clrMapOvr>
    <a:masterClrMapping/>
  </p:clrMapOvr>
  <p:transition>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Title &amp; subtitle">
    <p:spTree>
      <p:nvGrpSpPr>
        <p:cNvPr id="1" name=""/>
        <p:cNvGrpSpPr/>
        <p:nvPr/>
      </p:nvGrpSpPr>
      <p:grpSpPr>
        <a:xfrm>
          <a:off x="0" y="0"/>
          <a:ext cx="0" cy="0"/>
          <a:chOff x="0" y="0"/>
          <a:chExt cx="0" cy="0"/>
        </a:xfrm>
      </p:grpSpPr>
      <p:sp>
        <p:nvSpPr>
          <p:cNvPr id="4" name="Text Placeholder 8">
            <a:extLst>
              <a:ext uri="{FF2B5EF4-FFF2-40B4-BE49-F238E27FC236}">
                <a16:creationId xmlns:a16="http://schemas.microsoft.com/office/drawing/2014/main" id="{D1AFA9E9-5EB8-42BF-B15A-3D95DDA547A4}"/>
              </a:ext>
            </a:extLst>
          </p:cNvPr>
          <p:cNvSpPr>
            <a:spLocks noGrp="1"/>
          </p:cNvSpPr>
          <p:nvPr>
            <p:ph type="body" sz="quarter" idx="13" hasCustomPrompt="1"/>
          </p:nvPr>
        </p:nvSpPr>
        <p:spPr>
          <a:xfrm>
            <a:off x="501650" y="651600"/>
            <a:ext cx="11188700" cy="757255"/>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5" name="Title Placeholder 1">
            <a:extLst>
              <a:ext uri="{FF2B5EF4-FFF2-40B4-BE49-F238E27FC236}">
                <a16:creationId xmlns:a16="http://schemas.microsoft.com/office/drawing/2014/main" id="{C3F5B0ED-A4CB-4D19-B6B8-CA9E1139E702}"/>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1022492659"/>
      </p:ext>
    </p:extLst>
  </p:cSld>
  <p:clrMapOvr>
    <a:masterClrMapping/>
  </p:clrMapOvr>
  <p:transition>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F79D3799-9A6C-45EE-B3ED-0F77AAB658E9}"/>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latin typeface="+mj-lt"/>
              </a:defRPr>
            </a:lvl1pPr>
          </a:lstStyle>
          <a:p>
            <a:r>
              <a:rPr lang="en-US" dirty="0"/>
              <a:t>Click to add title</a:t>
            </a:r>
          </a:p>
        </p:txBody>
      </p:sp>
    </p:spTree>
    <p:extLst>
      <p:ext uri="{BB962C8B-B14F-4D97-AF65-F5344CB8AC3E}">
        <p14:creationId xmlns:p14="http://schemas.microsoft.com/office/powerpoint/2010/main" val="2206781295"/>
      </p:ext>
    </p:extLst>
  </p:cSld>
  <p:clrMapOvr>
    <a:masterClrMapping/>
  </p:clrMapOvr>
  <p:transition>
    <p:fade/>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Title Only - Black">
    <p:bg>
      <p:bgPr>
        <a:solidFill>
          <a:schemeClr val="tx1"/>
        </a:solidFill>
        <a:effectLst/>
      </p:bgPr>
    </p:bg>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F79D3799-9A6C-45EE-B3ED-0F77AAB658E9}"/>
              </a:ext>
            </a:extLst>
          </p:cNvPr>
          <p:cNvSpPr>
            <a:spLocks noGrp="1"/>
          </p:cNvSpPr>
          <p:nvPr>
            <p:ph type="title" hasCustomPrompt="1"/>
          </p:nvPr>
        </p:nvSpPr>
        <p:spPr>
          <a:xfrm>
            <a:off x="501650" y="317500"/>
            <a:ext cx="11188700" cy="334099"/>
          </a:xfrm>
          <a:prstGeom prst="rect">
            <a:avLst/>
          </a:prstGeom>
        </p:spPr>
        <p:txBody>
          <a:bodyPr vert="horz" lIns="0" tIns="0" rIns="0" bIns="0" rtlCol="0" anchor="t" anchorCtr="0">
            <a:noAutofit/>
          </a:bodyPr>
          <a:lstStyle>
            <a:lvl1pPr>
              <a:defRPr>
                <a:solidFill>
                  <a:schemeClr val="bg1"/>
                </a:solidFill>
                <a:latin typeface="+mj-lt"/>
              </a:defRPr>
            </a:lvl1pPr>
          </a:lstStyle>
          <a:p>
            <a:r>
              <a:rPr lang="en-US" dirty="0"/>
              <a:t>Click to add title</a:t>
            </a:r>
          </a:p>
        </p:txBody>
      </p:sp>
      <p:sp>
        <p:nvSpPr>
          <p:cNvPr id="3" name="CaseCode">
            <a:extLst>
              <a:ext uri="{FF2B5EF4-FFF2-40B4-BE49-F238E27FC236}">
                <a16:creationId xmlns:a16="http://schemas.microsoft.com/office/drawing/2014/main" id="{4D067F15-7090-4FD4-8B55-76CB78DD9BD0}"/>
              </a:ext>
            </a:extLst>
          </p:cNvPr>
          <p:cNvSpPr txBox="1"/>
          <p:nvPr userDrawn="1"/>
        </p:nvSpPr>
        <p:spPr>
          <a:xfrm>
            <a:off x="6335184" y="6477000"/>
            <a:ext cx="4896560" cy="276999"/>
          </a:xfrm>
          <a:prstGeom prst="rect">
            <a:avLst/>
          </a:prstGeom>
          <a:noFill/>
        </p:spPr>
        <p:txBody>
          <a:bodyPr wrap="square" lIns="0" tIns="0" rIns="0" bIns="0" rtlCol="0">
            <a:spAutoFit/>
          </a:bodyPr>
          <a:lstStyle/>
          <a:p>
            <a:pPr marL="0" indent="0" algn="r">
              <a:spcBef>
                <a:spcPts val="0"/>
              </a:spcBef>
              <a:buSzPct val="100000"/>
              <a:buFont typeface="Arial"/>
              <a:buNone/>
            </a:pPr>
            <a:r>
              <a:rPr lang="en-US" sz="900" noProof="0" dirty="0">
                <a:solidFill>
                  <a:schemeClr val="bg1"/>
                </a:solidFill>
                <a:latin typeface="Calibri" panose="020F0502020204030204" pitchFamily="34" charset="0"/>
                <a:cs typeface="Calibri" panose="020F0502020204030204" pitchFamily="34" charset="0"/>
              </a:rPr>
              <a:t>Presentation title</a:t>
            </a:r>
            <a:br>
              <a:rPr lang="en-US" sz="900" noProof="0" dirty="0">
                <a:solidFill>
                  <a:schemeClr val="bg1"/>
                </a:solidFill>
                <a:latin typeface="Calibri" panose="020F0502020204030204" pitchFamily="34" charset="0"/>
                <a:cs typeface="Calibri" panose="020F0502020204030204" pitchFamily="34" charset="0"/>
              </a:rPr>
            </a:br>
            <a:r>
              <a:rPr lang="en-US" sz="900"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5" name="Copyright">
            <a:extLst>
              <a:ext uri="{FF2B5EF4-FFF2-40B4-BE49-F238E27FC236}">
                <a16:creationId xmlns:a16="http://schemas.microsoft.com/office/drawing/2014/main" id="{A13EFA35-A937-47F7-93E5-9465F8876AC6}"/>
              </a:ext>
            </a:extLst>
          </p:cNvPr>
          <p:cNvSpPr txBox="1"/>
          <p:nvPr userDrawn="1"/>
        </p:nvSpPr>
        <p:spPr>
          <a:xfrm>
            <a:off x="501649" y="6477001"/>
            <a:ext cx="5355168" cy="276999"/>
          </a:xfrm>
          <a:prstGeom prst="rect">
            <a:avLst/>
          </a:prstGeom>
          <a:noFill/>
        </p:spPr>
        <p:txBody>
          <a:bodyPr wrap="square" lIns="0" tIns="0" rIns="0" bIns="0" rtlCol="0">
            <a:spAutoFit/>
          </a:bodyPr>
          <a:lstStyle/>
          <a:p>
            <a:pPr marL="0" indent="0">
              <a:spcBef>
                <a:spcPts val="600"/>
              </a:spcBef>
              <a:buSzPct val="100000"/>
              <a:buFont typeface="Arial"/>
              <a:buNone/>
            </a:pPr>
            <a:r>
              <a:rPr lang="en-US" sz="900" noProof="0" dirty="0">
                <a:solidFill>
                  <a:schemeClr val="bg1"/>
                </a:solidFill>
                <a:latin typeface="Calibri" panose="020F0502020204030204" pitchFamily="34" charset="0"/>
                <a:cs typeface="Calibri" panose="020F0502020204030204" pitchFamily="34" charset="0"/>
              </a:rPr>
              <a:t>Member firms and DTTL: Insert appropriate copyright</a:t>
            </a:r>
            <a:br>
              <a:rPr lang="en-US" sz="900" noProof="0" dirty="0">
                <a:solidFill>
                  <a:schemeClr val="bg1"/>
                </a:solidFill>
                <a:latin typeface="Calibri" panose="020F0502020204030204" pitchFamily="34" charset="0"/>
                <a:cs typeface="Calibri" panose="020F0502020204030204" pitchFamily="34" charset="0"/>
              </a:rPr>
            </a:br>
            <a:r>
              <a:rPr lang="en-US" sz="900" noProof="0" dirty="0">
                <a:solidFill>
                  <a:schemeClr val="bg1"/>
                </a:solidFill>
                <a:latin typeface="Calibri" panose="020F0502020204030204" pitchFamily="34" charset="0"/>
                <a:cs typeface="Calibri" panose="020F0502020204030204" pitchFamily="34" charset="0"/>
              </a:rPr>
              <a:t>[To edit, click View &gt; Slide Master &gt; Slide Master]</a:t>
            </a:r>
          </a:p>
        </p:txBody>
      </p:sp>
      <p:sp>
        <p:nvSpPr>
          <p:cNvPr id="6" name="TextBox 5">
            <a:extLst>
              <a:ext uri="{FF2B5EF4-FFF2-40B4-BE49-F238E27FC236}">
                <a16:creationId xmlns:a16="http://schemas.microsoft.com/office/drawing/2014/main" id="{D39B4359-4F20-4FAE-B7A0-C54983A639ED}"/>
              </a:ext>
            </a:extLst>
          </p:cNvPr>
          <p:cNvSpPr txBox="1"/>
          <p:nvPr userDrawn="1"/>
        </p:nvSpPr>
        <p:spPr>
          <a:xfrm>
            <a:off x="11382377" y="6477001"/>
            <a:ext cx="307975" cy="138499"/>
          </a:xfrm>
          <a:prstGeom prst="rect">
            <a:avLst/>
          </a:prstGeom>
          <a:noFill/>
        </p:spPr>
        <p:txBody>
          <a:bodyPr wrap="square" lIns="0" tIns="0" rIns="0" bIns="0" rtlCol="0">
            <a:spAutoFit/>
          </a:bodyPr>
          <a:lstStyle/>
          <a:p>
            <a:pPr marL="0" indent="0" algn="r">
              <a:spcBef>
                <a:spcPts val="600"/>
              </a:spcBef>
              <a:buSzPct val="100000"/>
              <a:buFont typeface="Arial"/>
              <a:buNone/>
            </a:pPr>
            <a:fld id="{C58DF478-B544-4ED8-9ED4-6A2648E2D233}" type="slidenum">
              <a:rPr lang="en-US" sz="900" noProof="0" smtClean="0">
                <a:solidFill>
                  <a:schemeClr val="bg1"/>
                </a:solidFill>
                <a:latin typeface="Calibri" panose="020F0502020204030204" pitchFamily="34" charset="0"/>
                <a:cs typeface="Calibri" panose="020F0502020204030204" pitchFamily="34" charset="0"/>
              </a:rPr>
              <a:pPr marL="0" indent="0" algn="r">
                <a:spcBef>
                  <a:spcPts val="600"/>
                </a:spcBef>
                <a:buSzPct val="100000"/>
                <a:buFont typeface="Arial"/>
                <a:buNone/>
              </a:pPr>
              <a:t>‹#›</a:t>
            </a:fld>
            <a:endParaRPr lang="en-US" sz="900" noProof="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62245348"/>
      </p:ext>
    </p:extLst>
  </p:cSld>
  <p:clrMapOvr>
    <a:masterClrMapping/>
  </p:clrMapOvr>
  <p:transition>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Title &amp; subtitle - Black">
    <p:bg>
      <p:bgRef idx="1001">
        <a:schemeClr val="bg1"/>
      </p:bgRef>
    </p:bg>
    <p:spTree>
      <p:nvGrpSpPr>
        <p:cNvPr id="1" name=""/>
        <p:cNvGrpSpPr/>
        <p:nvPr/>
      </p:nvGrpSpPr>
      <p:grpSpPr>
        <a:xfrm>
          <a:off x="0" y="0"/>
          <a:ext cx="0" cy="0"/>
          <a:chOff x="0" y="0"/>
          <a:chExt cx="0" cy="0"/>
        </a:xfrm>
      </p:grpSpPr>
      <p:sp>
        <p:nvSpPr>
          <p:cNvPr id="10"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1800" b="0">
                <a:solidFill>
                  <a:srgbClr val="BBBCBC"/>
                </a:solidFill>
              </a:defRPr>
            </a:lvl1pPr>
          </a:lstStyle>
          <a:p>
            <a:pPr lvl="0"/>
            <a:r>
              <a:rPr lang="en-US" dirty="0"/>
              <a:t>Click to add subtitle</a:t>
            </a:r>
          </a:p>
        </p:txBody>
      </p:sp>
      <p:sp>
        <p:nvSpPr>
          <p:cNvPr id="11" name="Title Placeholder 1"/>
          <p:cNvSpPr>
            <a:spLocks noGrp="1"/>
          </p:cNvSpPr>
          <p:nvPr>
            <p:ph type="title" hasCustomPrompt="1"/>
          </p:nvPr>
        </p:nvSpPr>
        <p:spPr>
          <a:xfrm>
            <a:off x="528000" y="295683"/>
            <a:ext cx="11136000" cy="355917"/>
          </a:xfrm>
          <a:prstGeom prst="rect">
            <a:avLst/>
          </a:prstGeom>
        </p:spPr>
        <p:txBody>
          <a:bodyPr vert="horz" lIns="0" tIns="0" rIns="0" bIns="0" rtlCol="0" anchor="t" anchorCtr="0">
            <a:noAutofit/>
          </a:bodyPr>
          <a:lstStyle>
            <a:lvl1pPr>
              <a:defRPr>
                <a:solidFill>
                  <a:schemeClr val="tx1"/>
                </a:solidFill>
              </a:defRPr>
            </a:lvl1pPr>
          </a:lstStyle>
          <a:p>
            <a:r>
              <a:rPr lang="en-US" dirty="0"/>
              <a:t>Click to add title</a:t>
            </a:r>
          </a:p>
        </p:txBody>
      </p:sp>
      <p:sp>
        <p:nvSpPr>
          <p:cNvPr id="4" name="TextBox 3"/>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33728428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_Qualifications 2 x 2">
    <p:spTree>
      <p:nvGrpSpPr>
        <p:cNvPr id="1" name=""/>
        <p:cNvGrpSpPr/>
        <p:nvPr/>
      </p:nvGrpSpPr>
      <p:grpSpPr>
        <a:xfrm>
          <a:off x="0" y="0"/>
          <a:ext cx="0" cy="0"/>
          <a:chOff x="0" y="0"/>
          <a:chExt cx="0" cy="0"/>
        </a:xfrm>
      </p:grpSpPr>
      <p:sp>
        <p:nvSpPr>
          <p:cNvPr id="2" name="Title 1"/>
          <p:cNvSpPr>
            <a:spLocks noGrp="1"/>
          </p:cNvSpPr>
          <p:nvPr>
            <p:ph type="title"/>
          </p:nvPr>
        </p:nvSpPr>
        <p:spPr>
          <a:xfrm>
            <a:off x="501651" y="317501"/>
            <a:ext cx="11188700" cy="697888"/>
          </a:xfrm>
        </p:spPr>
        <p:txBody>
          <a:bodyPr/>
          <a:lstStyle/>
          <a:p>
            <a:r>
              <a:rPr lang="en-US"/>
              <a:t>Click to edit Master title style</a:t>
            </a:r>
            <a:endParaRPr lang="en-GB"/>
          </a:p>
        </p:txBody>
      </p:sp>
      <p:sp>
        <p:nvSpPr>
          <p:cNvPr id="7" name="Picture Placeholder 29"/>
          <p:cNvSpPr>
            <a:spLocks noGrp="1"/>
          </p:cNvSpPr>
          <p:nvPr>
            <p:ph type="pic" sz="quarter" idx="20" hasCustomPrompt="1"/>
          </p:nvPr>
        </p:nvSpPr>
        <p:spPr>
          <a:xfrm>
            <a:off x="10424617" y="1857893"/>
            <a:ext cx="1244161"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4" name="Picture Placeholder 29"/>
          <p:cNvSpPr>
            <a:spLocks noGrp="1"/>
          </p:cNvSpPr>
          <p:nvPr>
            <p:ph type="pic" sz="quarter" idx="24" hasCustomPrompt="1"/>
          </p:nvPr>
        </p:nvSpPr>
        <p:spPr>
          <a:xfrm>
            <a:off x="4754494" y="4255707"/>
            <a:ext cx="1239381"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5" name="Picture Placeholder 29"/>
          <p:cNvSpPr>
            <a:spLocks noGrp="1"/>
          </p:cNvSpPr>
          <p:nvPr>
            <p:ph type="pic" sz="quarter" idx="25" hasCustomPrompt="1"/>
          </p:nvPr>
        </p:nvSpPr>
        <p:spPr>
          <a:xfrm>
            <a:off x="10424617" y="4249683"/>
            <a:ext cx="1244160"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6" name="Text Placeholder 8"/>
          <p:cNvSpPr>
            <a:spLocks noGrp="1"/>
          </p:cNvSpPr>
          <p:nvPr>
            <p:ph type="body" sz="quarter" idx="13" hasCustomPrompt="1"/>
          </p:nvPr>
        </p:nvSpPr>
        <p:spPr>
          <a:xfrm>
            <a:off x="501651" y="651600"/>
            <a:ext cx="11197501" cy="594360"/>
          </a:xfrm>
          <a:prstGeom prst="rect">
            <a:avLst/>
          </a:prstGeom>
        </p:spPr>
        <p:txBody>
          <a:bodyPr lIns="0" tIns="0" rIns="0" bIns="0">
            <a:noAutofit/>
          </a:bodyPr>
          <a:lstStyle>
            <a:lvl1pPr marL="0" indent="0">
              <a:buNone/>
              <a:defRPr sz="1800" b="0">
                <a:solidFill>
                  <a:srgbClr val="575757"/>
                </a:solidFill>
              </a:defRPr>
            </a:lvl1pPr>
          </a:lstStyle>
          <a:p>
            <a:pPr lvl="0"/>
            <a:r>
              <a:rPr lang="en-US" dirty="0"/>
              <a:t>Click to add subtitle</a:t>
            </a:r>
          </a:p>
        </p:txBody>
      </p:sp>
      <p:sp>
        <p:nvSpPr>
          <p:cNvPr id="17" name="Picture Placeholder 29"/>
          <p:cNvSpPr>
            <a:spLocks noGrp="1"/>
          </p:cNvSpPr>
          <p:nvPr>
            <p:ph type="pic" sz="quarter" idx="19" hasCustomPrompt="1"/>
          </p:nvPr>
        </p:nvSpPr>
        <p:spPr>
          <a:xfrm>
            <a:off x="4769491" y="1863917"/>
            <a:ext cx="1210207"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Tree>
    <p:extLst>
      <p:ext uri="{BB962C8B-B14F-4D97-AF65-F5344CB8AC3E}">
        <p14:creationId xmlns:p14="http://schemas.microsoft.com/office/powerpoint/2010/main" val="1145372693"/>
      </p:ext>
    </p:extLst>
  </p:cSld>
  <p:clrMapOvr>
    <a:masterClrMapping/>
  </p:clrMapOvr>
  <p:transition>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_2 chart">
    <p:bg>
      <p:bgRef idx="1001">
        <a:schemeClr val="bg1"/>
      </p:bgRef>
    </p:bg>
    <p:spTree>
      <p:nvGrpSpPr>
        <p:cNvPr id="1" name=""/>
        <p:cNvGrpSpPr/>
        <p:nvPr/>
      </p:nvGrpSpPr>
      <p:grpSpPr>
        <a:xfrm>
          <a:off x="0" y="0"/>
          <a:ext cx="0" cy="0"/>
          <a:chOff x="0" y="0"/>
          <a:chExt cx="0" cy="0"/>
        </a:xfrm>
      </p:grpSpPr>
      <p:sp>
        <p:nvSpPr>
          <p:cNvPr id="11" name="Text Placeholder 8"/>
          <p:cNvSpPr>
            <a:spLocks noGrp="1"/>
          </p:cNvSpPr>
          <p:nvPr>
            <p:ph type="body" sz="quarter" idx="13" hasCustomPrompt="1"/>
          </p:nvPr>
        </p:nvSpPr>
        <p:spPr>
          <a:xfrm>
            <a:off x="502920" y="651600"/>
            <a:ext cx="11136000" cy="757255"/>
          </a:xfrm>
          <a:prstGeom prst="rect">
            <a:avLst/>
          </a:prstGeom>
        </p:spPr>
        <p:txBody>
          <a:bodyPr lIns="0" tIns="0" rIns="0" bIns="0">
            <a:noAutofit/>
          </a:bodyPr>
          <a:lstStyle>
            <a:lvl1pPr marL="0" indent="0">
              <a:buNone/>
              <a:defRPr sz="1800" b="0">
                <a:solidFill>
                  <a:srgbClr val="BBBCBC"/>
                </a:solidFill>
              </a:defRPr>
            </a:lvl1pPr>
          </a:lstStyle>
          <a:p>
            <a:pPr lvl="0"/>
            <a:r>
              <a:rPr lang="en-US" dirty="0"/>
              <a:t>Click to add subtitle</a:t>
            </a:r>
          </a:p>
        </p:txBody>
      </p:sp>
      <p:sp>
        <p:nvSpPr>
          <p:cNvPr id="2" name="Title 1"/>
          <p:cNvSpPr>
            <a:spLocks noGrp="1"/>
          </p:cNvSpPr>
          <p:nvPr>
            <p:ph type="title"/>
          </p:nvPr>
        </p:nvSpPr>
        <p:spPr/>
        <p:txBody>
          <a:bodyPr/>
          <a:lstStyle>
            <a:lvl1pPr>
              <a:defRPr>
                <a:solidFill>
                  <a:schemeClr val="tx1"/>
                </a:solidFill>
              </a:defRPr>
            </a:lvl1pPr>
          </a:lstStyle>
          <a:p>
            <a:r>
              <a:rPr lang="en-US" dirty="0"/>
              <a:t>Click to edit Master title style</a:t>
            </a:r>
          </a:p>
        </p:txBody>
      </p:sp>
      <p:sp>
        <p:nvSpPr>
          <p:cNvPr id="3" name="Chart Placeholder 2"/>
          <p:cNvSpPr>
            <a:spLocks noGrp="1"/>
          </p:cNvSpPr>
          <p:nvPr>
            <p:ph type="chart" sz="quarter" idx="21"/>
          </p:nvPr>
        </p:nvSpPr>
        <p:spPr>
          <a:xfrm>
            <a:off x="6338155" y="2125013"/>
            <a:ext cx="5325845" cy="3996000"/>
          </a:xfrm>
        </p:spPr>
        <p:txBody>
          <a:bodyPr/>
          <a:lstStyle/>
          <a:p>
            <a:endParaRPr lang="en-GB" dirty="0"/>
          </a:p>
        </p:txBody>
      </p:sp>
      <p:sp>
        <p:nvSpPr>
          <p:cNvPr id="6" name="Text Placeholder 5"/>
          <p:cNvSpPr>
            <a:spLocks noGrp="1"/>
          </p:cNvSpPr>
          <p:nvPr>
            <p:ph type="body" sz="quarter" idx="22"/>
          </p:nvPr>
        </p:nvSpPr>
        <p:spPr>
          <a:xfrm>
            <a:off x="6338157" y="1700213"/>
            <a:ext cx="5325844" cy="385762"/>
          </a:xfrm>
        </p:spPr>
        <p:txBody>
          <a:bodyPr/>
          <a:lstStyle/>
          <a:p>
            <a:pPr lvl="0"/>
            <a:r>
              <a:rPr lang="en-US" dirty="0"/>
              <a:t>Click to edit Master text styles</a:t>
            </a:r>
          </a:p>
        </p:txBody>
      </p:sp>
      <p:sp>
        <p:nvSpPr>
          <p:cNvPr id="15" name="Text Placeholder 7"/>
          <p:cNvSpPr>
            <a:spLocks noGrp="1"/>
          </p:cNvSpPr>
          <p:nvPr>
            <p:ph type="body" sz="quarter" idx="23"/>
          </p:nvPr>
        </p:nvSpPr>
        <p:spPr>
          <a:xfrm>
            <a:off x="502920" y="6121014"/>
            <a:ext cx="11145627" cy="256647"/>
          </a:xfrm>
        </p:spPr>
        <p:txBody>
          <a:bodyPr>
            <a:normAutofit/>
          </a:bodyPr>
          <a:lstStyle>
            <a:lvl1pPr>
              <a:spcAft>
                <a:spcPts val="0"/>
              </a:spcAft>
              <a:defRPr sz="900"/>
            </a:lvl1pPr>
          </a:lstStyle>
          <a:p>
            <a:pPr lvl="0"/>
            <a:r>
              <a:rPr lang="en-US" dirty="0"/>
              <a:t>Click to edit Master text styles</a:t>
            </a:r>
          </a:p>
        </p:txBody>
      </p:sp>
      <p:sp>
        <p:nvSpPr>
          <p:cNvPr id="9" name="Chart Placeholder 2"/>
          <p:cNvSpPr>
            <a:spLocks noGrp="1"/>
          </p:cNvSpPr>
          <p:nvPr>
            <p:ph type="chart" sz="quarter" idx="24"/>
          </p:nvPr>
        </p:nvSpPr>
        <p:spPr>
          <a:xfrm>
            <a:off x="502920" y="2125013"/>
            <a:ext cx="5316825" cy="3996000"/>
          </a:xfrm>
        </p:spPr>
        <p:txBody>
          <a:bodyPr/>
          <a:lstStyle/>
          <a:p>
            <a:endParaRPr lang="en-GB" dirty="0"/>
          </a:p>
        </p:txBody>
      </p:sp>
      <p:sp>
        <p:nvSpPr>
          <p:cNvPr id="12" name="Text Placeholder 5"/>
          <p:cNvSpPr>
            <a:spLocks noGrp="1"/>
          </p:cNvSpPr>
          <p:nvPr>
            <p:ph type="body" sz="quarter" idx="25"/>
          </p:nvPr>
        </p:nvSpPr>
        <p:spPr>
          <a:xfrm>
            <a:off x="502920" y="1700213"/>
            <a:ext cx="5319272" cy="385762"/>
          </a:xfrm>
        </p:spPr>
        <p:txBody>
          <a:bodyPr/>
          <a:lstStyle/>
          <a:p>
            <a:pPr lvl="0"/>
            <a:r>
              <a:rPr lang="en-US" dirty="0"/>
              <a:t>Click to edit Master text styles</a:t>
            </a:r>
          </a:p>
        </p:txBody>
      </p:sp>
      <p:sp>
        <p:nvSpPr>
          <p:cNvPr id="10" name="TextBox 9"/>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108093361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_Title, subtitle &amp; chart">
    <p:bg>
      <p:bgRef idx="1001">
        <a:schemeClr val="bg1"/>
      </p:bgRef>
    </p:bg>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2920" y="651600"/>
            <a:ext cx="11136000" cy="757255"/>
          </a:xfrm>
          <a:prstGeom prst="rect">
            <a:avLst/>
          </a:prstGeom>
        </p:spPr>
        <p:txBody>
          <a:bodyPr lIns="0" tIns="0" rIns="0" bIns="0">
            <a:noAutofit/>
          </a:bodyPr>
          <a:lstStyle>
            <a:lvl1pPr marL="0" indent="0">
              <a:buNone/>
              <a:defRPr sz="1800" b="0">
                <a:solidFill>
                  <a:srgbClr val="BBBCBC"/>
                </a:solidFill>
              </a:defRPr>
            </a:lvl1pPr>
          </a:lstStyle>
          <a:p>
            <a:pPr lvl="0"/>
            <a:r>
              <a:rPr lang="en-US" dirty="0"/>
              <a:t>Click to add subtitle</a:t>
            </a:r>
          </a:p>
        </p:txBody>
      </p:sp>
      <p:sp>
        <p:nvSpPr>
          <p:cNvPr id="16" name="Title Placeholder 1"/>
          <p:cNvSpPr>
            <a:spLocks noGrp="1"/>
          </p:cNvSpPr>
          <p:nvPr>
            <p:ph type="title" hasCustomPrompt="1"/>
          </p:nvPr>
        </p:nvSpPr>
        <p:spPr>
          <a:xfrm>
            <a:off x="502920" y="320040"/>
            <a:ext cx="11136000" cy="331559"/>
          </a:xfrm>
          <a:prstGeom prst="rect">
            <a:avLst/>
          </a:prstGeom>
        </p:spPr>
        <p:txBody>
          <a:bodyPr vert="horz" lIns="0" tIns="0" rIns="0" bIns="0" rtlCol="0" anchor="t" anchorCtr="0">
            <a:noAutofit/>
          </a:bodyPr>
          <a:lstStyle>
            <a:lvl1pPr>
              <a:defRPr/>
            </a:lvl1pPr>
          </a:lstStyle>
          <a:p>
            <a:r>
              <a:rPr lang="en-US" dirty="0"/>
              <a:t>Click to add title</a:t>
            </a:r>
          </a:p>
        </p:txBody>
      </p:sp>
      <p:sp>
        <p:nvSpPr>
          <p:cNvPr id="17" name="Chart Placeholder 3"/>
          <p:cNvSpPr>
            <a:spLocks noGrp="1"/>
          </p:cNvSpPr>
          <p:nvPr>
            <p:ph type="chart" sz="quarter" idx="15"/>
          </p:nvPr>
        </p:nvSpPr>
        <p:spPr>
          <a:xfrm>
            <a:off x="502920" y="2052000"/>
            <a:ext cx="11145628" cy="4069013"/>
          </a:xfrm>
          <a:prstGeom prst="rect">
            <a:avLst/>
          </a:prstGeom>
        </p:spPr>
        <p:txBody>
          <a:bodyPr/>
          <a:lstStyle/>
          <a:p>
            <a:endParaRPr lang="en-GB" dirty="0"/>
          </a:p>
        </p:txBody>
      </p:sp>
      <p:sp>
        <p:nvSpPr>
          <p:cNvPr id="18" name="Text Placeholder 8"/>
          <p:cNvSpPr>
            <a:spLocks noGrp="1"/>
          </p:cNvSpPr>
          <p:nvPr>
            <p:ph type="body" sz="quarter" idx="18"/>
          </p:nvPr>
        </p:nvSpPr>
        <p:spPr>
          <a:xfrm>
            <a:off x="502920" y="1700214"/>
            <a:ext cx="11136001" cy="357187"/>
          </a:xfrm>
        </p:spPr>
        <p:txBody>
          <a:bodyPr/>
          <a:lstStyle/>
          <a:p>
            <a:pPr lvl="0"/>
            <a:r>
              <a:rPr lang="en-US" dirty="0"/>
              <a:t>Click to edit Master text styles</a:t>
            </a:r>
          </a:p>
        </p:txBody>
      </p:sp>
      <p:sp>
        <p:nvSpPr>
          <p:cNvPr id="19" name="Text Placeholder 7"/>
          <p:cNvSpPr>
            <a:spLocks noGrp="1"/>
          </p:cNvSpPr>
          <p:nvPr>
            <p:ph type="body" sz="quarter" idx="23"/>
          </p:nvPr>
        </p:nvSpPr>
        <p:spPr>
          <a:xfrm>
            <a:off x="502920" y="6121014"/>
            <a:ext cx="11145627" cy="256647"/>
          </a:xfrm>
        </p:spPr>
        <p:txBody>
          <a:bodyPr>
            <a:normAutofit/>
          </a:bodyPr>
          <a:lstStyle>
            <a:lvl1pPr>
              <a:spcAft>
                <a:spcPts val="0"/>
              </a:spcAft>
              <a:defRPr sz="900"/>
            </a:lvl1pPr>
          </a:lstStyle>
          <a:p>
            <a:pPr lvl="0"/>
            <a:r>
              <a:rPr lang="en-US" dirty="0"/>
              <a:t>Click to edit Master text styles</a:t>
            </a:r>
          </a:p>
        </p:txBody>
      </p:sp>
      <p:sp>
        <p:nvSpPr>
          <p:cNvPr id="7" name="TextBox 6"/>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1216291553"/>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3 chart - Black">
    <p:bg>
      <p:bgRef idx="1001">
        <a:schemeClr val="bg1"/>
      </p:bgRef>
    </p:bg>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02920" y="651600"/>
            <a:ext cx="11136000" cy="757255"/>
          </a:xfrm>
          <a:prstGeom prst="rect">
            <a:avLst/>
          </a:prstGeom>
        </p:spPr>
        <p:txBody>
          <a:bodyPr lIns="0" tIns="0" rIns="0" bIns="0">
            <a:noAutofit/>
          </a:bodyPr>
          <a:lstStyle>
            <a:lvl1pPr marL="0" indent="0">
              <a:buNone/>
              <a:defRPr sz="1800" b="0">
                <a:solidFill>
                  <a:srgbClr val="BBBCBC"/>
                </a:solidFill>
              </a:defRPr>
            </a:lvl1pPr>
          </a:lstStyle>
          <a:p>
            <a:pPr lvl="0"/>
            <a:r>
              <a:rPr lang="en-US" dirty="0"/>
              <a:t>Click to add subtitle</a:t>
            </a:r>
          </a:p>
        </p:txBody>
      </p:sp>
      <p:sp>
        <p:nvSpPr>
          <p:cNvPr id="16" name="Title Placeholder 1"/>
          <p:cNvSpPr>
            <a:spLocks noGrp="1"/>
          </p:cNvSpPr>
          <p:nvPr>
            <p:ph type="title" hasCustomPrompt="1"/>
          </p:nvPr>
        </p:nvSpPr>
        <p:spPr>
          <a:xfrm>
            <a:off x="502920" y="320040"/>
            <a:ext cx="11136000" cy="331559"/>
          </a:xfrm>
          <a:prstGeom prst="rect">
            <a:avLst/>
          </a:prstGeom>
        </p:spPr>
        <p:txBody>
          <a:bodyPr vert="horz" lIns="0" tIns="0" rIns="0" bIns="0" rtlCol="0" anchor="t" anchorCtr="0">
            <a:noAutofit/>
          </a:bodyPr>
          <a:lstStyle>
            <a:lvl1pPr>
              <a:defRPr/>
            </a:lvl1pPr>
          </a:lstStyle>
          <a:p>
            <a:r>
              <a:rPr lang="en-US" dirty="0"/>
              <a:t>Click to add title</a:t>
            </a:r>
          </a:p>
        </p:txBody>
      </p:sp>
      <p:sp>
        <p:nvSpPr>
          <p:cNvPr id="17" name="Chart Placeholder 3"/>
          <p:cNvSpPr>
            <a:spLocks noGrp="1"/>
          </p:cNvSpPr>
          <p:nvPr>
            <p:ph type="chart" sz="quarter" idx="15"/>
          </p:nvPr>
        </p:nvSpPr>
        <p:spPr>
          <a:xfrm>
            <a:off x="502920" y="2051999"/>
            <a:ext cx="3522776" cy="4069014"/>
          </a:xfrm>
          <a:prstGeom prst="rect">
            <a:avLst/>
          </a:prstGeom>
        </p:spPr>
        <p:txBody>
          <a:bodyPr/>
          <a:lstStyle/>
          <a:p>
            <a:endParaRPr lang="en-GB" dirty="0"/>
          </a:p>
        </p:txBody>
      </p:sp>
      <p:sp>
        <p:nvSpPr>
          <p:cNvPr id="18" name="Text Placeholder 8"/>
          <p:cNvSpPr>
            <a:spLocks noGrp="1"/>
          </p:cNvSpPr>
          <p:nvPr>
            <p:ph type="body" sz="quarter" idx="18"/>
          </p:nvPr>
        </p:nvSpPr>
        <p:spPr>
          <a:xfrm>
            <a:off x="502920" y="1700214"/>
            <a:ext cx="3537600" cy="357187"/>
          </a:xfrm>
        </p:spPr>
        <p:txBody>
          <a:bodyPr/>
          <a:lstStyle/>
          <a:p>
            <a:pPr lvl="0"/>
            <a:r>
              <a:rPr lang="en-US" dirty="0"/>
              <a:t>Click to edit Master text styles</a:t>
            </a:r>
          </a:p>
        </p:txBody>
      </p:sp>
      <p:sp>
        <p:nvSpPr>
          <p:cNvPr id="7" name="Chart Placeholder 3"/>
          <p:cNvSpPr>
            <a:spLocks noGrp="1"/>
          </p:cNvSpPr>
          <p:nvPr>
            <p:ph type="chart" sz="quarter" idx="19"/>
          </p:nvPr>
        </p:nvSpPr>
        <p:spPr>
          <a:xfrm>
            <a:off x="4327200" y="2051999"/>
            <a:ext cx="3537600" cy="4069014"/>
          </a:xfrm>
          <a:prstGeom prst="rect">
            <a:avLst/>
          </a:prstGeom>
        </p:spPr>
        <p:txBody>
          <a:bodyPr/>
          <a:lstStyle/>
          <a:p>
            <a:endParaRPr lang="en-GB" dirty="0"/>
          </a:p>
        </p:txBody>
      </p:sp>
      <p:sp>
        <p:nvSpPr>
          <p:cNvPr id="8" name="Text Placeholder 8"/>
          <p:cNvSpPr>
            <a:spLocks noGrp="1"/>
          </p:cNvSpPr>
          <p:nvPr>
            <p:ph type="body" sz="quarter" idx="20"/>
          </p:nvPr>
        </p:nvSpPr>
        <p:spPr>
          <a:xfrm>
            <a:off x="4327199" y="1700214"/>
            <a:ext cx="3537600" cy="357187"/>
          </a:xfrm>
        </p:spPr>
        <p:txBody>
          <a:bodyPr/>
          <a:lstStyle/>
          <a:p>
            <a:pPr lvl="0"/>
            <a:r>
              <a:rPr lang="en-US" dirty="0"/>
              <a:t>Click to edit Master text styles</a:t>
            </a:r>
          </a:p>
        </p:txBody>
      </p:sp>
      <p:sp>
        <p:nvSpPr>
          <p:cNvPr id="9" name="Chart Placeholder 3"/>
          <p:cNvSpPr>
            <a:spLocks noGrp="1"/>
          </p:cNvSpPr>
          <p:nvPr>
            <p:ph type="chart" sz="quarter" idx="21"/>
          </p:nvPr>
        </p:nvSpPr>
        <p:spPr>
          <a:xfrm>
            <a:off x="8144286" y="2051999"/>
            <a:ext cx="3522781" cy="4069014"/>
          </a:xfrm>
          <a:prstGeom prst="rect">
            <a:avLst/>
          </a:prstGeom>
        </p:spPr>
        <p:txBody>
          <a:bodyPr/>
          <a:lstStyle/>
          <a:p>
            <a:endParaRPr lang="en-GB" dirty="0"/>
          </a:p>
        </p:txBody>
      </p:sp>
      <p:sp>
        <p:nvSpPr>
          <p:cNvPr id="10" name="Text Placeholder 8"/>
          <p:cNvSpPr>
            <a:spLocks noGrp="1"/>
          </p:cNvSpPr>
          <p:nvPr>
            <p:ph type="body" sz="quarter" idx="22"/>
          </p:nvPr>
        </p:nvSpPr>
        <p:spPr>
          <a:xfrm>
            <a:off x="8144286" y="1700214"/>
            <a:ext cx="3540671" cy="357187"/>
          </a:xfrm>
        </p:spPr>
        <p:txBody>
          <a:bodyPr/>
          <a:lstStyle/>
          <a:p>
            <a:pPr lvl="0"/>
            <a:r>
              <a:rPr lang="en-US" dirty="0"/>
              <a:t>Click to edit Master text styles</a:t>
            </a:r>
          </a:p>
        </p:txBody>
      </p:sp>
      <p:sp>
        <p:nvSpPr>
          <p:cNvPr id="12" name="Text Placeholder 7"/>
          <p:cNvSpPr>
            <a:spLocks noGrp="1"/>
          </p:cNvSpPr>
          <p:nvPr>
            <p:ph type="body" sz="quarter" idx="23"/>
          </p:nvPr>
        </p:nvSpPr>
        <p:spPr>
          <a:xfrm>
            <a:off x="502920" y="6121014"/>
            <a:ext cx="11145627" cy="256647"/>
          </a:xfrm>
        </p:spPr>
        <p:txBody>
          <a:bodyPr>
            <a:normAutofit/>
          </a:bodyPr>
          <a:lstStyle>
            <a:lvl1pPr>
              <a:spcAft>
                <a:spcPts val="0"/>
              </a:spcAft>
              <a:defRPr sz="900"/>
            </a:lvl1pPr>
          </a:lstStyle>
          <a:p>
            <a:pPr lvl="0"/>
            <a:r>
              <a:rPr lang="en-US" dirty="0"/>
              <a:t>Click to edit Master text styles</a:t>
            </a:r>
          </a:p>
        </p:txBody>
      </p:sp>
      <p:sp>
        <p:nvSpPr>
          <p:cNvPr id="11" name="TextBox 10"/>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304286030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Title, subtitle, 1 column text with charts">
    <p:bg>
      <p:bgRef idx="1001">
        <a:schemeClr val="bg1"/>
      </p:bgRef>
    </p:bg>
    <p:spTree>
      <p:nvGrpSpPr>
        <p:cNvPr id="1" name=""/>
        <p:cNvGrpSpPr/>
        <p:nvPr/>
      </p:nvGrpSpPr>
      <p:grpSpPr>
        <a:xfrm>
          <a:off x="0" y="0"/>
          <a:ext cx="0" cy="0"/>
          <a:chOff x="0" y="0"/>
          <a:chExt cx="0" cy="0"/>
        </a:xfrm>
      </p:grpSpPr>
      <p:sp>
        <p:nvSpPr>
          <p:cNvPr id="8" name="Text Placeholder 8"/>
          <p:cNvSpPr>
            <a:spLocks noGrp="1"/>
          </p:cNvSpPr>
          <p:nvPr>
            <p:ph type="body" sz="quarter" idx="13" hasCustomPrompt="1"/>
          </p:nvPr>
        </p:nvSpPr>
        <p:spPr>
          <a:xfrm>
            <a:off x="502920" y="651600"/>
            <a:ext cx="11136000" cy="757255"/>
          </a:xfrm>
          <a:prstGeom prst="rect">
            <a:avLst/>
          </a:prstGeom>
        </p:spPr>
        <p:txBody>
          <a:bodyPr lIns="0" tIns="0" rIns="0" bIns="0">
            <a:noAutofit/>
          </a:bodyPr>
          <a:lstStyle>
            <a:lvl1pPr marL="0" indent="0">
              <a:buNone/>
              <a:defRPr sz="1800" b="0">
                <a:solidFill>
                  <a:srgbClr val="BBBCBC"/>
                </a:solidFill>
              </a:defRPr>
            </a:lvl1pPr>
          </a:lstStyle>
          <a:p>
            <a:pPr lvl="0"/>
            <a:r>
              <a:rPr lang="en-US" dirty="0"/>
              <a:t>Click to add subtitle</a:t>
            </a:r>
          </a:p>
        </p:txBody>
      </p:sp>
      <p:sp>
        <p:nvSpPr>
          <p:cNvPr id="9" name="Title Placeholder 1"/>
          <p:cNvSpPr>
            <a:spLocks noGrp="1"/>
          </p:cNvSpPr>
          <p:nvPr>
            <p:ph type="title" hasCustomPrompt="1"/>
          </p:nvPr>
        </p:nvSpPr>
        <p:spPr>
          <a:xfrm>
            <a:off x="502920" y="320040"/>
            <a:ext cx="11136000" cy="469492"/>
          </a:xfrm>
          <a:prstGeom prst="rect">
            <a:avLst/>
          </a:prstGeom>
        </p:spPr>
        <p:txBody>
          <a:bodyPr vert="horz" lIns="0" tIns="0" rIns="0" bIns="0" rtlCol="0" anchor="t" anchorCtr="0">
            <a:noAutofit/>
          </a:bodyPr>
          <a:lstStyle>
            <a:lvl1pPr>
              <a:defRPr/>
            </a:lvl1pPr>
          </a:lstStyle>
          <a:p>
            <a:r>
              <a:rPr lang="en-US" dirty="0"/>
              <a:t>Click to add title</a:t>
            </a:r>
          </a:p>
        </p:txBody>
      </p:sp>
      <p:sp>
        <p:nvSpPr>
          <p:cNvPr id="10" name="Text Placeholder 18"/>
          <p:cNvSpPr>
            <a:spLocks noGrp="1"/>
          </p:cNvSpPr>
          <p:nvPr>
            <p:ph idx="1"/>
          </p:nvPr>
        </p:nvSpPr>
        <p:spPr>
          <a:xfrm>
            <a:off x="502919" y="1700213"/>
            <a:ext cx="11164147" cy="4681538"/>
          </a:xfrm>
          <a:prstGeom prst="rect">
            <a:avLst/>
          </a:prstGeom>
        </p:spPr>
        <p:txBody>
          <a:bodyPr vert="horz" lIns="0" tIns="0" rIns="0" bIns="0" rtlCol="0">
            <a:normAutofit/>
          </a:bodyPr>
          <a:lstStyle>
            <a:lvl1pPr>
              <a:defRPr sz="1300"/>
            </a:lvl1pPr>
            <a:lvl2pPr>
              <a:defRPr sz="1300"/>
            </a:lvl2pPr>
            <a:lvl3pPr>
              <a:defRPr sz="1300"/>
            </a:lvl3pPr>
            <a:lvl4pPr>
              <a:defRPr sz="1300"/>
            </a:lvl4pPr>
            <a:lvl5pPr>
              <a:defRPr sz="1300"/>
            </a:lvl5pPr>
            <a:lvl6pPr>
              <a:defRPr sz="1300"/>
            </a:lvl6pPr>
            <a:lvl7pPr>
              <a:defRPr sz="1300"/>
            </a:lvl7pPr>
            <a:lvl8pPr>
              <a:defRPr sz="1300"/>
            </a:lvl8pPr>
            <a:lvl9pPr>
              <a:defRPr sz="13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GB" dirty="0"/>
              <a:t>Seventh level</a:t>
            </a:r>
          </a:p>
          <a:p>
            <a:pPr lvl="7"/>
            <a:r>
              <a:rPr lang="en-GB" dirty="0"/>
              <a:t>Eighth level</a:t>
            </a:r>
          </a:p>
          <a:p>
            <a:pPr lvl="8"/>
            <a:r>
              <a:rPr lang="en-GB" dirty="0"/>
              <a:t>Ninth level</a:t>
            </a:r>
          </a:p>
        </p:txBody>
      </p:sp>
      <p:sp>
        <p:nvSpPr>
          <p:cNvPr id="5" name="TextBox 4"/>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325483928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tx1"/>
        </a:solidFill>
        <a:effectLst/>
      </p:bgPr>
    </p:bg>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469900" y="402586"/>
            <a:ext cx="11252200" cy="698501"/>
          </a:xfrm>
          <a:prstGeom prst="rect">
            <a:avLst/>
          </a:prstGeom>
        </p:spPr>
        <p:txBody>
          <a:bodyPr vert="horz" lIns="0" tIns="0" rIns="0" bIns="0" rtlCol="0" anchor="t" anchorCtr="0">
            <a:noAutofit/>
          </a:bodyPr>
          <a:lstStyle>
            <a:lvl1pPr>
              <a:defRPr sz="2400">
                <a:solidFill>
                  <a:schemeClr val="bg1"/>
                </a:solidFill>
              </a:defRPr>
            </a:lvl1pPr>
          </a:lstStyle>
          <a:p>
            <a:r>
              <a:rPr lang="en-US" noProof="0" dirty="0"/>
              <a:t>Click to edit Master title style</a:t>
            </a:r>
          </a:p>
        </p:txBody>
      </p:sp>
    </p:spTree>
    <p:extLst>
      <p:ext uri="{BB962C8B-B14F-4D97-AF65-F5344CB8AC3E}">
        <p14:creationId xmlns:p14="http://schemas.microsoft.com/office/powerpoint/2010/main" val="2277089946"/>
      </p:ext>
    </p:extLst>
  </p:cSld>
  <p:clrMapOvr>
    <a:masterClrMapping/>
  </p:clrMapOvr>
  <p:transition>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p:cSld name="Title, subtitle &amp; 1 column - large">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1" y="651600"/>
            <a:ext cx="11162349" cy="757255"/>
          </a:xfrm>
          <a:prstGeom prst="rect">
            <a:avLst/>
          </a:prstGeom>
        </p:spPr>
        <p:txBody>
          <a:bodyPr lIns="0" tIns="0" rIns="0" bIns="0">
            <a:noAutofit/>
          </a:bodyPr>
          <a:lstStyle>
            <a:lvl1pPr marL="0" indent="0">
              <a:buNone/>
              <a:defRPr sz="1800" b="0">
                <a:solidFill>
                  <a:srgbClr val="575757"/>
                </a:solidFill>
              </a:defRPr>
            </a:lvl1pPr>
          </a:lstStyle>
          <a:p>
            <a:pPr lvl="0"/>
            <a:r>
              <a:rPr lang="en-US" noProof="0" dirty="0"/>
              <a:t>Click to add subtitle</a:t>
            </a:r>
          </a:p>
        </p:txBody>
      </p:sp>
      <p:sp>
        <p:nvSpPr>
          <p:cNvPr id="14" name="Title Placeholder 1"/>
          <p:cNvSpPr>
            <a:spLocks noGrp="1"/>
          </p:cNvSpPr>
          <p:nvPr>
            <p:ph type="title"/>
          </p:nvPr>
        </p:nvSpPr>
        <p:spPr>
          <a:xfrm>
            <a:off x="501651" y="317500"/>
            <a:ext cx="11162349" cy="698501"/>
          </a:xfrm>
          <a:prstGeom prst="rect">
            <a:avLst/>
          </a:prstGeom>
        </p:spPr>
        <p:txBody>
          <a:bodyPr vert="horz" lIns="0" tIns="0" rIns="0" bIns="0" rtlCol="0" anchor="t" anchorCtr="0">
            <a:noAutofit/>
          </a:bodyPr>
          <a:lstStyle>
            <a:lvl1pPr>
              <a:defRPr/>
            </a:lvl1pPr>
          </a:lstStyle>
          <a:p>
            <a:r>
              <a:rPr lang="en-US" noProof="0"/>
              <a:t>Click to edit Master title style</a:t>
            </a:r>
            <a:endParaRPr lang="en-US" noProof="0" dirty="0"/>
          </a:p>
        </p:txBody>
      </p:sp>
      <p:sp>
        <p:nvSpPr>
          <p:cNvPr id="8" name="Text Placeholder 18"/>
          <p:cNvSpPr>
            <a:spLocks noGrp="1"/>
          </p:cNvSpPr>
          <p:nvPr>
            <p:ph idx="1"/>
          </p:nvPr>
        </p:nvSpPr>
        <p:spPr>
          <a:xfrm>
            <a:off x="501651" y="1700213"/>
            <a:ext cx="11165416" cy="4678986"/>
          </a:xfrm>
          <a:prstGeom prst="rect">
            <a:avLst/>
          </a:prstGeom>
        </p:spPr>
        <p:txBody>
          <a:bodyPr vert="horz" lIns="0" tIns="0" rIns="0" bIns="0" rtlCol="0">
            <a:normAutofit/>
          </a:bodyPr>
          <a:lstStyle>
            <a:lvl1pPr>
              <a:defRPr sz="1600"/>
            </a:lvl1pPr>
            <a:lvl2pPr>
              <a:defRPr sz="1600"/>
            </a:lvl2pPr>
            <a:lvl3pPr>
              <a:defRPr sz="1600"/>
            </a:lvl3pPr>
            <a:lvl4pPr>
              <a:defRPr sz="1600"/>
            </a:lvl4pPr>
            <a:lvl5pPr>
              <a:defRPr sz="1600"/>
            </a:lvl5pPr>
            <a:lvl6pPr>
              <a:defRPr sz="1600"/>
            </a:lvl6pPr>
            <a:lvl7pPr>
              <a:defRPr sz="1600"/>
            </a:lvl7pPr>
            <a:lvl8pPr>
              <a:defRPr sz="1600"/>
            </a:lvl8pPr>
            <a:lvl9pPr>
              <a:defRPr sz="1600"/>
            </a:lvl9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633040364"/>
      </p:ext>
    </p:extLst>
  </p:cSld>
  <p:clrMapOvr>
    <a:masterClrMapping/>
  </p:clrMapOvr>
  <p:transition>
    <p:fade/>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cSld name="End slid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501652" y="4211955"/>
            <a:ext cx="8528936" cy="2169796"/>
          </a:xfrm>
        </p:spPr>
        <p:txBody>
          <a:bodyPr anchor="b" anchorCtr="0"/>
          <a:lstStyle>
            <a:lvl1pPr>
              <a:lnSpc>
                <a:spcPct val="100000"/>
              </a:lnSpc>
              <a:spcAft>
                <a:spcPts val="600"/>
              </a:spcAft>
              <a:defRPr sz="900"/>
            </a:lvl1pPr>
          </a:lstStyle>
          <a:p>
            <a:pPr lvl="0"/>
            <a:r>
              <a:rPr lang="en-US"/>
              <a:t>Click to edit Master text styles</a:t>
            </a:r>
          </a:p>
        </p:txBody>
      </p:sp>
      <p:sp>
        <p:nvSpPr>
          <p:cNvPr id="3" name="Picture Placeholder 2"/>
          <p:cNvSpPr>
            <a:spLocks noGrp="1"/>
          </p:cNvSpPr>
          <p:nvPr>
            <p:ph type="pic" sz="quarter" idx="14" hasCustomPrompt="1"/>
          </p:nvPr>
        </p:nvSpPr>
        <p:spPr>
          <a:xfrm>
            <a:off x="9370847" y="4211955"/>
            <a:ext cx="2319503" cy="1725448"/>
          </a:xfrm>
        </p:spPr>
        <p:txBody>
          <a:bodyPr anchor="ctr" anchorCtr="0"/>
          <a:lstStyle>
            <a:lvl1pPr algn="ctr">
              <a:defRPr sz="900"/>
            </a:lvl1pPr>
          </a:lstStyle>
          <a:p>
            <a:r>
              <a:rPr lang="en-GB" sz="900" dirty="0"/>
              <a:t>Insert sponsorship mark here</a:t>
            </a:r>
            <a:endParaRPr lang="en-GB" dirty="0"/>
          </a:p>
        </p:txBody>
      </p:sp>
      <p:sp>
        <p:nvSpPr>
          <p:cNvPr id="8" name="Text Placeholder 7"/>
          <p:cNvSpPr>
            <a:spLocks noGrp="1"/>
          </p:cNvSpPr>
          <p:nvPr>
            <p:ph type="body" sz="quarter" idx="15"/>
          </p:nvPr>
        </p:nvSpPr>
        <p:spPr>
          <a:xfrm>
            <a:off x="9370850" y="6018028"/>
            <a:ext cx="2319501" cy="363722"/>
          </a:xfrm>
        </p:spPr>
        <p:txBody>
          <a:bodyPr anchor="b" anchorCtr="0"/>
          <a:lstStyle>
            <a:lvl1pPr>
              <a:lnSpc>
                <a:spcPct val="100000"/>
              </a:lnSpc>
              <a:defRPr sz="950"/>
            </a:lvl1pPr>
          </a:lstStyle>
          <a:p>
            <a:pPr lvl="0"/>
            <a:r>
              <a:rPr lang="en-US"/>
              <a:t>Click to edit Master text styles</a:t>
            </a:r>
          </a:p>
        </p:txBody>
      </p:sp>
      <p:grpSp>
        <p:nvGrpSpPr>
          <p:cNvPr id="16" name="Group 15">
            <a:extLst>
              <a:ext uri="{FF2B5EF4-FFF2-40B4-BE49-F238E27FC236}">
                <a16:creationId xmlns:a16="http://schemas.microsoft.com/office/drawing/2014/main" id="{04997566-12DB-42C6-84E6-8E749C2312C6}"/>
              </a:ext>
            </a:extLst>
          </p:cNvPr>
          <p:cNvGrpSpPr>
            <a:grpSpLocks noChangeAspect="1"/>
          </p:cNvGrpSpPr>
          <p:nvPr userDrawn="1"/>
        </p:nvGrpSpPr>
        <p:grpSpPr>
          <a:xfrm>
            <a:off x="475325" y="457200"/>
            <a:ext cx="1998000" cy="374400"/>
            <a:chOff x="398463" y="404813"/>
            <a:chExt cx="1627187" cy="307976"/>
          </a:xfrm>
          <a:solidFill>
            <a:schemeClr val="tx1"/>
          </a:solidFill>
        </p:grpSpPr>
        <p:sp>
          <p:nvSpPr>
            <p:cNvPr id="17" name="Oval 5">
              <a:extLst>
                <a:ext uri="{FF2B5EF4-FFF2-40B4-BE49-F238E27FC236}">
                  <a16:creationId xmlns:a16="http://schemas.microsoft.com/office/drawing/2014/main" id="{0342BD48-5C4F-4819-BD37-89A6717CB903}"/>
                </a:ext>
              </a:extLst>
            </p:cNvPr>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18" name="Freeform 6">
              <a:extLst>
                <a:ext uri="{FF2B5EF4-FFF2-40B4-BE49-F238E27FC236}">
                  <a16:creationId xmlns:a16="http://schemas.microsoft.com/office/drawing/2014/main" id="{A45883A3-A15B-4670-8B4D-F88093CD4736}"/>
                </a:ext>
              </a:extLst>
            </p:cNvPr>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19" name="Rectangle 7">
              <a:extLst>
                <a:ext uri="{FF2B5EF4-FFF2-40B4-BE49-F238E27FC236}">
                  <a16:creationId xmlns:a16="http://schemas.microsoft.com/office/drawing/2014/main" id="{4A348EF0-ADC4-462A-90A0-4CFC003519D3}"/>
                </a:ext>
              </a:extLst>
            </p:cNvPr>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1" name="Freeform 8">
              <a:extLst>
                <a:ext uri="{FF2B5EF4-FFF2-40B4-BE49-F238E27FC236}">
                  <a16:creationId xmlns:a16="http://schemas.microsoft.com/office/drawing/2014/main" id="{A79EC0B1-EA9D-4403-8E95-16D34E280DBB}"/>
                </a:ext>
              </a:extLst>
            </p:cNvPr>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2" name="Rectangle 9">
              <a:extLst>
                <a:ext uri="{FF2B5EF4-FFF2-40B4-BE49-F238E27FC236}">
                  <a16:creationId xmlns:a16="http://schemas.microsoft.com/office/drawing/2014/main" id="{61703B8D-1192-427B-A844-72937E693816}"/>
                </a:ext>
              </a:extLst>
            </p:cNvPr>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3" name="Rectangle 10">
              <a:extLst>
                <a:ext uri="{FF2B5EF4-FFF2-40B4-BE49-F238E27FC236}">
                  <a16:creationId xmlns:a16="http://schemas.microsoft.com/office/drawing/2014/main" id="{64D1D140-37E4-4FDD-AE02-1774414EBCBB}"/>
                </a:ext>
              </a:extLst>
            </p:cNvPr>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4" name="Freeform 11">
              <a:extLst>
                <a:ext uri="{FF2B5EF4-FFF2-40B4-BE49-F238E27FC236}">
                  <a16:creationId xmlns:a16="http://schemas.microsoft.com/office/drawing/2014/main" id="{7C6572CF-06BE-469A-81CE-8D5296B315AB}"/>
                </a:ext>
              </a:extLst>
            </p:cNvPr>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5" name="Freeform 12">
              <a:extLst>
                <a:ext uri="{FF2B5EF4-FFF2-40B4-BE49-F238E27FC236}">
                  <a16:creationId xmlns:a16="http://schemas.microsoft.com/office/drawing/2014/main" id="{E43F102F-68A0-410F-B141-874D3FF27FEC}"/>
                </a:ext>
              </a:extLst>
            </p:cNvPr>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6" name="Freeform 13">
              <a:extLst>
                <a:ext uri="{FF2B5EF4-FFF2-40B4-BE49-F238E27FC236}">
                  <a16:creationId xmlns:a16="http://schemas.microsoft.com/office/drawing/2014/main" id="{52FA796B-05A6-4597-A863-F044BEB0670A}"/>
                </a:ext>
              </a:extLst>
            </p:cNvPr>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sp>
          <p:nvSpPr>
            <p:cNvPr id="37" name="Freeform 14">
              <a:extLst>
                <a:ext uri="{FF2B5EF4-FFF2-40B4-BE49-F238E27FC236}">
                  <a16:creationId xmlns:a16="http://schemas.microsoft.com/office/drawing/2014/main" id="{CBD083F0-A3F9-415E-87B8-E17B452B56EF}"/>
                </a:ext>
              </a:extLst>
            </p:cNvPr>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a:solidFill>
                  <a:schemeClr val="bg1"/>
                </a:solidFill>
              </a:endParaRPr>
            </a:p>
          </p:txBody>
        </p:sp>
      </p:grpSp>
    </p:spTree>
    <p:extLst>
      <p:ext uri="{BB962C8B-B14F-4D97-AF65-F5344CB8AC3E}">
        <p14:creationId xmlns:p14="http://schemas.microsoft.com/office/powerpoint/2010/main" val="49292918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p:cSld name="End slide Black">
    <p:bg>
      <p:bgPr>
        <a:solidFill>
          <a:schemeClr val="tx1"/>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501652" y="4211955"/>
            <a:ext cx="8528936" cy="2169796"/>
          </a:xfrm>
        </p:spPr>
        <p:txBody>
          <a:bodyPr anchor="b" anchorCtr="0">
            <a:noAutofit/>
          </a:bodyPr>
          <a:lstStyle>
            <a:lvl1pPr>
              <a:lnSpc>
                <a:spcPct val="100000"/>
              </a:lnSpc>
              <a:spcAft>
                <a:spcPts val="600"/>
              </a:spcAft>
              <a:defRPr sz="900">
                <a:solidFill>
                  <a:schemeClr val="bg1"/>
                </a:solidFill>
              </a:defRPr>
            </a:lvl1pPr>
          </a:lstStyle>
          <a:p>
            <a:pPr lvl="0"/>
            <a:r>
              <a:rPr lang="en-US"/>
              <a:t>Click to edit Master text styles</a:t>
            </a:r>
          </a:p>
        </p:txBody>
      </p:sp>
      <p:sp>
        <p:nvSpPr>
          <p:cNvPr id="3" name="Picture Placeholder 2"/>
          <p:cNvSpPr>
            <a:spLocks noGrp="1"/>
          </p:cNvSpPr>
          <p:nvPr>
            <p:ph type="pic" sz="quarter" idx="14" hasCustomPrompt="1"/>
          </p:nvPr>
        </p:nvSpPr>
        <p:spPr>
          <a:xfrm>
            <a:off x="9370847" y="4211955"/>
            <a:ext cx="2319503" cy="1725448"/>
          </a:xfrm>
        </p:spPr>
        <p:txBody>
          <a:bodyPr anchor="ctr" anchorCtr="0"/>
          <a:lstStyle>
            <a:lvl1pPr algn="ctr">
              <a:defRPr sz="900">
                <a:solidFill>
                  <a:schemeClr val="bg1"/>
                </a:solidFill>
              </a:defRPr>
            </a:lvl1pPr>
          </a:lstStyle>
          <a:p>
            <a:r>
              <a:rPr lang="en-GB" sz="900" dirty="0"/>
              <a:t>Insert sponsorship mark here</a:t>
            </a:r>
            <a:endParaRPr lang="en-GB" dirty="0"/>
          </a:p>
        </p:txBody>
      </p:sp>
      <p:sp>
        <p:nvSpPr>
          <p:cNvPr id="8" name="Text Placeholder 7"/>
          <p:cNvSpPr>
            <a:spLocks noGrp="1"/>
          </p:cNvSpPr>
          <p:nvPr>
            <p:ph type="body" sz="quarter" idx="15"/>
          </p:nvPr>
        </p:nvSpPr>
        <p:spPr>
          <a:xfrm>
            <a:off x="9370850" y="6018028"/>
            <a:ext cx="2319501" cy="363722"/>
          </a:xfrm>
        </p:spPr>
        <p:txBody>
          <a:bodyPr anchor="b" anchorCtr="0">
            <a:noAutofit/>
          </a:bodyPr>
          <a:lstStyle>
            <a:lvl1pPr>
              <a:lnSpc>
                <a:spcPct val="100000"/>
              </a:lnSpc>
              <a:defRPr sz="950">
                <a:solidFill>
                  <a:schemeClr val="bg1"/>
                </a:solidFill>
              </a:defRPr>
            </a:lvl1pPr>
          </a:lstStyle>
          <a:p>
            <a:pPr lvl="0"/>
            <a:r>
              <a:rPr lang="en-US"/>
              <a:t>Click to edit Master text styles</a:t>
            </a:r>
          </a:p>
        </p:txBody>
      </p:sp>
      <p:grpSp>
        <p:nvGrpSpPr>
          <p:cNvPr id="20" name="Group 19">
            <a:extLst>
              <a:ext uri="{FF2B5EF4-FFF2-40B4-BE49-F238E27FC236}">
                <a16:creationId xmlns:a16="http://schemas.microsoft.com/office/drawing/2014/main" id="{8DBE0613-D0C6-405A-ACD6-58EF0477427B}"/>
              </a:ext>
            </a:extLst>
          </p:cNvPr>
          <p:cNvGrpSpPr>
            <a:grpSpLocks noChangeAspect="1"/>
          </p:cNvGrpSpPr>
          <p:nvPr/>
        </p:nvGrpSpPr>
        <p:grpSpPr>
          <a:xfrm>
            <a:off x="469900" y="457761"/>
            <a:ext cx="1998000" cy="374400"/>
            <a:chOff x="398463" y="404813"/>
            <a:chExt cx="1627187" cy="307976"/>
          </a:xfrm>
          <a:solidFill>
            <a:schemeClr val="tx1"/>
          </a:solidFill>
        </p:grpSpPr>
        <p:sp>
          <p:nvSpPr>
            <p:cNvPr id="21" name="Oval 5">
              <a:extLst>
                <a:ext uri="{FF2B5EF4-FFF2-40B4-BE49-F238E27FC236}">
                  <a16:creationId xmlns:a16="http://schemas.microsoft.com/office/drawing/2014/main" id="{FD362D39-3352-4BA0-AC51-553983A71CD1}"/>
                </a:ext>
              </a:extLst>
            </p:cNvPr>
            <p:cNvSpPr>
              <a:spLocks noChangeArrowheads="1"/>
            </p:cNvSpPr>
            <p:nvPr/>
          </p:nvSpPr>
          <p:spPr bwMode="auto">
            <a:xfrm>
              <a:off x="1938338" y="625476"/>
              <a:ext cx="87312" cy="87313"/>
            </a:xfrm>
            <a:prstGeom prst="ellipse">
              <a:avLst/>
            </a:prstGeom>
            <a:solidFill>
              <a:srgbClr val="86BC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2" name="Freeform 6">
              <a:extLst>
                <a:ext uri="{FF2B5EF4-FFF2-40B4-BE49-F238E27FC236}">
                  <a16:creationId xmlns:a16="http://schemas.microsoft.com/office/drawing/2014/main" id="{1156DAFF-F101-4061-AA75-F8EEDC00FC74}"/>
                </a:ext>
              </a:extLst>
            </p:cNvPr>
            <p:cNvSpPr>
              <a:spLocks noEditPoints="1"/>
            </p:cNvSpPr>
            <p:nvPr/>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3" name="Rectangle 7">
              <a:extLst>
                <a:ext uri="{FF2B5EF4-FFF2-40B4-BE49-F238E27FC236}">
                  <a16:creationId xmlns:a16="http://schemas.microsoft.com/office/drawing/2014/main" id="{5667AB23-84F3-44E4-B904-5D4D3A9B3109}"/>
                </a:ext>
              </a:extLst>
            </p:cNvPr>
            <p:cNvSpPr>
              <a:spLocks noChangeArrowheads="1"/>
            </p:cNvSpPr>
            <p:nvPr/>
          </p:nvSpPr>
          <p:spPr bwMode="auto">
            <a:xfrm>
              <a:off x="906463" y="404813"/>
              <a:ext cx="74612" cy="3032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4" name="Freeform 8">
              <a:extLst>
                <a:ext uri="{FF2B5EF4-FFF2-40B4-BE49-F238E27FC236}">
                  <a16:creationId xmlns:a16="http://schemas.microsoft.com/office/drawing/2014/main" id="{12CE4E7F-CB40-4545-80AF-423201F72F2E}"/>
                </a:ext>
              </a:extLst>
            </p:cNvPr>
            <p:cNvSpPr>
              <a:spLocks noEditPoints="1"/>
            </p:cNvSpPr>
            <p:nvPr/>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5" name="Rectangle 9">
              <a:extLst>
                <a:ext uri="{FF2B5EF4-FFF2-40B4-BE49-F238E27FC236}">
                  <a16:creationId xmlns:a16="http://schemas.microsoft.com/office/drawing/2014/main" id="{A7B265B2-4EA1-416A-A272-49E48905C3E6}"/>
                </a:ext>
              </a:extLst>
            </p:cNvPr>
            <p:cNvSpPr>
              <a:spLocks noChangeArrowheads="1"/>
            </p:cNvSpPr>
            <p:nvPr/>
          </p:nvSpPr>
          <p:spPr bwMode="auto">
            <a:xfrm>
              <a:off x="1257300" y="482601"/>
              <a:ext cx="74612" cy="2254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6" name="Rectangle 10">
              <a:extLst>
                <a:ext uri="{FF2B5EF4-FFF2-40B4-BE49-F238E27FC236}">
                  <a16:creationId xmlns:a16="http://schemas.microsoft.com/office/drawing/2014/main" id="{3744CD22-C3A3-4D80-AB50-3E6D3483304C}"/>
                </a:ext>
              </a:extLst>
            </p:cNvPr>
            <p:cNvSpPr>
              <a:spLocks noChangeArrowheads="1"/>
            </p:cNvSpPr>
            <p:nvPr/>
          </p:nvSpPr>
          <p:spPr bwMode="auto">
            <a:xfrm>
              <a:off x="1257300" y="404813"/>
              <a:ext cx="74612" cy="50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7" name="Freeform 11">
              <a:extLst>
                <a:ext uri="{FF2B5EF4-FFF2-40B4-BE49-F238E27FC236}">
                  <a16:creationId xmlns:a16="http://schemas.microsoft.com/office/drawing/2014/main" id="{3046CB4E-F174-491D-9CAB-2A9115985705}"/>
                </a:ext>
              </a:extLst>
            </p:cNvPr>
            <p:cNvSpPr>
              <a:spLocks/>
            </p:cNvSpPr>
            <p:nvPr/>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8" name="Freeform 12">
              <a:extLst>
                <a:ext uri="{FF2B5EF4-FFF2-40B4-BE49-F238E27FC236}">
                  <a16:creationId xmlns:a16="http://schemas.microsoft.com/office/drawing/2014/main" id="{8B2D79F2-05A8-4E1C-A4D8-725E52963024}"/>
                </a:ext>
              </a:extLst>
            </p:cNvPr>
            <p:cNvSpPr>
              <a:spLocks/>
            </p:cNvSpPr>
            <p:nvPr/>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9" name="Freeform 13">
              <a:extLst>
                <a:ext uri="{FF2B5EF4-FFF2-40B4-BE49-F238E27FC236}">
                  <a16:creationId xmlns:a16="http://schemas.microsoft.com/office/drawing/2014/main" id="{9EA13742-485A-4EC3-BF90-9FD12F905B12}"/>
                </a:ext>
              </a:extLst>
            </p:cNvPr>
            <p:cNvSpPr>
              <a:spLocks noEditPoints="1"/>
            </p:cNvSpPr>
            <p:nvPr/>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0" name="Freeform 14">
              <a:extLst>
                <a:ext uri="{FF2B5EF4-FFF2-40B4-BE49-F238E27FC236}">
                  <a16:creationId xmlns:a16="http://schemas.microsoft.com/office/drawing/2014/main" id="{5D44DAC1-76F0-42F6-93C9-61B9C3054D66}"/>
                </a:ext>
              </a:extLst>
            </p:cNvPr>
            <p:cNvSpPr>
              <a:spLocks noEditPoints="1"/>
            </p:cNvSpPr>
            <p:nvPr/>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4096332825"/>
      </p:ext>
    </p:extLst>
  </p:cSld>
  <p:clrMapOvr>
    <a:masterClrMapping/>
  </p:clrMapOvr>
  <p:hf hdr="0" dt="0"/>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userDrawn="1">
  <p:cSld name="1_Title Slide - White">
    <p:bg bwMode="gray">
      <p:bgPr>
        <a:solidFill>
          <a:schemeClr val="bg1"/>
        </a:solid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0587" y="727200"/>
            <a:ext cx="7200000" cy="5400000"/>
          </a:xfrm>
          <a:prstGeom prst="rect">
            <a:avLst/>
          </a:prstGeom>
        </p:spPr>
        <p:txBody>
          <a:bodyPr/>
          <a:lstStyle/>
          <a:p>
            <a:r>
              <a:rPr lang="en-US" dirty="0"/>
              <a:t>Click icon to add picture</a:t>
            </a:r>
            <a:endParaRPr lang="en-GB" dirty="0"/>
          </a:p>
        </p:txBody>
      </p:sp>
      <p:sp>
        <p:nvSpPr>
          <p:cNvPr id="2" name="Title 1"/>
          <p:cNvSpPr>
            <a:spLocks noGrp="1"/>
          </p:cNvSpPr>
          <p:nvPr>
            <p:ph type="ctrTitle"/>
          </p:nvPr>
        </p:nvSpPr>
        <p:spPr bwMode="gray">
          <a:xfrm>
            <a:off x="527051" y="5549440"/>
            <a:ext cx="5568949" cy="324000"/>
          </a:xfrm>
        </p:spPr>
        <p:txBody>
          <a:bodyPr anchor="t" anchorCtr="0">
            <a:noAutofit/>
          </a:bodyPr>
          <a:lstStyle>
            <a:lvl1pPr algn="l">
              <a:lnSpc>
                <a:spcPct val="100000"/>
              </a:lnSpc>
              <a:defRPr sz="1800" b="1">
                <a:solidFill>
                  <a:schemeClr val="tx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Subtitle 2"/>
          <p:cNvSpPr>
            <a:spLocks noGrp="1"/>
          </p:cNvSpPr>
          <p:nvPr>
            <p:ph type="subTitle" idx="1"/>
          </p:nvPr>
        </p:nvSpPr>
        <p:spPr bwMode="gray">
          <a:xfrm>
            <a:off x="527051" y="5864230"/>
            <a:ext cx="5568948" cy="505645"/>
          </a:xfrm>
          <a:prstGeom prst="rect">
            <a:avLst/>
          </a:prstGeom>
        </p:spPr>
        <p:txBody>
          <a:bodyPr lIns="0" tIns="0" rIns="0" bIns="0">
            <a:noAutofit/>
          </a:bodyPr>
          <a:lstStyle>
            <a:lvl1pPr marL="0" indent="0" algn="l">
              <a:lnSpc>
                <a:spcPct val="110000"/>
              </a:lnSpc>
              <a:spcAft>
                <a:spcPts val="0"/>
              </a:spcAft>
              <a:buNone/>
              <a:defRPr sz="16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ext Placeholder 4"/>
          <p:cNvSpPr>
            <a:spLocks noGrp="1"/>
          </p:cNvSpPr>
          <p:nvPr>
            <p:ph type="body" sz="quarter" idx="10"/>
          </p:nvPr>
        </p:nvSpPr>
        <p:spPr>
          <a:xfrm>
            <a:off x="527051" y="6399564"/>
            <a:ext cx="5568949" cy="298450"/>
          </a:xfrm>
          <a:prstGeom prst="rect">
            <a:avLst/>
          </a:prstGeom>
        </p:spPr>
        <p:txBody>
          <a:bodyPr/>
          <a:lstStyle>
            <a:lvl1pPr>
              <a:spcAft>
                <a:spcPts val="0"/>
              </a:spcAft>
              <a:defRPr sz="100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27051" y="405929"/>
            <a:ext cx="2178308" cy="305616"/>
          </a:xfrm>
          <a:prstGeom prst="rect">
            <a:avLst/>
          </a:prstGeom>
        </p:spPr>
      </p:pic>
    </p:spTree>
    <p:extLst>
      <p:ext uri="{BB962C8B-B14F-4D97-AF65-F5344CB8AC3E}">
        <p14:creationId xmlns:p14="http://schemas.microsoft.com/office/powerpoint/2010/main" val="2894200692"/>
      </p:ext>
    </p:extLst>
  </p:cSld>
  <p:clrMapOvr>
    <a:masterClrMapping/>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Contents">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524933" y="1700213"/>
            <a:ext cx="9293691" cy="4681538"/>
          </a:xfrm>
          <a:prstGeom prst="rect">
            <a:avLst/>
          </a:prstGeom>
        </p:spPr>
        <p:txBody>
          <a:bodyPr/>
          <a:lstStyle>
            <a:lvl1pPr>
              <a:tabLst>
                <a:tab pos="6729413" algn="r"/>
              </a:tabLst>
              <a:defRPr/>
            </a:lvl1pPr>
            <a:lvl2pPr>
              <a:tabLst>
                <a:tab pos="6729413" algn="r"/>
              </a:tabLst>
              <a:defRPr/>
            </a:lvl2pPr>
            <a:lvl3pPr>
              <a:tabLst>
                <a:tab pos="6729413" algn="r"/>
              </a:tabLst>
              <a:defRPr/>
            </a:lvl3pPr>
            <a:lvl4pPr>
              <a:tabLst>
                <a:tab pos="6729413" algn="r"/>
              </a:tabLst>
              <a:defRPr/>
            </a:lvl4pPr>
            <a:lvl5pPr>
              <a:tabLst>
                <a:tab pos="5029200" algn="r"/>
              </a:tabLst>
              <a:defRPr baseline="0"/>
            </a:lvl5pPr>
            <a:lvl6pPr>
              <a:tabLst>
                <a:tab pos="6729413" algn="r"/>
              </a:tabLst>
              <a:defRPr/>
            </a:lvl6pPr>
            <a:lvl7pPr>
              <a:tabLst>
                <a:tab pos="6729413" algn="r"/>
              </a:tabLst>
              <a:defRPr/>
            </a:lvl7pPr>
            <a:lvl8pPr>
              <a:tabLst>
                <a:tab pos="6729413" algn="r"/>
              </a:tabLst>
              <a:defRPr/>
            </a:lvl8pPr>
            <a:lvl9pPr>
              <a:tabLst>
                <a:tab pos="6729413" algn="r"/>
              </a:tabLst>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itle Placeholder 1"/>
          <p:cNvSpPr>
            <a:spLocks noGrp="1"/>
          </p:cNvSpPr>
          <p:nvPr>
            <p:ph type="title" hasCustomPrompt="1"/>
          </p:nvPr>
        </p:nvSpPr>
        <p:spPr>
          <a:xfrm>
            <a:off x="527999" y="295683"/>
            <a:ext cx="11153884" cy="1129080"/>
          </a:xfrm>
          <a:prstGeom prst="rect">
            <a:avLst/>
          </a:prstGeom>
        </p:spPr>
        <p:txBody>
          <a:bodyPr vert="horz" lIns="0" tIns="0" rIns="0" bIns="0" rtlCol="0" anchor="t" anchorCtr="0">
            <a:noAutofit/>
          </a:bodyPr>
          <a:lstStyle>
            <a:lvl1pPr>
              <a:defRPr/>
            </a:lvl1pPr>
          </a:lstStyle>
          <a:p>
            <a:r>
              <a:rPr lang="en-US" dirty="0"/>
              <a:t>Click to add title</a:t>
            </a:r>
          </a:p>
        </p:txBody>
      </p:sp>
    </p:spTree>
    <p:extLst>
      <p:ext uri="{BB962C8B-B14F-4D97-AF65-F5344CB8AC3E}">
        <p14:creationId xmlns:p14="http://schemas.microsoft.com/office/powerpoint/2010/main" val="1546336610"/>
      </p:ext>
    </p:extLst>
  </p:cSld>
  <p:clrMapOvr>
    <a:masterClrMapping/>
  </p:clrMapOvr>
  <p:transition>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userDrawn="1">
  <p:cSld name="Divider - Deloitte blue">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524934" y="1705670"/>
            <a:ext cx="10517717"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Text Placeholder 2"/>
          <p:cNvSpPr>
            <a:spLocks noGrp="1"/>
          </p:cNvSpPr>
          <p:nvPr>
            <p:ph type="body" idx="1"/>
          </p:nvPr>
        </p:nvSpPr>
        <p:spPr bwMode="gray">
          <a:xfrm>
            <a:off x="524934" y="3429000"/>
            <a:ext cx="10517717" cy="1566532"/>
          </a:xfrm>
        </p:spPr>
        <p:txBody>
          <a:bodyPr lIns="0" tIns="0" rIns="0" bIns="0">
            <a:noAutofit/>
          </a:bodyPr>
          <a:lstStyle>
            <a:lvl1pPr marL="0" indent="0">
              <a:lnSpc>
                <a:spcPct val="95000"/>
              </a:lnSpc>
              <a:spcAft>
                <a:spcPts val="0"/>
              </a:spcAft>
              <a:buNone/>
              <a:defRPr sz="385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Tree>
    <p:extLst>
      <p:ext uri="{BB962C8B-B14F-4D97-AF65-F5344CB8AC3E}">
        <p14:creationId xmlns:p14="http://schemas.microsoft.com/office/powerpoint/2010/main" val="3643702583"/>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_Title &amp; subtitle">
    <p:bg>
      <p:bgRef idx="1001">
        <a:schemeClr val="bg1"/>
      </p:bgRef>
    </p:bg>
    <p:spTree>
      <p:nvGrpSpPr>
        <p:cNvPr id="1" name=""/>
        <p:cNvGrpSpPr/>
        <p:nvPr/>
      </p:nvGrpSpPr>
      <p:grpSpPr>
        <a:xfrm>
          <a:off x="0" y="0"/>
          <a:ext cx="0" cy="0"/>
          <a:chOff x="0" y="0"/>
          <a:chExt cx="0" cy="0"/>
        </a:xfrm>
      </p:grpSpPr>
      <p:sp>
        <p:nvSpPr>
          <p:cNvPr id="10"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2000" b="0">
                <a:solidFill>
                  <a:srgbClr val="BBBCBC"/>
                </a:solidFill>
              </a:defRPr>
            </a:lvl1pPr>
          </a:lstStyle>
          <a:p>
            <a:pPr lvl="0"/>
            <a:r>
              <a:rPr lang="en-US" dirty="0"/>
              <a:t>Click to add subtitle</a:t>
            </a:r>
          </a:p>
        </p:txBody>
      </p:sp>
      <p:sp>
        <p:nvSpPr>
          <p:cNvPr id="11" name="Title Placeholder 1"/>
          <p:cNvSpPr>
            <a:spLocks noGrp="1"/>
          </p:cNvSpPr>
          <p:nvPr>
            <p:ph type="title" hasCustomPrompt="1"/>
          </p:nvPr>
        </p:nvSpPr>
        <p:spPr>
          <a:xfrm>
            <a:off x="528000" y="295683"/>
            <a:ext cx="11136000" cy="469492"/>
          </a:xfrm>
          <a:prstGeom prst="rect">
            <a:avLst/>
          </a:prstGeom>
        </p:spPr>
        <p:txBody>
          <a:bodyPr vert="horz" lIns="0" tIns="0" rIns="0" bIns="0" rtlCol="0" anchor="t" anchorCtr="0">
            <a:noAutofit/>
          </a:bodyPr>
          <a:lstStyle>
            <a:lvl1pPr>
              <a:defRPr>
                <a:solidFill>
                  <a:schemeClr val="tx1"/>
                </a:solidFill>
              </a:defRPr>
            </a:lvl1pPr>
          </a:lstStyle>
          <a:p>
            <a:r>
              <a:rPr lang="en-US" dirty="0"/>
              <a:t>Click to add title</a:t>
            </a:r>
          </a:p>
        </p:txBody>
      </p:sp>
      <p:sp>
        <p:nvSpPr>
          <p:cNvPr id="4" name="TextBox 3"/>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261749927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3 column green lin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4" name="Rectangle 3"/>
          <p:cNvSpPr/>
          <p:nvPr userDrawn="1"/>
        </p:nvSpPr>
        <p:spPr>
          <a:xfrm>
            <a:off x="4320001" y="1705968"/>
            <a:ext cx="3540577"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GB" sz="1100" dirty="0">
              <a:solidFill>
                <a:prstClr val="white"/>
              </a:solidFill>
            </a:endParaRPr>
          </a:p>
        </p:txBody>
      </p:sp>
      <p:sp>
        <p:nvSpPr>
          <p:cNvPr id="5" name="Rectangle 4"/>
          <p:cNvSpPr/>
          <p:nvPr userDrawn="1"/>
        </p:nvSpPr>
        <p:spPr>
          <a:xfrm>
            <a:off x="524934" y="1700214"/>
            <a:ext cx="3525761" cy="5975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GB" sz="1100" dirty="0">
              <a:solidFill>
                <a:prstClr val="white"/>
              </a:solidFill>
            </a:endParaRPr>
          </a:p>
        </p:txBody>
      </p:sp>
      <p:sp>
        <p:nvSpPr>
          <p:cNvPr id="6" name="Rectangle 5"/>
          <p:cNvSpPr/>
          <p:nvPr userDrawn="1"/>
        </p:nvSpPr>
        <p:spPr>
          <a:xfrm>
            <a:off x="8141308" y="1705968"/>
            <a:ext cx="3525760"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GB" sz="1100" dirty="0">
              <a:solidFill>
                <a:prstClr val="white"/>
              </a:solidFill>
            </a:endParaRPr>
          </a:p>
        </p:txBody>
      </p:sp>
      <p:sp>
        <p:nvSpPr>
          <p:cNvPr id="7" name="Text Placeholder 8"/>
          <p:cNvSpPr>
            <a:spLocks noGrp="1"/>
          </p:cNvSpPr>
          <p:nvPr>
            <p:ph type="body" sz="quarter" idx="17"/>
          </p:nvPr>
        </p:nvSpPr>
        <p:spPr>
          <a:xfrm>
            <a:off x="4325712" y="1784680"/>
            <a:ext cx="3540577" cy="3914258"/>
          </a:xfrm>
        </p:spPr>
        <p:txBody>
          <a:bodyPr/>
          <a:lstStyle>
            <a:lvl1pPr>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8" name="Text Placeholder 8"/>
          <p:cNvSpPr>
            <a:spLocks noGrp="1"/>
          </p:cNvSpPr>
          <p:nvPr>
            <p:ph type="body" sz="quarter" idx="18"/>
          </p:nvPr>
        </p:nvSpPr>
        <p:spPr>
          <a:xfrm>
            <a:off x="528000" y="1784680"/>
            <a:ext cx="3522693" cy="3914258"/>
          </a:xfrm>
        </p:spPr>
        <p:txBody>
          <a:bodyPr/>
          <a:lstStyle>
            <a:lvl1pPr>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9" name="Text Placeholder 8"/>
          <p:cNvSpPr>
            <a:spLocks noGrp="1"/>
          </p:cNvSpPr>
          <p:nvPr>
            <p:ph type="body" sz="quarter" idx="19"/>
          </p:nvPr>
        </p:nvSpPr>
        <p:spPr>
          <a:xfrm>
            <a:off x="8141307" y="1784680"/>
            <a:ext cx="3525760" cy="3914258"/>
          </a:xfrm>
        </p:spPr>
        <p:txBody>
          <a:bodyPr/>
          <a:lstStyle>
            <a:lvl1pPr>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10"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2000" b="0">
                <a:solidFill>
                  <a:srgbClr val="575757"/>
                </a:solidFill>
              </a:defRPr>
            </a:lvl1pPr>
          </a:lstStyle>
          <a:p>
            <a:pPr lvl="0"/>
            <a:r>
              <a:rPr lang="en-US" dirty="0"/>
              <a:t>Click to add subtitle</a:t>
            </a:r>
          </a:p>
        </p:txBody>
      </p:sp>
    </p:spTree>
    <p:extLst>
      <p:ext uri="{BB962C8B-B14F-4D97-AF65-F5344CB8AC3E}">
        <p14:creationId xmlns:p14="http://schemas.microsoft.com/office/powerpoint/2010/main" val="261970305"/>
      </p:ext>
    </p:extLst>
  </p:cSld>
  <p:clrMapOvr>
    <a:masterClrMapping/>
  </p:clrMapOvr>
  <p:transition>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Qualifications 2 x 2">
    <p:spTree>
      <p:nvGrpSpPr>
        <p:cNvPr id="1" name=""/>
        <p:cNvGrpSpPr/>
        <p:nvPr/>
      </p:nvGrpSpPr>
      <p:grpSpPr>
        <a:xfrm>
          <a:off x="0" y="0"/>
          <a:ext cx="0" cy="0"/>
          <a:chOff x="0" y="0"/>
          <a:chExt cx="0" cy="0"/>
        </a:xfrm>
      </p:grpSpPr>
      <p:sp>
        <p:nvSpPr>
          <p:cNvPr id="8" name="Text Placeholder 8"/>
          <p:cNvSpPr>
            <a:spLocks noGrp="1"/>
          </p:cNvSpPr>
          <p:nvPr>
            <p:ph type="body" sz="quarter" idx="17"/>
          </p:nvPr>
        </p:nvSpPr>
        <p:spPr>
          <a:xfrm>
            <a:off x="524935" y="1857892"/>
            <a:ext cx="5468941" cy="1695450"/>
          </a:xfrm>
        </p:spPr>
        <p:txBody>
          <a:bodyPr/>
          <a:lstStyle>
            <a:lvl1pPr>
              <a:spcAft>
                <a:spcPts val="1000"/>
              </a:spcAft>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p:txBody>
      </p:sp>
      <p:sp>
        <p:nvSpPr>
          <p:cNvPr id="9" name="Text Placeholder 8"/>
          <p:cNvSpPr>
            <a:spLocks noGrp="1"/>
          </p:cNvSpPr>
          <p:nvPr>
            <p:ph type="body" sz="quarter" idx="21"/>
          </p:nvPr>
        </p:nvSpPr>
        <p:spPr>
          <a:xfrm>
            <a:off x="6214110" y="1857892"/>
            <a:ext cx="5454668" cy="1695450"/>
          </a:xfrm>
        </p:spPr>
        <p:txBody>
          <a:bodyPr/>
          <a:lstStyle>
            <a:lvl1pPr>
              <a:spcAft>
                <a:spcPts val="1000"/>
              </a:spcAft>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p:txBody>
      </p:sp>
      <p:sp>
        <p:nvSpPr>
          <p:cNvPr id="2" name="Title 1"/>
          <p:cNvSpPr>
            <a:spLocks noGrp="1"/>
          </p:cNvSpPr>
          <p:nvPr>
            <p:ph type="title"/>
          </p:nvPr>
        </p:nvSpPr>
        <p:spPr/>
        <p:txBody>
          <a:bodyPr/>
          <a:lstStyle/>
          <a:p>
            <a:r>
              <a:rPr lang="en-US"/>
              <a:t>Click to edit Master title style</a:t>
            </a:r>
            <a:endParaRPr lang="en-GB"/>
          </a:p>
        </p:txBody>
      </p:sp>
      <p:sp>
        <p:nvSpPr>
          <p:cNvPr id="4" name="Rectangle 3"/>
          <p:cNvSpPr/>
          <p:nvPr userDrawn="1"/>
        </p:nvSpPr>
        <p:spPr>
          <a:xfrm>
            <a:off x="527051" y="1711728"/>
            <a:ext cx="5466824"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00"/>
              </a:spcAft>
            </a:pPr>
            <a:endParaRPr lang="en-GB" sz="1100" dirty="0">
              <a:solidFill>
                <a:prstClr val="white"/>
              </a:solidFill>
            </a:endParaRPr>
          </a:p>
        </p:txBody>
      </p:sp>
      <p:sp>
        <p:nvSpPr>
          <p:cNvPr id="5" name="Rectangle 4"/>
          <p:cNvSpPr/>
          <p:nvPr userDrawn="1"/>
        </p:nvSpPr>
        <p:spPr>
          <a:xfrm>
            <a:off x="6214110" y="1711728"/>
            <a:ext cx="5452957" cy="53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00"/>
              </a:spcAft>
            </a:pPr>
            <a:endParaRPr lang="en-GB" sz="1100" dirty="0">
              <a:solidFill>
                <a:prstClr val="white"/>
              </a:solidFill>
            </a:endParaRPr>
          </a:p>
        </p:txBody>
      </p:sp>
      <p:sp>
        <p:nvSpPr>
          <p:cNvPr id="6" name="Picture Placeholder 29"/>
          <p:cNvSpPr>
            <a:spLocks noGrp="1"/>
          </p:cNvSpPr>
          <p:nvPr>
            <p:ph type="pic" sz="quarter" idx="19" hasCustomPrompt="1"/>
          </p:nvPr>
        </p:nvSpPr>
        <p:spPr>
          <a:xfrm>
            <a:off x="4783669" y="1863917"/>
            <a:ext cx="1210207"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7" name="Picture Placeholder 29"/>
          <p:cNvSpPr>
            <a:spLocks noGrp="1"/>
          </p:cNvSpPr>
          <p:nvPr>
            <p:ph type="pic" sz="quarter" idx="20" hasCustomPrompt="1"/>
          </p:nvPr>
        </p:nvSpPr>
        <p:spPr>
          <a:xfrm>
            <a:off x="10424617" y="1857893"/>
            <a:ext cx="1244161"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0" name="Text Placeholder 8"/>
          <p:cNvSpPr>
            <a:spLocks noGrp="1"/>
          </p:cNvSpPr>
          <p:nvPr>
            <p:ph type="body" sz="quarter" idx="22"/>
          </p:nvPr>
        </p:nvSpPr>
        <p:spPr>
          <a:xfrm>
            <a:off x="527051" y="4249682"/>
            <a:ext cx="5466824" cy="1695450"/>
          </a:xfrm>
        </p:spPr>
        <p:txBody>
          <a:bodyPr/>
          <a:lstStyle>
            <a:lvl1pPr>
              <a:spcAft>
                <a:spcPts val="1000"/>
              </a:spcAft>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p:txBody>
      </p:sp>
      <p:sp>
        <p:nvSpPr>
          <p:cNvPr id="11" name="Text Placeholder 8"/>
          <p:cNvSpPr>
            <a:spLocks noGrp="1"/>
          </p:cNvSpPr>
          <p:nvPr>
            <p:ph type="body" sz="quarter" idx="23"/>
          </p:nvPr>
        </p:nvSpPr>
        <p:spPr>
          <a:xfrm>
            <a:off x="6214109" y="4249682"/>
            <a:ext cx="5452959" cy="1695450"/>
          </a:xfrm>
        </p:spPr>
        <p:txBody>
          <a:bodyPr/>
          <a:lstStyle>
            <a:lvl1pPr>
              <a:spcAft>
                <a:spcPts val="1000"/>
              </a:spcAft>
              <a:defRPr b="1">
                <a:solidFill>
                  <a:schemeClr val="accent1"/>
                </a:solidFill>
              </a:defRPr>
            </a:lvl1pPr>
            <a:lvl2pPr>
              <a:spcAft>
                <a:spcPts val="1000"/>
              </a:spcAft>
              <a:defRPr/>
            </a:lvl2pPr>
            <a:lvl3pPr marL="0" indent="0">
              <a:spcAft>
                <a:spcPts val="1000"/>
              </a:spcAft>
              <a:buNone/>
              <a:defRPr/>
            </a:lvl3pPr>
            <a:lvl4pPr marL="176400" indent="-176400">
              <a:spcAft>
                <a:spcPts val="1000"/>
              </a:spcAft>
              <a:buFont typeface="Arial" panose="020B0604020202020204" pitchFamily="34" charset="0"/>
              <a:buChar char="•"/>
              <a:defRPr/>
            </a:lvl4pPr>
            <a:lvl5pPr marL="356400" indent="-176400">
              <a:spcAft>
                <a:spcPts val="1000"/>
              </a:spcAft>
              <a:defRPr baseline="0"/>
            </a:lvl5pPr>
            <a:lvl6pPr marL="356400" indent="-176400">
              <a:spcAft>
                <a:spcPts val="1000"/>
              </a:spcAft>
              <a:buFont typeface="Verdana" panose="020B0604030504040204" pitchFamily="34" charset="0"/>
              <a:buChar char="−"/>
              <a:defRPr/>
            </a:lvl6pPr>
            <a:lvl7pPr marL="356400" indent="-176400">
              <a:spcAft>
                <a:spcPts val="1000"/>
              </a:spcAft>
              <a:defRPr/>
            </a:lvl7pPr>
            <a:lvl8pPr marL="356400" indent="-176400">
              <a:spcAft>
                <a:spcPts val="1000"/>
              </a:spcAft>
              <a:defRPr/>
            </a:lvl8pPr>
            <a:lvl9pPr marL="356400" indent="-176400">
              <a:spcAft>
                <a:spcPts val="1000"/>
              </a:spcAft>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p:txBody>
      </p:sp>
      <p:sp>
        <p:nvSpPr>
          <p:cNvPr id="12" name="Rectangle 11"/>
          <p:cNvSpPr/>
          <p:nvPr userDrawn="1"/>
        </p:nvSpPr>
        <p:spPr>
          <a:xfrm>
            <a:off x="524933" y="4103518"/>
            <a:ext cx="5468943"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00"/>
              </a:spcAft>
            </a:pPr>
            <a:endParaRPr lang="en-GB" sz="1100" dirty="0">
              <a:solidFill>
                <a:prstClr val="white"/>
              </a:solidFill>
            </a:endParaRPr>
          </a:p>
        </p:txBody>
      </p:sp>
      <p:sp>
        <p:nvSpPr>
          <p:cNvPr id="13" name="Rectangle 12"/>
          <p:cNvSpPr/>
          <p:nvPr userDrawn="1"/>
        </p:nvSpPr>
        <p:spPr>
          <a:xfrm>
            <a:off x="6214109" y="4103518"/>
            <a:ext cx="5444716"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1000"/>
              </a:spcAft>
            </a:pPr>
            <a:endParaRPr lang="en-GB" sz="1100" dirty="0">
              <a:solidFill>
                <a:prstClr val="white"/>
              </a:solidFill>
            </a:endParaRPr>
          </a:p>
        </p:txBody>
      </p:sp>
      <p:sp>
        <p:nvSpPr>
          <p:cNvPr id="14" name="Picture Placeholder 29"/>
          <p:cNvSpPr>
            <a:spLocks noGrp="1"/>
          </p:cNvSpPr>
          <p:nvPr>
            <p:ph type="pic" sz="quarter" idx="24" hasCustomPrompt="1"/>
          </p:nvPr>
        </p:nvSpPr>
        <p:spPr>
          <a:xfrm>
            <a:off x="4754494" y="4255707"/>
            <a:ext cx="1239381"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5" name="Picture Placeholder 29"/>
          <p:cNvSpPr>
            <a:spLocks noGrp="1"/>
          </p:cNvSpPr>
          <p:nvPr>
            <p:ph type="pic" sz="quarter" idx="25" hasCustomPrompt="1"/>
          </p:nvPr>
        </p:nvSpPr>
        <p:spPr>
          <a:xfrm>
            <a:off x="10424617" y="4249683"/>
            <a:ext cx="1244160" cy="549275"/>
          </a:xfrm>
        </p:spPr>
        <p:txBody>
          <a:bodyPr/>
          <a:lstStyle>
            <a:lvl1pPr marL="0" marR="0" indent="0" algn="l" defTabSz="914400" rtl="0" eaLnBrk="1" fontAlgn="auto" latinLnBrk="0" hangingPunct="1">
              <a:lnSpc>
                <a:spcPct val="100000"/>
              </a:lnSpc>
              <a:spcBef>
                <a:spcPts val="0"/>
              </a:spcBef>
              <a:spcAft>
                <a:spcPts val="1000"/>
              </a:spcAft>
              <a:buClrTx/>
              <a:buSzTx/>
              <a:buFont typeface="Arial" panose="020B0604020202020204" pitchFamily="34" charset="0"/>
              <a:buNone/>
              <a:tabLst/>
              <a:defRPr sz="900"/>
            </a:lvl1pPr>
          </a:lstStyle>
          <a:p>
            <a:pPr>
              <a:spcBef>
                <a:spcPct val="0"/>
              </a:spcBef>
            </a:pPr>
            <a:r>
              <a:rPr lang="en-US" sz="1200" dirty="0">
                <a:solidFill>
                  <a:schemeClr val="bg1"/>
                </a:solidFill>
              </a:rPr>
              <a:t>Co-brand</a:t>
            </a:r>
            <a:br>
              <a:rPr lang="en-US" sz="1200" dirty="0">
                <a:solidFill>
                  <a:schemeClr val="bg1"/>
                </a:solidFill>
              </a:rPr>
            </a:br>
            <a:r>
              <a:rPr lang="en-US" sz="1200" dirty="0">
                <a:solidFill>
                  <a:schemeClr val="bg1"/>
                </a:solidFill>
              </a:rPr>
              <a:t>Logo</a:t>
            </a:r>
          </a:p>
          <a:p>
            <a:endParaRPr lang="en-GB" dirty="0"/>
          </a:p>
        </p:txBody>
      </p:sp>
      <p:sp>
        <p:nvSpPr>
          <p:cNvPr id="16"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2000" b="0">
                <a:solidFill>
                  <a:srgbClr val="575757"/>
                </a:solidFill>
              </a:defRPr>
            </a:lvl1pPr>
          </a:lstStyle>
          <a:p>
            <a:pPr lvl="0"/>
            <a:r>
              <a:rPr lang="en-US" dirty="0"/>
              <a:t>Click to add subtitle</a:t>
            </a:r>
          </a:p>
        </p:txBody>
      </p:sp>
    </p:spTree>
    <p:extLst>
      <p:ext uri="{BB962C8B-B14F-4D97-AF65-F5344CB8AC3E}">
        <p14:creationId xmlns:p14="http://schemas.microsoft.com/office/powerpoint/2010/main" val="3728432004"/>
      </p:ext>
    </p:extLst>
  </p:cSld>
  <p:clrMapOvr>
    <a:masterClrMapping/>
  </p:clrMapOvr>
  <p:transition>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_3 chart">
    <p:bg>
      <p:bgRef idx="1001">
        <a:schemeClr val="bg1"/>
      </p:bgRef>
    </p:bg>
    <p:spTree>
      <p:nvGrpSpPr>
        <p:cNvPr id="1" name=""/>
        <p:cNvGrpSpPr/>
        <p:nvPr/>
      </p:nvGrpSpPr>
      <p:grpSpPr>
        <a:xfrm>
          <a:off x="0" y="0"/>
          <a:ext cx="0" cy="0"/>
          <a:chOff x="0" y="0"/>
          <a:chExt cx="0" cy="0"/>
        </a:xfrm>
      </p:grpSpPr>
      <p:sp>
        <p:nvSpPr>
          <p:cNvPr id="15"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2000" b="0">
                <a:solidFill>
                  <a:srgbClr val="BBBCBC"/>
                </a:solidFill>
              </a:defRPr>
            </a:lvl1pPr>
          </a:lstStyle>
          <a:p>
            <a:pPr lvl="0"/>
            <a:r>
              <a:rPr lang="en-US" dirty="0"/>
              <a:t>Click to add subtitle</a:t>
            </a:r>
          </a:p>
        </p:txBody>
      </p:sp>
      <p:sp>
        <p:nvSpPr>
          <p:cNvPr id="16" name="Title Placeholder 1"/>
          <p:cNvSpPr>
            <a:spLocks noGrp="1"/>
          </p:cNvSpPr>
          <p:nvPr>
            <p:ph type="title" hasCustomPrompt="1"/>
          </p:nvPr>
        </p:nvSpPr>
        <p:spPr>
          <a:xfrm>
            <a:off x="528000" y="295683"/>
            <a:ext cx="11136000" cy="469492"/>
          </a:xfrm>
          <a:prstGeom prst="rect">
            <a:avLst/>
          </a:prstGeom>
        </p:spPr>
        <p:txBody>
          <a:bodyPr vert="horz" lIns="0" tIns="0" rIns="0" bIns="0" rtlCol="0" anchor="t" anchorCtr="0">
            <a:noAutofit/>
          </a:bodyPr>
          <a:lstStyle>
            <a:lvl1pPr>
              <a:defRPr/>
            </a:lvl1pPr>
          </a:lstStyle>
          <a:p>
            <a:r>
              <a:rPr lang="en-US" dirty="0"/>
              <a:t>Click to add title</a:t>
            </a:r>
          </a:p>
        </p:txBody>
      </p:sp>
      <p:sp>
        <p:nvSpPr>
          <p:cNvPr id="17" name="Chart Placeholder 3"/>
          <p:cNvSpPr>
            <a:spLocks noGrp="1"/>
          </p:cNvSpPr>
          <p:nvPr>
            <p:ph type="chart" sz="quarter" idx="15"/>
          </p:nvPr>
        </p:nvSpPr>
        <p:spPr>
          <a:xfrm>
            <a:off x="524933" y="2051999"/>
            <a:ext cx="3522776" cy="4069014"/>
          </a:xfrm>
          <a:prstGeom prst="rect">
            <a:avLst/>
          </a:prstGeom>
        </p:spPr>
        <p:txBody>
          <a:bodyPr/>
          <a:lstStyle/>
          <a:p>
            <a:endParaRPr lang="en-GB" dirty="0"/>
          </a:p>
        </p:txBody>
      </p:sp>
      <p:sp>
        <p:nvSpPr>
          <p:cNvPr id="18" name="Text Placeholder 8"/>
          <p:cNvSpPr>
            <a:spLocks noGrp="1"/>
          </p:cNvSpPr>
          <p:nvPr>
            <p:ph type="body" sz="quarter" idx="18"/>
          </p:nvPr>
        </p:nvSpPr>
        <p:spPr>
          <a:xfrm>
            <a:off x="527999" y="1700214"/>
            <a:ext cx="3537600" cy="357187"/>
          </a:xfrm>
        </p:spPr>
        <p:txBody>
          <a:bodyPr/>
          <a:lstStyle/>
          <a:p>
            <a:pPr lvl="0"/>
            <a:r>
              <a:rPr lang="en-US" dirty="0"/>
              <a:t>Click to edit Master text styles</a:t>
            </a:r>
          </a:p>
        </p:txBody>
      </p:sp>
      <p:sp>
        <p:nvSpPr>
          <p:cNvPr id="7" name="Chart Placeholder 3"/>
          <p:cNvSpPr>
            <a:spLocks noGrp="1"/>
          </p:cNvSpPr>
          <p:nvPr>
            <p:ph type="chart" sz="quarter" idx="19"/>
          </p:nvPr>
        </p:nvSpPr>
        <p:spPr>
          <a:xfrm>
            <a:off x="4327200" y="2051999"/>
            <a:ext cx="3537600" cy="4069014"/>
          </a:xfrm>
          <a:prstGeom prst="rect">
            <a:avLst/>
          </a:prstGeom>
        </p:spPr>
        <p:txBody>
          <a:bodyPr/>
          <a:lstStyle/>
          <a:p>
            <a:endParaRPr lang="en-GB" dirty="0"/>
          </a:p>
        </p:txBody>
      </p:sp>
      <p:sp>
        <p:nvSpPr>
          <p:cNvPr id="8" name="Text Placeholder 8"/>
          <p:cNvSpPr>
            <a:spLocks noGrp="1"/>
          </p:cNvSpPr>
          <p:nvPr>
            <p:ph type="body" sz="quarter" idx="20"/>
          </p:nvPr>
        </p:nvSpPr>
        <p:spPr>
          <a:xfrm>
            <a:off x="4327199" y="1700214"/>
            <a:ext cx="3537600" cy="357187"/>
          </a:xfrm>
        </p:spPr>
        <p:txBody>
          <a:bodyPr/>
          <a:lstStyle/>
          <a:p>
            <a:pPr lvl="0"/>
            <a:r>
              <a:rPr lang="en-US" dirty="0"/>
              <a:t>Click to edit Master text styles</a:t>
            </a:r>
          </a:p>
        </p:txBody>
      </p:sp>
      <p:sp>
        <p:nvSpPr>
          <p:cNvPr id="9" name="Chart Placeholder 3"/>
          <p:cNvSpPr>
            <a:spLocks noGrp="1"/>
          </p:cNvSpPr>
          <p:nvPr>
            <p:ph type="chart" sz="quarter" idx="21"/>
          </p:nvPr>
        </p:nvSpPr>
        <p:spPr>
          <a:xfrm>
            <a:off x="8144286" y="2051999"/>
            <a:ext cx="3522781" cy="4069014"/>
          </a:xfrm>
          <a:prstGeom prst="rect">
            <a:avLst/>
          </a:prstGeom>
        </p:spPr>
        <p:txBody>
          <a:bodyPr/>
          <a:lstStyle/>
          <a:p>
            <a:endParaRPr lang="en-GB" dirty="0"/>
          </a:p>
        </p:txBody>
      </p:sp>
      <p:sp>
        <p:nvSpPr>
          <p:cNvPr id="10" name="Text Placeholder 8"/>
          <p:cNvSpPr>
            <a:spLocks noGrp="1"/>
          </p:cNvSpPr>
          <p:nvPr>
            <p:ph type="body" sz="quarter" idx="22"/>
          </p:nvPr>
        </p:nvSpPr>
        <p:spPr>
          <a:xfrm>
            <a:off x="8126397" y="1700214"/>
            <a:ext cx="3540671" cy="357187"/>
          </a:xfrm>
        </p:spPr>
        <p:txBody>
          <a:bodyPr/>
          <a:lstStyle/>
          <a:p>
            <a:pPr lvl="0"/>
            <a:r>
              <a:rPr lang="en-US" dirty="0"/>
              <a:t>Click to edit Master text styles</a:t>
            </a:r>
          </a:p>
        </p:txBody>
      </p:sp>
      <p:sp>
        <p:nvSpPr>
          <p:cNvPr id="12" name="Text Placeholder 7"/>
          <p:cNvSpPr>
            <a:spLocks noGrp="1"/>
          </p:cNvSpPr>
          <p:nvPr>
            <p:ph type="body" sz="quarter" idx="23"/>
          </p:nvPr>
        </p:nvSpPr>
        <p:spPr>
          <a:xfrm>
            <a:off x="521441" y="6121014"/>
            <a:ext cx="11145627" cy="256647"/>
          </a:xfrm>
        </p:spPr>
        <p:txBody>
          <a:bodyPr>
            <a:normAutofit/>
          </a:bodyPr>
          <a:lstStyle>
            <a:lvl1pPr>
              <a:spcAft>
                <a:spcPts val="0"/>
              </a:spcAft>
              <a:defRPr sz="900"/>
            </a:lvl1pPr>
          </a:lstStyle>
          <a:p>
            <a:pPr lvl="0"/>
            <a:r>
              <a:rPr lang="en-US" dirty="0"/>
              <a:t>Click to edit Master text styles</a:t>
            </a:r>
          </a:p>
        </p:txBody>
      </p:sp>
      <p:sp>
        <p:nvSpPr>
          <p:cNvPr id="11" name="TextBox 10"/>
          <p:cNvSpPr txBox="1"/>
          <p:nvPr userDrawn="1"/>
        </p:nvSpPr>
        <p:spPr>
          <a:xfrm>
            <a:off x="11203771" y="6491553"/>
            <a:ext cx="463296" cy="329184"/>
          </a:xfrm>
          <a:prstGeom prst="rect">
            <a:avLst/>
          </a:prstGeom>
          <a:noFill/>
        </p:spPr>
        <p:txBody>
          <a:bodyPr wrap="square" lIns="0" tIns="0" rIns="0" bIns="0" rtlCol="0">
            <a:noAutofit/>
          </a:bodyPr>
          <a:lstStyle/>
          <a:p>
            <a:pPr marL="0" indent="0" algn="r">
              <a:spcBef>
                <a:spcPts val="600"/>
              </a:spcBef>
              <a:buSzPct val="100000"/>
              <a:buFont typeface="Arial"/>
              <a:buNone/>
            </a:pPr>
            <a:fld id="{C58DF478-B544-4ED8-9ED4-6A2648E2D233}" type="slidenum">
              <a:rPr lang="en-US" sz="650" noProof="0" smtClean="0">
                <a:solidFill>
                  <a:schemeClr val="tx1"/>
                </a:solidFill>
              </a:rPr>
              <a:pPr marL="0" indent="0" algn="r">
                <a:spcBef>
                  <a:spcPts val="600"/>
                </a:spcBef>
                <a:buSzPct val="100000"/>
                <a:buFont typeface="Arial"/>
                <a:buNone/>
              </a:pPr>
              <a:t>‹#›</a:t>
            </a:fld>
            <a:endParaRPr lang="en-US" sz="650" noProof="0" dirty="0">
              <a:solidFill>
                <a:schemeClr val="tx1"/>
              </a:solidFill>
            </a:endParaRPr>
          </a:p>
        </p:txBody>
      </p:sp>
    </p:spTree>
    <p:extLst>
      <p:ext uri="{BB962C8B-B14F-4D97-AF65-F5344CB8AC3E}">
        <p14:creationId xmlns:p14="http://schemas.microsoft.com/office/powerpoint/2010/main" val="410355299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Title, subtitle &amp; 1 column text">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28000" y="651600"/>
            <a:ext cx="11136000" cy="757255"/>
          </a:xfrm>
          <a:prstGeom prst="rect">
            <a:avLst/>
          </a:prstGeom>
        </p:spPr>
        <p:txBody>
          <a:bodyPr lIns="0" tIns="0" rIns="0" bIns="0">
            <a:noAutofit/>
          </a:bodyPr>
          <a:lstStyle>
            <a:lvl1pPr marL="0" indent="0">
              <a:buNone/>
              <a:defRPr sz="2000" b="0">
                <a:solidFill>
                  <a:srgbClr val="575757"/>
                </a:solidFill>
              </a:defRPr>
            </a:lvl1pPr>
          </a:lstStyle>
          <a:p>
            <a:pPr lvl="0"/>
            <a:r>
              <a:rPr lang="en-US" dirty="0"/>
              <a:t>Click to add subtitle</a:t>
            </a:r>
          </a:p>
        </p:txBody>
      </p:sp>
      <p:sp>
        <p:nvSpPr>
          <p:cNvPr id="14" name="Title Placeholder 1"/>
          <p:cNvSpPr>
            <a:spLocks noGrp="1"/>
          </p:cNvSpPr>
          <p:nvPr>
            <p:ph type="title"/>
          </p:nvPr>
        </p:nvSpPr>
        <p:spPr>
          <a:xfrm>
            <a:off x="528000" y="295683"/>
            <a:ext cx="11136000" cy="469492"/>
          </a:xfrm>
          <a:prstGeom prst="rect">
            <a:avLst/>
          </a:prstGeom>
        </p:spPr>
        <p:txBody>
          <a:bodyPr vert="horz" lIns="0" tIns="0" rIns="0" bIns="0" rtlCol="0" anchor="t" anchorCtr="0">
            <a:noAutofit/>
          </a:bodyPr>
          <a:lstStyle>
            <a:lvl1pPr>
              <a:defRPr/>
            </a:lvl1pPr>
          </a:lstStyle>
          <a:p>
            <a:endParaRPr lang="en-US" dirty="0"/>
          </a:p>
        </p:txBody>
      </p:sp>
      <p:sp>
        <p:nvSpPr>
          <p:cNvPr id="8" name="Text Placeholder 18"/>
          <p:cNvSpPr>
            <a:spLocks noGrp="1"/>
          </p:cNvSpPr>
          <p:nvPr>
            <p:ph idx="1"/>
          </p:nvPr>
        </p:nvSpPr>
        <p:spPr>
          <a:xfrm>
            <a:off x="528000" y="1700213"/>
            <a:ext cx="11139067" cy="4678986"/>
          </a:xfrm>
          <a:prstGeom prst="rect">
            <a:avLst/>
          </a:prstGeom>
        </p:spPr>
        <p:txBody>
          <a:bodyPr vert="horz" lIns="0" tIns="0" rIns="0" bIns="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GB" dirty="0"/>
              <a:t>Seventh level</a:t>
            </a:r>
          </a:p>
          <a:p>
            <a:pPr lvl="7"/>
            <a:r>
              <a:rPr lang="en-GB" dirty="0"/>
              <a:t>Eighth level</a:t>
            </a:r>
          </a:p>
          <a:p>
            <a:pPr lvl="8"/>
            <a:r>
              <a:rPr lang="en-GB" dirty="0"/>
              <a:t>Ninth level</a:t>
            </a:r>
          </a:p>
        </p:txBody>
      </p:sp>
    </p:spTree>
    <p:extLst>
      <p:ext uri="{BB962C8B-B14F-4D97-AF65-F5344CB8AC3E}">
        <p14:creationId xmlns:p14="http://schemas.microsoft.com/office/powerpoint/2010/main" val="1423493577"/>
      </p:ext>
    </p:extLst>
  </p:cSld>
  <p:clrMapOvr>
    <a:masterClrMapping/>
  </p:clrMapOvr>
  <p:transition>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Title Slide -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3601788" y="1066768"/>
            <a:ext cx="4988426" cy="4724464"/>
          </a:xfrm>
          <a:prstGeom prst="rect">
            <a:avLst/>
          </a:prstGeom>
        </p:spPr>
        <p:txBody>
          <a:bodyPr/>
          <a:lstStyle>
            <a:lvl1pPr>
              <a:defRPr>
                <a:solidFill>
                  <a:schemeClr val="bg1"/>
                </a:solidFill>
              </a:defRPr>
            </a:lvl1pPr>
          </a:lstStyle>
          <a:p>
            <a:r>
              <a:rPr lang="en-US" noProof="0" dirty="0"/>
              <a:t>Click icon to add picture</a:t>
            </a:r>
          </a:p>
        </p:txBody>
      </p:sp>
      <p:sp>
        <p:nvSpPr>
          <p:cNvPr id="3" name="Subtitle 2"/>
          <p:cNvSpPr>
            <a:spLocks noGrp="1"/>
          </p:cNvSpPr>
          <p:nvPr>
            <p:ph type="subTitle" idx="1" hasCustomPrompt="1"/>
          </p:nvPr>
        </p:nvSpPr>
        <p:spPr bwMode="gray">
          <a:xfrm>
            <a:off x="503991" y="5791233"/>
            <a:ext cx="5592011" cy="505645"/>
          </a:xfrm>
          <a:prstGeom prst="rect">
            <a:avLst/>
          </a:prstGeom>
        </p:spPr>
        <p:txBody>
          <a:bodyPr lIns="0" tIns="0" rIns="0" bIns="0" anchor="b" anchorCtr="0">
            <a:noAutofit/>
          </a:bodyPr>
          <a:lstStyle>
            <a:lvl1pPr marL="0" indent="0" algn="l">
              <a:lnSpc>
                <a:spcPct val="100000"/>
              </a:lnSpc>
              <a:spcAft>
                <a:spcPts val="0"/>
              </a:spcAft>
              <a:buNone/>
              <a:defRPr sz="1941" b="1">
                <a:solidFill>
                  <a:schemeClr val="bg1"/>
                </a:solidFill>
              </a:defRPr>
            </a:lvl1pPr>
            <a:lvl2pPr marL="0" marR="0" indent="0" algn="l" defTabSz="1219231" rtl="0" eaLnBrk="1" fontAlgn="auto" latinLnBrk="0" hangingPunct="1">
              <a:lnSpc>
                <a:spcPct val="100000"/>
              </a:lnSpc>
              <a:spcBef>
                <a:spcPts val="0"/>
              </a:spcBef>
              <a:spcAft>
                <a:spcPts val="0"/>
              </a:spcAft>
              <a:buClrTx/>
              <a:buSzPct val="100000"/>
              <a:buFont typeface="Arial"/>
              <a:buNone/>
              <a:tabLst/>
              <a:defRPr sz="1941" b="0">
                <a:solidFill>
                  <a:schemeClr val="bg1"/>
                </a:solidFill>
              </a:defRPr>
            </a:lvl2pPr>
            <a:lvl3pPr marL="0" indent="0" algn="l">
              <a:spcAft>
                <a:spcPts val="0"/>
              </a:spcAft>
              <a:buNone/>
              <a:defRPr sz="2134">
                <a:solidFill>
                  <a:schemeClr val="bg1"/>
                </a:solidFill>
              </a:defRPr>
            </a:lvl3pPr>
            <a:lvl4pPr marL="1828848" indent="0" algn="ctr">
              <a:buNone/>
              <a:defRPr sz="2134"/>
            </a:lvl4pPr>
            <a:lvl5pPr marL="2438464" indent="0" algn="ctr">
              <a:buNone/>
              <a:defRPr sz="2134"/>
            </a:lvl5pPr>
            <a:lvl6pPr marL="3048080" indent="0" algn="ctr">
              <a:buNone/>
              <a:defRPr sz="2134"/>
            </a:lvl6pPr>
            <a:lvl7pPr marL="3657695" indent="0" algn="ctr">
              <a:buNone/>
              <a:defRPr sz="2134"/>
            </a:lvl7pPr>
            <a:lvl8pPr marL="4267311" indent="0" algn="ctr">
              <a:buNone/>
              <a:defRPr sz="2134"/>
            </a:lvl8pPr>
            <a:lvl9pPr marL="4876928" indent="0" algn="ctr">
              <a:buNone/>
              <a:defRPr sz="2134"/>
            </a:lvl9pPr>
          </a:lstStyle>
          <a:p>
            <a:r>
              <a:rPr lang="en-US" noProof="0" dirty="0"/>
              <a:t>Click to edit Master title style</a:t>
            </a:r>
          </a:p>
          <a:p>
            <a:pPr marL="0" marR="0" lvl="1" indent="0" algn="l" defTabSz="1219231" rtl="0" eaLnBrk="1" fontAlgn="auto" latinLnBrk="0" hangingPunct="1">
              <a:lnSpc>
                <a:spcPct val="100000"/>
              </a:lnSpc>
              <a:spcBef>
                <a:spcPts val="0"/>
              </a:spcBef>
              <a:spcAft>
                <a:spcPts val="0"/>
              </a:spcAft>
              <a:buClrTx/>
              <a:buSzPct val="100000"/>
              <a:buFont typeface="Arial"/>
              <a:buNone/>
              <a:tabLst/>
              <a:defRPr/>
            </a:pPr>
            <a:r>
              <a:rPr lang="en-US" noProof="0" dirty="0"/>
              <a:t>Click to edit Master subtitle style</a:t>
            </a:r>
          </a:p>
        </p:txBody>
      </p:sp>
      <p:sp>
        <p:nvSpPr>
          <p:cNvPr id="5" name="Text Placeholder 4"/>
          <p:cNvSpPr>
            <a:spLocks noGrp="1"/>
          </p:cNvSpPr>
          <p:nvPr>
            <p:ph type="body" sz="quarter" idx="10"/>
          </p:nvPr>
        </p:nvSpPr>
        <p:spPr>
          <a:xfrm>
            <a:off x="501651" y="6340383"/>
            <a:ext cx="5594350" cy="298450"/>
          </a:xfrm>
          <a:prstGeom prst="rect">
            <a:avLst/>
          </a:prstGeom>
        </p:spPr>
        <p:txBody>
          <a:bodyPr/>
          <a:lstStyle>
            <a:lvl1pPr>
              <a:spcAft>
                <a:spcPts val="0"/>
              </a:spcAft>
              <a:defRPr sz="1059">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dirty="0"/>
              <a:t>Click to edit Master text styles</a:t>
            </a:r>
          </a:p>
        </p:txBody>
      </p:sp>
    </p:spTree>
    <p:extLst>
      <p:ext uri="{BB962C8B-B14F-4D97-AF65-F5344CB8AC3E}">
        <p14:creationId xmlns:p14="http://schemas.microsoft.com/office/powerpoint/2010/main" val="846687679"/>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633">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Title Slide - White">
    <p:bg bwMode="gray">
      <p:bgPr>
        <a:solidFill>
          <a:schemeClr val="bg1"/>
        </a:solidFill>
        <a:effectLst/>
      </p:bgPr>
    </p:bg>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3601788" y="1066768"/>
            <a:ext cx="4988426" cy="4724464"/>
          </a:xfrm>
          <a:prstGeom prst="rect">
            <a:avLst/>
          </a:prstGeom>
        </p:spPr>
        <p:txBody>
          <a:bodyPr vert="horz" lIns="0" tIns="0" rIns="0" bIns="0" rtlCol="0">
            <a:noAutofit/>
          </a:bodyPr>
          <a:lstStyle>
            <a:lvl1pPr>
              <a:defRPr lang="en-US" noProof="0" dirty="0">
                <a:solidFill>
                  <a:schemeClr val="tx1"/>
                </a:solidFill>
              </a:defRPr>
            </a:lvl1pPr>
          </a:lstStyle>
          <a:p>
            <a:pPr lvl="0"/>
            <a:r>
              <a:rPr lang="en-US" noProof="0" dirty="0"/>
              <a:t>Click icon to add picture</a:t>
            </a:r>
          </a:p>
        </p:txBody>
      </p:sp>
      <p:sp>
        <p:nvSpPr>
          <p:cNvPr id="3" name="Subtitle 2"/>
          <p:cNvSpPr>
            <a:spLocks noGrp="1"/>
          </p:cNvSpPr>
          <p:nvPr>
            <p:ph type="subTitle" idx="1" hasCustomPrompt="1"/>
          </p:nvPr>
        </p:nvSpPr>
        <p:spPr bwMode="gray">
          <a:xfrm>
            <a:off x="501652" y="5864231"/>
            <a:ext cx="5594348" cy="505645"/>
          </a:xfrm>
          <a:prstGeom prst="rect">
            <a:avLst/>
          </a:prstGeom>
        </p:spPr>
        <p:txBody>
          <a:bodyPr lIns="0" tIns="0" rIns="0" bIns="0" anchor="b" anchorCtr="0">
            <a:noAutofit/>
          </a:bodyPr>
          <a:lstStyle>
            <a:lvl1pPr marL="0" indent="0" algn="l">
              <a:lnSpc>
                <a:spcPct val="100000"/>
              </a:lnSpc>
              <a:spcAft>
                <a:spcPts val="0"/>
              </a:spcAft>
              <a:buNone/>
              <a:defRPr sz="2400" b="1">
                <a:solidFill>
                  <a:schemeClr val="tx1"/>
                </a:solidFill>
              </a:defRPr>
            </a:lvl1pPr>
            <a:lvl2pPr marL="0" indent="0" algn="l">
              <a:buNone/>
              <a:defRPr sz="2134" b="0"/>
            </a:lvl2pPr>
            <a:lvl3pPr marL="1219231" indent="0" algn="ctr">
              <a:buNone/>
              <a:defRPr sz="2400"/>
            </a:lvl3pPr>
            <a:lvl4pPr marL="1828848" indent="0" algn="ctr">
              <a:buNone/>
              <a:defRPr sz="2134"/>
            </a:lvl4pPr>
            <a:lvl5pPr marL="2438464" indent="0" algn="ctr">
              <a:buNone/>
              <a:defRPr sz="2134"/>
            </a:lvl5pPr>
            <a:lvl6pPr marL="3048080" indent="0" algn="ctr">
              <a:buNone/>
              <a:defRPr sz="2134"/>
            </a:lvl6pPr>
            <a:lvl7pPr marL="3657695" indent="0" algn="ctr">
              <a:buNone/>
              <a:defRPr sz="2134"/>
            </a:lvl7pPr>
            <a:lvl8pPr marL="4267311" indent="0" algn="ctr">
              <a:buNone/>
              <a:defRPr sz="2134"/>
            </a:lvl8pPr>
            <a:lvl9pPr marL="4876928" indent="0" algn="ctr">
              <a:buNone/>
              <a:defRPr sz="2134"/>
            </a:lvl9pPr>
          </a:lstStyle>
          <a:p>
            <a:r>
              <a:rPr lang="en-US" noProof="0" dirty="0"/>
              <a:t>Click to edit Master title style</a:t>
            </a:r>
          </a:p>
          <a:p>
            <a:pPr lvl="1"/>
            <a:r>
              <a:rPr lang="en-US" noProof="0" dirty="0"/>
              <a:t>Click to edit Master subtitle style</a:t>
            </a:r>
          </a:p>
        </p:txBody>
      </p:sp>
      <p:sp>
        <p:nvSpPr>
          <p:cNvPr id="5" name="Text Placeholder 4"/>
          <p:cNvSpPr>
            <a:spLocks noGrp="1"/>
          </p:cNvSpPr>
          <p:nvPr>
            <p:ph type="body" sz="quarter" idx="10"/>
          </p:nvPr>
        </p:nvSpPr>
        <p:spPr>
          <a:xfrm>
            <a:off x="501651" y="6381753"/>
            <a:ext cx="5594350" cy="298450"/>
          </a:xfrm>
          <a:prstGeom prst="rect">
            <a:avLst/>
          </a:prstGeom>
        </p:spPr>
        <p:txBody>
          <a:bodyPr/>
          <a:lstStyle>
            <a:lvl1pPr>
              <a:spcAft>
                <a:spcPts val="0"/>
              </a:spcAft>
              <a:defRPr sz="1333">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19" name="Group 18"/>
          <p:cNvGrpSpPr>
            <a:grpSpLocks noChangeAspect="1"/>
          </p:cNvGrpSpPr>
          <p:nvPr userDrawn="1"/>
        </p:nvGrpSpPr>
        <p:grpSpPr>
          <a:xfrm>
            <a:off x="501652" y="403413"/>
            <a:ext cx="1762941" cy="330353"/>
            <a:chOff x="398463" y="404813"/>
            <a:chExt cx="1627187" cy="307976"/>
          </a:xfrm>
          <a:solidFill>
            <a:schemeClr val="tx1"/>
          </a:solidFill>
        </p:grpSpPr>
        <p:sp>
          <p:nvSpPr>
            <p:cNvPr id="20"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1"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2"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3"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4"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5"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6"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7"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8"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sp>
          <p:nvSpPr>
            <p:cNvPr id="29"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294" dirty="0">
                <a:solidFill>
                  <a:prstClr val="white"/>
                </a:solidFill>
              </a:endParaRPr>
            </a:p>
          </p:txBody>
        </p:sp>
      </p:grpSp>
    </p:spTree>
    <p:extLst>
      <p:ext uri="{BB962C8B-B14F-4D97-AF65-F5344CB8AC3E}">
        <p14:creationId xmlns:p14="http://schemas.microsoft.com/office/powerpoint/2010/main" val="3043079904"/>
      </p:ext>
    </p:extLst>
  </p:cSld>
  <p:clrMapOvr>
    <a:masterClrMapping/>
  </p:clrMapOvr>
  <p:transition>
    <p:fade/>
  </p:transition>
  <p:extLst>
    <p:ext uri="{DCECCB84-F9BA-43D5-87BE-67443E8EF086}">
      <p15:sldGuideLst xmlns:p15="http://schemas.microsoft.com/office/powerpoint/2012/main">
        <p15:guide id="1" orient="horz" pos="4633">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1_Divider - Deloitte dark green">
    <p:bg bwMode="gray">
      <p:bgPr>
        <a:solidFill>
          <a:schemeClr val="tx1"/>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373997"/>
            <a:ext cx="12192000" cy="6007753"/>
          </a:xfrm>
        </p:spPr>
        <p:txBody>
          <a:bodyPr/>
          <a:lstStyle/>
          <a:p>
            <a:endParaRPr lang="en-US" dirty="0"/>
          </a:p>
        </p:txBody>
      </p:sp>
      <p:grpSp>
        <p:nvGrpSpPr>
          <p:cNvPr id="9" name="Group 8"/>
          <p:cNvGrpSpPr/>
          <p:nvPr userDrawn="1"/>
        </p:nvGrpSpPr>
        <p:grpSpPr>
          <a:xfrm>
            <a:off x="0" y="4629685"/>
            <a:ext cx="12191998" cy="1369921"/>
            <a:chOff x="0" y="5246975"/>
            <a:chExt cx="13817598" cy="1552577"/>
          </a:xfrm>
        </p:grpSpPr>
        <p:sp>
          <p:nvSpPr>
            <p:cNvPr id="10" name="Freeform 9"/>
            <p:cNvSpPr/>
            <p:nvPr/>
          </p:nvSpPr>
          <p:spPr bwMode="gray">
            <a:xfrm>
              <a:off x="0" y="5256502"/>
              <a:ext cx="8713694" cy="1543050"/>
            </a:xfrm>
            <a:custGeom>
              <a:avLst/>
              <a:gdLst>
                <a:gd name="connsiteX0" fmla="*/ 0 w 8820150"/>
                <a:gd name="connsiteY0" fmla="*/ 0 h 1543050"/>
                <a:gd name="connsiteX1" fmla="*/ 8820150 w 8820150"/>
                <a:gd name="connsiteY1" fmla="*/ 0 h 1543050"/>
                <a:gd name="connsiteX2" fmla="*/ 7277100 w 8820150"/>
                <a:gd name="connsiteY2" fmla="*/ 1543050 h 1543050"/>
                <a:gd name="connsiteX3" fmla="*/ 0 w 8820150"/>
                <a:gd name="connsiteY3" fmla="*/ 1543050 h 1543050"/>
                <a:gd name="connsiteX4" fmla="*/ 0 w 8820150"/>
                <a:gd name="connsiteY4" fmla="*/ 0 h 154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0150" h="1543050">
                  <a:moveTo>
                    <a:pt x="0" y="0"/>
                  </a:moveTo>
                  <a:lnTo>
                    <a:pt x="8820150" y="0"/>
                  </a:lnTo>
                  <a:lnTo>
                    <a:pt x="7277100" y="1543050"/>
                  </a:lnTo>
                  <a:lnTo>
                    <a:pt x="0" y="1543050"/>
                  </a:lnTo>
                  <a:lnTo>
                    <a:pt x="0" y="0"/>
                  </a:lnTo>
                  <a:close/>
                </a:path>
              </a:pathLst>
            </a:custGeom>
            <a:solidFill>
              <a:schemeClr val="tx1">
                <a:alpha val="82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12" b="1" dirty="0">
                <a:solidFill>
                  <a:prstClr val="white"/>
                </a:solidFill>
              </a:endParaRPr>
            </a:p>
          </p:txBody>
        </p:sp>
        <p:sp>
          <p:nvSpPr>
            <p:cNvPr id="11" name="Freeform 10"/>
            <p:cNvSpPr/>
            <p:nvPr/>
          </p:nvSpPr>
          <p:spPr bwMode="gray">
            <a:xfrm flipH="1" flipV="1">
              <a:off x="7342094" y="5246975"/>
              <a:ext cx="6475504" cy="1552575"/>
            </a:xfrm>
            <a:custGeom>
              <a:avLst/>
              <a:gdLst>
                <a:gd name="connsiteX0" fmla="*/ 0 w 8820150"/>
                <a:gd name="connsiteY0" fmla="*/ 0 h 1543050"/>
                <a:gd name="connsiteX1" fmla="*/ 8820150 w 8820150"/>
                <a:gd name="connsiteY1" fmla="*/ 0 h 1543050"/>
                <a:gd name="connsiteX2" fmla="*/ 7277100 w 8820150"/>
                <a:gd name="connsiteY2" fmla="*/ 1543050 h 1543050"/>
                <a:gd name="connsiteX3" fmla="*/ 0 w 8820150"/>
                <a:gd name="connsiteY3" fmla="*/ 1543050 h 1543050"/>
                <a:gd name="connsiteX4" fmla="*/ 0 w 8820150"/>
                <a:gd name="connsiteY4" fmla="*/ 0 h 1543050"/>
                <a:gd name="connsiteX0" fmla="*/ 0 w 8820150"/>
                <a:gd name="connsiteY0" fmla="*/ 0 h 1543050"/>
                <a:gd name="connsiteX1" fmla="*/ 8820150 w 8820150"/>
                <a:gd name="connsiteY1" fmla="*/ 0 h 1543050"/>
                <a:gd name="connsiteX2" fmla="*/ 6826217 w 8820150"/>
                <a:gd name="connsiteY2" fmla="*/ 1447800 h 1543050"/>
                <a:gd name="connsiteX3" fmla="*/ 0 w 8820150"/>
                <a:gd name="connsiteY3" fmla="*/ 1543050 h 1543050"/>
                <a:gd name="connsiteX4" fmla="*/ 0 w 8820150"/>
                <a:gd name="connsiteY4" fmla="*/ 0 h 1543050"/>
                <a:gd name="connsiteX0" fmla="*/ 0 w 8820150"/>
                <a:gd name="connsiteY0" fmla="*/ 0 h 1552575"/>
                <a:gd name="connsiteX1" fmla="*/ 8820150 w 8820150"/>
                <a:gd name="connsiteY1" fmla="*/ 0 h 1552575"/>
                <a:gd name="connsiteX2" fmla="*/ 6787571 w 8820150"/>
                <a:gd name="connsiteY2" fmla="*/ 1552575 h 1552575"/>
                <a:gd name="connsiteX3" fmla="*/ 0 w 8820150"/>
                <a:gd name="connsiteY3" fmla="*/ 1543050 h 1552575"/>
                <a:gd name="connsiteX4" fmla="*/ 0 w 8820150"/>
                <a:gd name="connsiteY4" fmla="*/ 0 h 1552575"/>
                <a:gd name="connsiteX0" fmla="*/ 0 w 8858797"/>
                <a:gd name="connsiteY0" fmla="*/ 0 h 1552575"/>
                <a:gd name="connsiteX1" fmla="*/ 8858797 w 8858797"/>
                <a:gd name="connsiteY1" fmla="*/ 9525 h 1552575"/>
                <a:gd name="connsiteX2" fmla="*/ 6787571 w 8858797"/>
                <a:gd name="connsiteY2" fmla="*/ 1552575 h 1552575"/>
                <a:gd name="connsiteX3" fmla="*/ 0 w 8858797"/>
                <a:gd name="connsiteY3" fmla="*/ 1543050 h 1552575"/>
                <a:gd name="connsiteX4" fmla="*/ 0 w 8858797"/>
                <a:gd name="connsiteY4" fmla="*/ 0 h 155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8797" h="1552575">
                  <a:moveTo>
                    <a:pt x="0" y="0"/>
                  </a:moveTo>
                  <a:lnTo>
                    <a:pt x="8858797" y="9525"/>
                  </a:lnTo>
                  <a:lnTo>
                    <a:pt x="6787571" y="1552575"/>
                  </a:lnTo>
                  <a:lnTo>
                    <a:pt x="0" y="1543050"/>
                  </a:lnTo>
                  <a:lnTo>
                    <a:pt x="0" y="0"/>
                  </a:lnTo>
                  <a:close/>
                </a:path>
              </a:pathLst>
            </a:custGeom>
            <a:solidFill>
              <a:schemeClr val="accent5">
                <a:alpha val="82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412" b="1" dirty="0">
                <a:solidFill>
                  <a:prstClr val="white"/>
                </a:solidFill>
              </a:endParaRPr>
            </a:p>
          </p:txBody>
        </p:sp>
      </p:grpSp>
      <p:sp>
        <p:nvSpPr>
          <p:cNvPr id="14" name="TextBox 13"/>
          <p:cNvSpPr txBox="1"/>
          <p:nvPr userDrawn="1"/>
        </p:nvSpPr>
        <p:spPr>
          <a:xfrm>
            <a:off x="501652" y="6477000"/>
            <a:ext cx="5355169" cy="133434"/>
          </a:xfrm>
          <a:prstGeom prst="rect">
            <a:avLst/>
          </a:prstGeom>
          <a:noFill/>
        </p:spPr>
        <p:txBody>
          <a:bodyPr wrap="square" lIns="0" tIns="0" rIns="0" bIns="0" rtlCol="0">
            <a:spAutoFit/>
          </a:bodyPr>
          <a:lstStyle/>
          <a:p>
            <a:pPr>
              <a:spcBef>
                <a:spcPts val="800"/>
              </a:spcBef>
              <a:buSzPct val="100000"/>
              <a:buFont typeface="Arial"/>
              <a:buNone/>
            </a:pPr>
            <a:r>
              <a:rPr lang="fr-FR" sz="867" dirty="0">
                <a:solidFill>
                  <a:prstClr val="white"/>
                </a:solidFill>
              </a:rPr>
              <a:t>© 2017 Deloitte Touche Tohmatsu India LLP</a:t>
            </a:r>
          </a:p>
        </p:txBody>
      </p:sp>
      <p:sp>
        <p:nvSpPr>
          <p:cNvPr id="15" name="TextBox 14"/>
          <p:cNvSpPr txBox="1"/>
          <p:nvPr userDrawn="1"/>
        </p:nvSpPr>
        <p:spPr>
          <a:xfrm>
            <a:off x="11382379" y="6477000"/>
            <a:ext cx="307976" cy="133434"/>
          </a:xfrm>
          <a:prstGeom prst="rect">
            <a:avLst/>
          </a:prstGeom>
          <a:noFill/>
        </p:spPr>
        <p:txBody>
          <a:bodyPr wrap="square" lIns="0" tIns="0" rIns="0" bIns="0" rtlCol="0">
            <a:spAutoFit/>
          </a:bodyPr>
          <a:lstStyle/>
          <a:p>
            <a:pPr algn="r">
              <a:spcBef>
                <a:spcPts val="800"/>
              </a:spcBef>
              <a:buSzPct val="100000"/>
              <a:buFont typeface="Arial"/>
              <a:buNone/>
            </a:pPr>
            <a:fld id="{C58DF478-B544-4ED8-9ED4-6A2648E2D233}" type="slidenum">
              <a:rPr lang="en-US" sz="867" smtClean="0">
                <a:solidFill>
                  <a:prstClr val="white"/>
                </a:solidFill>
              </a:rPr>
              <a:pPr algn="r">
                <a:spcBef>
                  <a:spcPts val="800"/>
                </a:spcBef>
                <a:buSzPct val="100000"/>
                <a:buFont typeface="Arial"/>
                <a:buNone/>
              </a:pPr>
              <a:t>‹#›</a:t>
            </a:fld>
            <a:endParaRPr lang="en-US" sz="867" dirty="0">
              <a:solidFill>
                <a:prstClr val="white"/>
              </a:solidFill>
            </a:endParaRPr>
          </a:p>
        </p:txBody>
      </p:sp>
      <p:sp>
        <p:nvSpPr>
          <p:cNvPr id="3" name="Text Placeholder 2"/>
          <p:cNvSpPr>
            <a:spLocks noGrp="1"/>
          </p:cNvSpPr>
          <p:nvPr>
            <p:ph type="body" idx="1"/>
          </p:nvPr>
        </p:nvSpPr>
        <p:spPr bwMode="gray">
          <a:xfrm>
            <a:off x="0" y="4537180"/>
            <a:ext cx="12192000" cy="1566532"/>
          </a:xfrm>
          <a:prstGeom prst="rect">
            <a:avLst/>
          </a:prstGeom>
          <a:noFill/>
        </p:spPr>
        <p:txBody>
          <a:bodyPr lIns="640080" tIns="0" rIns="0" bIns="0" anchor="ctr">
            <a:noAutofit/>
          </a:bodyPr>
          <a:lstStyle>
            <a:lvl1pPr marL="0" indent="0">
              <a:lnSpc>
                <a:spcPct val="95000"/>
              </a:lnSpc>
              <a:spcAft>
                <a:spcPts val="0"/>
              </a:spcAft>
              <a:buNone/>
              <a:defRPr sz="3000">
                <a:solidFill>
                  <a:schemeClr val="bg1"/>
                </a:solidFill>
              </a:defRPr>
            </a:lvl1pPr>
            <a:lvl2pPr marL="609616" indent="0">
              <a:buNone/>
              <a:defRPr sz="2667">
                <a:solidFill>
                  <a:schemeClr val="tx1">
                    <a:tint val="75000"/>
                  </a:schemeClr>
                </a:solidFill>
              </a:defRPr>
            </a:lvl2pPr>
            <a:lvl3pPr marL="1219231" indent="0">
              <a:buNone/>
              <a:defRPr sz="2400">
                <a:solidFill>
                  <a:schemeClr val="tx1">
                    <a:tint val="75000"/>
                  </a:schemeClr>
                </a:solidFill>
              </a:defRPr>
            </a:lvl3pPr>
            <a:lvl4pPr marL="1828848" indent="0">
              <a:buNone/>
              <a:defRPr sz="2134">
                <a:solidFill>
                  <a:schemeClr val="tx1">
                    <a:tint val="75000"/>
                  </a:schemeClr>
                </a:solidFill>
              </a:defRPr>
            </a:lvl4pPr>
            <a:lvl5pPr marL="2438464" indent="0">
              <a:buNone/>
              <a:defRPr sz="2134">
                <a:solidFill>
                  <a:schemeClr val="tx1">
                    <a:tint val="75000"/>
                  </a:schemeClr>
                </a:solidFill>
              </a:defRPr>
            </a:lvl5pPr>
            <a:lvl6pPr marL="3048080" indent="0">
              <a:buNone/>
              <a:defRPr sz="2134">
                <a:solidFill>
                  <a:schemeClr val="tx1">
                    <a:tint val="75000"/>
                  </a:schemeClr>
                </a:solidFill>
              </a:defRPr>
            </a:lvl6pPr>
            <a:lvl7pPr marL="3657695" indent="0">
              <a:buNone/>
              <a:defRPr sz="2134">
                <a:solidFill>
                  <a:schemeClr val="tx1">
                    <a:tint val="75000"/>
                  </a:schemeClr>
                </a:solidFill>
              </a:defRPr>
            </a:lvl7pPr>
            <a:lvl8pPr marL="4267311" indent="0">
              <a:buNone/>
              <a:defRPr sz="2134">
                <a:solidFill>
                  <a:schemeClr val="tx1">
                    <a:tint val="75000"/>
                  </a:schemeClr>
                </a:solidFill>
              </a:defRPr>
            </a:lvl8pPr>
            <a:lvl9pPr marL="4876928" indent="0">
              <a:buNone/>
              <a:defRPr sz="2134">
                <a:solidFill>
                  <a:schemeClr val="tx1">
                    <a:tint val="75000"/>
                  </a:schemeClr>
                </a:solidFill>
              </a:defRPr>
            </a:lvl9pPr>
          </a:lstStyle>
          <a:p>
            <a:pPr lvl="0"/>
            <a:r>
              <a:rPr lang="en-US" noProof="0" dirty="0"/>
              <a:t>Click to edit Master text styles</a:t>
            </a:r>
          </a:p>
        </p:txBody>
      </p:sp>
      <p:sp>
        <p:nvSpPr>
          <p:cNvPr id="12" name="TextBox 11"/>
          <p:cNvSpPr txBox="1"/>
          <p:nvPr userDrawn="1"/>
        </p:nvSpPr>
        <p:spPr>
          <a:xfrm>
            <a:off x="5843374" y="6501537"/>
            <a:ext cx="5833532" cy="170741"/>
          </a:xfrm>
          <a:prstGeom prst="rect">
            <a:avLst/>
          </a:prstGeom>
          <a:noFill/>
        </p:spPr>
        <p:txBody>
          <a:bodyPr wrap="square" lIns="0" tIns="0" rIns="0" bIns="0" rtlCol="0">
            <a:noAutofit/>
          </a:bodyPr>
          <a:lstStyle/>
          <a:p>
            <a:pPr>
              <a:spcBef>
                <a:spcPts val="800"/>
              </a:spcBef>
              <a:buSzPct val="100000"/>
              <a:buFont typeface="Arial"/>
              <a:buNone/>
            </a:pPr>
            <a:r>
              <a:rPr lang="en-US" sz="867" dirty="0">
                <a:solidFill>
                  <a:prstClr val="white"/>
                </a:solidFill>
              </a:rPr>
              <a:t>Presentation on Supply, Implementation and Maintenance of an ERP solution to Hirdaramani Group</a:t>
            </a:r>
            <a:endParaRPr lang="fr-FR" sz="867" dirty="0">
              <a:solidFill>
                <a:prstClr val="white"/>
              </a:solidFill>
            </a:endParaRPr>
          </a:p>
        </p:txBody>
      </p:sp>
    </p:spTree>
    <p:extLst>
      <p:ext uri="{BB962C8B-B14F-4D97-AF65-F5344CB8AC3E}">
        <p14:creationId xmlns:p14="http://schemas.microsoft.com/office/powerpoint/2010/main" val="3234902162"/>
      </p:ext>
    </p:extLst>
  </p:cSld>
  <p:clrMapOvr>
    <a:masterClrMapping/>
  </p:clrMapOvr>
  <p:transition>
    <p:fade/>
  </p:transition>
  <p:extLst>
    <p:ext uri="{DCECCB84-F9BA-43D5-87BE-67443E8EF086}">
      <p15:sldGuideLst xmlns:p15="http://schemas.microsoft.com/office/powerpoint/2012/main">
        <p15:guide id="1" orient="horz" pos="2448">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Divider - Deloitte dark green">
    <p:bg bwMode="gray">
      <p:bgPr>
        <a:solidFill>
          <a:schemeClr val="tx1"/>
        </a:solidFill>
        <a:effectLst/>
      </p:bgPr>
    </p:bg>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2583" y="0"/>
            <a:ext cx="12277165" cy="6858000"/>
          </a:xfrm>
          <a:prstGeom prst="rect">
            <a:avLst/>
          </a:prstGeom>
        </p:spPr>
      </p:pic>
      <p:sp>
        <p:nvSpPr>
          <p:cNvPr id="14" name="TextBox 13"/>
          <p:cNvSpPr txBox="1"/>
          <p:nvPr userDrawn="1"/>
        </p:nvSpPr>
        <p:spPr>
          <a:xfrm>
            <a:off x="501652" y="6477000"/>
            <a:ext cx="5355169" cy="133434"/>
          </a:xfrm>
          <a:prstGeom prst="rect">
            <a:avLst/>
          </a:prstGeom>
          <a:noFill/>
        </p:spPr>
        <p:txBody>
          <a:bodyPr wrap="square" lIns="0" tIns="0" rIns="0" bIns="0" rtlCol="0">
            <a:spAutoFit/>
          </a:bodyPr>
          <a:lstStyle/>
          <a:p>
            <a:pPr>
              <a:spcBef>
                <a:spcPts val="800"/>
              </a:spcBef>
              <a:buSzPct val="100000"/>
              <a:buFont typeface="Arial"/>
              <a:buNone/>
            </a:pPr>
            <a:r>
              <a:rPr lang="fr-FR" sz="867" dirty="0">
                <a:solidFill>
                  <a:prstClr val="white"/>
                </a:solidFill>
              </a:rPr>
              <a:t>© 2017 Deloitte Touche Tohmatsu India LLP</a:t>
            </a:r>
          </a:p>
        </p:txBody>
      </p:sp>
      <p:sp>
        <p:nvSpPr>
          <p:cNvPr id="15" name="TextBox 14"/>
          <p:cNvSpPr txBox="1"/>
          <p:nvPr userDrawn="1"/>
        </p:nvSpPr>
        <p:spPr>
          <a:xfrm>
            <a:off x="11382379" y="6477000"/>
            <a:ext cx="307976" cy="133434"/>
          </a:xfrm>
          <a:prstGeom prst="rect">
            <a:avLst/>
          </a:prstGeom>
          <a:noFill/>
        </p:spPr>
        <p:txBody>
          <a:bodyPr wrap="square" lIns="0" tIns="0" rIns="0" bIns="0" rtlCol="0">
            <a:spAutoFit/>
          </a:bodyPr>
          <a:lstStyle/>
          <a:p>
            <a:pPr algn="r">
              <a:spcBef>
                <a:spcPts val="800"/>
              </a:spcBef>
              <a:buSzPct val="100000"/>
              <a:buFont typeface="Arial"/>
              <a:buNone/>
            </a:pPr>
            <a:fld id="{C58DF478-B544-4ED8-9ED4-6A2648E2D233}" type="slidenum">
              <a:rPr lang="en-US" sz="867" smtClean="0">
                <a:solidFill>
                  <a:prstClr val="white"/>
                </a:solidFill>
              </a:rPr>
              <a:pPr algn="r">
                <a:spcBef>
                  <a:spcPts val="800"/>
                </a:spcBef>
                <a:buSzPct val="100000"/>
                <a:buFont typeface="Arial"/>
                <a:buNone/>
              </a:pPr>
              <a:t>‹#›</a:t>
            </a:fld>
            <a:endParaRPr lang="en-US" sz="867" dirty="0">
              <a:solidFill>
                <a:prstClr val="white"/>
              </a:solidFill>
            </a:endParaRPr>
          </a:p>
        </p:txBody>
      </p:sp>
      <p:sp>
        <p:nvSpPr>
          <p:cNvPr id="8" name="Rectangle 3"/>
          <p:cNvSpPr/>
          <p:nvPr userDrawn="1"/>
        </p:nvSpPr>
        <p:spPr bwMode="gray">
          <a:xfrm>
            <a:off x="-44822" y="2636886"/>
            <a:ext cx="6262688" cy="1584231"/>
          </a:xfrm>
          <a:custGeom>
            <a:avLst/>
            <a:gdLst>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9524" h="1795462">
                <a:moveTo>
                  <a:pt x="0" y="0"/>
                </a:moveTo>
                <a:lnTo>
                  <a:pt x="7479448" y="0"/>
                </a:lnTo>
                <a:cubicBezTo>
                  <a:pt x="7343950" y="420687"/>
                  <a:pt x="7280498" y="1222375"/>
                  <a:pt x="7519524" y="1795462"/>
                </a:cubicBezTo>
                <a:lnTo>
                  <a:pt x="0" y="1795462"/>
                </a:lnTo>
                <a:lnTo>
                  <a:pt x="0" y="0"/>
                </a:lnTo>
                <a:close/>
              </a:path>
            </a:pathLst>
          </a:custGeom>
          <a:solidFill>
            <a:srgbClr val="000000">
              <a:alpha val="80000"/>
            </a:srgbClr>
          </a:solidFill>
          <a:ln w="19050" algn="ctr">
            <a:noFill/>
            <a:miter lim="800000"/>
            <a:headEnd/>
            <a:tailEnd/>
          </a:ln>
        </p:spPr>
        <p:txBody>
          <a:bodyPr wrap="square" lIns="78441" tIns="78441" rIns="78441" bIns="78441" rtlCol="0" anchor="ctr"/>
          <a:lstStyle/>
          <a:p>
            <a:pPr algn="ctr">
              <a:lnSpc>
                <a:spcPct val="106000"/>
              </a:lnSpc>
              <a:buFont typeface="Wingdings 2" pitchFamily="18" charset="2"/>
              <a:buNone/>
            </a:pPr>
            <a:endParaRPr lang="en-US" sz="1412" b="1" dirty="0">
              <a:solidFill>
                <a:prstClr val="white"/>
              </a:solidFill>
            </a:endParaRPr>
          </a:p>
        </p:txBody>
      </p:sp>
      <p:sp>
        <p:nvSpPr>
          <p:cNvPr id="3" name="Text Placeholder 2"/>
          <p:cNvSpPr>
            <a:spLocks noGrp="1"/>
          </p:cNvSpPr>
          <p:nvPr>
            <p:ph type="body" idx="1"/>
          </p:nvPr>
        </p:nvSpPr>
        <p:spPr bwMode="gray">
          <a:xfrm>
            <a:off x="-42581" y="2645735"/>
            <a:ext cx="6200214" cy="1566532"/>
          </a:xfrm>
          <a:prstGeom prst="rect">
            <a:avLst/>
          </a:prstGeom>
          <a:noFill/>
        </p:spPr>
        <p:txBody>
          <a:bodyPr lIns="640080" tIns="0" rIns="0" bIns="0" anchor="ctr">
            <a:noAutofit/>
          </a:bodyPr>
          <a:lstStyle>
            <a:lvl1pPr marL="0" indent="0">
              <a:lnSpc>
                <a:spcPct val="95000"/>
              </a:lnSpc>
              <a:spcAft>
                <a:spcPts val="0"/>
              </a:spcAft>
              <a:buNone/>
              <a:defRPr sz="3000">
                <a:solidFill>
                  <a:schemeClr val="bg1"/>
                </a:solidFill>
              </a:defRPr>
            </a:lvl1pPr>
            <a:lvl2pPr marL="609616" indent="0">
              <a:buNone/>
              <a:defRPr sz="2667">
                <a:solidFill>
                  <a:schemeClr val="tx1">
                    <a:tint val="75000"/>
                  </a:schemeClr>
                </a:solidFill>
              </a:defRPr>
            </a:lvl2pPr>
            <a:lvl3pPr marL="1219231" indent="0">
              <a:buNone/>
              <a:defRPr sz="2400">
                <a:solidFill>
                  <a:schemeClr val="tx1">
                    <a:tint val="75000"/>
                  </a:schemeClr>
                </a:solidFill>
              </a:defRPr>
            </a:lvl3pPr>
            <a:lvl4pPr marL="1828848" indent="0">
              <a:buNone/>
              <a:defRPr sz="2134">
                <a:solidFill>
                  <a:schemeClr val="tx1">
                    <a:tint val="75000"/>
                  </a:schemeClr>
                </a:solidFill>
              </a:defRPr>
            </a:lvl4pPr>
            <a:lvl5pPr marL="2438464" indent="0">
              <a:buNone/>
              <a:defRPr sz="2134">
                <a:solidFill>
                  <a:schemeClr val="tx1">
                    <a:tint val="75000"/>
                  </a:schemeClr>
                </a:solidFill>
              </a:defRPr>
            </a:lvl5pPr>
            <a:lvl6pPr marL="3048080" indent="0">
              <a:buNone/>
              <a:defRPr sz="2134">
                <a:solidFill>
                  <a:schemeClr val="tx1">
                    <a:tint val="75000"/>
                  </a:schemeClr>
                </a:solidFill>
              </a:defRPr>
            </a:lvl6pPr>
            <a:lvl7pPr marL="3657695" indent="0">
              <a:buNone/>
              <a:defRPr sz="2134">
                <a:solidFill>
                  <a:schemeClr val="tx1">
                    <a:tint val="75000"/>
                  </a:schemeClr>
                </a:solidFill>
              </a:defRPr>
            </a:lvl7pPr>
            <a:lvl8pPr marL="4267311" indent="0">
              <a:buNone/>
              <a:defRPr sz="2134">
                <a:solidFill>
                  <a:schemeClr val="tx1">
                    <a:tint val="75000"/>
                  </a:schemeClr>
                </a:solidFill>
              </a:defRPr>
            </a:lvl8pPr>
            <a:lvl9pPr marL="4876928" indent="0">
              <a:buNone/>
              <a:defRPr sz="2134">
                <a:solidFill>
                  <a:schemeClr val="tx1">
                    <a:tint val="75000"/>
                  </a:schemeClr>
                </a:solidFill>
              </a:defRPr>
            </a:lvl9pPr>
          </a:lstStyle>
          <a:p>
            <a:pPr lvl="0"/>
            <a:r>
              <a:rPr lang="en-US" noProof="0" dirty="0"/>
              <a:t>Click to edit Master text styles</a:t>
            </a:r>
          </a:p>
        </p:txBody>
      </p:sp>
    </p:spTree>
    <p:extLst>
      <p:ext uri="{BB962C8B-B14F-4D97-AF65-F5344CB8AC3E}">
        <p14:creationId xmlns:p14="http://schemas.microsoft.com/office/powerpoint/2010/main" val="2682934456"/>
      </p:ext>
    </p:extLst>
  </p:cSld>
  <p:clrMapOvr>
    <a:masterClrMapping/>
  </p:clrMapOvr>
  <p:transition>
    <p:fade/>
  </p:transition>
  <p:extLst>
    <p:ext uri="{DCECCB84-F9BA-43D5-87BE-67443E8EF086}">
      <p15:sldGuideLst xmlns:p15="http://schemas.microsoft.com/office/powerpoint/2012/main">
        <p15:guide id="1" orient="horz" pos="2448">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2_Divider - Deloitte dark green">
    <p:bg bwMode="gray">
      <p:bgPr>
        <a:solidFill>
          <a:schemeClr val="tx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2583" y="0"/>
            <a:ext cx="12277165" cy="6858000"/>
          </a:xfrm>
          <a:prstGeom prst="rect">
            <a:avLst/>
          </a:prstGeom>
        </p:spPr>
      </p:pic>
      <p:sp>
        <p:nvSpPr>
          <p:cNvPr id="14" name="TextBox 13"/>
          <p:cNvSpPr txBox="1"/>
          <p:nvPr userDrawn="1"/>
        </p:nvSpPr>
        <p:spPr>
          <a:xfrm>
            <a:off x="501652" y="6477000"/>
            <a:ext cx="5355169" cy="133434"/>
          </a:xfrm>
          <a:prstGeom prst="rect">
            <a:avLst/>
          </a:prstGeom>
          <a:noFill/>
        </p:spPr>
        <p:txBody>
          <a:bodyPr wrap="square" lIns="0" tIns="0" rIns="0" bIns="0" rtlCol="0">
            <a:spAutoFit/>
          </a:bodyPr>
          <a:lstStyle/>
          <a:p>
            <a:pPr>
              <a:spcBef>
                <a:spcPts val="800"/>
              </a:spcBef>
              <a:buSzPct val="100000"/>
              <a:buFont typeface="Arial"/>
              <a:buNone/>
            </a:pPr>
            <a:r>
              <a:rPr lang="fr-FR" sz="867" dirty="0">
                <a:solidFill>
                  <a:prstClr val="white"/>
                </a:solidFill>
              </a:rPr>
              <a:t>© 2017 Deloitte Touche Tohmatsu India LLP</a:t>
            </a:r>
          </a:p>
        </p:txBody>
      </p:sp>
      <p:sp>
        <p:nvSpPr>
          <p:cNvPr id="15" name="TextBox 14"/>
          <p:cNvSpPr txBox="1"/>
          <p:nvPr userDrawn="1"/>
        </p:nvSpPr>
        <p:spPr>
          <a:xfrm>
            <a:off x="11382379" y="6477000"/>
            <a:ext cx="307976" cy="133434"/>
          </a:xfrm>
          <a:prstGeom prst="rect">
            <a:avLst/>
          </a:prstGeom>
          <a:noFill/>
        </p:spPr>
        <p:txBody>
          <a:bodyPr wrap="square" lIns="0" tIns="0" rIns="0" bIns="0" rtlCol="0">
            <a:spAutoFit/>
          </a:bodyPr>
          <a:lstStyle/>
          <a:p>
            <a:pPr algn="r">
              <a:spcBef>
                <a:spcPts val="800"/>
              </a:spcBef>
              <a:buSzPct val="100000"/>
              <a:buFont typeface="Arial"/>
              <a:buNone/>
            </a:pPr>
            <a:fld id="{C58DF478-B544-4ED8-9ED4-6A2648E2D233}" type="slidenum">
              <a:rPr lang="en-US" sz="867" smtClean="0">
                <a:solidFill>
                  <a:prstClr val="white"/>
                </a:solidFill>
              </a:rPr>
              <a:pPr algn="r">
                <a:spcBef>
                  <a:spcPts val="800"/>
                </a:spcBef>
                <a:buSzPct val="100000"/>
                <a:buFont typeface="Arial"/>
                <a:buNone/>
              </a:pPr>
              <a:t>‹#›</a:t>
            </a:fld>
            <a:endParaRPr lang="en-US" sz="867" dirty="0">
              <a:solidFill>
                <a:prstClr val="white"/>
              </a:solidFill>
            </a:endParaRPr>
          </a:p>
        </p:txBody>
      </p:sp>
      <p:sp>
        <p:nvSpPr>
          <p:cNvPr id="8" name="Rectangle 3"/>
          <p:cNvSpPr/>
          <p:nvPr userDrawn="1"/>
        </p:nvSpPr>
        <p:spPr bwMode="gray">
          <a:xfrm>
            <a:off x="-44822" y="2636886"/>
            <a:ext cx="6262688" cy="1584231"/>
          </a:xfrm>
          <a:custGeom>
            <a:avLst/>
            <a:gdLst>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493000"/>
              <a:gd name="connsiteY0" fmla="*/ 0 h 1795462"/>
              <a:gd name="connsiteX1" fmla="*/ 7493000 w 7493000"/>
              <a:gd name="connsiteY1" fmla="*/ 0 h 1795462"/>
              <a:gd name="connsiteX2" fmla="*/ 7493000 w 7493000"/>
              <a:gd name="connsiteY2" fmla="*/ 1795462 h 1795462"/>
              <a:gd name="connsiteX3" fmla="*/ 0 w 7493000"/>
              <a:gd name="connsiteY3" fmla="*/ 1795462 h 1795462"/>
              <a:gd name="connsiteX4" fmla="*/ 0 w 7493000"/>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93000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 name="connsiteX0" fmla="*/ 0 w 7519524"/>
              <a:gd name="connsiteY0" fmla="*/ 0 h 1795462"/>
              <a:gd name="connsiteX1" fmla="*/ 7479448 w 7519524"/>
              <a:gd name="connsiteY1" fmla="*/ 0 h 1795462"/>
              <a:gd name="connsiteX2" fmla="*/ 7519524 w 7519524"/>
              <a:gd name="connsiteY2" fmla="*/ 1795462 h 1795462"/>
              <a:gd name="connsiteX3" fmla="*/ 0 w 7519524"/>
              <a:gd name="connsiteY3" fmla="*/ 1795462 h 1795462"/>
              <a:gd name="connsiteX4" fmla="*/ 0 w 7519524"/>
              <a:gd name="connsiteY4" fmla="*/ 0 h 179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9524" h="1795462">
                <a:moveTo>
                  <a:pt x="0" y="0"/>
                </a:moveTo>
                <a:lnTo>
                  <a:pt x="7479448" y="0"/>
                </a:lnTo>
                <a:cubicBezTo>
                  <a:pt x="7343950" y="420687"/>
                  <a:pt x="7280498" y="1222375"/>
                  <a:pt x="7519524" y="1795462"/>
                </a:cubicBezTo>
                <a:lnTo>
                  <a:pt x="0" y="1795462"/>
                </a:lnTo>
                <a:lnTo>
                  <a:pt x="0" y="0"/>
                </a:lnTo>
                <a:close/>
              </a:path>
            </a:pathLst>
          </a:custGeom>
          <a:solidFill>
            <a:srgbClr val="000000">
              <a:alpha val="80000"/>
            </a:srgbClr>
          </a:solidFill>
          <a:ln w="19050" algn="ctr">
            <a:noFill/>
            <a:miter lim="800000"/>
            <a:headEnd/>
            <a:tailEnd/>
          </a:ln>
        </p:spPr>
        <p:txBody>
          <a:bodyPr wrap="square" lIns="78441" tIns="78441" rIns="78441" bIns="78441" rtlCol="0" anchor="ctr"/>
          <a:lstStyle/>
          <a:p>
            <a:pPr algn="ctr">
              <a:lnSpc>
                <a:spcPct val="106000"/>
              </a:lnSpc>
              <a:buFont typeface="Wingdings 2" pitchFamily="18" charset="2"/>
              <a:buNone/>
            </a:pPr>
            <a:endParaRPr lang="en-US" sz="1412" b="1" dirty="0">
              <a:solidFill>
                <a:prstClr val="white"/>
              </a:solidFill>
            </a:endParaRPr>
          </a:p>
        </p:txBody>
      </p:sp>
      <p:sp>
        <p:nvSpPr>
          <p:cNvPr id="3" name="Text Placeholder 2"/>
          <p:cNvSpPr>
            <a:spLocks noGrp="1"/>
          </p:cNvSpPr>
          <p:nvPr>
            <p:ph type="body" idx="1"/>
          </p:nvPr>
        </p:nvSpPr>
        <p:spPr bwMode="gray">
          <a:xfrm>
            <a:off x="-42581" y="2645735"/>
            <a:ext cx="6200214" cy="1566532"/>
          </a:xfrm>
          <a:prstGeom prst="rect">
            <a:avLst/>
          </a:prstGeom>
          <a:noFill/>
        </p:spPr>
        <p:txBody>
          <a:bodyPr lIns="640080" tIns="0" rIns="0" bIns="0" anchor="ctr">
            <a:noAutofit/>
          </a:bodyPr>
          <a:lstStyle>
            <a:lvl1pPr marL="0" indent="0">
              <a:lnSpc>
                <a:spcPct val="95000"/>
              </a:lnSpc>
              <a:spcAft>
                <a:spcPts val="0"/>
              </a:spcAft>
              <a:buNone/>
              <a:defRPr sz="3000">
                <a:solidFill>
                  <a:schemeClr val="bg1"/>
                </a:solidFill>
              </a:defRPr>
            </a:lvl1pPr>
            <a:lvl2pPr marL="609616" indent="0">
              <a:buNone/>
              <a:defRPr sz="2667">
                <a:solidFill>
                  <a:schemeClr val="tx1">
                    <a:tint val="75000"/>
                  </a:schemeClr>
                </a:solidFill>
              </a:defRPr>
            </a:lvl2pPr>
            <a:lvl3pPr marL="1219231" indent="0">
              <a:buNone/>
              <a:defRPr sz="2400">
                <a:solidFill>
                  <a:schemeClr val="tx1">
                    <a:tint val="75000"/>
                  </a:schemeClr>
                </a:solidFill>
              </a:defRPr>
            </a:lvl3pPr>
            <a:lvl4pPr marL="1828848" indent="0">
              <a:buNone/>
              <a:defRPr sz="2134">
                <a:solidFill>
                  <a:schemeClr val="tx1">
                    <a:tint val="75000"/>
                  </a:schemeClr>
                </a:solidFill>
              </a:defRPr>
            </a:lvl4pPr>
            <a:lvl5pPr marL="2438464" indent="0">
              <a:buNone/>
              <a:defRPr sz="2134">
                <a:solidFill>
                  <a:schemeClr val="tx1">
                    <a:tint val="75000"/>
                  </a:schemeClr>
                </a:solidFill>
              </a:defRPr>
            </a:lvl5pPr>
            <a:lvl6pPr marL="3048080" indent="0">
              <a:buNone/>
              <a:defRPr sz="2134">
                <a:solidFill>
                  <a:schemeClr val="tx1">
                    <a:tint val="75000"/>
                  </a:schemeClr>
                </a:solidFill>
              </a:defRPr>
            </a:lvl6pPr>
            <a:lvl7pPr marL="3657695" indent="0">
              <a:buNone/>
              <a:defRPr sz="2134">
                <a:solidFill>
                  <a:schemeClr val="tx1">
                    <a:tint val="75000"/>
                  </a:schemeClr>
                </a:solidFill>
              </a:defRPr>
            </a:lvl7pPr>
            <a:lvl8pPr marL="4267311" indent="0">
              <a:buNone/>
              <a:defRPr sz="2134">
                <a:solidFill>
                  <a:schemeClr val="tx1">
                    <a:tint val="75000"/>
                  </a:schemeClr>
                </a:solidFill>
              </a:defRPr>
            </a:lvl8pPr>
            <a:lvl9pPr marL="4876928" indent="0">
              <a:buNone/>
              <a:defRPr sz="2134">
                <a:solidFill>
                  <a:schemeClr val="tx1">
                    <a:tint val="75000"/>
                  </a:schemeClr>
                </a:solidFill>
              </a:defRPr>
            </a:lvl9pPr>
          </a:lstStyle>
          <a:p>
            <a:pPr lvl="0"/>
            <a:r>
              <a:rPr lang="en-US" noProof="0" dirty="0"/>
              <a:t>Click to edit Master text styles</a:t>
            </a:r>
          </a:p>
        </p:txBody>
      </p:sp>
    </p:spTree>
    <p:extLst>
      <p:ext uri="{BB962C8B-B14F-4D97-AF65-F5344CB8AC3E}">
        <p14:creationId xmlns:p14="http://schemas.microsoft.com/office/powerpoint/2010/main" val="4025686971"/>
      </p:ext>
    </p:extLst>
  </p:cSld>
  <p:clrMapOvr>
    <a:masterClrMapping/>
  </p:clrMapOvr>
  <p:transition>
    <p:fade/>
  </p:transition>
  <p:extLst>
    <p:ext uri="{DCECCB84-F9BA-43D5-87BE-67443E8EF086}">
      <p15:sldGuideLst xmlns:p15="http://schemas.microsoft.com/office/powerpoint/2012/main">
        <p15:guide id="1" orient="horz" pos="2448">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234567890">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501651" y="651602"/>
            <a:ext cx="11162350" cy="757255"/>
          </a:xfrm>
          <a:prstGeom prst="rect">
            <a:avLst/>
          </a:prstGeom>
        </p:spPr>
        <p:txBody>
          <a:bodyPr lIns="0" tIns="0" rIns="0" bIns="0">
            <a:noAutofit/>
          </a:bodyPr>
          <a:lstStyle>
            <a:lvl1pPr marL="0" indent="0">
              <a:buNone/>
              <a:defRPr sz="1588" b="0">
                <a:solidFill>
                  <a:srgbClr val="575757"/>
                </a:solidFill>
                <a:latin typeface="+mj-lt"/>
              </a:defRPr>
            </a:lvl1pPr>
          </a:lstStyle>
          <a:p>
            <a:pPr lvl="0"/>
            <a:r>
              <a:rPr lang="en-US" noProof="0" dirty="0"/>
              <a:t>Click to add subtitle</a:t>
            </a:r>
          </a:p>
        </p:txBody>
      </p:sp>
      <p:sp>
        <p:nvSpPr>
          <p:cNvPr id="14" name="Title Placeholder 1"/>
          <p:cNvSpPr>
            <a:spLocks noGrp="1"/>
          </p:cNvSpPr>
          <p:nvPr>
            <p:ph type="title"/>
          </p:nvPr>
        </p:nvSpPr>
        <p:spPr>
          <a:xfrm>
            <a:off x="501651" y="317501"/>
            <a:ext cx="11162350" cy="334101"/>
          </a:xfrm>
          <a:prstGeom prst="rect">
            <a:avLst/>
          </a:prstGeom>
        </p:spPr>
        <p:txBody>
          <a:bodyPr vert="horz" lIns="0" tIns="0" rIns="0" bIns="0" rtlCol="0" anchor="t" anchorCtr="0">
            <a:noAutofit/>
          </a:bodyPr>
          <a:lstStyle>
            <a:lvl1pPr>
              <a:defRPr sz="1941">
                <a:latin typeface="+mj-lt"/>
              </a:defRPr>
            </a:lvl1pPr>
          </a:lstStyle>
          <a:p>
            <a:r>
              <a:rPr lang="en-US" noProof="0" dirty="0"/>
              <a:t>Click to edit Master title style</a:t>
            </a:r>
          </a:p>
        </p:txBody>
      </p:sp>
      <p:sp>
        <p:nvSpPr>
          <p:cNvPr id="8" name="Text Placeholder 18"/>
          <p:cNvSpPr>
            <a:spLocks noGrp="1"/>
          </p:cNvSpPr>
          <p:nvPr>
            <p:ph idx="1"/>
          </p:nvPr>
        </p:nvSpPr>
        <p:spPr>
          <a:xfrm>
            <a:off x="501652" y="1665288"/>
            <a:ext cx="11165417" cy="4713911"/>
          </a:xfrm>
          <a:prstGeom prst="rect">
            <a:avLst/>
          </a:prstGeom>
        </p:spPr>
        <p:txBody>
          <a:bodyPr vert="horz" lIns="0" tIns="0" rIns="0" bIns="0" rtlCol="0">
            <a:noAutofit/>
          </a:bodyPr>
          <a:lstStyle>
            <a:lvl1pPr>
              <a:spcAft>
                <a:spcPts val="1212"/>
              </a:spcAft>
              <a:defRPr sz="1235"/>
            </a:lvl1pPr>
            <a:lvl2pPr>
              <a:spcAft>
                <a:spcPts val="1212"/>
              </a:spcAft>
              <a:defRPr sz="1235"/>
            </a:lvl2pPr>
            <a:lvl3pPr>
              <a:spcAft>
                <a:spcPts val="1212"/>
              </a:spcAft>
              <a:defRPr sz="1235"/>
            </a:lvl3pPr>
            <a:lvl4pPr>
              <a:spcAft>
                <a:spcPts val="1212"/>
              </a:spcAft>
              <a:defRPr sz="1235"/>
            </a:lvl4pPr>
            <a:lvl5pPr>
              <a:spcAft>
                <a:spcPts val="1212"/>
              </a:spcAft>
              <a:defRPr sz="1235"/>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99791182"/>
      </p:ext>
    </p:extLst>
  </p:cSld>
  <p:clrMapOvr>
    <a:masterClrMapping/>
  </p:clrMapOvr>
  <p:transition>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1_Contents">
    <p:spTree>
      <p:nvGrpSpPr>
        <p:cNvPr id="1" name=""/>
        <p:cNvGrpSpPr/>
        <p:nvPr/>
      </p:nvGrpSpPr>
      <p:grpSpPr>
        <a:xfrm>
          <a:off x="0" y="0"/>
          <a:ext cx="0" cy="0"/>
          <a:chOff x="0" y="0"/>
          <a:chExt cx="0" cy="0"/>
        </a:xfrm>
      </p:grpSpPr>
      <p:sp>
        <p:nvSpPr>
          <p:cNvPr id="6" name="Title Placeholder 1"/>
          <p:cNvSpPr>
            <a:spLocks noGrp="1"/>
          </p:cNvSpPr>
          <p:nvPr>
            <p:ph type="title"/>
          </p:nvPr>
        </p:nvSpPr>
        <p:spPr>
          <a:xfrm>
            <a:off x="469902" y="402588"/>
            <a:ext cx="11252200" cy="698501"/>
          </a:xfrm>
          <a:prstGeom prst="rect">
            <a:avLst/>
          </a:prstGeom>
        </p:spPr>
        <p:txBody>
          <a:bodyPr vert="horz" lIns="0" tIns="0" rIns="0" bIns="0" rtlCol="0" anchor="t" anchorCtr="0">
            <a:noAutofit/>
          </a:bodyPr>
          <a:lstStyle>
            <a:lvl1pPr>
              <a:defRPr sz="1500"/>
            </a:lvl1pPr>
          </a:lstStyle>
          <a:p>
            <a:r>
              <a:rPr lang="en-GB" noProof="0" dirty="0"/>
              <a:t>Click to edit Master title style</a:t>
            </a:r>
          </a:p>
        </p:txBody>
      </p:sp>
      <p:sp>
        <p:nvSpPr>
          <p:cNvPr id="5" name="Text Placeholder 8"/>
          <p:cNvSpPr>
            <a:spLocks noGrp="1"/>
          </p:cNvSpPr>
          <p:nvPr>
            <p:ph type="body" sz="quarter" idx="13" hasCustomPrompt="1"/>
          </p:nvPr>
        </p:nvSpPr>
        <p:spPr>
          <a:xfrm>
            <a:off x="469902" y="736691"/>
            <a:ext cx="11252200" cy="757255"/>
          </a:xfrm>
          <a:prstGeom prst="rect">
            <a:avLst/>
          </a:prstGeom>
        </p:spPr>
        <p:txBody>
          <a:bodyPr lIns="0" tIns="0" rIns="0" bIns="0">
            <a:noAutofit/>
          </a:bodyPr>
          <a:lstStyle>
            <a:lvl1pPr marL="0" indent="0">
              <a:buNone/>
              <a:defRPr sz="1500" b="0">
                <a:solidFill>
                  <a:srgbClr val="575757"/>
                </a:solidFill>
              </a:defRPr>
            </a:lvl1pPr>
          </a:lstStyle>
          <a:p>
            <a:pPr lvl="0"/>
            <a:r>
              <a:rPr lang="en-GB" noProof="0" dirty="0"/>
              <a:t>Click to add subtitle</a:t>
            </a:r>
          </a:p>
        </p:txBody>
      </p:sp>
      <p:sp>
        <p:nvSpPr>
          <p:cNvPr id="4" name="Content Placeholder 3"/>
          <p:cNvSpPr>
            <a:spLocks noGrp="1"/>
          </p:cNvSpPr>
          <p:nvPr>
            <p:ph sz="quarter" idx="10"/>
          </p:nvPr>
        </p:nvSpPr>
        <p:spPr>
          <a:xfrm>
            <a:off x="469903" y="1665292"/>
            <a:ext cx="9348787" cy="4633910"/>
          </a:xfrm>
          <a:prstGeom prst="rect">
            <a:avLst/>
          </a:prstGeom>
        </p:spPr>
        <p:txBody>
          <a:bodyPr/>
          <a:lstStyle>
            <a:lvl1pPr>
              <a:tabLst>
                <a:tab pos="6729406" algn="r"/>
              </a:tabLst>
              <a:defRPr/>
            </a:lvl1pPr>
            <a:lvl2pPr>
              <a:tabLst>
                <a:tab pos="6729406" algn="r"/>
              </a:tabLst>
              <a:defRPr/>
            </a:lvl2pPr>
            <a:lvl3pPr>
              <a:tabLst>
                <a:tab pos="6729406" algn="r"/>
              </a:tabLst>
              <a:defRPr/>
            </a:lvl3pPr>
            <a:lvl4pPr>
              <a:tabLst>
                <a:tab pos="6729406" algn="r"/>
              </a:tabLst>
              <a:defRPr/>
            </a:lvl4pPr>
            <a:lvl5pPr>
              <a:tabLst>
                <a:tab pos="5029195" algn="r"/>
              </a:tabLst>
              <a:defRPr baseline="0"/>
            </a:lvl5pPr>
            <a:lvl6pPr marL="356400" indent="0">
              <a:buNone/>
              <a:tabLst>
                <a:tab pos="6729406" algn="r"/>
              </a:tabLst>
              <a:defRPr/>
            </a:lvl6pPr>
            <a:lvl7pPr>
              <a:tabLst>
                <a:tab pos="6729406" algn="r"/>
              </a:tabLst>
              <a:defRPr/>
            </a:lvl7pPr>
            <a:lvl8pPr>
              <a:tabLst>
                <a:tab pos="6729406" algn="r"/>
              </a:tabLst>
              <a:defRPr/>
            </a:lvl8pPr>
            <a:lvl9pPr>
              <a:tabLst>
                <a:tab pos="6729406" algn="r"/>
              </a:tabLst>
              <a:defRPr/>
            </a:lvl9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2" name="Footer Placeholder 1"/>
          <p:cNvSpPr>
            <a:spLocks noGrp="1"/>
          </p:cNvSpPr>
          <p:nvPr>
            <p:ph type="ftr" sz="quarter" idx="14"/>
          </p:nvPr>
        </p:nvSpPr>
        <p:spPr/>
        <p:txBody>
          <a:bodyPr/>
          <a:lstStyle/>
          <a:p>
            <a:endParaRPr lang="en-GB" dirty="0">
              <a:solidFill>
                <a:srgbClr val="000000"/>
              </a:solidFill>
            </a:endParaRPr>
          </a:p>
        </p:txBody>
      </p:sp>
    </p:spTree>
    <p:extLst>
      <p:ext uri="{BB962C8B-B14F-4D97-AF65-F5344CB8AC3E}">
        <p14:creationId xmlns:p14="http://schemas.microsoft.com/office/powerpoint/2010/main" val="3353452208"/>
      </p:ext>
    </p:extLst>
  </p:cSld>
  <p:clrMapOvr>
    <a:masterClrMapping/>
  </p:clrMapOvr>
  <p:transition>
    <p:fade/>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Key statement white">
    <p:bg>
      <p:bgRef idx="1001">
        <a:schemeClr val="bg1"/>
      </p:bgRef>
    </p:bg>
    <p:spTree>
      <p:nvGrpSpPr>
        <p:cNvPr id="1" name=""/>
        <p:cNvGrpSpPr/>
        <p:nvPr/>
      </p:nvGrpSpPr>
      <p:grpSpPr>
        <a:xfrm>
          <a:off x="0" y="0"/>
          <a:ext cx="0" cy="0"/>
          <a:chOff x="0" y="0"/>
          <a:chExt cx="0" cy="0"/>
        </a:xfrm>
      </p:grpSpPr>
      <p:sp>
        <p:nvSpPr>
          <p:cNvPr id="3" name="Text Placeholder 3"/>
          <p:cNvSpPr>
            <a:spLocks noGrp="1"/>
          </p:cNvSpPr>
          <p:nvPr>
            <p:ph type="body" sz="quarter" idx="10"/>
          </p:nvPr>
        </p:nvSpPr>
        <p:spPr>
          <a:xfrm>
            <a:off x="501653" y="1628776"/>
            <a:ext cx="9277349" cy="4752975"/>
          </a:xfrm>
          <a:prstGeom prst="rect">
            <a:avLst/>
          </a:prstGeom>
        </p:spPr>
        <p:txBody>
          <a:bodyPr>
            <a:normAutofit/>
          </a:bodyPr>
          <a:lstStyle>
            <a:lvl1pPr marL="0" indent="0">
              <a:spcBef>
                <a:spcPts val="3600"/>
              </a:spcBef>
              <a:buFont typeface="Arial" panose="020B0604020202020204" pitchFamily="34" charset="0"/>
              <a:buChar char="​"/>
              <a:defRPr sz="2800">
                <a:solidFill>
                  <a:schemeClr val="tx1"/>
                </a:solidFill>
              </a:defRPr>
            </a:lvl1pPr>
            <a:lvl2pPr marL="0" indent="0">
              <a:defRPr sz="3000">
                <a:solidFill>
                  <a:schemeClr val="bg2"/>
                </a:solidFill>
              </a:defRPr>
            </a:lvl2pPr>
            <a:lvl3pPr marL="0" indent="0">
              <a:buNone/>
              <a:defRPr sz="3000">
                <a:solidFill>
                  <a:schemeClr val="bg2"/>
                </a:solidFill>
              </a:defRPr>
            </a:lvl3pPr>
            <a:lvl4pPr>
              <a:defRPr sz="3000">
                <a:solidFill>
                  <a:schemeClr val="bg2"/>
                </a:solidFill>
              </a:defRPr>
            </a:lvl4pPr>
            <a:lvl5pPr>
              <a:defRPr sz="3000">
                <a:solidFill>
                  <a:schemeClr val="bg2"/>
                </a:solidFill>
              </a:defRPr>
            </a:lvl5pPr>
          </a:lstStyle>
          <a:p>
            <a:pPr lvl="0"/>
            <a:r>
              <a:rPr lang="en-GB" noProof="0" dirty="0"/>
              <a:t>Click to edit Master text styles</a:t>
            </a:r>
          </a:p>
        </p:txBody>
      </p:sp>
      <p:sp>
        <p:nvSpPr>
          <p:cNvPr id="2" name="Footer Placeholder 1"/>
          <p:cNvSpPr>
            <a:spLocks noGrp="1"/>
          </p:cNvSpPr>
          <p:nvPr>
            <p:ph type="ftr" sz="quarter" idx="11"/>
          </p:nvPr>
        </p:nvSpPr>
        <p:spPr/>
        <p:txBody>
          <a:bodyPr/>
          <a:lstStyle/>
          <a:p>
            <a:endParaRPr lang="en-GB" dirty="0">
              <a:solidFill>
                <a:prstClr val="black"/>
              </a:solidFill>
            </a:endParaRPr>
          </a:p>
        </p:txBody>
      </p:sp>
    </p:spTree>
    <p:extLst>
      <p:ext uri="{BB962C8B-B14F-4D97-AF65-F5344CB8AC3E}">
        <p14:creationId xmlns:p14="http://schemas.microsoft.com/office/powerpoint/2010/main" val="4270176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userDrawn="1">
  <p:cSld name="1_End slide">
    <p:spTree>
      <p:nvGrpSpPr>
        <p:cNvPr id="1" name=""/>
        <p:cNvGrpSpPr/>
        <p:nvPr/>
      </p:nvGrpSpPr>
      <p:grpSpPr>
        <a:xfrm>
          <a:off x="0" y="0"/>
          <a:ext cx="0" cy="0"/>
          <a:chOff x="0" y="0"/>
          <a:chExt cx="0" cy="0"/>
        </a:xfrm>
      </p:grpSpPr>
      <p:sp>
        <p:nvSpPr>
          <p:cNvPr id="6" name="Text Placeholder 5"/>
          <p:cNvSpPr>
            <a:spLocks noGrp="1"/>
          </p:cNvSpPr>
          <p:nvPr>
            <p:ph type="body" sz="quarter" idx="13" hasCustomPrompt="1"/>
          </p:nvPr>
        </p:nvSpPr>
        <p:spPr>
          <a:xfrm>
            <a:off x="501653" y="4211955"/>
            <a:ext cx="8528936" cy="2169796"/>
          </a:xfrm>
        </p:spPr>
        <p:txBody>
          <a:bodyPr anchor="b" anchorCtr="0"/>
          <a:lstStyle>
            <a:lvl1pPr>
              <a:lnSpc>
                <a:spcPct val="100000"/>
              </a:lnSpc>
              <a:spcAft>
                <a:spcPts val="600"/>
              </a:spcAft>
              <a:defRPr sz="907"/>
            </a:lvl1pPr>
          </a:lstStyle>
          <a:p>
            <a:pPr lvl="0"/>
            <a:r>
              <a:rPr lang="en-US" noProof="0" dirty="0"/>
              <a:t>Deloitte refers to one or more of Deloitte </a:t>
            </a:r>
            <a:r>
              <a:rPr lang="en-US" noProof="0" dirty="0" err="1"/>
              <a:t>Touche</a:t>
            </a:r>
            <a:r>
              <a:rPr lang="en-US" noProof="0" dirty="0"/>
              <a:t> Tohmatsu Limited, a UK private company limited by guarantee (“DTTL”), its network of member firms, and their related entities. DTTL and each of its member firms are legally separate and independent entities. DTTL (also referred to as “Deloitte Global”) does not provide services to clients. Please see www.deloitte.com/about for a more detailed description of DTTL and its member firms.</a:t>
            </a:r>
          </a:p>
          <a:p>
            <a:pPr lvl="0"/>
            <a:r>
              <a:rPr lang="en-US" noProof="0" dirty="0"/>
              <a:t>This material has been prepared by Deloitte </a:t>
            </a:r>
            <a:r>
              <a:rPr lang="en-US" noProof="0" dirty="0" err="1"/>
              <a:t>Touche</a:t>
            </a:r>
            <a:r>
              <a:rPr lang="en-US" noProof="0" dirty="0"/>
              <a:t> Tohmatsu India LLP (“DTTILLP”), a member of Deloitte </a:t>
            </a:r>
            <a:r>
              <a:rPr lang="en-US" noProof="0" dirty="0" err="1"/>
              <a:t>Touche</a:t>
            </a:r>
            <a:r>
              <a:rPr lang="en-US" noProof="0" dirty="0"/>
              <a:t> Tohmatsu Limited, on a specific request from you and contains proprietary and confidential information. This material may contain information sourced from publicly available information or other third party sources. DTTILLP does not independently verify any such sources and is not responsible for any loss whatsoever caused due to reliance placed on information sourced from such sources. The information contained in this material is intended solely for you. Any disclosure, copying or further distribution of this material or its contents is strictly prohibited.</a:t>
            </a:r>
          </a:p>
          <a:p>
            <a:pPr lvl="0"/>
            <a:r>
              <a:rPr lang="en-US" noProof="0" dirty="0"/>
              <a:t>Nothing in this material creates any contractual relationship between DTTILLP and you. Any mutually binding legal obligations or rights may only be created between you and DTTILLP upon execution of a legally binding contract. By using this material and any information contained in it, the user accepts this entire notice and terms of use.</a:t>
            </a:r>
          </a:p>
          <a:p>
            <a:pPr lvl="0"/>
            <a:r>
              <a:rPr lang="en-US" noProof="0" dirty="0"/>
              <a:t>©2018 Deloitte </a:t>
            </a:r>
            <a:r>
              <a:rPr lang="en-US" noProof="0" dirty="0" err="1"/>
              <a:t>Touche</a:t>
            </a:r>
            <a:r>
              <a:rPr lang="en-US" noProof="0" dirty="0"/>
              <a:t> Tohmatsu India LLP. Member of Deloitte </a:t>
            </a:r>
            <a:r>
              <a:rPr lang="en-US" noProof="0" dirty="0" err="1"/>
              <a:t>Touche</a:t>
            </a:r>
            <a:r>
              <a:rPr lang="en-US" noProof="0" dirty="0"/>
              <a:t> Tohmatsu Limited</a:t>
            </a:r>
          </a:p>
          <a:p>
            <a:pPr lvl="0"/>
            <a:r>
              <a:rPr lang="en-US" noProof="0" dirty="0"/>
              <a:t>Deloitte </a:t>
            </a:r>
            <a:r>
              <a:rPr lang="en-US" noProof="0" dirty="0" err="1"/>
              <a:t>Touche</a:t>
            </a:r>
            <a:r>
              <a:rPr lang="en-US" noProof="0" dirty="0"/>
              <a:t> Tohmatsu India Private Limited (U74140MH199 5PTC093339), a private company limited by shares, was converted into Deloitte </a:t>
            </a:r>
            <a:r>
              <a:rPr lang="en-US" noProof="0" dirty="0" err="1"/>
              <a:t>Touche</a:t>
            </a:r>
            <a:r>
              <a:rPr lang="en-US" noProof="0" dirty="0"/>
              <a:t> Tohmatsu India LLP, a limited liability partnership (LLP Identification No. AAE-8458),with effect from October 1, 2015.</a:t>
            </a:r>
          </a:p>
        </p:txBody>
      </p:sp>
      <p:grpSp>
        <p:nvGrpSpPr>
          <p:cNvPr id="14" name="Group 13"/>
          <p:cNvGrpSpPr>
            <a:grpSpLocks noChangeAspect="1"/>
          </p:cNvGrpSpPr>
          <p:nvPr userDrawn="1"/>
        </p:nvGrpSpPr>
        <p:grpSpPr>
          <a:xfrm>
            <a:off x="475325" y="457200"/>
            <a:ext cx="1998000" cy="374400"/>
            <a:chOff x="398463" y="404813"/>
            <a:chExt cx="1627187" cy="307976"/>
          </a:xfrm>
          <a:solidFill>
            <a:schemeClr val="tx1"/>
          </a:solidFill>
        </p:grpSpPr>
        <p:sp>
          <p:nvSpPr>
            <p:cNvPr id="15"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6"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7"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8"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9"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1"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2"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235924436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1_Title Slide -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hasCustomPrompt="1"/>
          </p:nvPr>
        </p:nvSpPr>
        <p:spPr bwMode="gray">
          <a:xfrm>
            <a:off x="475202" y="5845181"/>
            <a:ext cx="5592011" cy="505645"/>
          </a:xfrm>
          <a:prstGeom prst="rect">
            <a:avLst/>
          </a:prstGeom>
        </p:spPr>
        <p:txBody>
          <a:bodyPr lIns="0" tIns="0" rIns="0" bIns="0" anchor="b" anchorCtr="0">
            <a:noAutofit/>
          </a:bodyPr>
          <a:lstStyle>
            <a:lvl1pPr marL="0" indent="0" algn="l">
              <a:lnSpc>
                <a:spcPct val="100000"/>
              </a:lnSpc>
              <a:spcAft>
                <a:spcPts val="0"/>
              </a:spcAft>
              <a:buNone/>
              <a:defRPr sz="1800" b="1">
                <a:solidFill>
                  <a:schemeClr val="bg1"/>
                </a:solidFill>
              </a:defRPr>
            </a:lvl1pPr>
            <a:lvl2pPr marL="0" indent="0" algn="l">
              <a:buNone/>
              <a:defRPr sz="1600" b="0">
                <a:solidFill>
                  <a:schemeClr val="bg1"/>
                </a:solidFill>
              </a:defRPr>
            </a:lvl2pPr>
            <a:lvl3pPr marL="1219199" indent="0" algn="ctr">
              <a:buNone/>
              <a:defRPr sz="2400"/>
            </a:lvl3pPr>
            <a:lvl4pPr marL="1828798" indent="0" algn="ctr">
              <a:buNone/>
              <a:defRPr sz="2133"/>
            </a:lvl4pPr>
            <a:lvl5pPr marL="2438398" indent="0" algn="ctr">
              <a:buNone/>
              <a:defRPr sz="2133"/>
            </a:lvl5pPr>
            <a:lvl6pPr marL="3047997" indent="0" algn="ctr">
              <a:buNone/>
              <a:defRPr sz="2133"/>
            </a:lvl6pPr>
            <a:lvl7pPr marL="3657597" indent="0" algn="ctr">
              <a:buNone/>
              <a:defRPr sz="2133"/>
            </a:lvl7pPr>
            <a:lvl8pPr marL="4267195" indent="0" algn="ctr">
              <a:buNone/>
              <a:defRPr sz="2133"/>
            </a:lvl8pPr>
            <a:lvl9pPr marL="4876794" indent="0" algn="ctr">
              <a:buNone/>
              <a:defRPr sz="2133"/>
            </a:lvl9pPr>
          </a:lstStyle>
          <a:p>
            <a:r>
              <a:rPr lang="en-US" noProof="0" dirty="0"/>
              <a:t>Click to edit Master title style</a:t>
            </a:r>
          </a:p>
          <a:p>
            <a:pPr lvl="1"/>
            <a:r>
              <a:rPr lang="en-US" noProof="0" dirty="0"/>
              <a:t>Click to edit Master subtitle style</a:t>
            </a:r>
          </a:p>
        </p:txBody>
      </p:sp>
      <p:sp>
        <p:nvSpPr>
          <p:cNvPr id="5" name="Text Placeholder 4"/>
          <p:cNvSpPr>
            <a:spLocks noGrp="1"/>
          </p:cNvSpPr>
          <p:nvPr>
            <p:ph type="body" sz="quarter" idx="10"/>
          </p:nvPr>
        </p:nvSpPr>
        <p:spPr>
          <a:xfrm>
            <a:off x="475202" y="6362701"/>
            <a:ext cx="5594349" cy="298451"/>
          </a:xfrm>
          <a:prstGeom prst="rect">
            <a:avLst/>
          </a:prstGeom>
        </p:spPr>
        <p:txBody>
          <a:bodyPr/>
          <a:lstStyle>
            <a:lvl1pPr>
              <a:spcAft>
                <a:spcPts val="0"/>
              </a:spcAft>
              <a:defRPr sz="105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22" name="Group 21"/>
          <p:cNvGrpSpPr>
            <a:grpSpLocks noChangeAspect="1"/>
          </p:cNvGrpSpPr>
          <p:nvPr userDrawn="1"/>
        </p:nvGrpSpPr>
        <p:grpSpPr>
          <a:xfrm>
            <a:off x="469900" y="457761"/>
            <a:ext cx="1998000" cy="374400"/>
            <a:chOff x="398463" y="404813"/>
            <a:chExt cx="1627187" cy="307976"/>
          </a:xfrm>
          <a:solidFill>
            <a:schemeClr val="tx1"/>
          </a:solidFill>
        </p:grpSpPr>
        <p:sp>
          <p:nvSpPr>
            <p:cNvPr id="23"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4"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5" name="Rectangle 7"/>
            <p:cNvSpPr>
              <a:spLocks noChangeArrowheads="1"/>
            </p:cNvSpPr>
            <p:nvPr userDrawn="1"/>
          </p:nvSpPr>
          <p:spPr bwMode="auto">
            <a:xfrm>
              <a:off x="906463" y="404813"/>
              <a:ext cx="74612" cy="3032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6"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7" name="Rectangle 9"/>
            <p:cNvSpPr>
              <a:spLocks noChangeArrowheads="1"/>
            </p:cNvSpPr>
            <p:nvPr userDrawn="1"/>
          </p:nvSpPr>
          <p:spPr bwMode="auto">
            <a:xfrm>
              <a:off x="1257300" y="482601"/>
              <a:ext cx="74612" cy="2254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8" name="Rectangle 10"/>
            <p:cNvSpPr>
              <a:spLocks noChangeArrowheads="1"/>
            </p:cNvSpPr>
            <p:nvPr userDrawn="1"/>
          </p:nvSpPr>
          <p:spPr bwMode="auto">
            <a:xfrm>
              <a:off x="1257300" y="404813"/>
              <a:ext cx="74612" cy="50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9"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0"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1"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2"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
        <p:nvSpPr>
          <p:cNvPr id="33" name="Picture Placeholder 8"/>
          <p:cNvSpPr>
            <a:spLocks noGrp="1"/>
          </p:cNvSpPr>
          <p:nvPr>
            <p:ph type="pic" sz="quarter" idx="11"/>
          </p:nvPr>
        </p:nvSpPr>
        <p:spPr>
          <a:xfrm>
            <a:off x="3393716" y="727595"/>
            <a:ext cx="5400000" cy="5400000"/>
          </a:xfrm>
          <a:prstGeom prst="rect">
            <a:avLst/>
          </a:prstGeom>
        </p:spPr>
        <p:txBody>
          <a:bodyPr/>
          <a:lstStyle/>
          <a:p>
            <a:r>
              <a:rPr lang="en-US" noProof="0" dirty="0"/>
              <a:t>Click icon to add picture</a:t>
            </a:r>
          </a:p>
        </p:txBody>
      </p:sp>
    </p:spTree>
    <p:extLst>
      <p:ext uri="{BB962C8B-B14F-4D97-AF65-F5344CB8AC3E}">
        <p14:creationId xmlns:p14="http://schemas.microsoft.com/office/powerpoint/2010/main" val="3219389331"/>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Black">
    <p:bg bwMode="gray">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4210150" y="1530450"/>
            <a:ext cx="3780000" cy="3780000"/>
          </a:xfrm>
          <a:prstGeom prst="ellipse">
            <a:avLst/>
          </a:prstGeom>
          <a:ln w="25400">
            <a:solidFill>
              <a:schemeClr val="accent1"/>
            </a:solidFill>
          </a:ln>
        </p:spPr>
        <p:txBody>
          <a:bodyPr lIns="108000" tIns="108000" rIns="108000" bIns="108000" anchor="ctr" anchorCtr="0">
            <a:normAutofit/>
          </a:bodyPr>
          <a:lstStyle>
            <a:lvl1pPr algn="ctr">
              <a:lnSpc>
                <a:spcPts val="3800"/>
              </a:lnSpc>
              <a:defRPr sz="3200" b="0">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Subtitle 2"/>
          <p:cNvSpPr>
            <a:spLocks noGrp="1"/>
          </p:cNvSpPr>
          <p:nvPr>
            <p:ph type="subTitle" idx="1"/>
          </p:nvPr>
        </p:nvSpPr>
        <p:spPr bwMode="gray">
          <a:xfrm>
            <a:off x="475202" y="5845181"/>
            <a:ext cx="5592011" cy="505645"/>
          </a:xfrm>
          <a:prstGeom prst="rect">
            <a:avLst/>
          </a:prstGeom>
        </p:spPr>
        <p:txBody>
          <a:bodyPr lIns="0" tIns="0" rIns="0" bIns="0" anchor="b" anchorCtr="0">
            <a:noAutofit/>
          </a:bodyPr>
          <a:lstStyle>
            <a:lvl1pPr marL="0" indent="0" algn="l">
              <a:lnSpc>
                <a:spcPct val="100000"/>
              </a:lnSpc>
              <a:spcAft>
                <a:spcPts val="0"/>
              </a:spcAft>
              <a:buNone/>
              <a:defRPr sz="1600">
                <a:solidFill>
                  <a:schemeClr val="bg1"/>
                </a:solidFill>
              </a:defRPr>
            </a:lvl1pPr>
            <a:lvl2pPr marL="609600" indent="0" algn="ctr">
              <a:buNone/>
              <a:defRPr sz="2667"/>
            </a:lvl2pPr>
            <a:lvl3pPr marL="1219199" indent="0" algn="ctr">
              <a:buNone/>
              <a:defRPr sz="2400"/>
            </a:lvl3pPr>
            <a:lvl4pPr marL="1828798" indent="0" algn="ctr">
              <a:buNone/>
              <a:defRPr sz="2133"/>
            </a:lvl4pPr>
            <a:lvl5pPr marL="2438398" indent="0" algn="ctr">
              <a:buNone/>
              <a:defRPr sz="2133"/>
            </a:lvl5pPr>
            <a:lvl6pPr marL="3047997" indent="0" algn="ctr">
              <a:buNone/>
              <a:defRPr sz="2133"/>
            </a:lvl6pPr>
            <a:lvl7pPr marL="3657597" indent="0" algn="ctr">
              <a:buNone/>
              <a:defRPr sz="2133"/>
            </a:lvl7pPr>
            <a:lvl8pPr marL="4267195" indent="0" algn="ctr">
              <a:buNone/>
              <a:defRPr sz="2133"/>
            </a:lvl8pPr>
            <a:lvl9pPr marL="4876794" indent="0" algn="ctr">
              <a:buNone/>
              <a:defRPr sz="2133"/>
            </a:lvl9pPr>
          </a:lstStyle>
          <a:p>
            <a:r>
              <a:rPr lang="en-US" noProof="0"/>
              <a:t>Click to edit Master subtitle style</a:t>
            </a:r>
            <a:endParaRPr lang="en-US" noProof="0" dirty="0"/>
          </a:p>
        </p:txBody>
      </p:sp>
      <p:sp>
        <p:nvSpPr>
          <p:cNvPr id="5" name="Text Placeholder 4"/>
          <p:cNvSpPr>
            <a:spLocks noGrp="1"/>
          </p:cNvSpPr>
          <p:nvPr>
            <p:ph type="body" sz="quarter" idx="10"/>
          </p:nvPr>
        </p:nvSpPr>
        <p:spPr>
          <a:xfrm>
            <a:off x="475202" y="6362701"/>
            <a:ext cx="5594349" cy="298451"/>
          </a:xfrm>
          <a:prstGeom prst="rect">
            <a:avLst/>
          </a:prstGeom>
        </p:spPr>
        <p:txBody>
          <a:bodyPr/>
          <a:lstStyle>
            <a:lvl1pPr>
              <a:spcAft>
                <a:spcPts val="0"/>
              </a:spcAft>
              <a:defRPr sz="105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16" name="Group 15"/>
          <p:cNvGrpSpPr>
            <a:grpSpLocks noChangeAspect="1"/>
          </p:cNvGrpSpPr>
          <p:nvPr userDrawn="1"/>
        </p:nvGrpSpPr>
        <p:grpSpPr>
          <a:xfrm>
            <a:off x="469900" y="457761"/>
            <a:ext cx="1998000" cy="374400"/>
            <a:chOff x="398463" y="404813"/>
            <a:chExt cx="1627187" cy="307976"/>
          </a:xfrm>
          <a:solidFill>
            <a:schemeClr val="tx1"/>
          </a:solidFill>
        </p:grpSpPr>
        <p:sp>
          <p:nvSpPr>
            <p:cNvPr id="17"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9" name="Rectangle 7"/>
            <p:cNvSpPr>
              <a:spLocks noChangeArrowheads="1"/>
            </p:cNvSpPr>
            <p:nvPr userDrawn="1"/>
          </p:nvSpPr>
          <p:spPr bwMode="auto">
            <a:xfrm>
              <a:off x="906463" y="404813"/>
              <a:ext cx="74612" cy="3032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0"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1" name="Rectangle 9"/>
            <p:cNvSpPr>
              <a:spLocks noChangeArrowheads="1"/>
            </p:cNvSpPr>
            <p:nvPr userDrawn="1"/>
          </p:nvSpPr>
          <p:spPr bwMode="auto">
            <a:xfrm>
              <a:off x="1257300" y="482601"/>
              <a:ext cx="74612" cy="2254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Rectangle 10"/>
            <p:cNvSpPr>
              <a:spLocks noChangeArrowheads="1"/>
            </p:cNvSpPr>
            <p:nvPr userDrawn="1"/>
          </p:nvSpPr>
          <p:spPr bwMode="auto">
            <a:xfrm>
              <a:off x="1257300" y="404813"/>
              <a:ext cx="74612" cy="50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378869959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Title Slide - Circl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gray">
          <a:xfrm>
            <a:off x="4212000" y="1530000"/>
            <a:ext cx="3780000" cy="3780000"/>
          </a:xfrm>
          <a:prstGeom prst="ellipse">
            <a:avLst/>
          </a:prstGeom>
          <a:ln w="25400">
            <a:solidFill>
              <a:schemeClr val="accent1"/>
            </a:solidFill>
          </a:ln>
        </p:spPr>
        <p:txBody>
          <a:bodyPr lIns="108000" tIns="108000" rIns="108000" bIns="108000" anchor="ctr" anchorCtr="0">
            <a:normAutofit/>
          </a:bodyPr>
          <a:lstStyle>
            <a:lvl1pPr algn="ctr">
              <a:lnSpc>
                <a:spcPts val="3800"/>
              </a:lnSpc>
              <a:defRPr sz="3200" b="0">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Subtitle 2"/>
          <p:cNvSpPr>
            <a:spLocks noGrp="1"/>
          </p:cNvSpPr>
          <p:nvPr>
            <p:ph type="subTitle" idx="1"/>
          </p:nvPr>
        </p:nvSpPr>
        <p:spPr bwMode="gray">
          <a:xfrm>
            <a:off x="475327" y="5845181"/>
            <a:ext cx="5594348" cy="505645"/>
          </a:xfrm>
          <a:prstGeom prst="rect">
            <a:avLst/>
          </a:prstGeom>
        </p:spPr>
        <p:txBody>
          <a:bodyPr lIns="0" tIns="0" rIns="0" bIns="0" anchor="b" anchorCtr="0">
            <a:noAutofit/>
          </a:bodyPr>
          <a:lstStyle>
            <a:lvl1pPr marL="0" indent="0" algn="l">
              <a:lnSpc>
                <a:spcPct val="100000"/>
              </a:lnSpc>
              <a:spcAft>
                <a:spcPts val="0"/>
              </a:spcAft>
              <a:buNone/>
              <a:defRPr sz="1600">
                <a:solidFill>
                  <a:schemeClr val="tx1"/>
                </a:solidFill>
              </a:defRPr>
            </a:lvl1pPr>
            <a:lvl2pPr marL="609600" indent="0" algn="ctr">
              <a:buNone/>
              <a:defRPr sz="2667"/>
            </a:lvl2pPr>
            <a:lvl3pPr marL="1219199" indent="0" algn="ctr">
              <a:buNone/>
              <a:defRPr sz="2400"/>
            </a:lvl3pPr>
            <a:lvl4pPr marL="1828798" indent="0" algn="ctr">
              <a:buNone/>
              <a:defRPr sz="2133"/>
            </a:lvl4pPr>
            <a:lvl5pPr marL="2438398" indent="0" algn="ctr">
              <a:buNone/>
              <a:defRPr sz="2133"/>
            </a:lvl5pPr>
            <a:lvl6pPr marL="3047997" indent="0" algn="ctr">
              <a:buNone/>
              <a:defRPr sz="2133"/>
            </a:lvl6pPr>
            <a:lvl7pPr marL="3657597" indent="0" algn="ctr">
              <a:buNone/>
              <a:defRPr sz="2133"/>
            </a:lvl7pPr>
            <a:lvl8pPr marL="4267195" indent="0" algn="ctr">
              <a:buNone/>
              <a:defRPr sz="2133"/>
            </a:lvl8pPr>
            <a:lvl9pPr marL="4876794" indent="0" algn="ctr">
              <a:buNone/>
              <a:defRPr sz="2133"/>
            </a:lvl9pPr>
          </a:lstStyle>
          <a:p>
            <a:r>
              <a:rPr lang="en-US" noProof="0"/>
              <a:t>Click to edit Master subtitle style</a:t>
            </a:r>
            <a:endParaRPr lang="en-US" noProof="0" dirty="0"/>
          </a:p>
        </p:txBody>
      </p:sp>
      <p:sp>
        <p:nvSpPr>
          <p:cNvPr id="5" name="Text Placeholder 4"/>
          <p:cNvSpPr>
            <a:spLocks noGrp="1"/>
          </p:cNvSpPr>
          <p:nvPr>
            <p:ph type="body" sz="quarter" idx="10"/>
          </p:nvPr>
        </p:nvSpPr>
        <p:spPr>
          <a:xfrm>
            <a:off x="475326" y="6362701"/>
            <a:ext cx="5594349" cy="298451"/>
          </a:xfrm>
          <a:prstGeom prst="rect">
            <a:avLst/>
          </a:prstGeom>
        </p:spPr>
        <p:txBody>
          <a:bodyPr>
            <a:noAutofit/>
          </a:bodyPr>
          <a:lstStyle>
            <a:lvl1pPr>
              <a:spcAft>
                <a:spcPts val="0"/>
              </a:spcAft>
              <a:defRPr sz="105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16" name="Group 15"/>
          <p:cNvGrpSpPr>
            <a:grpSpLocks noChangeAspect="1"/>
          </p:cNvGrpSpPr>
          <p:nvPr userDrawn="1"/>
        </p:nvGrpSpPr>
        <p:grpSpPr>
          <a:xfrm>
            <a:off x="475325" y="457200"/>
            <a:ext cx="1998000" cy="374400"/>
            <a:chOff x="398463" y="404813"/>
            <a:chExt cx="1627187" cy="307976"/>
          </a:xfrm>
          <a:solidFill>
            <a:schemeClr val="tx1"/>
          </a:solidFill>
        </p:grpSpPr>
        <p:sp>
          <p:nvSpPr>
            <p:cNvPr id="17"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18"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0"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1"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2"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3"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4"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5"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6"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37"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Tree>
    <p:extLst>
      <p:ext uri="{BB962C8B-B14F-4D97-AF65-F5344CB8AC3E}">
        <p14:creationId xmlns:p14="http://schemas.microsoft.com/office/powerpoint/2010/main" val="300309951"/>
      </p:ext>
    </p:extLst>
  </p:cSld>
  <p:clrMapOvr>
    <a:masterClrMapping/>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Divider - Deloitte green">
    <p:bg bwMode="gray">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9902" y="1700214"/>
            <a:ext cx="10418233"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Text Placeholder 2"/>
          <p:cNvSpPr>
            <a:spLocks noGrp="1"/>
          </p:cNvSpPr>
          <p:nvPr>
            <p:ph type="body" idx="1"/>
          </p:nvPr>
        </p:nvSpPr>
        <p:spPr bwMode="gray">
          <a:xfrm>
            <a:off x="469901" y="3423546"/>
            <a:ext cx="10418235" cy="1566532"/>
          </a:xfrm>
        </p:spPr>
        <p:txBody>
          <a:bodyPr lIns="0" tIns="0" rIns="0" bIns="0">
            <a:noAutofit/>
          </a:bodyPr>
          <a:lstStyle>
            <a:lvl1pPr marL="0" indent="0">
              <a:lnSpc>
                <a:spcPct val="95000"/>
              </a:lnSpc>
              <a:spcAft>
                <a:spcPts val="0"/>
              </a:spcAft>
              <a:buNone/>
              <a:defRPr sz="3850">
                <a:solidFill>
                  <a:schemeClr val="bg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3487610384"/>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3_Divider - Deloitte dark green">
    <p:bg bwMode="gray">
      <p:bgPr>
        <a:solidFill>
          <a:schemeClr val="accent2"/>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9902" y="1705670"/>
            <a:ext cx="10418233"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19" name="Text Placeholder 2"/>
          <p:cNvSpPr>
            <a:spLocks noGrp="1"/>
          </p:cNvSpPr>
          <p:nvPr>
            <p:ph type="body" idx="1"/>
          </p:nvPr>
        </p:nvSpPr>
        <p:spPr bwMode="gray">
          <a:xfrm>
            <a:off x="469902" y="3429000"/>
            <a:ext cx="10418233" cy="1566532"/>
          </a:xfrm>
        </p:spPr>
        <p:txBody>
          <a:bodyPr lIns="0" tIns="0" rIns="0" bIns="0">
            <a:noAutofit/>
          </a:bodyPr>
          <a:lstStyle>
            <a:lvl1pPr marL="0" indent="0">
              <a:lnSpc>
                <a:spcPct val="95000"/>
              </a:lnSpc>
              <a:spcAft>
                <a:spcPts val="0"/>
              </a:spcAft>
              <a:buNone/>
              <a:defRPr sz="3850">
                <a:solidFill>
                  <a:schemeClr val="bg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1580884424"/>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Divider - Deloitte blue">
    <p:bg bwMode="gray">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9902" y="1705670"/>
            <a:ext cx="10418233"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Text Placeholder 2"/>
          <p:cNvSpPr>
            <a:spLocks noGrp="1"/>
          </p:cNvSpPr>
          <p:nvPr>
            <p:ph type="body" idx="1"/>
          </p:nvPr>
        </p:nvSpPr>
        <p:spPr bwMode="gray">
          <a:xfrm>
            <a:off x="469902" y="3429000"/>
            <a:ext cx="10418233" cy="1566532"/>
          </a:xfrm>
        </p:spPr>
        <p:txBody>
          <a:bodyPr lIns="0" tIns="0" rIns="0" bIns="0">
            <a:noAutofit/>
          </a:bodyPr>
          <a:lstStyle>
            <a:lvl1pPr marL="0" indent="0">
              <a:lnSpc>
                <a:spcPct val="95000"/>
              </a:lnSpc>
              <a:spcAft>
                <a:spcPts val="0"/>
              </a:spcAft>
              <a:buNone/>
              <a:defRPr sz="3850">
                <a:solidFill>
                  <a:schemeClr val="bg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
        <p:nvSpPr>
          <p:cNvPr id="7" name="TextBox 6"/>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8" name="TextBox 7"/>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9" name="TextBox 8"/>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3104469719"/>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Divider - Deloitte dark blue">
    <p:bg bwMode="gray">
      <p:bgPr>
        <a:solidFill>
          <a:schemeClr val="accent4"/>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9902" y="1705670"/>
            <a:ext cx="10418233"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19" name="Text Placeholder 2"/>
          <p:cNvSpPr>
            <a:spLocks noGrp="1"/>
          </p:cNvSpPr>
          <p:nvPr>
            <p:ph type="body" idx="1"/>
          </p:nvPr>
        </p:nvSpPr>
        <p:spPr bwMode="gray">
          <a:xfrm>
            <a:off x="469902" y="3429000"/>
            <a:ext cx="10418233" cy="1566532"/>
          </a:xfrm>
        </p:spPr>
        <p:txBody>
          <a:bodyPr lIns="0" tIns="0" rIns="0" bIns="0">
            <a:noAutofit/>
          </a:bodyPr>
          <a:lstStyle>
            <a:lvl1pPr marL="0" indent="0">
              <a:lnSpc>
                <a:spcPct val="95000"/>
              </a:lnSpc>
              <a:spcAft>
                <a:spcPts val="0"/>
              </a:spcAft>
              <a:buNone/>
              <a:defRPr sz="3850">
                <a:solidFill>
                  <a:schemeClr val="bg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1004559892"/>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Divider - Deloitte black">
    <p:bg bwMode="gray">
      <p:bgPr>
        <a:solidFill>
          <a:schemeClr val="tx1"/>
        </a:solidFill>
        <a:effectLst/>
      </p:bgPr>
    </p:bg>
    <p:spTree>
      <p:nvGrpSpPr>
        <p:cNvPr id="1" name=""/>
        <p:cNvGrpSpPr/>
        <p:nvPr/>
      </p:nvGrpSpPr>
      <p:grpSpPr>
        <a:xfrm>
          <a:off x="0" y="0"/>
          <a:ext cx="0" cy="0"/>
          <a:chOff x="0" y="0"/>
          <a:chExt cx="0" cy="0"/>
        </a:xfrm>
      </p:grpSpPr>
      <p:sp>
        <p:nvSpPr>
          <p:cNvPr id="18" name="Title 1"/>
          <p:cNvSpPr>
            <a:spLocks noGrp="1"/>
          </p:cNvSpPr>
          <p:nvPr>
            <p:ph type="title"/>
          </p:nvPr>
        </p:nvSpPr>
        <p:spPr bwMode="gray">
          <a:xfrm>
            <a:off x="469902" y="1705670"/>
            <a:ext cx="10418233" cy="1592403"/>
          </a:xfrm>
        </p:spPr>
        <p:txBody>
          <a:bodyPr anchor="b"/>
          <a:lstStyle>
            <a:lvl1pPr>
              <a:lnSpc>
                <a:spcPct val="95000"/>
              </a:lnSpc>
              <a:defRPr sz="3850" b="1">
                <a:solidFill>
                  <a:schemeClr val="bg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19" name="Text Placeholder 2"/>
          <p:cNvSpPr>
            <a:spLocks noGrp="1"/>
          </p:cNvSpPr>
          <p:nvPr>
            <p:ph type="body" idx="1"/>
          </p:nvPr>
        </p:nvSpPr>
        <p:spPr bwMode="gray">
          <a:xfrm>
            <a:off x="469902" y="3429000"/>
            <a:ext cx="10418233" cy="1566532"/>
          </a:xfrm>
        </p:spPr>
        <p:txBody>
          <a:bodyPr lIns="0" tIns="0" rIns="0" bIns="0">
            <a:noAutofit/>
          </a:bodyPr>
          <a:lstStyle>
            <a:lvl1pPr marL="0" indent="0">
              <a:lnSpc>
                <a:spcPct val="95000"/>
              </a:lnSpc>
              <a:spcAft>
                <a:spcPts val="0"/>
              </a:spcAft>
              <a:buNone/>
              <a:defRPr sz="3850">
                <a:solidFill>
                  <a:schemeClr val="bg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
        <p:nvSpPr>
          <p:cNvPr id="20" name="TextBox 19"/>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21" name="TextBox 20"/>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22" name="TextBox 21"/>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2173203318"/>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Divider - Deloitte white">
    <p:bg bwMode="gray">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9903" y="1705670"/>
            <a:ext cx="10418233" cy="1592403"/>
          </a:xfrm>
        </p:spPr>
        <p:txBody>
          <a:bodyPr anchor="b"/>
          <a:lstStyle>
            <a:lvl1pPr>
              <a:lnSpc>
                <a:spcPct val="95000"/>
              </a:lnSpc>
              <a:defRPr sz="3850" b="1">
                <a:solidFill>
                  <a:schemeClr val="tx1"/>
                </a:solidFill>
                <a:latin typeface="+mj-lt"/>
                <a:ea typeface="Open Sans" panose="020B0606030504020204" pitchFamily="34" charset="0"/>
                <a:cs typeface="Open Sans" panose="020B0606030504020204" pitchFamily="34" charset="0"/>
              </a:defRPr>
            </a:lvl1pPr>
          </a:lstStyle>
          <a:p>
            <a:r>
              <a:rPr lang="en-US" noProof="0"/>
              <a:t>Click to edit Master title style</a:t>
            </a:r>
            <a:endParaRPr lang="en-US" noProof="0" dirty="0"/>
          </a:p>
        </p:txBody>
      </p:sp>
      <p:sp>
        <p:nvSpPr>
          <p:cNvPr id="3" name="Text Placeholder 2"/>
          <p:cNvSpPr>
            <a:spLocks noGrp="1"/>
          </p:cNvSpPr>
          <p:nvPr>
            <p:ph type="body" idx="1"/>
          </p:nvPr>
        </p:nvSpPr>
        <p:spPr bwMode="gray">
          <a:xfrm>
            <a:off x="469901" y="3429000"/>
            <a:ext cx="10541000" cy="1566532"/>
          </a:xfrm>
        </p:spPr>
        <p:txBody>
          <a:bodyPr lIns="0" tIns="0" rIns="0" bIns="0">
            <a:noAutofit/>
          </a:bodyPr>
          <a:lstStyle>
            <a:lvl1pPr marL="0" indent="0">
              <a:lnSpc>
                <a:spcPct val="95000"/>
              </a:lnSpc>
              <a:spcAft>
                <a:spcPts val="0"/>
              </a:spcAft>
              <a:buNone/>
              <a:defRPr sz="3850">
                <a:solidFill>
                  <a:schemeClr val="tx1"/>
                </a:solidFill>
              </a:defRPr>
            </a:lvl1pPr>
            <a:lvl2pPr marL="609600" indent="0">
              <a:buNone/>
              <a:defRPr sz="2667">
                <a:solidFill>
                  <a:schemeClr val="tx1">
                    <a:tint val="75000"/>
                  </a:schemeClr>
                </a:solidFill>
              </a:defRPr>
            </a:lvl2pPr>
            <a:lvl3pPr marL="1219199" indent="0">
              <a:buNone/>
              <a:defRPr sz="2400">
                <a:solidFill>
                  <a:schemeClr val="tx1">
                    <a:tint val="75000"/>
                  </a:schemeClr>
                </a:solidFill>
              </a:defRPr>
            </a:lvl3pPr>
            <a:lvl4pPr marL="1828798" indent="0">
              <a:buNone/>
              <a:defRPr sz="2133">
                <a:solidFill>
                  <a:schemeClr val="tx1">
                    <a:tint val="75000"/>
                  </a:schemeClr>
                </a:solidFill>
              </a:defRPr>
            </a:lvl4pPr>
            <a:lvl5pPr marL="2438398" indent="0">
              <a:buNone/>
              <a:defRPr sz="2133">
                <a:solidFill>
                  <a:schemeClr val="tx1">
                    <a:tint val="75000"/>
                  </a:schemeClr>
                </a:solidFill>
              </a:defRPr>
            </a:lvl5pPr>
            <a:lvl6pPr marL="3047997" indent="0">
              <a:buNone/>
              <a:defRPr sz="2133">
                <a:solidFill>
                  <a:schemeClr val="tx1">
                    <a:tint val="75000"/>
                  </a:schemeClr>
                </a:solidFill>
              </a:defRPr>
            </a:lvl6pPr>
            <a:lvl7pPr marL="3657597" indent="0">
              <a:buNone/>
              <a:defRPr sz="2133">
                <a:solidFill>
                  <a:schemeClr val="tx1">
                    <a:tint val="75000"/>
                  </a:schemeClr>
                </a:solidFill>
              </a:defRPr>
            </a:lvl7pPr>
            <a:lvl8pPr marL="4267195" indent="0">
              <a:buNone/>
              <a:defRPr sz="2133">
                <a:solidFill>
                  <a:schemeClr val="tx1">
                    <a:tint val="75000"/>
                  </a:schemeClr>
                </a:solidFill>
              </a:defRPr>
            </a:lvl8pPr>
            <a:lvl9pPr marL="4876794" indent="0">
              <a:buNone/>
              <a:defRPr sz="2133">
                <a:solidFill>
                  <a:schemeClr val="tx1">
                    <a:tint val="75000"/>
                  </a:schemeClr>
                </a:solidFill>
              </a:defRPr>
            </a:lvl9pPr>
          </a:lstStyle>
          <a:p>
            <a:pPr lvl="0"/>
            <a:r>
              <a:rPr lang="en-US" noProof="0"/>
              <a:t>Edit Master text styles</a:t>
            </a:r>
          </a:p>
        </p:txBody>
      </p:sp>
    </p:spTree>
    <p:extLst>
      <p:ext uri="{BB962C8B-B14F-4D97-AF65-F5344CB8AC3E}">
        <p14:creationId xmlns:p14="http://schemas.microsoft.com/office/powerpoint/2010/main" val="2223045714"/>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Title &amp; subtitle">
    <p:spTree>
      <p:nvGrpSpPr>
        <p:cNvPr id="1" name=""/>
        <p:cNvGrpSpPr/>
        <p:nvPr/>
      </p:nvGrpSpPr>
      <p:grpSpPr>
        <a:xfrm>
          <a:off x="0" y="0"/>
          <a:ext cx="0" cy="0"/>
          <a:chOff x="0" y="0"/>
          <a:chExt cx="0" cy="0"/>
        </a:xfrm>
      </p:grpSpPr>
      <p:sp>
        <p:nvSpPr>
          <p:cNvPr id="4"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US" noProof="0" dirty="0"/>
              <a:t>Click to add subtitle</a:t>
            </a:r>
          </a:p>
        </p:txBody>
      </p:sp>
      <p:sp>
        <p:nvSpPr>
          <p:cNvPr id="5"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lvl1pPr>
          </a:lstStyle>
          <a:p>
            <a:r>
              <a:rPr lang="en-US" noProof="0"/>
              <a:t>Click to edit Master title style</a:t>
            </a:r>
            <a:endParaRPr lang="en-US" noProof="0" dirty="0"/>
          </a:p>
        </p:txBody>
      </p:sp>
      <p:sp>
        <p:nvSpPr>
          <p:cNvPr id="6" name="Rectangle 5">
            <a:extLst>
              <a:ext uri="{FF2B5EF4-FFF2-40B4-BE49-F238E27FC236}">
                <a16:creationId xmlns:a16="http://schemas.microsoft.com/office/drawing/2014/main" id="{0E2D901D-DAE1-46E9-83E3-441292FAA936}"/>
              </a:ext>
            </a:extLst>
          </p:cNvPr>
          <p:cNvSpPr/>
          <p:nvPr userDrawn="1"/>
        </p:nvSpPr>
        <p:spPr>
          <a:xfrm>
            <a:off x="228022" y="6484166"/>
            <a:ext cx="4572000" cy="215444"/>
          </a:xfrm>
          <a:prstGeom prst="rect">
            <a:avLst/>
          </a:prstGeom>
        </p:spPr>
        <p:txBody>
          <a:bodyPr>
            <a:spAutoFit/>
          </a:bodyPr>
          <a:lstStyle/>
          <a:p>
            <a:pPr defTabSz="914422">
              <a:defRPr/>
            </a:pPr>
            <a:r>
              <a:rPr lang="en-GB" sz="800" dirty="0">
                <a:latin typeface="Verdana"/>
                <a:ea typeface="Verdana" panose="020B0604030504040204" pitchFamily="34" charset="0"/>
                <a:cs typeface="Times New Roman" panose="02020603050405020304" pitchFamily="18" charset="0"/>
              </a:rPr>
              <a:t>© 2021. For information, contact Deloitte Touche Tohmatsu Limited.</a:t>
            </a:r>
            <a:endParaRPr lang="en-US" sz="800" dirty="0">
              <a:latin typeface="Verdana"/>
              <a:ea typeface="Verdana" panose="020B0604030504040204" pitchFamily="34" charset="0"/>
              <a:cs typeface="Times New Roman" panose="02020603050405020304" pitchFamily="18" charset="0"/>
            </a:endParaRPr>
          </a:p>
        </p:txBody>
      </p:sp>
    </p:spTree>
    <p:extLst>
      <p:ext uri="{BB962C8B-B14F-4D97-AF65-F5344CB8AC3E}">
        <p14:creationId xmlns:p14="http://schemas.microsoft.com/office/powerpoint/2010/main" val="414248020"/>
      </p:ext>
    </p:extLst>
  </p:cSld>
  <p:clrMapOvr>
    <a:masterClrMapping/>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 column content">
    <p:spTree>
      <p:nvGrpSpPr>
        <p:cNvPr id="1" name=""/>
        <p:cNvGrpSpPr/>
        <p:nvPr/>
      </p:nvGrpSpPr>
      <p:grpSpPr>
        <a:xfrm>
          <a:off x="0" y="0"/>
          <a:ext cx="0" cy="0"/>
          <a:chOff x="0" y="0"/>
          <a:chExt cx="0" cy="0"/>
        </a:xfrm>
      </p:grpSpPr>
      <p:sp>
        <p:nvSpPr>
          <p:cNvPr id="6" name="Content Placeholder 3"/>
          <p:cNvSpPr>
            <a:spLocks noGrp="1"/>
          </p:cNvSpPr>
          <p:nvPr>
            <p:ph sz="quarter" idx="10"/>
          </p:nvPr>
        </p:nvSpPr>
        <p:spPr>
          <a:xfrm>
            <a:off x="469901" y="1665289"/>
            <a:ext cx="4431857" cy="4633913"/>
          </a:xfrm>
          <a:prstGeom prst="rect">
            <a:avLst/>
          </a:prstGeom>
        </p:spPr>
        <p:txBody>
          <a:bodyPr/>
          <a:lstStyle>
            <a:lvl1pPr>
              <a:tabLst>
                <a:tab pos="6705592" algn="r"/>
              </a:tabLst>
              <a:defRPr/>
            </a:lvl1pPr>
            <a:lvl2pPr>
              <a:tabLst>
                <a:tab pos="6705592" algn="r"/>
              </a:tabLst>
              <a:defRPr/>
            </a:lvl2pPr>
            <a:lvl3pPr>
              <a:tabLst>
                <a:tab pos="6705592" algn="r"/>
              </a:tabLst>
              <a:defRPr/>
            </a:lvl3pPr>
            <a:lvl4pPr>
              <a:tabLst>
                <a:tab pos="6705592" algn="r"/>
              </a:tabLst>
              <a:defRPr/>
            </a:lvl4pPr>
            <a:lvl5pPr>
              <a:tabLst>
                <a:tab pos="6705592"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Content Placeholder 3"/>
          <p:cNvSpPr>
            <a:spLocks noGrp="1"/>
          </p:cNvSpPr>
          <p:nvPr>
            <p:ph sz="quarter" idx="16"/>
          </p:nvPr>
        </p:nvSpPr>
        <p:spPr>
          <a:xfrm>
            <a:off x="5482100" y="1700213"/>
            <a:ext cx="6240000" cy="4598989"/>
          </a:xfrm>
          <a:prstGeom prst="rect">
            <a:avLst/>
          </a:prstGeom>
        </p:spPr>
        <p:txBody>
          <a:bodyPr/>
          <a:lstStyle>
            <a:lvl1pPr>
              <a:tabLst>
                <a:tab pos="6705592" algn="r"/>
              </a:tabLst>
              <a:defRPr/>
            </a:lvl1pPr>
            <a:lvl2pPr>
              <a:tabLst>
                <a:tab pos="6705592" algn="r"/>
              </a:tabLst>
              <a:defRPr/>
            </a:lvl2pPr>
            <a:lvl3pPr>
              <a:tabLst>
                <a:tab pos="6705592" algn="r"/>
              </a:tabLst>
              <a:defRPr/>
            </a:lvl3pPr>
            <a:lvl4pPr>
              <a:tabLst>
                <a:tab pos="6705592" algn="r"/>
              </a:tabLst>
              <a:defRPr/>
            </a:lvl4pPr>
            <a:lvl5pPr>
              <a:tabLst>
                <a:tab pos="6705592" algn="r"/>
              </a:tabLst>
              <a:defRPr baseline="0"/>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0"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US" noProof="0" dirty="0"/>
              <a:t>Click to add subtitle</a:t>
            </a:r>
          </a:p>
        </p:txBody>
      </p:sp>
      <p:sp>
        <p:nvSpPr>
          <p:cNvPr id="11"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lvl1pPr>
          </a:lstStyle>
          <a:p>
            <a:r>
              <a:rPr lang="en-US" noProof="0"/>
              <a:t>Click to edit Master title style</a:t>
            </a:r>
            <a:endParaRPr lang="en-US" noProof="0" dirty="0"/>
          </a:p>
        </p:txBody>
      </p:sp>
    </p:spTree>
    <p:extLst>
      <p:ext uri="{BB962C8B-B14F-4D97-AF65-F5344CB8AC3E}">
        <p14:creationId xmlns:p14="http://schemas.microsoft.com/office/powerpoint/2010/main" val="615096222"/>
      </p:ext>
    </p:extLst>
  </p:cSld>
  <p:clrMapOvr>
    <a:masterClrMapping/>
  </p:clrMapOvr>
  <p:transition>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1852449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1_Title Slide - White">
    <p:bg bwMode="gray">
      <p:bgPr>
        <a:solidFill>
          <a:schemeClr val="bg1"/>
        </a:solidFill>
        <a:effectLst/>
      </p:bgPr>
    </p:bg>
    <p:spTree>
      <p:nvGrpSpPr>
        <p:cNvPr id="1" name=""/>
        <p:cNvGrpSpPr/>
        <p:nvPr/>
      </p:nvGrpSpPr>
      <p:grpSpPr>
        <a:xfrm>
          <a:off x="0" y="0"/>
          <a:ext cx="0" cy="0"/>
          <a:chOff x="0" y="0"/>
          <a:chExt cx="0" cy="0"/>
        </a:xfrm>
      </p:grpSpPr>
      <p:sp>
        <p:nvSpPr>
          <p:cNvPr id="3" name="Subtitle 2"/>
          <p:cNvSpPr>
            <a:spLocks noGrp="1"/>
          </p:cNvSpPr>
          <p:nvPr>
            <p:ph type="subTitle" idx="1" hasCustomPrompt="1"/>
          </p:nvPr>
        </p:nvSpPr>
        <p:spPr bwMode="gray">
          <a:xfrm>
            <a:off x="475327" y="5845181"/>
            <a:ext cx="5594348" cy="505645"/>
          </a:xfrm>
          <a:prstGeom prst="rect">
            <a:avLst/>
          </a:prstGeom>
        </p:spPr>
        <p:txBody>
          <a:bodyPr lIns="0" tIns="0" rIns="0" bIns="0" anchor="b" anchorCtr="0">
            <a:noAutofit/>
          </a:bodyPr>
          <a:lstStyle>
            <a:lvl1pPr marL="0" indent="0" algn="l">
              <a:lnSpc>
                <a:spcPct val="100000"/>
              </a:lnSpc>
              <a:spcAft>
                <a:spcPts val="0"/>
              </a:spcAft>
              <a:buNone/>
              <a:defRPr sz="1800" b="1">
                <a:solidFill>
                  <a:schemeClr val="tx1"/>
                </a:solidFill>
              </a:defRPr>
            </a:lvl1pPr>
            <a:lvl2pPr marL="0" indent="0" algn="l">
              <a:buNone/>
              <a:defRPr sz="1600" b="0"/>
            </a:lvl2pPr>
            <a:lvl3pPr marL="1219199" indent="0" algn="ctr">
              <a:buNone/>
              <a:defRPr sz="2400"/>
            </a:lvl3pPr>
            <a:lvl4pPr marL="1828798" indent="0" algn="ctr">
              <a:buNone/>
              <a:defRPr sz="2133"/>
            </a:lvl4pPr>
            <a:lvl5pPr marL="2438398" indent="0" algn="ctr">
              <a:buNone/>
              <a:defRPr sz="2133"/>
            </a:lvl5pPr>
            <a:lvl6pPr marL="3047997" indent="0" algn="ctr">
              <a:buNone/>
              <a:defRPr sz="2133"/>
            </a:lvl6pPr>
            <a:lvl7pPr marL="3657597" indent="0" algn="ctr">
              <a:buNone/>
              <a:defRPr sz="2133"/>
            </a:lvl7pPr>
            <a:lvl8pPr marL="4267195" indent="0" algn="ctr">
              <a:buNone/>
              <a:defRPr sz="2133"/>
            </a:lvl8pPr>
            <a:lvl9pPr marL="4876794" indent="0" algn="ctr">
              <a:buNone/>
              <a:defRPr sz="2133"/>
            </a:lvl9pPr>
          </a:lstStyle>
          <a:p>
            <a:r>
              <a:rPr lang="en-US" noProof="0" dirty="0"/>
              <a:t>Click to edit Master title style</a:t>
            </a:r>
          </a:p>
          <a:p>
            <a:pPr lvl="1"/>
            <a:r>
              <a:rPr lang="en-US" noProof="0" dirty="0"/>
              <a:t>Click to edit Master subtitle style</a:t>
            </a:r>
          </a:p>
        </p:txBody>
      </p:sp>
      <p:sp>
        <p:nvSpPr>
          <p:cNvPr id="5" name="Text Placeholder 4"/>
          <p:cNvSpPr>
            <a:spLocks noGrp="1"/>
          </p:cNvSpPr>
          <p:nvPr>
            <p:ph type="body" sz="quarter" idx="10"/>
          </p:nvPr>
        </p:nvSpPr>
        <p:spPr>
          <a:xfrm>
            <a:off x="475326" y="6362701"/>
            <a:ext cx="5594349" cy="298451"/>
          </a:xfrm>
          <a:prstGeom prst="rect">
            <a:avLst/>
          </a:prstGeom>
        </p:spPr>
        <p:txBody>
          <a:bodyPr>
            <a:noAutofit/>
          </a:bodyPr>
          <a:lstStyle>
            <a:lvl1pPr>
              <a:spcAft>
                <a:spcPts val="0"/>
              </a:spcAft>
              <a:defRPr sz="105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Edit Master text styles</a:t>
            </a:r>
          </a:p>
        </p:txBody>
      </p:sp>
      <p:grpSp>
        <p:nvGrpSpPr>
          <p:cNvPr id="19" name="Group 18"/>
          <p:cNvGrpSpPr>
            <a:grpSpLocks noChangeAspect="1"/>
          </p:cNvGrpSpPr>
          <p:nvPr userDrawn="1"/>
        </p:nvGrpSpPr>
        <p:grpSpPr>
          <a:xfrm>
            <a:off x="475325" y="457200"/>
            <a:ext cx="1998000" cy="374400"/>
            <a:chOff x="398463" y="404813"/>
            <a:chExt cx="1627187" cy="307976"/>
          </a:xfrm>
          <a:solidFill>
            <a:schemeClr val="tx1"/>
          </a:solidFill>
        </p:grpSpPr>
        <p:sp>
          <p:nvSpPr>
            <p:cNvPr id="20"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1"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2"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3"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4"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5"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6"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7"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8"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sp>
          <p:nvSpPr>
            <p:cNvPr id="29"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2600" dirty="0">
                <a:solidFill>
                  <a:schemeClr val="bg1"/>
                </a:solidFill>
              </a:endParaRPr>
            </a:p>
          </p:txBody>
        </p:sp>
      </p:grpSp>
      <p:sp>
        <p:nvSpPr>
          <p:cNvPr id="30" name="Picture Placeholder 8"/>
          <p:cNvSpPr>
            <a:spLocks noGrp="1"/>
          </p:cNvSpPr>
          <p:nvPr>
            <p:ph type="pic" sz="quarter" idx="11"/>
          </p:nvPr>
        </p:nvSpPr>
        <p:spPr>
          <a:xfrm>
            <a:off x="3393716" y="727595"/>
            <a:ext cx="5400000" cy="5400000"/>
          </a:xfrm>
          <a:prstGeom prst="rect">
            <a:avLst/>
          </a:prstGeom>
        </p:spPr>
        <p:txBody>
          <a:bodyPr/>
          <a:lstStyle/>
          <a:p>
            <a:r>
              <a:rPr lang="en-US" noProof="0" dirty="0"/>
              <a:t>Click icon to add picture</a:t>
            </a:r>
          </a:p>
        </p:txBody>
      </p:sp>
    </p:spTree>
    <p:extLst>
      <p:ext uri="{BB962C8B-B14F-4D97-AF65-F5344CB8AC3E}">
        <p14:creationId xmlns:p14="http://schemas.microsoft.com/office/powerpoint/2010/main" val="61377913"/>
      </p:ext>
    </p:extLst>
  </p:cSld>
  <p:clrMapOvr>
    <a:masterClrMapping/>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1_Key statement dark green">
    <p:bg>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480485" y="1590677"/>
            <a:ext cx="9029604" cy="4708525"/>
          </a:xfrm>
          <a:prstGeom prst="rect">
            <a:avLst/>
          </a:prstGeom>
        </p:spPr>
        <p:txBody>
          <a:bodyPr>
            <a:noAutofit/>
          </a:bodyPr>
          <a:lstStyle>
            <a:lvl1pPr>
              <a:spcBef>
                <a:spcPts val="4800"/>
              </a:spcBef>
              <a:defRPr sz="2800">
                <a:solidFill>
                  <a:schemeClr val="bg1"/>
                </a:solidFill>
              </a:defRPr>
            </a:lvl1pPr>
            <a:lvl2pPr marL="609600" indent="-609600">
              <a:defRPr sz="4000">
                <a:solidFill>
                  <a:schemeClr val="bg2"/>
                </a:solidFill>
              </a:defRPr>
            </a:lvl2pPr>
            <a:lvl3pPr>
              <a:defRPr sz="4000">
                <a:solidFill>
                  <a:schemeClr val="bg2"/>
                </a:solidFill>
              </a:defRPr>
            </a:lvl3pPr>
            <a:lvl4pPr>
              <a:defRPr sz="4000">
                <a:solidFill>
                  <a:schemeClr val="bg2"/>
                </a:solidFill>
              </a:defRPr>
            </a:lvl4pPr>
            <a:lvl5pPr>
              <a:defRPr sz="4000">
                <a:solidFill>
                  <a:schemeClr val="bg2"/>
                </a:solidFill>
              </a:defRPr>
            </a:lvl5pPr>
          </a:lstStyle>
          <a:p>
            <a:pPr lvl="0"/>
            <a:r>
              <a:rPr lang="en-US" noProof="0"/>
              <a:t>Edit Master text styles</a:t>
            </a:r>
          </a:p>
        </p:txBody>
      </p:sp>
      <p:sp>
        <p:nvSpPr>
          <p:cNvPr id="9" name="TextBox 8"/>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13" name="TextBox 12"/>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14" name="TextBox 13"/>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4268147597"/>
      </p:ext>
    </p:extLst>
  </p:cSld>
  <p:clrMapOvr>
    <a:masterClrMapping/>
  </p:clrMapOvr>
  <p:transition>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1_Key statement dark blue">
    <p:bg>
      <p:bgPr>
        <a:solidFill>
          <a:schemeClr val="accent4"/>
        </a:solidFill>
        <a:effectLst/>
      </p:bgPr>
    </p:bg>
    <p:spTree>
      <p:nvGrpSpPr>
        <p:cNvPr id="1" name=""/>
        <p:cNvGrpSpPr/>
        <p:nvPr/>
      </p:nvGrpSpPr>
      <p:grpSpPr>
        <a:xfrm>
          <a:off x="0" y="0"/>
          <a:ext cx="0" cy="0"/>
          <a:chOff x="0" y="0"/>
          <a:chExt cx="0" cy="0"/>
        </a:xfrm>
      </p:grpSpPr>
      <p:sp>
        <p:nvSpPr>
          <p:cNvPr id="13" name="Text Placeholder 3"/>
          <p:cNvSpPr>
            <a:spLocks noGrp="1"/>
          </p:cNvSpPr>
          <p:nvPr>
            <p:ph type="body" sz="quarter" idx="10"/>
          </p:nvPr>
        </p:nvSpPr>
        <p:spPr>
          <a:xfrm>
            <a:off x="480485" y="1590677"/>
            <a:ext cx="9029604" cy="4708525"/>
          </a:xfrm>
          <a:prstGeom prst="rect">
            <a:avLst/>
          </a:prstGeom>
        </p:spPr>
        <p:txBody>
          <a:bodyPr>
            <a:noAutofit/>
          </a:bodyPr>
          <a:lstStyle>
            <a:lvl1pPr>
              <a:spcBef>
                <a:spcPts val="4800"/>
              </a:spcBef>
              <a:defRPr sz="2800">
                <a:solidFill>
                  <a:schemeClr val="bg1"/>
                </a:solidFill>
              </a:defRPr>
            </a:lvl1pPr>
            <a:lvl2pPr marL="609600" indent="-609600">
              <a:defRPr sz="4000">
                <a:solidFill>
                  <a:schemeClr val="bg2"/>
                </a:solidFill>
              </a:defRPr>
            </a:lvl2pPr>
            <a:lvl3pPr>
              <a:defRPr sz="4000">
                <a:solidFill>
                  <a:schemeClr val="bg2"/>
                </a:solidFill>
              </a:defRPr>
            </a:lvl3pPr>
            <a:lvl4pPr>
              <a:defRPr sz="4000">
                <a:solidFill>
                  <a:schemeClr val="bg2"/>
                </a:solidFill>
              </a:defRPr>
            </a:lvl4pPr>
            <a:lvl5pPr>
              <a:defRPr sz="4000">
                <a:solidFill>
                  <a:schemeClr val="bg2"/>
                </a:solidFill>
              </a:defRPr>
            </a:lvl5pPr>
          </a:lstStyle>
          <a:p>
            <a:pPr lvl="0"/>
            <a:r>
              <a:rPr lang="en-US" noProof="0"/>
              <a:t>Edit Master text styles</a:t>
            </a:r>
          </a:p>
        </p:txBody>
      </p:sp>
      <p:sp>
        <p:nvSpPr>
          <p:cNvPr id="14" name="TextBox 13"/>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15" name="TextBox 14"/>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16" name="TextBox 15"/>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3193538356"/>
      </p:ext>
    </p:extLst>
  </p:cSld>
  <p:clrMapOvr>
    <a:masterClrMapping/>
  </p:clrMapOvr>
  <p:transition>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1_Key statement teal">
    <p:bg>
      <p:bgPr>
        <a:solidFill>
          <a:schemeClr val="accent5"/>
        </a:solidFill>
        <a:effectLst/>
      </p:bgPr>
    </p:bg>
    <p:spTree>
      <p:nvGrpSpPr>
        <p:cNvPr id="1" name=""/>
        <p:cNvGrpSpPr/>
        <p:nvPr/>
      </p:nvGrpSpPr>
      <p:grpSpPr>
        <a:xfrm>
          <a:off x="0" y="0"/>
          <a:ext cx="0" cy="0"/>
          <a:chOff x="0" y="0"/>
          <a:chExt cx="0" cy="0"/>
        </a:xfrm>
      </p:grpSpPr>
      <p:sp>
        <p:nvSpPr>
          <p:cNvPr id="17" name="Text Placeholder 3"/>
          <p:cNvSpPr>
            <a:spLocks noGrp="1"/>
          </p:cNvSpPr>
          <p:nvPr>
            <p:ph type="body" sz="quarter" idx="10"/>
          </p:nvPr>
        </p:nvSpPr>
        <p:spPr>
          <a:xfrm>
            <a:off x="480485" y="1590677"/>
            <a:ext cx="9029604" cy="4708525"/>
          </a:xfrm>
          <a:prstGeom prst="rect">
            <a:avLst/>
          </a:prstGeom>
        </p:spPr>
        <p:txBody>
          <a:bodyPr>
            <a:noAutofit/>
          </a:bodyPr>
          <a:lstStyle>
            <a:lvl1pPr>
              <a:spcBef>
                <a:spcPts val="4800"/>
              </a:spcBef>
              <a:defRPr sz="2800">
                <a:solidFill>
                  <a:schemeClr val="bg1"/>
                </a:solidFill>
              </a:defRPr>
            </a:lvl1pPr>
            <a:lvl2pPr marL="609600" indent="-609600">
              <a:defRPr sz="4000">
                <a:solidFill>
                  <a:schemeClr val="bg2"/>
                </a:solidFill>
              </a:defRPr>
            </a:lvl2pPr>
            <a:lvl3pPr>
              <a:defRPr sz="4000">
                <a:solidFill>
                  <a:schemeClr val="bg2"/>
                </a:solidFill>
              </a:defRPr>
            </a:lvl3pPr>
            <a:lvl4pPr>
              <a:defRPr sz="4000">
                <a:solidFill>
                  <a:schemeClr val="bg2"/>
                </a:solidFill>
              </a:defRPr>
            </a:lvl4pPr>
            <a:lvl5pPr>
              <a:defRPr sz="4000">
                <a:solidFill>
                  <a:schemeClr val="bg2"/>
                </a:solidFill>
              </a:defRPr>
            </a:lvl5pPr>
          </a:lstStyle>
          <a:p>
            <a:pPr lvl="0"/>
            <a:r>
              <a:rPr lang="en-US" noProof="0"/>
              <a:t>Edit Master text styles</a:t>
            </a:r>
          </a:p>
        </p:txBody>
      </p:sp>
      <p:sp>
        <p:nvSpPr>
          <p:cNvPr id="18" name="TextBox 17"/>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19" name="TextBox 18"/>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20" name="TextBox 19"/>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27279089"/>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1_Key statement black">
    <p:bg>
      <p:bgPr>
        <a:solidFill>
          <a:schemeClr val="tx1"/>
        </a:solidFill>
        <a:effectLst/>
      </p:bgPr>
    </p:bg>
    <p:spTree>
      <p:nvGrpSpPr>
        <p:cNvPr id="1" name=""/>
        <p:cNvGrpSpPr/>
        <p:nvPr/>
      </p:nvGrpSpPr>
      <p:grpSpPr>
        <a:xfrm>
          <a:off x="0" y="0"/>
          <a:ext cx="0" cy="0"/>
          <a:chOff x="0" y="0"/>
          <a:chExt cx="0" cy="0"/>
        </a:xfrm>
      </p:grpSpPr>
      <p:sp>
        <p:nvSpPr>
          <p:cNvPr id="13" name="Text Placeholder 3"/>
          <p:cNvSpPr>
            <a:spLocks noGrp="1"/>
          </p:cNvSpPr>
          <p:nvPr>
            <p:ph type="body" sz="quarter" idx="10"/>
          </p:nvPr>
        </p:nvSpPr>
        <p:spPr>
          <a:xfrm>
            <a:off x="480485" y="1590677"/>
            <a:ext cx="9029604" cy="4708525"/>
          </a:xfrm>
          <a:prstGeom prst="rect">
            <a:avLst/>
          </a:prstGeom>
        </p:spPr>
        <p:txBody>
          <a:bodyPr>
            <a:noAutofit/>
          </a:bodyPr>
          <a:lstStyle>
            <a:lvl1pPr>
              <a:spcBef>
                <a:spcPts val="4800"/>
              </a:spcBef>
              <a:defRPr sz="2800">
                <a:solidFill>
                  <a:schemeClr val="bg1"/>
                </a:solidFill>
              </a:defRPr>
            </a:lvl1pPr>
            <a:lvl2pPr marL="609600" indent="-609600">
              <a:defRPr sz="4000">
                <a:solidFill>
                  <a:schemeClr val="bg2"/>
                </a:solidFill>
              </a:defRPr>
            </a:lvl2pPr>
            <a:lvl3pPr>
              <a:defRPr sz="4000">
                <a:solidFill>
                  <a:schemeClr val="bg2"/>
                </a:solidFill>
              </a:defRPr>
            </a:lvl3pPr>
            <a:lvl4pPr>
              <a:defRPr sz="4000">
                <a:solidFill>
                  <a:schemeClr val="bg2"/>
                </a:solidFill>
              </a:defRPr>
            </a:lvl4pPr>
            <a:lvl5pPr>
              <a:defRPr sz="4000">
                <a:solidFill>
                  <a:schemeClr val="bg2"/>
                </a:solidFill>
              </a:defRPr>
            </a:lvl5pPr>
          </a:lstStyle>
          <a:p>
            <a:pPr lvl="0"/>
            <a:r>
              <a:rPr lang="en-US" noProof="0"/>
              <a:t>Edit Master text styles</a:t>
            </a:r>
          </a:p>
        </p:txBody>
      </p:sp>
      <p:sp>
        <p:nvSpPr>
          <p:cNvPr id="14" name="TextBox 13"/>
          <p:cNvSpPr txBox="1"/>
          <p:nvPr userDrawn="1"/>
        </p:nvSpPr>
        <p:spPr>
          <a:xfrm>
            <a:off x="5825067" y="6477002"/>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15" name="TextBox 14"/>
          <p:cNvSpPr txBox="1"/>
          <p:nvPr userDrawn="1"/>
        </p:nvSpPr>
        <p:spPr>
          <a:xfrm>
            <a:off x="469901"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16" name="TextBox 15"/>
          <p:cNvSpPr txBox="1"/>
          <p:nvPr userDrawn="1"/>
        </p:nvSpPr>
        <p:spPr>
          <a:xfrm>
            <a:off x="11414125" y="6477002"/>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Tree>
    <p:extLst>
      <p:ext uri="{BB962C8B-B14F-4D97-AF65-F5344CB8AC3E}">
        <p14:creationId xmlns:p14="http://schemas.microsoft.com/office/powerpoint/2010/main" val="4254786914"/>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_3 column green line">
    <p:spTree>
      <p:nvGrpSpPr>
        <p:cNvPr id="1" name=""/>
        <p:cNvGrpSpPr/>
        <p:nvPr/>
      </p:nvGrpSpPr>
      <p:grpSpPr>
        <a:xfrm>
          <a:off x="0" y="0"/>
          <a:ext cx="0" cy="0"/>
          <a:chOff x="0" y="0"/>
          <a:chExt cx="0" cy="0"/>
        </a:xfrm>
      </p:grpSpPr>
      <p:sp>
        <p:nvSpPr>
          <p:cNvPr id="4" name="Rectangle 3"/>
          <p:cNvSpPr/>
          <p:nvPr userDrawn="1"/>
        </p:nvSpPr>
        <p:spPr>
          <a:xfrm>
            <a:off x="4278314" y="1705968"/>
            <a:ext cx="3636962"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467" noProof="0" dirty="0">
              <a:solidFill>
                <a:schemeClr val="bg1"/>
              </a:solidFill>
            </a:endParaRPr>
          </a:p>
        </p:txBody>
      </p:sp>
      <p:sp>
        <p:nvSpPr>
          <p:cNvPr id="5" name="Rectangle 4"/>
          <p:cNvSpPr/>
          <p:nvPr userDrawn="1"/>
        </p:nvSpPr>
        <p:spPr>
          <a:xfrm>
            <a:off x="469901" y="1705968"/>
            <a:ext cx="3627438"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467" noProof="0" dirty="0">
              <a:solidFill>
                <a:schemeClr val="bg1"/>
              </a:solidFill>
            </a:endParaRPr>
          </a:p>
        </p:txBody>
      </p:sp>
      <p:sp>
        <p:nvSpPr>
          <p:cNvPr id="6" name="Rectangle 5"/>
          <p:cNvSpPr/>
          <p:nvPr userDrawn="1"/>
        </p:nvSpPr>
        <p:spPr>
          <a:xfrm>
            <a:off x="8104178" y="1705968"/>
            <a:ext cx="3629025" cy="5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467" noProof="0" dirty="0">
              <a:solidFill>
                <a:schemeClr val="bg1"/>
              </a:solidFill>
            </a:endParaRPr>
          </a:p>
        </p:txBody>
      </p:sp>
      <p:sp>
        <p:nvSpPr>
          <p:cNvPr id="7" name="Text Placeholder 8"/>
          <p:cNvSpPr>
            <a:spLocks noGrp="1"/>
          </p:cNvSpPr>
          <p:nvPr>
            <p:ph type="body" sz="quarter" idx="17"/>
          </p:nvPr>
        </p:nvSpPr>
        <p:spPr>
          <a:xfrm>
            <a:off x="4278314" y="1851443"/>
            <a:ext cx="3636962" cy="3845755"/>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8"/>
          <p:cNvSpPr>
            <a:spLocks noGrp="1"/>
          </p:cNvSpPr>
          <p:nvPr>
            <p:ph type="body" sz="quarter" idx="18"/>
          </p:nvPr>
        </p:nvSpPr>
        <p:spPr>
          <a:xfrm>
            <a:off x="469901" y="1851443"/>
            <a:ext cx="3627438" cy="3845755"/>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9"/>
          </p:nvPr>
        </p:nvSpPr>
        <p:spPr>
          <a:xfrm>
            <a:off x="8093077" y="1851443"/>
            <a:ext cx="3629025" cy="3845755"/>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1"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US" noProof="0" dirty="0"/>
              <a:t>Click to add subtitle</a:t>
            </a:r>
          </a:p>
        </p:txBody>
      </p:sp>
      <p:sp>
        <p:nvSpPr>
          <p:cNvPr id="12"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lvl1pPr>
          </a:lstStyle>
          <a:p>
            <a:r>
              <a:rPr lang="en-US" noProof="0"/>
              <a:t>Click to edit Master title style</a:t>
            </a:r>
            <a:endParaRPr lang="en-US" noProof="0" dirty="0"/>
          </a:p>
        </p:txBody>
      </p:sp>
    </p:spTree>
    <p:extLst>
      <p:ext uri="{BB962C8B-B14F-4D97-AF65-F5344CB8AC3E}">
        <p14:creationId xmlns:p14="http://schemas.microsoft.com/office/powerpoint/2010/main" val="3453140325"/>
      </p:ext>
    </p:extLst>
  </p:cSld>
  <p:clrMapOvr>
    <a:masterClrMapping/>
  </p:clrMapOvr>
  <p:transition>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4 column icon">
    <p:spTree>
      <p:nvGrpSpPr>
        <p:cNvPr id="1" name=""/>
        <p:cNvGrpSpPr/>
        <p:nvPr/>
      </p:nvGrpSpPr>
      <p:grpSpPr>
        <a:xfrm>
          <a:off x="0" y="0"/>
          <a:ext cx="0" cy="0"/>
          <a:chOff x="0" y="0"/>
          <a:chExt cx="0" cy="0"/>
        </a:xfrm>
      </p:grpSpPr>
      <p:sp>
        <p:nvSpPr>
          <p:cNvPr id="4" name="Text Placeholder 8"/>
          <p:cNvSpPr>
            <a:spLocks noGrp="1"/>
          </p:cNvSpPr>
          <p:nvPr>
            <p:ph type="body" sz="quarter" idx="17"/>
          </p:nvPr>
        </p:nvSpPr>
        <p:spPr>
          <a:xfrm>
            <a:off x="469900" y="2556000"/>
            <a:ext cx="2592000" cy="3394800"/>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5" name="Text Placeholder 8"/>
          <p:cNvSpPr>
            <a:spLocks noGrp="1"/>
          </p:cNvSpPr>
          <p:nvPr>
            <p:ph type="body" sz="quarter" idx="18"/>
          </p:nvPr>
        </p:nvSpPr>
        <p:spPr>
          <a:xfrm>
            <a:off x="9130100" y="2556000"/>
            <a:ext cx="2592000" cy="3394800"/>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6" name="Text Placeholder 8"/>
          <p:cNvSpPr>
            <a:spLocks noGrp="1"/>
          </p:cNvSpPr>
          <p:nvPr>
            <p:ph type="body" sz="quarter" idx="19"/>
          </p:nvPr>
        </p:nvSpPr>
        <p:spPr>
          <a:xfrm>
            <a:off x="3356633" y="2556000"/>
            <a:ext cx="2592000" cy="3394800"/>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7" name="Text Placeholder 8"/>
          <p:cNvSpPr>
            <a:spLocks noGrp="1"/>
          </p:cNvSpPr>
          <p:nvPr>
            <p:ph type="body" sz="quarter" idx="20"/>
          </p:nvPr>
        </p:nvSpPr>
        <p:spPr>
          <a:xfrm>
            <a:off x="6243366" y="2556000"/>
            <a:ext cx="2592000" cy="3394800"/>
          </a:xfrm>
        </p:spPr>
        <p:txBody>
          <a:bodyPr/>
          <a:lstStyle>
            <a:lvl1pPr>
              <a:defRPr b="1">
                <a:solidFill>
                  <a:schemeClr val="accent1"/>
                </a:solidFill>
              </a:defRPr>
            </a:lvl1pPr>
            <a:lvl2pPr>
              <a:spcAft>
                <a:spcPts val="1333"/>
              </a:spcAft>
              <a:defRPr/>
            </a:lvl2pPr>
            <a:lvl3pPr marL="0" indent="0">
              <a:spcAft>
                <a:spcPts val="1333"/>
              </a:spcAft>
              <a:buNone/>
              <a:defRPr/>
            </a:lvl3pPr>
            <a:lvl4pPr marL="235199" indent="-235199">
              <a:spcAft>
                <a:spcPts val="1333"/>
              </a:spcAft>
              <a:buFont typeface="Arial" panose="020B0604020202020204" pitchFamily="34" charset="0"/>
              <a:buChar char="•"/>
              <a:defRPr/>
            </a:lvl4pPr>
            <a:lvl5pPr marL="475200" indent="-235199">
              <a:spcAft>
                <a:spcPts val="1333"/>
              </a:spcAft>
              <a:defRPr baseline="0"/>
            </a:lvl5pPr>
            <a:lvl6pPr marL="475200" indent="-235199">
              <a:spcAft>
                <a:spcPts val="1333"/>
              </a:spcAft>
              <a:buFont typeface="Verdana" panose="020B0604030504040204" pitchFamily="34" charset="0"/>
              <a:buChar char="−"/>
              <a:defRPr/>
            </a:lvl6pPr>
            <a:lvl7pPr marL="475200" indent="-235199">
              <a:spcAft>
                <a:spcPts val="1333"/>
              </a:spcAft>
              <a:defRPr/>
            </a:lvl7pPr>
            <a:lvl8pPr marL="475200" indent="-235199">
              <a:spcAft>
                <a:spcPts val="1333"/>
              </a:spcAft>
              <a:defRPr/>
            </a:lvl8pPr>
            <a:lvl9pPr marL="475200" indent="-235199">
              <a:spcAft>
                <a:spcPts val="1333"/>
              </a:spcAft>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US" noProof="0" dirty="0"/>
              <a:t>Click to add subtitle</a:t>
            </a:r>
          </a:p>
        </p:txBody>
      </p:sp>
      <p:sp>
        <p:nvSpPr>
          <p:cNvPr id="10"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lvl1pPr>
          </a:lstStyle>
          <a:p>
            <a:r>
              <a:rPr lang="en-US" noProof="0"/>
              <a:t>Click to edit Master title style</a:t>
            </a:r>
            <a:endParaRPr lang="en-US" noProof="0" dirty="0"/>
          </a:p>
        </p:txBody>
      </p:sp>
    </p:spTree>
    <p:extLst>
      <p:ext uri="{BB962C8B-B14F-4D97-AF65-F5344CB8AC3E}">
        <p14:creationId xmlns:p14="http://schemas.microsoft.com/office/powerpoint/2010/main" val="65051547"/>
      </p:ext>
    </p:extLst>
  </p:cSld>
  <p:clrMapOvr>
    <a:masterClrMapping/>
  </p:clrMapOvr>
  <p:transition>
    <p:fade/>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1_4 column icon green">
    <p:bg>
      <p:bgPr>
        <a:solidFill>
          <a:schemeClr val="accent2"/>
        </a:solidFill>
        <a:effectLst/>
      </p:bgPr>
    </p:bg>
    <p:spTree>
      <p:nvGrpSpPr>
        <p:cNvPr id="1" name=""/>
        <p:cNvGrpSpPr/>
        <p:nvPr/>
      </p:nvGrpSpPr>
      <p:grpSpPr>
        <a:xfrm>
          <a:off x="0" y="0"/>
          <a:ext cx="0" cy="0"/>
          <a:chOff x="0" y="0"/>
          <a:chExt cx="0" cy="0"/>
        </a:xfrm>
      </p:grpSpPr>
      <p:sp>
        <p:nvSpPr>
          <p:cNvPr id="4" name="Text Placeholder 8"/>
          <p:cNvSpPr>
            <a:spLocks noGrp="1"/>
          </p:cNvSpPr>
          <p:nvPr>
            <p:ph type="body" sz="quarter" idx="17"/>
          </p:nvPr>
        </p:nvSpPr>
        <p:spPr>
          <a:xfrm>
            <a:off x="469903" y="2556000"/>
            <a:ext cx="2592000" cy="3394800"/>
          </a:xfrm>
        </p:spPr>
        <p:txBody>
          <a:bodyPr/>
          <a:lstStyle>
            <a:lvl1pPr>
              <a:defRPr b="1">
                <a:solidFill>
                  <a:schemeClr val="bg1"/>
                </a:solidFill>
              </a:defRPr>
            </a:lvl1pPr>
            <a:lvl2pPr>
              <a:spcAft>
                <a:spcPts val="1333"/>
              </a:spcAft>
              <a:defRPr>
                <a:solidFill>
                  <a:schemeClr val="bg1"/>
                </a:solidFill>
              </a:defRPr>
            </a:lvl2pPr>
            <a:lvl3pPr marL="0" indent="0">
              <a:spcAft>
                <a:spcPts val="1333"/>
              </a:spcAft>
              <a:buNone/>
              <a:defRPr>
                <a:solidFill>
                  <a:schemeClr val="bg1"/>
                </a:solidFill>
              </a:defRPr>
            </a:lvl3pPr>
            <a:lvl4pPr marL="235199" indent="-235199">
              <a:spcAft>
                <a:spcPts val="1333"/>
              </a:spcAft>
              <a:buFont typeface="Arial" panose="020B0604020202020204" pitchFamily="34" charset="0"/>
              <a:buChar char="•"/>
              <a:defRPr>
                <a:solidFill>
                  <a:schemeClr val="bg1"/>
                </a:solidFill>
              </a:defRPr>
            </a:lvl4pPr>
            <a:lvl5pPr marL="475200" indent="-235199">
              <a:spcAft>
                <a:spcPts val="1333"/>
              </a:spcAft>
              <a:defRPr baseline="0">
                <a:solidFill>
                  <a:schemeClr val="bg1"/>
                </a:solidFill>
              </a:defRPr>
            </a:lvl5pPr>
            <a:lvl6pPr marL="475200" indent="-235199">
              <a:spcAft>
                <a:spcPts val="1333"/>
              </a:spcAft>
              <a:buFont typeface="Verdana" panose="020B0604030504040204" pitchFamily="34" charset="0"/>
              <a:buChar char="−"/>
              <a:defRPr>
                <a:solidFill>
                  <a:schemeClr val="bg1"/>
                </a:solidFill>
              </a:defRPr>
            </a:lvl6pPr>
            <a:lvl7pPr marL="475200" indent="-235199">
              <a:spcAft>
                <a:spcPts val="1333"/>
              </a:spcAft>
              <a:defRPr>
                <a:solidFill>
                  <a:schemeClr val="bg1"/>
                </a:solidFill>
              </a:defRPr>
            </a:lvl7pPr>
            <a:lvl8pPr marL="475200" indent="-235199">
              <a:spcAft>
                <a:spcPts val="1333"/>
              </a:spcAft>
              <a:defRPr>
                <a:solidFill>
                  <a:schemeClr val="bg1"/>
                </a:solidFill>
              </a:defRPr>
            </a:lvl8pPr>
            <a:lvl9pPr marL="475200" indent="-235199">
              <a:spcAft>
                <a:spcPts val="1333"/>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5" name="Text Placeholder 8"/>
          <p:cNvSpPr>
            <a:spLocks noGrp="1"/>
          </p:cNvSpPr>
          <p:nvPr>
            <p:ph type="body" sz="quarter" idx="18"/>
          </p:nvPr>
        </p:nvSpPr>
        <p:spPr>
          <a:xfrm>
            <a:off x="9130100" y="2556000"/>
            <a:ext cx="2592000" cy="3394800"/>
          </a:xfrm>
        </p:spPr>
        <p:txBody>
          <a:bodyPr/>
          <a:lstStyle>
            <a:lvl1pPr>
              <a:defRPr b="1">
                <a:solidFill>
                  <a:schemeClr val="bg1"/>
                </a:solidFill>
              </a:defRPr>
            </a:lvl1pPr>
            <a:lvl2pPr>
              <a:spcAft>
                <a:spcPts val="1333"/>
              </a:spcAft>
              <a:defRPr>
                <a:solidFill>
                  <a:schemeClr val="bg1"/>
                </a:solidFill>
              </a:defRPr>
            </a:lvl2pPr>
            <a:lvl3pPr marL="0" indent="0">
              <a:spcAft>
                <a:spcPts val="1333"/>
              </a:spcAft>
              <a:buNone/>
              <a:defRPr>
                <a:solidFill>
                  <a:schemeClr val="bg1"/>
                </a:solidFill>
              </a:defRPr>
            </a:lvl3pPr>
            <a:lvl4pPr marL="235199" indent="-235199">
              <a:spcAft>
                <a:spcPts val="1333"/>
              </a:spcAft>
              <a:buFont typeface="Arial" panose="020B0604020202020204" pitchFamily="34" charset="0"/>
              <a:buChar char="•"/>
              <a:defRPr>
                <a:solidFill>
                  <a:schemeClr val="bg1"/>
                </a:solidFill>
              </a:defRPr>
            </a:lvl4pPr>
            <a:lvl5pPr marL="475200" indent="-235199">
              <a:spcAft>
                <a:spcPts val="1333"/>
              </a:spcAft>
              <a:defRPr baseline="0">
                <a:solidFill>
                  <a:schemeClr val="bg1"/>
                </a:solidFill>
              </a:defRPr>
            </a:lvl5pPr>
            <a:lvl6pPr marL="475200" indent="-235199">
              <a:spcAft>
                <a:spcPts val="1333"/>
              </a:spcAft>
              <a:buFont typeface="Verdana" panose="020B0604030504040204" pitchFamily="34" charset="0"/>
              <a:buChar char="−"/>
              <a:defRPr>
                <a:solidFill>
                  <a:schemeClr val="bg1"/>
                </a:solidFill>
              </a:defRPr>
            </a:lvl6pPr>
            <a:lvl7pPr marL="475200" indent="-235199">
              <a:spcAft>
                <a:spcPts val="1333"/>
              </a:spcAft>
              <a:defRPr>
                <a:solidFill>
                  <a:schemeClr val="bg1"/>
                </a:solidFill>
              </a:defRPr>
            </a:lvl7pPr>
            <a:lvl8pPr marL="475200" indent="-235199">
              <a:spcAft>
                <a:spcPts val="1333"/>
              </a:spcAft>
              <a:defRPr>
                <a:solidFill>
                  <a:schemeClr val="bg1"/>
                </a:solidFill>
              </a:defRPr>
            </a:lvl8pPr>
            <a:lvl9pPr marL="475200" indent="-235199">
              <a:spcAft>
                <a:spcPts val="1333"/>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6" name="Text Placeholder 8"/>
          <p:cNvSpPr>
            <a:spLocks noGrp="1"/>
          </p:cNvSpPr>
          <p:nvPr>
            <p:ph type="body" sz="quarter" idx="19"/>
          </p:nvPr>
        </p:nvSpPr>
        <p:spPr>
          <a:xfrm>
            <a:off x="3356635" y="2556000"/>
            <a:ext cx="2592000" cy="3394800"/>
          </a:xfrm>
        </p:spPr>
        <p:txBody>
          <a:bodyPr/>
          <a:lstStyle>
            <a:lvl1pPr>
              <a:defRPr b="1">
                <a:solidFill>
                  <a:schemeClr val="bg1"/>
                </a:solidFill>
              </a:defRPr>
            </a:lvl1pPr>
            <a:lvl2pPr>
              <a:spcAft>
                <a:spcPts val="1333"/>
              </a:spcAft>
              <a:defRPr>
                <a:solidFill>
                  <a:schemeClr val="bg1"/>
                </a:solidFill>
              </a:defRPr>
            </a:lvl2pPr>
            <a:lvl3pPr marL="0" indent="0">
              <a:spcAft>
                <a:spcPts val="1333"/>
              </a:spcAft>
              <a:buNone/>
              <a:defRPr>
                <a:solidFill>
                  <a:schemeClr val="bg1"/>
                </a:solidFill>
              </a:defRPr>
            </a:lvl3pPr>
            <a:lvl4pPr marL="235199" indent="-235199">
              <a:spcAft>
                <a:spcPts val="1333"/>
              </a:spcAft>
              <a:buFont typeface="Arial" panose="020B0604020202020204" pitchFamily="34" charset="0"/>
              <a:buChar char="•"/>
              <a:defRPr>
                <a:solidFill>
                  <a:schemeClr val="bg1"/>
                </a:solidFill>
              </a:defRPr>
            </a:lvl4pPr>
            <a:lvl5pPr marL="475200" indent="-235199">
              <a:spcAft>
                <a:spcPts val="1333"/>
              </a:spcAft>
              <a:defRPr baseline="0">
                <a:solidFill>
                  <a:schemeClr val="bg1"/>
                </a:solidFill>
              </a:defRPr>
            </a:lvl5pPr>
            <a:lvl6pPr marL="475200" indent="-235199">
              <a:spcAft>
                <a:spcPts val="1333"/>
              </a:spcAft>
              <a:buFont typeface="Verdana" panose="020B0604030504040204" pitchFamily="34" charset="0"/>
              <a:buChar char="−"/>
              <a:defRPr>
                <a:solidFill>
                  <a:schemeClr val="bg1"/>
                </a:solidFill>
              </a:defRPr>
            </a:lvl6pPr>
            <a:lvl7pPr marL="475200" indent="-235199">
              <a:spcAft>
                <a:spcPts val="1333"/>
              </a:spcAft>
              <a:defRPr>
                <a:solidFill>
                  <a:schemeClr val="bg1"/>
                </a:solidFill>
              </a:defRPr>
            </a:lvl7pPr>
            <a:lvl8pPr marL="475200" indent="-235199">
              <a:spcAft>
                <a:spcPts val="1333"/>
              </a:spcAft>
              <a:defRPr>
                <a:solidFill>
                  <a:schemeClr val="bg1"/>
                </a:solidFill>
              </a:defRPr>
            </a:lvl8pPr>
            <a:lvl9pPr marL="475200" indent="-235199">
              <a:spcAft>
                <a:spcPts val="1333"/>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7" name="Text Placeholder 8"/>
          <p:cNvSpPr>
            <a:spLocks noGrp="1"/>
          </p:cNvSpPr>
          <p:nvPr>
            <p:ph type="body" sz="quarter" idx="20"/>
          </p:nvPr>
        </p:nvSpPr>
        <p:spPr>
          <a:xfrm>
            <a:off x="6243367" y="2556000"/>
            <a:ext cx="2592000" cy="3394800"/>
          </a:xfrm>
        </p:spPr>
        <p:txBody>
          <a:bodyPr/>
          <a:lstStyle>
            <a:lvl1pPr>
              <a:defRPr b="1">
                <a:solidFill>
                  <a:schemeClr val="bg1"/>
                </a:solidFill>
              </a:defRPr>
            </a:lvl1pPr>
            <a:lvl2pPr>
              <a:spcAft>
                <a:spcPts val="1333"/>
              </a:spcAft>
              <a:defRPr>
                <a:solidFill>
                  <a:schemeClr val="bg1"/>
                </a:solidFill>
              </a:defRPr>
            </a:lvl2pPr>
            <a:lvl3pPr marL="0" indent="0">
              <a:spcAft>
                <a:spcPts val="1333"/>
              </a:spcAft>
              <a:buNone/>
              <a:defRPr>
                <a:solidFill>
                  <a:schemeClr val="bg1"/>
                </a:solidFill>
              </a:defRPr>
            </a:lvl3pPr>
            <a:lvl4pPr marL="235199" indent="-235199">
              <a:spcAft>
                <a:spcPts val="1333"/>
              </a:spcAft>
              <a:buFont typeface="Arial" panose="020B0604020202020204" pitchFamily="34" charset="0"/>
              <a:buChar char="•"/>
              <a:defRPr>
                <a:solidFill>
                  <a:schemeClr val="bg1"/>
                </a:solidFill>
              </a:defRPr>
            </a:lvl4pPr>
            <a:lvl5pPr marL="475200" indent="-235199">
              <a:spcAft>
                <a:spcPts val="1333"/>
              </a:spcAft>
              <a:defRPr baseline="0">
                <a:solidFill>
                  <a:schemeClr val="bg1"/>
                </a:solidFill>
              </a:defRPr>
            </a:lvl5pPr>
            <a:lvl6pPr marL="475200" indent="-235199">
              <a:spcAft>
                <a:spcPts val="1333"/>
              </a:spcAft>
              <a:buFont typeface="Verdana" panose="020B0604030504040204" pitchFamily="34" charset="0"/>
              <a:buChar char="−"/>
              <a:defRPr>
                <a:solidFill>
                  <a:schemeClr val="bg1"/>
                </a:solidFill>
              </a:defRPr>
            </a:lvl6pPr>
            <a:lvl7pPr marL="475200" indent="-235199">
              <a:spcAft>
                <a:spcPts val="1333"/>
              </a:spcAft>
              <a:defRPr>
                <a:solidFill>
                  <a:schemeClr val="bg1"/>
                </a:solidFill>
              </a:defRPr>
            </a:lvl7pPr>
            <a:lvl8pPr marL="475200" indent="-235199">
              <a:spcAft>
                <a:spcPts val="1333"/>
              </a:spcAft>
              <a:defRPr>
                <a:solidFill>
                  <a:schemeClr val="bg1"/>
                </a:solidFill>
              </a:defRPr>
            </a:lvl8pPr>
            <a:lvl9pPr marL="475200" indent="-235199">
              <a:spcAft>
                <a:spcPts val="1333"/>
              </a:spcAft>
              <a:defRPr>
                <a:solidFill>
                  <a:schemeClr val="bg1"/>
                </a:solidFill>
              </a:defRPr>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13" name="TextBox 12"/>
          <p:cNvSpPr txBox="1"/>
          <p:nvPr userDrawn="1"/>
        </p:nvSpPr>
        <p:spPr>
          <a:xfrm>
            <a:off x="6335184" y="6477003"/>
            <a:ext cx="4896560" cy="200055"/>
          </a:xfrm>
          <a:prstGeom prst="rect">
            <a:avLst/>
          </a:prstGeom>
          <a:noFill/>
        </p:spPr>
        <p:txBody>
          <a:bodyPr wrap="square" lIns="0" tIns="0" rIns="0" bIns="0" rtlCol="0">
            <a:spAutoFit/>
          </a:bodyPr>
          <a:lstStyle/>
          <a:p>
            <a:pPr marL="0" indent="0" algn="r">
              <a:spcBef>
                <a:spcPts val="0"/>
              </a:spcBef>
              <a:buSzPct val="100000"/>
              <a:buFont typeface="Arial"/>
              <a:buNone/>
            </a:pPr>
            <a:r>
              <a:rPr lang="en-US" sz="650" noProof="0" dirty="0">
                <a:solidFill>
                  <a:schemeClr val="bg1"/>
                </a:solidFill>
              </a:rPr>
              <a:t>Presentation title</a:t>
            </a:r>
            <a:br>
              <a:rPr lang="en-US" sz="650" noProof="0" dirty="0">
                <a:solidFill>
                  <a:schemeClr val="bg1"/>
                </a:solidFill>
              </a:rPr>
            </a:br>
            <a:r>
              <a:rPr lang="en-US" sz="650" noProof="0" dirty="0">
                <a:solidFill>
                  <a:schemeClr val="bg1"/>
                </a:solidFill>
              </a:rPr>
              <a:t>[To edit, click View &gt; Slide Master &gt; Slide Master]</a:t>
            </a:r>
          </a:p>
        </p:txBody>
      </p:sp>
      <p:sp>
        <p:nvSpPr>
          <p:cNvPr id="14" name="TextBox 13"/>
          <p:cNvSpPr txBox="1"/>
          <p:nvPr userDrawn="1"/>
        </p:nvSpPr>
        <p:spPr>
          <a:xfrm>
            <a:off x="501654" y="6477002"/>
            <a:ext cx="5355167" cy="200055"/>
          </a:xfrm>
          <a:prstGeom prst="rect">
            <a:avLst/>
          </a:prstGeom>
          <a:noFill/>
        </p:spPr>
        <p:txBody>
          <a:bodyPr wrap="square" lIns="0" tIns="0" rIns="0" bIns="0" rtlCol="0">
            <a:spAutoFit/>
          </a:bodyPr>
          <a:lstStyle/>
          <a:p>
            <a:pPr marL="0" indent="0">
              <a:spcBef>
                <a:spcPts val="800"/>
              </a:spcBef>
              <a:buSzPct val="100000"/>
              <a:buFont typeface="Arial"/>
              <a:buNone/>
            </a:pPr>
            <a:r>
              <a:rPr lang="en-US" sz="650" noProof="0" dirty="0">
                <a:solidFill>
                  <a:schemeClr val="bg1"/>
                </a:solidFill>
              </a:rPr>
              <a:t>Member firms and DTTL: Insert appropriate copyright</a:t>
            </a:r>
            <a:br>
              <a:rPr lang="en-US" sz="650" noProof="0" dirty="0">
                <a:solidFill>
                  <a:schemeClr val="bg1"/>
                </a:solidFill>
              </a:rPr>
            </a:br>
            <a:r>
              <a:rPr lang="en-US" sz="650" noProof="0" dirty="0">
                <a:solidFill>
                  <a:schemeClr val="bg1"/>
                </a:solidFill>
              </a:rPr>
              <a:t>[To edit, click View &gt; Slide Master &gt; Slide Master]</a:t>
            </a:r>
          </a:p>
        </p:txBody>
      </p:sp>
      <p:sp>
        <p:nvSpPr>
          <p:cNvPr id="15" name="TextBox 14"/>
          <p:cNvSpPr txBox="1"/>
          <p:nvPr userDrawn="1"/>
        </p:nvSpPr>
        <p:spPr>
          <a:xfrm>
            <a:off x="11382379" y="6477003"/>
            <a:ext cx="307975" cy="100027"/>
          </a:xfrm>
          <a:prstGeom prst="rect">
            <a:avLst/>
          </a:prstGeom>
          <a:noFill/>
        </p:spPr>
        <p:txBody>
          <a:bodyPr wrap="square" lIns="0" tIns="0" rIns="0" bIns="0" rtlCol="0">
            <a:spAutoFit/>
          </a:bodyPr>
          <a:lstStyle/>
          <a:p>
            <a:pPr marL="0" indent="0" algn="r">
              <a:spcBef>
                <a:spcPts val="800"/>
              </a:spcBef>
              <a:buSzPct val="100000"/>
              <a:buFont typeface="Arial"/>
              <a:buNone/>
            </a:pPr>
            <a:fld id="{C58DF478-B544-4ED8-9ED4-6A2648E2D233}" type="slidenum">
              <a:rPr lang="en-US" sz="650" noProof="0" smtClean="0">
                <a:solidFill>
                  <a:schemeClr val="bg1"/>
                </a:solidFill>
              </a:rPr>
              <a:pPr marL="0" indent="0" algn="r">
                <a:spcBef>
                  <a:spcPts val="800"/>
                </a:spcBef>
                <a:buSzPct val="100000"/>
                <a:buFont typeface="Arial"/>
                <a:buNone/>
              </a:pPr>
              <a:t>‹#›</a:t>
            </a:fld>
            <a:endParaRPr lang="en-US" sz="650" noProof="0" dirty="0">
              <a:solidFill>
                <a:schemeClr val="bg1"/>
              </a:solidFill>
            </a:endParaRPr>
          </a:p>
        </p:txBody>
      </p:sp>
      <p:sp>
        <p:nvSpPr>
          <p:cNvPr id="16"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chemeClr val="bg1"/>
                </a:solidFill>
              </a:defRPr>
            </a:lvl1pPr>
          </a:lstStyle>
          <a:p>
            <a:pPr lvl="0"/>
            <a:r>
              <a:rPr lang="en-US" noProof="0" dirty="0"/>
              <a:t>Click to add subtitle</a:t>
            </a:r>
          </a:p>
        </p:txBody>
      </p:sp>
      <p:sp>
        <p:nvSpPr>
          <p:cNvPr id="17"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solidFill>
                  <a:schemeClr val="bg1"/>
                </a:solidFill>
              </a:defRPr>
            </a:lvl1pPr>
          </a:lstStyle>
          <a:p>
            <a:r>
              <a:rPr lang="en-US" noProof="0"/>
              <a:t>Click to edit Master title style</a:t>
            </a:r>
            <a:endParaRPr lang="en-US" noProof="0" dirty="0"/>
          </a:p>
        </p:txBody>
      </p:sp>
    </p:spTree>
    <p:extLst>
      <p:ext uri="{BB962C8B-B14F-4D97-AF65-F5344CB8AC3E}">
        <p14:creationId xmlns:p14="http://schemas.microsoft.com/office/powerpoint/2010/main" val="3001198930"/>
      </p:ext>
    </p:extLst>
  </p:cSld>
  <p:clrMapOvr>
    <a:masterClrMapping/>
  </p:clrMapOvr>
  <p:transition>
    <p:fade/>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userDrawn="1">
  <p:cSld name="Title Slide 2">
    <p:spTree>
      <p:nvGrpSpPr>
        <p:cNvPr id="1" name=""/>
        <p:cNvGrpSpPr/>
        <p:nvPr/>
      </p:nvGrpSpPr>
      <p:grpSpPr>
        <a:xfrm>
          <a:off x="0" y="0"/>
          <a:ext cx="0" cy="0"/>
          <a:chOff x="0" y="0"/>
          <a:chExt cx="0" cy="0"/>
        </a:xfrm>
      </p:grpSpPr>
      <p:sp>
        <p:nvSpPr>
          <p:cNvPr id="2" name="Title 1"/>
          <p:cNvSpPr>
            <a:spLocks noGrp="1"/>
          </p:cNvSpPr>
          <p:nvPr>
            <p:ph type="ctrTitle"/>
          </p:nvPr>
        </p:nvSpPr>
        <p:spPr>
          <a:xfrm>
            <a:off x="500820" y="1812924"/>
            <a:ext cx="3696000" cy="842400"/>
          </a:xfrm>
        </p:spPr>
        <p:txBody>
          <a:bodyPr/>
          <a:lstStyle>
            <a:lvl1pPr>
              <a:defRPr sz="2800">
                <a:solidFill>
                  <a:schemeClr val="accent1"/>
                </a:solidFill>
              </a:defRPr>
            </a:lvl1pPr>
          </a:lstStyle>
          <a:p>
            <a:r>
              <a:rPr lang="en-US"/>
              <a:t>Click to edit Master title style</a:t>
            </a:r>
            <a:endParaRPr lang="en-GB" dirty="0"/>
          </a:p>
        </p:txBody>
      </p:sp>
      <p:sp>
        <p:nvSpPr>
          <p:cNvPr id="3" name="Subtitle 2"/>
          <p:cNvSpPr>
            <a:spLocks noGrp="1"/>
          </p:cNvSpPr>
          <p:nvPr>
            <p:ph type="subTitle" idx="1"/>
          </p:nvPr>
        </p:nvSpPr>
        <p:spPr>
          <a:xfrm>
            <a:off x="500820" y="4357695"/>
            <a:ext cx="3696000" cy="1048554"/>
          </a:xfrm>
        </p:spPr>
        <p:txBody>
          <a:bodyPr>
            <a:normAutofit/>
          </a:bodyPr>
          <a:lstStyle>
            <a:lvl1pPr marL="0" indent="0" algn="l">
              <a:lnSpc>
                <a:spcPct val="120000"/>
              </a:lnSpc>
              <a:spcBef>
                <a:spcPts val="0"/>
              </a:spcBef>
              <a:buNone/>
              <a:defRPr sz="1400" b="0">
                <a:solidFill>
                  <a:schemeClr val="accent5"/>
                </a:solidFill>
              </a:defRPr>
            </a:lvl1pPr>
            <a:lvl2pPr marL="457211" indent="0" algn="ctr">
              <a:buNone/>
              <a:defRPr>
                <a:solidFill>
                  <a:schemeClr val="tx1">
                    <a:tint val="75000"/>
                  </a:schemeClr>
                </a:solidFill>
              </a:defRPr>
            </a:lvl2pPr>
            <a:lvl3pPr marL="914422" indent="0" algn="ctr">
              <a:buNone/>
              <a:defRPr>
                <a:solidFill>
                  <a:schemeClr val="tx1">
                    <a:tint val="75000"/>
                  </a:schemeClr>
                </a:solidFill>
              </a:defRPr>
            </a:lvl3pPr>
            <a:lvl4pPr marL="1371633" indent="0" algn="ctr">
              <a:buNone/>
              <a:defRPr>
                <a:solidFill>
                  <a:schemeClr val="tx1">
                    <a:tint val="75000"/>
                  </a:schemeClr>
                </a:solidFill>
              </a:defRPr>
            </a:lvl4pPr>
            <a:lvl5pPr marL="1828844" indent="0" algn="ctr">
              <a:buNone/>
              <a:defRPr>
                <a:solidFill>
                  <a:schemeClr val="tx1">
                    <a:tint val="75000"/>
                  </a:schemeClr>
                </a:solidFill>
              </a:defRPr>
            </a:lvl5pPr>
            <a:lvl6pPr marL="2286055" indent="0" algn="ctr">
              <a:buNone/>
              <a:defRPr>
                <a:solidFill>
                  <a:schemeClr val="tx1">
                    <a:tint val="75000"/>
                  </a:schemeClr>
                </a:solidFill>
              </a:defRPr>
            </a:lvl6pPr>
            <a:lvl7pPr marL="2743266" indent="0" algn="ctr">
              <a:buNone/>
              <a:defRPr>
                <a:solidFill>
                  <a:schemeClr val="tx1">
                    <a:tint val="75000"/>
                  </a:schemeClr>
                </a:solidFill>
              </a:defRPr>
            </a:lvl7pPr>
            <a:lvl8pPr marL="3200476" indent="0" algn="ctr">
              <a:buNone/>
              <a:defRPr>
                <a:solidFill>
                  <a:schemeClr val="tx1">
                    <a:tint val="75000"/>
                  </a:schemeClr>
                </a:solidFill>
              </a:defRPr>
            </a:lvl8pPr>
            <a:lvl9pPr marL="3657687" indent="0" algn="ctr">
              <a:buNone/>
              <a:defRPr>
                <a:solidFill>
                  <a:schemeClr val="tx1">
                    <a:tint val="75000"/>
                  </a:schemeClr>
                </a:solidFill>
              </a:defRPr>
            </a:lvl9pPr>
          </a:lstStyle>
          <a:p>
            <a:r>
              <a:rPr lang="en-US"/>
              <a:t>Click to edit Master subtitle style</a:t>
            </a:r>
            <a:endParaRPr lang="en-GB" dirty="0"/>
          </a:p>
        </p:txBody>
      </p:sp>
      <p:sp>
        <p:nvSpPr>
          <p:cNvPr id="14" name="Slide Number Placeholder 7"/>
          <p:cNvSpPr>
            <a:spLocks noGrp="1"/>
          </p:cNvSpPr>
          <p:nvPr>
            <p:ph type="sldNum" sz="quarter" idx="4"/>
          </p:nvPr>
        </p:nvSpPr>
        <p:spPr>
          <a:xfrm>
            <a:off x="10629330" y="6407835"/>
            <a:ext cx="1056117" cy="252000"/>
          </a:xfrm>
          <a:prstGeom prst="rect">
            <a:avLst/>
          </a:prstGeom>
        </p:spPr>
        <p:txBody>
          <a:bodyPr vert="horz" lIns="0" tIns="0" rIns="0" bIns="0" rtlCol="0" anchor="ctr" anchorCtr="0"/>
          <a:lstStyle>
            <a:lvl1pPr algn="r">
              <a:defRPr sz="800" b="0">
                <a:solidFill>
                  <a:srgbClr val="8C8C8C"/>
                </a:solidFill>
              </a:defRPr>
            </a:lvl1pPr>
          </a:lstStyle>
          <a:p>
            <a:fld id="{95CC1D26-A9BD-4BDE-BDD9-08EDBAE96860}" type="slidenum">
              <a:rPr lang="en-GB" smtClean="0"/>
              <a:pPr/>
              <a:t>‹#›</a:t>
            </a:fld>
            <a:endParaRPr lang="en-GB" dirty="0"/>
          </a:p>
        </p:txBody>
      </p:sp>
      <p:sp>
        <p:nvSpPr>
          <p:cNvPr id="11" name="Text Placeholder 5"/>
          <p:cNvSpPr>
            <a:spLocks noGrp="1"/>
          </p:cNvSpPr>
          <p:nvPr>
            <p:ph type="body" sz="quarter" idx="10"/>
          </p:nvPr>
        </p:nvSpPr>
        <p:spPr>
          <a:xfrm>
            <a:off x="500067" y="2663187"/>
            <a:ext cx="3696000" cy="1699200"/>
          </a:xfrm>
        </p:spPr>
        <p:txBody>
          <a:bodyPr>
            <a:noAutofit/>
          </a:bodyPr>
          <a:lstStyle>
            <a:lvl1pPr marL="0" indent="0">
              <a:buNone/>
              <a:defRPr sz="2800">
                <a:solidFill>
                  <a:schemeClr val="accent2"/>
                </a:solidFill>
              </a:defRPr>
            </a:lvl1pPr>
          </a:lstStyle>
          <a:p>
            <a:pPr lvl="0"/>
            <a:r>
              <a:rPr lang="en-US"/>
              <a:t>Click to edit Master text styles</a:t>
            </a:r>
          </a:p>
        </p:txBody>
      </p:sp>
      <p:sp>
        <p:nvSpPr>
          <p:cNvPr id="6" name="Rectangle 5">
            <a:extLst>
              <a:ext uri="{FF2B5EF4-FFF2-40B4-BE49-F238E27FC236}">
                <a16:creationId xmlns:a16="http://schemas.microsoft.com/office/drawing/2014/main" id="{0E2D901D-DAE1-46E9-83E3-441292FAA936}"/>
              </a:ext>
            </a:extLst>
          </p:cNvPr>
          <p:cNvSpPr/>
          <p:nvPr userDrawn="1"/>
        </p:nvSpPr>
        <p:spPr>
          <a:xfrm>
            <a:off x="228022" y="6484166"/>
            <a:ext cx="4572000" cy="215444"/>
          </a:xfrm>
          <a:prstGeom prst="rect">
            <a:avLst/>
          </a:prstGeom>
        </p:spPr>
        <p:txBody>
          <a:bodyPr>
            <a:spAutoFit/>
          </a:bodyPr>
          <a:lstStyle/>
          <a:p>
            <a:pPr defTabSz="914422">
              <a:defRPr/>
            </a:pPr>
            <a:r>
              <a:rPr lang="en-GB" sz="800" dirty="0">
                <a:latin typeface="Verdana"/>
                <a:ea typeface="Verdana" panose="020B0604030504040204" pitchFamily="34" charset="0"/>
                <a:cs typeface="Times New Roman" panose="02020603050405020304" pitchFamily="18" charset="0"/>
              </a:rPr>
              <a:t>© 2019. For information, contact Deloitte Touche Tohmatsu Limited.</a:t>
            </a:r>
            <a:endParaRPr lang="en-US" sz="800" dirty="0">
              <a:latin typeface="Verdana"/>
              <a:ea typeface="Verdana" panose="020B0604030504040204" pitchFamily="34" charset="0"/>
              <a:cs typeface="Times New Roman" panose="02020603050405020304" pitchFamily="18" charset="0"/>
            </a:endParaRPr>
          </a:p>
        </p:txBody>
      </p:sp>
    </p:spTree>
    <p:extLst>
      <p:ext uri="{BB962C8B-B14F-4D97-AF65-F5344CB8AC3E}">
        <p14:creationId xmlns:p14="http://schemas.microsoft.com/office/powerpoint/2010/main" val="3671326175"/>
      </p:ext>
    </p:extLst>
  </p:cSld>
  <p:clrMapOvr>
    <a:masterClrMapping/>
  </p:clrMapOvr>
  <p:transition>
    <p:fade/>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userDrawn="1">
  <p:cSld name="4_Title Slide - Black">
    <p:bg bwMode="gray">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9" name="Picture Placeholder 8"/>
          <p:cNvSpPr>
            <a:spLocks noGrp="1" noChangeAspect="1"/>
          </p:cNvSpPr>
          <p:nvPr>
            <p:ph type="pic" sz="quarter" idx="11"/>
          </p:nvPr>
        </p:nvSpPr>
        <p:spPr>
          <a:xfrm>
            <a:off x="2505856" y="727200"/>
            <a:ext cx="7200000" cy="5400000"/>
          </a:xfrm>
          <a:prstGeom prst="rect">
            <a:avLst/>
          </a:prstGeom>
        </p:spPr>
        <p:txBody>
          <a:bodyPr/>
          <a:lstStyle>
            <a:lvl1pPr>
              <a:defRPr>
                <a:solidFill>
                  <a:schemeClr val="bg1"/>
                </a:solidFill>
              </a:defRPr>
            </a:lvl1pPr>
          </a:lstStyle>
          <a:p>
            <a:r>
              <a:rPr lang="en-US" noProof="0" dirty="0"/>
              <a:t>Click icon to add picture</a:t>
            </a:r>
          </a:p>
        </p:txBody>
      </p:sp>
      <p:sp>
        <p:nvSpPr>
          <p:cNvPr id="3" name="Subtitle 2"/>
          <p:cNvSpPr>
            <a:spLocks noGrp="1"/>
          </p:cNvSpPr>
          <p:nvPr>
            <p:ph type="subTitle" idx="1" hasCustomPrompt="1"/>
          </p:nvPr>
        </p:nvSpPr>
        <p:spPr bwMode="gray">
          <a:xfrm>
            <a:off x="503990" y="5864231"/>
            <a:ext cx="5592011" cy="505645"/>
          </a:xfrm>
          <a:prstGeom prst="rect">
            <a:avLst/>
          </a:prstGeom>
        </p:spPr>
        <p:txBody>
          <a:bodyPr lIns="0" tIns="0" rIns="0" bIns="0" anchor="b" anchorCtr="0">
            <a:noAutofit/>
          </a:bodyPr>
          <a:lstStyle>
            <a:lvl1pPr marL="0" indent="0" algn="l">
              <a:lnSpc>
                <a:spcPct val="100000"/>
              </a:lnSpc>
              <a:spcAft>
                <a:spcPts val="0"/>
              </a:spcAft>
              <a:buNone/>
              <a:defRPr sz="1800" b="1">
                <a:solidFill>
                  <a:schemeClr val="bg1"/>
                </a:solidFill>
              </a:defRPr>
            </a:lvl1pPr>
            <a:lvl2pPr marL="0" marR="0" indent="0" algn="l" defTabSz="914422" rtl="0" eaLnBrk="1" fontAlgn="auto" latinLnBrk="0" hangingPunct="1">
              <a:lnSpc>
                <a:spcPct val="100000"/>
              </a:lnSpc>
              <a:spcBef>
                <a:spcPts val="0"/>
              </a:spcBef>
              <a:spcAft>
                <a:spcPts val="0"/>
              </a:spcAft>
              <a:buClrTx/>
              <a:buSzPct val="100000"/>
              <a:buFont typeface="Arial"/>
              <a:buNone/>
              <a:tabLst/>
              <a:defRPr sz="1600" b="0">
                <a:solidFill>
                  <a:schemeClr val="bg1"/>
                </a:solidFill>
              </a:defRPr>
            </a:lvl2pPr>
            <a:lvl3pPr marL="0" indent="0" algn="l">
              <a:spcAft>
                <a:spcPts val="0"/>
              </a:spcAft>
              <a:buNone/>
              <a:defRPr sz="1600">
                <a:solidFill>
                  <a:schemeClr val="bg1"/>
                </a:solidFill>
              </a:defRPr>
            </a:lvl3pPr>
            <a:lvl4pPr marL="1371633" indent="0" algn="ctr">
              <a:buNone/>
              <a:defRPr sz="1600"/>
            </a:lvl4pPr>
            <a:lvl5pPr marL="1828844" indent="0" algn="ctr">
              <a:buNone/>
              <a:defRPr sz="1600"/>
            </a:lvl5pPr>
            <a:lvl6pPr marL="2286055" indent="0" algn="ctr">
              <a:buNone/>
              <a:defRPr sz="1600"/>
            </a:lvl6pPr>
            <a:lvl7pPr marL="2743266" indent="0" algn="ctr">
              <a:buNone/>
              <a:defRPr sz="1600"/>
            </a:lvl7pPr>
            <a:lvl8pPr marL="3200476" indent="0" algn="ctr">
              <a:buNone/>
              <a:defRPr sz="1600"/>
            </a:lvl8pPr>
            <a:lvl9pPr marL="3657687" indent="0" algn="ctr">
              <a:buNone/>
              <a:defRPr sz="1600"/>
            </a:lvl9pPr>
          </a:lstStyle>
          <a:p>
            <a:r>
              <a:rPr lang="en-US" noProof="0" dirty="0"/>
              <a:t>Click to edit Master title style</a:t>
            </a:r>
          </a:p>
          <a:p>
            <a:pPr marL="0" marR="0" lvl="1" indent="0" algn="l" defTabSz="914422" rtl="0" eaLnBrk="1" fontAlgn="auto" latinLnBrk="0" hangingPunct="1">
              <a:lnSpc>
                <a:spcPct val="100000"/>
              </a:lnSpc>
              <a:spcBef>
                <a:spcPts val="0"/>
              </a:spcBef>
              <a:spcAft>
                <a:spcPts val="0"/>
              </a:spcAft>
              <a:buClrTx/>
              <a:buSzPct val="100000"/>
              <a:buFont typeface="Arial"/>
              <a:buNone/>
              <a:tabLst/>
              <a:defRPr/>
            </a:pPr>
            <a:r>
              <a:rPr lang="en-US" noProof="0" dirty="0"/>
              <a:t>Click to edit Master subtitle style</a:t>
            </a:r>
          </a:p>
        </p:txBody>
      </p:sp>
      <p:sp>
        <p:nvSpPr>
          <p:cNvPr id="5" name="Text Placeholder 4"/>
          <p:cNvSpPr>
            <a:spLocks noGrp="1"/>
          </p:cNvSpPr>
          <p:nvPr>
            <p:ph type="body" sz="quarter" idx="10"/>
          </p:nvPr>
        </p:nvSpPr>
        <p:spPr>
          <a:xfrm>
            <a:off x="501652" y="6381750"/>
            <a:ext cx="5594349" cy="298450"/>
          </a:xfrm>
          <a:prstGeom prst="rect">
            <a:avLst/>
          </a:prstGeom>
        </p:spPr>
        <p:txBody>
          <a:bodyPr/>
          <a:lstStyle>
            <a:lvl1pPr>
              <a:spcAft>
                <a:spcPts val="0"/>
              </a:spcAft>
              <a:defRPr sz="10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Click to edit Master text styles</a:t>
            </a:r>
          </a:p>
        </p:txBody>
      </p:sp>
      <p:grpSp>
        <p:nvGrpSpPr>
          <p:cNvPr id="21" name="Group 20"/>
          <p:cNvGrpSpPr/>
          <p:nvPr userDrawn="1"/>
        </p:nvGrpSpPr>
        <p:grpSpPr>
          <a:xfrm>
            <a:off x="503988" y="378000"/>
            <a:ext cx="2160000" cy="307976"/>
            <a:chOff x="398463" y="404813"/>
            <a:chExt cx="1627187" cy="307976"/>
          </a:xfrm>
          <a:solidFill>
            <a:schemeClr val="bg1"/>
          </a:solidFill>
        </p:grpSpPr>
        <p:sp>
          <p:nvSpPr>
            <p:cNvPr id="11" name="Oval 5"/>
            <p:cNvSpPr>
              <a:spLocks noChangeArrowheads="1"/>
            </p:cNvSpPr>
            <p:nvPr userDrawn="1"/>
          </p:nvSpPr>
          <p:spPr bwMode="auto">
            <a:xfrm>
              <a:off x="1938338" y="625476"/>
              <a:ext cx="87312" cy="873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2" name="Freeform 6"/>
            <p:cNvSpPr>
              <a:spLocks noEditPoints="1"/>
            </p:cNvSpPr>
            <p:nvPr userDrawn="1"/>
          </p:nvSpPr>
          <p:spPr bwMode="auto">
            <a:xfrm>
              <a:off x="398463" y="406401"/>
              <a:ext cx="247650" cy="301625"/>
            </a:xfrm>
            <a:custGeom>
              <a:avLst/>
              <a:gdLst>
                <a:gd name="T0" fmla="*/ 287 w 287"/>
                <a:gd name="T1" fmla="*/ 166 h 347"/>
                <a:gd name="T2" fmla="*/ 240 w 287"/>
                <a:gd name="T3" fmla="*/ 300 h 347"/>
                <a:gd name="T4" fmla="*/ 109 w 287"/>
                <a:gd name="T5" fmla="*/ 347 h 347"/>
                <a:gd name="T6" fmla="*/ 0 w 287"/>
                <a:gd name="T7" fmla="*/ 347 h 347"/>
                <a:gd name="T8" fmla="*/ 0 w 287"/>
                <a:gd name="T9" fmla="*/ 0 h 347"/>
                <a:gd name="T10" fmla="*/ 117 w 287"/>
                <a:gd name="T11" fmla="*/ 0 h 347"/>
                <a:gd name="T12" fmla="*/ 243 w 287"/>
                <a:gd name="T13" fmla="*/ 43 h 347"/>
                <a:gd name="T14" fmla="*/ 287 w 287"/>
                <a:gd name="T15" fmla="*/ 166 h 347"/>
                <a:gd name="T16" fmla="*/ 192 w 287"/>
                <a:gd name="T17" fmla="*/ 170 h 347"/>
                <a:gd name="T18" fmla="*/ 174 w 287"/>
                <a:gd name="T19" fmla="*/ 99 h 347"/>
                <a:gd name="T20" fmla="*/ 118 w 287"/>
                <a:gd name="T21" fmla="*/ 76 h 347"/>
                <a:gd name="T22" fmla="*/ 91 w 287"/>
                <a:gd name="T23" fmla="*/ 76 h 347"/>
                <a:gd name="T24" fmla="*/ 91 w 287"/>
                <a:gd name="T25" fmla="*/ 270 h 347"/>
                <a:gd name="T26" fmla="*/ 111 w 287"/>
                <a:gd name="T27" fmla="*/ 270 h 347"/>
                <a:gd name="T28" fmla="*/ 173 w 287"/>
                <a:gd name="T29" fmla="*/ 245 h 347"/>
                <a:gd name="T30" fmla="*/ 192 w 287"/>
                <a:gd name="T31" fmla="*/ 17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347">
                  <a:moveTo>
                    <a:pt x="287" y="166"/>
                  </a:moveTo>
                  <a:cubicBezTo>
                    <a:pt x="287" y="224"/>
                    <a:pt x="271" y="269"/>
                    <a:pt x="240" y="300"/>
                  </a:cubicBezTo>
                  <a:cubicBezTo>
                    <a:pt x="209" y="331"/>
                    <a:pt x="165" y="347"/>
                    <a:pt x="109" y="347"/>
                  </a:cubicBezTo>
                  <a:cubicBezTo>
                    <a:pt x="0" y="347"/>
                    <a:pt x="0" y="347"/>
                    <a:pt x="0" y="347"/>
                  </a:cubicBezTo>
                  <a:cubicBezTo>
                    <a:pt x="0" y="0"/>
                    <a:pt x="0" y="0"/>
                    <a:pt x="0" y="0"/>
                  </a:cubicBezTo>
                  <a:cubicBezTo>
                    <a:pt x="117" y="0"/>
                    <a:pt x="117" y="0"/>
                    <a:pt x="117" y="0"/>
                  </a:cubicBezTo>
                  <a:cubicBezTo>
                    <a:pt x="171" y="0"/>
                    <a:pt x="213" y="15"/>
                    <a:pt x="243" y="43"/>
                  </a:cubicBezTo>
                  <a:cubicBezTo>
                    <a:pt x="272" y="72"/>
                    <a:pt x="287" y="113"/>
                    <a:pt x="287" y="166"/>
                  </a:cubicBezTo>
                  <a:moveTo>
                    <a:pt x="192" y="170"/>
                  </a:moveTo>
                  <a:cubicBezTo>
                    <a:pt x="192" y="138"/>
                    <a:pt x="186" y="114"/>
                    <a:pt x="174" y="99"/>
                  </a:cubicBezTo>
                  <a:cubicBezTo>
                    <a:pt x="161" y="84"/>
                    <a:pt x="143" y="76"/>
                    <a:pt x="118" y="76"/>
                  </a:cubicBezTo>
                  <a:cubicBezTo>
                    <a:pt x="91" y="76"/>
                    <a:pt x="91" y="76"/>
                    <a:pt x="91" y="76"/>
                  </a:cubicBezTo>
                  <a:cubicBezTo>
                    <a:pt x="91" y="270"/>
                    <a:pt x="91" y="270"/>
                    <a:pt x="91" y="270"/>
                  </a:cubicBezTo>
                  <a:cubicBezTo>
                    <a:pt x="111" y="270"/>
                    <a:pt x="111" y="270"/>
                    <a:pt x="111" y="270"/>
                  </a:cubicBezTo>
                  <a:cubicBezTo>
                    <a:pt x="139" y="270"/>
                    <a:pt x="160" y="262"/>
                    <a:pt x="173" y="245"/>
                  </a:cubicBezTo>
                  <a:cubicBezTo>
                    <a:pt x="186" y="229"/>
                    <a:pt x="192" y="204"/>
                    <a:pt x="192" y="1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3" name="Rectangle 7"/>
            <p:cNvSpPr>
              <a:spLocks noChangeArrowheads="1"/>
            </p:cNvSpPr>
            <p:nvPr userDrawn="1"/>
          </p:nvSpPr>
          <p:spPr bwMode="auto">
            <a:xfrm>
              <a:off x="906463" y="404813"/>
              <a:ext cx="74612" cy="303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4" name="Freeform 8"/>
            <p:cNvSpPr>
              <a:spLocks noEditPoints="1"/>
            </p:cNvSpPr>
            <p:nvPr userDrawn="1"/>
          </p:nvSpPr>
          <p:spPr bwMode="auto">
            <a:xfrm>
              <a:off x="1011238" y="479426"/>
              <a:ext cx="215900" cy="231775"/>
            </a:xfrm>
            <a:custGeom>
              <a:avLst/>
              <a:gdLst>
                <a:gd name="T0" fmla="*/ 252 w 252"/>
                <a:gd name="T1" fmla="*/ 133 h 267"/>
                <a:gd name="T2" fmla="*/ 218 w 252"/>
                <a:gd name="T3" fmla="*/ 232 h 267"/>
                <a:gd name="T4" fmla="*/ 125 w 252"/>
                <a:gd name="T5" fmla="*/ 267 h 267"/>
                <a:gd name="T6" fmla="*/ 34 w 252"/>
                <a:gd name="T7" fmla="*/ 231 h 267"/>
                <a:gd name="T8" fmla="*/ 0 w 252"/>
                <a:gd name="T9" fmla="*/ 133 h 267"/>
                <a:gd name="T10" fmla="*/ 33 w 252"/>
                <a:gd name="T11" fmla="*/ 35 h 267"/>
                <a:gd name="T12" fmla="*/ 127 w 252"/>
                <a:gd name="T13" fmla="*/ 0 h 267"/>
                <a:gd name="T14" fmla="*/ 192 w 252"/>
                <a:gd name="T15" fmla="*/ 16 h 267"/>
                <a:gd name="T16" fmla="*/ 236 w 252"/>
                <a:gd name="T17" fmla="*/ 63 h 267"/>
                <a:gd name="T18" fmla="*/ 252 w 252"/>
                <a:gd name="T19" fmla="*/ 133 h 267"/>
                <a:gd name="T20" fmla="*/ 88 w 252"/>
                <a:gd name="T21" fmla="*/ 133 h 267"/>
                <a:gd name="T22" fmla="*/ 97 w 252"/>
                <a:gd name="T23" fmla="*/ 184 h 267"/>
                <a:gd name="T24" fmla="*/ 126 w 252"/>
                <a:gd name="T25" fmla="*/ 201 h 267"/>
                <a:gd name="T26" fmla="*/ 155 w 252"/>
                <a:gd name="T27" fmla="*/ 184 h 267"/>
                <a:gd name="T28" fmla="*/ 163 w 252"/>
                <a:gd name="T29" fmla="*/ 133 h 267"/>
                <a:gd name="T30" fmla="*/ 155 w 252"/>
                <a:gd name="T31" fmla="*/ 83 h 267"/>
                <a:gd name="T32" fmla="*/ 126 w 252"/>
                <a:gd name="T33" fmla="*/ 66 h 267"/>
                <a:gd name="T34" fmla="*/ 97 w 252"/>
                <a:gd name="T35" fmla="*/ 83 h 267"/>
                <a:gd name="T36" fmla="*/ 88 w 252"/>
                <a:gd name="T37" fmla="*/ 13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67">
                  <a:moveTo>
                    <a:pt x="252" y="133"/>
                  </a:moveTo>
                  <a:cubicBezTo>
                    <a:pt x="252" y="175"/>
                    <a:pt x="241" y="208"/>
                    <a:pt x="218" y="232"/>
                  </a:cubicBezTo>
                  <a:cubicBezTo>
                    <a:pt x="196" y="256"/>
                    <a:pt x="165" y="267"/>
                    <a:pt x="125" y="267"/>
                  </a:cubicBezTo>
                  <a:cubicBezTo>
                    <a:pt x="87" y="267"/>
                    <a:pt x="56" y="255"/>
                    <a:pt x="34" y="231"/>
                  </a:cubicBezTo>
                  <a:cubicBezTo>
                    <a:pt x="11" y="207"/>
                    <a:pt x="0" y="174"/>
                    <a:pt x="0" y="133"/>
                  </a:cubicBezTo>
                  <a:cubicBezTo>
                    <a:pt x="0" y="91"/>
                    <a:pt x="11" y="58"/>
                    <a:pt x="33" y="35"/>
                  </a:cubicBezTo>
                  <a:cubicBezTo>
                    <a:pt x="55" y="12"/>
                    <a:pt x="86" y="0"/>
                    <a:pt x="127" y="0"/>
                  </a:cubicBezTo>
                  <a:cubicBezTo>
                    <a:pt x="151" y="0"/>
                    <a:pt x="173" y="5"/>
                    <a:pt x="192" y="16"/>
                  </a:cubicBezTo>
                  <a:cubicBezTo>
                    <a:pt x="211" y="27"/>
                    <a:pt x="226" y="42"/>
                    <a:pt x="236" y="63"/>
                  </a:cubicBezTo>
                  <a:cubicBezTo>
                    <a:pt x="247" y="83"/>
                    <a:pt x="252" y="106"/>
                    <a:pt x="252" y="133"/>
                  </a:cubicBezTo>
                  <a:moveTo>
                    <a:pt x="88" y="133"/>
                  </a:moveTo>
                  <a:cubicBezTo>
                    <a:pt x="88" y="155"/>
                    <a:pt x="91" y="172"/>
                    <a:pt x="97" y="184"/>
                  </a:cubicBezTo>
                  <a:cubicBezTo>
                    <a:pt x="103" y="195"/>
                    <a:pt x="112" y="201"/>
                    <a:pt x="126" y="201"/>
                  </a:cubicBezTo>
                  <a:cubicBezTo>
                    <a:pt x="140" y="201"/>
                    <a:pt x="149" y="195"/>
                    <a:pt x="155" y="184"/>
                  </a:cubicBezTo>
                  <a:cubicBezTo>
                    <a:pt x="160" y="172"/>
                    <a:pt x="163" y="155"/>
                    <a:pt x="163" y="133"/>
                  </a:cubicBezTo>
                  <a:cubicBezTo>
                    <a:pt x="163" y="111"/>
                    <a:pt x="160" y="94"/>
                    <a:pt x="155" y="83"/>
                  </a:cubicBezTo>
                  <a:cubicBezTo>
                    <a:pt x="149" y="72"/>
                    <a:pt x="139" y="66"/>
                    <a:pt x="126" y="66"/>
                  </a:cubicBezTo>
                  <a:cubicBezTo>
                    <a:pt x="112" y="66"/>
                    <a:pt x="103" y="72"/>
                    <a:pt x="97" y="83"/>
                  </a:cubicBezTo>
                  <a:cubicBezTo>
                    <a:pt x="91" y="94"/>
                    <a:pt x="88" y="111"/>
                    <a:pt x="88" y="1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5" name="Rectangle 9"/>
            <p:cNvSpPr>
              <a:spLocks noChangeArrowheads="1"/>
            </p:cNvSpPr>
            <p:nvPr userDrawn="1"/>
          </p:nvSpPr>
          <p:spPr bwMode="auto">
            <a:xfrm>
              <a:off x="1257300" y="482601"/>
              <a:ext cx="74612"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6" name="Rectangle 10"/>
            <p:cNvSpPr>
              <a:spLocks noChangeArrowheads="1"/>
            </p:cNvSpPr>
            <p:nvPr userDrawn="1"/>
          </p:nvSpPr>
          <p:spPr bwMode="auto">
            <a:xfrm>
              <a:off x="1257300" y="404813"/>
              <a:ext cx="74612"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7" name="Freeform 11"/>
            <p:cNvSpPr>
              <a:spLocks/>
            </p:cNvSpPr>
            <p:nvPr userDrawn="1"/>
          </p:nvSpPr>
          <p:spPr bwMode="auto">
            <a:xfrm>
              <a:off x="1362075" y="411163"/>
              <a:ext cx="158750" cy="300038"/>
            </a:xfrm>
            <a:custGeom>
              <a:avLst/>
              <a:gdLst>
                <a:gd name="T0" fmla="*/ 142 w 184"/>
                <a:gd name="T1" fmla="*/ 274 h 344"/>
                <a:gd name="T2" fmla="*/ 184 w 184"/>
                <a:gd name="T3" fmla="*/ 265 h 344"/>
                <a:gd name="T4" fmla="*/ 184 w 184"/>
                <a:gd name="T5" fmla="*/ 330 h 344"/>
                <a:gd name="T6" fmla="*/ 150 w 184"/>
                <a:gd name="T7" fmla="*/ 341 h 344"/>
                <a:gd name="T8" fmla="*/ 113 w 184"/>
                <a:gd name="T9" fmla="*/ 344 h 344"/>
                <a:gd name="T10" fmla="*/ 50 w 184"/>
                <a:gd name="T11" fmla="*/ 322 h 344"/>
                <a:gd name="T12" fmla="*/ 30 w 184"/>
                <a:gd name="T13" fmla="*/ 255 h 344"/>
                <a:gd name="T14" fmla="*/ 30 w 184"/>
                <a:gd name="T15" fmla="*/ 148 h 344"/>
                <a:gd name="T16" fmla="*/ 0 w 184"/>
                <a:gd name="T17" fmla="*/ 148 h 344"/>
                <a:gd name="T18" fmla="*/ 0 w 184"/>
                <a:gd name="T19" fmla="*/ 81 h 344"/>
                <a:gd name="T20" fmla="*/ 30 w 184"/>
                <a:gd name="T21" fmla="*/ 81 h 344"/>
                <a:gd name="T22" fmla="*/ 30 w 184"/>
                <a:gd name="T23" fmla="*/ 16 h 344"/>
                <a:gd name="T24" fmla="*/ 118 w 184"/>
                <a:gd name="T25" fmla="*/ 0 h 344"/>
                <a:gd name="T26" fmla="*/ 118 w 184"/>
                <a:gd name="T27" fmla="*/ 81 h 344"/>
                <a:gd name="T28" fmla="*/ 174 w 184"/>
                <a:gd name="T29" fmla="*/ 81 h 344"/>
                <a:gd name="T30" fmla="*/ 174 w 184"/>
                <a:gd name="T31" fmla="*/ 148 h 344"/>
                <a:gd name="T32" fmla="*/ 118 w 184"/>
                <a:gd name="T33" fmla="*/ 148 h 344"/>
                <a:gd name="T34" fmla="*/ 118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3" y="274"/>
                    <a:pt x="167" y="271"/>
                    <a:pt x="184" y="265"/>
                  </a:cubicBezTo>
                  <a:cubicBezTo>
                    <a:pt x="184" y="330"/>
                    <a:pt x="184" y="330"/>
                    <a:pt x="184" y="330"/>
                  </a:cubicBezTo>
                  <a:cubicBezTo>
                    <a:pt x="172" y="335"/>
                    <a:pt x="161" y="339"/>
                    <a:pt x="150" y="341"/>
                  </a:cubicBezTo>
                  <a:cubicBezTo>
                    <a:pt x="140" y="343"/>
                    <a:pt x="127" y="344"/>
                    <a:pt x="113" y="344"/>
                  </a:cubicBezTo>
                  <a:cubicBezTo>
                    <a:pt x="84" y="344"/>
                    <a:pt x="63" y="337"/>
                    <a:pt x="50" y="322"/>
                  </a:cubicBezTo>
                  <a:cubicBezTo>
                    <a:pt x="37" y="308"/>
                    <a:pt x="30" y="285"/>
                    <a:pt x="30" y="255"/>
                  </a:cubicBezTo>
                  <a:cubicBezTo>
                    <a:pt x="30" y="148"/>
                    <a:pt x="30" y="148"/>
                    <a:pt x="30" y="148"/>
                  </a:cubicBezTo>
                  <a:cubicBezTo>
                    <a:pt x="0" y="148"/>
                    <a:pt x="0" y="148"/>
                    <a:pt x="0" y="148"/>
                  </a:cubicBezTo>
                  <a:cubicBezTo>
                    <a:pt x="0" y="81"/>
                    <a:pt x="0" y="81"/>
                    <a:pt x="0" y="81"/>
                  </a:cubicBezTo>
                  <a:cubicBezTo>
                    <a:pt x="30" y="81"/>
                    <a:pt x="30" y="81"/>
                    <a:pt x="30" y="81"/>
                  </a:cubicBezTo>
                  <a:cubicBezTo>
                    <a:pt x="30" y="16"/>
                    <a:pt x="30" y="16"/>
                    <a:pt x="30" y="16"/>
                  </a:cubicBezTo>
                  <a:cubicBezTo>
                    <a:pt x="118" y="0"/>
                    <a:pt x="118" y="0"/>
                    <a:pt x="118" y="0"/>
                  </a:cubicBezTo>
                  <a:cubicBezTo>
                    <a:pt x="118" y="81"/>
                    <a:pt x="118" y="81"/>
                    <a:pt x="118" y="81"/>
                  </a:cubicBezTo>
                  <a:cubicBezTo>
                    <a:pt x="174" y="81"/>
                    <a:pt x="174" y="81"/>
                    <a:pt x="174" y="81"/>
                  </a:cubicBezTo>
                  <a:cubicBezTo>
                    <a:pt x="174" y="148"/>
                    <a:pt x="174" y="148"/>
                    <a:pt x="174" y="148"/>
                  </a:cubicBezTo>
                  <a:cubicBezTo>
                    <a:pt x="118" y="148"/>
                    <a:pt x="118" y="148"/>
                    <a:pt x="118" y="148"/>
                  </a:cubicBezTo>
                  <a:cubicBezTo>
                    <a:pt x="118" y="249"/>
                    <a:pt x="118" y="249"/>
                    <a:pt x="118" y="249"/>
                  </a:cubicBezTo>
                  <a:cubicBezTo>
                    <a:pt x="118" y="266"/>
                    <a:pt x="126"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8" name="Freeform 12"/>
            <p:cNvSpPr>
              <a:spLocks/>
            </p:cNvSpPr>
            <p:nvPr userDrawn="1"/>
          </p:nvSpPr>
          <p:spPr bwMode="auto">
            <a:xfrm>
              <a:off x="1535113" y="411163"/>
              <a:ext cx="158750" cy="300038"/>
            </a:xfrm>
            <a:custGeom>
              <a:avLst/>
              <a:gdLst>
                <a:gd name="T0" fmla="*/ 142 w 184"/>
                <a:gd name="T1" fmla="*/ 274 h 344"/>
                <a:gd name="T2" fmla="*/ 184 w 184"/>
                <a:gd name="T3" fmla="*/ 265 h 344"/>
                <a:gd name="T4" fmla="*/ 184 w 184"/>
                <a:gd name="T5" fmla="*/ 330 h 344"/>
                <a:gd name="T6" fmla="*/ 151 w 184"/>
                <a:gd name="T7" fmla="*/ 341 h 344"/>
                <a:gd name="T8" fmla="*/ 114 w 184"/>
                <a:gd name="T9" fmla="*/ 344 h 344"/>
                <a:gd name="T10" fmla="*/ 50 w 184"/>
                <a:gd name="T11" fmla="*/ 322 h 344"/>
                <a:gd name="T12" fmla="*/ 31 w 184"/>
                <a:gd name="T13" fmla="*/ 255 h 344"/>
                <a:gd name="T14" fmla="*/ 31 w 184"/>
                <a:gd name="T15" fmla="*/ 148 h 344"/>
                <a:gd name="T16" fmla="*/ 0 w 184"/>
                <a:gd name="T17" fmla="*/ 148 h 344"/>
                <a:gd name="T18" fmla="*/ 0 w 184"/>
                <a:gd name="T19" fmla="*/ 81 h 344"/>
                <a:gd name="T20" fmla="*/ 31 w 184"/>
                <a:gd name="T21" fmla="*/ 81 h 344"/>
                <a:gd name="T22" fmla="*/ 31 w 184"/>
                <a:gd name="T23" fmla="*/ 15 h 344"/>
                <a:gd name="T24" fmla="*/ 119 w 184"/>
                <a:gd name="T25" fmla="*/ 0 h 344"/>
                <a:gd name="T26" fmla="*/ 119 w 184"/>
                <a:gd name="T27" fmla="*/ 81 h 344"/>
                <a:gd name="T28" fmla="*/ 174 w 184"/>
                <a:gd name="T29" fmla="*/ 81 h 344"/>
                <a:gd name="T30" fmla="*/ 174 w 184"/>
                <a:gd name="T31" fmla="*/ 148 h 344"/>
                <a:gd name="T32" fmla="*/ 119 w 184"/>
                <a:gd name="T33" fmla="*/ 148 h 344"/>
                <a:gd name="T34" fmla="*/ 119 w 184"/>
                <a:gd name="T35" fmla="*/ 249 h 344"/>
                <a:gd name="T36" fmla="*/ 142 w 184"/>
                <a:gd name="T37" fmla="*/ 27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4" h="344">
                  <a:moveTo>
                    <a:pt x="142" y="274"/>
                  </a:moveTo>
                  <a:cubicBezTo>
                    <a:pt x="154" y="274"/>
                    <a:pt x="168" y="271"/>
                    <a:pt x="184" y="265"/>
                  </a:cubicBezTo>
                  <a:cubicBezTo>
                    <a:pt x="184" y="330"/>
                    <a:pt x="184" y="330"/>
                    <a:pt x="184" y="330"/>
                  </a:cubicBezTo>
                  <a:cubicBezTo>
                    <a:pt x="173" y="335"/>
                    <a:pt x="161" y="339"/>
                    <a:pt x="151" y="341"/>
                  </a:cubicBezTo>
                  <a:cubicBezTo>
                    <a:pt x="140" y="343"/>
                    <a:pt x="128" y="344"/>
                    <a:pt x="114" y="344"/>
                  </a:cubicBezTo>
                  <a:cubicBezTo>
                    <a:pt x="84" y="344"/>
                    <a:pt x="63" y="337"/>
                    <a:pt x="50" y="322"/>
                  </a:cubicBezTo>
                  <a:cubicBezTo>
                    <a:pt x="37" y="308"/>
                    <a:pt x="31" y="285"/>
                    <a:pt x="31" y="255"/>
                  </a:cubicBezTo>
                  <a:cubicBezTo>
                    <a:pt x="31" y="148"/>
                    <a:pt x="31" y="148"/>
                    <a:pt x="31" y="148"/>
                  </a:cubicBezTo>
                  <a:cubicBezTo>
                    <a:pt x="0" y="148"/>
                    <a:pt x="0" y="148"/>
                    <a:pt x="0" y="148"/>
                  </a:cubicBezTo>
                  <a:cubicBezTo>
                    <a:pt x="0" y="81"/>
                    <a:pt x="0" y="81"/>
                    <a:pt x="0" y="81"/>
                  </a:cubicBezTo>
                  <a:cubicBezTo>
                    <a:pt x="31" y="81"/>
                    <a:pt x="31" y="81"/>
                    <a:pt x="31" y="81"/>
                  </a:cubicBezTo>
                  <a:cubicBezTo>
                    <a:pt x="31" y="15"/>
                    <a:pt x="31" y="15"/>
                    <a:pt x="31" y="15"/>
                  </a:cubicBezTo>
                  <a:cubicBezTo>
                    <a:pt x="119" y="0"/>
                    <a:pt x="119" y="0"/>
                    <a:pt x="119" y="0"/>
                  </a:cubicBezTo>
                  <a:cubicBezTo>
                    <a:pt x="119" y="81"/>
                    <a:pt x="119" y="81"/>
                    <a:pt x="119" y="81"/>
                  </a:cubicBezTo>
                  <a:cubicBezTo>
                    <a:pt x="174" y="81"/>
                    <a:pt x="174" y="81"/>
                    <a:pt x="174" y="81"/>
                  </a:cubicBezTo>
                  <a:cubicBezTo>
                    <a:pt x="174" y="148"/>
                    <a:pt x="174" y="148"/>
                    <a:pt x="174" y="148"/>
                  </a:cubicBezTo>
                  <a:cubicBezTo>
                    <a:pt x="119" y="148"/>
                    <a:pt x="119" y="148"/>
                    <a:pt x="119" y="148"/>
                  </a:cubicBezTo>
                  <a:cubicBezTo>
                    <a:pt x="119" y="249"/>
                    <a:pt x="119" y="249"/>
                    <a:pt x="119" y="249"/>
                  </a:cubicBezTo>
                  <a:cubicBezTo>
                    <a:pt x="119" y="266"/>
                    <a:pt x="127" y="274"/>
                    <a:pt x="142" y="27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19" name="Freeform 13"/>
            <p:cNvSpPr>
              <a:spLocks noEditPoints="1"/>
            </p:cNvSpPr>
            <p:nvPr userDrawn="1"/>
          </p:nvSpPr>
          <p:spPr bwMode="auto">
            <a:xfrm>
              <a:off x="1709738" y="479426"/>
              <a:ext cx="211137" cy="231775"/>
            </a:xfrm>
            <a:custGeom>
              <a:avLst/>
              <a:gdLst>
                <a:gd name="T0" fmla="*/ 213 w 244"/>
                <a:gd name="T1" fmla="*/ 30 h 267"/>
                <a:gd name="T2" fmla="*/ 125 w 244"/>
                <a:gd name="T3" fmla="*/ 0 h 267"/>
                <a:gd name="T4" fmla="*/ 33 w 244"/>
                <a:gd name="T5" fmla="*/ 35 h 267"/>
                <a:gd name="T6" fmla="*/ 0 w 244"/>
                <a:gd name="T7" fmla="*/ 135 h 267"/>
                <a:gd name="T8" fmla="*/ 35 w 244"/>
                <a:gd name="T9" fmla="*/ 233 h 267"/>
                <a:gd name="T10" fmla="*/ 133 w 244"/>
                <a:gd name="T11" fmla="*/ 267 h 267"/>
                <a:gd name="T12" fmla="*/ 185 w 244"/>
                <a:gd name="T13" fmla="*/ 263 h 267"/>
                <a:gd name="T14" fmla="*/ 227 w 244"/>
                <a:gd name="T15" fmla="*/ 249 h 267"/>
                <a:gd name="T16" fmla="*/ 214 w 244"/>
                <a:gd name="T17" fmla="*/ 190 h 267"/>
                <a:gd name="T18" fmla="*/ 186 w 244"/>
                <a:gd name="T19" fmla="*/ 200 h 267"/>
                <a:gd name="T20" fmla="*/ 144 w 244"/>
                <a:gd name="T21" fmla="*/ 204 h 267"/>
                <a:gd name="T22" fmla="*/ 104 w 244"/>
                <a:gd name="T23" fmla="*/ 192 h 267"/>
                <a:gd name="T24" fmla="*/ 88 w 244"/>
                <a:gd name="T25" fmla="*/ 158 h 267"/>
                <a:gd name="T26" fmla="*/ 244 w 244"/>
                <a:gd name="T27" fmla="*/ 158 h 267"/>
                <a:gd name="T28" fmla="*/ 244 w 244"/>
                <a:gd name="T29" fmla="*/ 118 h 267"/>
                <a:gd name="T30" fmla="*/ 213 w 244"/>
                <a:gd name="T31" fmla="*/ 30 h 267"/>
                <a:gd name="T32" fmla="*/ 90 w 244"/>
                <a:gd name="T33" fmla="*/ 102 h 267"/>
                <a:gd name="T34" fmla="*/ 102 w 244"/>
                <a:gd name="T35" fmla="*/ 70 h 267"/>
                <a:gd name="T36" fmla="*/ 128 w 244"/>
                <a:gd name="T37" fmla="*/ 61 h 267"/>
                <a:gd name="T38" fmla="*/ 155 w 244"/>
                <a:gd name="T39" fmla="*/ 72 h 267"/>
                <a:gd name="T40" fmla="*/ 165 w 244"/>
                <a:gd name="T41" fmla="*/ 102 h 267"/>
                <a:gd name="T42" fmla="*/ 90 w 244"/>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4" h="267">
                  <a:moveTo>
                    <a:pt x="213" y="30"/>
                  </a:moveTo>
                  <a:cubicBezTo>
                    <a:pt x="192" y="10"/>
                    <a:pt x="163" y="0"/>
                    <a:pt x="125" y="0"/>
                  </a:cubicBezTo>
                  <a:cubicBezTo>
                    <a:pt x="85" y="0"/>
                    <a:pt x="54" y="12"/>
                    <a:pt x="33" y="35"/>
                  </a:cubicBezTo>
                  <a:cubicBezTo>
                    <a:pt x="11" y="58"/>
                    <a:pt x="0" y="92"/>
                    <a:pt x="0" y="135"/>
                  </a:cubicBezTo>
                  <a:cubicBezTo>
                    <a:pt x="0" y="178"/>
                    <a:pt x="12" y="210"/>
                    <a:pt x="35" y="233"/>
                  </a:cubicBezTo>
                  <a:cubicBezTo>
                    <a:pt x="59" y="256"/>
                    <a:pt x="91" y="267"/>
                    <a:pt x="133" y="267"/>
                  </a:cubicBezTo>
                  <a:cubicBezTo>
                    <a:pt x="153" y="267"/>
                    <a:pt x="171" y="266"/>
                    <a:pt x="185" y="263"/>
                  </a:cubicBezTo>
                  <a:cubicBezTo>
                    <a:pt x="200" y="261"/>
                    <a:pt x="214" y="256"/>
                    <a:pt x="227" y="249"/>
                  </a:cubicBezTo>
                  <a:cubicBezTo>
                    <a:pt x="214" y="190"/>
                    <a:pt x="214" y="190"/>
                    <a:pt x="214" y="190"/>
                  </a:cubicBezTo>
                  <a:cubicBezTo>
                    <a:pt x="204" y="194"/>
                    <a:pt x="195" y="197"/>
                    <a:pt x="186" y="200"/>
                  </a:cubicBezTo>
                  <a:cubicBezTo>
                    <a:pt x="173" y="202"/>
                    <a:pt x="159" y="204"/>
                    <a:pt x="144" y="204"/>
                  </a:cubicBezTo>
                  <a:cubicBezTo>
                    <a:pt x="127" y="204"/>
                    <a:pt x="114" y="200"/>
                    <a:pt x="104" y="192"/>
                  </a:cubicBezTo>
                  <a:cubicBezTo>
                    <a:pt x="94" y="183"/>
                    <a:pt x="89" y="172"/>
                    <a:pt x="88" y="158"/>
                  </a:cubicBezTo>
                  <a:cubicBezTo>
                    <a:pt x="244" y="158"/>
                    <a:pt x="244" y="158"/>
                    <a:pt x="244" y="158"/>
                  </a:cubicBezTo>
                  <a:cubicBezTo>
                    <a:pt x="244" y="118"/>
                    <a:pt x="244" y="118"/>
                    <a:pt x="244" y="118"/>
                  </a:cubicBezTo>
                  <a:cubicBezTo>
                    <a:pt x="244" y="80"/>
                    <a:pt x="234" y="51"/>
                    <a:pt x="213" y="30"/>
                  </a:cubicBezTo>
                  <a:moveTo>
                    <a:pt x="90" y="102"/>
                  </a:moveTo>
                  <a:cubicBezTo>
                    <a:pt x="91" y="87"/>
                    <a:pt x="95" y="77"/>
                    <a:pt x="102" y="70"/>
                  </a:cubicBezTo>
                  <a:cubicBezTo>
                    <a:pt x="109" y="64"/>
                    <a:pt x="118" y="61"/>
                    <a:pt x="128" y="61"/>
                  </a:cubicBezTo>
                  <a:cubicBezTo>
                    <a:pt x="139" y="61"/>
                    <a:pt x="148" y="64"/>
                    <a:pt x="155" y="72"/>
                  </a:cubicBezTo>
                  <a:cubicBezTo>
                    <a:pt x="161" y="79"/>
                    <a:pt x="165" y="89"/>
                    <a:pt x="165" y="102"/>
                  </a:cubicBezTo>
                  <a:lnTo>
                    <a:pt x="9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sp>
          <p:nvSpPr>
            <p:cNvPr id="20" name="Freeform 14"/>
            <p:cNvSpPr>
              <a:spLocks noEditPoints="1"/>
            </p:cNvSpPr>
            <p:nvPr userDrawn="1"/>
          </p:nvSpPr>
          <p:spPr bwMode="auto">
            <a:xfrm>
              <a:off x="668338" y="479426"/>
              <a:ext cx="209550" cy="231775"/>
            </a:xfrm>
            <a:custGeom>
              <a:avLst/>
              <a:gdLst>
                <a:gd name="T0" fmla="*/ 212 w 243"/>
                <a:gd name="T1" fmla="*/ 30 h 267"/>
                <a:gd name="T2" fmla="*/ 124 w 243"/>
                <a:gd name="T3" fmla="*/ 0 h 267"/>
                <a:gd name="T4" fmla="*/ 32 w 243"/>
                <a:gd name="T5" fmla="*/ 35 h 267"/>
                <a:gd name="T6" fmla="*/ 0 w 243"/>
                <a:gd name="T7" fmla="*/ 135 h 267"/>
                <a:gd name="T8" fmla="*/ 35 w 243"/>
                <a:gd name="T9" fmla="*/ 233 h 267"/>
                <a:gd name="T10" fmla="*/ 132 w 243"/>
                <a:gd name="T11" fmla="*/ 267 h 267"/>
                <a:gd name="T12" fmla="*/ 184 w 243"/>
                <a:gd name="T13" fmla="*/ 263 h 267"/>
                <a:gd name="T14" fmla="*/ 227 w 243"/>
                <a:gd name="T15" fmla="*/ 249 h 267"/>
                <a:gd name="T16" fmla="*/ 213 w 243"/>
                <a:gd name="T17" fmla="*/ 190 h 267"/>
                <a:gd name="T18" fmla="*/ 185 w 243"/>
                <a:gd name="T19" fmla="*/ 200 h 267"/>
                <a:gd name="T20" fmla="*/ 143 w 243"/>
                <a:gd name="T21" fmla="*/ 204 h 267"/>
                <a:gd name="T22" fmla="*/ 103 w 243"/>
                <a:gd name="T23" fmla="*/ 192 h 267"/>
                <a:gd name="T24" fmla="*/ 88 w 243"/>
                <a:gd name="T25" fmla="*/ 158 h 267"/>
                <a:gd name="T26" fmla="*/ 243 w 243"/>
                <a:gd name="T27" fmla="*/ 158 h 267"/>
                <a:gd name="T28" fmla="*/ 243 w 243"/>
                <a:gd name="T29" fmla="*/ 118 h 267"/>
                <a:gd name="T30" fmla="*/ 212 w 243"/>
                <a:gd name="T31" fmla="*/ 30 h 267"/>
                <a:gd name="T32" fmla="*/ 89 w 243"/>
                <a:gd name="T33" fmla="*/ 102 h 267"/>
                <a:gd name="T34" fmla="*/ 102 w 243"/>
                <a:gd name="T35" fmla="*/ 70 h 267"/>
                <a:gd name="T36" fmla="*/ 127 w 243"/>
                <a:gd name="T37" fmla="*/ 61 h 267"/>
                <a:gd name="T38" fmla="*/ 154 w 243"/>
                <a:gd name="T39" fmla="*/ 72 h 267"/>
                <a:gd name="T40" fmla="*/ 164 w 243"/>
                <a:gd name="T41" fmla="*/ 102 h 267"/>
                <a:gd name="T42" fmla="*/ 89 w 243"/>
                <a:gd name="T43" fmla="*/ 10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67">
                  <a:moveTo>
                    <a:pt x="212" y="30"/>
                  </a:moveTo>
                  <a:cubicBezTo>
                    <a:pt x="191" y="10"/>
                    <a:pt x="162" y="0"/>
                    <a:pt x="124" y="0"/>
                  </a:cubicBezTo>
                  <a:cubicBezTo>
                    <a:pt x="84" y="0"/>
                    <a:pt x="53" y="12"/>
                    <a:pt x="32" y="35"/>
                  </a:cubicBezTo>
                  <a:cubicBezTo>
                    <a:pt x="10" y="58"/>
                    <a:pt x="0" y="92"/>
                    <a:pt x="0" y="135"/>
                  </a:cubicBezTo>
                  <a:cubicBezTo>
                    <a:pt x="0" y="178"/>
                    <a:pt x="11" y="210"/>
                    <a:pt x="35" y="233"/>
                  </a:cubicBezTo>
                  <a:cubicBezTo>
                    <a:pt x="58" y="256"/>
                    <a:pt x="90" y="267"/>
                    <a:pt x="132" y="267"/>
                  </a:cubicBezTo>
                  <a:cubicBezTo>
                    <a:pt x="153" y="267"/>
                    <a:pt x="170" y="266"/>
                    <a:pt x="184" y="263"/>
                  </a:cubicBezTo>
                  <a:cubicBezTo>
                    <a:pt x="199" y="261"/>
                    <a:pt x="213" y="256"/>
                    <a:pt x="227" y="249"/>
                  </a:cubicBezTo>
                  <a:cubicBezTo>
                    <a:pt x="213" y="190"/>
                    <a:pt x="213" y="190"/>
                    <a:pt x="213" y="190"/>
                  </a:cubicBezTo>
                  <a:cubicBezTo>
                    <a:pt x="203" y="194"/>
                    <a:pt x="194" y="197"/>
                    <a:pt x="185" y="200"/>
                  </a:cubicBezTo>
                  <a:cubicBezTo>
                    <a:pt x="172" y="202"/>
                    <a:pt x="158" y="204"/>
                    <a:pt x="143" y="204"/>
                  </a:cubicBezTo>
                  <a:cubicBezTo>
                    <a:pt x="126" y="204"/>
                    <a:pt x="113" y="200"/>
                    <a:pt x="103" y="192"/>
                  </a:cubicBezTo>
                  <a:cubicBezTo>
                    <a:pt x="93" y="183"/>
                    <a:pt x="88" y="172"/>
                    <a:pt x="88" y="158"/>
                  </a:cubicBezTo>
                  <a:cubicBezTo>
                    <a:pt x="243" y="158"/>
                    <a:pt x="243" y="158"/>
                    <a:pt x="243" y="158"/>
                  </a:cubicBezTo>
                  <a:cubicBezTo>
                    <a:pt x="243" y="118"/>
                    <a:pt x="243" y="118"/>
                    <a:pt x="243" y="118"/>
                  </a:cubicBezTo>
                  <a:cubicBezTo>
                    <a:pt x="243" y="80"/>
                    <a:pt x="233" y="51"/>
                    <a:pt x="212" y="30"/>
                  </a:cubicBezTo>
                  <a:moveTo>
                    <a:pt x="89" y="102"/>
                  </a:moveTo>
                  <a:cubicBezTo>
                    <a:pt x="91" y="87"/>
                    <a:pt x="95" y="77"/>
                    <a:pt x="102" y="70"/>
                  </a:cubicBezTo>
                  <a:cubicBezTo>
                    <a:pt x="108" y="64"/>
                    <a:pt x="117" y="61"/>
                    <a:pt x="127" y="61"/>
                  </a:cubicBezTo>
                  <a:cubicBezTo>
                    <a:pt x="138" y="61"/>
                    <a:pt x="147" y="64"/>
                    <a:pt x="154" y="72"/>
                  </a:cubicBezTo>
                  <a:cubicBezTo>
                    <a:pt x="160" y="79"/>
                    <a:pt x="164" y="89"/>
                    <a:pt x="164" y="102"/>
                  </a:cubicBezTo>
                  <a:lnTo>
                    <a:pt x="8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noProof="0" dirty="0">
                <a:solidFill>
                  <a:schemeClr val="bg1"/>
                </a:solidFill>
              </a:endParaRPr>
            </a:p>
          </p:txBody>
        </p:sp>
      </p:grpSp>
    </p:spTree>
    <p:extLst>
      <p:ext uri="{BB962C8B-B14F-4D97-AF65-F5344CB8AC3E}">
        <p14:creationId xmlns:p14="http://schemas.microsoft.com/office/powerpoint/2010/main" val="379942520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4088">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userDrawn="1">
  <p:cSld name="2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Click to edit Master title style</a:t>
            </a:r>
          </a:p>
        </p:txBody>
      </p:sp>
      <p:sp>
        <p:nvSpPr>
          <p:cNvPr id="3" name="TextBox 2">
            <a:extLst>
              <a:ext uri="{FF2B5EF4-FFF2-40B4-BE49-F238E27FC236}">
                <a16:creationId xmlns:a16="http://schemas.microsoft.com/office/drawing/2014/main" id="{BEC5FB2D-51C4-446B-B46B-3B301738D071}"/>
              </a:ext>
            </a:extLst>
          </p:cNvPr>
          <p:cNvSpPr txBox="1"/>
          <p:nvPr userDrawn="1"/>
        </p:nvSpPr>
        <p:spPr>
          <a:xfrm>
            <a:off x="501652" y="6629408"/>
            <a:ext cx="5355169" cy="201260"/>
          </a:xfrm>
          <a:prstGeom prst="rect">
            <a:avLst/>
          </a:prstGeom>
          <a:noFill/>
        </p:spPr>
        <p:txBody>
          <a:bodyPr wrap="square" lIns="0" tIns="0" rIns="0" bIns="0" rtlCol="0">
            <a:noAutofit/>
          </a:bodyPr>
          <a:lstStyle/>
          <a:p>
            <a:pPr>
              <a:spcBef>
                <a:spcPts val="800"/>
              </a:spcBef>
              <a:buSzPct val="100000"/>
              <a:buFont typeface="Arial"/>
              <a:buNone/>
            </a:pPr>
            <a:r>
              <a:rPr lang="fr-FR" sz="867" dirty="0">
                <a:solidFill>
                  <a:prstClr val="black"/>
                </a:solidFill>
              </a:rPr>
              <a:t>© 2022 Deloitte Touche Tohmatsu India LLP</a:t>
            </a:r>
          </a:p>
        </p:txBody>
      </p:sp>
      <p:sp>
        <p:nvSpPr>
          <p:cNvPr id="4" name="TextBox 3">
            <a:extLst>
              <a:ext uri="{FF2B5EF4-FFF2-40B4-BE49-F238E27FC236}">
                <a16:creationId xmlns:a16="http://schemas.microsoft.com/office/drawing/2014/main" id="{2DCDCA34-5067-4E2C-9834-B642B8C03FF8}"/>
              </a:ext>
            </a:extLst>
          </p:cNvPr>
          <p:cNvSpPr txBox="1"/>
          <p:nvPr userDrawn="1"/>
        </p:nvSpPr>
        <p:spPr>
          <a:xfrm>
            <a:off x="11382379" y="6629405"/>
            <a:ext cx="307976" cy="100027"/>
          </a:xfrm>
          <a:prstGeom prst="rect">
            <a:avLst/>
          </a:prstGeom>
          <a:noFill/>
        </p:spPr>
        <p:txBody>
          <a:bodyPr wrap="square" lIns="0" tIns="0" rIns="0" bIns="0" rtlCol="0">
            <a:noAutofit/>
          </a:bodyPr>
          <a:lstStyle/>
          <a:p>
            <a:pPr algn="r">
              <a:spcBef>
                <a:spcPts val="800"/>
              </a:spcBef>
              <a:buSzPct val="100000"/>
              <a:buFont typeface="Arial"/>
              <a:buNone/>
            </a:pPr>
            <a:fld id="{C58DF478-B544-4ED8-9ED4-6A2648E2D233}" type="slidenum">
              <a:rPr lang="en-US" sz="867" smtClean="0">
                <a:solidFill>
                  <a:prstClr val="black"/>
                </a:solidFill>
              </a:rPr>
              <a:pPr algn="r">
                <a:spcBef>
                  <a:spcPts val="800"/>
                </a:spcBef>
                <a:buSzPct val="100000"/>
                <a:buFont typeface="Arial"/>
                <a:buNone/>
              </a:pPr>
              <a:t>‹#›</a:t>
            </a:fld>
            <a:endParaRPr lang="en-US" sz="867" dirty="0">
              <a:solidFill>
                <a:prstClr val="black"/>
              </a:solidFill>
            </a:endParaRPr>
          </a:p>
        </p:txBody>
      </p:sp>
    </p:spTree>
    <p:extLst>
      <p:ext uri="{BB962C8B-B14F-4D97-AF65-F5344CB8AC3E}">
        <p14:creationId xmlns:p14="http://schemas.microsoft.com/office/powerpoint/2010/main" val="137706627"/>
      </p:ext>
    </p:extLst>
  </p:cSld>
  <p:clrMapOvr>
    <a:masterClrMapping/>
  </p:clrMapOvr>
  <p:transition>
    <p:fade/>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Contents with image">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
            </p:custDataLst>
          </p:nvPr>
        </p:nvGraphicFramePr>
        <p:xfrm>
          <a:off x="1589" y="1588"/>
          <a:ext cx="1588" cy="1588"/>
        </p:xfrm>
        <a:graphic>
          <a:graphicData uri="http://schemas.openxmlformats.org/presentationml/2006/ole">
            <mc:AlternateContent xmlns:mc="http://schemas.openxmlformats.org/markup-compatibility/2006">
              <mc:Choice xmlns:v="urn:schemas-microsoft-com:vml" Requires="v">
                <p:oleObj spid="_x0000_s737581" name="think-cell Slide" r:id="rId5" imgW="470" imgH="469" progId="TCLayout.ActiveDocument.1">
                  <p:embed/>
                </p:oleObj>
              </mc:Choice>
              <mc:Fallback>
                <p:oleObj name="think-cell Slide" r:id="rId5" imgW="470" imgH="469" progId="TCLayout.ActiveDocument.1">
                  <p:embed/>
                  <p:pic>
                    <p:nvPicPr>
                      <p:cNvPr id="3" name="Object 2" hidden="1"/>
                      <p:cNvPicPr/>
                      <p:nvPr/>
                    </p:nvPicPr>
                    <p:blipFill>
                      <a:blip r:embed="rId6"/>
                      <a:stretch>
                        <a:fillRect/>
                      </a:stretch>
                    </p:blipFill>
                    <p:spPr>
                      <a:xfrm>
                        <a:off x="1589" y="1588"/>
                        <a:ext cx="1588" cy="1588"/>
                      </a:xfrm>
                      <a:prstGeom prst="rect">
                        <a:avLst/>
                      </a:prstGeom>
                    </p:spPr>
                  </p:pic>
                </p:oleObj>
              </mc:Fallback>
            </mc:AlternateContent>
          </a:graphicData>
        </a:graphic>
      </p:graphicFrame>
      <p:sp>
        <p:nvSpPr>
          <p:cNvPr id="2" name="Rectangle 1" hidden="1"/>
          <p:cNvSpPr/>
          <p:nvPr userDrawn="1">
            <p:custDataLst>
              <p:tags r:id="rId3"/>
            </p:custDataLst>
          </p:nvPr>
        </p:nvSpPr>
        <p:spPr bwMode="gray">
          <a:xfrm>
            <a:off x="1" y="2"/>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18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5" name="Picture Placeholder 9"/>
          <p:cNvSpPr>
            <a:spLocks noGrp="1"/>
          </p:cNvSpPr>
          <p:nvPr>
            <p:ph type="pic" sz="quarter" idx="15"/>
          </p:nvPr>
        </p:nvSpPr>
        <p:spPr>
          <a:xfrm>
            <a:off x="5604867" y="1700213"/>
            <a:ext cx="6117233" cy="4598988"/>
          </a:xfrm>
        </p:spPr>
        <p:txBody>
          <a:bodyPr/>
          <a:lstStyle/>
          <a:p>
            <a:r>
              <a:rPr lang="en-US" noProof="0" dirty="0"/>
              <a:t>Drag picture to placeholder or click icon to add</a:t>
            </a:r>
          </a:p>
        </p:txBody>
      </p:sp>
      <p:sp>
        <p:nvSpPr>
          <p:cNvPr id="6" name="Content Placeholder 3"/>
          <p:cNvSpPr>
            <a:spLocks noGrp="1"/>
          </p:cNvSpPr>
          <p:nvPr>
            <p:ph sz="quarter" idx="10"/>
          </p:nvPr>
        </p:nvSpPr>
        <p:spPr>
          <a:xfrm>
            <a:off x="469902" y="1665291"/>
            <a:ext cx="4333663" cy="4633911"/>
          </a:xfrm>
          <a:prstGeom prst="rect">
            <a:avLst/>
          </a:prstGeom>
        </p:spPr>
        <p:txBody>
          <a:bodyPr/>
          <a:lstStyle>
            <a:lvl1pPr>
              <a:tabLst>
                <a:tab pos="6705592" algn="r"/>
              </a:tabLst>
              <a:defRPr/>
            </a:lvl1pPr>
            <a:lvl2pPr>
              <a:tabLst>
                <a:tab pos="6705592" algn="r"/>
              </a:tabLst>
              <a:defRPr/>
            </a:lvl2pPr>
            <a:lvl3pPr>
              <a:tabLst>
                <a:tab pos="6705592" algn="r"/>
              </a:tabLst>
              <a:defRPr/>
            </a:lvl3pPr>
            <a:lvl4pPr>
              <a:tabLst>
                <a:tab pos="6705592" algn="r"/>
              </a:tabLst>
              <a:defRPr/>
            </a:lvl4pPr>
            <a:lvl5pPr>
              <a:tabLst>
                <a:tab pos="6705592"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8"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1800" b="0">
                <a:solidFill>
                  <a:srgbClr val="575757"/>
                </a:solidFill>
              </a:defRPr>
            </a:lvl1pPr>
          </a:lstStyle>
          <a:p>
            <a:pPr lvl="0"/>
            <a:r>
              <a:rPr lang="en-US" noProof="0" dirty="0"/>
              <a:t>Click to add subtitle</a:t>
            </a:r>
          </a:p>
        </p:txBody>
      </p:sp>
      <p:sp>
        <p:nvSpPr>
          <p:cNvPr id="9"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1800"/>
            </a:lvl1pPr>
          </a:lstStyle>
          <a:p>
            <a:r>
              <a:rPr lang="en-US" noProof="0" dirty="0"/>
              <a:t>Click to edit Master title style</a:t>
            </a:r>
          </a:p>
        </p:txBody>
      </p:sp>
    </p:spTree>
    <p:extLst>
      <p:ext uri="{BB962C8B-B14F-4D97-AF65-F5344CB8AC3E}">
        <p14:creationId xmlns:p14="http://schemas.microsoft.com/office/powerpoint/2010/main" val="1466820761"/>
      </p:ext>
    </p:extLst>
  </p:cSld>
  <p:clrMapOvr>
    <a:masterClrMapping/>
  </p:clrMapOvr>
  <p:transition>
    <p:fade/>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1_Contents with image">
    <p:spTree>
      <p:nvGrpSpPr>
        <p:cNvPr id="1" name=""/>
        <p:cNvGrpSpPr/>
        <p:nvPr/>
      </p:nvGrpSpPr>
      <p:grpSpPr>
        <a:xfrm>
          <a:off x="0" y="0"/>
          <a:ext cx="0" cy="0"/>
          <a:chOff x="0" y="0"/>
          <a:chExt cx="0" cy="0"/>
        </a:xfrm>
      </p:grpSpPr>
      <p:sp>
        <p:nvSpPr>
          <p:cNvPr id="7" name="Title Placeholder 1"/>
          <p:cNvSpPr>
            <a:spLocks noGrp="1"/>
          </p:cNvSpPr>
          <p:nvPr>
            <p:ph type="title" hasCustomPrompt="1"/>
          </p:nvPr>
        </p:nvSpPr>
        <p:spPr>
          <a:xfrm>
            <a:off x="501652" y="317502"/>
            <a:ext cx="11188700" cy="698500"/>
          </a:xfrm>
          <a:prstGeom prst="rect">
            <a:avLst/>
          </a:prstGeom>
        </p:spPr>
        <p:txBody>
          <a:bodyPr vert="horz" lIns="0" tIns="0" rIns="0" bIns="0" rtlCol="0" anchor="t" anchorCtr="0">
            <a:noAutofit/>
          </a:bodyPr>
          <a:lstStyle>
            <a:lvl1pPr>
              <a:defRPr/>
            </a:lvl1pPr>
          </a:lstStyle>
          <a:p>
            <a:r>
              <a:rPr lang="en-US" noProof="0" dirty="0"/>
              <a:t>Click to add title</a:t>
            </a:r>
          </a:p>
        </p:txBody>
      </p:sp>
      <p:sp>
        <p:nvSpPr>
          <p:cNvPr id="5" name="Picture Placeholder 9"/>
          <p:cNvSpPr>
            <a:spLocks noGrp="1"/>
          </p:cNvSpPr>
          <p:nvPr>
            <p:ph type="pic" sz="quarter" idx="15"/>
          </p:nvPr>
        </p:nvSpPr>
        <p:spPr>
          <a:xfrm>
            <a:off x="5450351" y="1701802"/>
            <a:ext cx="6240000" cy="4679950"/>
          </a:xfrm>
        </p:spPr>
        <p:txBody>
          <a:bodyPr/>
          <a:lstStyle/>
          <a:p>
            <a:r>
              <a:rPr lang="en-US" noProof="0" dirty="0"/>
              <a:t>Click icon to add picture</a:t>
            </a:r>
          </a:p>
        </p:txBody>
      </p:sp>
      <p:sp>
        <p:nvSpPr>
          <p:cNvPr id="6" name="Content Placeholder 3"/>
          <p:cNvSpPr>
            <a:spLocks noGrp="1"/>
          </p:cNvSpPr>
          <p:nvPr>
            <p:ph sz="quarter" idx="10"/>
          </p:nvPr>
        </p:nvSpPr>
        <p:spPr>
          <a:xfrm>
            <a:off x="501652" y="1665291"/>
            <a:ext cx="4456429" cy="4716463"/>
          </a:xfrm>
          <a:prstGeom prst="rect">
            <a:avLst/>
          </a:prstGeom>
        </p:spPr>
        <p:txBody>
          <a:bodyPr/>
          <a:lstStyle>
            <a:lvl1pPr>
              <a:tabLst>
                <a:tab pos="5029320" algn="r"/>
              </a:tabLst>
              <a:defRPr/>
            </a:lvl1pPr>
            <a:lvl2pPr>
              <a:tabLst>
                <a:tab pos="5029320" algn="r"/>
              </a:tabLst>
              <a:defRPr/>
            </a:lvl2pPr>
            <a:lvl3pPr>
              <a:tabLst>
                <a:tab pos="5029320" algn="r"/>
              </a:tabLst>
              <a:defRPr/>
            </a:lvl3pPr>
            <a:lvl4pPr>
              <a:tabLst>
                <a:tab pos="5029320" algn="r"/>
              </a:tabLst>
              <a:defRPr/>
            </a:lvl4pPr>
            <a:lvl5pPr>
              <a:tabLst>
                <a:tab pos="5029320" algn="r"/>
              </a:tabLst>
              <a:defRPr baseline="0"/>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3538045478"/>
      </p:ext>
    </p:extLst>
  </p:cSld>
  <p:clrMapOvr>
    <a:masterClrMapping/>
  </p:clrMapOvr>
  <p:transition>
    <p:fade/>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Title, subtitle &amp; 1 column text">
    <p:spTree>
      <p:nvGrpSpPr>
        <p:cNvPr id="1" name=""/>
        <p:cNvGrpSpPr/>
        <p:nvPr/>
      </p:nvGrpSpPr>
      <p:grpSpPr>
        <a:xfrm>
          <a:off x="0" y="0"/>
          <a:ext cx="0" cy="0"/>
          <a:chOff x="0" y="0"/>
          <a:chExt cx="0" cy="0"/>
        </a:xfrm>
      </p:grpSpPr>
      <p:sp>
        <p:nvSpPr>
          <p:cNvPr id="9" name="Text Placeholder 8"/>
          <p:cNvSpPr>
            <a:spLocks noGrp="1"/>
          </p:cNvSpPr>
          <p:nvPr>
            <p:ph type="body" sz="quarter" idx="13" hasCustomPrompt="1"/>
          </p:nvPr>
        </p:nvSpPr>
        <p:spPr>
          <a:xfrm>
            <a:off x="469902" y="736706"/>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US" noProof="0" dirty="0"/>
              <a:t>Click to add subtitle</a:t>
            </a:r>
          </a:p>
        </p:txBody>
      </p:sp>
      <p:sp>
        <p:nvSpPr>
          <p:cNvPr id="14" name="Title Placeholder 1"/>
          <p:cNvSpPr>
            <a:spLocks noGrp="1"/>
          </p:cNvSpPr>
          <p:nvPr>
            <p:ph type="title"/>
          </p:nvPr>
        </p:nvSpPr>
        <p:spPr>
          <a:xfrm>
            <a:off x="469902" y="402587"/>
            <a:ext cx="11252200" cy="334102"/>
          </a:xfrm>
          <a:prstGeom prst="rect">
            <a:avLst/>
          </a:prstGeom>
        </p:spPr>
        <p:txBody>
          <a:bodyPr vert="horz" lIns="0" tIns="0" rIns="0" bIns="0" rtlCol="0" anchor="t" anchorCtr="0">
            <a:noAutofit/>
          </a:bodyPr>
          <a:lstStyle>
            <a:lvl1pPr>
              <a:defRPr sz="2000"/>
            </a:lvl1pPr>
          </a:lstStyle>
          <a:p>
            <a:r>
              <a:rPr lang="en-US" noProof="0" dirty="0"/>
              <a:t>Click to edit Master title style</a:t>
            </a:r>
          </a:p>
        </p:txBody>
      </p:sp>
      <p:sp>
        <p:nvSpPr>
          <p:cNvPr id="8" name="Text Placeholder 18"/>
          <p:cNvSpPr>
            <a:spLocks noGrp="1"/>
          </p:cNvSpPr>
          <p:nvPr>
            <p:ph idx="1"/>
          </p:nvPr>
        </p:nvSpPr>
        <p:spPr>
          <a:xfrm>
            <a:off x="469902" y="1665819"/>
            <a:ext cx="11252200" cy="4633383"/>
          </a:xfrm>
          <a:prstGeom prst="rect">
            <a:avLst/>
          </a:prstGeom>
        </p:spPr>
        <p:txBody>
          <a:bodyPr vert="horz" lIns="0" tIns="0" rIns="0" bIns="0" rtlCol="0">
            <a:noAutofit/>
          </a:bodyPr>
          <a:lstStyle>
            <a:lvl1pPr marL="0" indent="0" algn="l">
              <a:buFontTx/>
              <a:buNone/>
              <a:defRPr/>
            </a:lvl1pPr>
            <a:lvl2pPr marL="126997" indent="-126997" algn="l">
              <a:buClrTx/>
              <a:buSzPct val="100000"/>
              <a:buFont typeface="Arial" panose="020B0604020202020204" pitchFamily="34" charset="0"/>
              <a:buChar char="•"/>
              <a:defRPr/>
            </a:lvl2pPr>
            <a:lvl3pPr marL="279393" indent="-126997" algn="l">
              <a:buClrTx/>
              <a:buSzPct val="100000"/>
              <a:buFont typeface="Arial" panose="020B0604020202020204" pitchFamily="34" charset="0"/>
              <a:buChar char="−"/>
              <a:defRPr/>
            </a:lvl3pPr>
            <a:lvl4pPr marL="431789" indent="-126997" algn="l">
              <a:buClrTx/>
              <a:buSzPct val="100000"/>
              <a:buFont typeface="Arial" panose="020B0604020202020204" pitchFamily="34" charset="0"/>
              <a:buChar char="◦"/>
              <a:defRPr/>
            </a:lvl4pPr>
            <a:lvl5pPr marL="584185" indent="-126997" algn="l">
              <a:buClrTx/>
              <a:buSzPct val="100000"/>
              <a:buFont typeface="Arial" panose="020B0604020202020204" pitchFamily="34" charset="0"/>
              <a:buChar cha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Tree>
    <p:extLst>
      <p:ext uri="{BB962C8B-B14F-4D97-AF65-F5344CB8AC3E}">
        <p14:creationId xmlns:p14="http://schemas.microsoft.com/office/powerpoint/2010/main" val="1003173567"/>
      </p:ext>
    </p:extLst>
  </p:cSld>
  <p:clrMapOvr>
    <a:masterClrMapping/>
  </p:clrMapOvr>
  <p:transition>
    <p:fade/>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Contents">
    <p:spTree>
      <p:nvGrpSpPr>
        <p:cNvPr id="1" name=""/>
        <p:cNvGrpSpPr/>
        <p:nvPr/>
      </p:nvGrpSpPr>
      <p:grpSpPr>
        <a:xfrm>
          <a:off x="0" y="0"/>
          <a:ext cx="0" cy="0"/>
          <a:chOff x="0" y="0"/>
          <a:chExt cx="0" cy="0"/>
        </a:xfrm>
      </p:grpSpPr>
      <p:sp>
        <p:nvSpPr>
          <p:cNvPr id="6" name="Title Placeholder 1"/>
          <p:cNvSpPr>
            <a:spLocks noGrp="1"/>
          </p:cNvSpPr>
          <p:nvPr>
            <p:ph type="title"/>
          </p:nvPr>
        </p:nvSpPr>
        <p:spPr>
          <a:xfrm>
            <a:off x="469902" y="402588"/>
            <a:ext cx="11252200" cy="698501"/>
          </a:xfrm>
          <a:prstGeom prst="rect">
            <a:avLst/>
          </a:prstGeom>
        </p:spPr>
        <p:txBody>
          <a:bodyPr vert="horz" lIns="0" tIns="0" rIns="0" bIns="0" rtlCol="0" anchor="t" anchorCtr="0">
            <a:noAutofit/>
          </a:bodyPr>
          <a:lstStyle>
            <a:lvl1pPr>
              <a:defRPr sz="2400"/>
            </a:lvl1pPr>
          </a:lstStyle>
          <a:p>
            <a:r>
              <a:rPr lang="en-GB" noProof="0" dirty="0"/>
              <a:t>Click to edit Master title style</a:t>
            </a:r>
            <a:endParaRPr lang="en-GB" dirty="0"/>
          </a:p>
        </p:txBody>
      </p:sp>
      <p:sp>
        <p:nvSpPr>
          <p:cNvPr id="5"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GB" noProof="0" dirty="0"/>
              <a:t>Click to add subtitle</a:t>
            </a:r>
            <a:endParaRPr lang="en-GB"/>
          </a:p>
        </p:txBody>
      </p:sp>
      <p:sp>
        <p:nvSpPr>
          <p:cNvPr id="4" name="Content Placeholder 3"/>
          <p:cNvSpPr>
            <a:spLocks noGrp="1"/>
          </p:cNvSpPr>
          <p:nvPr>
            <p:ph sz="quarter" idx="10"/>
          </p:nvPr>
        </p:nvSpPr>
        <p:spPr>
          <a:xfrm>
            <a:off x="469902" y="1665292"/>
            <a:ext cx="9348787" cy="4633910"/>
          </a:xfrm>
          <a:prstGeom prst="rect">
            <a:avLst/>
          </a:prstGeom>
        </p:spPr>
        <p:txBody>
          <a:bodyPr/>
          <a:lstStyle>
            <a:lvl1pPr>
              <a:tabLst>
                <a:tab pos="8972541" algn="r"/>
              </a:tabLst>
              <a:defRPr/>
            </a:lvl1pPr>
            <a:lvl2pPr>
              <a:tabLst>
                <a:tab pos="8972541" algn="r"/>
              </a:tabLst>
              <a:defRPr/>
            </a:lvl2pPr>
            <a:lvl3pPr>
              <a:tabLst>
                <a:tab pos="8972541" algn="r"/>
              </a:tabLst>
              <a:defRPr/>
            </a:lvl3pPr>
            <a:lvl4pPr>
              <a:tabLst>
                <a:tab pos="8972541" algn="r"/>
              </a:tabLst>
              <a:defRPr/>
            </a:lvl4pPr>
            <a:lvl5pPr>
              <a:tabLst>
                <a:tab pos="6705592" algn="r"/>
              </a:tabLst>
              <a:defRPr baseline="0"/>
            </a:lvl5pPr>
            <a:lvl6pPr marL="475200" indent="0">
              <a:buNone/>
              <a:tabLst>
                <a:tab pos="8972541" algn="r"/>
              </a:tabLst>
              <a:defRPr/>
            </a:lvl6pPr>
            <a:lvl7pPr>
              <a:tabLst>
                <a:tab pos="8972541" algn="r"/>
              </a:tabLst>
              <a:defRPr/>
            </a:lvl7pPr>
            <a:lvl8pPr>
              <a:tabLst>
                <a:tab pos="8972541" algn="r"/>
              </a:tabLst>
              <a:defRPr/>
            </a:lvl8pPr>
            <a:lvl9pPr>
              <a:tabLst>
                <a:tab pos="8972541" algn="r"/>
              </a:tabLst>
              <a:defRPr/>
            </a:lvl9pPr>
          </a:lstStyle>
          <a:p>
            <a:pPr lvl="0"/>
            <a:r>
              <a:rPr lang="en-GB" dirty="0"/>
              <a:t>Click to edit Master text styles</a:t>
            </a:r>
            <a:endParaRPr lang="en-GB"/>
          </a:p>
          <a:p>
            <a:pPr lvl="1"/>
            <a:r>
              <a:rPr lang="en-GB" dirty="0"/>
              <a:t>Second level</a:t>
            </a:r>
            <a:endParaRPr lang="en-GB"/>
          </a:p>
          <a:p>
            <a:pPr lvl="2"/>
            <a:r>
              <a:rPr lang="en-GB" dirty="0"/>
              <a:t>Third level</a:t>
            </a:r>
            <a:endParaRPr lang="en-GB"/>
          </a:p>
          <a:p>
            <a:pPr lvl="3"/>
            <a:r>
              <a:rPr lang="en-GB" dirty="0"/>
              <a:t>Fourth level</a:t>
            </a:r>
            <a:endParaRPr lang="en-GB"/>
          </a:p>
          <a:p>
            <a:pPr lvl="4"/>
            <a:r>
              <a:rPr lang="en-GB" dirty="0"/>
              <a:t>Fifth level</a:t>
            </a:r>
            <a:endParaRPr lang="en-GB"/>
          </a:p>
        </p:txBody>
      </p:sp>
      <p:sp>
        <p:nvSpPr>
          <p:cNvPr id="2" name="Footer Placeholder 1"/>
          <p:cNvSpPr>
            <a:spLocks noGrp="1"/>
          </p:cNvSpPr>
          <p:nvPr>
            <p:ph type="ftr" sz="quarter" idx="14"/>
          </p:nvPr>
        </p:nvSpPr>
        <p:spPr/>
        <p:txBody>
          <a:bodyPr/>
          <a:lstStyle/>
          <a:p>
            <a:endParaRPr lang="en-GB" dirty="0"/>
          </a:p>
        </p:txBody>
      </p:sp>
    </p:spTree>
    <p:extLst>
      <p:ext uri="{BB962C8B-B14F-4D97-AF65-F5344CB8AC3E}">
        <p14:creationId xmlns:p14="http://schemas.microsoft.com/office/powerpoint/2010/main" val="2494970428"/>
      </p:ext>
    </p:extLst>
  </p:cSld>
  <p:clrMapOvr>
    <a:masterClrMapping/>
  </p:clrMapOvr>
  <p:transition>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Title, subtitle &amp; 1 column - large">
    <p:spTree>
      <p:nvGrpSpPr>
        <p:cNvPr id="1" name=""/>
        <p:cNvGrpSpPr/>
        <p:nvPr/>
      </p:nvGrpSpPr>
      <p:grpSpPr>
        <a:xfrm>
          <a:off x="0" y="0"/>
          <a:ext cx="0" cy="0"/>
          <a:chOff x="0" y="0"/>
          <a:chExt cx="0" cy="0"/>
        </a:xfrm>
      </p:grpSpPr>
      <p:sp>
        <p:nvSpPr>
          <p:cNvPr id="6" name="Title Placeholder 1"/>
          <p:cNvSpPr>
            <a:spLocks noGrp="1"/>
          </p:cNvSpPr>
          <p:nvPr>
            <p:ph type="title"/>
          </p:nvPr>
        </p:nvSpPr>
        <p:spPr>
          <a:xfrm>
            <a:off x="469902" y="402588"/>
            <a:ext cx="11252200" cy="698501"/>
          </a:xfrm>
          <a:prstGeom prst="rect">
            <a:avLst/>
          </a:prstGeom>
        </p:spPr>
        <p:txBody>
          <a:bodyPr vert="horz" lIns="0" tIns="0" rIns="0" bIns="0" rtlCol="0" anchor="t" anchorCtr="0">
            <a:noAutofit/>
          </a:bodyPr>
          <a:lstStyle>
            <a:lvl1pPr>
              <a:defRPr sz="2400"/>
            </a:lvl1pPr>
          </a:lstStyle>
          <a:p>
            <a:r>
              <a:rPr lang="en-GB" noProof="0" dirty="0"/>
              <a:t>Click to edit Master title style</a:t>
            </a:r>
            <a:endParaRPr lang="en-GB" dirty="0"/>
          </a:p>
        </p:txBody>
      </p:sp>
      <p:sp>
        <p:nvSpPr>
          <p:cNvPr id="5"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GB" noProof="0" dirty="0"/>
              <a:t>Click to add subtitle</a:t>
            </a:r>
            <a:endParaRPr lang="en-GB"/>
          </a:p>
        </p:txBody>
      </p:sp>
      <p:sp>
        <p:nvSpPr>
          <p:cNvPr id="8" name="Text Placeholder 18"/>
          <p:cNvSpPr>
            <a:spLocks noGrp="1"/>
          </p:cNvSpPr>
          <p:nvPr>
            <p:ph idx="1"/>
          </p:nvPr>
        </p:nvSpPr>
        <p:spPr>
          <a:xfrm>
            <a:off x="469902" y="1676404"/>
            <a:ext cx="11252200" cy="4622799"/>
          </a:xfrm>
          <a:prstGeom prst="rect">
            <a:avLst/>
          </a:prstGeom>
        </p:spPr>
        <p:txBody>
          <a:bodyPr vert="horz" lIns="0" tIns="0" rIns="0" bIns="0" rtlCol="0">
            <a:noAutofit/>
          </a:bodyPr>
          <a:lstStyle>
            <a:lvl1pPr>
              <a:defRPr sz="1600"/>
            </a:lvl1pPr>
            <a:lvl2pPr>
              <a:defRPr sz="1600"/>
            </a:lvl2pPr>
            <a:lvl3pPr>
              <a:defRPr sz="1600"/>
            </a:lvl3pPr>
            <a:lvl4pPr>
              <a:defRPr sz="1600"/>
            </a:lvl4pPr>
            <a:lvl5pPr>
              <a:defRPr sz="1600"/>
            </a:lvl5pPr>
            <a:lvl6pPr>
              <a:defRPr sz="1600"/>
            </a:lvl6pPr>
            <a:lvl7pPr>
              <a:defRPr sz="1600"/>
            </a:lvl7pPr>
            <a:lvl8pPr>
              <a:defRPr sz="1600"/>
            </a:lvl8pPr>
            <a:lvl9pPr>
              <a:defRPr sz="1600"/>
            </a:lvl9pPr>
          </a:lstStyle>
          <a:p>
            <a:pPr lvl="0"/>
            <a:r>
              <a:rPr lang="en-GB" noProof="0" dirty="0"/>
              <a:t>Click to edit Master text styles</a:t>
            </a:r>
            <a:endParaRPr lang="en-GB"/>
          </a:p>
          <a:p>
            <a:pPr lvl="1"/>
            <a:r>
              <a:rPr lang="en-GB" noProof="0" dirty="0"/>
              <a:t>Second level</a:t>
            </a:r>
            <a:endParaRPr lang="en-GB"/>
          </a:p>
          <a:p>
            <a:pPr lvl="2"/>
            <a:r>
              <a:rPr lang="en-GB" noProof="0" dirty="0"/>
              <a:t>Third level</a:t>
            </a:r>
            <a:endParaRPr lang="en-GB"/>
          </a:p>
          <a:p>
            <a:pPr lvl="3"/>
            <a:r>
              <a:rPr lang="en-GB" noProof="0" dirty="0"/>
              <a:t>Fourth level</a:t>
            </a:r>
            <a:endParaRPr lang="en-GB"/>
          </a:p>
          <a:p>
            <a:pPr lvl="4"/>
            <a:r>
              <a:rPr lang="en-GB" noProof="0" dirty="0"/>
              <a:t>Fifth level</a:t>
            </a:r>
            <a:endParaRPr lang="en-GB"/>
          </a:p>
        </p:txBody>
      </p:sp>
      <p:sp>
        <p:nvSpPr>
          <p:cNvPr id="2" name="Footer Placeholder 1"/>
          <p:cNvSpPr>
            <a:spLocks noGrp="1"/>
          </p:cNvSpPr>
          <p:nvPr>
            <p:ph type="ftr" sz="quarter" idx="14"/>
          </p:nvPr>
        </p:nvSpPr>
        <p:spPr/>
        <p:txBody>
          <a:bodyPr/>
          <a:lstStyle/>
          <a:p>
            <a:endParaRPr lang="en-GB" dirty="0"/>
          </a:p>
        </p:txBody>
      </p:sp>
    </p:spTree>
    <p:extLst>
      <p:ext uri="{BB962C8B-B14F-4D97-AF65-F5344CB8AC3E}">
        <p14:creationId xmlns:p14="http://schemas.microsoft.com/office/powerpoint/2010/main" val="1225350239"/>
      </p:ext>
    </p:extLst>
  </p:cSld>
  <p:clrMapOvr>
    <a:masterClrMapping/>
  </p:clrMapOvr>
  <p:transition>
    <p:fade/>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1 Column">
    <p:spTree>
      <p:nvGrpSpPr>
        <p:cNvPr id="1" name=""/>
        <p:cNvGrpSpPr/>
        <p:nvPr/>
      </p:nvGrpSpPr>
      <p:grpSpPr>
        <a:xfrm>
          <a:off x="0" y="0"/>
          <a:ext cx="0" cy="0"/>
          <a:chOff x="0" y="0"/>
          <a:chExt cx="0" cy="0"/>
        </a:xfrm>
      </p:grpSpPr>
      <p:sp>
        <p:nvSpPr>
          <p:cNvPr id="2" name="Title 1"/>
          <p:cNvSpPr>
            <a:spLocks noGrp="1"/>
          </p:cNvSpPr>
          <p:nvPr>
            <p:ph type="title"/>
          </p:nvPr>
        </p:nvSpPr>
        <p:spPr bwMode="gray">
          <a:xfrm>
            <a:off x="469902" y="402588"/>
            <a:ext cx="11252200" cy="410433"/>
          </a:xfrm>
        </p:spPr>
        <p:txBody>
          <a:bodyPr>
            <a:spAutoFit/>
          </a:bodyPr>
          <a:lstStyle/>
          <a:p>
            <a:r>
              <a:rPr lang="en-US"/>
              <a:t>Click to edit Master title style</a:t>
            </a:r>
            <a:endParaRPr lang="en-US" dirty="0"/>
          </a:p>
        </p:txBody>
      </p:sp>
      <p:sp>
        <p:nvSpPr>
          <p:cNvPr id="8" name="Text Placeholder 7"/>
          <p:cNvSpPr>
            <a:spLocks noGrp="1"/>
          </p:cNvSpPr>
          <p:nvPr>
            <p:ph type="body" sz="quarter" idx="11"/>
          </p:nvPr>
        </p:nvSpPr>
        <p:spPr bwMode="gray">
          <a:xfrm>
            <a:off x="552451" y="779466"/>
            <a:ext cx="11106912" cy="221599"/>
          </a:xfrm>
          <a:noFill/>
          <a:ln w="9525">
            <a:noFill/>
            <a:miter lim="800000"/>
            <a:headEnd/>
            <a:tailEnd/>
          </a:ln>
        </p:spPr>
        <p:txBody>
          <a:bodyPr lIns="0" tIns="0" rIns="0" bIns="0">
            <a:spAutoFit/>
          </a:bodyPr>
          <a:lstStyle>
            <a:lvl1pPr algn="l" rtl="0" eaLnBrk="0" fontAlgn="base" hangingPunct="0">
              <a:lnSpc>
                <a:spcPct val="90000"/>
              </a:lnSpc>
              <a:spcBef>
                <a:spcPct val="0"/>
              </a:spcBef>
              <a:spcAft>
                <a:spcPct val="0"/>
              </a:spcAft>
              <a:defRPr lang="en-US" sz="1600" b="0" kern="1200" dirty="0">
                <a:solidFill>
                  <a:schemeClr val="tx1"/>
                </a:solidFill>
                <a:latin typeface="Arial" pitchFamily="34" charset="0"/>
                <a:ea typeface="+mn-ea"/>
                <a:cs typeface="Arial" pitchFamily="34" charset="0"/>
              </a:defRPr>
            </a:lvl1pPr>
          </a:lstStyle>
          <a:p>
            <a:pPr lvl="0"/>
            <a:r>
              <a:rPr lang="en-US"/>
              <a:t>Click to edit Master text styles</a:t>
            </a:r>
          </a:p>
        </p:txBody>
      </p:sp>
      <p:sp>
        <p:nvSpPr>
          <p:cNvPr id="10" name="Content Placeholder 20"/>
          <p:cNvSpPr>
            <a:spLocks noGrp="1"/>
          </p:cNvSpPr>
          <p:nvPr>
            <p:ph sz="quarter" idx="12"/>
          </p:nvPr>
        </p:nvSpPr>
        <p:spPr bwMode="gray">
          <a:xfrm>
            <a:off x="548640" y="1399032"/>
            <a:ext cx="11106912" cy="4883434"/>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0183318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3_Title, subtitle &amp; 1 column text">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6" name="Title Placeholder 1"/>
          <p:cNvSpPr>
            <a:spLocks noGrp="1"/>
          </p:cNvSpPr>
          <p:nvPr>
            <p:ph type="title" hasCustomPrompt="1"/>
          </p:nvPr>
        </p:nvSpPr>
        <p:spPr>
          <a:xfrm>
            <a:off x="501652" y="317502"/>
            <a:ext cx="11180232" cy="698501"/>
          </a:xfrm>
          <a:prstGeom prst="rect">
            <a:avLst/>
          </a:prstGeom>
        </p:spPr>
        <p:txBody>
          <a:bodyPr vert="horz" lIns="0" tIns="0" rIns="0" bIns="0" rtlCol="0" anchor="t" anchorCtr="0">
            <a:noAutofit/>
          </a:bodyPr>
          <a:lstStyle>
            <a:lvl1pPr>
              <a:defRPr>
                <a:solidFill>
                  <a:schemeClr val="bg1"/>
                </a:solidFill>
              </a:defRPr>
            </a:lvl1pPr>
          </a:lstStyle>
          <a:p>
            <a:r>
              <a:rPr lang="en-US" dirty="0"/>
              <a:t>Click to add title</a:t>
            </a:r>
          </a:p>
        </p:txBody>
      </p:sp>
    </p:spTree>
    <p:extLst>
      <p:ext uri="{BB962C8B-B14F-4D97-AF65-F5344CB8AC3E}">
        <p14:creationId xmlns:p14="http://schemas.microsoft.com/office/powerpoint/2010/main" val="2712663775"/>
      </p:ext>
    </p:extLst>
  </p:cSld>
  <p:clrMapOvr>
    <a:masterClrMapping/>
  </p:clrMapOvr>
  <p:transition>
    <p:fade/>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_Title &amp; 1 column text">
    <p:spTree>
      <p:nvGrpSpPr>
        <p:cNvPr id="1" name=""/>
        <p:cNvGrpSpPr/>
        <p:nvPr/>
      </p:nvGrpSpPr>
      <p:grpSpPr>
        <a:xfrm>
          <a:off x="0" y="0"/>
          <a:ext cx="0" cy="0"/>
          <a:chOff x="0" y="0"/>
          <a:chExt cx="0" cy="0"/>
        </a:xfrm>
      </p:grpSpPr>
      <p:sp>
        <p:nvSpPr>
          <p:cNvPr id="5" name="Title Placeholder 1"/>
          <p:cNvSpPr>
            <a:spLocks noGrp="1"/>
          </p:cNvSpPr>
          <p:nvPr>
            <p:ph type="title"/>
          </p:nvPr>
        </p:nvSpPr>
        <p:spPr>
          <a:xfrm>
            <a:off x="469902" y="402588"/>
            <a:ext cx="11252200" cy="698501"/>
          </a:xfrm>
          <a:prstGeom prst="rect">
            <a:avLst/>
          </a:prstGeom>
        </p:spPr>
        <p:txBody>
          <a:bodyPr vert="horz" lIns="0" tIns="0" rIns="0" bIns="0" rtlCol="0" anchor="t" anchorCtr="0">
            <a:noAutofit/>
          </a:bodyPr>
          <a:lstStyle>
            <a:lvl1pPr>
              <a:defRPr sz="2400"/>
            </a:lvl1pPr>
          </a:lstStyle>
          <a:p>
            <a:r>
              <a:rPr lang="en-GB" noProof="0" dirty="0"/>
              <a:t>Click to edit Master title style</a:t>
            </a:r>
            <a:endParaRPr lang="en-GB" dirty="0"/>
          </a:p>
        </p:txBody>
      </p:sp>
      <p:sp>
        <p:nvSpPr>
          <p:cNvPr id="4" name="Text Placeholder 8"/>
          <p:cNvSpPr>
            <a:spLocks noGrp="1"/>
          </p:cNvSpPr>
          <p:nvPr>
            <p:ph type="body" sz="quarter" idx="13" hasCustomPrompt="1"/>
          </p:nvPr>
        </p:nvSpPr>
        <p:spPr>
          <a:xfrm>
            <a:off x="469902" y="736690"/>
            <a:ext cx="11252200" cy="757255"/>
          </a:xfrm>
          <a:prstGeom prst="rect">
            <a:avLst/>
          </a:prstGeom>
        </p:spPr>
        <p:txBody>
          <a:bodyPr lIns="0" tIns="0" rIns="0" bIns="0">
            <a:noAutofit/>
          </a:bodyPr>
          <a:lstStyle>
            <a:lvl1pPr marL="0" indent="0">
              <a:buNone/>
              <a:defRPr sz="2000" b="0">
                <a:solidFill>
                  <a:srgbClr val="575757"/>
                </a:solidFill>
              </a:defRPr>
            </a:lvl1pPr>
          </a:lstStyle>
          <a:p>
            <a:pPr lvl="0"/>
            <a:r>
              <a:rPr lang="en-GB" noProof="0" dirty="0"/>
              <a:t>Click to add subtitle</a:t>
            </a:r>
            <a:endParaRPr lang="en-GB"/>
          </a:p>
        </p:txBody>
      </p:sp>
      <p:sp>
        <p:nvSpPr>
          <p:cNvPr id="14" name="Text Placeholder 18"/>
          <p:cNvSpPr>
            <a:spLocks noGrp="1"/>
          </p:cNvSpPr>
          <p:nvPr>
            <p:ph idx="1"/>
          </p:nvPr>
        </p:nvSpPr>
        <p:spPr>
          <a:xfrm>
            <a:off x="469902" y="1665291"/>
            <a:ext cx="11252200" cy="4633911"/>
          </a:xfrm>
          <a:prstGeom prst="rect">
            <a:avLst/>
          </a:prstGeom>
        </p:spPr>
        <p:txBody>
          <a:bodyPr vert="horz" lIns="0" tIns="0" rIns="0" bIns="0" rtlCol="0">
            <a:noAutofit/>
          </a:bodyPr>
          <a:lstStyle/>
          <a:p>
            <a:pPr lvl="0"/>
            <a:r>
              <a:rPr lang="en-GB" noProof="0" dirty="0"/>
              <a:t>Click to edit Master text styles</a:t>
            </a:r>
            <a:endParaRPr lang="en-GB"/>
          </a:p>
          <a:p>
            <a:pPr lvl="1"/>
            <a:r>
              <a:rPr lang="en-GB" noProof="0" dirty="0"/>
              <a:t>Second level</a:t>
            </a:r>
            <a:endParaRPr lang="en-GB"/>
          </a:p>
          <a:p>
            <a:pPr lvl="2"/>
            <a:r>
              <a:rPr lang="en-GB" noProof="0" dirty="0"/>
              <a:t>Third level</a:t>
            </a:r>
            <a:endParaRPr lang="en-GB"/>
          </a:p>
          <a:p>
            <a:pPr lvl="3"/>
            <a:r>
              <a:rPr lang="en-GB" noProof="0" dirty="0"/>
              <a:t>Fourth level</a:t>
            </a:r>
            <a:endParaRPr lang="en-GB"/>
          </a:p>
          <a:p>
            <a:pPr lvl="4"/>
            <a:r>
              <a:rPr lang="en-GB" noProof="0" dirty="0"/>
              <a:t>Fifth level</a:t>
            </a:r>
            <a:endParaRPr lang="en-GB"/>
          </a:p>
        </p:txBody>
      </p:sp>
      <p:sp>
        <p:nvSpPr>
          <p:cNvPr id="2" name="Footer Placeholder 1"/>
          <p:cNvSpPr>
            <a:spLocks noGrp="1"/>
          </p:cNvSpPr>
          <p:nvPr>
            <p:ph type="ftr" sz="quarter" idx="14"/>
          </p:nvPr>
        </p:nvSpPr>
        <p:spPr/>
        <p:txBody>
          <a:bodyPr/>
          <a:lstStyle/>
          <a:p>
            <a:endParaRPr lang="en-GB" dirty="0"/>
          </a:p>
        </p:txBody>
      </p:sp>
    </p:spTree>
    <p:extLst>
      <p:ext uri="{BB962C8B-B14F-4D97-AF65-F5344CB8AC3E}">
        <p14:creationId xmlns:p14="http://schemas.microsoft.com/office/powerpoint/2010/main" val="426880572"/>
      </p:ext>
    </p:extLst>
  </p:cSld>
  <p:clrMapOvr>
    <a:masterClrMapping/>
  </p:clrMapOvr>
  <p:transition>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p:cSld name="Title, Subhead &amp; Breadcrumb">
    <p:spTree>
      <p:nvGrpSpPr>
        <p:cNvPr id="1" name=""/>
        <p:cNvGrpSpPr/>
        <p:nvPr/>
      </p:nvGrpSpPr>
      <p:grpSpPr>
        <a:xfrm>
          <a:off x="0" y="0"/>
          <a:ext cx="0" cy="0"/>
          <a:chOff x="0" y="0"/>
          <a:chExt cx="0" cy="0"/>
        </a:xfrm>
      </p:grpSpPr>
      <p:sp>
        <p:nvSpPr>
          <p:cNvPr id="2" name="Title 1"/>
          <p:cNvSpPr>
            <a:spLocks noGrp="1"/>
          </p:cNvSpPr>
          <p:nvPr>
            <p:ph type="title"/>
          </p:nvPr>
        </p:nvSpPr>
        <p:spPr>
          <a:xfrm>
            <a:off x="914400" y="694944"/>
            <a:ext cx="10363200" cy="594360"/>
          </a:xfrm>
        </p:spPr>
        <p:txBody>
          <a:bodyPr vert="horz" lIns="0" tIns="45720" rIns="0" bIns="0" rtlCol="0" anchor="b" anchorCtr="0">
            <a:noAutofit/>
          </a:bodyPr>
          <a:lstStyle>
            <a:lvl1pPr>
              <a:defRPr lang="en-US" sz="3600" spc="-75" dirty="0">
                <a:latin typeface="+mj-lt"/>
              </a:defRPr>
            </a:lvl1pPr>
          </a:lstStyle>
          <a:p>
            <a:pPr lvl="0" defTabSz="685816">
              <a:lnSpc>
                <a:spcPct val="85000"/>
              </a:lnSpc>
            </a:pPr>
            <a:r>
              <a:rPr lang="en-US"/>
              <a:t>Click to edit Master title style</a:t>
            </a:r>
            <a:endParaRPr lang="en-US" dirty="0"/>
          </a:p>
        </p:txBody>
      </p:sp>
      <p:sp>
        <p:nvSpPr>
          <p:cNvPr id="4" name="Text Placeholder 8"/>
          <p:cNvSpPr>
            <a:spLocks noGrp="1"/>
          </p:cNvSpPr>
          <p:nvPr>
            <p:ph type="body" sz="quarter" idx="14"/>
          </p:nvPr>
        </p:nvSpPr>
        <p:spPr>
          <a:xfrm>
            <a:off x="914721" y="1353312"/>
            <a:ext cx="10362880" cy="475488"/>
          </a:xfrm>
        </p:spPr>
        <p:txBody>
          <a:bodyPr vert="horz" lIns="0" tIns="0" rIns="0" bIns="0" rtlCol="0">
            <a:noAutofit/>
          </a:bodyPr>
          <a:lstStyle>
            <a:lvl1pPr marL="0" indent="0">
              <a:buNone/>
              <a:defRPr lang="en-US" sz="1200"/>
            </a:lvl1pPr>
          </a:lstStyle>
          <a:p>
            <a:pPr marL="228605" lvl="0" indent="-228605">
              <a:lnSpc>
                <a:spcPct val="130000"/>
              </a:lnSpc>
            </a:pPr>
            <a:r>
              <a:rPr lang="en-US"/>
              <a:t>Edit Master text styles</a:t>
            </a:r>
          </a:p>
        </p:txBody>
      </p:sp>
      <p:sp>
        <p:nvSpPr>
          <p:cNvPr id="8" name="Text Placeholder 5"/>
          <p:cNvSpPr>
            <a:spLocks noGrp="1"/>
          </p:cNvSpPr>
          <p:nvPr>
            <p:ph type="body" sz="quarter" idx="15" hasCustomPrompt="1"/>
          </p:nvPr>
        </p:nvSpPr>
        <p:spPr>
          <a:xfrm>
            <a:off x="914971" y="466344"/>
            <a:ext cx="3355848" cy="203200"/>
          </a:xfrm>
        </p:spPr>
        <p:txBody>
          <a:bodyPr vert="horz" lIns="0" tIns="0" rIns="0" bIns="0" rtlCol="0">
            <a:noAutofit/>
          </a:bodyPr>
          <a:lstStyle>
            <a:lvl1pPr marL="0" indent="0">
              <a:buNone/>
              <a:defRPr lang="en-US" sz="900" b="1" kern="0" cap="all" spc="250" baseline="0" dirty="0">
                <a:solidFill>
                  <a:schemeClr val="accent5">
                    <a:lumMod val="60000"/>
                    <a:lumOff val="40000"/>
                  </a:schemeClr>
                </a:solidFill>
                <a:ea typeface="Nexa Black" charset="0"/>
                <a:cs typeface="Nexa Black" charset="0"/>
              </a:defRPr>
            </a:lvl1pPr>
          </a:lstStyle>
          <a:p>
            <a:pPr marL="228605" lvl="0" indent="-228605"/>
            <a:r>
              <a:rPr lang="en-US" dirty="0"/>
              <a:t>BREADCRUMBS</a:t>
            </a:r>
          </a:p>
        </p:txBody>
      </p:sp>
    </p:spTree>
    <p:extLst>
      <p:ext uri="{BB962C8B-B14F-4D97-AF65-F5344CB8AC3E}">
        <p14:creationId xmlns:p14="http://schemas.microsoft.com/office/powerpoint/2010/main" val="2623978764"/>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tags" Target="../tags/tag2.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vmlDrawing" Target="../drawings/vmlDrawing1.v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37" Type="http://schemas.openxmlformats.org/officeDocument/2006/relationships/image" Target="../media/image1.emf"/><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oleObject" Target="../embeddings/oleObject1.bin"/><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tags" Target="../tags/tag3.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34.xml"/><Relationship Id="rId7" Type="http://schemas.openxmlformats.org/officeDocument/2006/relationships/slideLayout" Target="../slideLayouts/slideLayout38.xml"/><Relationship Id="rId12" Type="http://schemas.openxmlformats.org/officeDocument/2006/relationships/image" Target="../media/image1.emf"/><Relationship Id="rId2" Type="http://schemas.openxmlformats.org/officeDocument/2006/relationships/slideLayout" Target="../slideLayouts/slideLayout33.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oleObject" Target="../embeddings/oleObject33.bin"/><Relationship Id="rId5" Type="http://schemas.openxmlformats.org/officeDocument/2006/relationships/slideLayout" Target="../slideLayouts/slideLayout36.xml"/><Relationship Id="rId10" Type="http://schemas.openxmlformats.org/officeDocument/2006/relationships/tags" Target="../tags/tag62.xml"/><Relationship Id="rId4" Type="http://schemas.openxmlformats.org/officeDocument/2006/relationships/slideLayout" Target="../slideLayouts/slideLayout35.xml"/><Relationship Id="rId9" Type="http://schemas.openxmlformats.org/officeDocument/2006/relationships/vmlDrawing" Target="../drawings/vmlDrawing33.v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51.xml"/><Relationship Id="rId18" Type="http://schemas.openxmlformats.org/officeDocument/2006/relationships/slideLayout" Target="../slideLayouts/slideLayout56.xml"/><Relationship Id="rId26" Type="http://schemas.openxmlformats.org/officeDocument/2006/relationships/slideLayout" Target="../slideLayouts/slideLayout64.xml"/><Relationship Id="rId39" Type="http://schemas.openxmlformats.org/officeDocument/2006/relationships/image" Target="../media/image1.emf"/><Relationship Id="rId21" Type="http://schemas.openxmlformats.org/officeDocument/2006/relationships/slideLayout" Target="../slideLayouts/slideLayout59.xml"/><Relationship Id="rId34" Type="http://schemas.openxmlformats.org/officeDocument/2006/relationships/slideLayout" Target="../slideLayouts/slideLayout72.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17" Type="http://schemas.openxmlformats.org/officeDocument/2006/relationships/slideLayout" Target="../slideLayouts/slideLayout55.xml"/><Relationship Id="rId25" Type="http://schemas.openxmlformats.org/officeDocument/2006/relationships/slideLayout" Target="../slideLayouts/slideLayout63.xml"/><Relationship Id="rId33" Type="http://schemas.openxmlformats.org/officeDocument/2006/relationships/slideLayout" Target="../slideLayouts/slideLayout71.xml"/><Relationship Id="rId38" Type="http://schemas.openxmlformats.org/officeDocument/2006/relationships/oleObject" Target="../embeddings/oleObject35.bin"/><Relationship Id="rId2" Type="http://schemas.openxmlformats.org/officeDocument/2006/relationships/slideLayout" Target="../slideLayouts/slideLayout40.xml"/><Relationship Id="rId16" Type="http://schemas.openxmlformats.org/officeDocument/2006/relationships/slideLayout" Target="../slideLayouts/slideLayout54.xml"/><Relationship Id="rId20" Type="http://schemas.openxmlformats.org/officeDocument/2006/relationships/slideLayout" Target="../slideLayouts/slideLayout58.xml"/><Relationship Id="rId29" Type="http://schemas.openxmlformats.org/officeDocument/2006/relationships/slideLayout" Target="../slideLayouts/slideLayout67.xm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24" Type="http://schemas.openxmlformats.org/officeDocument/2006/relationships/slideLayout" Target="../slideLayouts/slideLayout62.xml"/><Relationship Id="rId32" Type="http://schemas.openxmlformats.org/officeDocument/2006/relationships/slideLayout" Target="../slideLayouts/slideLayout70.xml"/><Relationship Id="rId37" Type="http://schemas.openxmlformats.org/officeDocument/2006/relationships/tags" Target="../tags/tag67.xml"/><Relationship Id="rId5" Type="http://schemas.openxmlformats.org/officeDocument/2006/relationships/slideLayout" Target="../slideLayouts/slideLayout43.xml"/><Relationship Id="rId15" Type="http://schemas.openxmlformats.org/officeDocument/2006/relationships/slideLayout" Target="../slideLayouts/slideLayout53.xml"/><Relationship Id="rId23" Type="http://schemas.openxmlformats.org/officeDocument/2006/relationships/slideLayout" Target="../slideLayouts/slideLayout61.xml"/><Relationship Id="rId28" Type="http://schemas.openxmlformats.org/officeDocument/2006/relationships/slideLayout" Target="../slideLayouts/slideLayout66.xml"/><Relationship Id="rId36" Type="http://schemas.openxmlformats.org/officeDocument/2006/relationships/vmlDrawing" Target="../drawings/vmlDrawing36.vml"/><Relationship Id="rId10" Type="http://schemas.openxmlformats.org/officeDocument/2006/relationships/slideLayout" Target="../slideLayouts/slideLayout48.xml"/><Relationship Id="rId19" Type="http://schemas.openxmlformats.org/officeDocument/2006/relationships/slideLayout" Target="../slideLayouts/slideLayout57.xml"/><Relationship Id="rId31" Type="http://schemas.openxmlformats.org/officeDocument/2006/relationships/slideLayout" Target="../slideLayouts/slideLayout69.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slideLayout" Target="../slideLayouts/slideLayout52.xml"/><Relationship Id="rId22" Type="http://schemas.openxmlformats.org/officeDocument/2006/relationships/slideLayout" Target="../slideLayouts/slideLayout60.xml"/><Relationship Id="rId27" Type="http://schemas.openxmlformats.org/officeDocument/2006/relationships/slideLayout" Target="../slideLayouts/slideLayout65.xml"/><Relationship Id="rId30" Type="http://schemas.openxmlformats.org/officeDocument/2006/relationships/slideLayout" Target="../slideLayouts/slideLayout68.xml"/><Relationship Id="rId35" Type="http://schemas.openxmlformats.org/officeDocument/2006/relationships/theme" Target="../theme/theme3.xml"/><Relationship Id="rId8" Type="http://schemas.openxmlformats.org/officeDocument/2006/relationships/slideLayout" Target="../slideLayouts/slideLayout46.xml"/><Relationship Id="rId3" Type="http://schemas.openxmlformats.org/officeDocument/2006/relationships/slideLayout" Target="../slideLayouts/slideLayout41.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85.xml"/><Relationship Id="rId18" Type="http://schemas.openxmlformats.org/officeDocument/2006/relationships/slideLayout" Target="../slideLayouts/slideLayout90.xml"/><Relationship Id="rId26" Type="http://schemas.openxmlformats.org/officeDocument/2006/relationships/slideLayout" Target="../slideLayouts/slideLayout98.xml"/><Relationship Id="rId39" Type="http://schemas.openxmlformats.org/officeDocument/2006/relationships/slideLayout" Target="../slideLayouts/slideLayout111.xml"/><Relationship Id="rId21" Type="http://schemas.openxmlformats.org/officeDocument/2006/relationships/slideLayout" Target="../slideLayouts/slideLayout93.xml"/><Relationship Id="rId34" Type="http://schemas.openxmlformats.org/officeDocument/2006/relationships/slideLayout" Target="../slideLayouts/slideLayout106.xml"/><Relationship Id="rId42" Type="http://schemas.openxmlformats.org/officeDocument/2006/relationships/theme" Target="../theme/theme4.xml"/><Relationship Id="rId47" Type="http://schemas.openxmlformats.org/officeDocument/2006/relationships/image" Target="../media/image1.emf"/><Relationship Id="rId7" Type="http://schemas.openxmlformats.org/officeDocument/2006/relationships/slideLayout" Target="../slideLayouts/slideLayout79.xml"/><Relationship Id="rId2" Type="http://schemas.openxmlformats.org/officeDocument/2006/relationships/slideLayout" Target="../slideLayouts/slideLayout74.xml"/><Relationship Id="rId16" Type="http://schemas.openxmlformats.org/officeDocument/2006/relationships/slideLayout" Target="../slideLayouts/slideLayout88.xml"/><Relationship Id="rId29" Type="http://schemas.openxmlformats.org/officeDocument/2006/relationships/slideLayout" Target="../slideLayouts/slideLayout101.xml"/><Relationship Id="rId1" Type="http://schemas.openxmlformats.org/officeDocument/2006/relationships/slideLayout" Target="../slideLayouts/slideLayout73.xml"/><Relationship Id="rId6" Type="http://schemas.openxmlformats.org/officeDocument/2006/relationships/slideLayout" Target="../slideLayouts/slideLayout78.xml"/><Relationship Id="rId11" Type="http://schemas.openxmlformats.org/officeDocument/2006/relationships/slideLayout" Target="../slideLayouts/slideLayout83.xml"/><Relationship Id="rId24" Type="http://schemas.openxmlformats.org/officeDocument/2006/relationships/slideLayout" Target="../slideLayouts/slideLayout96.xml"/><Relationship Id="rId32" Type="http://schemas.openxmlformats.org/officeDocument/2006/relationships/slideLayout" Target="../slideLayouts/slideLayout104.xml"/><Relationship Id="rId37" Type="http://schemas.openxmlformats.org/officeDocument/2006/relationships/slideLayout" Target="../slideLayouts/slideLayout109.xml"/><Relationship Id="rId40" Type="http://schemas.openxmlformats.org/officeDocument/2006/relationships/slideLayout" Target="../slideLayouts/slideLayout112.xml"/><Relationship Id="rId45" Type="http://schemas.openxmlformats.org/officeDocument/2006/relationships/tags" Target="../tags/tag69.xml"/><Relationship Id="rId5" Type="http://schemas.openxmlformats.org/officeDocument/2006/relationships/slideLayout" Target="../slideLayouts/slideLayout77.xml"/><Relationship Id="rId15" Type="http://schemas.openxmlformats.org/officeDocument/2006/relationships/slideLayout" Target="../slideLayouts/slideLayout87.xml"/><Relationship Id="rId23" Type="http://schemas.openxmlformats.org/officeDocument/2006/relationships/slideLayout" Target="../slideLayouts/slideLayout95.xml"/><Relationship Id="rId28" Type="http://schemas.openxmlformats.org/officeDocument/2006/relationships/slideLayout" Target="../slideLayouts/slideLayout100.xml"/><Relationship Id="rId36" Type="http://schemas.openxmlformats.org/officeDocument/2006/relationships/slideLayout" Target="../slideLayouts/slideLayout108.xml"/><Relationship Id="rId10" Type="http://schemas.openxmlformats.org/officeDocument/2006/relationships/slideLayout" Target="../slideLayouts/slideLayout82.xml"/><Relationship Id="rId19" Type="http://schemas.openxmlformats.org/officeDocument/2006/relationships/slideLayout" Target="../slideLayouts/slideLayout91.xml"/><Relationship Id="rId31" Type="http://schemas.openxmlformats.org/officeDocument/2006/relationships/slideLayout" Target="../slideLayouts/slideLayout103.xml"/><Relationship Id="rId44" Type="http://schemas.openxmlformats.org/officeDocument/2006/relationships/tags" Target="../tags/tag68.xml"/><Relationship Id="rId4" Type="http://schemas.openxmlformats.org/officeDocument/2006/relationships/slideLayout" Target="../slideLayouts/slideLayout76.xml"/><Relationship Id="rId9" Type="http://schemas.openxmlformats.org/officeDocument/2006/relationships/slideLayout" Target="../slideLayouts/slideLayout81.xml"/><Relationship Id="rId14" Type="http://schemas.openxmlformats.org/officeDocument/2006/relationships/slideLayout" Target="../slideLayouts/slideLayout86.xml"/><Relationship Id="rId22" Type="http://schemas.openxmlformats.org/officeDocument/2006/relationships/slideLayout" Target="../slideLayouts/slideLayout94.xml"/><Relationship Id="rId27" Type="http://schemas.openxmlformats.org/officeDocument/2006/relationships/slideLayout" Target="../slideLayouts/slideLayout99.xml"/><Relationship Id="rId30" Type="http://schemas.openxmlformats.org/officeDocument/2006/relationships/slideLayout" Target="../slideLayouts/slideLayout102.xml"/><Relationship Id="rId35" Type="http://schemas.openxmlformats.org/officeDocument/2006/relationships/slideLayout" Target="../slideLayouts/slideLayout107.xml"/><Relationship Id="rId43" Type="http://schemas.openxmlformats.org/officeDocument/2006/relationships/vmlDrawing" Target="../drawings/vmlDrawing37.vml"/><Relationship Id="rId8" Type="http://schemas.openxmlformats.org/officeDocument/2006/relationships/slideLayout" Target="../slideLayouts/slideLayout80.xml"/><Relationship Id="rId3" Type="http://schemas.openxmlformats.org/officeDocument/2006/relationships/slideLayout" Target="../slideLayouts/slideLayout75.xml"/><Relationship Id="rId12" Type="http://schemas.openxmlformats.org/officeDocument/2006/relationships/slideLayout" Target="../slideLayouts/slideLayout84.xml"/><Relationship Id="rId17" Type="http://schemas.openxmlformats.org/officeDocument/2006/relationships/slideLayout" Target="../slideLayouts/slideLayout89.xml"/><Relationship Id="rId25" Type="http://schemas.openxmlformats.org/officeDocument/2006/relationships/slideLayout" Target="../slideLayouts/slideLayout97.xml"/><Relationship Id="rId33" Type="http://schemas.openxmlformats.org/officeDocument/2006/relationships/slideLayout" Target="../slideLayouts/slideLayout105.xml"/><Relationship Id="rId38" Type="http://schemas.openxmlformats.org/officeDocument/2006/relationships/slideLayout" Target="../slideLayouts/slideLayout110.xml"/><Relationship Id="rId46" Type="http://schemas.openxmlformats.org/officeDocument/2006/relationships/oleObject" Target="../embeddings/oleObject36.bin"/><Relationship Id="rId20" Type="http://schemas.openxmlformats.org/officeDocument/2006/relationships/slideLayout" Target="../slideLayouts/slideLayout92.xml"/><Relationship Id="rId41" Type="http://schemas.openxmlformats.org/officeDocument/2006/relationships/slideLayout" Target="../slideLayouts/slideLayout1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34"/>
            </p:custDataLst>
            <p:extLst>
              <p:ext uri="{D42A27DB-BD31-4B8C-83A1-F6EECF244321}">
                <p14:modId xmlns:p14="http://schemas.microsoft.com/office/powerpoint/2010/main" val="2001082150"/>
              </p:ext>
            </p:extLst>
          </p:nvPr>
        </p:nvGraphicFramePr>
        <p:xfrm>
          <a:off x="2119" y="1590"/>
          <a:ext cx="2116" cy="1587"/>
        </p:xfrm>
        <a:graphic>
          <a:graphicData uri="http://schemas.openxmlformats.org/presentationml/2006/ole">
            <mc:AlternateContent xmlns:mc="http://schemas.openxmlformats.org/markup-compatibility/2006">
              <mc:Choice xmlns:v="urn:schemas-microsoft-com:vml" Requires="v">
                <p:oleObj spid="_x0000_s627372" name="think-cell Slide" r:id="rId36" imgW="270" imgH="270" progId="TCLayout.ActiveDocument.1">
                  <p:embed/>
                </p:oleObj>
              </mc:Choice>
              <mc:Fallback>
                <p:oleObj name="think-cell Slide" r:id="rId36" imgW="270" imgH="270" progId="TCLayout.ActiveDocument.1">
                  <p:embed/>
                  <p:pic>
                    <p:nvPicPr>
                      <p:cNvPr id="0" name=""/>
                      <p:cNvPicPr/>
                      <p:nvPr/>
                    </p:nvPicPr>
                    <p:blipFill>
                      <a:blip r:embed="rId37"/>
                      <a:stretch>
                        <a:fillRect/>
                      </a:stretch>
                    </p:blipFill>
                    <p:spPr>
                      <a:xfrm>
                        <a:off x="2119" y="1590"/>
                        <a:ext cx="2116" cy="1587"/>
                      </a:xfrm>
                      <a:prstGeom prst="rect">
                        <a:avLst/>
                      </a:prstGeom>
                    </p:spPr>
                  </p:pic>
                </p:oleObj>
              </mc:Fallback>
            </mc:AlternateContent>
          </a:graphicData>
        </a:graphic>
      </p:graphicFrame>
      <p:sp>
        <p:nvSpPr>
          <p:cNvPr id="5" name="Rectangle 4" hidden="1"/>
          <p:cNvSpPr/>
          <p:nvPr userDrawn="1">
            <p:custDataLst>
              <p:tags r:id="rId35"/>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marL="0" lvl="0" indent="0" algn="ctr" eaLnBrk="1">
              <a:lnSpc>
                <a:spcPct val="100000"/>
              </a:lnSpc>
              <a:spcBef>
                <a:spcPct val="0"/>
              </a:spcBef>
              <a:spcAft>
                <a:spcPct val="0"/>
              </a:spcAft>
              <a:buFont typeface="Wingdings 2" pitchFamily="18" charset="2"/>
              <a:buNone/>
            </a:pPr>
            <a:endParaRPr lang="en-US" sz="2000"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Placeholder 1"/>
          <p:cNvSpPr>
            <a:spLocks noGrp="1"/>
          </p:cNvSpPr>
          <p:nvPr>
            <p:ph type="title"/>
          </p:nvPr>
        </p:nvSpPr>
        <p:spPr bwMode="gray">
          <a:xfrm>
            <a:off x="501652" y="317501"/>
            <a:ext cx="11188700" cy="692150"/>
          </a:xfrm>
          <a:prstGeom prst="rect">
            <a:avLst/>
          </a:prstGeom>
        </p:spPr>
        <p:txBody>
          <a:bodyPr vert="horz" lIns="0" tIns="0" rIns="0" bIns="0" rtlCol="0" anchor="t" anchorCtr="0">
            <a:noAutofit/>
          </a:bodyPr>
          <a:lstStyle/>
          <a:p>
            <a:r>
              <a:rPr lang="en-US" noProof="0" dirty="0"/>
              <a:t>Click to edit Master title style</a:t>
            </a:r>
          </a:p>
        </p:txBody>
      </p:sp>
      <p:sp>
        <p:nvSpPr>
          <p:cNvPr id="18" name="TextBox 17"/>
          <p:cNvSpPr txBox="1"/>
          <p:nvPr userDrawn="1"/>
        </p:nvSpPr>
        <p:spPr>
          <a:xfrm>
            <a:off x="501649" y="6654807"/>
            <a:ext cx="5355168" cy="201260"/>
          </a:xfrm>
          <a:prstGeom prst="rect">
            <a:avLst/>
          </a:prstGeom>
          <a:noFill/>
        </p:spPr>
        <p:txBody>
          <a:bodyPr wrap="square" lIns="0" tIns="0" rIns="0" bIns="0" rtlCol="0">
            <a:noAutofit/>
          </a:bodyPr>
          <a:lstStyle/>
          <a:p>
            <a:pPr marL="0" indent="0">
              <a:spcBef>
                <a:spcPts val="717"/>
              </a:spcBef>
              <a:buSzPct val="100000"/>
              <a:buFont typeface="Arial"/>
              <a:buNone/>
            </a:pPr>
            <a:r>
              <a:rPr lang="fr-FR" sz="650" noProof="0" dirty="0">
                <a:solidFill>
                  <a:schemeClr val="tx1"/>
                </a:solidFill>
              </a:rPr>
              <a:t>© 2022 Deloitte Touche </a:t>
            </a:r>
            <a:r>
              <a:rPr lang="fr-FR" sz="650" noProof="0" dirty="0" err="1">
                <a:solidFill>
                  <a:schemeClr val="tx1"/>
                </a:solidFill>
              </a:rPr>
              <a:t>Tohmatsu</a:t>
            </a:r>
            <a:r>
              <a:rPr lang="fr-FR" sz="650" noProof="0" dirty="0">
                <a:solidFill>
                  <a:schemeClr val="tx1"/>
                </a:solidFill>
              </a:rPr>
              <a:t> India LLP</a:t>
            </a:r>
          </a:p>
        </p:txBody>
      </p:sp>
      <p:sp>
        <p:nvSpPr>
          <p:cNvPr id="19" name="Text Placeholder 18"/>
          <p:cNvSpPr>
            <a:spLocks noGrp="1"/>
          </p:cNvSpPr>
          <p:nvPr>
            <p:ph type="body" idx="1"/>
          </p:nvPr>
        </p:nvSpPr>
        <p:spPr>
          <a:xfrm>
            <a:off x="501651" y="1665289"/>
            <a:ext cx="11188700" cy="4716462"/>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extBox 2"/>
          <p:cNvSpPr txBox="1"/>
          <p:nvPr userDrawn="1"/>
        </p:nvSpPr>
        <p:spPr>
          <a:xfrm>
            <a:off x="11382377" y="6705604"/>
            <a:ext cx="307974" cy="100027"/>
          </a:xfrm>
          <a:prstGeom prst="rect">
            <a:avLst/>
          </a:prstGeom>
          <a:noFill/>
        </p:spPr>
        <p:txBody>
          <a:bodyPr wrap="square" lIns="0" tIns="0" rIns="0" bIns="0" rtlCol="0">
            <a:noAutofit/>
          </a:bodyPr>
          <a:lstStyle/>
          <a:p>
            <a:pPr marL="0" indent="0" algn="r">
              <a:spcBef>
                <a:spcPts val="650"/>
              </a:spcBef>
              <a:buSzPct val="100000"/>
              <a:buFont typeface="Arial"/>
              <a:buNone/>
            </a:pPr>
            <a:fld id="{C58DF478-B544-4ED8-9ED4-6A2648E2D233}" type="slidenum">
              <a:rPr lang="en-US" sz="704" noProof="0" smtClean="0">
                <a:solidFill>
                  <a:schemeClr val="tx1"/>
                </a:solidFill>
              </a:rPr>
              <a:pPr marL="0" indent="0" algn="r">
                <a:spcBef>
                  <a:spcPts val="650"/>
                </a:spcBef>
                <a:buSzPct val="100000"/>
                <a:buFont typeface="Arial"/>
                <a:buNone/>
              </a:pPr>
              <a:t>‹#›</a:t>
            </a:fld>
            <a:endParaRPr lang="en-US" sz="704" noProof="0" dirty="0">
              <a:solidFill>
                <a:schemeClr val="tx1"/>
              </a:solidFill>
            </a:endParaRPr>
          </a:p>
        </p:txBody>
      </p:sp>
    </p:spTree>
  </p:cSld>
  <p:clrMap bg1="lt1" tx1="dk1" bg2="lt2" tx2="dk2" accent1="accent1" accent2="accent2" accent3="accent3" accent4="accent4" accent5="accent5" accent6="accent6" hlink="hlink" folHlink="folHlink"/>
  <p:sldLayoutIdLst>
    <p:sldLayoutId id="2147483701" r:id="rId1"/>
    <p:sldLayoutId id="2147483702" r:id="rId2"/>
    <p:sldLayoutId id="2147483756" r:id="rId3"/>
    <p:sldLayoutId id="2147483755" r:id="rId4"/>
    <p:sldLayoutId id="2147483703" r:id="rId5"/>
    <p:sldLayoutId id="2147483713" r:id="rId6"/>
    <p:sldLayoutId id="2147483753" r:id="rId7"/>
    <p:sldLayoutId id="2147483679" r:id="rId8"/>
    <p:sldLayoutId id="2147483712" r:id="rId9"/>
    <p:sldLayoutId id="2147483678" r:id="rId10"/>
    <p:sldLayoutId id="2147483681" r:id="rId11"/>
    <p:sldLayoutId id="2147483735" r:id="rId12"/>
    <p:sldLayoutId id="2147483699" r:id="rId13"/>
    <p:sldLayoutId id="2147483714" r:id="rId14"/>
    <p:sldLayoutId id="2147483697" r:id="rId15"/>
    <p:sldLayoutId id="2147483715" r:id="rId16"/>
    <p:sldLayoutId id="2147483716" r:id="rId17"/>
    <p:sldLayoutId id="2147483717" r:id="rId18"/>
    <p:sldLayoutId id="2147483718" r:id="rId19"/>
    <p:sldLayoutId id="2147483728" r:id="rId20"/>
    <p:sldLayoutId id="2147483720" r:id="rId21"/>
    <p:sldLayoutId id="2147483721" r:id="rId22"/>
    <p:sldLayoutId id="2147483722" r:id="rId23"/>
    <p:sldLayoutId id="2147483695" r:id="rId24"/>
    <p:sldLayoutId id="2147483751" r:id="rId25"/>
    <p:sldLayoutId id="2147483724" r:id="rId26"/>
    <p:sldLayoutId id="2147483725" r:id="rId27"/>
    <p:sldLayoutId id="2147483726" r:id="rId28"/>
    <p:sldLayoutId id="2147483698" r:id="rId29"/>
    <p:sldLayoutId id="2147483752" r:id="rId30"/>
    <p:sldLayoutId id="2147483696" r:id="rId31"/>
  </p:sldLayoutIdLst>
  <p:transition>
    <p:fade/>
  </p:transition>
  <p:hf hdr="0" dt="0"/>
  <p:txStyles>
    <p:titleStyle>
      <a:lvl1pPr algn="l" defTabSz="990570" rtl="0" eaLnBrk="1" latinLnBrk="0" hangingPunct="1">
        <a:spcBef>
          <a:spcPct val="0"/>
        </a:spcBef>
        <a:buNone/>
        <a:defRPr sz="2000" kern="1200">
          <a:solidFill>
            <a:schemeClr val="tx1"/>
          </a:solidFill>
          <a:latin typeface="+mj-lt"/>
          <a:ea typeface="+mj-ea"/>
          <a:cs typeface="+mj-cs"/>
        </a:defRPr>
      </a:lvl1pPr>
    </p:titleStyle>
    <p:bodyStyle>
      <a:lvl1pPr marL="0" indent="0" algn="l" defTabSz="990570" rtl="0" eaLnBrk="1" latinLnBrk="0" hangingPunct="1">
        <a:spcBef>
          <a:spcPts val="0"/>
        </a:spcBef>
        <a:spcAft>
          <a:spcPts val="1083"/>
        </a:spcAft>
        <a:buSzPct val="100000"/>
        <a:buFont typeface="Arial" panose="020B0604020202020204" pitchFamily="34" charset="0"/>
        <a:buNone/>
        <a:defRPr sz="1300" b="0" kern="1200">
          <a:solidFill>
            <a:schemeClr val="tx1"/>
          </a:solidFill>
          <a:latin typeface="+mn-lt"/>
          <a:ea typeface="+mn-ea"/>
          <a:cs typeface="+mn-cs"/>
        </a:defRPr>
      </a:lvl1pPr>
      <a:lvl2pPr marL="0" indent="0" algn="l" defTabSz="990570" rtl="0" eaLnBrk="1" latinLnBrk="0" hangingPunct="1">
        <a:spcBef>
          <a:spcPts val="0"/>
        </a:spcBef>
        <a:spcAft>
          <a:spcPts val="1083"/>
        </a:spcAft>
        <a:buClrTx/>
        <a:buSzPct val="100000"/>
        <a:buFont typeface="Arial"/>
        <a:buNone/>
        <a:defRPr lang="en-US" sz="1300" b="1" kern="1200" dirty="0" smtClean="0">
          <a:solidFill>
            <a:schemeClr val="tx1"/>
          </a:solidFill>
          <a:latin typeface="+mn-lt"/>
          <a:ea typeface="+mn-ea"/>
          <a:cs typeface="+mn-cs"/>
        </a:defRPr>
      </a:lvl2pPr>
      <a:lvl3pPr marL="191094" indent="-191094" algn="l" defTabSz="990570" rtl="0" eaLnBrk="1" latinLnBrk="0" hangingPunct="1">
        <a:spcBef>
          <a:spcPts val="0"/>
        </a:spcBef>
        <a:spcAft>
          <a:spcPts val="1083"/>
        </a:spcAft>
        <a:buClrTx/>
        <a:buSzPct val="100000"/>
        <a:buFont typeface="Arial" panose="020B0604020202020204" pitchFamily="34" charset="0"/>
        <a:buChar char="•"/>
        <a:defRPr lang="en-US" sz="1300" kern="1200" dirty="0" smtClean="0">
          <a:solidFill>
            <a:schemeClr val="tx1"/>
          </a:solidFill>
          <a:latin typeface="+mn-lt"/>
          <a:ea typeface="+mn-ea"/>
          <a:cs typeface="+mn-cs"/>
        </a:defRPr>
      </a:lvl3pPr>
      <a:lvl4pPr marL="386088" indent="-191094" algn="l" defTabSz="990570" rtl="0" eaLnBrk="1" latinLnBrk="0" hangingPunct="1">
        <a:spcBef>
          <a:spcPts val="0"/>
        </a:spcBef>
        <a:spcAft>
          <a:spcPts val="1083"/>
        </a:spcAft>
        <a:buClrTx/>
        <a:buSzPct val="100000"/>
        <a:buFont typeface="Verdana" panose="020B0604030504040204" pitchFamily="34" charset="0"/>
        <a:buChar char="−"/>
        <a:defRPr lang="en-US" sz="1300" kern="1200" baseline="0" dirty="0" smtClean="0">
          <a:solidFill>
            <a:schemeClr val="tx1"/>
          </a:solidFill>
          <a:latin typeface="+mn-lt"/>
          <a:ea typeface="+mn-ea"/>
          <a:cs typeface="+mn-cs"/>
        </a:defRPr>
      </a:lvl4pPr>
      <a:lvl5pPr marL="577182" indent="-191094" algn="l" defTabSz="865029" rtl="0" eaLnBrk="1" latinLnBrk="0" hangingPunct="1">
        <a:spcBef>
          <a:spcPts val="0"/>
        </a:spcBef>
        <a:spcAft>
          <a:spcPts val="1083"/>
        </a:spcAft>
        <a:buClrTx/>
        <a:buSzPct val="100000"/>
        <a:buFont typeface="Verdana" panose="020B0604030504040204" pitchFamily="34" charset="0"/>
        <a:buChar char="−"/>
        <a:tabLst/>
        <a:defRPr lang="en-US" sz="1300" kern="1200" baseline="0" dirty="0" smtClean="0">
          <a:solidFill>
            <a:schemeClr val="tx1"/>
          </a:solidFill>
          <a:latin typeface="+mn-lt"/>
          <a:ea typeface="+mn-ea"/>
          <a:cs typeface="+mn-cs"/>
        </a:defRPr>
      </a:lvl5pPr>
      <a:lvl6pPr marL="577182" indent="-191094" algn="l" defTabSz="990570"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6pPr>
      <a:lvl7pPr marL="577182" indent="-191094" algn="l" defTabSz="990570" rtl="0" eaLnBrk="1" latinLnBrk="0" hangingPunct="1">
        <a:spcBef>
          <a:spcPts val="0"/>
        </a:spcBef>
        <a:spcAft>
          <a:spcPts val="1083"/>
        </a:spcAft>
        <a:buFont typeface="Verdana" panose="020B0604030504040204" pitchFamily="34" charset="0"/>
        <a:buChar char="−"/>
        <a:defRPr sz="1300" kern="1200">
          <a:solidFill>
            <a:schemeClr val="tx1"/>
          </a:solidFill>
          <a:latin typeface="+mn-lt"/>
          <a:ea typeface="+mn-ea"/>
          <a:cs typeface="+mn-cs"/>
        </a:defRPr>
      </a:lvl7pPr>
      <a:lvl8pPr marL="577182" indent="-191094" algn="l" defTabSz="990570"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8pPr>
      <a:lvl9pPr marL="577182" indent="-191094" algn="l" defTabSz="990570" rtl="0" eaLnBrk="1" latinLnBrk="0" hangingPunct="1">
        <a:spcBef>
          <a:spcPts val="0"/>
        </a:spcBef>
        <a:spcAft>
          <a:spcPts val="1083"/>
        </a:spcAft>
        <a:buFont typeface="Verdana" panose="020B0604030504040204" pitchFamily="34" charset="0"/>
        <a:buChar char="−"/>
        <a:defRPr sz="1300" kern="1200" baseline="0">
          <a:solidFill>
            <a:schemeClr val="tx1"/>
          </a:solidFill>
          <a:latin typeface="+mn-lt"/>
          <a:ea typeface="+mn-ea"/>
          <a:cs typeface="+mn-cs"/>
        </a:defRPr>
      </a:lvl9pPr>
    </p:bodyStyle>
    <p:otherStyle>
      <a:defPPr>
        <a:defRPr lang="en-US"/>
      </a:defPPr>
      <a:lvl1pPr marL="0" algn="l" defTabSz="990570" rtl="0" eaLnBrk="1" latinLnBrk="0" hangingPunct="1">
        <a:defRPr sz="1950" kern="1200">
          <a:solidFill>
            <a:schemeClr val="tx1"/>
          </a:solidFill>
          <a:latin typeface="+mn-lt"/>
          <a:ea typeface="+mn-ea"/>
          <a:cs typeface="+mn-cs"/>
        </a:defRPr>
      </a:lvl1pPr>
      <a:lvl2pPr marL="495285" algn="l" defTabSz="990570" rtl="0" eaLnBrk="1" latinLnBrk="0" hangingPunct="1">
        <a:defRPr sz="1950" kern="1200">
          <a:solidFill>
            <a:schemeClr val="tx1"/>
          </a:solidFill>
          <a:latin typeface="+mn-lt"/>
          <a:ea typeface="+mn-ea"/>
          <a:cs typeface="+mn-cs"/>
        </a:defRPr>
      </a:lvl2pPr>
      <a:lvl3pPr marL="990570" algn="l" defTabSz="990570" rtl="0" eaLnBrk="1" latinLnBrk="0" hangingPunct="1">
        <a:defRPr sz="1950" kern="1200">
          <a:solidFill>
            <a:schemeClr val="tx1"/>
          </a:solidFill>
          <a:latin typeface="+mn-lt"/>
          <a:ea typeface="+mn-ea"/>
          <a:cs typeface="+mn-cs"/>
        </a:defRPr>
      </a:lvl3pPr>
      <a:lvl4pPr marL="1485854" algn="l" defTabSz="990570" rtl="0" eaLnBrk="1" latinLnBrk="0" hangingPunct="1">
        <a:defRPr sz="1950" kern="1200">
          <a:solidFill>
            <a:schemeClr val="tx1"/>
          </a:solidFill>
          <a:latin typeface="+mn-lt"/>
          <a:ea typeface="+mn-ea"/>
          <a:cs typeface="+mn-cs"/>
        </a:defRPr>
      </a:lvl4pPr>
      <a:lvl5pPr marL="1981139" algn="l" defTabSz="990570" rtl="0" eaLnBrk="1" latinLnBrk="0" hangingPunct="1">
        <a:defRPr sz="1950" kern="1200">
          <a:solidFill>
            <a:schemeClr val="tx1"/>
          </a:solidFill>
          <a:latin typeface="+mn-lt"/>
          <a:ea typeface="+mn-ea"/>
          <a:cs typeface="+mn-cs"/>
        </a:defRPr>
      </a:lvl5pPr>
      <a:lvl6pPr marL="2476424" algn="l" defTabSz="990570" rtl="0" eaLnBrk="1" latinLnBrk="0" hangingPunct="1">
        <a:defRPr sz="1950" kern="1200">
          <a:solidFill>
            <a:schemeClr val="tx1"/>
          </a:solidFill>
          <a:latin typeface="+mn-lt"/>
          <a:ea typeface="+mn-ea"/>
          <a:cs typeface="+mn-cs"/>
        </a:defRPr>
      </a:lvl6pPr>
      <a:lvl7pPr marL="2971709" algn="l" defTabSz="990570" rtl="0" eaLnBrk="1" latinLnBrk="0" hangingPunct="1">
        <a:defRPr sz="1950" kern="1200">
          <a:solidFill>
            <a:schemeClr val="tx1"/>
          </a:solidFill>
          <a:latin typeface="+mn-lt"/>
          <a:ea typeface="+mn-ea"/>
          <a:cs typeface="+mn-cs"/>
        </a:defRPr>
      </a:lvl7pPr>
      <a:lvl8pPr marL="3466993" algn="l" defTabSz="990570" rtl="0" eaLnBrk="1" latinLnBrk="0" hangingPunct="1">
        <a:defRPr sz="1950" kern="1200">
          <a:solidFill>
            <a:schemeClr val="tx1"/>
          </a:solidFill>
          <a:latin typeface="+mn-lt"/>
          <a:ea typeface="+mn-ea"/>
          <a:cs typeface="+mn-cs"/>
        </a:defRPr>
      </a:lvl8pPr>
      <a:lvl9pPr marL="3962278" algn="l" defTabSz="990570" rtl="0" eaLnBrk="1" latinLnBrk="0" hangingPunct="1">
        <a:defRPr sz="19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5113" userDrawn="1">
          <p15:clr>
            <a:srgbClr val="F26B43"/>
          </p15:clr>
        </p15:guide>
        <p15:guide id="2" orient="horz" pos="2160" userDrawn="1">
          <p15:clr>
            <a:srgbClr val="F26B43"/>
          </p15:clr>
        </p15:guide>
        <p15:guide id="3" orient="horz" pos="4020" userDrawn="1">
          <p15:clr>
            <a:srgbClr val="F26B43"/>
          </p15:clr>
        </p15:guide>
        <p15:guide id="4" pos="316" userDrawn="1">
          <p15:clr>
            <a:srgbClr val="F26B43"/>
          </p15:clr>
        </p15:guide>
        <p15:guide id="5" pos="7364" userDrawn="1">
          <p15:clr>
            <a:srgbClr val="F26B43"/>
          </p15:clr>
        </p15:guide>
        <p15:guide id="6" orient="horz" pos="1071" userDrawn="1">
          <p15:clr>
            <a:srgbClr val="F26B43"/>
          </p15:clr>
        </p15:guide>
        <p15:guide id="7" orient="horz" pos="200" userDrawn="1">
          <p15:clr>
            <a:srgbClr val="F26B43"/>
          </p15:clr>
        </p15:guide>
        <p15:guide id="8" orient="horz" pos="4080" userDrawn="1">
          <p15:clr>
            <a:srgbClr val="F26B43"/>
          </p15:clr>
        </p15:guide>
        <p15:guide id="10" pos="4961" userDrawn="1">
          <p15:clr>
            <a:srgbClr val="F26B43"/>
          </p15:clr>
        </p15:guide>
        <p15:guide id="11" orient="horz" pos="236" userDrawn="1">
          <p15:clr>
            <a:srgbClr val="F26B43"/>
          </p15:clr>
        </p15:guide>
        <p15:guide id="12" pos="1362" userDrawn="1">
          <p15:clr>
            <a:srgbClr val="F26B43"/>
          </p15:clr>
        </p15:guide>
        <p15:guide id="13" pos="1516" userDrawn="1">
          <p15:clr>
            <a:srgbClr val="F26B43"/>
          </p15:clr>
        </p15:guide>
        <p15:guide id="14" pos="2560" userDrawn="1">
          <p15:clr>
            <a:srgbClr val="F26B43"/>
          </p15:clr>
        </p15:guide>
        <p15:guide id="15" pos="2710" userDrawn="1">
          <p15:clr>
            <a:srgbClr val="F26B43"/>
          </p15:clr>
        </p15:guide>
        <p15:guide id="16" pos="6160" userDrawn="1">
          <p15:clr>
            <a:srgbClr val="F26B43"/>
          </p15:clr>
        </p15:guide>
        <p15:guide id="17" pos="3764" userDrawn="1">
          <p15:clr>
            <a:srgbClr val="F26B43"/>
          </p15:clr>
        </p15:guide>
        <p15:guide id="18" pos="3916" userDrawn="1">
          <p15:clr>
            <a:srgbClr val="F26B43"/>
          </p15:clr>
        </p15:guide>
        <p15:guide id="19" pos="3840" userDrawn="1">
          <p15:clr>
            <a:srgbClr val="F26B43"/>
          </p15:clr>
        </p15:guide>
        <p15:guide id="20" pos="6313" userDrawn="1">
          <p15:clr>
            <a:srgbClr val="F26B43"/>
          </p15:clr>
        </p15:guide>
        <p15:guide id="21" orient="horz" pos="1049" userDrawn="1">
          <p15:clr>
            <a:srgbClr val="F26B43"/>
          </p15:clr>
        </p15:guide>
        <p15:guide id="22" orient="horz" pos="6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10"/>
            </p:custDataLst>
            <p:extLst>
              <p:ext uri="{D42A27DB-BD31-4B8C-83A1-F6EECF244321}">
                <p14:modId xmlns:p14="http://schemas.microsoft.com/office/powerpoint/2010/main" val="2167914632"/>
              </p:ext>
            </p:extLst>
          </p:nvPr>
        </p:nvGraphicFramePr>
        <p:xfrm>
          <a:off x="2118" y="1589"/>
          <a:ext cx="2116" cy="1587"/>
        </p:xfrm>
        <a:graphic>
          <a:graphicData uri="http://schemas.openxmlformats.org/presentationml/2006/ole">
            <mc:AlternateContent xmlns:mc="http://schemas.openxmlformats.org/markup-compatibility/2006">
              <mc:Choice xmlns:v="urn:schemas-microsoft-com:vml" Requires="v">
                <p:oleObj spid="_x0000_s679376" name="think-cell Slide" r:id="rId11" imgW="270" imgH="270" progId="TCLayout.ActiveDocument.1">
                  <p:embed/>
                </p:oleObj>
              </mc:Choice>
              <mc:Fallback>
                <p:oleObj name="think-cell Slide" r:id="rId11" imgW="270" imgH="270" progId="TCLayout.ActiveDocument.1">
                  <p:embed/>
                  <p:pic>
                    <p:nvPicPr>
                      <p:cNvPr id="4" name="Object 3" hidden="1"/>
                      <p:cNvPicPr/>
                      <p:nvPr/>
                    </p:nvPicPr>
                    <p:blipFill>
                      <a:blip r:embed="rId12"/>
                      <a:stretch>
                        <a:fillRect/>
                      </a:stretch>
                    </p:blipFill>
                    <p:spPr>
                      <a:xfrm>
                        <a:off x="2118" y="1589"/>
                        <a:ext cx="2116" cy="1587"/>
                      </a:xfrm>
                      <a:prstGeom prst="rect">
                        <a:avLst/>
                      </a:prstGeom>
                    </p:spPr>
                  </p:pic>
                </p:oleObj>
              </mc:Fallback>
            </mc:AlternateContent>
          </a:graphicData>
        </a:graphic>
      </p:graphicFrame>
      <p:sp>
        <p:nvSpPr>
          <p:cNvPr id="2" name="Title Placeholder 1"/>
          <p:cNvSpPr>
            <a:spLocks noGrp="1"/>
          </p:cNvSpPr>
          <p:nvPr>
            <p:ph type="title"/>
          </p:nvPr>
        </p:nvSpPr>
        <p:spPr bwMode="gray">
          <a:xfrm>
            <a:off x="501651" y="317501"/>
            <a:ext cx="11188700" cy="309820"/>
          </a:xfrm>
          <a:prstGeom prst="rect">
            <a:avLst/>
          </a:prstGeom>
        </p:spPr>
        <p:txBody>
          <a:bodyPr vert="horz" lIns="0" tIns="0" rIns="0" bIns="0" rtlCol="0" anchor="t" anchorCtr="0">
            <a:noAutofit/>
          </a:bodyPr>
          <a:lstStyle/>
          <a:p>
            <a:r>
              <a:rPr lang="en-US" noProof="0"/>
              <a:t>Click to edit Master title style</a:t>
            </a:r>
            <a:endParaRPr lang="en-US" noProof="0" dirty="0"/>
          </a:p>
        </p:txBody>
      </p:sp>
      <p:sp>
        <p:nvSpPr>
          <p:cNvPr id="18" name="Copyright"/>
          <p:cNvSpPr txBox="1"/>
          <p:nvPr/>
        </p:nvSpPr>
        <p:spPr>
          <a:xfrm>
            <a:off x="501649" y="6665261"/>
            <a:ext cx="5355168" cy="138499"/>
          </a:xfrm>
          <a:prstGeom prst="rect">
            <a:avLst/>
          </a:prstGeom>
          <a:noFill/>
        </p:spPr>
        <p:txBody>
          <a:bodyPr wrap="square" lIns="0" tIns="0" rIns="0" bIns="0" rtlCol="0">
            <a:spAutoFit/>
          </a:bodyPr>
          <a:lstStyle/>
          <a:p>
            <a:pPr marL="0" indent="0">
              <a:spcBef>
                <a:spcPts val="600"/>
              </a:spcBef>
              <a:buSzPct val="100000"/>
              <a:buFont typeface="Arial"/>
              <a:buNone/>
            </a:pPr>
            <a:r>
              <a:rPr lang="fr-FR" sz="900" noProof="0" dirty="0">
                <a:solidFill>
                  <a:schemeClr val="tx1"/>
                </a:solidFill>
                <a:latin typeface="Calibri" panose="020F0502020204030204" pitchFamily="34" charset="0"/>
                <a:cs typeface="Calibri" panose="020F0502020204030204" pitchFamily="34" charset="0"/>
              </a:rPr>
              <a:t>© 2022 Deloitte Touche </a:t>
            </a:r>
            <a:r>
              <a:rPr lang="fr-FR" sz="900" noProof="0" dirty="0" err="1">
                <a:solidFill>
                  <a:schemeClr val="tx1"/>
                </a:solidFill>
                <a:latin typeface="Calibri" panose="020F0502020204030204" pitchFamily="34" charset="0"/>
                <a:cs typeface="Calibri" panose="020F0502020204030204" pitchFamily="34" charset="0"/>
              </a:rPr>
              <a:t>Tohmatsu</a:t>
            </a:r>
            <a:r>
              <a:rPr lang="fr-FR" sz="900" noProof="0" dirty="0">
                <a:solidFill>
                  <a:schemeClr val="tx1"/>
                </a:solidFill>
                <a:latin typeface="Calibri" panose="020F0502020204030204" pitchFamily="34" charset="0"/>
                <a:cs typeface="Calibri" panose="020F0502020204030204" pitchFamily="34" charset="0"/>
              </a:rPr>
              <a:t> India LLP. </a:t>
            </a:r>
          </a:p>
        </p:txBody>
      </p:sp>
      <p:sp>
        <p:nvSpPr>
          <p:cNvPr id="19" name="Text Placeholder 18"/>
          <p:cNvSpPr>
            <a:spLocks noGrp="1"/>
          </p:cNvSpPr>
          <p:nvPr>
            <p:ph type="body" idx="1"/>
          </p:nvPr>
        </p:nvSpPr>
        <p:spPr>
          <a:xfrm>
            <a:off x="501650" y="1665289"/>
            <a:ext cx="11188700" cy="4716462"/>
          </a:xfrm>
          <a:prstGeom prst="rect">
            <a:avLst/>
          </a:prstGeom>
        </p:spPr>
        <p:txBody>
          <a:bodyPr vert="horz" lIns="0" tIns="0" rIns="0" bIns="0" rtlCol="0">
            <a:normAutofit/>
          </a:bodyPr>
          <a:lstStyle/>
          <a:p>
            <a:pPr lvl="0"/>
            <a:r>
              <a:rPr lang="en-US" noProof="0" dirty="0"/>
              <a:t>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3" name="Rectangle 2">
            <a:extLst>
              <a:ext uri="{FF2B5EF4-FFF2-40B4-BE49-F238E27FC236}">
                <a16:creationId xmlns:a16="http://schemas.microsoft.com/office/drawing/2014/main" id="{C69DBDC7-DF0D-40FE-8DE0-1C33F8DF42EC}"/>
              </a:ext>
            </a:extLst>
          </p:cNvPr>
          <p:cNvSpPr/>
          <p:nvPr/>
        </p:nvSpPr>
        <p:spPr>
          <a:xfrm>
            <a:off x="11563577" y="6662212"/>
            <a:ext cx="134652" cy="138499"/>
          </a:xfrm>
          <a:prstGeom prst="rect">
            <a:avLst/>
          </a:prstGeom>
        </p:spPr>
        <p:txBody>
          <a:bodyPr wrap="none" lIns="0" tIns="0" rIns="0" bIns="0">
            <a:spAutoFit/>
          </a:bodyPr>
          <a:lstStyle/>
          <a:p>
            <a:fld id="{C58DF478-B544-4ED8-9ED4-6A2648E2D233}" type="slidenum">
              <a:rPr lang="en-US" sz="900" noProof="0" smtClean="0">
                <a:solidFill>
                  <a:schemeClr val="tx1"/>
                </a:solidFill>
                <a:latin typeface="Calibri" panose="020F0502020204030204" pitchFamily="34" charset="0"/>
                <a:cs typeface="Calibri" panose="020F0502020204030204" pitchFamily="34" charset="0"/>
              </a:rPr>
              <a:pPr/>
              <a:t>‹#›</a:t>
            </a:fld>
            <a:endParaRPr lang="en-US" sz="900" dirty="0"/>
          </a:p>
        </p:txBody>
      </p:sp>
    </p:spTree>
    <p:extLst>
      <p:ext uri="{BB962C8B-B14F-4D97-AF65-F5344CB8AC3E}">
        <p14:creationId xmlns:p14="http://schemas.microsoft.com/office/powerpoint/2010/main" val="83430301"/>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75" r:id="rId6"/>
    <p:sldLayoutId id="2147483918" r:id="rId7"/>
  </p:sldLayoutIdLst>
  <p:transition>
    <p:fade/>
  </p:transition>
  <p:hf hdr="0" dt="0"/>
  <p:txStyles>
    <p:titleStyle>
      <a:lvl1pPr algn="l" defTabSz="914400"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312">
          <p15:clr>
            <a:srgbClr val="F26B43"/>
          </p15:clr>
        </p15:guide>
        <p15:guide id="3" pos="1392">
          <p15:clr>
            <a:srgbClr val="F26B43"/>
          </p15:clr>
        </p15:guide>
        <p15:guide id="4" pos="1512">
          <p15:clr>
            <a:srgbClr val="F26B43"/>
          </p15:clr>
        </p15:guide>
        <p15:guide id="5" pos="2592">
          <p15:clr>
            <a:srgbClr val="F26B43"/>
          </p15:clr>
        </p15:guide>
        <p15:guide id="6" pos="2712">
          <p15:clr>
            <a:srgbClr val="F26B43"/>
          </p15:clr>
        </p15:guide>
        <p15:guide id="7" pos="3768">
          <p15:clr>
            <a:srgbClr val="F26B43"/>
          </p15:clr>
        </p15:guide>
        <p15:guide id="8" pos="7368">
          <p15:clr>
            <a:srgbClr val="F26B43"/>
          </p15:clr>
        </p15:guide>
        <p15:guide id="9" pos="6288">
          <p15:clr>
            <a:srgbClr val="F26B43"/>
          </p15:clr>
        </p15:guide>
        <p15:guide id="10" pos="6168">
          <p15:clr>
            <a:srgbClr val="F26B43"/>
          </p15:clr>
        </p15:guide>
        <p15:guide id="11" pos="5088">
          <p15:clr>
            <a:srgbClr val="F26B43"/>
          </p15:clr>
        </p15:guide>
        <p15:guide id="12" pos="4968">
          <p15:clr>
            <a:srgbClr val="F26B43"/>
          </p15:clr>
        </p15:guide>
        <p15:guide id="13" pos="3912">
          <p15:clr>
            <a:srgbClr val="F26B43"/>
          </p15:clr>
        </p15:guide>
        <p15:guide id="14" orient="horz" pos="4104">
          <p15:clr>
            <a:srgbClr val="F26B43"/>
          </p15:clr>
        </p15:guide>
        <p15:guide id="15" orient="horz" pos="4032">
          <p15:clr>
            <a:srgbClr val="F26B43"/>
          </p15:clr>
        </p15:guide>
        <p15:guide id="16" orient="horz" pos="2232">
          <p15:clr>
            <a:srgbClr val="F26B43"/>
          </p15:clr>
        </p15:guide>
        <p15:guide id="17" orient="horz" pos="1056">
          <p15:clr>
            <a:srgbClr val="F26B43"/>
          </p15:clr>
        </p15:guide>
        <p15:guide id="18" orient="horz" pos="192">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37"/>
            </p:custDataLst>
          </p:nvPr>
        </p:nvGraphicFramePr>
        <p:xfrm>
          <a:off x="2118" y="1589"/>
          <a:ext cx="2116" cy="1587"/>
        </p:xfrm>
        <a:graphic>
          <a:graphicData uri="http://schemas.openxmlformats.org/presentationml/2006/ole">
            <mc:AlternateContent xmlns:mc="http://schemas.openxmlformats.org/markup-compatibility/2006">
              <mc:Choice xmlns:v="urn:schemas-microsoft-com:vml" Requires="v">
                <p:oleObj spid="_x0000_s731515" name="think-cell Slide" r:id="rId38" imgW="270" imgH="270" progId="TCLayout.ActiveDocument.1">
                  <p:embed/>
                </p:oleObj>
              </mc:Choice>
              <mc:Fallback>
                <p:oleObj name="think-cell Slide" r:id="rId38" imgW="270" imgH="270" progId="TCLayout.ActiveDocument.1">
                  <p:embed/>
                  <p:pic>
                    <p:nvPicPr>
                      <p:cNvPr id="4" name="Object 3" hidden="1"/>
                      <p:cNvPicPr/>
                      <p:nvPr/>
                    </p:nvPicPr>
                    <p:blipFill>
                      <a:blip r:embed="rId39"/>
                      <a:stretch>
                        <a:fillRect/>
                      </a:stretch>
                    </p:blipFill>
                    <p:spPr>
                      <a:xfrm>
                        <a:off x="2118" y="1589"/>
                        <a:ext cx="2116" cy="1587"/>
                      </a:xfrm>
                      <a:prstGeom prst="rect">
                        <a:avLst/>
                      </a:prstGeom>
                    </p:spPr>
                  </p:pic>
                </p:oleObj>
              </mc:Fallback>
            </mc:AlternateContent>
          </a:graphicData>
        </a:graphic>
      </p:graphicFrame>
      <p:sp>
        <p:nvSpPr>
          <p:cNvPr id="2" name="Title Placeholder 1"/>
          <p:cNvSpPr>
            <a:spLocks noGrp="1"/>
          </p:cNvSpPr>
          <p:nvPr>
            <p:ph type="title"/>
          </p:nvPr>
        </p:nvSpPr>
        <p:spPr bwMode="gray">
          <a:xfrm>
            <a:off x="501651" y="317501"/>
            <a:ext cx="11188700" cy="309820"/>
          </a:xfrm>
          <a:prstGeom prst="rect">
            <a:avLst/>
          </a:prstGeom>
        </p:spPr>
        <p:txBody>
          <a:bodyPr vert="horz" lIns="0" tIns="0" rIns="0" bIns="0" rtlCol="0" anchor="t" anchorCtr="0">
            <a:noAutofit/>
          </a:bodyPr>
          <a:lstStyle/>
          <a:p>
            <a:r>
              <a:rPr lang="en-US" noProof="0"/>
              <a:t>Click to edit Master title style</a:t>
            </a:r>
            <a:endParaRPr lang="en-US" noProof="0" dirty="0"/>
          </a:p>
        </p:txBody>
      </p:sp>
      <p:sp>
        <p:nvSpPr>
          <p:cNvPr id="19" name="Text Placeholder 18"/>
          <p:cNvSpPr>
            <a:spLocks noGrp="1"/>
          </p:cNvSpPr>
          <p:nvPr>
            <p:ph type="body" idx="1"/>
          </p:nvPr>
        </p:nvSpPr>
        <p:spPr>
          <a:xfrm>
            <a:off x="501650" y="1665289"/>
            <a:ext cx="11188700" cy="4716462"/>
          </a:xfrm>
          <a:prstGeom prst="rect">
            <a:avLst/>
          </a:prstGeom>
        </p:spPr>
        <p:txBody>
          <a:bodyPr vert="horz" lIns="0" tIns="0" rIns="0" bIns="0" rtlCol="0">
            <a:norm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extBox 2"/>
          <p:cNvSpPr txBox="1"/>
          <p:nvPr/>
        </p:nvSpPr>
        <p:spPr>
          <a:xfrm>
            <a:off x="11382377" y="6477001"/>
            <a:ext cx="307975" cy="138499"/>
          </a:xfrm>
          <a:prstGeom prst="rect">
            <a:avLst/>
          </a:prstGeom>
          <a:noFill/>
        </p:spPr>
        <p:txBody>
          <a:bodyPr wrap="square" lIns="0" tIns="0" rIns="0" bIns="0" rtlCol="0">
            <a:spAutoFit/>
          </a:bodyPr>
          <a:lstStyle/>
          <a:p>
            <a:pPr marL="0" indent="0" algn="r">
              <a:spcBef>
                <a:spcPts val="600"/>
              </a:spcBef>
              <a:buSzPct val="100000"/>
              <a:buFont typeface="Arial"/>
              <a:buNone/>
            </a:pPr>
            <a:fld id="{C58DF478-B544-4ED8-9ED4-6A2648E2D233}" type="slidenum">
              <a:rPr lang="en-US" sz="900" noProof="0" smtClean="0">
                <a:solidFill>
                  <a:schemeClr val="tx1"/>
                </a:solidFill>
                <a:latin typeface="Calibri" panose="020F0502020204030204" pitchFamily="34" charset="0"/>
                <a:cs typeface="Calibri" panose="020F0502020204030204" pitchFamily="34" charset="0"/>
              </a:rPr>
              <a:pPr marL="0" indent="0" algn="r">
                <a:spcBef>
                  <a:spcPts val="600"/>
                </a:spcBef>
                <a:buSzPct val="100000"/>
                <a:buFont typeface="Arial"/>
                <a:buNone/>
              </a:pPr>
              <a:t>‹#›</a:t>
            </a:fld>
            <a:endParaRPr lang="en-US" sz="900" noProof="0" dirty="0">
              <a:solidFill>
                <a:schemeClr val="tx1"/>
              </a:solidFill>
              <a:latin typeface="Calibri" panose="020F0502020204030204" pitchFamily="34" charset="0"/>
              <a:cs typeface="Calibri" panose="020F0502020204030204" pitchFamily="34" charset="0"/>
            </a:endParaRPr>
          </a:p>
        </p:txBody>
      </p:sp>
      <p:sp>
        <p:nvSpPr>
          <p:cNvPr id="8" name="Copyright">
            <a:extLst>
              <a:ext uri="{FF2B5EF4-FFF2-40B4-BE49-F238E27FC236}">
                <a16:creationId xmlns:a16="http://schemas.microsoft.com/office/drawing/2014/main" id="{82797AAA-DAB5-4E91-A1E3-1C775CCA5B03}"/>
              </a:ext>
            </a:extLst>
          </p:cNvPr>
          <p:cNvSpPr txBox="1"/>
          <p:nvPr userDrawn="1"/>
        </p:nvSpPr>
        <p:spPr>
          <a:xfrm>
            <a:off x="501649" y="6665261"/>
            <a:ext cx="5355168" cy="138499"/>
          </a:xfrm>
          <a:prstGeom prst="rect">
            <a:avLst/>
          </a:prstGeom>
          <a:noFill/>
        </p:spPr>
        <p:txBody>
          <a:bodyPr wrap="square" lIns="0" tIns="0" rIns="0" bIns="0" rtlCol="0">
            <a:spAutoFit/>
          </a:bodyPr>
          <a:lstStyle/>
          <a:p>
            <a:pPr marL="0" indent="0">
              <a:spcBef>
                <a:spcPts val="600"/>
              </a:spcBef>
              <a:buSzPct val="100000"/>
              <a:buFont typeface="Arial"/>
              <a:buNone/>
            </a:pPr>
            <a:r>
              <a:rPr lang="fr-FR" sz="900" noProof="0" dirty="0">
                <a:solidFill>
                  <a:schemeClr val="tx1"/>
                </a:solidFill>
                <a:latin typeface="Calibri" panose="020F0502020204030204" pitchFamily="34" charset="0"/>
                <a:cs typeface="Calibri" panose="020F0502020204030204" pitchFamily="34" charset="0"/>
              </a:rPr>
              <a:t>© 2022 Deloitte Touche </a:t>
            </a:r>
            <a:r>
              <a:rPr lang="fr-FR" sz="900" noProof="0" dirty="0" err="1">
                <a:solidFill>
                  <a:schemeClr val="tx1"/>
                </a:solidFill>
                <a:latin typeface="Calibri" panose="020F0502020204030204" pitchFamily="34" charset="0"/>
                <a:cs typeface="Calibri" panose="020F0502020204030204" pitchFamily="34" charset="0"/>
              </a:rPr>
              <a:t>Tohmatsu</a:t>
            </a:r>
            <a:r>
              <a:rPr lang="fr-FR" sz="900" noProof="0" dirty="0">
                <a:solidFill>
                  <a:schemeClr val="tx1"/>
                </a:solidFill>
                <a:latin typeface="Calibri" panose="020F0502020204030204" pitchFamily="34" charset="0"/>
                <a:cs typeface="Calibri" panose="020F0502020204030204" pitchFamily="34" charset="0"/>
              </a:rPr>
              <a:t> India LLP. </a:t>
            </a:r>
          </a:p>
        </p:txBody>
      </p:sp>
    </p:spTree>
    <p:extLst>
      <p:ext uri="{BB962C8B-B14F-4D97-AF65-F5344CB8AC3E}">
        <p14:creationId xmlns:p14="http://schemas.microsoft.com/office/powerpoint/2010/main" val="2989640674"/>
      </p:ext>
    </p:extLst>
  </p:cSld>
  <p:clrMap bg1="lt1" tx1="dk1" bg2="lt2" tx2="dk2" accent1="accent1" accent2="accent2" accent3="accent3" accent4="accent4" accent5="accent5" accent6="accent6" hlink="hlink" folHlink="folHlink"/>
  <p:sldLayoutIdLst>
    <p:sldLayoutId id="2147483841" r:id="rId1"/>
    <p:sldLayoutId id="2147483842" r:id="rId2"/>
    <p:sldLayoutId id="2147483843" r:id="rId3"/>
    <p:sldLayoutId id="2147483844" r:id="rId4"/>
    <p:sldLayoutId id="2147483845" r:id="rId5"/>
    <p:sldLayoutId id="2147483846" r:id="rId6"/>
    <p:sldLayoutId id="2147483847" r:id="rId7"/>
    <p:sldLayoutId id="2147483848" r:id="rId8"/>
    <p:sldLayoutId id="2147483849" r:id="rId9"/>
    <p:sldLayoutId id="2147483850" r:id="rId10"/>
    <p:sldLayoutId id="2147483851" r:id="rId11"/>
    <p:sldLayoutId id="2147483852" r:id="rId12"/>
    <p:sldLayoutId id="2147483853" r:id="rId13"/>
    <p:sldLayoutId id="2147483854" r:id="rId14"/>
    <p:sldLayoutId id="2147483855" r:id="rId15"/>
    <p:sldLayoutId id="2147483856" r:id="rId16"/>
    <p:sldLayoutId id="2147483857" r:id="rId17"/>
    <p:sldLayoutId id="2147483858" r:id="rId18"/>
    <p:sldLayoutId id="2147483859" r:id="rId19"/>
    <p:sldLayoutId id="2147483860" r:id="rId20"/>
    <p:sldLayoutId id="2147483861" r:id="rId21"/>
    <p:sldLayoutId id="2147483862" r:id="rId22"/>
    <p:sldLayoutId id="2147483863" r:id="rId23"/>
    <p:sldLayoutId id="2147483864" r:id="rId24"/>
    <p:sldLayoutId id="2147483865" r:id="rId25"/>
    <p:sldLayoutId id="2147483866" r:id="rId26"/>
    <p:sldLayoutId id="2147483867" r:id="rId27"/>
    <p:sldLayoutId id="2147483868" r:id="rId28"/>
    <p:sldLayoutId id="2147483869" r:id="rId29"/>
    <p:sldLayoutId id="2147483870" r:id="rId30"/>
    <p:sldLayoutId id="2147483871" r:id="rId31"/>
    <p:sldLayoutId id="2147483872" r:id="rId32"/>
    <p:sldLayoutId id="2147483873" r:id="rId33"/>
    <p:sldLayoutId id="2147483874" r:id="rId34"/>
  </p:sldLayoutIdLst>
  <p:transition>
    <p:fade/>
  </p:transition>
  <p:hf hdr="0" dt="0"/>
  <p:txStyles>
    <p:titleStyle>
      <a:lvl1pPr algn="l" defTabSz="914400" rtl="0" eaLnBrk="1" latinLnBrk="0" hangingPunct="1">
        <a:spcBef>
          <a:spcPct val="0"/>
        </a:spcBef>
        <a:buNone/>
        <a:defRPr sz="2100" kern="1200">
          <a:solidFill>
            <a:schemeClr val="tx1"/>
          </a:solidFill>
          <a:latin typeface="+mn-lt"/>
          <a:ea typeface="+mj-ea"/>
          <a:cs typeface="Calibri Light" panose="020F0302020204030204" pitchFamily="34" charset="0"/>
        </a:defRPr>
      </a:lvl1pPr>
    </p:titleStyle>
    <p:bodyStyle>
      <a:lvl1pPr marL="0" indent="0" algn="l" defTabSz="914400" rtl="0" eaLnBrk="1" latinLnBrk="0" hangingPunct="1">
        <a:spcBef>
          <a:spcPts val="0"/>
        </a:spcBef>
        <a:spcAft>
          <a:spcPts val="1000"/>
        </a:spcAft>
        <a:buSzPct val="100000"/>
        <a:buFontTx/>
        <a:buNone/>
        <a:defRPr sz="1300" b="0" kern="1200">
          <a:solidFill>
            <a:schemeClr val="tx1"/>
          </a:solidFill>
          <a:latin typeface="+mn-lt"/>
          <a:ea typeface="+mn-ea"/>
          <a:cs typeface="Calibri Light" panose="020F0302020204030204" pitchFamily="34" charset="0"/>
        </a:defRPr>
      </a:lvl1pPr>
      <a:lvl2pPr marL="139700" indent="-139700" algn="l" defTabSz="914400" rtl="0" eaLnBrk="1" latinLnBrk="0" hangingPunct="1">
        <a:spcBef>
          <a:spcPts val="0"/>
        </a:spcBef>
        <a:spcAft>
          <a:spcPts val="1000"/>
        </a:spcAft>
        <a:buClrTx/>
        <a:buSzPct val="100000"/>
        <a:buFont typeface="Arial" panose="020B0604020202020204" pitchFamily="34" charset="0"/>
        <a:buChar char="•"/>
        <a:defRPr lang="en-US" sz="1300" b="1" kern="1200" dirty="0" smtClean="0">
          <a:solidFill>
            <a:schemeClr val="tx1"/>
          </a:solidFill>
          <a:latin typeface="+mj-lt"/>
          <a:ea typeface="+mn-ea"/>
          <a:cs typeface="Calibri Light" panose="020F0302020204030204" pitchFamily="34" charset="0"/>
        </a:defRPr>
      </a:lvl2pPr>
      <a:lvl3pPr marL="3048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dirty="0" smtClean="0">
          <a:solidFill>
            <a:schemeClr val="tx1"/>
          </a:solidFill>
          <a:latin typeface="+mn-lt"/>
          <a:ea typeface="+mn-ea"/>
          <a:cs typeface="Calibri Light" panose="020F0302020204030204" pitchFamily="34" charset="0"/>
        </a:defRPr>
      </a:lvl3pPr>
      <a:lvl4pPr marL="469900" indent="-139700" algn="l" defTabSz="914400" rtl="0" eaLnBrk="1" latinLnBrk="0" hangingPunct="1">
        <a:spcBef>
          <a:spcPts val="0"/>
        </a:spcBef>
        <a:spcAft>
          <a:spcPts val="1000"/>
        </a:spcAft>
        <a:buClrTx/>
        <a:buSzPct val="100000"/>
        <a:buFont typeface="Arial" panose="020B0604020202020204" pitchFamily="34" charset="0"/>
        <a:buChar char="◦"/>
        <a:defRPr lang="en-US" sz="1300" kern="1200" baseline="0" dirty="0" smtClean="0">
          <a:solidFill>
            <a:schemeClr val="tx1"/>
          </a:solidFill>
          <a:latin typeface="+mn-lt"/>
          <a:ea typeface="+mn-ea"/>
          <a:cs typeface="Calibri Light" panose="020F0302020204030204" pitchFamily="34" charset="0"/>
        </a:defRPr>
      </a:lvl4pPr>
      <a:lvl5pPr marL="635000" indent="-139700" algn="l" defTabSz="798513" rtl="0" eaLnBrk="1" latinLnBrk="0" hangingPunct="1">
        <a:spcBef>
          <a:spcPts val="0"/>
        </a:spcBef>
        <a:spcAft>
          <a:spcPts val="1000"/>
        </a:spcAft>
        <a:buClrTx/>
        <a:buSzPct val="100000"/>
        <a:buFont typeface="Arial" panose="020B0604020202020204" pitchFamily="34" charset="0"/>
        <a:buChar char="−"/>
        <a:tabLst/>
        <a:defRPr lang="en-US" sz="1300" kern="1200" baseline="0" dirty="0" smtClean="0">
          <a:solidFill>
            <a:schemeClr val="tx1"/>
          </a:solidFill>
          <a:latin typeface="+mn-lt"/>
          <a:ea typeface="+mn-ea"/>
          <a:cs typeface="Calibri Light" panose="020F0302020204030204" pitchFamily="34" charset="0"/>
        </a:defRPr>
      </a:lvl5pPr>
      <a:lvl6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6pPr>
      <a:lvl7pPr marL="532800" indent="-176400" algn="l" defTabSz="914400" rtl="0" eaLnBrk="1" latinLnBrk="0" hangingPunct="1">
        <a:spcBef>
          <a:spcPts val="0"/>
        </a:spcBef>
        <a:spcAft>
          <a:spcPts val="1000"/>
        </a:spcAft>
        <a:buFont typeface="Verdana" panose="020B0604030504040204" pitchFamily="34" charset="0"/>
        <a:buChar char="−"/>
        <a:defRPr sz="1200" kern="1200">
          <a:solidFill>
            <a:schemeClr val="tx1"/>
          </a:solidFill>
          <a:latin typeface="+mn-lt"/>
          <a:ea typeface="+mn-ea"/>
          <a:cs typeface="+mn-cs"/>
        </a:defRPr>
      </a:lvl7pPr>
      <a:lvl8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8pPr>
      <a:lvl9pPr marL="532800" indent="-176400" algn="l" defTabSz="914400" rtl="0" eaLnBrk="1" latinLnBrk="0" hangingPunct="1">
        <a:spcBef>
          <a:spcPts val="0"/>
        </a:spcBef>
        <a:spcAft>
          <a:spcPts val="1000"/>
        </a:spcAft>
        <a:buFont typeface="Verdana" panose="020B0604030504040204" pitchFamily="34" charset="0"/>
        <a:buChar char="−"/>
        <a:defRPr sz="1200" kern="1200" baseline="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30" orient="horz" pos="4081">
          <p15:clr>
            <a:srgbClr val="F26B43"/>
          </p15:clr>
        </p15:guide>
        <p15:guide id="46" orient="horz" pos="4020">
          <p15:clr>
            <a:srgbClr val="F26B43"/>
          </p15:clr>
        </p15:guide>
        <p15:guide id="51" orient="horz" pos="4080">
          <p15:clr>
            <a:srgbClr val="F26B43"/>
          </p15:clr>
        </p15:guide>
        <p15:guide id="52" pos="3840">
          <p15:clr>
            <a:srgbClr val="F26B43"/>
          </p15:clr>
        </p15:guide>
        <p15:guide id="53" pos="3912">
          <p15:clr>
            <a:srgbClr val="F26B43"/>
          </p15:clr>
        </p15:guide>
        <p15:guide id="54" pos="3768">
          <p15:clr>
            <a:srgbClr val="F26B43"/>
          </p15:clr>
        </p15:guide>
        <p15:guide id="55" pos="4968">
          <p15:clr>
            <a:srgbClr val="F26B43"/>
          </p15:clr>
        </p15:guide>
        <p15:guide id="56" pos="5088">
          <p15:clr>
            <a:srgbClr val="F26B43"/>
          </p15:clr>
        </p15:guide>
        <p15:guide id="57" pos="6168">
          <p15:clr>
            <a:srgbClr val="F26B43"/>
          </p15:clr>
        </p15:guide>
        <p15:guide id="58" pos="6288">
          <p15:clr>
            <a:srgbClr val="F26B43"/>
          </p15:clr>
        </p15:guide>
        <p15:guide id="59" pos="2712">
          <p15:clr>
            <a:srgbClr val="F26B43"/>
          </p15:clr>
        </p15:guide>
        <p15:guide id="60" pos="2592">
          <p15:clr>
            <a:srgbClr val="F26B43"/>
          </p15:clr>
        </p15:guide>
        <p15:guide id="61" pos="1512">
          <p15:clr>
            <a:srgbClr val="F26B43"/>
          </p15:clr>
        </p15:guide>
        <p15:guide id="62" pos="1392">
          <p15:clr>
            <a:srgbClr val="F26B43"/>
          </p15:clr>
        </p15:guide>
        <p15:guide id="63" pos="312">
          <p15:clr>
            <a:srgbClr val="F26B43"/>
          </p15:clr>
        </p15:guide>
        <p15:guide id="64" orient="horz" pos="1056">
          <p15:clr>
            <a:srgbClr val="F26B43"/>
          </p15:clr>
        </p15:guide>
        <p15:guide id="65" orient="horz" pos="2232">
          <p15:clr>
            <a:srgbClr val="F26B43"/>
          </p15:clr>
        </p15:guide>
        <p15:guide id="66" orient="horz" pos="192">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p:custDataLst>
              <p:tags r:id="rId44"/>
            </p:custDataLst>
            <p:extLst>
              <p:ext uri="{D42A27DB-BD31-4B8C-83A1-F6EECF244321}">
                <p14:modId xmlns:p14="http://schemas.microsoft.com/office/powerpoint/2010/main" val="1644318490"/>
              </p:ext>
            </p:extLst>
          </p:nvPr>
        </p:nvGraphicFramePr>
        <p:xfrm>
          <a:off x="2121" y="1592"/>
          <a:ext cx="2117" cy="1587"/>
        </p:xfrm>
        <a:graphic>
          <a:graphicData uri="http://schemas.openxmlformats.org/presentationml/2006/ole">
            <mc:AlternateContent xmlns:mc="http://schemas.openxmlformats.org/markup-compatibility/2006">
              <mc:Choice xmlns:v="urn:schemas-microsoft-com:vml" Requires="v">
                <p:oleObj spid="_x0000_s736557" name="think-cell Slide" r:id="rId46" imgW="270" imgH="270" progId="TCLayout.ActiveDocument.1">
                  <p:embed/>
                </p:oleObj>
              </mc:Choice>
              <mc:Fallback>
                <p:oleObj name="think-cell Slide" r:id="rId46" imgW="270" imgH="270" progId="TCLayout.ActiveDocument.1">
                  <p:embed/>
                  <p:pic>
                    <p:nvPicPr>
                      <p:cNvPr id="4" name="Object 3" hidden="1"/>
                      <p:cNvPicPr/>
                      <p:nvPr/>
                    </p:nvPicPr>
                    <p:blipFill>
                      <a:blip r:embed="rId47"/>
                      <a:stretch>
                        <a:fillRect/>
                      </a:stretch>
                    </p:blipFill>
                    <p:spPr>
                      <a:xfrm>
                        <a:off x="2121" y="1592"/>
                        <a:ext cx="2117" cy="1587"/>
                      </a:xfrm>
                      <a:prstGeom prst="rect">
                        <a:avLst/>
                      </a:prstGeom>
                    </p:spPr>
                  </p:pic>
                </p:oleObj>
              </mc:Fallback>
            </mc:AlternateContent>
          </a:graphicData>
        </a:graphic>
      </p:graphicFrame>
      <p:sp>
        <p:nvSpPr>
          <p:cNvPr id="5" name="Rectangle 4" hidden="1"/>
          <p:cNvSpPr/>
          <p:nvPr userDrawn="1">
            <p:custDataLst>
              <p:tags r:id="rId45"/>
            </p:custDataLst>
          </p:nvPr>
        </p:nvSpPr>
        <p:spPr bwMode="gray">
          <a:xfrm>
            <a:off x="0" y="0"/>
            <a:ext cx="140074" cy="140074"/>
          </a:xfrm>
          <a:prstGeom prst="rect">
            <a:avLst/>
          </a:prstGeom>
          <a:solidFill>
            <a:schemeClr val="accent3"/>
          </a:solidFill>
          <a:ln w="19050" algn="ctr">
            <a:noFill/>
            <a:miter lim="800000"/>
            <a:headEnd/>
            <a:tailEnd/>
          </a:ln>
        </p:spPr>
        <p:txBody>
          <a:bodyPr wrap="none" lIns="0" tIns="0" rIns="0" bIns="0" numCol="1" spcCol="0" rtlCol="0" anchor="ctr" anchorCtr="0">
            <a:noAutofit/>
          </a:bodyPr>
          <a:lstStyle/>
          <a:p>
            <a:pPr marL="0" lvl="0" indent="0" algn="ctr" eaLnBrk="1">
              <a:lnSpc>
                <a:spcPct val="106000"/>
              </a:lnSpc>
              <a:buFont typeface="Wingdings 2" pitchFamily="18" charset="2"/>
              <a:buNone/>
            </a:pPr>
            <a:endParaRPr lang="en-US" sz="2667" b="0" i="0" baseline="0" dirty="0">
              <a:solidFill>
                <a:schemeClr val="bg1"/>
              </a:solidFill>
              <a:latin typeface="Verdana" panose="020B0604030504040204" pitchFamily="34" charset="0"/>
              <a:ea typeface="+mj-ea"/>
              <a:cs typeface="+mj-cs"/>
              <a:sym typeface="Verdana" panose="020B0604030504040204" pitchFamily="34" charset="0"/>
            </a:endParaRPr>
          </a:p>
        </p:txBody>
      </p:sp>
      <p:sp>
        <p:nvSpPr>
          <p:cNvPr id="2" name="Title Placeholder 1"/>
          <p:cNvSpPr>
            <a:spLocks noGrp="1"/>
          </p:cNvSpPr>
          <p:nvPr>
            <p:ph type="title"/>
          </p:nvPr>
        </p:nvSpPr>
        <p:spPr bwMode="gray">
          <a:xfrm>
            <a:off x="501653" y="317505"/>
            <a:ext cx="11188700" cy="692150"/>
          </a:xfrm>
          <a:prstGeom prst="rect">
            <a:avLst/>
          </a:prstGeom>
        </p:spPr>
        <p:txBody>
          <a:bodyPr vert="horz" lIns="0" tIns="0" rIns="0" bIns="0" rtlCol="0" anchor="t" anchorCtr="0">
            <a:noAutofit/>
          </a:bodyPr>
          <a:lstStyle/>
          <a:p>
            <a:r>
              <a:rPr lang="en-US" noProof="0"/>
              <a:t>Click to edit Master title style</a:t>
            </a:r>
            <a:endParaRPr lang="en-US" noProof="0" dirty="0"/>
          </a:p>
        </p:txBody>
      </p:sp>
      <p:sp>
        <p:nvSpPr>
          <p:cNvPr id="18" name="TextBox 17"/>
          <p:cNvSpPr txBox="1"/>
          <p:nvPr userDrawn="1"/>
        </p:nvSpPr>
        <p:spPr>
          <a:xfrm>
            <a:off x="501652" y="6629408"/>
            <a:ext cx="5355169" cy="201260"/>
          </a:xfrm>
          <a:prstGeom prst="rect">
            <a:avLst/>
          </a:prstGeom>
          <a:noFill/>
        </p:spPr>
        <p:txBody>
          <a:bodyPr wrap="square" lIns="0" tIns="0" rIns="0" bIns="0" rtlCol="0">
            <a:noAutofit/>
          </a:bodyPr>
          <a:lstStyle/>
          <a:p>
            <a:pPr>
              <a:spcBef>
                <a:spcPts val="800"/>
              </a:spcBef>
              <a:buSzPct val="100000"/>
              <a:buFont typeface="Arial"/>
              <a:buNone/>
            </a:pPr>
            <a:r>
              <a:rPr lang="fr-FR" sz="867" dirty="0">
                <a:solidFill>
                  <a:prstClr val="black"/>
                </a:solidFill>
              </a:rPr>
              <a:t>© 2022 Deloitte Touche Tohmatsu India LLP</a:t>
            </a:r>
          </a:p>
        </p:txBody>
      </p:sp>
      <p:sp>
        <p:nvSpPr>
          <p:cNvPr id="19" name="Text Placeholder 18"/>
          <p:cNvSpPr>
            <a:spLocks noGrp="1"/>
          </p:cNvSpPr>
          <p:nvPr>
            <p:ph type="body" idx="1"/>
          </p:nvPr>
        </p:nvSpPr>
        <p:spPr>
          <a:xfrm>
            <a:off x="501652" y="1665289"/>
            <a:ext cx="11188700" cy="4716462"/>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extBox 2"/>
          <p:cNvSpPr txBox="1"/>
          <p:nvPr userDrawn="1"/>
        </p:nvSpPr>
        <p:spPr>
          <a:xfrm>
            <a:off x="11382379" y="6629405"/>
            <a:ext cx="307976" cy="100027"/>
          </a:xfrm>
          <a:prstGeom prst="rect">
            <a:avLst/>
          </a:prstGeom>
          <a:noFill/>
        </p:spPr>
        <p:txBody>
          <a:bodyPr wrap="square" lIns="0" tIns="0" rIns="0" bIns="0" rtlCol="0">
            <a:noAutofit/>
          </a:bodyPr>
          <a:lstStyle/>
          <a:p>
            <a:pPr algn="r">
              <a:spcBef>
                <a:spcPts val="800"/>
              </a:spcBef>
              <a:buSzPct val="100000"/>
              <a:buFont typeface="Arial"/>
              <a:buNone/>
            </a:pPr>
            <a:fld id="{C58DF478-B544-4ED8-9ED4-6A2648E2D233}" type="slidenum">
              <a:rPr lang="en-US" sz="867" smtClean="0">
                <a:solidFill>
                  <a:prstClr val="black"/>
                </a:solidFill>
              </a:rPr>
              <a:pPr algn="r">
                <a:spcBef>
                  <a:spcPts val="800"/>
                </a:spcBef>
                <a:buSzPct val="100000"/>
                <a:buFont typeface="Arial"/>
                <a:buNone/>
              </a:pPr>
              <a:t>‹#›</a:t>
            </a:fld>
            <a:endParaRPr lang="en-US" sz="867" dirty="0">
              <a:solidFill>
                <a:prstClr val="black"/>
              </a:solidFill>
            </a:endParaRPr>
          </a:p>
        </p:txBody>
      </p:sp>
    </p:spTree>
    <p:extLst>
      <p:ext uri="{BB962C8B-B14F-4D97-AF65-F5344CB8AC3E}">
        <p14:creationId xmlns:p14="http://schemas.microsoft.com/office/powerpoint/2010/main" val="2185633092"/>
      </p:ext>
    </p:extLst>
  </p:cSld>
  <p:clrMap bg1="lt1" tx1="dk1" bg2="lt2" tx2="dk2" accent1="accent1" accent2="accent2" accent3="accent3" accent4="accent4" accent5="accent5" accent6="accent6" hlink="hlink" folHlink="fol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 id="2147483885" r:id="rId9"/>
    <p:sldLayoutId id="2147483886" r:id="rId10"/>
    <p:sldLayoutId id="2147483887" r:id="rId11"/>
    <p:sldLayoutId id="2147483888" r:id="rId12"/>
    <p:sldLayoutId id="2147483889" r:id="rId13"/>
    <p:sldLayoutId id="2147483890" r:id="rId14"/>
    <p:sldLayoutId id="2147483891" r:id="rId15"/>
    <p:sldLayoutId id="2147483892" r:id="rId16"/>
    <p:sldLayoutId id="2147483893" r:id="rId17"/>
    <p:sldLayoutId id="2147483894" r:id="rId18"/>
    <p:sldLayoutId id="2147483895" r:id="rId19"/>
    <p:sldLayoutId id="2147483896" r:id="rId20"/>
    <p:sldLayoutId id="2147483897" r:id="rId21"/>
    <p:sldLayoutId id="2147483898" r:id="rId22"/>
    <p:sldLayoutId id="2147483899" r:id="rId23"/>
    <p:sldLayoutId id="2147483900" r:id="rId24"/>
    <p:sldLayoutId id="2147483901" r:id="rId25"/>
    <p:sldLayoutId id="2147483902" r:id="rId26"/>
    <p:sldLayoutId id="2147483903" r:id="rId27"/>
    <p:sldLayoutId id="2147483904" r:id="rId28"/>
    <p:sldLayoutId id="2147483905" r:id="rId29"/>
    <p:sldLayoutId id="2147483906" r:id="rId30"/>
    <p:sldLayoutId id="2147483907" r:id="rId31"/>
    <p:sldLayoutId id="2147483908" r:id="rId32"/>
    <p:sldLayoutId id="2147483909" r:id="rId33"/>
    <p:sldLayoutId id="2147483910" r:id="rId34"/>
    <p:sldLayoutId id="2147483911" r:id="rId35"/>
    <p:sldLayoutId id="2147483912" r:id="rId36"/>
    <p:sldLayoutId id="2147483913" r:id="rId37"/>
    <p:sldLayoutId id="2147483914" r:id="rId38"/>
    <p:sldLayoutId id="2147483915" r:id="rId39"/>
    <p:sldLayoutId id="2147483916" r:id="rId40"/>
    <p:sldLayoutId id="2147483917" r:id="rId41"/>
  </p:sldLayoutIdLst>
  <p:transition>
    <p:fade/>
  </p:transition>
  <p:hf hdr="0" dt="0"/>
  <p:txStyles>
    <p:titleStyle>
      <a:lvl1pPr algn="l" defTabSz="1219231" rtl="0" eaLnBrk="1" latinLnBrk="0" hangingPunct="1">
        <a:spcBef>
          <a:spcPct val="0"/>
        </a:spcBef>
        <a:buNone/>
        <a:defRPr sz="2667" kern="1200">
          <a:solidFill>
            <a:schemeClr val="tx1"/>
          </a:solidFill>
          <a:latin typeface="+mj-lt"/>
          <a:ea typeface="+mj-ea"/>
          <a:cs typeface="+mj-cs"/>
        </a:defRPr>
      </a:lvl1pPr>
    </p:titleStyle>
    <p:bodyStyle>
      <a:lvl1pPr marL="0" indent="0" algn="l" defTabSz="1219231" rtl="0" eaLnBrk="1" latinLnBrk="0" hangingPunct="1">
        <a:spcBef>
          <a:spcPts val="0"/>
        </a:spcBef>
        <a:spcAft>
          <a:spcPts val="1333"/>
        </a:spcAft>
        <a:buSzPct val="100000"/>
        <a:buFont typeface="Arial" panose="020B0604020202020204" pitchFamily="34" charset="0"/>
        <a:buNone/>
        <a:defRPr sz="1600" b="0" kern="1200">
          <a:solidFill>
            <a:schemeClr val="tx1"/>
          </a:solidFill>
          <a:latin typeface="+mn-lt"/>
          <a:ea typeface="+mn-ea"/>
          <a:cs typeface="+mn-cs"/>
        </a:defRPr>
      </a:lvl1pPr>
      <a:lvl2pPr marL="0" indent="0" algn="l" defTabSz="1219231" rtl="0" eaLnBrk="1" latinLnBrk="0" hangingPunct="1">
        <a:spcBef>
          <a:spcPts val="0"/>
        </a:spcBef>
        <a:spcAft>
          <a:spcPts val="1333"/>
        </a:spcAft>
        <a:buClrTx/>
        <a:buSzPct val="100000"/>
        <a:buFont typeface="Arial"/>
        <a:buNone/>
        <a:defRPr lang="en-US" sz="1600" b="1" kern="1200" dirty="0" smtClean="0">
          <a:solidFill>
            <a:schemeClr val="tx1"/>
          </a:solidFill>
          <a:latin typeface="+mn-lt"/>
          <a:ea typeface="+mn-ea"/>
          <a:cs typeface="+mn-cs"/>
        </a:defRPr>
      </a:lvl2pPr>
      <a:lvl3pPr marL="235206" indent="-235206" algn="l" defTabSz="1219231" rtl="0" eaLnBrk="1" latinLnBrk="0" hangingPunct="1">
        <a:spcBef>
          <a:spcPts val="0"/>
        </a:spcBef>
        <a:spcAft>
          <a:spcPts val="1333"/>
        </a:spcAft>
        <a:buClrTx/>
        <a:buSzPct val="100000"/>
        <a:buFont typeface="Arial" panose="020B0604020202020204" pitchFamily="34" charset="0"/>
        <a:buChar char="•"/>
        <a:defRPr lang="en-US" sz="1600" kern="1200" dirty="0" smtClean="0">
          <a:solidFill>
            <a:schemeClr val="tx1"/>
          </a:solidFill>
          <a:latin typeface="+mn-lt"/>
          <a:ea typeface="+mn-ea"/>
          <a:cs typeface="+mn-cs"/>
        </a:defRPr>
      </a:lvl3pPr>
      <a:lvl4pPr marL="475212" indent="-235206" algn="l" defTabSz="1219231" rtl="0" eaLnBrk="1" latinLnBrk="0" hangingPunct="1">
        <a:spcBef>
          <a:spcPts val="0"/>
        </a:spcBef>
        <a:spcAft>
          <a:spcPts val="1333"/>
        </a:spcAft>
        <a:buClrTx/>
        <a:buSzPct val="100000"/>
        <a:buFont typeface="Verdana" panose="020B0604030504040204" pitchFamily="34" charset="0"/>
        <a:buChar char="−"/>
        <a:defRPr lang="en-US" sz="1600" kern="1200" baseline="0" dirty="0" smtClean="0">
          <a:solidFill>
            <a:schemeClr val="tx1"/>
          </a:solidFill>
          <a:latin typeface="+mn-lt"/>
          <a:ea typeface="+mn-ea"/>
          <a:cs typeface="+mn-cs"/>
        </a:defRPr>
      </a:lvl4pPr>
      <a:lvl5pPr marL="710418" indent="-235206" algn="l" defTabSz="1064712" rtl="0" eaLnBrk="1" latinLnBrk="0" hangingPunct="1">
        <a:spcBef>
          <a:spcPts val="0"/>
        </a:spcBef>
        <a:spcAft>
          <a:spcPts val="1333"/>
        </a:spcAft>
        <a:buClrTx/>
        <a:buSzPct val="100000"/>
        <a:buFont typeface="Verdana" panose="020B0604030504040204" pitchFamily="34" charset="0"/>
        <a:buChar char="−"/>
        <a:tabLst/>
        <a:defRPr lang="en-US" sz="1600" kern="1200" baseline="0" dirty="0" smtClean="0">
          <a:solidFill>
            <a:schemeClr val="tx1"/>
          </a:solidFill>
          <a:latin typeface="+mn-lt"/>
          <a:ea typeface="+mn-ea"/>
          <a:cs typeface="+mn-cs"/>
        </a:defRPr>
      </a:lvl5pPr>
      <a:lvl6pPr marL="710418" indent="-235206" algn="l" defTabSz="1219231"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6pPr>
      <a:lvl7pPr marL="710418" indent="-235206" algn="l" defTabSz="1219231" rtl="0" eaLnBrk="1" latinLnBrk="0" hangingPunct="1">
        <a:spcBef>
          <a:spcPts val="0"/>
        </a:spcBef>
        <a:spcAft>
          <a:spcPts val="1333"/>
        </a:spcAft>
        <a:buFont typeface="Verdana" panose="020B0604030504040204" pitchFamily="34" charset="0"/>
        <a:buChar char="−"/>
        <a:defRPr sz="1600" kern="1200">
          <a:solidFill>
            <a:schemeClr val="tx1"/>
          </a:solidFill>
          <a:latin typeface="+mn-lt"/>
          <a:ea typeface="+mn-ea"/>
          <a:cs typeface="+mn-cs"/>
        </a:defRPr>
      </a:lvl7pPr>
      <a:lvl8pPr marL="710418" indent="-235206" algn="l" defTabSz="1219231"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8pPr>
      <a:lvl9pPr marL="710418" indent="-235206" algn="l" defTabSz="1219231" rtl="0" eaLnBrk="1" latinLnBrk="0" hangingPunct="1">
        <a:spcBef>
          <a:spcPts val="0"/>
        </a:spcBef>
        <a:spcAft>
          <a:spcPts val="1333"/>
        </a:spcAft>
        <a:buFont typeface="Verdana" panose="020B0604030504040204" pitchFamily="34" charset="0"/>
        <a:buChar char="−"/>
        <a:defRPr sz="1600" kern="1200" baseline="0">
          <a:solidFill>
            <a:schemeClr val="tx1"/>
          </a:solidFill>
          <a:latin typeface="+mn-lt"/>
          <a:ea typeface="+mn-ea"/>
          <a:cs typeface="+mn-cs"/>
        </a:defRPr>
      </a:lvl9pPr>
    </p:bodyStyle>
    <p:otherStyle>
      <a:defPPr>
        <a:defRPr lang="en-US"/>
      </a:defPPr>
      <a:lvl1pPr marL="0" algn="l" defTabSz="1219231" rtl="0" eaLnBrk="1" latinLnBrk="0" hangingPunct="1">
        <a:defRPr sz="2400" kern="1200">
          <a:solidFill>
            <a:schemeClr val="tx1"/>
          </a:solidFill>
          <a:latin typeface="+mn-lt"/>
          <a:ea typeface="+mn-ea"/>
          <a:cs typeface="+mn-cs"/>
        </a:defRPr>
      </a:lvl1pPr>
      <a:lvl2pPr marL="609616" algn="l" defTabSz="1219231" rtl="0" eaLnBrk="1" latinLnBrk="0" hangingPunct="1">
        <a:defRPr sz="2400" kern="1200">
          <a:solidFill>
            <a:schemeClr val="tx1"/>
          </a:solidFill>
          <a:latin typeface="+mn-lt"/>
          <a:ea typeface="+mn-ea"/>
          <a:cs typeface="+mn-cs"/>
        </a:defRPr>
      </a:lvl2pPr>
      <a:lvl3pPr marL="1219231" algn="l" defTabSz="1219231" rtl="0" eaLnBrk="1" latinLnBrk="0" hangingPunct="1">
        <a:defRPr sz="2400" kern="1200">
          <a:solidFill>
            <a:schemeClr val="tx1"/>
          </a:solidFill>
          <a:latin typeface="+mn-lt"/>
          <a:ea typeface="+mn-ea"/>
          <a:cs typeface="+mn-cs"/>
        </a:defRPr>
      </a:lvl3pPr>
      <a:lvl4pPr marL="1828848" algn="l" defTabSz="1219231" rtl="0" eaLnBrk="1" latinLnBrk="0" hangingPunct="1">
        <a:defRPr sz="2400" kern="1200">
          <a:solidFill>
            <a:schemeClr val="tx1"/>
          </a:solidFill>
          <a:latin typeface="+mn-lt"/>
          <a:ea typeface="+mn-ea"/>
          <a:cs typeface="+mn-cs"/>
        </a:defRPr>
      </a:lvl4pPr>
      <a:lvl5pPr marL="2438464" algn="l" defTabSz="1219231" rtl="0" eaLnBrk="1" latinLnBrk="0" hangingPunct="1">
        <a:defRPr sz="2400" kern="1200">
          <a:solidFill>
            <a:schemeClr val="tx1"/>
          </a:solidFill>
          <a:latin typeface="+mn-lt"/>
          <a:ea typeface="+mn-ea"/>
          <a:cs typeface="+mn-cs"/>
        </a:defRPr>
      </a:lvl5pPr>
      <a:lvl6pPr marL="3048080" algn="l" defTabSz="1219231" rtl="0" eaLnBrk="1" latinLnBrk="0" hangingPunct="1">
        <a:defRPr sz="2400" kern="1200">
          <a:solidFill>
            <a:schemeClr val="tx1"/>
          </a:solidFill>
          <a:latin typeface="+mn-lt"/>
          <a:ea typeface="+mn-ea"/>
          <a:cs typeface="+mn-cs"/>
        </a:defRPr>
      </a:lvl6pPr>
      <a:lvl7pPr marL="3657695" algn="l" defTabSz="1219231" rtl="0" eaLnBrk="1" latinLnBrk="0" hangingPunct="1">
        <a:defRPr sz="2400" kern="1200">
          <a:solidFill>
            <a:schemeClr val="tx1"/>
          </a:solidFill>
          <a:latin typeface="+mn-lt"/>
          <a:ea typeface="+mn-ea"/>
          <a:cs typeface="+mn-cs"/>
        </a:defRPr>
      </a:lvl7pPr>
      <a:lvl8pPr marL="4267311" algn="l" defTabSz="1219231" rtl="0" eaLnBrk="1" latinLnBrk="0" hangingPunct="1">
        <a:defRPr sz="2400" kern="1200">
          <a:solidFill>
            <a:schemeClr val="tx1"/>
          </a:solidFill>
          <a:latin typeface="+mn-lt"/>
          <a:ea typeface="+mn-ea"/>
          <a:cs typeface="+mn-cs"/>
        </a:defRPr>
      </a:lvl8pPr>
      <a:lvl9pPr marL="4876928" algn="l" defTabSz="1219231"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556">
          <p15:clr>
            <a:srgbClr val="F26B43"/>
          </p15:clr>
        </p15:guide>
        <p15:guide id="2" pos="359">
          <p15:clr>
            <a:srgbClr val="F26B43"/>
          </p15:clr>
        </p15:guide>
        <p15:guide id="3" pos="8345">
          <p15:clr>
            <a:srgbClr val="F26B43"/>
          </p15:clr>
        </p15:guide>
        <p15:guide id="4" orient="horz" pos="227">
          <p15:clr>
            <a:srgbClr val="F26B43"/>
          </p15:clr>
        </p15:guide>
        <p15:guide id="5" orient="horz" pos="1189">
          <p15:clr>
            <a:srgbClr val="F26B43"/>
          </p15:clr>
        </p15:guide>
        <p15:guide id="6" orient="horz" pos="725">
          <p15:clr>
            <a:srgbClr val="F26B43"/>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tags" Target="../tags/tag73.xml"/><Relationship Id="rId7" Type="http://schemas.openxmlformats.org/officeDocument/2006/relationships/image" Target="../media/image2.emf"/><Relationship Id="rId2" Type="http://schemas.openxmlformats.org/officeDocument/2006/relationships/tags" Target="../tags/tag72.xml"/><Relationship Id="rId1" Type="http://schemas.openxmlformats.org/officeDocument/2006/relationships/vmlDrawing" Target="../drawings/vmlDrawing39.vml"/><Relationship Id="rId6" Type="http://schemas.openxmlformats.org/officeDocument/2006/relationships/oleObject" Target="../embeddings/oleObject38.bin"/><Relationship Id="rId5" Type="http://schemas.openxmlformats.org/officeDocument/2006/relationships/notesSlide" Target="../notesSlides/notesSlide1.xml"/><Relationship Id="rId4"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107.xml"/><Relationship Id="rId2" Type="http://schemas.openxmlformats.org/officeDocument/2006/relationships/tags" Target="../tags/tag74.xml"/><Relationship Id="rId1" Type="http://schemas.openxmlformats.org/officeDocument/2006/relationships/vmlDrawing" Target="../drawings/vmlDrawing40.vml"/><Relationship Id="rId6" Type="http://schemas.openxmlformats.org/officeDocument/2006/relationships/image" Target="../media/image13.emf"/><Relationship Id="rId5" Type="http://schemas.openxmlformats.org/officeDocument/2006/relationships/oleObject" Target="../embeddings/oleObject39.bin"/><Relationship Id="rId4" Type="http://schemas.openxmlformats.org/officeDocument/2006/relationships/image" Target="../media/image1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13" Type="http://schemas.openxmlformats.org/officeDocument/2006/relationships/chart" Target="../charts/chart4.xml"/><Relationship Id="rId3" Type="http://schemas.openxmlformats.org/officeDocument/2006/relationships/tags" Target="../tags/tag76.xml"/><Relationship Id="rId7" Type="http://schemas.openxmlformats.org/officeDocument/2006/relationships/image" Target="../media/image2.emf"/><Relationship Id="rId12" Type="http://schemas.openxmlformats.org/officeDocument/2006/relationships/chart" Target="../charts/chart3.xml"/><Relationship Id="rId2" Type="http://schemas.openxmlformats.org/officeDocument/2006/relationships/tags" Target="../tags/tag75.xml"/><Relationship Id="rId1" Type="http://schemas.openxmlformats.org/officeDocument/2006/relationships/vmlDrawing" Target="../drawings/vmlDrawing41.vml"/><Relationship Id="rId6" Type="http://schemas.openxmlformats.org/officeDocument/2006/relationships/oleObject" Target="../embeddings/oleObject40.bin"/><Relationship Id="rId11" Type="http://schemas.openxmlformats.org/officeDocument/2006/relationships/chart" Target="../charts/chart2.xml"/><Relationship Id="rId5" Type="http://schemas.openxmlformats.org/officeDocument/2006/relationships/notesSlide" Target="../notesSlides/notesSlide2.xml"/><Relationship Id="rId10" Type="http://schemas.openxmlformats.org/officeDocument/2006/relationships/chart" Target="../charts/chart1.xml"/><Relationship Id="rId4" Type="http://schemas.openxmlformats.org/officeDocument/2006/relationships/slideLayout" Target="../slideLayouts/slideLayout20.xml"/><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3" Type="http://schemas.openxmlformats.org/officeDocument/2006/relationships/tags" Target="../tags/tag78.xml"/><Relationship Id="rId7" Type="http://schemas.openxmlformats.org/officeDocument/2006/relationships/image" Target="../media/image2.emf"/><Relationship Id="rId2" Type="http://schemas.openxmlformats.org/officeDocument/2006/relationships/tags" Target="../tags/tag77.xml"/><Relationship Id="rId1" Type="http://schemas.openxmlformats.org/officeDocument/2006/relationships/vmlDrawing" Target="../drawings/vmlDrawing42.vml"/><Relationship Id="rId6" Type="http://schemas.openxmlformats.org/officeDocument/2006/relationships/oleObject" Target="../embeddings/oleObject41.bin"/><Relationship Id="rId5" Type="http://schemas.openxmlformats.org/officeDocument/2006/relationships/notesSlide" Target="../notesSlides/notesSlide3.xml"/><Relationship Id="rId4"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8" Type="http://schemas.openxmlformats.org/officeDocument/2006/relationships/diagramData" Target="../diagrams/data1.xml"/><Relationship Id="rId3" Type="http://schemas.openxmlformats.org/officeDocument/2006/relationships/tags" Target="../tags/tag80.xml"/><Relationship Id="rId7" Type="http://schemas.openxmlformats.org/officeDocument/2006/relationships/image" Target="../media/image2.emf"/><Relationship Id="rId12" Type="http://schemas.microsoft.com/office/2007/relationships/diagramDrawing" Target="../diagrams/drawing1.xml"/><Relationship Id="rId2" Type="http://schemas.openxmlformats.org/officeDocument/2006/relationships/tags" Target="../tags/tag79.xml"/><Relationship Id="rId1" Type="http://schemas.openxmlformats.org/officeDocument/2006/relationships/vmlDrawing" Target="../drawings/vmlDrawing43.vml"/><Relationship Id="rId6" Type="http://schemas.openxmlformats.org/officeDocument/2006/relationships/oleObject" Target="../embeddings/oleObject42.bin"/><Relationship Id="rId11" Type="http://schemas.openxmlformats.org/officeDocument/2006/relationships/diagramColors" Target="../diagrams/colors1.xml"/><Relationship Id="rId5" Type="http://schemas.openxmlformats.org/officeDocument/2006/relationships/notesSlide" Target="../notesSlides/notesSlide4.xml"/><Relationship Id="rId10" Type="http://schemas.openxmlformats.org/officeDocument/2006/relationships/diagramQuickStyle" Target="../diagrams/quickStyle1.xml"/><Relationship Id="rId4" Type="http://schemas.openxmlformats.org/officeDocument/2006/relationships/slideLayout" Target="../slideLayouts/slideLayout20.xml"/><Relationship Id="rId9" Type="http://schemas.openxmlformats.org/officeDocument/2006/relationships/diagramLayout" Target="../diagrams/layout1.xml"/></Relationships>
</file>

<file path=ppt/slides/_rels/slide8.xml.rels><?xml version="1.0" encoding="UTF-8" standalone="yes"?>
<Relationships xmlns="http://schemas.openxmlformats.org/package/2006/relationships"><Relationship Id="rId8" Type="http://schemas.openxmlformats.org/officeDocument/2006/relationships/chart" Target="../charts/chart5.xml"/><Relationship Id="rId3" Type="http://schemas.openxmlformats.org/officeDocument/2006/relationships/tags" Target="../tags/tag82.xml"/><Relationship Id="rId7" Type="http://schemas.openxmlformats.org/officeDocument/2006/relationships/image" Target="../media/image2.emf"/><Relationship Id="rId2" Type="http://schemas.openxmlformats.org/officeDocument/2006/relationships/tags" Target="../tags/tag81.xml"/><Relationship Id="rId1" Type="http://schemas.openxmlformats.org/officeDocument/2006/relationships/vmlDrawing" Target="../drawings/vmlDrawing44.vml"/><Relationship Id="rId6" Type="http://schemas.openxmlformats.org/officeDocument/2006/relationships/oleObject" Target="../embeddings/oleObject43.bin"/><Relationship Id="rId5" Type="http://schemas.openxmlformats.org/officeDocument/2006/relationships/notesSlide" Target="../notesSlides/notesSlide5.xml"/><Relationship Id="rId4" Type="http://schemas.openxmlformats.org/officeDocument/2006/relationships/slideLayout" Target="../slideLayouts/slideLayout36.xml"/></Relationships>
</file>

<file path=ppt/slides/_rels/slide9.xml.rels><?xml version="1.0" encoding="UTF-8" standalone="yes"?>
<Relationships xmlns="http://schemas.openxmlformats.org/package/2006/relationships"><Relationship Id="rId3" Type="http://schemas.openxmlformats.org/officeDocument/2006/relationships/tags" Target="../tags/tag84.xml"/><Relationship Id="rId7" Type="http://schemas.openxmlformats.org/officeDocument/2006/relationships/image" Target="../media/image2.emf"/><Relationship Id="rId2" Type="http://schemas.openxmlformats.org/officeDocument/2006/relationships/tags" Target="../tags/tag83.xml"/><Relationship Id="rId1" Type="http://schemas.openxmlformats.org/officeDocument/2006/relationships/vmlDrawing" Target="../drawings/vmlDrawing45.vml"/><Relationship Id="rId6" Type="http://schemas.openxmlformats.org/officeDocument/2006/relationships/oleObject" Target="../embeddings/oleObject44.bin"/><Relationship Id="rId5" Type="http://schemas.openxmlformats.org/officeDocument/2006/relationships/notesSlide" Target="../notesSlides/notesSlide6.xml"/><Relationship Id="rId4"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3" Type="http://schemas.openxmlformats.org/officeDocument/2006/relationships/tags" Target="../tags/tag86.xml"/><Relationship Id="rId7" Type="http://schemas.openxmlformats.org/officeDocument/2006/relationships/image" Target="../media/image2.emf"/><Relationship Id="rId2" Type="http://schemas.openxmlformats.org/officeDocument/2006/relationships/tags" Target="../tags/tag85.xml"/><Relationship Id="rId1" Type="http://schemas.openxmlformats.org/officeDocument/2006/relationships/vmlDrawing" Target="../drawings/vmlDrawing46.vml"/><Relationship Id="rId6" Type="http://schemas.openxmlformats.org/officeDocument/2006/relationships/oleObject" Target="../embeddings/oleObject45.bin"/><Relationship Id="rId5" Type="http://schemas.openxmlformats.org/officeDocument/2006/relationships/notesSlide" Target="../notesSlides/notesSlide7.xml"/><Relationship Id="rId4" Type="http://schemas.openxmlformats.org/officeDocument/2006/relationships/slideLayout" Target="../slideLayouts/slideLayout20.xml"/></Relationships>
</file>

<file path=ppt/slides/_rels/slide11.xml.rels><?xml version="1.0" encoding="UTF-8" standalone="yes"?>
<Relationships xmlns="http://schemas.openxmlformats.org/package/2006/relationships"><Relationship Id="rId3" Type="http://schemas.openxmlformats.org/officeDocument/2006/relationships/tags" Target="../tags/tag88.xml"/><Relationship Id="rId7" Type="http://schemas.openxmlformats.org/officeDocument/2006/relationships/image" Target="../media/image2.emf"/><Relationship Id="rId2" Type="http://schemas.openxmlformats.org/officeDocument/2006/relationships/tags" Target="../tags/tag87.xml"/><Relationship Id="rId1" Type="http://schemas.openxmlformats.org/officeDocument/2006/relationships/vmlDrawing" Target="../drawings/vmlDrawing47.vml"/><Relationship Id="rId6" Type="http://schemas.openxmlformats.org/officeDocument/2006/relationships/oleObject" Target="../embeddings/oleObject46.bin"/><Relationship Id="rId5" Type="http://schemas.openxmlformats.org/officeDocument/2006/relationships/notesSlide" Target="../notesSlides/notesSlide8.xml"/><Relationship Id="rId4"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xml.rels><?xml version="1.0" encoding="UTF-8" standalone="yes"?>
<Relationships xmlns="http://schemas.openxmlformats.org/package/2006/relationships"><Relationship Id="rId8" Type="http://schemas.openxmlformats.org/officeDocument/2006/relationships/slide" Target="slide129.xml"/><Relationship Id="rId3" Type="http://schemas.openxmlformats.org/officeDocument/2006/relationships/tags" Target="../tags/tag90.xml"/><Relationship Id="rId7" Type="http://schemas.openxmlformats.org/officeDocument/2006/relationships/image" Target="../media/image2.emf"/><Relationship Id="rId2" Type="http://schemas.openxmlformats.org/officeDocument/2006/relationships/tags" Target="../tags/tag89.xml"/><Relationship Id="rId1" Type="http://schemas.openxmlformats.org/officeDocument/2006/relationships/vmlDrawing" Target="../drawings/vmlDrawing48.vml"/><Relationship Id="rId6" Type="http://schemas.openxmlformats.org/officeDocument/2006/relationships/oleObject" Target="../embeddings/oleObject46.bin"/><Relationship Id="rId5" Type="http://schemas.openxmlformats.org/officeDocument/2006/relationships/notesSlide" Target="../notesSlides/notesSlide9.xml"/><Relationship Id="rId4" Type="http://schemas.openxmlformats.org/officeDocument/2006/relationships/slideLayout" Target="../slideLayouts/slideLayout38.xml"/></Relationships>
</file>

<file path=ppt/slides/_rels/slide14.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tags" Target="../tags/tag92.xml"/><Relationship Id="rId7" Type="http://schemas.openxmlformats.org/officeDocument/2006/relationships/image" Target="../media/image2.emf"/><Relationship Id="rId2" Type="http://schemas.openxmlformats.org/officeDocument/2006/relationships/tags" Target="../tags/tag91.xml"/><Relationship Id="rId1" Type="http://schemas.openxmlformats.org/officeDocument/2006/relationships/vmlDrawing" Target="../drawings/vmlDrawing49.vml"/><Relationship Id="rId6" Type="http://schemas.openxmlformats.org/officeDocument/2006/relationships/oleObject" Target="../embeddings/oleObject47.bin"/><Relationship Id="rId5" Type="http://schemas.openxmlformats.org/officeDocument/2006/relationships/notesSlide" Target="../notesSlides/notesSlide10.xml"/><Relationship Id="rId10" Type="http://schemas.openxmlformats.org/officeDocument/2006/relationships/image" Target="../media/image18.png"/><Relationship Id="rId4" Type="http://schemas.openxmlformats.org/officeDocument/2006/relationships/slideLayout" Target="../slideLayouts/slideLayout20.xml"/><Relationship Id="rId9" Type="http://schemas.microsoft.com/office/2017/06/relationships/model3d" Target="../media/model3d1.glb"/></Relationships>
</file>

<file path=ppt/slides/_rels/slide15.xml.rels><?xml version="1.0" encoding="UTF-8" standalone="yes"?>
<Relationships xmlns="http://schemas.openxmlformats.org/package/2006/relationships"><Relationship Id="rId8" Type="http://schemas.openxmlformats.org/officeDocument/2006/relationships/oleObject" Target="../embeddings/oleObject48.bin"/><Relationship Id="rId3" Type="http://schemas.openxmlformats.org/officeDocument/2006/relationships/tags" Target="../tags/tag94.xml"/><Relationship Id="rId7" Type="http://schemas.openxmlformats.org/officeDocument/2006/relationships/image" Target="../media/image16.png"/><Relationship Id="rId2" Type="http://schemas.openxmlformats.org/officeDocument/2006/relationships/tags" Target="../tags/tag93.xml"/><Relationship Id="rId1" Type="http://schemas.openxmlformats.org/officeDocument/2006/relationships/vmlDrawing" Target="../drawings/vmlDrawing50.vml"/><Relationship Id="rId6" Type="http://schemas.openxmlformats.org/officeDocument/2006/relationships/image" Target="../media/image15.png"/><Relationship Id="rId5" Type="http://schemas.openxmlformats.org/officeDocument/2006/relationships/notesSlide" Target="../notesSlides/notesSlide11.xml"/><Relationship Id="rId4" Type="http://schemas.openxmlformats.org/officeDocument/2006/relationships/slideLayout" Target="../slideLayouts/slideLayout20.xml"/><Relationship Id="rId9" Type="http://schemas.openxmlformats.org/officeDocument/2006/relationships/image" Target="../media/image2.emf"/></Relationships>
</file>

<file path=ppt/slides/_rels/slide16.xml.rels><?xml version="1.0" encoding="UTF-8" standalone="yes"?>
<Relationships xmlns="http://schemas.openxmlformats.org/package/2006/relationships"><Relationship Id="rId3" Type="http://schemas.openxmlformats.org/officeDocument/2006/relationships/tags" Target="../tags/tag96.xml"/><Relationship Id="rId7" Type="http://schemas.openxmlformats.org/officeDocument/2006/relationships/image" Target="../media/image2.emf"/><Relationship Id="rId2" Type="http://schemas.openxmlformats.org/officeDocument/2006/relationships/tags" Target="../tags/tag95.xml"/><Relationship Id="rId1" Type="http://schemas.openxmlformats.org/officeDocument/2006/relationships/vmlDrawing" Target="../drawings/vmlDrawing51.vml"/><Relationship Id="rId6" Type="http://schemas.openxmlformats.org/officeDocument/2006/relationships/oleObject" Target="../embeddings/oleObject47.bin"/><Relationship Id="rId5" Type="http://schemas.openxmlformats.org/officeDocument/2006/relationships/notesSlide" Target="../notesSlides/notesSlide12.xml"/><Relationship Id="rId4"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xml.rels><?xml version="1.0" encoding="UTF-8" standalone="yes"?>
<Relationships xmlns="http://schemas.openxmlformats.org/package/2006/relationships"><Relationship Id="rId8" Type="http://schemas.openxmlformats.org/officeDocument/2006/relationships/chart" Target="../charts/chart6.xml"/><Relationship Id="rId3" Type="http://schemas.openxmlformats.org/officeDocument/2006/relationships/tags" Target="../tags/tag98.xml"/><Relationship Id="rId7" Type="http://schemas.openxmlformats.org/officeDocument/2006/relationships/image" Target="../media/image2.emf"/><Relationship Id="rId2" Type="http://schemas.openxmlformats.org/officeDocument/2006/relationships/tags" Target="../tags/tag97.xml"/><Relationship Id="rId1" Type="http://schemas.openxmlformats.org/officeDocument/2006/relationships/vmlDrawing" Target="../drawings/vmlDrawing52.vml"/><Relationship Id="rId6" Type="http://schemas.openxmlformats.org/officeDocument/2006/relationships/oleObject" Target="../embeddings/oleObject49.bin"/><Relationship Id="rId5" Type="http://schemas.openxmlformats.org/officeDocument/2006/relationships/notesSlide" Target="../notesSlides/notesSlide13.xml"/><Relationship Id="rId4"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8" Type="http://schemas.openxmlformats.org/officeDocument/2006/relationships/chart" Target="../charts/chart7.xml"/><Relationship Id="rId3" Type="http://schemas.openxmlformats.org/officeDocument/2006/relationships/tags" Target="../tags/tag100.xml"/><Relationship Id="rId7" Type="http://schemas.openxmlformats.org/officeDocument/2006/relationships/image" Target="../media/image2.emf"/><Relationship Id="rId2" Type="http://schemas.openxmlformats.org/officeDocument/2006/relationships/tags" Target="../tags/tag99.xml"/><Relationship Id="rId1" Type="http://schemas.openxmlformats.org/officeDocument/2006/relationships/vmlDrawing" Target="../drawings/vmlDrawing53.vml"/><Relationship Id="rId6" Type="http://schemas.openxmlformats.org/officeDocument/2006/relationships/oleObject" Target="../embeddings/oleObject50.bin"/><Relationship Id="rId5" Type="http://schemas.openxmlformats.org/officeDocument/2006/relationships/notesSlide" Target="../notesSlides/notesSlide14.xml"/><Relationship Id="rId10" Type="http://schemas.openxmlformats.org/officeDocument/2006/relationships/chart" Target="../charts/chart8.xml"/><Relationship Id="rId4" Type="http://schemas.openxmlformats.org/officeDocument/2006/relationships/slideLayout" Target="../slideLayouts/slideLayout20.xml"/><Relationship Id="rId9" Type="http://schemas.openxmlformats.org/officeDocument/2006/relationships/slide" Target="slide132.xml"/></Relationships>
</file>

<file path=ppt/slides/_rels/slide20.xml.rels><?xml version="1.0" encoding="UTF-8" standalone="yes"?>
<Relationships xmlns="http://schemas.openxmlformats.org/package/2006/relationships"><Relationship Id="rId8" Type="http://schemas.openxmlformats.org/officeDocument/2006/relationships/chart" Target="../charts/chart9.xml"/><Relationship Id="rId3" Type="http://schemas.openxmlformats.org/officeDocument/2006/relationships/tags" Target="../tags/tag102.xml"/><Relationship Id="rId7" Type="http://schemas.openxmlformats.org/officeDocument/2006/relationships/image" Target="../media/image2.emf"/><Relationship Id="rId2" Type="http://schemas.openxmlformats.org/officeDocument/2006/relationships/tags" Target="../tags/tag101.xml"/><Relationship Id="rId1" Type="http://schemas.openxmlformats.org/officeDocument/2006/relationships/vmlDrawing" Target="../drawings/vmlDrawing54.vml"/><Relationship Id="rId6" Type="http://schemas.openxmlformats.org/officeDocument/2006/relationships/oleObject" Target="../embeddings/oleObject50.bin"/><Relationship Id="rId5" Type="http://schemas.openxmlformats.org/officeDocument/2006/relationships/notesSlide" Target="../notesSlides/notesSlide15.xml"/><Relationship Id="rId4" Type="http://schemas.openxmlformats.org/officeDocument/2006/relationships/slideLayout" Target="../slideLayouts/slideLayout20.xml"/><Relationship Id="rId9" Type="http://schemas.openxmlformats.org/officeDocument/2006/relationships/chart" Target="../charts/chart10.xml"/></Relationships>
</file>

<file path=ppt/slides/_rels/slide21.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32.xml"/><Relationship Id="rId5" Type="http://schemas.openxmlformats.org/officeDocument/2006/relationships/chart" Target="../charts/chart13.xml"/><Relationship Id="rId4" Type="http://schemas.openxmlformats.org/officeDocument/2006/relationships/slide" Target="slide134.xml"/></Relationships>
</file>

<file path=ppt/slides/_rels/slide22.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chart" Target="../charts/chart14.xml"/><Relationship Id="rId1" Type="http://schemas.openxmlformats.org/officeDocument/2006/relationships/slideLayout" Target="../slideLayouts/slideLayout32.xml"/><Relationship Id="rId4" Type="http://schemas.openxmlformats.org/officeDocument/2006/relationships/chart" Target="../charts/chart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6.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3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1.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chart" Target="../charts/chart21.xml"/><Relationship Id="rId1" Type="http://schemas.openxmlformats.org/officeDocument/2006/relationships/slideLayout" Target="../slideLayouts/slideLayout32.xml"/><Relationship Id="rId5" Type="http://schemas.openxmlformats.org/officeDocument/2006/relationships/chart" Target="../charts/chart24.xml"/><Relationship Id="rId4" Type="http://schemas.openxmlformats.org/officeDocument/2006/relationships/chart" Target="../charts/chart23.xml"/></Relationships>
</file>

<file path=ppt/slides/_rels/slide32.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32.xml"/><Relationship Id="rId5" Type="http://schemas.openxmlformats.org/officeDocument/2006/relationships/chart" Target="../charts/chart28.xml"/><Relationship Id="rId4" Type="http://schemas.openxmlformats.org/officeDocument/2006/relationships/chart" Target="../charts/chart27.xml"/></Relationships>
</file>

<file path=ppt/slides/_rels/slide33.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chart" Target="../charts/chart29.xml"/><Relationship Id="rId1" Type="http://schemas.openxmlformats.org/officeDocument/2006/relationships/slideLayout" Target="../slideLayouts/slideLayout32.xml"/><Relationship Id="rId5" Type="http://schemas.openxmlformats.org/officeDocument/2006/relationships/chart" Target="../charts/chart32.xml"/><Relationship Id="rId4" Type="http://schemas.openxmlformats.org/officeDocument/2006/relationships/chart" Target="../charts/chart3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7.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chart" Target="../charts/chart33.xml"/><Relationship Id="rId1" Type="http://schemas.openxmlformats.org/officeDocument/2006/relationships/slideLayout" Target="../slideLayouts/slideLayout32.xml"/><Relationship Id="rId5" Type="http://schemas.openxmlformats.org/officeDocument/2006/relationships/chart" Target="../charts/chart36.xml"/><Relationship Id="rId4" Type="http://schemas.openxmlformats.org/officeDocument/2006/relationships/chart" Target="../charts/chart35.xml"/></Relationships>
</file>

<file path=ppt/slides/_rels/slide38.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32.xml"/><Relationship Id="rId5" Type="http://schemas.openxmlformats.org/officeDocument/2006/relationships/chart" Target="../charts/chart40.xml"/><Relationship Id="rId4" Type="http://schemas.openxmlformats.org/officeDocument/2006/relationships/chart" Target="../charts/chart39.xml"/></Relationships>
</file>

<file path=ppt/slides/_rels/slide39.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chart" Target="../charts/chart41.xml"/><Relationship Id="rId1" Type="http://schemas.openxmlformats.org/officeDocument/2006/relationships/slideLayout" Target="../slideLayouts/slideLayout32.xml"/><Relationship Id="rId5" Type="http://schemas.openxmlformats.org/officeDocument/2006/relationships/chart" Target="../charts/chart44.xml"/><Relationship Id="rId4" Type="http://schemas.openxmlformats.org/officeDocument/2006/relationships/chart" Target="../charts/chart4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32.xml"/></Relationships>
</file>

<file path=ppt/slides/_rels/slide45.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32.xml"/></Relationships>
</file>

<file path=ppt/slides/_rels/slide46.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chart" Target="../charts/chart49.xml"/><Relationship Id="rId1" Type="http://schemas.openxmlformats.org/officeDocument/2006/relationships/slideLayout" Target="../slideLayouts/slideLayout3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3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7.xml.rels><?xml version="1.0" encoding="UTF-8" standalone="yes"?>
<Relationships xmlns="http://schemas.openxmlformats.org/package/2006/relationships"><Relationship Id="rId2" Type="http://schemas.openxmlformats.org/officeDocument/2006/relationships/chart" Target="../charts/chart53.xml"/><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2" Type="http://schemas.openxmlformats.org/officeDocument/2006/relationships/chart" Target="../charts/chart54.xml"/><Relationship Id="rId1" Type="http://schemas.openxmlformats.org/officeDocument/2006/relationships/slideLayout" Target="../slideLayouts/slideLayout3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0.xml.rels><?xml version="1.0" encoding="UTF-8" standalone="yes"?>
<Relationships xmlns="http://schemas.openxmlformats.org/package/2006/relationships"><Relationship Id="rId3" Type="http://schemas.openxmlformats.org/officeDocument/2006/relationships/image" Target="../media/image19.png"/><Relationship Id="rId2" Type="http://schemas.microsoft.com/office/2014/relationships/chartEx" Target="../charts/chartEx1.xml"/><Relationship Id="rId1" Type="http://schemas.openxmlformats.org/officeDocument/2006/relationships/slideLayout" Target="../slideLayouts/slideLayout3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99.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chart" Target="../charts/chart55.xml"/><Relationship Id="rId1" Type="http://schemas.openxmlformats.org/officeDocument/2006/relationships/slideLayout" Target="../slideLayouts/slideLayout3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3.xml.rels><?xml version="1.0" encoding="UTF-8" standalone="yes"?>
<Relationships xmlns="http://schemas.openxmlformats.org/package/2006/relationships"><Relationship Id="rId3" Type="http://schemas.openxmlformats.org/officeDocument/2006/relationships/chart" Target="../charts/chart58.xml"/><Relationship Id="rId2" Type="http://schemas.openxmlformats.org/officeDocument/2006/relationships/chart" Target="../charts/chart57.xml"/><Relationship Id="rId1" Type="http://schemas.openxmlformats.org/officeDocument/2006/relationships/slideLayout" Target="../slideLayouts/slideLayout33.xml"/><Relationship Id="rId5" Type="http://schemas.openxmlformats.org/officeDocument/2006/relationships/chart" Target="../charts/chart60.xml"/><Relationship Id="rId4" Type="http://schemas.openxmlformats.org/officeDocument/2006/relationships/chart" Target="../charts/chart5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12.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chart" Target="../charts/chart61.xml"/><Relationship Id="rId1" Type="http://schemas.openxmlformats.org/officeDocument/2006/relationships/slideLayout" Target="../slideLayouts/slideLayout3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18.xml.rels><?xml version="1.0" encoding="UTF-8" standalone="yes"?>
<Relationships xmlns="http://schemas.openxmlformats.org/package/2006/relationships"><Relationship Id="rId2" Type="http://schemas.openxmlformats.org/officeDocument/2006/relationships/slide" Target="slide138.xml"/><Relationship Id="rId1" Type="http://schemas.openxmlformats.org/officeDocument/2006/relationships/slideLayout" Target="../slideLayouts/slideLayout3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33.xml"/></Relationships>
</file>

<file path=ppt/slides/_rels/slide12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33.xml"/></Relationships>
</file>

<file path=ppt/slides/_rels/slide12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140.xml"/><Relationship Id="rId1" Type="http://schemas.openxmlformats.org/officeDocument/2006/relationships/slideLayout" Target="../slideLayouts/slideLayout3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3.xml.rels><?xml version="1.0" encoding="UTF-8" standalone="yes"?>
<Relationships xmlns="http://schemas.openxmlformats.org/package/2006/relationships"><Relationship Id="rId3" Type="http://schemas.openxmlformats.org/officeDocument/2006/relationships/tags" Target="../tags/tag104.xml"/><Relationship Id="rId7" Type="http://schemas.openxmlformats.org/officeDocument/2006/relationships/image" Target="../media/image2.emf"/><Relationship Id="rId2" Type="http://schemas.openxmlformats.org/officeDocument/2006/relationships/tags" Target="../tags/tag103.xml"/><Relationship Id="rId1" Type="http://schemas.openxmlformats.org/officeDocument/2006/relationships/vmlDrawing" Target="../drawings/vmlDrawing55.vml"/><Relationship Id="rId6" Type="http://schemas.openxmlformats.org/officeDocument/2006/relationships/oleObject" Target="../embeddings/oleObject50.bin"/><Relationship Id="rId5" Type="http://schemas.openxmlformats.org/officeDocument/2006/relationships/notesSlide" Target="../notesSlides/notesSlide16.xml"/><Relationship Id="rId4" Type="http://schemas.openxmlformats.org/officeDocument/2006/relationships/slideLayout" Target="../slideLayouts/slideLayout38.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1.xml.rels><?xml version="1.0" encoding="UTF-8" standalone="yes"?>
<Relationships xmlns="http://schemas.openxmlformats.org/package/2006/relationships"><Relationship Id="rId8" Type="http://schemas.openxmlformats.org/officeDocument/2006/relationships/hyperlink" Target="mailto:sjn@lntecc.com" TargetMode="External"/><Relationship Id="rId13" Type="http://schemas.openxmlformats.org/officeDocument/2006/relationships/hyperlink" Target="mailto:Abhishek.swarnakar@rayspowerinfra.com" TargetMode="External"/><Relationship Id="rId18" Type="http://schemas.openxmlformats.org/officeDocument/2006/relationships/hyperlink" Target="mailto:bsd@amararaja.com" TargetMode="External"/><Relationship Id="rId3" Type="http://schemas.openxmlformats.org/officeDocument/2006/relationships/hyperlink" Target="mailto:Dayasagar.neelagiri@pennarindia.com" TargetMode="External"/><Relationship Id="rId7" Type="http://schemas.openxmlformats.org/officeDocument/2006/relationships/hyperlink" Target="mailto:guptaanupam@kecrpg.com" TargetMode="External"/><Relationship Id="rId12" Type="http://schemas.openxmlformats.org/officeDocument/2006/relationships/hyperlink" Target="mailto:Debasish.das@mytrah.com" TargetMode="External"/><Relationship Id="rId17" Type="http://schemas.openxmlformats.org/officeDocument/2006/relationships/hyperlink" Target="mailto:Rajesh.singh@jackson.com" TargetMode="External"/><Relationship Id="rId2" Type="http://schemas.openxmlformats.org/officeDocument/2006/relationships/hyperlink" Target="mailto:Babula.muni@mbecl.co.in" TargetMode="External"/><Relationship Id="rId16" Type="http://schemas.openxmlformats.org/officeDocument/2006/relationships/hyperlink" Target="mailto:Lokesh.s@refexenergy.com" TargetMode="External"/><Relationship Id="rId1" Type="http://schemas.openxmlformats.org/officeDocument/2006/relationships/slideLayout" Target="../slideLayouts/slideLayout33.xml"/><Relationship Id="rId6" Type="http://schemas.openxmlformats.org/officeDocument/2006/relationships/hyperlink" Target="mailto:praveen.jha@vikramsolar.com" TargetMode="External"/><Relationship Id="rId11" Type="http://schemas.openxmlformats.org/officeDocument/2006/relationships/hyperlink" Target="mailto:Mintu.roy@tatapowersolar.com" TargetMode="External"/><Relationship Id="rId5" Type="http://schemas.openxmlformats.org/officeDocument/2006/relationships/hyperlink" Target="mailto:tender@waree.com" TargetMode="External"/><Relationship Id="rId15" Type="http://schemas.openxmlformats.org/officeDocument/2006/relationships/hyperlink" Target="mailto:Solar.bd@adani.com" TargetMode="External"/><Relationship Id="rId10" Type="http://schemas.openxmlformats.org/officeDocument/2006/relationships/hyperlink" Target="mailto:Amit.antil@sael.co" TargetMode="External"/><Relationship Id="rId19" Type="http://schemas.openxmlformats.org/officeDocument/2006/relationships/hyperlink" Target="mailto:Pankaj.Dhingra@bvgindia.com" TargetMode="External"/><Relationship Id="rId4" Type="http://schemas.openxmlformats.org/officeDocument/2006/relationships/hyperlink" Target="mailto:prakash@hildenergy.com" TargetMode="External"/><Relationship Id="rId9" Type="http://schemas.openxmlformats.org/officeDocument/2006/relationships/hyperlink" Target="mailto:Rahul.kshetrapal@sterlingwilson.com" TargetMode="External"/><Relationship Id="rId14" Type="http://schemas.openxmlformats.org/officeDocument/2006/relationships/hyperlink" Target="mailto:manisharma@bhel.in" TargetMode="External"/></Relationships>
</file>

<file path=ppt/slides/_rels/slide142.xml.rels><?xml version="1.0" encoding="UTF-8" standalone="yes"?>
<Relationships xmlns="http://schemas.openxmlformats.org/package/2006/relationships"><Relationship Id="rId8" Type="http://schemas.openxmlformats.org/officeDocument/2006/relationships/hyperlink" Target="mailto:Sanket.menjoge@aecom.com" TargetMode="External"/><Relationship Id="rId13" Type="http://schemas.openxmlformats.org/officeDocument/2006/relationships/hyperlink" Target="mailto:info@powerandenergyconsultants.com" TargetMode="External"/><Relationship Id="rId18" Type="http://schemas.openxmlformats.org/officeDocument/2006/relationships/hyperlink" Target="mailto:bd@ideck.in" TargetMode="External"/><Relationship Id="rId3" Type="http://schemas.openxmlformats.org/officeDocument/2006/relationships/hyperlink" Target="mailto:info@canyonconsultancy.com" TargetMode="External"/><Relationship Id="rId21" Type="http://schemas.openxmlformats.org/officeDocument/2006/relationships/hyperlink" Target="mailto:rravindran@tuv-nord.com" TargetMode="External"/><Relationship Id="rId7" Type="http://schemas.openxmlformats.org/officeDocument/2006/relationships/hyperlink" Target="mailto:Amitkumar.pal@lntsnl.com" TargetMode="External"/><Relationship Id="rId12" Type="http://schemas.openxmlformats.org/officeDocument/2006/relationships/hyperlink" Target="mailto:contact@truboardpartners.com" TargetMode="External"/><Relationship Id="rId17" Type="http://schemas.openxmlformats.org/officeDocument/2006/relationships/hyperlink" Target="mailto:Venkataramana_r@fichtnerindia.com" TargetMode="External"/><Relationship Id="rId2" Type="http://schemas.openxmlformats.org/officeDocument/2006/relationships/hyperlink" Target="mailto:Vinod.gambhir@abpsiapl.com" TargetMode="External"/><Relationship Id="rId16" Type="http://schemas.openxmlformats.org/officeDocument/2006/relationships/hyperlink" Target="mailto:pkgupta@ayesa.com" TargetMode="External"/><Relationship Id="rId20" Type="http://schemas.openxmlformats.org/officeDocument/2006/relationships/hyperlink" Target="mailto:contact@archerbisuness.in" TargetMode="External"/><Relationship Id="rId1" Type="http://schemas.openxmlformats.org/officeDocument/2006/relationships/slideLayout" Target="../slideLayouts/slideLayout33.xml"/><Relationship Id="rId6" Type="http://schemas.openxmlformats.org/officeDocument/2006/relationships/hyperlink" Target="mailto:piyush.sharma@tuvsud.com" TargetMode="External"/><Relationship Id="rId11" Type="http://schemas.openxmlformats.org/officeDocument/2006/relationships/hyperlink" Target="mailto:Swapnil.nayak@rina.org" TargetMode="External"/><Relationship Id="rId5" Type="http://schemas.openxmlformats.org/officeDocument/2006/relationships/hyperlink" Target="mailto:Kausik.p@germi.res.in" TargetMode="External"/><Relationship Id="rId15" Type="http://schemas.openxmlformats.org/officeDocument/2006/relationships/hyperlink" Target="mailto:ganesh.salunke@mitconindia.com" TargetMode="External"/><Relationship Id="rId10" Type="http://schemas.openxmlformats.org/officeDocument/2006/relationships/hyperlink" Target="mailto:chiranmay.sarkar@tractebel.engie.com" TargetMode="External"/><Relationship Id="rId19" Type="http://schemas.openxmlformats.org/officeDocument/2006/relationships/hyperlink" Target="mailto:m.patil@smec.com" TargetMode="External"/><Relationship Id="rId4" Type="http://schemas.openxmlformats.org/officeDocument/2006/relationships/hyperlink" Target="mailto:vipin.s@ahasolar.in" TargetMode="External"/><Relationship Id="rId9" Type="http://schemas.openxmlformats.org/officeDocument/2006/relationships/hyperlink" Target="mailto:anup.bhargava@dorniergroup.com" TargetMode="External"/><Relationship Id="rId14" Type="http://schemas.openxmlformats.org/officeDocument/2006/relationships/hyperlink" Target="mailto:anil.goud@ind.tuv.com" TargetMode="Externa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105.xml"/><Relationship Id="rId1" Type="http://schemas.openxmlformats.org/officeDocument/2006/relationships/vmlDrawing" Target="../drawings/vmlDrawing56.vml"/><Relationship Id="rId5" Type="http://schemas.openxmlformats.org/officeDocument/2006/relationships/image" Target="../media/image2.emf"/><Relationship Id="rId4" Type="http://schemas.openxmlformats.org/officeDocument/2006/relationships/oleObject" Target="../embeddings/oleObject51.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custDataLst>
              <p:tags r:id="rId2"/>
            </p:custDataLst>
          </p:nvPr>
        </p:nvGraphicFramePr>
        <p:xfrm>
          <a:off x="1144722" y="-284029"/>
          <a:ext cx="1719" cy="1719"/>
        </p:xfrm>
        <a:graphic>
          <a:graphicData uri="http://schemas.openxmlformats.org/presentationml/2006/ole">
            <mc:AlternateContent xmlns:mc="http://schemas.openxmlformats.org/markup-compatibility/2006">
              <mc:Choice xmlns:v="urn:schemas-microsoft-com:vml" Requires="v">
                <p:oleObj spid="_x0000_s748573" name="think-cell Slide" r:id="rId6" imgW="530" imgH="531" progId="TCLayout.ActiveDocument.1">
                  <p:embed/>
                </p:oleObj>
              </mc:Choice>
              <mc:Fallback>
                <p:oleObj name="think-cell Slide" r:id="rId6" imgW="530" imgH="531" progId="TCLayout.ActiveDocument.1">
                  <p:embed/>
                  <p:pic>
                    <p:nvPicPr>
                      <p:cNvPr id="8" name="Object 7" hidden="1"/>
                      <p:cNvPicPr/>
                      <p:nvPr/>
                    </p:nvPicPr>
                    <p:blipFill>
                      <a:blip r:embed="rId7"/>
                      <a:stretch>
                        <a:fillRect/>
                      </a:stretch>
                    </p:blipFill>
                    <p:spPr>
                      <a:xfrm>
                        <a:off x="1144722" y="-284029"/>
                        <a:ext cx="1719" cy="1719"/>
                      </a:xfrm>
                      <a:prstGeom prst="rect">
                        <a:avLst/>
                      </a:prstGeom>
                    </p:spPr>
                  </p:pic>
                </p:oleObj>
              </mc:Fallback>
            </mc:AlternateContent>
          </a:graphicData>
        </a:graphic>
      </p:graphicFrame>
      <p:sp>
        <p:nvSpPr>
          <p:cNvPr id="2" name="Rectangle 1" hidden="1"/>
          <p:cNvSpPr/>
          <p:nvPr>
            <p:custDataLst>
              <p:tags r:id="rId3"/>
            </p:custDataLst>
          </p:nvPr>
        </p:nvSpPr>
        <p:spPr bwMode="gray">
          <a:xfrm>
            <a:off x="0" y="0"/>
            <a:ext cx="158750" cy="158750"/>
          </a:xfrm>
          <a:prstGeom prst="rect">
            <a:avLst/>
          </a:prstGeom>
          <a:solidFill>
            <a:schemeClr val="accent3"/>
          </a:solidFill>
          <a:ln w="19050" algn="ctr">
            <a:noFill/>
            <a:miter lim="800000"/>
            <a:headEnd/>
            <a:tailEnd/>
          </a:ln>
        </p:spPr>
        <p:txBody>
          <a:bodyPr wrap="none" lIns="0" tIns="0" rIns="0" bIns="0" rtlCol="0" anchor="ct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3" name="Title 2"/>
          <p:cNvSpPr>
            <a:spLocks noGrp="1"/>
          </p:cNvSpPr>
          <p:nvPr>
            <p:ph type="ctrTitle" idx="4294967295"/>
          </p:nvPr>
        </p:nvSpPr>
        <p:spPr>
          <a:xfrm>
            <a:off x="1552491" y="5726143"/>
            <a:ext cx="4543510" cy="351000"/>
          </a:xfrm>
        </p:spPr>
        <p:txBody>
          <a:bodyPr/>
          <a:lstStyle/>
          <a:p>
            <a:r>
              <a:rPr lang="en-US" noProof="0" dirty="0"/>
              <a:t>Headline Verdana Bold</a:t>
            </a:r>
          </a:p>
        </p:txBody>
      </p:sp>
      <p:sp>
        <p:nvSpPr>
          <p:cNvPr id="4" name="Subtitle 3"/>
          <p:cNvSpPr>
            <a:spLocks noGrp="1"/>
          </p:cNvSpPr>
          <p:nvPr>
            <p:ph type="subTitle" idx="1"/>
          </p:nvPr>
        </p:nvSpPr>
        <p:spPr>
          <a:xfrm>
            <a:off x="501650" y="5671191"/>
            <a:ext cx="10587209" cy="505645"/>
          </a:xfrm>
        </p:spPr>
        <p:txBody>
          <a:bodyPr/>
          <a:lstStyle/>
          <a:p>
            <a:pPr>
              <a:spcAft>
                <a:spcPts val="600"/>
              </a:spcAft>
            </a:pPr>
            <a:r>
              <a:rPr lang="en-US" sz="1600" dirty="0"/>
              <a:t>Final Report</a:t>
            </a:r>
          </a:p>
          <a:p>
            <a:pPr>
              <a:spcAft>
                <a:spcPts val="600"/>
              </a:spcAft>
            </a:pPr>
            <a:r>
              <a:rPr lang="en-US" sz="1400" dirty="0">
                <a:solidFill>
                  <a:schemeClr val="accent1"/>
                </a:solidFill>
              </a:rPr>
              <a:t>Suggesting Roadmap for Achieving Net Surplus Energy Status for SECL by FY 2025-26</a:t>
            </a:r>
            <a:endParaRPr lang="en-US" sz="1400" noProof="0" dirty="0">
              <a:solidFill>
                <a:schemeClr val="accent1"/>
              </a:solidFill>
            </a:endParaRPr>
          </a:p>
        </p:txBody>
      </p:sp>
      <p:sp>
        <p:nvSpPr>
          <p:cNvPr id="9" name="Subtitle 3"/>
          <p:cNvSpPr txBox="1">
            <a:spLocks/>
          </p:cNvSpPr>
          <p:nvPr/>
        </p:nvSpPr>
        <p:spPr bwMode="gray">
          <a:xfrm>
            <a:off x="501651" y="6335486"/>
            <a:ext cx="1631950" cy="163285"/>
          </a:xfrm>
          <a:prstGeom prst="rect">
            <a:avLst/>
          </a:prstGeom>
        </p:spPr>
        <p:txBody>
          <a:bodyPr vert="horz" lIns="0" tIns="0" rIns="0" bIns="0" rtlCol="0" anchor="b" anchorCtr="0">
            <a:noAutofit/>
          </a:bodyPr>
          <a:lstStyle>
            <a:lvl1pPr marL="0" indent="0" algn="l" defTabSz="990570" rtl="0" eaLnBrk="1" latinLnBrk="0" hangingPunct="1">
              <a:lnSpc>
                <a:spcPct val="100000"/>
              </a:lnSpc>
              <a:spcBef>
                <a:spcPts val="0"/>
              </a:spcBef>
              <a:spcAft>
                <a:spcPts val="0"/>
              </a:spcAft>
              <a:buSzPct val="100000"/>
              <a:buFont typeface="Arial" panose="020B0604020202020204" pitchFamily="34" charset="0"/>
              <a:buNone/>
              <a:defRPr sz="1950" b="1" kern="1200">
                <a:solidFill>
                  <a:schemeClr val="bg1"/>
                </a:solidFill>
                <a:latin typeface="+mn-lt"/>
                <a:ea typeface="+mn-ea"/>
                <a:cs typeface="+mn-cs"/>
              </a:defRPr>
            </a:lvl1pPr>
            <a:lvl2pPr marL="0" marR="0" indent="0" algn="l" defTabSz="990570" rtl="0" eaLnBrk="1" fontAlgn="auto" latinLnBrk="0" hangingPunct="1">
              <a:lnSpc>
                <a:spcPct val="100000"/>
              </a:lnSpc>
              <a:spcBef>
                <a:spcPts val="0"/>
              </a:spcBef>
              <a:spcAft>
                <a:spcPts val="0"/>
              </a:spcAft>
              <a:buClrTx/>
              <a:buSzPct val="100000"/>
              <a:buFont typeface="Arial"/>
              <a:buNone/>
              <a:tabLst/>
              <a:defRPr lang="en-US" sz="1733" b="0" kern="1200">
                <a:solidFill>
                  <a:schemeClr val="bg1"/>
                </a:solidFill>
                <a:latin typeface="+mn-lt"/>
                <a:ea typeface="+mn-ea"/>
                <a:cs typeface="+mn-cs"/>
              </a:defRPr>
            </a:lvl2pPr>
            <a:lvl3pPr marL="0" indent="0" algn="l" defTabSz="990570" rtl="0" eaLnBrk="1" latinLnBrk="0" hangingPunct="1">
              <a:spcBef>
                <a:spcPts val="0"/>
              </a:spcBef>
              <a:spcAft>
                <a:spcPts val="0"/>
              </a:spcAft>
              <a:buClrTx/>
              <a:buSzPct val="100000"/>
              <a:buFont typeface="Arial" panose="020B0604020202020204" pitchFamily="34" charset="0"/>
              <a:buNone/>
              <a:defRPr lang="en-US" sz="1733" kern="1200">
                <a:solidFill>
                  <a:schemeClr val="bg1"/>
                </a:solidFill>
                <a:latin typeface="+mn-lt"/>
                <a:ea typeface="+mn-ea"/>
                <a:cs typeface="+mn-cs"/>
              </a:defRPr>
            </a:lvl3pPr>
            <a:lvl4pPr marL="1485854" indent="0" algn="ctr" defTabSz="990570" rtl="0" eaLnBrk="1" latinLnBrk="0" hangingPunct="1">
              <a:spcBef>
                <a:spcPts val="0"/>
              </a:spcBef>
              <a:spcAft>
                <a:spcPts val="1083"/>
              </a:spcAft>
              <a:buClrTx/>
              <a:buSzPct val="100000"/>
              <a:buFont typeface="Verdana" panose="020B0604030504040204" pitchFamily="34" charset="0"/>
              <a:buNone/>
              <a:defRPr lang="en-US" sz="1733" kern="1200" baseline="0">
                <a:solidFill>
                  <a:schemeClr val="tx1"/>
                </a:solidFill>
                <a:latin typeface="+mn-lt"/>
                <a:ea typeface="+mn-ea"/>
                <a:cs typeface="+mn-cs"/>
              </a:defRPr>
            </a:lvl4pPr>
            <a:lvl5pPr marL="1981139" indent="0" algn="ctr" defTabSz="865029" rtl="0" eaLnBrk="1" latinLnBrk="0" hangingPunct="1">
              <a:spcBef>
                <a:spcPts val="0"/>
              </a:spcBef>
              <a:spcAft>
                <a:spcPts val="1083"/>
              </a:spcAft>
              <a:buClrTx/>
              <a:buSzPct val="100000"/>
              <a:buFont typeface="Verdana" panose="020B0604030504040204" pitchFamily="34" charset="0"/>
              <a:buNone/>
              <a:tabLst/>
              <a:defRPr lang="en-US" sz="1733" kern="1200" baseline="0">
                <a:solidFill>
                  <a:schemeClr val="tx1"/>
                </a:solidFill>
                <a:latin typeface="+mn-lt"/>
                <a:ea typeface="+mn-ea"/>
                <a:cs typeface="+mn-cs"/>
              </a:defRPr>
            </a:lvl5pPr>
            <a:lvl6pPr marL="2476424" indent="0" algn="ctr" defTabSz="990570" rtl="0" eaLnBrk="1" latinLnBrk="0" hangingPunct="1">
              <a:spcBef>
                <a:spcPts val="0"/>
              </a:spcBef>
              <a:spcAft>
                <a:spcPts val="1083"/>
              </a:spcAft>
              <a:buFont typeface="Verdana" panose="020B0604030504040204" pitchFamily="34" charset="0"/>
              <a:buNone/>
              <a:defRPr sz="1733" kern="1200" baseline="0">
                <a:solidFill>
                  <a:schemeClr val="tx1"/>
                </a:solidFill>
                <a:latin typeface="+mn-lt"/>
                <a:ea typeface="+mn-ea"/>
                <a:cs typeface="+mn-cs"/>
              </a:defRPr>
            </a:lvl6pPr>
            <a:lvl7pPr marL="2971709" indent="0" algn="ctr" defTabSz="990570" rtl="0" eaLnBrk="1" latinLnBrk="0" hangingPunct="1">
              <a:spcBef>
                <a:spcPts val="0"/>
              </a:spcBef>
              <a:spcAft>
                <a:spcPts val="1083"/>
              </a:spcAft>
              <a:buFont typeface="Verdana" panose="020B0604030504040204" pitchFamily="34" charset="0"/>
              <a:buNone/>
              <a:defRPr sz="1733" kern="1200">
                <a:solidFill>
                  <a:schemeClr val="tx1"/>
                </a:solidFill>
                <a:latin typeface="+mn-lt"/>
                <a:ea typeface="+mn-ea"/>
                <a:cs typeface="+mn-cs"/>
              </a:defRPr>
            </a:lvl7pPr>
            <a:lvl8pPr marL="3466993" indent="0" algn="ctr" defTabSz="990570" rtl="0" eaLnBrk="1" latinLnBrk="0" hangingPunct="1">
              <a:spcBef>
                <a:spcPts val="0"/>
              </a:spcBef>
              <a:spcAft>
                <a:spcPts val="1083"/>
              </a:spcAft>
              <a:buFont typeface="Verdana" panose="020B0604030504040204" pitchFamily="34" charset="0"/>
              <a:buNone/>
              <a:defRPr sz="1733" kern="1200" baseline="0">
                <a:solidFill>
                  <a:schemeClr val="tx1"/>
                </a:solidFill>
                <a:latin typeface="+mn-lt"/>
                <a:ea typeface="+mn-ea"/>
                <a:cs typeface="+mn-cs"/>
              </a:defRPr>
            </a:lvl8pPr>
            <a:lvl9pPr marL="3962278" indent="0" algn="ctr" defTabSz="990570" rtl="0" eaLnBrk="1" latinLnBrk="0" hangingPunct="1">
              <a:spcBef>
                <a:spcPts val="0"/>
              </a:spcBef>
              <a:spcAft>
                <a:spcPts val="1083"/>
              </a:spcAft>
              <a:buFont typeface="Verdana" panose="020B0604030504040204" pitchFamily="34" charset="0"/>
              <a:buNone/>
              <a:defRPr sz="1733" kern="1200" baseline="0">
                <a:solidFill>
                  <a:schemeClr val="tx1"/>
                </a:solidFill>
                <a:latin typeface="+mn-lt"/>
                <a:ea typeface="+mn-ea"/>
                <a:cs typeface="+mn-cs"/>
              </a:defRPr>
            </a:lvl9pPr>
          </a:lstStyle>
          <a:p>
            <a:r>
              <a:rPr lang="en-US" sz="1100" dirty="0"/>
              <a:t>Dec-2022</a:t>
            </a:r>
          </a:p>
        </p:txBody>
      </p:sp>
      <p:pic>
        <p:nvPicPr>
          <p:cNvPr id="10" name="Picture Placeholder 54">
            <a:extLst>
              <a:ext uri="{FF2B5EF4-FFF2-40B4-BE49-F238E27FC236}">
                <a16:creationId xmlns:a16="http://schemas.microsoft.com/office/drawing/2014/main" id="{DEDA3A72-2FF8-4006-AF87-A7C65923E93A}"/>
              </a:ext>
            </a:extLst>
          </p:cNvPr>
          <p:cNvPicPr>
            <a:picLocks noGrp="1" noChangeAspect="1"/>
          </p:cNvPicPr>
          <p:nvPr>
            <p:ph type="pic" sz="quarter" idx="11"/>
          </p:nvPr>
        </p:nvPicPr>
        <p:blipFill>
          <a:blip r:embed="rId8" cstate="email">
            <a:extLst>
              <a:ext uri="{28A0092B-C50C-407E-A947-70E740481C1C}">
                <a14:useLocalDpi xmlns:a14="http://schemas.microsoft.com/office/drawing/2010/main"/>
              </a:ext>
            </a:extLst>
          </a:blip>
          <a:srcRect/>
          <a:stretch>
            <a:fillRect/>
          </a:stretch>
        </p:blipFill>
        <p:spPr>
          <a:xfrm>
            <a:off x="3585681" y="1140056"/>
            <a:ext cx="4833660" cy="4577887"/>
          </a:xfrm>
          <a:prstGeom prst="rect">
            <a:avLst/>
          </a:prstGeom>
        </p:spPr>
      </p:pic>
    </p:spTree>
    <p:extLst>
      <p:ext uri="{BB962C8B-B14F-4D97-AF65-F5344CB8AC3E}">
        <p14:creationId xmlns:p14="http://schemas.microsoft.com/office/powerpoint/2010/main" val="289173355"/>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5">
            <a:extLst>
              <a:ext uri="{FF2B5EF4-FFF2-40B4-BE49-F238E27FC236}">
                <a16:creationId xmlns:a16="http://schemas.microsoft.com/office/drawing/2014/main" id="{F15F9B16-B1DA-4441-A639-59FE4C41C326}"/>
              </a:ext>
            </a:extLst>
          </p:cNvPr>
          <p:cNvSpPr txBox="1">
            <a:spLocks/>
          </p:cNvSpPr>
          <p:nvPr/>
        </p:nvSpPr>
        <p:spPr bwMode="gray">
          <a:xfrm>
            <a:off x="501651" y="317501"/>
            <a:ext cx="11188700" cy="389865"/>
          </a:xfrm>
          <a:prstGeom prst="rect">
            <a:avLst/>
          </a:prstGeom>
          <a:noFill/>
        </p:spPr>
        <p:txBody>
          <a:bodyPr vert="horz" lIns="0" tIns="0" rIns="0" bIns="0" rtlCol="0" anchor="t" anchorCtr="0">
            <a:noAutofit/>
          </a:bodyPr>
          <a:lstStyle>
            <a:defPPr>
              <a:defRPr lang="en-US"/>
            </a:defPPr>
            <a:lvl1pPr marR="0" lvl="0" indent="0" fontAlgn="auto">
              <a:lnSpc>
                <a:spcPct val="100000"/>
              </a:lnSpc>
              <a:spcBef>
                <a:spcPct val="0"/>
              </a:spcBef>
              <a:spcAft>
                <a:spcPts val="0"/>
              </a:spcAft>
              <a:buClrTx/>
              <a:buSzTx/>
              <a:buFontTx/>
              <a:buNone/>
              <a:tabLst/>
              <a:defRPr kumimoji="0" sz="2800" b="1" i="0" u="none" strike="noStrike" cap="none" spc="0" normalizeH="0" baseline="0">
                <a:ln>
                  <a:noFill/>
                </a:ln>
                <a:solidFill>
                  <a:sysClr val="windowText" lastClr="000000"/>
                </a:solidFill>
                <a:effectLst/>
                <a:uLnTx/>
                <a:uFillTx/>
                <a:latin typeface="Calibri"/>
                <a:ea typeface="+mj-ea"/>
                <a:cs typeface="Calibri Light" panose="020F0302020204030204" pitchFamily="34" charset="0"/>
              </a:defRPr>
            </a:lvl1pPr>
          </a:lstStyle>
          <a:p>
            <a:r>
              <a:rPr lang="en-US" dirty="0"/>
              <a:t>Disclaimer</a:t>
            </a:r>
          </a:p>
        </p:txBody>
      </p:sp>
      <p:sp>
        <p:nvSpPr>
          <p:cNvPr id="3" name="Content Placeholder 2"/>
          <p:cNvSpPr>
            <a:spLocks noGrp="1"/>
          </p:cNvSpPr>
          <p:nvPr>
            <p:ph idx="1"/>
          </p:nvPr>
        </p:nvSpPr>
        <p:spPr>
          <a:xfrm>
            <a:off x="501651" y="1197864"/>
            <a:ext cx="11188700" cy="4511491"/>
          </a:xfrm>
        </p:spPr>
        <p:txBody>
          <a:bodyPr>
            <a:spAutoFit/>
          </a:bodyPr>
          <a:lstStyle/>
          <a:p>
            <a:pPr marL="0" lvl="1" indent="0" algn="just">
              <a:spcAft>
                <a:spcPts val="600"/>
              </a:spcAft>
              <a:buNone/>
            </a:pPr>
            <a:r>
              <a:rPr lang="en-US" sz="1200" b="0" dirty="0">
                <a:solidFill>
                  <a:schemeClr val="tx1"/>
                </a:solidFill>
                <a:latin typeface="Calibri" panose="020F0502020204030204" pitchFamily="34" charset="0"/>
                <a:cs typeface="Calibri" panose="020F0502020204030204" pitchFamily="34" charset="0"/>
              </a:rPr>
              <a:t>This Report has been prepared by Deloitte Touche Tohmatsu India LLP (“DTTILLP”) in accordance with the Work Order No. SECL/BSP/GM(NI/NT)/2022/25 dated 20</a:t>
            </a:r>
            <a:r>
              <a:rPr lang="en-US" sz="1200" b="0" baseline="30000" dirty="0">
                <a:solidFill>
                  <a:schemeClr val="tx1"/>
                </a:solidFill>
                <a:latin typeface="Calibri" panose="020F0502020204030204" pitchFamily="34" charset="0"/>
                <a:cs typeface="Calibri" panose="020F0502020204030204" pitchFamily="34" charset="0"/>
              </a:rPr>
              <a:t>th</a:t>
            </a:r>
            <a:r>
              <a:rPr lang="en-US" sz="1200" b="0" dirty="0">
                <a:solidFill>
                  <a:schemeClr val="tx1"/>
                </a:solidFill>
                <a:latin typeface="Calibri" panose="020F0502020204030204" pitchFamily="34" charset="0"/>
                <a:cs typeface="Calibri" panose="020F0502020204030204" pitchFamily="34" charset="0"/>
              </a:rPr>
              <a:t> April 2022 issued by South Eastern Coalfields Limited (“Client”) and is subject to the scope of work, approach, assumptions and other conditions mentioned in the </a:t>
            </a:r>
            <a:r>
              <a:rPr lang="en-US" sz="1200" b="0" dirty="0">
                <a:latin typeface="Calibri" panose="020F0502020204030204" pitchFamily="34" charset="0"/>
                <a:cs typeface="Calibri" panose="020F0502020204030204" pitchFamily="34" charset="0"/>
              </a:rPr>
              <a:t>Work Order </a:t>
            </a:r>
            <a:r>
              <a:rPr lang="en-US" sz="1200" b="0" dirty="0">
                <a:solidFill>
                  <a:schemeClr val="tx1"/>
                </a:solidFill>
                <a:latin typeface="Calibri" panose="020F0502020204030204" pitchFamily="34" charset="0"/>
                <a:cs typeface="Calibri" panose="020F0502020204030204" pitchFamily="34" charset="0"/>
              </a:rPr>
              <a:t>and the conditions mentioned in this Report.</a:t>
            </a:r>
          </a:p>
          <a:p>
            <a:pPr algn="just"/>
            <a:r>
              <a:rPr lang="en-US" sz="1200" dirty="0">
                <a:latin typeface="Calibri" panose="020F0502020204030204" pitchFamily="34" charset="0"/>
                <a:cs typeface="Calibri" panose="020F0502020204030204" pitchFamily="34" charset="0"/>
              </a:rPr>
              <a:t>This Report and the information contained herein has been prepared by DTTILLP solely for the benefit of the Client and is intended for use by the Client solely. </a:t>
            </a:r>
            <a:r>
              <a:rPr lang="en-US" sz="1200" b="0" dirty="0">
                <a:solidFill>
                  <a:schemeClr val="tx1"/>
                </a:solidFill>
                <a:latin typeface="Calibri" panose="020F0502020204030204" pitchFamily="34" charset="0"/>
                <a:cs typeface="Calibri" panose="020F0502020204030204" pitchFamily="34" charset="0"/>
              </a:rPr>
              <a:t>The Client shall not use this Report for any other purpose and in particular shall not use this Report in connection with the business decisions of any third party and for advisement purposes.</a:t>
            </a:r>
          </a:p>
          <a:p>
            <a:pPr marL="0" lvl="1" indent="0" algn="just">
              <a:spcAft>
                <a:spcPts val="600"/>
              </a:spcAft>
              <a:buNone/>
            </a:pPr>
            <a:r>
              <a:rPr lang="en-US" sz="1200" b="0" dirty="0">
                <a:solidFill>
                  <a:schemeClr val="tx1"/>
                </a:solidFill>
                <a:latin typeface="Calibri" panose="020F0502020204030204" pitchFamily="34" charset="0"/>
                <a:cs typeface="Calibri" panose="020F0502020204030204" pitchFamily="34" charset="0"/>
              </a:rPr>
              <a:t>This Report contains analyses that are intended to provide high-level information on the subject and are not an exhaustive treatment of the subject. The analyses in the Report are limited by the scope of work, the time allocated, information made available to DTTILLP or collected by DTTILLP and are heavily dependent upon the assumptions specified in the Work Order and this Report. This Report is not intended to be relied upon as a sole basis for any decision and the Client should take decisions only after seeking professional advice and after carrying out their own due diligence procedures, detailed analysis to ensure that they are making an informed decision. This Report is not and should not be construed in any way as giving any investment advice or any recommendations by DTTILLP to the Client or any other party. The Client shall be solely responsible for any and all decisions (including the implications thereof) made by the Client on the basis of this Report. </a:t>
            </a:r>
          </a:p>
          <a:p>
            <a:pPr marL="0" lvl="1" indent="0" algn="just">
              <a:spcAft>
                <a:spcPts val="600"/>
              </a:spcAft>
              <a:buNone/>
            </a:pPr>
            <a:r>
              <a:rPr lang="en-US" sz="1200" b="0" dirty="0">
                <a:solidFill>
                  <a:schemeClr val="tx1"/>
                </a:solidFill>
                <a:latin typeface="Calibri" panose="020F0502020204030204" pitchFamily="34" charset="0"/>
                <a:cs typeface="Calibri" panose="020F0502020204030204" pitchFamily="34" charset="0"/>
              </a:rPr>
              <a:t>This Report has been prepared on the basis of information made available, obtained and collected by DTTILLP in relation to this </a:t>
            </a:r>
            <a:r>
              <a:rPr lang="en-US" sz="1200" b="0" dirty="0">
                <a:latin typeface="Calibri" panose="020F0502020204030204" pitchFamily="34" charset="0"/>
                <a:cs typeface="Calibri" panose="020F0502020204030204" pitchFamily="34" charset="0"/>
              </a:rPr>
              <a:t>engagement </a:t>
            </a:r>
            <a:r>
              <a:rPr lang="en-US" sz="1200" b="0" dirty="0">
                <a:solidFill>
                  <a:schemeClr val="tx1"/>
                </a:solidFill>
                <a:latin typeface="Calibri" panose="020F0502020204030204" pitchFamily="34" charset="0"/>
                <a:cs typeface="Calibri" panose="020F0502020204030204" pitchFamily="34" charset="0"/>
              </a:rPr>
              <a:t>from </a:t>
            </a:r>
            <a:r>
              <a:rPr lang="en-US" sz="1200" b="0" dirty="0">
                <a:latin typeface="Calibri" panose="020F0502020204030204" pitchFamily="34" charset="0"/>
                <a:cs typeface="Calibri" panose="020F0502020204030204" pitchFamily="34" charset="0"/>
              </a:rPr>
              <a:t>the </a:t>
            </a:r>
            <a:r>
              <a:rPr lang="en-US" sz="1200" b="0" dirty="0">
                <a:solidFill>
                  <a:schemeClr val="tx1"/>
                </a:solidFill>
                <a:latin typeface="Calibri" panose="020F0502020204030204" pitchFamily="34" charset="0"/>
                <a:cs typeface="Calibri" panose="020F0502020204030204" pitchFamily="34" charset="0"/>
              </a:rPr>
              <a:t>Client as well as from various other primary and secondary sources. It shall be noted that information and data pertaining to the Client that is contained in this Report, has been compiled /incorporated on an “as-is” basis, completely and solely from the information provided by the Client. The sources of any material information (except that collected from primary sources) used in the Report has been mentioned or cited herein. The information obtained and collected from the Client and various other primary and secondary sources has been used on an “as-is” basis without any independent verification by DTTILLP. DTTILLP shall not be held responsible for any error or omissions, or for the results obtained from the use of this information; and DTTILLP provides no assurance regarding the accuracy, timeliness, adequacy, comprehensiveness and/ or completeness of such information and provides no warranty of any kind, express or implied, including, but not limited to warranties of performance and fitness for a particular purpose. DTTILLP shall not be liable for any losses and damages arising as a result of any inaccuracy or inadequacy or incomprehensiveness or incompleteness of such information.</a:t>
            </a:r>
          </a:p>
          <a:p>
            <a:pPr lvl="1" algn="just">
              <a:spcAft>
                <a:spcPts val="600"/>
              </a:spcAft>
            </a:pPr>
            <a:r>
              <a:rPr lang="en-US" sz="1200" b="0" dirty="0">
                <a:latin typeface="Calibri" panose="020F0502020204030204" pitchFamily="34" charset="0"/>
                <a:cs typeface="Calibri" panose="020F0502020204030204" pitchFamily="34" charset="0"/>
              </a:rPr>
              <a:t>DTTILLP’s procedures did not constitute an audit. Accordingly, DTTILLP has not expressed any opinion on the past and current financial statements.</a:t>
            </a:r>
          </a:p>
          <a:p>
            <a:pPr marL="0" lvl="1" indent="0" algn="just">
              <a:spcAft>
                <a:spcPts val="600"/>
              </a:spcAft>
              <a:buNone/>
            </a:pPr>
            <a:r>
              <a:rPr lang="en-US" sz="1200" b="0" dirty="0">
                <a:solidFill>
                  <a:schemeClr val="tx1"/>
                </a:solidFill>
                <a:latin typeface="Calibri" panose="020F0502020204030204" pitchFamily="34" charset="0"/>
                <a:cs typeface="Calibri" panose="020F0502020204030204" pitchFamily="34" charset="0"/>
              </a:rPr>
              <a:t>This  Report is solely for the use of the Client, as per the terms of the Contract. The Report is issued on the basis that this Report or any information derived therefrom, shall not be shared with or provided to any third party without the prior written consent of DTTILLP.</a:t>
            </a:r>
          </a:p>
        </p:txBody>
      </p:sp>
    </p:spTree>
    <p:extLst>
      <p:ext uri="{BB962C8B-B14F-4D97-AF65-F5344CB8AC3E}">
        <p14:creationId xmlns:p14="http://schemas.microsoft.com/office/powerpoint/2010/main" val="2849622997"/>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4">
            <a:alphaModFix amt="40000"/>
            <a:lum/>
          </a:blip>
          <a:srcRect/>
          <a:stretch>
            <a:fillRect l="-1000" r="-1000"/>
          </a:stretch>
        </a:blipFill>
        <a:effectLst/>
      </p:bgPr>
    </p:bg>
    <p:spTree>
      <p:nvGrpSpPr>
        <p:cNvPr id="1" name=""/>
        <p:cNvGrpSpPr/>
        <p:nvPr/>
      </p:nvGrpSpPr>
      <p:grpSpPr>
        <a:xfrm>
          <a:off x="0" y="0"/>
          <a:ext cx="0" cy="0"/>
          <a:chOff x="0" y="0"/>
          <a:chExt cx="0" cy="0"/>
        </a:xfrm>
      </p:grpSpPr>
      <p:graphicFrame>
        <p:nvGraphicFramePr>
          <p:cNvPr id="36" name="Object 35" hidden="1">
            <a:extLst>
              <a:ext uri="{FF2B5EF4-FFF2-40B4-BE49-F238E27FC236}">
                <a16:creationId xmlns:a16="http://schemas.microsoft.com/office/drawing/2014/main" id="{C174C603-BF3A-4E94-AF5F-DC7B83B3217C}"/>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38605" name="think-cell Slide" r:id="rId5" imgW="498" imgH="499" progId="TCLayout.ActiveDocument.1">
                  <p:embed/>
                </p:oleObj>
              </mc:Choice>
              <mc:Fallback>
                <p:oleObj name="think-cell Slide" r:id="rId5" imgW="498" imgH="499" progId="TCLayout.ActiveDocument.1">
                  <p:embed/>
                  <p:pic>
                    <p:nvPicPr>
                      <p:cNvPr id="36" name="Object 35" hidden="1">
                        <a:extLst>
                          <a:ext uri="{FF2B5EF4-FFF2-40B4-BE49-F238E27FC236}">
                            <a16:creationId xmlns:a16="http://schemas.microsoft.com/office/drawing/2014/main" id="{C174C603-BF3A-4E94-AF5F-DC7B83B3217C}"/>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7" name="Title 3">
            <a:extLst>
              <a:ext uri="{FF2B5EF4-FFF2-40B4-BE49-F238E27FC236}">
                <a16:creationId xmlns:a16="http://schemas.microsoft.com/office/drawing/2014/main" id="{5A56BA2F-819A-4C32-80E3-94E0687F5E5E}"/>
              </a:ext>
            </a:extLst>
          </p:cNvPr>
          <p:cNvSpPr>
            <a:spLocks noGrp="1"/>
          </p:cNvSpPr>
          <p:nvPr>
            <p:ph type="title"/>
          </p:nvPr>
        </p:nvSpPr>
        <p:spPr>
          <a:xfrm>
            <a:off x="440686" y="122007"/>
            <a:ext cx="11188700" cy="368299"/>
          </a:xfrm>
          <a:noFill/>
        </p:spPr>
        <p:txBody>
          <a:bodyPr vert="horz" lIns="0" tIns="0" rIns="0" bIns="0" rtlCol="0" anchor="t" anchorCtr="0">
            <a:noAutofit/>
          </a:bodyPr>
          <a:lstStyle/>
          <a:p>
            <a:pPr defTabSz="914400"/>
            <a:r>
              <a:rPr lang="en-US" sz="2800" b="1" dirty="0">
                <a:solidFill>
                  <a:sysClr val="windowText" lastClr="000000"/>
                </a:solidFill>
                <a:latin typeface="Calibri"/>
                <a:cs typeface="Calibri Light" panose="020F0302020204030204" pitchFamily="34" charset="0"/>
              </a:rPr>
              <a:t>Contents</a:t>
            </a:r>
          </a:p>
        </p:txBody>
      </p:sp>
      <p:sp>
        <p:nvSpPr>
          <p:cNvPr id="25" name="Oval 24">
            <a:extLst>
              <a:ext uri="{FF2B5EF4-FFF2-40B4-BE49-F238E27FC236}">
                <a16:creationId xmlns:a16="http://schemas.microsoft.com/office/drawing/2014/main" id="{A9FBFFD1-1922-4B81-AF78-AB9D908A727D}"/>
              </a:ext>
            </a:extLst>
          </p:cNvPr>
          <p:cNvSpPr/>
          <p:nvPr/>
        </p:nvSpPr>
        <p:spPr bwMode="gray">
          <a:xfrm>
            <a:off x="451572" y="841080"/>
            <a:ext cx="334099" cy="334099"/>
          </a:xfrm>
          <a:prstGeom prst="ellipse">
            <a:avLst/>
          </a:prstGeom>
          <a:solidFill>
            <a:srgbClr val="86BC25"/>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a:ln>
                  <a:noFill/>
                </a:ln>
                <a:solidFill>
                  <a:prstClr val="white"/>
                </a:solidFill>
                <a:effectLst/>
                <a:uLnTx/>
                <a:uFillTx/>
                <a:latin typeface="Calibri"/>
                <a:ea typeface="+mn-ea"/>
                <a:cs typeface="+mn-cs"/>
              </a:rPr>
              <a:t>1</a:t>
            </a: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5BA4FCD5-4905-46D3-A784-8731C575D565}"/>
              </a:ext>
            </a:extLst>
          </p:cNvPr>
          <p:cNvSpPr txBox="1"/>
          <p:nvPr/>
        </p:nvSpPr>
        <p:spPr>
          <a:xfrm>
            <a:off x="1077682" y="887591"/>
            <a:ext cx="8255726"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Introduction</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27" name="Oval 26">
            <a:extLst>
              <a:ext uri="{FF2B5EF4-FFF2-40B4-BE49-F238E27FC236}">
                <a16:creationId xmlns:a16="http://schemas.microsoft.com/office/drawing/2014/main" id="{1B0C322B-64AC-42FE-A1C4-61FF5DFDAECA}"/>
              </a:ext>
            </a:extLst>
          </p:cNvPr>
          <p:cNvSpPr/>
          <p:nvPr/>
        </p:nvSpPr>
        <p:spPr bwMode="gray">
          <a:xfrm>
            <a:off x="451572" y="1842452"/>
            <a:ext cx="334099" cy="334099"/>
          </a:xfrm>
          <a:prstGeom prst="ellipse">
            <a:avLst/>
          </a:prstGeom>
          <a:solidFill>
            <a:srgbClr val="43B02A"/>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white"/>
                </a:solidFill>
                <a:effectLst/>
                <a:uLnTx/>
                <a:uFillTx/>
                <a:latin typeface="Calibri"/>
                <a:ea typeface="+mn-ea"/>
                <a:cs typeface="+mn-cs"/>
              </a:rPr>
              <a:t>3</a:t>
            </a:r>
            <a:endParaRPr kumimoji="0" lang="en-IN" sz="1200" b="1" i="0" u="none" strike="noStrike" kern="0" cap="none" spc="0" normalizeH="0" baseline="0" noProof="0" dirty="0">
              <a:ln>
                <a:noFill/>
              </a:ln>
              <a:solidFill>
                <a:prstClr val="white"/>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A44F4B57-6219-4542-8BF2-D297602A3CF1}"/>
              </a:ext>
            </a:extLst>
          </p:cNvPr>
          <p:cNvSpPr/>
          <p:nvPr/>
        </p:nvSpPr>
        <p:spPr bwMode="gray">
          <a:xfrm>
            <a:off x="883372" y="1806585"/>
            <a:ext cx="83820" cy="400751"/>
          </a:xfrm>
          <a:prstGeom prst="rect">
            <a:avLst/>
          </a:prstGeom>
          <a:solidFill>
            <a:srgbClr val="43B02A">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29" name="TextBox 28">
            <a:extLst>
              <a:ext uri="{FF2B5EF4-FFF2-40B4-BE49-F238E27FC236}">
                <a16:creationId xmlns:a16="http://schemas.microsoft.com/office/drawing/2014/main" id="{CC652346-BBC4-49DD-A7C8-BBCF7F7DA393}"/>
              </a:ext>
            </a:extLst>
          </p:cNvPr>
          <p:cNvSpPr txBox="1"/>
          <p:nvPr/>
        </p:nvSpPr>
        <p:spPr>
          <a:xfrm>
            <a:off x="1077682" y="1890232"/>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Assessment of Solar Capacity</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F15C2EF2-1C62-40E8-ABE5-264100F36F3B}"/>
              </a:ext>
            </a:extLst>
          </p:cNvPr>
          <p:cNvSpPr/>
          <p:nvPr/>
        </p:nvSpPr>
        <p:spPr bwMode="gray">
          <a:xfrm>
            <a:off x="883372" y="803943"/>
            <a:ext cx="83820" cy="400751"/>
          </a:xfrm>
          <a:prstGeom prst="rect">
            <a:avLst/>
          </a:prstGeom>
          <a:solidFill>
            <a:srgbClr val="86BC25">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32" name="Oval 31">
            <a:extLst>
              <a:ext uri="{FF2B5EF4-FFF2-40B4-BE49-F238E27FC236}">
                <a16:creationId xmlns:a16="http://schemas.microsoft.com/office/drawing/2014/main" id="{47E110A6-BD2B-445A-AE1B-315CA8FFF138}"/>
              </a:ext>
            </a:extLst>
          </p:cNvPr>
          <p:cNvSpPr/>
          <p:nvPr/>
        </p:nvSpPr>
        <p:spPr bwMode="gray">
          <a:xfrm>
            <a:off x="451572" y="2380976"/>
            <a:ext cx="334099" cy="334099"/>
          </a:xfrm>
          <a:prstGeom prst="ellipse">
            <a:avLst/>
          </a:prstGeom>
          <a:solidFill>
            <a:srgbClr val="26890D"/>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IN" sz="1200" b="1" i="0" u="none" strike="noStrike" kern="0" cap="none" spc="0" normalizeH="0" baseline="0" noProof="0" dirty="0">
                <a:ln>
                  <a:noFill/>
                </a:ln>
                <a:solidFill>
                  <a:prstClr val="white"/>
                </a:solidFill>
                <a:effectLst/>
                <a:uLnTx/>
                <a:uFillTx/>
                <a:latin typeface="Calibri"/>
                <a:ea typeface="+mn-ea"/>
                <a:cs typeface="+mn-cs"/>
              </a:rPr>
              <a:t>4</a:t>
            </a:r>
          </a:p>
        </p:txBody>
      </p:sp>
      <p:sp>
        <p:nvSpPr>
          <p:cNvPr id="33" name="Rectangle 32">
            <a:extLst>
              <a:ext uri="{FF2B5EF4-FFF2-40B4-BE49-F238E27FC236}">
                <a16:creationId xmlns:a16="http://schemas.microsoft.com/office/drawing/2014/main" id="{68891175-ECF2-4DC4-9EC6-F8A597D7E66D}"/>
              </a:ext>
            </a:extLst>
          </p:cNvPr>
          <p:cNvSpPr/>
          <p:nvPr/>
        </p:nvSpPr>
        <p:spPr bwMode="gray">
          <a:xfrm>
            <a:off x="883372" y="2345109"/>
            <a:ext cx="83820" cy="400751"/>
          </a:xfrm>
          <a:prstGeom prst="rect">
            <a:avLst/>
          </a:prstGeom>
          <a:solidFill>
            <a:srgbClr val="26890D">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B2C77052-D024-44B6-9AF8-15000940C6EE}"/>
              </a:ext>
            </a:extLst>
          </p:cNvPr>
          <p:cNvSpPr txBox="1"/>
          <p:nvPr/>
        </p:nvSpPr>
        <p:spPr>
          <a:xfrm>
            <a:off x="1077682" y="2439642"/>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Financial Assessment of various Business Models for Self-Consumption</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38" name="Oval 37">
            <a:extLst>
              <a:ext uri="{FF2B5EF4-FFF2-40B4-BE49-F238E27FC236}">
                <a16:creationId xmlns:a16="http://schemas.microsoft.com/office/drawing/2014/main" id="{3632D40D-B0E0-4DCD-88BB-74D5754B1607}"/>
              </a:ext>
            </a:extLst>
          </p:cNvPr>
          <p:cNvSpPr/>
          <p:nvPr/>
        </p:nvSpPr>
        <p:spPr bwMode="gray">
          <a:xfrm>
            <a:off x="451572" y="2899521"/>
            <a:ext cx="334099" cy="334099"/>
          </a:xfrm>
          <a:prstGeom prst="ellipse">
            <a:avLst/>
          </a:prstGeom>
          <a:solidFill>
            <a:srgbClr val="046A38"/>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white"/>
                </a:solidFill>
                <a:effectLst/>
                <a:uLnTx/>
                <a:uFillTx/>
                <a:latin typeface="Calibri"/>
                <a:ea typeface="+mn-ea"/>
                <a:cs typeface="+mn-cs"/>
              </a:rPr>
              <a:t>5</a:t>
            </a:r>
            <a:endParaRPr kumimoji="0" lang="en-IN" sz="1200" b="1" i="0" u="none" strike="noStrike" kern="0" cap="none" spc="0" normalizeH="0" baseline="0" noProof="0" dirty="0">
              <a:ln>
                <a:noFill/>
              </a:ln>
              <a:solidFill>
                <a:prstClr val="white"/>
              </a:solidFill>
              <a:effectLst/>
              <a:uLnTx/>
              <a:uFillTx/>
              <a:latin typeface="Calibri"/>
              <a:ea typeface="+mn-ea"/>
              <a:cs typeface="+mn-cs"/>
            </a:endParaRPr>
          </a:p>
        </p:txBody>
      </p:sp>
      <p:sp>
        <p:nvSpPr>
          <p:cNvPr id="39" name="Rectangle 38">
            <a:extLst>
              <a:ext uri="{FF2B5EF4-FFF2-40B4-BE49-F238E27FC236}">
                <a16:creationId xmlns:a16="http://schemas.microsoft.com/office/drawing/2014/main" id="{D781BB71-6629-4F02-BC41-036521A83030}"/>
              </a:ext>
            </a:extLst>
          </p:cNvPr>
          <p:cNvSpPr/>
          <p:nvPr/>
        </p:nvSpPr>
        <p:spPr bwMode="gray">
          <a:xfrm>
            <a:off x="883372" y="2863654"/>
            <a:ext cx="83820" cy="400751"/>
          </a:xfrm>
          <a:prstGeom prst="rect">
            <a:avLst/>
          </a:prstGeom>
          <a:solidFill>
            <a:srgbClr val="046A38">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10159DDF-261E-4654-83E5-BDCED961F61D}"/>
              </a:ext>
            </a:extLst>
          </p:cNvPr>
          <p:cNvSpPr txBox="1"/>
          <p:nvPr/>
        </p:nvSpPr>
        <p:spPr>
          <a:xfrm>
            <a:off x="1077682" y="2958187"/>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Comparison of Risks of Different Models</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41" name="Oval 40">
            <a:extLst>
              <a:ext uri="{FF2B5EF4-FFF2-40B4-BE49-F238E27FC236}">
                <a16:creationId xmlns:a16="http://schemas.microsoft.com/office/drawing/2014/main" id="{DF04AEDF-625F-4846-9781-E6DF368BBDF3}"/>
              </a:ext>
            </a:extLst>
          </p:cNvPr>
          <p:cNvSpPr/>
          <p:nvPr/>
        </p:nvSpPr>
        <p:spPr bwMode="gray">
          <a:xfrm>
            <a:off x="451572" y="3401587"/>
            <a:ext cx="334099" cy="334099"/>
          </a:xfrm>
          <a:prstGeom prst="ellipse">
            <a:avLst/>
          </a:prstGeom>
          <a:solidFill>
            <a:srgbClr val="0D839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IN" sz="1200" b="1" i="0" u="none" strike="noStrike" kern="0" cap="none" spc="0" normalizeH="0" baseline="0" noProof="0" dirty="0">
                <a:ln>
                  <a:noFill/>
                </a:ln>
                <a:solidFill>
                  <a:prstClr val="white"/>
                </a:solidFill>
                <a:effectLst/>
                <a:uLnTx/>
                <a:uFillTx/>
                <a:latin typeface="Calibri"/>
                <a:ea typeface="+mn-ea"/>
                <a:cs typeface="+mn-cs"/>
              </a:rPr>
              <a:t>6</a:t>
            </a:r>
          </a:p>
        </p:txBody>
      </p:sp>
      <p:sp>
        <p:nvSpPr>
          <p:cNvPr id="42" name="Rectangle 41">
            <a:extLst>
              <a:ext uri="{FF2B5EF4-FFF2-40B4-BE49-F238E27FC236}">
                <a16:creationId xmlns:a16="http://schemas.microsoft.com/office/drawing/2014/main" id="{EFA52845-FE84-43B7-8E5C-99E381D2F06E}"/>
              </a:ext>
            </a:extLst>
          </p:cNvPr>
          <p:cNvSpPr/>
          <p:nvPr/>
        </p:nvSpPr>
        <p:spPr bwMode="gray">
          <a:xfrm>
            <a:off x="883372" y="3365720"/>
            <a:ext cx="83820" cy="400751"/>
          </a:xfrm>
          <a:prstGeom prst="rect">
            <a:avLst/>
          </a:prstGeom>
          <a:solidFill>
            <a:srgbClr val="0D8390">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43" name="TextBox 42">
            <a:extLst>
              <a:ext uri="{FF2B5EF4-FFF2-40B4-BE49-F238E27FC236}">
                <a16:creationId xmlns:a16="http://schemas.microsoft.com/office/drawing/2014/main" id="{04E4A496-5C49-4B07-9DB6-F58218621319}"/>
              </a:ext>
            </a:extLst>
          </p:cNvPr>
          <p:cNvSpPr txBox="1"/>
          <p:nvPr/>
        </p:nvSpPr>
        <p:spPr>
          <a:xfrm>
            <a:off x="1077682" y="3449367"/>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Land Assessment</a:t>
            </a:r>
          </a:p>
        </p:txBody>
      </p:sp>
      <p:sp>
        <p:nvSpPr>
          <p:cNvPr id="44" name="Oval 43">
            <a:extLst>
              <a:ext uri="{FF2B5EF4-FFF2-40B4-BE49-F238E27FC236}">
                <a16:creationId xmlns:a16="http://schemas.microsoft.com/office/drawing/2014/main" id="{9738B50D-611A-40E6-BCC0-26F1444AFEB6}"/>
              </a:ext>
            </a:extLst>
          </p:cNvPr>
          <p:cNvSpPr/>
          <p:nvPr/>
        </p:nvSpPr>
        <p:spPr bwMode="gray">
          <a:xfrm>
            <a:off x="451572" y="1350238"/>
            <a:ext cx="334099" cy="334099"/>
          </a:xfrm>
          <a:prstGeom prst="ellipse">
            <a:avLst/>
          </a:prstGeom>
          <a:solidFill>
            <a:srgbClr val="86BC25"/>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white"/>
                </a:solidFill>
                <a:effectLst/>
                <a:uLnTx/>
                <a:uFillTx/>
                <a:latin typeface="Calibri"/>
                <a:ea typeface="+mn-ea"/>
                <a:cs typeface="+mn-cs"/>
              </a:rPr>
              <a:t>2</a:t>
            </a:r>
            <a:endParaRPr kumimoji="0" lang="en-IN" sz="1200" b="1" i="0" u="none" strike="noStrike" kern="0" cap="none" spc="0" normalizeH="0" baseline="0" noProof="0" dirty="0">
              <a:ln>
                <a:noFill/>
              </a:ln>
              <a:solidFill>
                <a:prstClr val="white"/>
              </a:solidFill>
              <a:effectLst/>
              <a:uLnTx/>
              <a:uFillTx/>
              <a:latin typeface="Calibri"/>
              <a:ea typeface="+mn-ea"/>
              <a:cs typeface="+mn-cs"/>
            </a:endParaRPr>
          </a:p>
        </p:txBody>
      </p:sp>
      <p:sp>
        <p:nvSpPr>
          <p:cNvPr id="45" name="TextBox 44">
            <a:extLst>
              <a:ext uri="{FF2B5EF4-FFF2-40B4-BE49-F238E27FC236}">
                <a16:creationId xmlns:a16="http://schemas.microsoft.com/office/drawing/2014/main" id="{70ABCDB0-9ED1-47BF-97F2-257E6385E498}"/>
              </a:ext>
            </a:extLst>
          </p:cNvPr>
          <p:cNvSpPr txBox="1"/>
          <p:nvPr/>
        </p:nvSpPr>
        <p:spPr>
          <a:xfrm>
            <a:off x="1077682" y="1396749"/>
            <a:ext cx="8255726"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Business Models Envisaged</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46" name="Rectangle 45">
            <a:extLst>
              <a:ext uri="{FF2B5EF4-FFF2-40B4-BE49-F238E27FC236}">
                <a16:creationId xmlns:a16="http://schemas.microsoft.com/office/drawing/2014/main" id="{E0DA58F7-26E9-40F5-826A-243D5A63D21E}"/>
              </a:ext>
            </a:extLst>
          </p:cNvPr>
          <p:cNvSpPr/>
          <p:nvPr/>
        </p:nvSpPr>
        <p:spPr bwMode="gray">
          <a:xfrm>
            <a:off x="883372" y="1313101"/>
            <a:ext cx="83820" cy="400751"/>
          </a:xfrm>
          <a:prstGeom prst="rect">
            <a:avLst/>
          </a:prstGeom>
          <a:solidFill>
            <a:srgbClr val="86BC25">
              <a:lumMod val="40000"/>
              <a:lumOff val="60000"/>
            </a:srgb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24" name="Oval 23">
            <a:extLst>
              <a:ext uri="{FF2B5EF4-FFF2-40B4-BE49-F238E27FC236}">
                <a16:creationId xmlns:a16="http://schemas.microsoft.com/office/drawing/2014/main" id="{A81DECC0-CF81-497B-90A7-638C532210A2}"/>
              </a:ext>
            </a:extLst>
          </p:cNvPr>
          <p:cNvSpPr/>
          <p:nvPr/>
        </p:nvSpPr>
        <p:spPr bwMode="gray">
          <a:xfrm>
            <a:off x="451572" y="3887247"/>
            <a:ext cx="334099" cy="334099"/>
          </a:xfrm>
          <a:prstGeom prst="ellipse">
            <a:avLst/>
          </a:prstGeom>
          <a:solidFill>
            <a:srgbClr val="1D670A"/>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IN" sz="1200" b="1" i="0" u="none" strike="noStrike" kern="0" cap="none" spc="0" normalizeH="0" baseline="0" noProof="0" dirty="0">
                <a:ln>
                  <a:noFill/>
                </a:ln>
                <a:solidFill>
                  <a:prstClr val="white"/>
                </a:solidFill>
                <a:effectLst/>
                <a:uLnTx/>
                <a:uFillTx/>
                <a:latin typeface="Calibri"/>
                <a:ea typeface="+mn-ea"/>
                <a:cs typeface="+mn-cs"/>
              </a:rPr>
              <a:t>7</a:t>
            </a:r>
          </a:p>
        </p:txBody>
      </p:sp>
      <p:sp>
        <p:nvSpPr>
          <p:cNvPr id="30" name="Rectangle 29">
            <a:extLst>
              <a:ext uri="{FF2B5EF4-FFF2-40B4-BE49-F238E27FC236}">
                <a16:creationId xmlns:a16="http://schemas.microsoft.com/office/drawing/2014/main" id="{D198880C-DE9E-410A-B682-56E58DF759D8}"/>
              </a:ext>
            </a:extLst>
          </p:cNvPr>
          <p:cNvSpPr/>
          <p:nvPr/>
        </p:nvSpPr>
        <p:spPr bwMode="gray">
          <a:xfrm>
            <a:off x="883372" y="3851380"/>
            <a:ext cx="83820" cy="400751"/>
          </a:xfrm>
          <a:prstGeom prst="rect">
            <a:avLst/>
          </a:prstGeom>
          <a:solidFill>
            <a:srgbClr val="AEE8A1"/>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E69162A4-B3E9-4CE9-A925-B8083336FBE5}"/>
              </a:ext>
            </a:extLst>
          </p:cNvPr>
          <p:cNvSpPr txBox="1"/>
          <p:nvPr/>
        </p:nvSpPr>
        <p:spPr>
          <a:xfrm>
            <a:off x="1077682" y="3945913"/>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Procedural Requirements</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47" name="Oval 46">
            <a:extLst>
              <a:ext uri="{FF2B5EF4-FFF2-40B4-BE49-F238E27FC236}">
                <a16:creationId xmlns:a16="http://schemas.microsoft.com/office/drawing/2014/main" id="{17240338-35CD-415F-A56C-03D499B39883}"/>
              </a:ext>
            </a:extLst>
          </p:cNvPr>
          <p:cNvSpPr/>
          <p:nvPr/>
        </p:nvSpPr>
        <p:spPr bwMode="gray">
          <a:xfrm>
            <a:off x="451572" y="4411400"/>
            <a:ext cx="334099" cy="334099"/>
          </a:xfrm>
          <a:prstGeom prst="ellipse">
            <a:avLst/>
          </a:prstGeom>
          <a:solidFill>
            <a:srgbClr val="007CB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IN" sz="1200" b="1" i="0" u="none" strike="noStrike" kern="0" cap="none" spc="0" normalizeH="0" baseline="0" noProof="0" dirty="0">
                <a:ln>
                  <a:noFill/>
                </a:ln>
                <a:solidFill>
                  <a:prstClr val="white"/>
                </a:solidFill>
                <a:effectLst/>
                <a:uLnTx/>
                <a:uFillTx/>
                <a:latin typeface="Calibri"/>
                <a:ea typeface="+mn-ea"/>
                <a:cs typeface="+mn-cs"/>
              </a:rPr>
              <a:t>8</a:t>
            </a:r>
          </a:p>
        </p:txBody>
      </p:sp>
      <p:sp>
        <p:nvSpPr>
          <p:cNvPr id="48" name="Rectangle 47">
            <a:extLst>
              <a:ext uri="{FF2B5EF4-FFF2-40B4-BE49-F238E27FC236}">
                <a16:creationId xmlns:a16="http://schemas.microsoft.com/office/drawing/2014/main" id="{8065B9DB-A516-465F-B181-1C9807BC9379}"/>
              </a:ext>
            </a:extLst>
          </p:cNvPr>
          <p:cNvSpPr/>
          <p:nvPr/>
        </p:nvSpPr>
        <p:spPr bwMode="gray">
          <a:xfrm>
            <a:off x="883372" y="4375531"/>
            <a:ext cx="83820" cy="400751"/>
          </a:xfrm>
          <a:prstGeom prst="rect">
            <a:avLst/>
          </a:prstGeom>
          <a:solidFill>
            <a:srgbClr val="7DE8F3"/>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D4BFD981-AE00-4C48-90D1-31738F2F86A0}"/>
              </a:ext>
            </a:extLst>
          </p:cNvPr>
          <p:cNvSpPr txBox="1"/>
          <p:nvPr/>
        </p:nvSpPr>
        <p:spPr>
          <a:xfrm>
            <a:off x="1077682" y="4459180"/>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Assessment of Potential Avenues for Sale of Surplus Solar Energy</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50" name="Oval 49">
            <a:extLst>
              <a:ext uri="{FF2B5EF4-FFF2-40B4-BE49-F238E27FC236}">
                <a16:creationId xmlns:a16="http://schemas.microsoft.com/office/drawing/2014/main" id="{25215C2C-DE48-471F-83D6-52F3162855A0}"/>
              </a:ext>
            </a:extLst>
          </p:cNvPr>
          <p:cNvSpPr/>
          <p:nvPr/>
        </p:nvSpPr>
        <p:spPr bwMode="gray">
          <a:xfrm>
            <a:off x="451572" y="4938989"/>
            <a:ext cx="334099" cy="334099"/>
          </a:xfrm>
          <a:prstGeom prst="ellipse">
            <a:avLst/>
          </a:prstGeom>
          <a:solidFill>
            <a:schemeClr val="accent6">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IN" sz="1200" b="1" i="0" u="none" strike="noStrike" kern="0" cap="none" spc="0" normalizeH="0" baseline="0" noProof="0" dirty="0">
                <a:ln>
                  <a:noFill/>
                </a:ln>
                <a:solidFill>
                  <a:prstClr val="white"/>
                </a:solidFill>
                <a:effectLst/>
                <a:uLnTx/>
                <a:uFillTx/>
                <a:latin typeface="Calibri"/>
                <a:ea typeface="+mn-ea"/>
                <a:cs typeface="+mn-cs"/>
              </a:rPr>
              <a:t>9</a:t>
            </a:r>
          </a:p>
        </p:txBody>
      </p:sp>
      <p:sp>
        <p:nvSpPr>
          <p:cNvPr id="51" name="Rectangle 50">
            <a:extLst>
              <a:ext uri="{FF2B5EF4-FFF2-40B4-BE49-F238E27FC236}">
                <a16:creationId xmlns:a16="http://schemas.microsoft.com/office/drawing/2014/main" id="{A3D13757-DE95-4151-9252-F2DBFB91B96A}"/>
              </a:ext>
            </a:extLst>
          </p:cNvPr>
          <p:cNvSpPr/>
          <p:nvPr/>
        </p:nvSpPr>
        <p:spPr bwMode="gray">
          <a:xfrm>
            <a:off x="883372" y="4903120"/>
            <a:ext cx="83820" cy="400751"/>
          </a:xfrm>
          <a:prstGeom prst="rect">
            <a:avLst/>
          </a:prstGeom>
          <a:solidFill>
            <a:schemeClr val="accent5">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055CE136-44CE-48D4-B7F4-74D6E0879D25}"/>
              </a:ext>
            </a:extLst>
          </p:cNvPr>
          <p:cNvSpPr txBox="1"/>
          <p:nvPr/>
        </p:nvSpPr>
        <p:spPr>
          <a:xfrm>
            <a:off x="1077682" y="4986769"/>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Evaluation Summary</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53" name="Oval 52">
            <a:extLst>
              <a:ext uri="{FF2B5EF4-FFF2-40B4-BE49-F238E27FC236}">
                <a16:creationId xmlns:a16="http://schemas.microsoft.com/office/drawing/2014/main" id="{1D9F3563-8280-4D1E-ADA3-45EDBBDE25FB}"/>
              </a:ext>
            </a:extLst>
          </p:cNvPr>
          <p:cNvSpPr/>
          <p:nvPr/>
        </p:nvSpPr>
        <p:spPr bwMode="gray">
          <a:xfrm>
            <a:off x="451572" y="5424365"/>
            <a:ext cx="334099" cy="334099"/>
          </a:xfrm>
          <a:prstGeom prst="ellipse">
            <a:avLst/>
          </a:prstGeom>
          <a:solidFill>
            <a:schemeClr val="accent6">
              <a:lumMod val="75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dirty="0">
              <a:ln>
                <a:noFill/>
              </a:ln>
              <a:solidFill>
                <a:prstClr val="white"/>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30F512D6-B9DF-4A3F-9906-84D687A5CB63}"/>
              </a:ext>
            </a:extLst>
          </p:cNvPr>
          <p:cNvSpPr/>
          <p:nvPr/>
        </p:nvSpPr>
        <p:spPr bwMode="gray">
          <a:xfrm>
            <a:off x="883372" y="5388496"/>
            <a:ext cx="83820" cy="400751"/>
          </a:xfrm>
          <a:prstGeom prst="rect">
            <a:avLst/>
          </a:prstGeom>
          <a:solidFill>
            <a:schemeClr val="accent5">
              <a:lumMod val="20000"/>
              <a:lumOff val="80000"/>
            </a:schemeClr>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3B79EE7A-5929-4671-BA39-F01E5B819407}"/>
              </a:ext>
            </a:extLst>
          </p:cNvPr>
          <p:cNvSpPr txBox="1"/>
          <p:nvPr/>
        </p:nvSpPr>
        <p:spPr>
          <a:xfrm>
            <a:off x="1077682" y="5483031"/>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Conclusion and Way Forward</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56" name="Oval 55">
            <a:extLst>
              <a:ext uri="{FF2B5EF4-FFF2-40B4-BE49-F238E27FC236}">
                <a16:creationId xmlns:a16="http://schemas.microsoft.com/office/drawing/2014/main" id="{7B0E3C4B-E950-485A-9DAA-EF922177490E}"/>
              </a:ext>
            </a:extLst>
          </p:cNvPr>
          <p:cNvSpPr/>
          <p:nvPr/>
        </p:nvSpPr>
        <p:spPr bwMode="gray">
          <a:xfrm>
            <a:off x="451572" y="5884112"/>
            <a:ext cx="334099" cy="334099"/>
          </a:xfrm>
          <a:prstGeom prst="ellipse">
            <a:avLst/>
          </a:prstGeom>
          <a:solidFill>
            <a:srgbClr val="C4D600"/>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dirty="0">
              <a:ln>
                <a:noFill/>
              </a:ln>
              <a:solidFill>
                <a:prstClr val="white"/>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2247502E-3B7F-4931-A4DA-0411F4A910CE}"/>
              </a:ext>
            </a:extLst>
          </p:cNvPr>
          <p:cNvSpPr/>
          <p:nvPr/>
        </p:nvSpPr>
        <p:spPr bwMode="gray">
          <a:xfrm>
            <a:off x="883372" y="5848243"/>
            <a:ext cx="83820" cy="400751"/>
          </a:xfrm>
          <a:prstGeom prst="rect">
            <a:avLst/>
          </a:prstGeom>
          <a:solidFill>
            <a:srgbClr val="E3E48D"/>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0" cap="none" spc="0" normalizeH="0" baseline="0" noProof="0">
              <a:ln>
                <a:noFill/>
              </a:ln>
              <a:solidFill>
                <a:prstClr val="white"/>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DFF2BBCE-86AC-473E-8419-BA258F257D60}"/>
              </a:ext>
            </a:extLst>
          </p:cNvPr>
          <p:cNvSpPr txBox="1"/>
          <p:nvPr/>
        </p:nvSpPr>
        <p:spPr>
          <a:xfrm>
            <a:off x="1077682" y="5931892"/>
            <a:ext cx="8254800"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Annexures</a:t>
            </a:r>
            <a:endParaRPr kumimoji="0" lang="en-IN" sz="1400" b="1" i="0" u="none" strike="noStrike" kern="1200" cap="none" spc="0" normalizeH="0" baseline="0" noProof="0" dirty="0">
              <a:ln>
                <a:noFill/>
              </a:ln>
              <a:solidFill>
                <a:srgbClr val="313131"/>
              </a:solidFill>
              <a:effectLst/>
              <a:uLnTx/>
              <a:uFillTx/>
              <a:latin typeface="Calibri"/>
              <a:ea typeface="+mn-ea"/>
              <a:cs typeface="+mn-cs"/>
            </a:endParaRPr>
          </a:p>
        </p:txBody>
      </p:sp>
      <p:sp>
        <p:nvSpPr>
          <p:cNvPr id="2" name="TextBox 1">
            <a:extLst>
              <a:ext uri="{FF2B5EF4-FFF2-40B4-BE49-F238E27FC236}">
                <a16:creationId xmlns:a16="http://schemas.microsoft.com/office/drawing/2014/main" id="{CA610B89-1F05-4AC1-942C-EA20DB471452}"/>
              </a:ext>
            </a:extLst>
          </p:cNvPr>
          <p:cNvSpPr txBox="1"/>
          <p:nvPr/>
        </p:nvSpPr>
        <p:spPr>
          <a:xfrm>
            <a:off x="546822" y="5496538"/>
            <a:ext cx="226060" cy="184666"/>
          </a:xfrm>
          <a:prstGeom prst="rect">
            <a:avLst/>
          </a:prstGeom>
          <a:noFill/>
        </p:spPr>
        <p:txBody>
          <a:bodyPr wrap="square" lIns="0" tIns="0" rIns="0" bIns="0" rtlCol="0">
            <a:spAutoFit/>
          </a:bodyPr>
          <a:lstStyle/>
          <a:p>
            <a:pPr>
              <a:spcBef>
                <a:spcPts val="600"/>
              </a:spcBef>
              <a:buSzPct val="100000"/>
            </a:pPr>
            <a:r>
              <a:rPr lang="en-US" sz="1200" dirty="0">
                <a:solidFill>
                  <a:schemeClr val="bg1"/>
                </a:solidFill>
                <a:latin typeface="Calibri" panose="020F0502020204030204" pitchFamily="34" charset="0"/>
                <a:cs typeface="Calibri" panose="020F0502020204030204" pitchFamily="34" charset="0"/>
              </a:rPr>
              <a:t>10</a:t>
            </a:r>
          </a:p>
        </p:txBody>
      </p:sp>
      <p:sp>
        <p:nvSpPr>
          <p:cNvPr id="59" name="TextBox 58">
            <a:extLst>
              <a:ext uri="{FF2B5EF4-FFF2-40B4-BE49-F238E27FC236}">
                <a16:creationId xmlns:a16="http://schemas.microsoft.com/office/drawing/2014/main" id="{FAFA3313-E0D3-4B64-BC3D-B3212AD2E7A8}"/>
              </a:ext>
            </a:extLst>
          </p:cNvPr>
          <p:cNvSpPr txBox="1"/>
          <p:nvPr/>
        </p:nvSpPr>
        <p:spPr>
          <a:xfrm>
            <a:off x="546822" y="5938391"/>
            <a:ext cx="226060" cy="184666"/>
          </a:xfrm>
          <a:prstGeom prst="rect">
            <a:avLst/>
          </a:prstGeom>
          <a:noFill/>
        </p:spPr>
        <p:txBody>
          <a:bodyPr wrap="square" lIns="0" tIns="0" rIns="0" bIns="0" rtlCol="0">
            <a:spAutoFit/>
          </a:bodyPr>
          <a:lstStyle/>
          <a:p>
            <a:pPr>
              <a:spcBef>
                <a:spcPts val="600"/>
              </a:spcBef>
              <a:buSzPct val="100000"/>
            </a:pPr>
            <a:r>
              <a:rPr lang="en-US" sz="1200" dirty="0">
                <a:solidFill>
                  <a:schemeClr val="bg1"/>
                </a:solidFill>
                <a:latin typeface="Calibri" panose="020F0502020204030204" pitchFamily="34" charset="0"/>
                <a:cs typeface="Calibri" panose="020F0502020204030204" pitchFamily="34" charset="0"/>
              </a:rPr>
              <a:t>11</a:t>
            </a:r>
          </a:p>
        </p:txBody>
      </p:sp>
    </p:spTree>
    <p:extLst>
      <p:ext uri="{BB962C8B-B14F-4D97-AF65-F5344CB8AC3E}">
        <p14:creationId xmlns:p14="http://schemas.microsoft.com/office/powerpoint/2010/main" val="2473939844"/>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20943"/>
            <a:ext cx="11188700" cy="334099"/>
          </a:xfrm>
        </p:spPr>
        <p:txBody>
          <a:bodyPr/>
          <a:lstStyle/>
          <a:p>
            <a:r>
              <a:rPr lang="en-US" sz="3600" b="1" dirty="0">
                <a:solidFill>
                  <a:schemeClr val="bg1"/>
                </a:solidFill>
              </a:rPr>
              <a:t>Introduction</a:t>
            </a:r>
            <a:endParaRPr lang="en-US" sz="2800" b="1" dirty="0">
              <a:solidFill>
                <a:schemeClr val="bg1"/>
              </a:solidFill>
            </a:endParaRPr>
          </a:p>
        </p:txBody>
      </p:sp>
    </p:spTree>
    <p:extLst>
      <p:ext uri="{BB962C8B-B14F-4D97-AF65-F5344CB8AC3E}">
        <p14:creationId xmlns:p14="http://schemas.microsoft.com/office/powerpoint/2010/main" val="1740007612"/>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Rounded Corners 11">
            <a:extLst>
              <a:ext uri="{FF2B5EF4-FFF2-40B4-BE49-F238E27FC236}">
                <a16:creationId xmlns:a16="http://schemas.microsoft.com/office/drawing/2014/main" id="{E46B3804-06FC-4AA4-896A-19A6B9A41F62}"/>
              </a:ext>
            </a:extLst>
          </p:cNvPr>
          <p:cNvSpPr/>
          <p:nvPr/>
        </p:nvSpPr>
        <p:spPr bwMode="gray">
          <a:xfrm>
            <a:off x="6753860" y="2326912"/>
            <a:ext cx="5027574" cy="4159874"/>
          </a:xfrm>
          <a:prstGeom prst="roundRect">
            <a:avLst>
              <a:gd name="adj" fmla="val 4967"/>
            </a:avLst>
          </a:prstGeom>
          <a:solidFill>
            <a:schemeClr val="bg1"/>
          </a:solidFill>
          <a:ln w="19050" algn="ctr">
            <a:solidFill>
              <a:schemeClr val="accent1">
                <a:lumMod val="20000"/>
                <a:lumOff val="80000"/>
              </a:schemeClr>
            </a:solidFill>
            <a:miter lim="800000"/>
            <a:headEnd/>
            <a:tailEnd/>
          </a:ln>
        </p:spPr>
        <p:txBody>
          <a:bodyPr wrap="square" lIns="88900" tIns="88900" rIns="88900" bIns="88900" rtlCol="0" anchor="t" anchorCtr="0"/>
          <a:lstStyle/>
          <a:p>
            <a:pPr algn="ctr">
              <a:lnSpc>
                <a:spcPct val="106000"/>
              </a:lnSpc>
              <a:buFont typeface="Wingdings 2" pitchFamily="18" charset="2"/>
              <a:buNone/>
            </a:pPr>
            <a:r>
              <a:rPr lang="en-US" sz="1600" dirty="0">
                <a:latin typeface="Calibri Light" panose="020F0302020204030204" pitchFamily="34" charset="0"/>
                <a:cs typeface="Calibri Light" panose="020F0302020204030204" pitchFamily="34" charset="0"/>
              </a:rPr>
              <a:t>For Administrative purposes, SECL command centres are divided in 14 areas distributed in 4 clusters/ coalfields</a:t>
            </a:r>
          </a:p>
        </p:txBody>
      </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33509"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162" name="Rectangle 161">
            <a:extLst>
              <a:ext uri="{FF2B5EF4-FFF2-40B4-BE49-F238E27FC236}">
                <a16:creationId xmlns:a16="http://schemas.microsoft.com/office/drawing/2014/main" id="{456D8045-9A3C-4C2F-BF72-C320DCF84C7B}"/>
              </a:ext>
            </a:extLst>
          </p:cNvPr>
          <p:cNvSpPr/>
          <p:nvPr/>
        </p:nvSpPr>
        <p:spPr bwMode="gray">
          <a:xfrm>
            <a:off x="3400704" y="468719"/>
            <a:ext cx="8380730" cy="1718691"/>
          </a:xfrm>
          <a:prstGeom prst="rect">
            <a:avLst/>
          </a:prstGeom>
          <a:solidFill>
            <a:srgbClr val="86BC25">
              <a:alpha val="26000"/>
            </a:srgbClr>
          </a:solidFill>
          <a:ln w="19050" algn="ctr">
            <a:noFill/>
            <a:miter lim="800000"/>
            <a:headEnd/>
            <a:tailEnd/>
          </a:ln>
        </p:spPr>
        <p:txBody>
          <a:bodyPr wrap="square" lIns="88900" tIns="88900" rIns="88900" bIns="88900" rtlCol="0" anchor="ctr"/>
          <a:lstStyle/>
          <a:p>
            <a:pPr algn="just">
              <a:buFont typeface="Wingdings 2" pitchFamily="18" charset="2"/>
              <a:buNone/>
            </a:pPr>
            <a:r>
              <a:rPr lang="en-US" sz="1400" dirty="0">
                <a:latin typeface="Calibri Light" panose="020F0302020204030204" pitchFamily="34" charset="0"/>
                <a:cs typeface="Calibri Light" panose="020F0302020204030204" pitchFamily="34" charset="0"/>
              </a:rPr>
              <a:t>SECL is a wholly-owned subsidiary of Coal India Limited and a Mini-</a:t>
            </a:r>
            <a:r>
              <a:rPr lang="en-US" sz="1400" dirty="0" err="1">
                <a:latin typeface="Calibri Light" panose="020F0302020204030204" pitchFamily="34" charset="0"/>
                <a:cs typeface="Calibri Light" panose="020F0302020204030204" pitchFamily="34" charset="0"/>
              </a:rPr>
              <a:t>Ratna</a:t>
            </a:r>
            <a:r>
              <a:rPr lang="en-US" sz="1400" dirty="0">
                <a:latin typeface="Calibri Light" panose="020F0302020204030204" pitchFamily="34" charset="0"/>
                <a:cs typeface="Calibri Light" panose="020F0302020204030204" pitchFamily="34" charset="0"/>
              </a:rPr>
              <a:t> Company. It is the largest coal producing company of India. The coal mines of SECL are spread across two states namely Chhattisgarh and Madhya Pradesh. SECL operates 67 coal mines , of which 41 coal mines lies in Chhattisgarh State, while rest 26 coal mines are situated in Madhya Pradesh state. Out of the 67 coal mines of SECL, 46 mines are worked by underground method of mining while rest 21 mines are Opencast mines. Along with this, SECL is committed towards operational aspect of coal carbonization plant of Dankuni coal complex. The </a:t>
            </a:r>
            <a:r>
              <a:rPr lang="en-US" sz="1400" dirty="0" err="1">
                <a:latin typeface="Calibri Light" panose="020F0302020204030204" pitchFamily="34" charset="0"/>
                <a:cs typeface="Calibri Light" panose="020F0302020204030204" pitchFamily="34" charset="0"/>
              </a:rPr>
              <a:t>Dankuni</a:t>
            </a:r>
            <a:r>
              <a:rPr lang="en-US" sz="1400" dirty="0">
                <a:latin typeface="Calibri Light" panose="020F0302020204030204" pitchFamily="34" charset="0"/>
                <a:cs typeface="Calibri Light" panose="020F0302020204030204" pitchFamily="34" charset="0"/>
              </a:rPr>
              <a:t> coal Complex at </a:t>
            </a:r>
            <a:r>
              <a:rPr lang="en-US" sz="1400" dirty="0" err="1">
                <a:latin typeface="Calibri Light" panose="020F0302020204030204" pitchFamily="34" charset="0"/>
                <a:cs typeface="Calibri Light" panose="020F0302020204030204" pitchFamily="34" charset="0"/>
              </a:rPr>
              <a:t>Dankuni</a:t>
            </a:r>
            <a:r>
              <a:rPr lang="en-US" sz="1400" dirty="0">
                <a:latin typeface="Calibri Light" panose="020F0302020204030204" pitchFamily="34" charset="0"/>
                <a:cs typeface="Calibri Light" panose="020F0302020204030204" pitchFamily="34" charset="0"/>
              </a:rPr>
              <a:t>, West Bengal has been given on lease basis by CIL.. </a:t>
            </a:r>
            <a:endParaRPr lang="en-US" sz="1200" dirty="0">
              <a:latin typeface="Calibri Light" panose="020F0302020204030204" pitchFamily="34" charset="0"/>
              <a:cs typeface="Calibri Light" panose="020F0302020204030204" pitchFamily="34" charset="0"/>
            </a:endParaRPr>
          </a:p>
        </p:txBody>
      </p:sp>
      <p:sp>
        <p:nvSpPr>
          <p:cNvPr id="165" name="Flowchart: Manual Operation 164">
            <a:extLst>
              <a:ext uri="{FF2B5EF4-FFF2-40B4-BE49-F238E27FC236}">
                <a16:creationId xmlns:a16="http://schemas.microsoft.com/office/drawing/2014/main" id="{86B74D05-9949-4F33-9934-99206BA29791}"/>
              </a:ext>
            </a:extLst>
          </p:cNvPr>
          <p:cNvSpPr/>
          <p:nvPr/>
        </p:nvSpPr>
        <p:spPr bwMode="gray">
          <a:xfrm rot="5400000">
            <a:off x="2017113" y="798567"/>
            <a:ext cx="1718689" cy="1058997"/>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1957"/>
              <a:gd name="connsiteY0" fmla="*/ 196 h 10000"/>
              <a:gd name="connsiteX1" fmla="*/ 11957 w 11957"/>
              <a:gd name="connsiteY1" fmla="*/ 0 h 10000"/>
              <a:gd name="connsiteX2" fmla="*/ 9957 w 11957"/>
              <a:gd name="connsiteY2" fmla="*/ 10000 h 10000"/>
              <a:gd name="connsiteX3" fmla="*/ 3957 w 11957"/>
              <a:gd name="connsiteY3" fmla="*/ 10000 h 10000"/>
              <a:gd name="connsiteX4" fmla="*/ 0 w 11957"/>
              <a:gd name="connsiteY4" fmla="*/ 196 h 10000"/>
              <a:gd name="connsiteX0" fmla="*/ 0 w 13479"/>
              <a:gd name="connsiteY0" fmla="*/ 294 h 10098"/>
              <a:gd name="connsiteX1" fmla="*/ 13479 w 13479"/>
              <a:gd name="connsiteY1" fmla="*/ 0 h 10098"/>
              <a:gd name="connsiteX2" fmla="*/ 9957 w 13479"/>
              <a:gd name="connsiteY2" fmla="*/ 10098 h 10098"/>
              <a:gd name="connsiteX3" fmla="*/ 3957 w 13479"/>
              <a:gd name="connsiteY3" fmla="*/ 10098 h 10098"/>
              <a:gd name="connsiteX4" fmla="*/ 0 w 13479"/>
              <a:gd name="connsiteY4" fmla="*/ 294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 h="10098">
                <a:moveTo>
                  <a:pt x="0" y="294"/>
                </a:moveTo>
                <a:lnTo>
                  <a:pt x="13479" y="0"/>
                </a:lnTo>
                <a:lnTo>
                  <a:pt x="9957" y="10098"/>
                </a:lnTo>
                <a:lnTo>
                  <a:pt x="3957" y="10098"/>
                </a:lnTo>
                <a:lnTo>
                  <a:pt x="0" y="294"/>
                </a:lnTo>
                <a:close/>
              </a:path>
            </a:pathLst>
          </a:cu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sp>
        <p:nvSpPr>
          <p:cNvPr id="25" name="Title 5">
            <a:extLst>
              <a:ext uri="{FF2B5EF4-FFF2-40B4-BE49-F238E27FC236}">
                <a16:creationId xmlns:a16="http://schemas.microsoft.com/office/drawing/2014/main" id="{FDF7AF65-B594-470F-B455-3EC125E138A3}"/>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About SECL</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pSp>
        <p:nvGrpSpPr>
          <p:cNvPr id="26" name="Group 25">
            <a:extLst>
              <a:ext uri="{FF2B5EF4-FFF2-40B4-BE49-F238E27FC236}">
                <a16:creationId xmlns:a16="http://schemas.microsoft.com/office/drawing/2014/main" id="{3DCB11A2-22ED-42B8-B5E3-DBC317BEE8CE}"/>
              </a:ext>
            </a:extLst>
          </p:cNvPr>
          <p:cNvGrpSpPr/>
          <p:nvPr/>
        </p:nvGrpSpPr>
        <p:grpSpPr>
          <a:xfrm>
            <a:off x="285905" y="786737"/>
            <a:ext cx="2061055" cy="2244140"/>
            <a:chOff x="2208213" y="1215708"/>
            <a:chExt cx="4724401" cy="5173981"/>
          </a:xfrm>
          <a:solidFill>
            <a:schemeClr val="bg2">
              <a:lumMod val="90000"/>
            </a:schemeClr>
          </a:solidFill>
        </p:grpSpPr>
        <p:sp>
          <p:nvSpPr>
            <p:cNvPr id="27" name="Freeform 278">
              <a:extLst>
                <a:ext uri="{FF2B5EF4-FFF2-40B4-BE49-F238E27FC236}">
                  <a16:creationId xmlns:a16="http://schemas.microsoft.com/office/drawing/2014/main" id="{AD1FCB5C-662C-4574-BC76-C5B95B1B49B1}"/>
                </a:ext>
              </a:extLst>
            </p:cNvPr>
            <p:cNvSpPr>
              <a:spLocks/>
            </p:cNvSpPr>
            <p:nvPr/>
          </p:nvSpPr>
          <p:spPr bwMode="auto">
            <a:xfrm>
              <a:off x="6535738" y="3157538"/>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 name="Freeform 279">
              <a:extLst>
                <a:ext uri="{FF2B5EF4-FFF2-40B4-BE49-F238E27FC236}">
                  <a16:creationId xmlns:a16="http://schemas.microsoft.com/office/drawing/2014/main" id="{66EB253B-D8ED-4C95-AF3E-753BA3F9D52A}"/>
                </a:ext>
              </a:extLst>
            </p:cNvPr>
            <p:cNvSpPr>
              <a:spLocks/>
            </p:cNvSpPr>
            <p:nvPr/>
          </p:nvSpPr>
          <p:spPr bwMode="auto">
            <a:xfrm>
              <a:off x="6342063" y="3387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 name="Freeform 280">
              <a:extLst>
                <a:ext uri="{FF2B5EF4-FFF2-40B4-BE49-F238E27FC236}">
                  <a16:creationId xmlns:a16="http://schemas.microsoft.com/office/drawing/2014/main" id="{5392B8CE-BB4A-4EBD-8B9A-6F2941054F48}"/>
                </a:ext>
              </a:extLst>
            </p:cNvPr>
            <p:cNvSpPr>
              <a:spLocks/>
            </p:cNvSpPr>
            <p:nvPr/>
          </p:nvSpPr>
          <p:spPr bwMode="auto">
            <a:xfrm>
              <a:off x="6143626" y="3348038"/>
              <a:ext cx="7938" cy="3175"/>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1" y="1"/>
                    <a:pt x="1" y="1"/>
                    <a:pt x="1" y="1"/>
                  </a:cubicBezTo>
                  <a:cubicBezTo>
                    <a:pt x="2" y="1"/>
                    <a:pt x="2" y="1"/>
                    <a:pt x="2"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0" name="Freeform 281">
              <a:extLst>
                <a:ext uri="{FF2B5EF4-FFF2-40B4-BE49-F238E27FC236}">
                  <a16:creationId xmlns:a16="http://schemas.microsoft.com/office/drawing/2014/main" id="{693E32DF-D512-44E6-8DF4-C29DFA3A2718}"/>
                </a:ext>
              </a:extLst>
            </p:cNvPr>
            <p:cNvSpPr>
              <a:spLocks/>
            </p:cNvSpPr>
            <p:nvPr/>
          </p:nvSpPr>
          <p:spPr bwMode="auto">
            <a:xfrm>
              <a:off x="2208213" y="3235326"/>
              <a:ext cx="1046163" cy="817563"/>
            </a:xfrm>
            <a:custGeom>
              <a:avLst/>
              <a:gdLst>
                <a:gd name="T0" fmla="*/ 274 w 296"/>
                <a:gd name="T1" fmla="*/ 80 h 231"/>
                <a:gd name="T2" fmla="*/ 250 w 296"/>
                <a:gd name="T3" fmla="*/ 57 h 231"/>
                <a:gd name="T4" fmla="*/ 244 w 296"/>
                <a:gd name="T5" fmla="*/ 27 h 231"/>
                <a:gd name="T6" fmla="*/ 217 w 296"/>
                <a:gd name="T7" fmla="*/ 17 h 231"/>
                <a:gd name="T8" fmla="*/ 192 w 296"/>
                <a:gd name="T9" fmla="*/ 9 h 231"/>
                <a:gd name="T10" fmla="*/ 164 w 296"/>
                <a:gd name="T11" fmla="*/ 4 h 231"/>
                <a:gd name="T12" fmla="*/ 146 w 296"/>
                <a:gd name="T13" fmla="*/ 6 h 231"/>
                <a:gd name="T14" fmla="*/ 146 w 296"/>
                <a:gd name="T15" fmla="*/ 19 h 231"/>
                <a:gd name="T16" fmla="*/ 118 w 296"/>
                <a:gd name="T17" fmla="*/ 13 h 231"/>
                <a:gd name="T18" fmla="*/ 89 w 296"/>
                <a:gd name="T19" fmla="*/ 22 h 231"/>
                <a:gd name="T20" fmla="*/ 63 w 296"/>
                <a:gd name="T21" fmla="*/ 13 h 231"/>
                <a:gd name="T22" fmla="*/ 42 w 296"/>
                <a:gd name="T23" fmla="*/ 14 h 231"/>
                <a:gd name="T24" fmla="*/ 16 w 296"/>
                <a:gd name="T25" fmla="*/ 25 h 231"/>
                <a:gd name="T26" fmla="*/ 3 w 296"/>
                <a:gd name="T27" fmla="*/ 37 h 231"/>
                <a:gd name="T28" fmla="*/ 22 w 296"/>
                <a:gd name="T29" fmla="*/ 36 h 231"/>
                <a:gd name="T30" fmla="*/ 18 w 296"/>
                <a:gd name="T31" fmla="*/ 40 h 231"/>
                <a:gd name="T32" fmla="*/ 21 w 296"/>
                <a:gd name="T33" fmla="*/ 54 h 231"/>
                <a:gd name="T34" fmla="*/ 27 w 296"/>
                <a:gd name="T35" fmla="*/ 60 h 231"/>
                <a:gd name="T36" fmla="*/ 51 w 296"/>
                <a:gd name="T37" fmla="*/ 86 h 231"/>
                <a:gd name="T38" fmla="*/ 79 w 296"/>
                <a:gd name="T39" fmla="*/ 88 h 231"/>
                <a:gd name="T40" fmla="*/ 99 w 296"/>
                <a:gd name="T41" fmla="*/ 79 h 231"/>
                <a:gd name="T42" fmla="*/ 107 w 296"/>
                <a:gd name="T43" fmla="*/ 92 h 231"/>
                <a:gd name="T44" fmla="*/ 87 w 296"/>
                <a:gd name="T45" fmla="*/ 102 h 231"/>
                <a:gd name="T46" fmla="*/ 78 w 296"/>
                <a:gd name="T47" fmla="*/ 110 h 231"/>
                <a:gd name="T48" fmla="*/ 66 w 296"/>
                <a:gd name="T49" fmla="*/ 113 h 231"/>
                <a:gd name="T50" fmla="*/ 52 w 296"/>
                <a:gd name="T51" fmla="*/ 112 h 231"/>
                <a:gd name="T52" fmla="*/ 40 w 296"/>
                <a:gd name="T53" fmla="*/ 107 h 231"/>
                <a:gd name="T54" fmla="*/ 38 w 296"/>
                <a:gd name="T55" fmla="*/ 117 h 231"/>
                <a:gd name="T56" fmla="*/ 72 w 296"/>
                <a:gd name="T57" fmla="*/ 157 h 231"/>
                <a:gd name="T58" fmla="*/ 101 w 296"/>
                <a:gd name="T59" fmla="*/ 186 h 231"/>
                <a:gd name="T60" fmla="*/ 127 w 296"/>
                <a:gd name="T61" fmla="*/ 196 h 231"/>
                <a:gd name="T62" fmla="*/ 156 w 296"/>
                <a:gd name="T63" fmla="*/ 186 h 231"/>
                <a:gd name="T64" fmla="*/ 180 w 296"/>
                <a:gd name="T65" fmla="*/ 177 h 231"/>
                <a:gd name="T66" fmla="*/ 192 w 296"/>
                <a:gd name="T67" fmla="*/ 147 h 231"/>
                <a:gd name="T68" fmla="*/ 194 w 296"/>
                <a:gd name="T69" fmla="*/ 129 h 231"/>
                <a:gd name="T70" fmla="*/ 212 w 296"/>
                <a:gd name="T71" fmla="*/ 128 h 231"/>
                <a:gd name="T72" fmla="*/ 204 w 296"/>
                <a:gd name="T73" fmla="*/ 135 h 231"/>
                <a:gd name="T74" fmla="*/ 204 w 296"/>
                <a:gd name="T75" fmla="*/ 146 h 231"/>
                <a:gd name="T76" fmla="*/ 205 w 296"/>
                <a:gd name="T77" fmla="*/ 160 h 231"/>
                <a:gd name="T78" fmla="*/ 209 w 296"/>
                <a:gd name="T79" fmla="*/ 166 h 231"/>
                <a:gd name="T80" fmla="*/ 205 w 296"/>
                <a:gd name="T81" fmla="*/ 181 h 231"/>
                <a:gd name="T82" fmla="*/ 210 w 296"/>
                <a:gd name="T83" fmla="*/ 190 h 231"/>
                <a:gd name="T84" fmla="*/ 212 w 296"/>
                <a:gd name="T85" fmla="*/ 201 h 231"/>
                <a:gd name="T86" fmla="*/ 201 w 296"/>
                <a:gd name="T87" fmla="*/ 223 h 231"/>
                <a:gd name="T88" fmla="*/ 224 w 296"/>
                <a:gd name="T89" fmla="*/ 230 h 231"/>
                <a:gd name="T90" fmla="*/ 235 w 296"/>
                <a:gd name="T91" fmla="*/ 206 h 231"/>
                <a:gd name="T92" fmla="*/ 257 w 296"/>
                <a:gd name="T93" fmla="*/ 208 h 231"/>
                <a:gd name="T94" fmla="*/ 247 w 296"/>
                <a:gd name="T95" fmla="*/ 185 h 231"/>
                <a:gd name="T96" fmla="*/ 272 w 296"/>
                <a:gd name="T97" fmla="*/ 174 h 231"/>
                <a:gd name="T98" fmla="*/ 263 w 296"/>
                <a:gd name="T99" fmla="*/ 161 h 231"/>
                <a:gd name="T100" fmla="*/ 275 w 296"/>
                <a:gd name="T101" fmla="*/ 149 h 231"/>
                <a:gd name="T102" fmla="*/ 284 w 296"/>
                <a:gd name="T103" fmla="*/ 129 h 231"/>
                <a:gd name="T104" fmla="*/ 292 w 296"/>
                <a:gd name="T105" fmla="*/ 10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 h="231">
                  <a:moveTo>
                    <a:pt x="289" y="93"/>
                  </a:moveTo>
                  <a:cubicBezTo>
                    <a:pt x="289" y="93"/>
                    <a:pt x="289" y="93"/>
                    <a:pt x="289" y="93"/>
                  </a:cubicBezTo>
                  <a:cubicBezTo>
                    <a:pt x="289" y="91"/>
                    <a:pt x="289" y="88"/>
                    <a:pt x="287" y="88"/>
                  </a:cubicBezTo>
                  <a:cubicBezTo>
                    <a:pt x="286" y="88"/>
                    <a:pt x="281" y="90"/>
                    <a:pt x="281" y="87"/>
                  </a:cubicBezTo>
                  <a:cubicBezTo>
                    <a:pt x="282" y="84"/>
                    <a:pt x="283" y="83"/>
                    <a:pt x="281" y="81"/>
                  </a:cubicBezTo>
                  <a:cubicBezTo>
                    <a:pt x="279" y="79"/>
                    <a:pt x="276" y="80"/>
                    <a:pt x="274" y="80"/>
                  </a:cubicBezTo>
                  <a:cubicBezTo>
                    <a:pt x="274" y="79"/>
                    <a:pt x="274" y="79"/>
                    <a:pt x="274" y="79"/>
                  </a:cubicBezTo>
                  <a:cubicBezTo>
                    <a:pt x="271" y="80"/>
                    <a:pt x="271" y="76"/>
                    <a:pt x="269" y="75"/>
                  </a:cubicBezTo>
                  <a:cubicBezTo>
                    <a:pt x="267" y="75"/>
                    <a:pt x="263" y="76"/>
                    <a:pt x="262" y="74"/>
                  </a:cubicBezTo>
                  <a:cubicBezTo>
                    <a:pt x="258" y="71"/>
                    <a:pt x="265" y="61"/>
                    <a:pt x="256" y="66"/>
                  </a:cubicBezTo>
                  <a:cubicBezTo>
                    <a:pt x="254" y="64"/>
                    <a:pt x="256" y="61"/>
                    <a:pt x="254" y="59"/>
                  </a:cubicBezTo>
                  <a:cubicBezTo>
                    <a:pt x="253" y="58"/>
                    <a:pt x="251" y="59"/>
                    <a:pt x="250" y="57"/>
                  </a:cubicBezTo>
                  <a:cubicBezTo>
                    <a:pt x="248" y="54"/>
                    <a:pt x="255" y="50"/>
                    <a:pt x="256" y="48"/>
                  </a:cubicBezTo>
                  <a:cubicBezTo>
                    <a:pt x="257" y="44"/>
                    <a:pt x="253" y="39"/>
                    <a:pt x="250" y="43"/>
                  </a:cubicBezTo>
                  <a:cubicBezTo>
                    <a:pt x="247" y="46"/>
                    <a:pt x="245" y="44"/>
                    <a:pt x="246" y="40"/>
                  </a:cubicBezTo>
                  <a:cubicBezTo>
                    <a:pt x="243" y="41"/>
                    <a:pt x="241" y="37"/>
                    <a:pt x="241" y="34"/>
                  </a:cubicBezTo>
                  <a:cubicBezTo>
                    <a:pt x="242" y="30"/>
                    <a:pt x="245" y="30"/>
                    <a:pt x="248" y="28"/>
                  </a:cubicBezTo>
                  <a:cubicBezTo>
                    <a:pt x="247" y="27"/>
                    <a:pt x="245" y="28"/>
                    <a:pt x="244" y="27"/>
                  </a:cubicBezTo>
                  <a:cubicBezTo>
                    <a:pt x="243" y="26"/>
                    <a:pt x="244" y="24"/>
                    <a:pt x="244" y="22"/>
                  </a:cubicBezTo>
                  <a:cubicBezTo>
                    <a:pt x="242" y="21"/>
                    <a:pt x="239" y="20"/>
                    <a:pt x="238" y="22"/>
                  </a:cubicBezTo>
                  <a:cubicBezTo>
                    <a:pt x="237" y="24"/>
                    <a:pt x="237" y="29"/>
                    <a:pt x="234" y="28"/>
                  </a:cubicBezTo>
                  <a:cubicBezTo>
                    <a:pt x="233" y="24"/>
                    <a:pt x="227" y="26"/>
                    <a:pt x="224" y="26"/>
                  </a:cubicBezTo>
                  <a:cubicBezTo>
                    <a:pt x="224" y="24"/>
                    <a:pt x="224" y="23"/>
                    <a:pt x="224" y="21"/>
                  </a:cubicBezTo>
                  <a:cubicBezTo>
                    <a:pt x="221" y="21"/>
                    <a:pt x="219" y="16"/>
                    <a:pt x="217" y="17"/>
                  </a:cubicBezTo>
                  <a:cubicBezTo>
                    <a:pt x="216" y="19"/>
                    <a:pt x="215" y="20"/>
                    <a:pt x="213" y="21"/>
                  </a:cubicBezTo>
                  <a:cubicBezTo>
                    <a:pt x="213" y="18"/>
                    <a:pt x="213" y="17"/>
                    <a:pt x="211" y="16"/>
                  </a:cubicBezTo>
                  <a:cubicBezTo>
                    <a:pt x="209" y="14"/>
                    <a:pt x="209" y="13"/>
                    <a:pt x="208" y="11"/>
                  </a:cubicBezTo>
                  <a:cubicBezTo>
                    <a:pt x="207" y="9"/>
                    <a:pt x="203" y="11"/>
                    <a:pt x="201" y="10"/>
                  </a:cubicBezTo>
                  <a:cubicBezTo>
                    <a:pt x="199" y="9"/>
                    <a:pt x="199" y="7"/>
                    <a:pt x="199" y="5"/>
                  </a:cubicBezTo>
                  <a:cubicBezTo>
                    <a:pt x="197" y="5"/>
                    <a:pt x="193" y="7"/>
                    <a:pt x="192" y="9"/>
                  </a:cubicBezTo>
                  <a:cubicBezTo>
                    <a:pt x="191" y="9"/>
                    <a:pt x="190" y="8"/>
                    <a:pt x="190" y="7"/>
                  </a:cubicBezTo>
                  <a:cubicBezTo>
                    <a:pt x="189" y="7"/>
                    <a:pt x="188" y="9"/>
                    <a:pt x="188" y="11"/>
                  </a:cubicBezTo>
                  <a:cubicBezTo>
                    <a:pt x="186" y="11"/>
                    <a:pt x="185" y="9"/>
                    <a:pt x="184" y="8"/>
                  </a:cubicBezTo>
                  <a:cubicBezTo>
                    <a:pt x="184" y="5"/>
                    <a:pt x="181" y="5"/>
                    <a:pt x="179" y="6"/>
                  </a:cubicBezTo>
                  <a:cubicBezTo>
                    <a:pt x="177" y="6"/>
                    <a:pt x="175" y="5"/>
                    <a:pt x="173" y="4"/>
                  </a:cubicBezTo>
                  <a:cubicBezTo>
                    <a:pt x="170" y="3"/>
                    <a:pt x="167" y="4"/>
                    <a:pt x="164" y="4"/>
                  </a:cubicBezTo>
                  <a:cubicBezTo>
                    <a:pt x="164" y="5"/>
                    <a:pt x="164" y="6"/>
                    <a:pt x="164" y="7"/>
                  </a:cubicBezTo>
                  <a:cubicBezTo>
                    <a:pt x="162" y="7"/>
                    <a:pt x="160" y="7"/>
                    <a:pt x="160" y="5"/>
                  </a:cubicBezTo>
                  <a:cubicBezTo>
                    <a:pt x="159" y="4"/>
                    <a:pt x="160" y="2"/>
                    <a:pt x="159" y="1"/>
                  </a:cubicBezTo>
                  <a:cubicBezTo>
                    <a:pt x="158" y="0"/>
                    <a:pt x="154" y="1"/>
                    <a:pt x="151" y="2"/>
                  </a:cubicBezTo>
                  <a:cubicBezTo>
                    <a:pt x="151" y="2"/>
                    <a:pt x="151" y="3"/>
                    <a:pt x="151" y="3"/>
                  </a:cubicBezTo>
                  <a:cubicBezTo>
                    <a:pt x="149" y="3"/>
                    <a:pt x="146" y="4"/>
                    <a:pt x="146" y="6"/>
                  </a:cubicBezTo>
                  <a:cubicBezTo>
                    <a:pt x="146" y="6"/>
                    <a:pt x="146" y="7"/>
                    <a:pt x="147" y="7"/>
                  </a:cubicBezTo>
                  <a:cubicBezTo>
                    <a:pt x="147" y="9"/>
                    <a:pt x="145" y="12"/>
                    <a:pt x="146" y="14"/>
                  </a:cubicBezTo>
                  <a:cubicBezTo>
                    <a:pt x="148" y="14"/>
                    <a:pt x="150" y="14"/>
                    <a:pt x="152" y="14"/>
                  </a:cubicBezTo>
                  <a:cubicBezTo>
                    <a:pt x="152" y="15"/>
                    <a:pt x="152" y="15"/>
                    <a:pt x="152" y="15"/>
                  </a:cubicBezTo>
                  <a:cubicBezTo>
                    <a:pt x="152" y="16"/>
                    <a:pt x="152" y="16"/>
                    <a:pt x="151" y="16"/>
                  </a:cubicBezTo>
                  <a:cubicBezTo>
                    <a:pt x="150" y="16"/>
                    <a:pt x="148" y="18"/>
                    <a:pt x="146" y="19"/>
                  </a:cubicBezTo>
                  <a:cubicBezTo>
                    <a:pt x="146" y="18"/>
                    <a:pt x="144" y="18"/>
                    <a:pt x="143" y="18"/>
                  </a:cubicBezTo>
                  <a:cubicBezTo>
                    <a:pt x="142" y="19"/>
                    <a:pt x="142" y="19"/>
                    <a:pt x="142" y="19"/>
                  </a:cubicBezTo>
                  <a:cubicBezTo>
                    <a:pt x="140" y="19"/>
                    <a:pt x="139" y="21"/>
                    <a:pt x="139" y="23"/>
                  </a:cubicBezTo>
                  <a:cubicBezTo>
                    <a:pt x="135" y="23"/>
                    <a:pt x="131" y="23"/>
                    <a:pt x="128" y="22"/>
                  </a:cubicBezTo>
                  <a:cubicBezTo>
                    <a:pt x="124" y="21"/>
                    <a:pt x="127" y="16"/>
                    <a:pt x="126" y="13"/>
                  </a:cubicBezTo>
                  <a:cubicBezTo>
                    <a:pt x="124" y="13"/>
                    <a:pt x="121" y="13"/>
                    <a:pt x="118" y="13"/>
                  </a:cubicBezTo>
                  <a:cubicBezTo>
                    <a:pt x="117" y="13"/>
                    <a:pt x="115" y="13"/>
                    <a:pt x="114" y="13"/>
                  </a:cubicBezTo>
                  <a:cubicBezTo>
                    <a:pt x="113" y="14"/>
                    <a:pt x="112" y="15"/>
                    <a:pt x="110" y="15"/>
                  </a:cubicBezTo>
                  <a:cubicBezTo>
                    <a:pt x="109" y="16"/>
                    <a:pt x="108" y="16"/>
                    <a:pt x="107" y="16"/>
                  </a:cubicBezTo>
                  <a:cubicBezTo>
                    <a:pt x="104" y="16"/>
                    <a:pt x="104" y="16"/>
                    <a:pt x="103" y="17"/>
                  </a:cubicBezTo>
                  <a:cubicBezTo>
                    <a:pt x="101" y="19"/>
                    <a:pt x="99" y="20"/>
                    <a:pt x="98" y="21"/>
                  </a:cubicBezTo>
                  <a:cubicBezTo>
                    <a:pt x="97" y="23"/>
                    <a:pt x="91" y="22"/>
                    <a:pt x="89" y="22"/>
                  </a:cubicBezTo>
                  <a:cubicBezTo>
                    <a:pt x="85" y="22"/>
                    <a:pt x="83" y="21"/>
                    <a:pt x="81" y="18"/>
                  </a:cubicBezTo>
                  <a:cubicBezTo>
                    <a:pt x="80" y="17"/>
                    <a:pt x="79" y="14"/>
                    <a:pt x="78" y="14"/>
                  </a:cubicBezTo>
                  <a:cubicBezTo>
                    <a:pt x="77" y="13"/>
                    <a:pt x="74" y="14"/>
                    <a:pt x="73" y="14"/>
                  </a:cubicBezTo>
                  <a:cubicBezTo>
                    <a:pt x="72" y="14"/>
                    <a:pt x="70" y="13"/>
                    <a:pt x="69" y="13"/>
                  </a:cubicBezTo>
                  <a:cubicBezTo>
                    <a:pt x="67" y="13"/>
                    <a:pt x="67" y="12"/>
                    <a:pt x="66" y="15"/>
                  </a:cubicBezTo>
                  <a:cubicBezTo>
                    <a:pt x="65" y="15"/>
                    <a:pt x="64" y="14"/>
                    <a:pt x="63" y="13"/>
                  </a:cubicBezTo>
                  <a:cubicBezTo>
                    <a:pt x="62" y="13"/>
                    <a:pt x="62" y="13"/>
                    <a:pt x="60" y="13"/>
                  </a:cubicBezTo>
                  <a:cubicBezTo>
                    <a:pt x="59" y="14"/>
                    <a:pt x="57" y="15"/>
                    <a:pt x="54" y="14"/>
                  </a:cubicBezTo>
                  <a:cubicBezTo>
                    <a:pt x="53" y="13"/>
                    <a:pt x="52" y="12"/>
                    <a:pt x="52" y="12"/>
                  </a:cubicBezTo>
                  <a:cubicBezTo>
                    <a:pt x="51" y="12"/>
                    <a:pt x="50" y="13"/>
                    <a:pt x="49" y="13"/>
                  </a:cubicBezTo>
                  <a:cubicBezTo>
                    <a:pt x="46" y="14"/>
                    <a:pt x="46" y="12"/>
                    <a:pt x="45" y="10"/>
                  </a:cubicBezTo>
                  <a:cubicBezTo>
                    <a:pt x="44" y="9"/>
                    <a:pt x="42" y="13"/>
                    <a:pt x="42" y="14"/>
                  </a:cubicBezTo>
                  <a:cubicBezTo>
                    <a:pt x="39" y="14"/>
                    <a:pt x="40" y="10"/>
                    <a:pt x="39" y="9"/>
                  </a:cubicBezTo>
                  <a:cubicBezTo>
                    <a:pt x="38" y="5"/>
                    <a:pt x="37" y="10"/>
                    <a:pt x="37" y="12"/>
                  </a:cubicBezTo>
                  <a:cubicBezTo>
                    <a:pt x="37" y="15"/>
                    <a:pt x="37" y="17"/>
                    <a:pt x="36" y="19"/>
                  </a:cubicBezTo>
                  <a:cubicBezTo>
                    <a:pt x="35" y="21"/>
                    <a:pt x="35" y="24"/>
                    <a:pt x="34" y="25"/>
                  </a:cubicBezTo>
                  <a:cubicBezTo>
                    <a:pt x="29" y="26"/>
                    <a:pt x="24" y="25"/>
                    <a:pt x="19" y="25"/>
                  </a:cubicBezTo>
                  <a:cubicBezTo>
                    <a:pt x="18" y="25"/>
                    <a:pt x="17" y="25"/>
                    <a:pt x="16" y="25"/>
                  </a:cubicBezTo>
                  <a:cubicBezTo>
                    <a:pt x="15" y="25"/>
                    <a:pt x="14" y="24"/>
                    <a:pt x="13" y="24"/>
                  </a:cubicBezTo>
                  <a:cubicBezTo>
                    <a:pt x="12" y="24"/>
                    <a:pt x="12" y="25"/>
                    <a:pt x="11" y="26"/>
                  </a:cubicBezTo>
                  <a:cubicBezTo>
                    <a:pt x="10" y="26"/>
                    <a:pt x="9" y="26"/>
                    <a:pt x="8" y="26"/>
                  </a:cubicBezTo>
                  <a:cubicBezTo>
                    <a:pt x="8" y="27"/>
                    <a:pt x="7" y="27"/>
                    <a:pt x="6" y="28"/>
                  </a:cubicBezTo>
                  <a:cubicBezTo>
                    <a:pt x="6" y="30"/>
                    <a:pt x="7" y="31"/>
                    <a:pt x="5" y="32"/>
                  </a:cubicBezTo>
                  <a:cubicBezTo>
                    <a:pt x="5" y="33"/>
                    <a:pt x="4" y="35"/>
                    <a:pt x="3" y="37"/>
                  </a:cubicBezTo>
                  <a:cubicBezTo>
                    <a:pt x="3" y="37"/>
                    <a:pt x="3" y="37"/>
                    <a:pt x="2" y="37"/>
                  </a:cubicBezTo>
                  <a:cubicBezTo>
                    <a:pt x="2" y="38"/>
                    <a:pt x="2" y="38"/>
                    <a:pt x="2" y="38"/>
                  </a:cubicBezTo>
                  <a:cubicBezTo>
                    <a:pt x="2" y="40"/>
                    <a:pt x="0" y="40"/>
                    <a:pt x="2" y="41"/>
                  </a:cubicBezTo>
                  <a:cubicBezTo>
                    <a:pt x="3" y="42"/>
                    <a:pt x="7" y="43"/>
                    <a:pt x="9" y="43"/>
                  </a:cubicBezTo>
                  <a:cubicBezTo>
                    <a:pt x="13" y="43"/>
                    <a:pt x="12" y="39"/>
                    <a:pt x="14" y="37"/>
                  </a:cubicBezTo>
                  <a:cubicBezTo>
                    <a:pt x="16" y="35"/>
                    <a:pt x="19" y="36"/>
                    <a:pt x="22" y="36"/>
                  </a:cubicBezTo>
                  <a:cubicBezTo>
                    <a:pt x="23" y="35"/>
                    <a:pt x="25" y="34"/>
                    <a:pt x="26" y="34"/>
                  </a:cubicBezTo>
                  <a:cubicBezTo>
                    <a:pt x="27" y="33"/>
                    <a:pt x="28" y="31"/>
                    <a:pt x="29" y="32"/>
                  </a:cubicBezTo>
                  <a:cubicBezTo>
                    <a:pt x="29" y="33"/>
                    <a:pt x="29" y="35"/>
                    <a:pt x="28" y="36"/>
                  </a:cubicBezTo>
                  <a:cubicBezTo>
                    <a:pt x="27" y="37"/>
                    <a:pt x="25" y="36"/>
                    <a:pt x="24" y="37"/>
                  </a:cubicBezTo>
                  <a:cubicBezTo>
                    <a:pt x="23" y="37"/>
                    <a:pt x="22" y="38"/>
                    <a:pt x="21" y="39"/>
                  </a:cubicBezTo>
                  <a:cubicBezTo>
                    <a:pt x="20" y="40"/>
                    <a:pt x="20" y="40"/>
                    <a:pt x="18" y="40"/>
                  </a:cubicBezTo>
                  <a:cubicBezTo>
                    <a:pt x="16" y="40"/>
                    <a:pt x="16" y="40"/>
                    <a:pt x="16" y="40"/>
                  </a:cubicBezTo>
                  <a:cubicBezTo>
                    <a:pt x="15" y="41"/>
                    <a:pt x="15" y="41"/>
                    <a:pt x="15" y="41"/>
                  </a:cubicBezTo>
                  <a:cubicBezTo>
                    <a:pt x="14" y="43"/>
                    <a:pt x="14" y="47"/>
                    <a:pt x="15" y="48"/>
                  </a:cubicBezTo>
                  <a:cubicBezTo>
                    <a:pt x="16" y="48"/>
                    <a:pt x="18" y="48"/>
                    <a:pt x="18" y="50"/>
                  </a:cubicBezTo>
                  <a:cubicBezTo>
                    <a:pt x="19" y="52"/>
                    <a:pt x="18" y="51"/>
                    <a:pt x="16" y="52"/>
                  </a:cubicBezTo>
                  <a:cubicBezTo>
                    <a:pt x="18" y="52"/>
                    <a:pt x="20" y="53"/>
                    <a:pt x="21" y="54"/>
                  </a:cubicBezTo>
                  <a:cubicBezTo>
                    <a:pt x="24" y="55"/>
                    <a:pt x="20" y="57"/>
                    <a:pt x="20" y="59"/>
                  </a:cubicBezTo>
                  <a:cubicBezTo>
                    <a:pt x="22" y="59"/>
                    <a:pt x="22" y="57"/>
                    <a:pt x="24" y="56"/>
                  </a:cubicBezTo>
                  <a:cubicBezTo>
                    <a:pt x="24" y="58"/>
                    <a:pt x="24" y="59"/>
                    <a:pt x="23" y="60"/>
                  </a:cubicBezTo>
                  <a:cubicBezTo>
                    <a:pt x="22" y="60"/>
                    <a:pt x="21" y="60"/>
                    <a:pt x="22" y="62"/>
                  </a:cubicBezTo>
                  <a:cubicBezTo>
                    <a:pt x="23" y="61"/>
                    <a:pt x="25" y="58"/>
                    <a:pt x="27" y="59"/>
                  </a:cubicBezTo>
                  <a:cubicBezTo>
                    <a:pt x="27" y="60"/>
                    <a:pt x="27" y="60"/>
                    <a:pt x="27" y="60"/>
                  </a:cubicBezTo>
                  <a:cubicBezTo>
                    <a:pt x="24" y="60"/>
                    <a:pt x="25" y="64"/>
                    <a:pt x="23" y="63"/>
                  </a:cubicBezTo>
                  <a:cubicBezTo>
                    <a:pt x="24" y="65"/>
                    <a:pt x="25" y="66"/>
                    <a:pt x="26" y="68"/>
                  </a:cubicBezTo>
                  <a:cubicBezTo>
                    <a:pt x="29" y="68"/>
                    <a:pt x="32" y="72"/>
                    <a:pt x="34" y="73"/>
                  </a:cubicBezTo>
                  <a:cubicBezTo>
                    <a:pt x="38" y="75"/>
                    <a:pt x="40" y="76"/>
                    <a:pt x="43" y="79"/>
                  </a:cubicBezTo>
                  <a:cubicBezTo>
                    <a:pt x="44" y="80"/>
                    <a:pt x="46" y="81"/>
                    <a:pt x="47" y="82"/>
                  </a:cubicBezTo>
                  <a:cubicBezTo>
                    <a:pt x="48" y="83"/>
                    <a:pt x="49" y="85"/>
                    <a:pt x="51" y="86"/>
                  </a:cubicBezTo>
                  <a:cubicBezTo>
                    <a:pt x="54" y="86"/>
                    <a:pt x="58" y="85"/>
                    <a:pt x="58" y="89"/>
                  </a:cubicBezTo>
                  <a:cubicBezTo>
                    <a:pt x="59" y="89"/>
                    <a:pt x="61" y="89"/>
                    <a:pt x="62" y="89"/>
                  </a:cubicBezTo>
                  <a:cubicBezTo>
                    <a:pt x="61" y="87"/>
                    <a:pt x="67" y="89"/>
                    <a:pt x="69" y="89"/>
                  </a:cubicBezTo>
                  <a:cubicBezTo>
                    <a:pt x="71" y="89"/>
                    <a:pt x="72" y="90"/>
                    <a:pt x="74" y="89"/>
                  </a:cubicBezTo>
                  <a:cubicBezTo>
                    <a:pt x="76" y="89"/>
                    <a:pt x="77" y="88"/>
                    <a:pt x="78" y="89"/>
                  </a:cubicBezTo>
                  <a:cubicBezTo>
                    <a:pt x="79" y="88"/>
                    <a:pt x="79" y="88"/>
                    <a:pt x="79" y="88"/>
                  </a:cubicBezTo>
                  <a:cubicBezTo>
                    <a:pt x="81" y="86"/>
                    <a:pt x="85" y="88"/>
                    <a:pt x="88" y="87"/>
                  </a:cubicBezTo>
                  <a:cubicBezTo>
                    <a:pt x="90" y="86"/>
                    <a:pt x="90" y="84"/>
                    <a:pt x="93" y="84"/>
                  </a:cubicBezTo>
                  <a:cubicBezTo>
                    <a:pt x="94" y="83"/>
                    <a:pt x="96" y="84"/>
                    <a:pt x="97" y="84"/>
                  </a:cubicBezTo>
                  <a:cubicBezTo>
                    <a:pt x="97" y="83"/>
                    <a:pt x="99" y="81"/>
                    <a:pt x="98" y="81"/>
                  </a:cubicBezTo>
                  <a:cubicBezTo>
                    <a:pt x="97" y="81"/>
                    <a:pt x="97" y="81"/>
                    <a:pt x="96" y="81"/>
                  </a:cubicBezTo>
                  <a:cubicBezTo>
                    <a:pt x="96" y="80"/>
                    <a:pt x="97" y="78"/>
                    <a:pt x="99" y="79"/>
                  </a:cubicBezTo>
                  <a:cubicBezTo>
                    <a:pt x="101" y="80"/>
                    <a:pt x="99" y="82"/>
                    <a:pt x="102" y="80"/>
                  </a:cubicBezTo>
                  <a:cubicBezTo>
                    <a:pt x="102" y="77"/>
                    <a:pt x="106" y="75"/>
                    <a:pt x="109" y="76"/>
                  </a:cubicBezTo>
                  <a:cubicBezTo>
                    <a:pt x="109" y="79"/>
                    <a:pt x="112" y="80"/>
                    <a:pt x="114" y="78"/>
                  </a:cubicBezTo>
                  <a:cubicBezTo>
                    <a:pt x="113" y="79"/>
                    <a:pt x="113" y="80"/>
                    <a:pt x="112" y="81"/>
                  </a:cubicBezTo>
                  <a:cubicBezTo>
                    <a:pt x="111" y="82"/>
                    <a:pt x="110" y="82"/>
                    <a:pt x="109" y="84"/>
                  </a:cubicBezTo>
                  <a:cubicBezTo>
                    <a:pt x="108" y="86"/>
                    <a:pt x="107" y="89"/>
                    <a:pt x="107" y="92"/>
                  </a:cubicBezTo>
                  <a:cubicBezTo>
                    <a:pt x="104" y="93"/>
                    <a:pt x="102" y="96"/>
                    <a:pt x="100" y="97"/>
                  </a:cubicBezTo>
                  <a:cubicBezTo>
                    <a:pt x="99" y="98"/>
                    <a:pt x="97" y="99"/>
                    <a:pt x="97" y="100"/>
                  </a:cubicBezTo>
                  <a:cubicBezTo>
                    <a:pt x="96" y="101"/>
                    <a:pt x="97" y="102"/>
                    <a:pt x="96" y="103"/>
                  </a:cubicBezTo>
                  <a:cubicBezTo>
                    <a:pt x="94" y="103"/>
                    <a:pt x="93" y="103"/>
                    <a:pt x="91" y="103"/>
                  </a:cubicBezTo>
                  <a:cubicBezTo>
                    <a:pt x="90" y="103"/>
                    <a:pt x="91" y="104"/>
                    <a:pt x="89" y="104"/>
                  </a:cubicBezTo>
                  <a:cubicBezTo>
                    <a:pt x="88" y="104"/>
                    <a:pt x="88" y="102"/>
                    <a:pt x="87" y="102"/>
                  </a:cubicBezTo>
                  <a:cubicBezTo>
                    <a:pt x="87" y="102"/>
                    <a:pt x="85" y="102"/>
                    <a:pt x="85" y="102"/>
                  </a:cubicBezTo>
                  <a:cubicBezTo>
                    <a:pt x="83" y="102"/>
                    <a:pt x="82" y="103"/>
                    <a:pt x="81" y="104"/>
                  </a:cubicBezTo>
                  <a:cubicBezTo>
                    <a:pt x="82" y="104"/>
                    <a:pt x="83" y="104"/>
                    <a:pt x="84" y="104"/>
                  </a:cubicBezTo>
                  <a:cubicBezTo>
                    <a:pt x="84" y="106"/>
                    <a:pt x="80" y="107"/>
                    <a:pt x="80" y="109"/>
                  </a:cubicBezTo>
                  <a:cubicBezTo>
                    <a:pt x="79" y="109"/>
                    <a:pt x="79" y="110"/>
                    <a:pt x="78" y="109"/>
                  </a:cubicBezTo>
                  <a:cubicBezTo>
                    <a:pt x="78" y="110"/>
                    <a:pt x="78" y="110"/>
                    <a:pt x="78" y="110"/>
                  </a:cubicBezTo>
                  <a:cubicBezTo>
                    <a:pt x="77" y="110"/>
                    <a:pt x="77" y="110"/>
                    <a:pt x="76" y="110"/>
                  </a:cubicBezTo>
                  <a:cubicBezTo>
                    <a:pt x="77" y="106"/>
                    <a:pt x="72" y="108"/>
                    <a:pt x="71" y="109"/>
                  </a:cubicBezTo>
                  <a:cubicBezTo>
                    <a:pt x="71" y="110"/>
                    <a:pt x="71" y="110"/>
                    <a:pt x="71" y="110"/>
                  </a:cubicBezTo>
                  <a:cubicBezTo>
                    <a:pt x="70" y="111"/>
                    <a:pt x="70" y="110"/>
                    <a:pt x="69" y="111"/>
                  </a:cubicBezTo>
                  <a:cubicBezTo>
                    <a:pt x="68" y="111"/>
                    <a:pt x="67" y="110"/>
                    <a:pt x="67" y="112"/>
                  </a:cubicBezTo>
                  <a:cubicBezTo>
                    <a:pt x="66" y="113"/>
                    <a:pt x="66" y="113"/>
                    <a:pt x="66" y="113"/>
                  </a:cubicBezTo>
                  <a:cubicBezTo>
                    <a:pt x="66" y="112"/>
                    <a:pt x="66" y="111"/>
                    <a:pt x="66" y="111"/>
                  </a:cubicBezTo>
                  <a:cubicBezTo>
                    <a:pt x="63" y="110"/>
                    <a:pt x="61" y="111"/>
                    <a:pt x="58" y="111"/>
                  </a:cubicBezTo>
                  <a:cubicBezTo>
                    <a:pt x="59" y="111"/>
                    <a:pt x="59" y="111"/>
                    <a:pt x="59" y="111"/>
                  </a:cubicBezTo>
                  <a:cubicBezTo>
                    <a:pt x="59" y="112"/>
                    <a:pt x="59" y="113"/>
                    <a:pt x="59" y="113"/>
                  </a:cubicBezTo>
                  <a:cubicBezTo>
                    <a:pt x="57" y="114"/>
                    <a:pt x="57" y="112"/>
                    <a:pt x="55" y="111"/>
                  </a:cubicBezTo>
                  <a:cubicBezTo>
                    <a:pt x="54" y="111"/>
                    <a:pt x="53" y="112"/>
                    <a:pt x="52" y="112"/>
                  </a:cubicBezTo>
                  <a:cubicBezTo>
                    <a:pt x="50" y="113"/>
                    <a:pt x="49" y="113"/>
                    <a:pt x="47" y="113"/>
                  </a:cubicBezTo>
                  <a:cubicBezTo>
                    <a:pt x="46" y="114"/>
                    <a:pt x="46" y="115"/>
                    <a:pt x="44" y="115"/>
                  </a:cubicBezTo>
                  <a:cubicBezTo>
                    <a:pt x="45" y="114"/>
                    <a:pt x="47" y="114"/>
                    <a:pt x="47" y="112"/>
                  </a:cubicBezTo>
                  <a:cubicBezTo>
                    <a:pt x="41" y="112"/>
                    <a:pt x="46" y="108"/>
                    <a:pt x="47" y="106"/>
                  </a:cubicBezTo>
                  <a:cubicBezTo>
                    <a:pt x="46" y="107"/>
                    <a:pt x="45" y="106"/>
                    <a:pt x="43" y="106"/>
                  </a:cubicBezTo>
                  <a:cubicBezTo>
                    <a:pt x="42" y="106"/>
                    <a:pt x="41" y="107"/>
                    <a:pt x="40" y="107"/>
                  </a:cubicBezTo>
                  <a:cubicBezTo>
                    <a:pt x="38" y="107"/>
                    <a:pt x="37" y="105"/>
                    <a:pt x="39" y="104"/>
                  </a:cubicBezTo>
                  <a:cubicBezTo>
                    <a:pt x="40" y="103"/>
                    <a:pt x="42" y="104"/>
                    <a:pt x="42" y="102"/>
                  </a:cubicBezTo>
                  <a:cubicBezTo>
                    <a:pt x="40" y="102"/>
                    <a:pt x="38" y="102"/>
                    <a:pt x="37" y="103"/>
                  </a:cubicBezTo>
                  <a:cubicBezTo>
                    <a:pt x="37" y="103"/>
                    <a:pt x="37" y="104"/>
                    <a:pt x="37" y="105"/>
                  </a:cubicBezTo>
                  <a:cubicBezTo>
                    <a:pt x="37" y="106"/>
                    <a:pt x="36" y="106"/>
                    <a:pt x="36" y="107"/>
                  </a:cubicBezTo>
                  <a:cubicBezTo>
                    <a:pt x="31" y="108"/>
                    <a:pt x="37" y="115"/>
                    <a:pt x="38" y="117"/>
                  </a:cubicBezTo>
                  <a:cubicBezTo>
                    <a:pt x="39" y="119"/>
                    <a:pt x="40" y="121"/>
                    <a:pt x="41" y="123"/>
                  </a:cubicBezTo>
                  <a:cubicBezTo>
                    <a:pt x="44" y="128"/>
                    <a:pt x="49" y="132"/>
                    <a:pt x="52" y="136"/>
                  </a:cubicBezTo>
                  <a:cubicBezTo>
                    <a:pt x="54" y="138"/>
                    <a:pt x="54" y="140"/>
                    <a:pt x="57" y="141"/>
                  </a:cubicBezTo>
                  <a:cubicBezTo>
                    <a:pt x="59" y="143"/>
                    <a:pt x="60" y="145"/>
                    <a:pt x="63" y="147"/>
                  </a:cubicBezTo>
                  <a:cubicBezTo>
                    <a:pt x="65" y="149"/>
                    <a:pt x="66" y="150"/>
                    <a:pt x="68" y="153"/>
                  </a:cubicBezTo>
                  <a:cubicBezTo>
                    <a:pt x="69" y="155"/>
                    <a:pt x="70" y="157"/>
                    <a:pt x="72" y="157"/>
                  </a:cubicBezTo>
                  <a:cubicBezTo>
                    <a:pt x="72" y="157"/>
                    <a:pt x="72" y="157"/>
                    <a:pt x="71" y="157"/>
                  </a:cubicBezTo>
                  <a:cubicBezTo>
                    <a:pt x="72" y="162"/>
                    <a:pt x="78" y="167"/>
                    <a:pt x="81" y="170"/>
                  </a:cubicBezTo>
                  <a:cubicBezTo>
                    <a:pt x="83" y="172"/>
                    <a:pt x="85" y="174"/>
                    <a:pt x="87" y="176"/>
                  </a:cubicBezTo>
                  <a:cubicBezTo>
                    <a:pt x="89" y="177"/>
                    <a:pt x="90" y="177"/>
                    <a:pt x="91" y="179"/>
                  </a:cubicBezTo>
                  <a:cubicBezTo>
                    <a:pt x="92" y="180"/>
                    <a:pt x="93" y="181"/>
                    <a:pt x="94" y="182"/>
                  </a:cubicBezTo>
                  <a:cubicBezTo>
                    <a:pt x="96" y="184"/>
                    <a:pt x="99" y="185"/>
                    <a:pt x="101" y="186"/>
                  </a:cubicBezTo>
                  <a:cubicBezTo>
                    <a:pt x="102" y="187"/>
                    <a:pt x="103" y="189"/>
                    <a:pt x="104" y="189"/>
                  </a:cubicBezTo>
                  <a:cubicBezTo>
                    <a:pt x="105" y="190"/>
                    <a:pt x="106" y="190"/>
                    <a:pt x="108" y="190"/>
                  </a:cubicBezTo>
                  <a:cubicBezTo>
                    <a:pt x="110" y="191"/>
                    <a:pt x="111" y="194"/>
                    <a:pt x="114" y="194"/>
                  </a:cubicBezTo>
                  <a:cubicBezTo>
                    <a:pt x="116" y="194"/>
                    <a:pt x="116" y="193"/>
                    <a:pt x="117" y="193"/>
                  </a:cubicBezTo>
                  <a:cubicBezTo>
                    <a:pt x="119" y="193"/>
                    <a:pt x="119" y="194"/>
                    <a:pt x="121" y="194"/>
                  </a:cubicBezTo>
                  <a:cubicBezTo>
                    <a:pt x="123" y="193"/>
                    <a:pt x="125" y="195"/>
                    <a:pt x="127" y="196"/>
                  </a:cubicBezTo>
                  <a:cubicBezTo>
                    <a:pt x="128" y="194"/>
                    <a:pt x="130" y="194"/>
                    <a:pt x="131" y="193"/>
                  </a:cubicBezTo>
                  <a:cubicBezTo>
                    <a:pt x="134" y="193"/>
                    <a:pt x="136" y="193"/>
                    <a:pt x="138" y="192"/>
                  </a:cubicBezTo>
                  <a:cubicBezTo>
                    <a:pt x="140" y="191"/>
                    <a:pt x="140" y="191"/>
                    <a:pt x="142" y="190"/>
                  </a:cubicBezTo>
                  <a:cubicBezTo>
                    <a:pt x="144" y="190"/>
                    <a:pt x="145" y="190"/>
                    <a:pt x="146" y="190"/>
                  </a:cubicBezTo>
                  <a:cubicBezTo>
                    <a:pt x="147" y="189"/>
                    <a:pt x="148" y="188"/>
                    <a:pt x="151" y="187"/>
                  </a:cubicBezTo>
                  <a:cubicBezTo>
                    <a:pt x="152" y="187"/>
                    <a:pt x="156" y="188"/>
                    <a:pt x="156" y="186"/>
                  </a:cubicBezTo>
                  <a:cubicBezTo>
                    <a:pt x="154" y="186"/>
                    <a:pt x="152" y="186"/>
                    <a:pt x="152" y="187"/>
                  </a:cubicBezTo>
                  <a:cubicBezTo>
                    <a:pt x="150" y="185"/>
                    <a:pt x="156" y="184"/>
                    <a:pt x="157" y="184"/>
                  </a:cubicBezTo>
                  <a:cubicBezTo>
                    <a:pt x="160" y="184"/>
                    <a:pt x="162" y="185"/>
                    <a:pt x="165" y="183"/>
                  </a:cubicBezTo>
                  <a:cubicBezTo>
                    <a:pt x="166" y="181"/>
                    <a:pt x="168" y="182"/>
                    <a:pt x="170" y="181"/>
                  </a:cubicBezTo>
                  <a:cubicBezTo>
                    <a:pt x="172" y="181"/>
                    <a:pt x="174" y="180"/>
                    <a:pt x="175" y="179"/>
                  </a:cubicBezTo>
                  <a:cubicBezTo>
                    <a:pt x="177" y="178"/>
                    <a:pt x="178" y="176"/>
                    <a:pt x="180" y="177"/>
                  </a:cubicBezTo>
                  <a:cubicBezTo>
                    <a:pt x="180" y="176"/>
                    <a:pt x="180" y="175"/>
                    <a:pt x="181" y="174"/>
                  </a:cubicBezTo>
                  <a:cubicBezTo>
                    <a:pt x="181" y="174"/>
                    <a:pt x="181" y="174"/>
                    <a:pt x="181" y="174"/>
                  </a:cubicBezTo>
                  <a:cubicBezTo>
                    <a:pt x="183" y="170"/>
                    <a:pt x="185" y="168"/>
                    <a:pt x="188" y="166"/>
                  </a:cubicBezTo>
                  <a:cubicBezTo>
                    <a:pt x="191" y="163"/>
                    <a:pt x="190" y="159"/>
                    <a:pt x="191" y="156"/>
                  </a:cubicBezTo>
                  <a:cubicBezTo>
                    <a:pt x="193" y="155"/>
                    <a:pt x="192" y="152"/>
                    <a:pt x="192" y="150"/>
                  </a:cubicBezTo>
                  <a:cubicBezTo>
                    <a:pt x="192" y="149"/>
                    <a:pt x="192" y="148"/>
                    <a:pt x="192" y="147"/>
                  </a:cubicBezTo>
                  <a:cubicBezTo>
                    <a:pt x="192" y="146"/>
                    <a:pt x="191" y="145"/>
                    <a:pt x="191" y="144"/>
                  </a:cubicBezTo>
                  <a:cubicBezTo>
                    <a:pt x="190" y="142"/>
                    <a:pt x="191" y="140"/>
                    <a:pt x="192" y="139"/>
                  </a:cubicBezTo>
                  <a:cubicBezTo>
                    <a:pt x="193" y="138"/>
                    <a:pt x="194" y="136"/>
                    <a:pt x="195" y="135"/>
                  </a:cubicBezTo>
                  <a:cubicBezTo>
                    <a:pt x="195" y="135"/>
                    <a:pt x="195" y="134"/>
                    <a:pt x="196" y="134"/>
                  </a:cubicBezTo>
                  <a:cubicBezTo>
                    <a:pt x="194" y="134"/>
                    <a:pt x="193" y="134"/>
                    <a:pt x="192" y="133"/>
                  </a:cubicBezTo>
                  <a:cubicBezTo>
                    <a:pt x="194" y="132"/>
                    <a:pt x="194" y="131"/>
                    <a:pt x="194" y="129"/>
                  </a:cubicBezTo>
                  <a:cubicBezTo>
                    <a:pt x="197" y="128"/>
                    <a:pt x="197" y="131"/>
                    <a:pt x="199" y="131"/>
                  </a:cubicBezTo>
                  <a:cubicBezTo>
                    <a:pt x="201" y="131"/>
                    <a:pt x="201" y="129"/>
                    <a:pt x="203" y="129"/>
                  </a:cubicBezTo>
                  <a:cubicBezTo>
                    <a:pt x="204" y="129"/>
                    <a:pt x="204" y="128"/>
                    <a:pt x="204" y="128"/>
                  </a:cubicBezTo>
                  <a:cubicBezTo>
                    <a:pt x="202" y="128"/>
                    <a:pt x="200" y="128"/>
                    <a:pt x="199" y="128"/>
                  </a:cubicBezTo>
                  <a:cubicBezTo>
                    <a:pt x="199" y="127"/>
                    <a:pt x="201" y="127"/>
                    <a:pt x="202" y="127"/>
                  </a:cubicBezTo>
                  <a:cubicBezTo>
                    <a:pt x="203" y="121"/>
                    <a:pt x="210" y="127"/>
                    <a:pt x="212" y="128"/>
                  </a:cubicBezTo>
                  <a:cubicBezTo>
                    <a:pt x="215" y="130"/>
                    <a:pt x="220" y="130"/>
                    <a:pt x="224" y="128"/>
                  </a:cubicBezTo>
                  <a:cubicBezTo>
                    <a:pt x="222" y="129"/>
                    <a:pt x="220" y="132"/>
                    <a:pt x="219" y="132"/>
                  </a:cubicBezTo>
                  <a:cubicBezTo>
                    <a:pt x="217" y="133"/>
                    <a:pt x="217" y="132"/>
                    <a:pt x="216" y="132"/>
                  </a:cubicBezTo>
                  <a:cubicBezTo>
                    <a:pt x="215" y="131"/>
                    <a:pt x="213" y="132"/>
                    <a:pt x="212" y="131"/>
                  </a:cubicBezTo>
                  <a:cubicBezTo>
                    <a:pt x="210" y="129"/>
                    <a:pt x="209" y="126"/>
                    <a:pt x="206" y="129"/>
                  </a:cubicBezTo>
                  <a:cubicBezTo>
                    <a:pt x="205" y="131"/>
                    <a:pt x="206" y="134"/>
                    <a:pt x="204" y="135"/>
                  </a:cubicBezTo>
                  <a:cubicBezTo>
                    <a:pt x="205" y="136"/>
                    <a:pt x="206" y="136"/>
                    <a:pt x="206" y="137"/>
                  </a:cubicBezTo>
                  <a:cubicBezTo>
                    <a:pt x="204" y="138"/>
                    <a:pt x="204" y="142"/>
                    <a:pt x="204" y="144"/>
                  </a:cubicBezTo>
                  <a:cubicBezTo>
                    <a:pt x="205" y="144"/>
                    <a:pt x="206" y="144"/>
                    <a:pt x="207" y="144"/>
                  </a:cubicBezTo>
                  <a:cubicBezTo>
                    <a:pt x="208" y="142"/>
                    <a:pt x="215" y="142"/>
                    <a:pt x="217" y="143"/>
                  </a:cubicBezTo>
                  <a:cubicBezTo>
                    <a:pt x="215" y="144"/>
                    <a:pt x="213" y="145"/>
                    <a:pt x="210" y="145"/>
                  </a:cubicBezTo>
                  <a:cubicBezTo>
                    <a:pt x="208" y="145"/>
                    <a:pt x="205" y="144"/>
                    <a:pt x="204" y="146"/>
                  </a:cubicBezTo>
                  <a:cubicBezTo>
                    <a:pt x="204" y="148"/>
                    <a:pt x="204" y="150"/>
                    <a:pt x="204" y="151"/>
                  </a:cubicBezTo>
                  <a:cubicBezTo>
                    <a:pt x="204" y="153"/>
                    <a:pt x="203" y="155"/>
                    <a:pt x="203" y="156"/>
                  </a:cubicBezTo>
                  <a:cubicBezTo>
                    <a:pt x="204" y="156"/>
                    <a:pt x="212" y="157"/>
                    <a:pt x="212" y="158"/>
                  </a:cubicBezTo>
                  <a:cubicBezTo>
                    <a:pt x="212" y="159"/>
                    <a:pt x="212" y="159"/>
                    <a:pt x="212" y="159"/>
                  </a:cubicBezTo>
                  <a:cubicBezTo>
                    <a:pt x="210" y="159"/>
                    <a:pt x="207" y="158"/>
                    <a:pt x="204" y="159"/>
                  </a:cubicBezTo>
                  <a:cubicBezTo>
                    <a:pt x="204" y="159"/>
                    <a:pt x="204" y="160"/>
                    <a:pt x="205" y="160"/>
                  </a:cubicBezTo>
                  <a:cubicBezTo>
                    <a:pt x="205" y="161"/>
                    <a:pt x="205" y="161"/>
                    <a:pt x="205" y="162"/>
                  </a:cubicBezTo>
                  <a:cubicBezTo>
                    <a:pt x="208" y="162"/>
                    <a:pt x="209" y="162"/>
                    <a:pt x="211" y="161"/>
                  </a:cubicBezTo>
                  <a:cubicBezTo>
                    <a:pt x="213" y="160"/>
                    <a:pt x="213" y="158"/>
                    <a:pt x="215" y="159"/>
                  </a:cubicBezTo>
                  <a:cubicBezTo>
                    <a:pt x="214" y="159"/>
                    <a:pt x="214" y="159"/>
                    <a:pt x="214" y="159"/>
                  </a:cubicBezTo>
                  <a:cubicBezTo>
                    <a:pt x="214" y="161"/>
                    <a:pt x="212" y="162"/>
                    <a:pt x="210" y="164"/>
                  </a:cubicBezTo>
                  <a:cubicBezTo>
                    <a:pt x="210" y="165"/>
                    <a:pt x="210" y="165"/>
                    <a:pt x="209" y="166"/>
                  </a:cubicBezTo>
                  <a:cubicBezTo>
                    <a:pt x="208" y="167"/>
                    <a:pt x="206" y="166"/>
                    <a:pt x="206" y="168"/>
                  </a:cubicBezTo>
                  <a:cubicBezTo>
                    <a:pt x="207" y="168"/>
                    <a:pt x="207" y="168"/>
                    <a:pt x="207" y="168"/>
                  </a:cubicBezTo>
                  <a:cubicBezTo>
                    <a:pt x="207" y="170"/>
                    <a:pt x="207" y="171"/>
                    <a:pt x="206" y="173"/>
                  </a:cubicBezTo>
                  <a:cubicBezTo>
                    <a:pt x="206" y="174"/>
                    <a:pt x="205" y="174"/>
                    <a:pt x="205" y="175"/>
                  </a:cubicBezTo>
                  <a:cubicBezTo>
                    <a:pt x="205" y="176"/>
                    <a:pt x="205" y="177"/>
                    <a:pt x="206" y="177"/>
                  </a:cubicBezTo>
                  <a:cubicBezTo>
                    <a:pt x="205" y="178"/>
                    <a:pt x="205" y="179"/>
                    <a:pt x="205" y="181"/>
                  </a:cubicBezTo>
                  <a:cubicBezTo>
                    <a:pt x="206" y="181"/>
                    <a:pt x="210" y="180"/>
                    <a:pt x="210" y="182"/>
                  </a:cubicBezTo>
                  <a:cubicBezTo>
                    <a:pt x="208" y="182"/>
                    <a:pt x="207" y="183"/>
                    <a:pt x="207" y="184"/>
                  </a:cubicBezTo>
                  <a:cubicBezTo>
                    <a:pt x="209" y="184"/>
                    <a:pt x="211" y="184"/>
                    <a:pt x="213" y="184"/>
                  </a:cubicBezTo>
                  <a:cubicBezTo>
                    <a:pt x="213" y="185"/>
                    <a:pt x="213" y="185"/>
                    <a:pt x="213" y="185"/>
                  </a:cubicBezTo>
                  <a:cubicBezTo>
                    <a:pt x="211" y="185"/>
                    <a:pt x="210" y="185"/>
                    <a:pt x="209" y="186"/>
                  </a:cubicBezTo>
                  <a:cubicBezTo>
                    <a:pt x="210" y="187"/>
                    <a:pt x="210" y="189"/>
                    <a:pt x="210" y="190"/>
                  </a:cubicBezTo>
                  <a:cubicBezTo>
                    <a:pt x="212" y="190"/>
                    <a:pt x="214" y="190"/>
                    <a:pt x="215" y="190"/>
                  </a:cubicBezTo>
                  <a:cubicBezTo>
                    <a:pt x="215" y="191"/>
                    <a:pt x="215" y="192"/>
                    <a:pt x="215" y="193"/>
                  </a:cubicBezTo>
                  <a:cubicBezTo>
                    <a:pt x="213" y="193"/>
                    <a:pt x="212" y="193"/>
                    <a:pt x="210" y="194"/>
                  </a:cubicBezTo>
                  <a:cubicBezTo>
                    <a:pt x="210" y="195"/>
                    <a:pt x="211" y="197"/>
                    <a:pt x="212" y="198"/>
                  </a:cubicBezTo>
                  <a:cubicBezTo>
                    <a:pt x="213" y="199"/>
                    <a:pt x="214" y="198"/>
                    <a:pt x="216" y="198"/>
                  </a:cubicBezTo>
                  <a:cubicBezTo>
                    <a:pt x="216" y="201"/>
                    <a:pt x="213" y="200"/>
                    <a:pt x="212" y="201"/>
                  </a:cubicBezTo>
                  <a:cubicBezTo>
                    <a:pt x="212" y="205"/>
                    <a:pt x="212" y="208"/>
                    <a:pt x="210" y="212"/>
                  </a:cubicBezTo>
                  <a:cubicBezTo>
                    <a:pt x="210" y="212"/>
                    <a:pt x="210" y="213"/>
                    <a:pt x="209" y="214"/>
                  </a:cubicBezTo>
                  <a:cubicBezTo>
                    <a:pt x="209" y="215"/>
                    <a:pt x="209" y="216"/>
                    <a:pt x="208" y="217"/>
                  </a:cubicBezTo>
                  <a:cubicBezTo>
                    <a:pt x="208" y="217"/>
                    <a:pt x="207" y="217"/>
                    <a:pt x="206" y="218"/>
                  </a:cubicBezTo>
                  <a:cubicBezTo>
                    <a:pt x="205" y="219"/>
                    <a:pt x="206" y="221"/>
                    <a:pt x="205" y="222"/>
                  </a:cubicBezTo>
                  <a:cubicBezTo>
                    <a:pt x="204" y="223"/>
                    <a:pt x="201" y="222"/>
                    <a:pt x="201" y="223"/>
                  </a:cubicBezTo>
                  <a:cubicBezTo>
                    <a:pt x="201" y="225"/>
                    <a:pt x="202" y="226"/>
                    <a:pt x="202" y="227"/>
                  </a:cubicBezTo>
                  <a:cubicBezTo>
                    <a:pt x="202" y="228"/>
                    <a:pt x="202" y="228"/>
                    <a:pt x="201" y="228"/>
                  </a:cubicBezTo>
                  <a:cubicBezTo>
                    <a:pt x="203" y="229"/>
                    <a:pt x="204" y="229"/>
                    <a:pt x="206" y="229"/>
                  </a:cubicBezTo>
                  <a:cubicBezTo>
                    <a:pt x="206" y="227"/>
                    <a:pt x="207" y="226"/>
                    <a:pt x="209" y="225"/>
                  </a:cubicBezTo>
                  <a:cubicBezTo>
                    <a:pt x="210" y="225"/>
                    <a:pt x="212" y="225"/>
                    <a:pt x="213" y="226"/>
                  </a:cubicBezTo>
                  <a:cubicBezTo>
                    <a:pt x="224" y="230"/>
                    <a:pt x="224" y="230"/>
                    <a:pt x="224" y="230"/>
                  </a:cubicBezTo>
                  <a:cubicBezTo>
                    <a:pt x="225" y="230"/>
                    <a:pt x="227" y="231"/>
                    <a:pt x="228" y="230"/>
                  </a:cubicBezTo>
                  <a:cubicBezTo>
                    <a:pt x="229" y="230"/>
                    <a:pt x="229" y="228"/>
                    <a:pt x="229" y="228"/>
                  </a:cubicBezTo>
                  <a:cubicBezTo>
                    <a:pt x="231" y="228"/>
                    <a:pt x="232" y="229"/>
                    <a:pt x="233" y="228"/>
                  </a:cubicBezTo>
                  <a:cubicBezTo>
                    <a:pt x="233" y="227"/>
                    <a:pt x="232" y="223"/>
                    <a:pt x="235" y="222"/>
                  </a:cubicBezTo>
                  <a:cubicBezTo>
                    <a:pt x="237" y="221"/>
                    <a:pt x="235" y="218"/>
                    <a:pt x="236" y="216"/>
                  </a:cubicBezTo>
                  <a:cubicBezTo>
                    <a:pt x="236" y="214"/>
                    <a:pt x="240" y="207"/>
                    <a:pt x="235" y="206"/>
                  </a:cubicBezTo>
                  <a:cubicBezTo>
                    <a:pt x="236" y="205"/>
                    <a:pt x="236" y="204"/>
                    <a:pt x="237" y="203"/>
                  </a:cubicBezTo>
                  <a:cubicBezTo>
                    <a:pt x="239" y="203"/>
                    <a:pt x="239" y="204"/>
                    <a:pt x="240" y="206"/>
                  </a:cubicBezTo>
                  <a:cubicBezTo>
                    <a:pt x="242" y="207"/>
                    <a:pt x="244" y="207"/>
                    <a:pt x="246" y="207"/>
                  </a:cubicBezTo>
                  <a:cubicBezTo>
                    <a:pt x="246" y="208"/>
                    <a:pt x="246" y="209"/>
                    <a:pt x="246" y="210"/>
                  </a:cubicBezTo>
                  <a:cubicBezTo>
                    <a:pt x="248" y="210"/>
                    <a:pt x="248" y="211"/>
                    <a:pt x="249" y="212"/>
                  </a:cubicBezTo>
                  <a:cubicBezTo>
                    <a:pt x="250" y="209"/>
                    <a:pt x="256" y="212"/>
                    <a:pt x="257" y="208"/>
                  </a:cubicBezTo>
                  <a:cubicBezTo>
                    <a:pt x="257" y="207"/>
                    <a:pt x="255" y="206"/>
                    <a:pt x="255" y="205"/>
                  </a:cubicBezTo>
                  <a:cubicBezTo>
                    <a:pt x="255" y="204"/>
                    <a:pt x="260" y="204"/>
                    <a:pt x="261" y="204"/>
                  </a:cubicBezTo>
                  <a:cubicBezTo>
                    <a:pt x="262" y="198"/>
                    <a:pt x="261" y="194"/>
                    <a:pt x="256" y="190"/>
                  </a:cubicBezTo>
                  <a:cubicBezTo>
                    <a:pt x="254" y="188"/>
                    <a:pt x="254" y="187"/>
                    <a:pt x="250" y="187"/>
                  </a:cubicBezTo>
                  <a:cubicBezTo>
                    <a:pt x="250" y="187"/>
                    <a:pt x="248" y="187"/>
                    <a:pt x="247" y="187"/>
                  </a:cubicBezTo>
                  <a:cubicBezTo>
                    <a:pt x="247" y="185"/>
                    <a:pt x="247" y="185"/>
                    <a:pt x="247" y="185"/>
                  </a:cubicBezTo>
                  <a:cubicBezTo>
                    <a:pt x="249" y="185"/>
                    <a:pt x="251" y="185"/>
                    <a:pt x="254" y="185"/>
                  </a:cubicBezTo>
                  <a:cubicBezTo>
                    <a:pt x="255" y="185"/>
                    <a:pt x="256" y="184"/>
                    <a:pt x="257" y="183"/>
                  </a:cubicBezTo>
                  <a:cubicBezTo>
                    <a:pt x="260" y="183"/>
                    <a:pt x="258" y="180"/>
                    <a:pt x="259" y="179"/>
                  </a:cubicBezTo>
                  <a:cubicBezTo>
                    <a:pt x="261" y="176"/>
                    <a:pt x="265" y="177"/>
                    <a:pt x="267" y="177"/>
                  </a:cubicBezTo>
                  <a:cubicBezTo>
                    <a:pt x="267" y="176"/>
                    <a:pt x="267" y="175"/>
                    <a:pt x="267" y="174"/>
                  </a:cubicBezTo>
                  <a:cubicBezTo>
                    <a:pt x="269" y="174"/>
                    <a:pt x="271" y="175"/>
                    <a:pt x="272" y="174"/>
                  </a:cubicBezTo>
                  <a:cubicBezTo>
                    <a:pt x="272" y="173"/>
                    <a:pt x="273" y="172"/>
                    <a:pt x="274" y="172"/>
                  </a:cubicBezTo>
                  <a:cubicBezTo>
                    <a:pt x="275" y="171"/>
                    <a:pt x="277" y="172"/>
                    <a:pt x="279" y="172"/>
                  </a:cubicBezTo>
                  <a:cubicBezTo>
                    <a:pt x="281" y="172"/>
                    <a:pt x="282" y="171"/>
                    <a:pt x="284" y="171"/>
                  </a:cubicBezTo>
                  <a:cubicBezTo>
                    <a:pt x="280" y="168"/>
                    <a:pt x="273" y="164"/>
                    <a:pt x="268" y="168"/>
                  </a:cubicBezTo>
                  <a:cubicBezTo>
                    <a:pt x="262" y="173"/>
                    <a:pt x="264" y="164"/>
                    <a:pt x="261" y="164"/>
                  </a:cubicBezTo>
                  <a:cubicBezTo>
                    <a:pt x="260" y="163"/>
                    <a:pt x="262" y="161"/>
                    <a:pt x="263" y="161"/>
                  </a:cubicBezTo>
                  <a:cubicBezTo>
                    <a:pt x="263" y="159"/>
                    <a:pt x="263" y="158"/>
                    <a:pt x="263" y="157"/>
                  </a:cubicBezTo>
                  <a:cubicBezTo>
                    <a:pt x="262" y="156"/>
                    <a:pt x="259" y="156"/>
                    <a:pt x="260" y="154"/>
                  </a:cubicBezTo>
                  <a:cubicBezTo>
                    <a:pt x="262" y="154"/>
                    <a:pt x="263" y="155"/>
                    <a:pt x="265" y="154"/>
                  </a:cubicBezTo>
                  <a:cubicBezTo>
                    <a:pt x="267" y="154"/>
                    <a:pt x="267" y="151"/>
                    <a:pt x="269" y="151"/>
                  </a:cubicBezTo>
                  <a:cubicBezTo>
                    <a:pt x="270" y="151"/>
                    <a:pt x="271" y="151"/>
                    <a:pt x="272" y="151"/>
                  </a:cubicBezTo>
                  <a:cubicBezTo>
                    <a:pt x="273" y="151"/>
                    <a:pt x="274" y="149"/>
                    <a:pt x="275" y="149"/>
                  </a:cubicBezTo>
                  <a:cubicBezTo>
                    <a:pt x="276" y="149"/>
                    <a:pt x="276" y="149"/>
                    <a:pt x="277" y="149"/>
                  </a:cubicBezTo>
                  <a:cubicBezTo>
                    <a:pt x="276" y="149"/>
                    <a:pt x="276" y="149"/>
                    <a:pt x="276" y="149"/>
                  </a:cubicBezTo>
                  <a:cubicBezTo>
                    <a:pt x="275" y="148"/>
                    <a:pt x="275" y="147"/>
                    <a:pt x="274" y="145"/>
                  </a:cubicBezTo>
                  <a:cubicBezTo>
                    <a:pt x="274" y="143"/>
                    <a:pt x="277" y="141"/>
                    <a:pt x="276" y="139"/>
                  </a:cubicBezTo>
                  <a:cubicBezTo>
                    <a:pt x="275" y="137"/>
                    <a:pt x="274" y="135"/>
                    <a:pt x="272" y="133"/>
                  </a:cubicBezTo>
                  <a:cubicBezTo>
                    <a:pt x="269" y="129"/>
                    <a:pt x="283" y="129"/>
                    <a:pt x="284" y="129"/>
                  </a:cubicBezTo>
                  <a:cubicBezTo>
                    <a:pt x="285" y="121"/>
                    <a:pt x="272" y="127"/>
                    <a:pt x="274" y="119"/>
                  </a:cubicBezTo>
                  <a:cubicBezTo>
                    <a:pt x="277" y="119"/>
                    <a:pt x="279" y="121"/>
                    <a:pt x="281" y="119"/>
                  </a:cubicBezTo>
                  <a:cubicBezTo>
                    <a:pt x="283" y="118"/>
                    <a:pt x="283" y="116"/>
                    <a:pt x="284" y="115"/>
                  </a:cubicBezTo>
                  <a:cubicBezTo>
                    <a:pt x="288" y="114"/>
                    <a:pt x="289" y="115"/>
                    <a:pt x="292" y="112"/>
                  </a:cubicBezTo>
                  <a:cubicBezTo>
                    <a:pt x="294" y="110"/>
                    <a:pt x="296" y="108"/>
                    <a:pt x="296" y="105"/>
                  </a:cubicBezTo>
                  <a:cubicBezTo>
                    <a:pt x="296" y="102"/>
                    <a:pt x="294" y="103"/>
                    <a:pt x="292" y="102"/>
                  </a:cubicBezTo>
                  <a:cubicBezTo>
                    <a:pt x="289" y="101"/>
                    <a:pt x="289" y="98"/>
                    <a:pt x="289" y="96"/>
                  </a:cubicBezTo>
                  <a:cubicBezTo>
                    <a:pt x="289" y="95"/>
                    <a:pt x="289" y="94"/>
                    <a:pt x="289" y="93"/>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1" name="Freeform 282">
              <a:extLst>
                <a:ext uri="{FF2B5EF4-FFF2-40B4-BE49-F238E27FC236}">
                  <a16:creationId xmlns:a16="http://schemas.microsoft.com/office/drawing/2014/main" id="{5B49AC85-DE6D-4FC5-898F-A5F6CBF6C237}"/>
                </a:ext>
              </a:extLst>
            </p:cNvPr>
            <p:cNvSpPr>
              <a:spLocks/>
            </p:cNvSpPr>
            <p:nvPr/>
          </p:nvSpPr>
          <p:spPr bwMode="auto">
            <a:xfrm>
              <a:off x="6022976" y="2449513"/>
              <a:ext cx="909638" cy="754063"/>
            </a:xfrm>
            <a:custGeom>
              <a:avLst/>
              <a:gdLst>
                <a:gd name="T0" fmla="*/ 154 w 257"/>
                <a:gd name="T1" fmla="*/ 192 h 213"/>
                <a:gd name="T2" fmla="*/ 161 w 257"/>
                <a:gd name="T3" fmla="*/ 181 h 213"/>
                <a:gd name="T4" fmla="*/ 162 w 257"/>
                <a:gd name="T5" fmla="*/ 161 h 213"/>
                <a:gd name="T6" fmla="*/ 166 w 257"/>
                <a:gd name="T7" fmla="*/ 142 h 213"/>
                <a:gd name="T8" fmla="*/ 184 w 257"/>
                <a:gd name="T9" fmla="*/ 129 h 213"/>
                <a:gd name="T10" fmla="*/ 208 w 257"/>
                <a:gd name="T11" fmla="*/ 107 h 213"/>
                <a:gd name="T12" fmla="*/ 224 w 257"/>
                <a:gd name="T13" fmla="*/ 100 h 213"/>
                <a:gd name="T14" fmla="*/ 237 w 257"/>
                <a:gd name="T15" fmla="*/ 103 h 213"/>
                <a:gd name="T16" fmla="*/ 246 w 257"/>
                <a:gd name="T17" fmla="*/ 104 h 213"/>
                <a:gd name="T18" fmla="*/ 238 w 257"/>
                <a:gd name="T19" fmla="*/ 96 h 213"/>
                <a:gd name="T20" fmla="*/ 256 w 257"/>
                <a:gd name="T21" fmla="*/ 72 h 213"/>
                <a:gd name="T22" fmla="*/ 252 w 257"/>
                <a:gd name="T23" fmla="*/ 56 h 213"/>
                <a:gd name="T24" fmla="*/ 237 w 257"/>
                <a:gd name="T25" fmla="*/ 52 h 213"/>
                <a:gd name="T26" fmla="*/ 216 w 257"/>
                <a:gd name="T27" fmla="*/ 48 h 213"/>
                <a:gd name="T28" fmla="*/ 208 w 257"/>
                <a:gd name="T29" fmla="*/ 48 h 213"/>
                <a:gd name="T30" fmla="*/ 216 w 257"/>
                <a:gd name="T31" fmla="*/ 33 h 213"/>
                <a:gd name="T32" fmla="*/ 201 w 257"/>
                <a:gd name="T33" fmla="*/ 25 h 213"/>
                <a:gd name="T34" fmla="*/ 196 w 257"/>
                <a:gd name="T35" fmla="*/ 19 h 213"/>
                <a:gd name="T36" fmla="*/ 199 w 257"/>
                <a:gd name="T37" fmla="*/ 10 h 213"/>
                <a:gd name="T38" fmla="*/ 188 w 257"/>
                <a:gd name="T39" fmla="*/ 3 h 213"/>
                <a:gd name="T40" fmla="*/ 168 w 257"/>
                <a:gd name="T41" fmla="*/ 16 h 213"/>
                <a:gd name="T42" fmla="*/ 161 w 257"/>
                <a:gd name="T43" fmla="*/ 25 h 213"/>
                <a:gd name="T44" fmla="*/ 127 w 257"/>
                <a:gd name="T45" fmla="*/ 14 h 213"/>
                <a:gd name="T46" fmla="*/ 107 w 257"/>
                <a:gd name="T47" fmla="*/ 34 h 213"/>
                <a:gd name="T48" fmla="*/ 92 w 257"/>
                <a:gd name="T49" fmla="*/ 46 h 213"/>
                <a:gd name="T50" fmla="*/ 69 w 257"/>
                <a:gd name="T51" fmla="*/ 52 h 213"/>
                <a:gd name="T52" fmla="*/ 62 w 257"/>
                <a:gd name="T53" fmla="*/ 69 h 213"/>
                <a:gd name="T54" fmla="*/ 48 w 257"/>
                <a:gd name="T55" fmla="*/ 79 h 213"/>
                <a:gd name="T56" fmla="*/ 31 w 257"/>
                <a:gd name="T57" fmla="*/ 93 h 213"/>
                <a:gd name="T58" fmla="*/ 21 w 257"/>
                <a:gd name="T59" fmla="*/ 97 h 213"/>
                <a:gd name="T60" fmla="*/ 0 w 257"/>
                <a:gd name="T61" fmla="*/ 104 h 213"/>
                <a:gd name="T62" fmla="*/ 14 w 257"/>
                <a:gd name="T63" fmla="*/ 114 h 213"/>
                <a:gd name="T64" fmla="*/ 24 w 257"/>
                <a:gd name="T65" fmla="*/ 121 h 213"/>
                <a:gd name="T66" fmla="*/ 27 w 257"/>
                <a:gd name="T67" fmla="*/ 140 h 213"/>
                <a:gd name="T68" fmla="*/ 42 w 257"/>
                <a:gd name="T69" fmla="*/ 136 h 213"/>
                <a:gd name="T70" fmla="*/ 62 w 257"/>
                <a:gd name="T71" fmla="*/ 133 h 213"/>
                <a:gd name="T72" fmla="*/ 88 w 257"/>
                <a:gd name="T73" fmla="*/ 132 h 213"/>
                <a:gd name="T74" fmla="*/ 100 w 257"/>
                <a:gd name="T75" fmla="*/ 126 h 213"/>
                <a:gd name="T76" fmla="*/ 110 w 257"/>
                <a:gd name="T77" fmla="*/ 113 h 213"/>
                <a:gd name="T78" fmla="*/ 119 w 257"/>
                <a:gd name="T79" fmla="*/ 105 h 213"/>
                <a:gd name="T80" fmla="*/ 124 w 257"/>
                <a:gd name="T81" fmla="*/ 100 h 213"/>
                <a:gd name="T82" fmla="*/ 142 w 257"/>
                <a:gd name="T83" fmla="*/ 93 h 213"/>
                <a:gd name="T84" fmla="*/ 147 w 257"/>
                <a:gd name="T85" fmla="*/ 90 h 213"/>
                <a:gd name="T86" fmla="*/ 157 w 257"/>
                <a:gd name="T87" fmla="*/ 85 h 213"/>
                <a:gd name="T88" fmla="*/ 165 w 257"/>
                <a:gd name="T89" fmla="*/ 82 h 213"/>
                <a:gd name="T90" fmla="*/ 182 w 257"/>
                <a:gd name="T91" fmla="*/ 76 h 213"/>
                <a:gd name="T92" fmla="*/ 188 w 257"/>
                <a:gd name="T93" fmla="*/ 82 h 213"/>
                <a:gd name="T94" fmla="*/ 195 w 257"/>
                <a:gd name="T95" fmla="*/ 101 h 213"/>
                <a:gd name="T96" fmla="*/ 185 w 257"/>
                <a:gd name="T97" fmla="*/ 111 h 213"/>
                <a:gd name="T98" fmla="*/ 169 w 257"/>
                <a:gd name="T99" fmla="*/ 120 h 213"/>
                <a:gd name="T100" fmla="*/ 160 w 257"/>
                <a:gd name="T101" fmla="*/ 126 h 213"/>
                <a:gd name="T102" fmla="*/ 148 w 257"/>
                <a:gd name="T103" fmla="*/ 135 h 213"/>
                <a:gd name="T104" fmla="*/ 127 w 257"/>
                <a:gd name="T105" fmla="*/ 153 h 213"/>
                <a:gd name="T106" fmla="*/ 116 w 257"/>
                <a:gd name="T107" fmla="*/ 160 h 213"/>
                <a:gd name="T108" fmla="*/ 103 w 257"/>
                <a:gd name="T109" fmla="*/ 182 h 213"/>
                <a:gd name="T110" fmla="*/ 92 w 257"/>
                <a:gd name="T111" fmla="*/ 192 h 213"/>
                <a:gd name="T112" fmla="*/ 90 w 257"/>
                <a:gd name="T113" fmla="*/ 205 h 213"/>
                <a:gd name="T114" fmla="*/ 105 w 257"/>
                <a:gd name="T115" fmla="*/ 205 h 213"/>
                <a:gd name="T116" fmla="*/ 120 w 257"/>
                <a:gd name="T117" fmla="*/ 199 h 213"/>
                <a:gd name="T118" fmla="*/ 134 w 257"/>
                <a:gd name="T119" fmla="*/ 197 h 213"/>
                <a:gd name="T120" fmla="*/ 140 w 257"/>
                <a:gd name="T121" fmla="*/ 19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7" h="213">
                  <a:moveTo>
                    <a:pt x="145" y="200"/>
                  </a:moveTo>
                  <a:cubicBezTo>
                    <a:pt x="146" y="198"/>
                    <a:pt x="146" y="197"/>
                    <a:pt x="146" y="198"/>
                  </a:cubicBezTo>
                  <a:cubicBezTo>
                    <a:pt x="147" y="197"/>
                    <a:pt x="148" y="197"/>
                    <a:pt x="150" y="197"/>
                  </a:cubicBezTo>
                  <a:cubicBezTo>
                    <a:pt x="151" y="196"/>
                    <a:pt x="150" y="196"/>
                    <a:pt x="151" y="195"/>
                  </a:cubicBezTo>
                  <a:cubicBezTo>
                    <a:pt x="151" y="193"/>
                    <a:pt x="153" y="193"/>
                    <a:pt x="154" y="192"/>
                  </a:cubicBezTo>
                  <a:cubicBezTo>
                    <a:pt x="154" y="192"/>
                    <a:pt x="154" y="192"/>
                    <a:pt x="155" y="191"/>
                  </a:cubicBezTo>
                  <a:cubicBezTo>
                    <a:pt x="155" y="191"/>
                    <a:pt x="155" y="190"/>
                    <a:pt x="155" y="190"/>
                  </a:cubicBezTo>
                  <a:cubicBezTo>
                    <a:pt x="156" y="189"/>
                    <a:pt x="156" y="188"/>
                    <a:pt x="156" y="187"/>
                  </a:cubicBezTo>
                  <a:cubicBezTo>
                    <a:pt x="157" y="186"/>
                    <a:pt x="157" y="185"/>
                    <a:pt x="158" y="185"/>
                  </a:cubicBezTo>
                  <a:cubicBezTo>
                    <a:pt x="159" y="183"/>
                    <a:pt x="161" y="183"/>
                    <a:pt x="161" y="181"/>
                  </a:cubicBezTo>
                  <a:cubicBezTo>
                    <a:pt x="161" y="178"/>
                    <a:pt x="159" y="177"/>
                    <a:pt x="160" y="175"/>
                  </a:cubicBezTo>
                  <a:cubicBezTo>
                    <a:pt x="161" y="173"/>
                    <a:pt x="162" y="173"/>
                    <a:pt x="163" y="171"/>
                  </a:cubicBezTo>
                  <a:cubicBezTo>
                    <a:pt x="165" y="170"/>
                    <a:pt x="165" y="168"/>
                    <a:pt x="165" y="166"/>
                  </a:cubicBezTo>
                  <a:cubicBezTo>
                    <a:pt x="162" y="166"/>
                    <a:pt x="163" y="164"/>
                    <a:pt x="163" y="163"/>
                  </a:cubicBezTo>
                  <a:cubicBezTo>
                    <a:pt x="163" y="162"/>
                    <a:pt x="163" y="161"/>
                    <a:pt x="162" y="161"/>
                  </a:cubicBezTo>
                  <a:cubicBezTo>
                    <a:pt x="162" y="160"/>
                    <a:pt x="162" y="160"/>
                    <a:pt x="162" y="159"/>
                  </a:cubicBezTo>
                  <a:cubicBezTo>
                    <a:pt x="161" y="157"/>
                    <a:pt x="160" y="156"/>
                    <a:pt x="160" y="155"/>
                  </a:cubicBezTo>
                  <a:cubicBezTo>
                    <a:pt x="160" y="151"/>
                    <a:pt x="160" y="150"/>
                    <a:pt x="162" y="148"/>
                  </a:cubicBezTo>
                  <a:cubicBezTo>
                    <a:pt x="162" y="147"/>
                    <a:pt x="163" y="146"/>
                    <a:pt x="163" y="145"/>
                  </a:cubicBezTo>
                  <a:cubicBezTo>
                    <a:pt x="164" y="144"/>
                    <a:pt x="165" y="143"/>
                    <a:pt x="166" y="142"/>
                  </a:cubicBezTo>
                  <a:cubicBezTo>
                    <a:pt x="167" y="141"/>
                    <a:pt x="168" y="140"/>
                    <a:pt x="170" y="139"/>
                  </a:cubicBezTo>
                  <a:cubicBezTo>
                    <a:pt x="171" y="139"/>
                    <a:pt x="173" y="139"/>
                    <a:pt x="174" y="139"/>
                  </a:cubicBezTo>
                  <a:cubicBezTo>
                    <a:pt x="174" y="136"/>
                    <a:pt x="177" y="135"/>
                    <a:pt x="178" y="132"/>
                  </a:cubicBezTo>
                  <a:cubicBezTo>
                    <a:pt x="179" y="131"/>
                    <a:pt x="180" y="130"/>
                    <a:pt x="182" y="129"/>
                  </a:cubicBezTo>
                  <a:cubicBezTo>
                    <a:pt x="183" y="129"/>
                    <a:pt x="183" y="129"/>
                    <a:pt x="184" y="129"/>
                  </a:cubicBezTo>
                  <a:cubicBezTo>
                    <a:pt x="185" y="128"/>
                    <a:pt x="185" y="128"/>
                    <a:pt x="186" y="128"/>
                  </a:cubicBezTo>
                  <a:cubicBezTo>
                    <a:pt x="189" y="126"/>
                    <a:pt x="189" y="121"/>
                    <a:pt x="193" y="121"/>
                  </a:cubicBezTo>
                  <a:cubicBezTo>
                    <a:pt x="196" y="121"/>
                    <a:pt x="196" y="120"/>
                    <a:pt x="197" y="118"/>
                  </a:cubicBezTo>
                  <a:cubicBezTo>
                    <a:pt x="198" y="115"/>
                    <a:pt x="202" y="110"/>
                    <a:pt x="205" y="109"/>
                  </a:cubicBezTo>
                  <a:cubicBezTo>
                    <a:pt x="206" y="108"/>
                    <a:pt x="207" y="108"/>
                    <a:pt x="208" y="107"/>
                  </a:cubicBezTo>
                  <a:cubicBezTo>
                    <a:pt x="209" y="107"/>
                    <a:pt x="211" y="106"/>
                    <a:pt x="212" y="106"/>
                  </a:cubicBezTo>
                  <a:cubicBezTo>
                    <a:pt x="213" y="106"/>
                    <a:pt x="214" y="106"/>
                    <a:pt x="215" y="106"/>
                  </a:cubicBezTo>
                  <a:cubicBezTo>
                    <a:pt x="215" y="106"/>
                    <a:pt x="216" y="105"/>
                    <a:pt x="217" y="105"/>
                  </a:cubicBezTo>
                  <a:cubicBezTo>
                    <a:pt x="219" y="104"/>
                    <a:pt x="221" y="104"/>
                    <a:pt x="222" y="104"/>
                  </a:cubicBezTo>
                  <a:cubicBezTo>
                    <a:pt x="224" y="103"/>
                    <a:pt x="223" y="101"/>
                    <a:pt x="224" y="100"/>
                  </a:cubicBezTo>
                  <a:cubicBezTo>
                    <a:pt x="225" y="101"/>
                    <a:pt x="226" y="102"/>
                    <a:pt x="227" y="102"/>
                  </a:cubicBezTo>
                  <a:cubicBezTo>
                    <a:pt x="228" y="102"/>
                    <a:pt x="227" y="101"/>
                    <a:pt x="229" y="101"/>
                  </a:cubicBezTo>
                  <a:cubicBezTo>
                    <a:pt x="230" y="100"/>
                    <a:pt x="232" y="100"/>
                    <a:pt x="233" y="101"/>
                  </a:cubicBezTo>
                  <a:cubicBezTo>
                    <a:pt x="234" y="101"/>
                    <a:pt x="234" y="102"/>
                    <a:pt x="234" y="102"/>
                  </a:cubicBezTo>
                  <a:cubicBezTo>
                    <a:pt x="235" y="103"/>
                    <a:pt x="236" y="103"/>
                    <a:pt x="237" y="103"/>
                  </a:cubicBezTo>
                  <a:cubicBezTo>
                    <a:pt x="238" y="105"/>
                    <a:pt x="237" y="106"/>
                    <a:pt x="237" y="108"/>
                  </a:cubicBezTo>
                  <a:cubicBezTo>
                    <a:pt x="240" y="108"/>
                    <a:pt x="242" y="109"/>
                    <a:pt x="244" y="110"/>
                  </a:cubicBezTo>
                  <a:cubicBezTo>
                    <a:pt x="245" y="111"/>
                    <a:pt x="247" y="112"/>
                    <a:pt x="248" y="112"/>
                  </a:cubicBezTo>
                  <a:cubicBezTo>
                    <a:pt x="249" y="111"/>
                    <a:pt x="249" y="110"/>
                    <a:pt x="250" y="110"/>
                  </a:cubicBezTo>
                  <a:cubicBezTo>
                    <a:pt x="250" y="108"/>
                    <a:pt x="247" y="105"/>
                    <a:pt x="246" y="104"/>
                  </a:cubicBezTo>
                  <a:cubicBezTo>
                    <a:pt x="246" y="103"/>
                    <a:pt x="245" y="103"/>
                    <a:pt x="244" y="102"/>
                  </a:cubicBezTo>
                  <a:cubicBezTo>
                    <a:pt x="244" y="101"/>
                    <a:pt x="242" y="100"/>
                    <a:pt x="242" y="100"/>
                  </a:cubicBezTo>
                  <a:cubicBezTo>
                    <a:pt x="242" y="99"/>
                    <a:pt x="241" y="99"/>
                    <a:pt x="241" y="98"/>
                  </a:cubicBezTo>
                  <a:cubicBezTo>
                    <a:pt x="240" y="98"/>
                    <a:pt x="240" y="97"/>
                    <a:pt x="240" y="96"/>
                  </a:cubicBezTo>
                  <a:cubicBezTo>
                    <a:pt x="239" y="96"/>
                    <a:pt x="238" y="96"/>
                    <a:pt x="238" y="96"/>
                  </a:cubicBezTo>
                  <a:cubicBezTo>
                    <a:pt x="237" y="94"/>
                    <a:pt x="234" y="85"/>
                    <a:pt x="238" y="85"/>
                  </a:cubicBezTo>
                  <a:cubicBezTo>
                    <a:pt x="239" y="84"/>
                    <a:pt x="240" y="82"/>
                    <a:pt x="241" y="82"/>
                  </a:cubicBezTo>
                  <a:cubicBezTo>
                    <a:pt x="242" y="80"/>
                    <a:pt x="248" y="77"/>
                    <a:pt x="247" y="74"/>
                  </a:cubicBezTo>
                  <a:cubicBezTo>
                    <a:pt x="249" y="73"/>
                    <a:pt x="249" y="72"/>
                    <a:pt x="251" y="72"/>
                  </a:cubicBezTo>
                  <a:cubicBezTo>
                    <a:pt x="253" y="72"/>
                    <a:pt x="254" y="72"/>
                    <a:pt x="256" y="72"/>
                  </a:cubicBezTo>
                  <a:cubicBezTo>
                    <a:pt x="256" y="70"/>
                    <a:pt x="256" y="68"/>
                    <a:pt x="256" y="66"/>
                  </a:cubicBezTo>
                  <a:cubicBezTo>
                    <a:pt x="257" y="66"/>
                    <a:pt x="257" y="66"/>
                    <a:pt x="257" y="66"/>
                  </a:cubicBezTo>
                  <a:cubicBezTo>
                    <a:pt x="257" y="64"/>
                    <a:pt x="255" y="64"/>
                    <a:pt x="254" y="63"/>
                  </a:cubicBezTo>
                  <a:cubicBezTo>
                    <a:pt x="254" y="62"/>
                    <a:pt x="254" y="60"/>
                    <a:pt x="254" y="59"/>
                  </a:cubicBezTo>
                  <a:cubicBezTo>
                    <a:pt x="254" y="57"/>
                    <a:pt x="254" y="57"/>
                    <a:pt x="252" y="56"/>
                  </a:cubicBezTo>
                  <a:cubicBezTo>
                    <a:pt x="251" y="55"/>
                    <a:pt x="250" y="55"/>
                    <a:pt x="250" y="53"/>
                  </a:cubicBezTo>
                  <a:cubicBezTo>
                    <a:pt x="249" y="53"/>
                    <a:pt x="249" y="53"/>
                    <a:pt x="248" y="52"/>
                  </a:cubicBezTo>
                  <a:cubicBezTo>
                    <a:pt x="247" y="52"/>
                    <a:pt x="247" y="50"/>
                    <a:pt x="246" y="50"/>
                  </a:cubicBezTo>
                  <a:cubicBezTo>
                    <a:pt x="245" y="49"/>
                    <a:pt x="242" y="50"/>
                    <a:pt x="241" y="50"/>
                  </a:cubicBezTo>
                  <a:cubicBezTo>
                    <a:pt x="239" y="50"/>
                    <a:pt x="238" y="52"/>
                    <a:pt x="237" y="52"/>
                  </a:cubicBezTo>
                  <a:cubicBezTo>
                    <a:pt x="236" y="52"/>
                    <a:pt x="235" y="50"/>
                    <a:pt x="234" y="50"/>
                  </a:cubicBezTo>
                  <a:cubicBezTo>
                    <a:pt x="233" y="50"/>
                    <a:pt x="233" y="50"/>
                    <a:pt x="232" y="50"/>
                  </a:cubicBezTo>
                  <a:cubicBezTo>
                    <a:pt x="230" y="51"/>
                    <a:pt x="229" y="51"/>
                    <a:pt x="227" y="50"/>
                  </a:cubicBezTo>
                  <a:cubicBezTo>
                    <a:pt x="225" y="49"/>
                    <a:pt x="223" y="47"/>
                    <a:pt x="221" y="47"/>
                  </a:cubicBezTo>
                  <a:cubicBezTo>
                    <a:pt x="220" y="47"/>
                    <a:pt x="217" y="48"/>
                    <a:pt x="216" y="48"/>
                  </a:cubicBezTo>
                  <a:cubicBezTo>
                    <a:pt x="215" y="49"/>
                    <a:pt x="213" y="50"/>
                    <a:pt x="212" y="51"/>
                  </a:cubicBezTo>
                  <a:cubicBezTo>
                    <a:pt x="211" y="52"/>
                    <a:pt x="212" y="53"/>
                    <a:pt x="211" y="54"/>
                  </a:cubicBezTo>
                  <a:cubicBezTo>
                    <a:pt x="210" y="54"/>
                    <a:pt x="209" y="54"/>
                    <a:pt x="208" y="53"/>
                  </a:cubicBezTo>
                  <a:cubicBezTo>
                    <a:pt x="207" y="53"/>
                    <a:pt x="206" y="53"/>
                    <a:pt x="205" y="53"/>
                  </a:cubicBezTo>
                  <a:cubicBezTo>
                    <a:pt x="204" y="50"/>
                    <a:pt x="208" y="50"/>
                    <a:pt x="208" y="48"/>
                  </a:cubicBezTo>
                  <a:cubicBezTo>
                    <a:pt x="206" y="48"/>
                    <a:pt x="207" y="44"/>
                    <a:pt x="208" y="43"/>
                  </a:cubicBezTo>
                  <a:cubicBezTo>
                    <a:pt x="209" y="43"/>
                    <a:pt x="210" y="42"/>
                    <a:pt x="211" y="41"/>
                  </a:cubicBezTo>
                  <a:cubicBezTo>
                    <a:pt x="212" y="40"/>
                    <a:pt x="211" y="41"/>
                    <a:pt x="211" y="39"/>
                  </a:cubicBezTo>
                  <a:cubicBezTo>
                    <a:pt x="211" y="36"/>
                    <a:pt x="215" y="36"/>
                    <a:pt x="216" y="34"/>
                  </a:cubicBezTo>
                  <a:cubicBezTo>
                    <a:pt x="216" y="34"/>
                    <a:pt x="216" y="33"/>
                    <a:pt x="216" y="33"/>
                  </a:cubicBezTo>
                  <a:cubicBezTo>
                    <a:pt x="217" y="32"/>
                    <a:pt x="218" y="33"/>
                    <a:pt x="218" y="32"/>
                  </a:cubicBezTo>
                  <a:cubicBezTo>
                    <a:pt x="218" y="31"/>
                    <a:pt x="214" y="29"/>
                    <a:pt x="213" y="28"/>
                  </a:cubicBezTo>
                  <a:cubicBezTo>
                    <a:pt x="212" y="27"/>
                    <a:pt x="211" y="25"/>
                    <a:pt x="210" y="24"/>
                  </a:cubicBezTo>
                  <a:cubicBezTo>
                    <a:pt x="210" y="22"/>
                    <a:pt x="210" y="21"/>
                    <a:pt x="210" y="20"/>
                  </a:cubicBezTo>
                  <a:cubicBezTo>
                    <a:pt x="206" y="19"/>
                    <a:pt x="201" y="21"/>
                    <a:pt x="201" y="25"/>
                  </a:cubicBezTo>
                  <a:cubicBezTo>
                    <a:pt x="201" y="27"/>
                    <a:pt x="201" y="28"/>
                    <a:pt x="200" y="28"/>
                  </a:cubicBezTo>
                  <a:cubicBezTo>
                    <a:pt x="199" y="29"/>
                    <a:pt x="198" y="28"/>
                    <a:pt x="198" y="27"/>
                  </a:cubicBezTo>
                  <a:cubicBezTo>
                    <a:pt x="197" y="26"/>
                    <a:pt x="199" y="24"/>
                    <a:pt x="198" y="22"/>
                  </a:cubicBezTo>
                  <a:cubicBezTo>
                    <a:pt x="197" y="22"/>
                    <a:pt x="195" y="22"/>
                    <a:pt x="194" y="22"/>
                  </a:cubicBezTo>
                  <a:cubicBezTo>
                    <a:pt x="194" y="20"/>
                    <a:pt x="195" y="20"/>
                    <a:pt x="196" y="19"/>
                  </a:cubicBezTo>
                  <a:cubicBezTo>
                    <a:pt x="196" y="19"/>
                    <a:pt x="197" y="19"/>
                    <a:pt x="197" y="19"/>
                  </a:cubicBezTo>
                  <a:cubicBezTo>
                    <a:pt x="197" y="18"/>
                    <a:pt x="200" y="14"/>
                    <a:pt x="201" y="14"/>
                  </a:cubicBezTo>
                  <a:cubicBezTo>
                    <a:pt x="202" y="13"/>
                    <a:pt x="203" y="14"/>
                    <a:pt x="204" y="13"/>
                  </a:cubicBezTo>
                  <a:cubicBezTo>
                    <a:pt x="204" y="12"/>
                    <a:pt x="203" y="11"/>
                    <a:pt x="203" y="10"/>
                  </a:cubicBezTo>
                  <a:cubicBezTo>
                    <a:pt x="202" y="10"/>
                    <a:pt x="201" y="10"/>
                    <a:pt x="199" y="10"/>
                  </a:cubicBezTo>
                  <a:cubicBezTo>
                    <a:pt x="197" y="11"/>
                    <a:pt x="196" y="9"/>
                    <a:pt x="195" y="7"/>
                  </a:cubicBezTo>
                  <a:cubicBezTo>
                    <a:pt x="195" y="6"/>
                    <a:pt x="195" y="7"/>
                    <a:pt x="194" y="6"/>
                  </a:cubicBezTo>
                  <a:cubicBezTo>
                    <a:pt x="194" y="5"/>
                    <a:pt x="192" y="5"/>
                    <a:pt x="192" y="4"/>
                  </a:cubicBezTo>
                  <a:cubicBezTo>
                    <a:pt x="191" y="3"/>
                    <a:pt x="191" y="1"/>
                    <a:pt x="189" y="0"/>
                  </a:cubicBezTo>
                  <a:cubicBezTo>
                    <a:pt x="189" y="2"/>
                    <a:pt x="189" y="2"/>
                    <a:pt x="188" y="3"/>
                  </a:cubicBezTo>
                  <a:cubicBezTo>
                    <a:pt x="187" y="3"/>
                    <a:pt x="187" y="4"/>
                    <a:pt x="187" y="4"/>
                  </a:cubicBezTo>
                  <a:cubicBezTo>
                    <a:pt x="186" y="5"/>
                    <a:pt x="185" y="5"/>
                    <a:pt x="185" y="5"/>
                  </a:cubicBezTo>
                  <a:cubicBezTo>
                    <a:pt x="182" y="7"/>
                    <a:pt x="180" y="8"/>
                    <a:pt x="178" y="9"/>
                  </a:cubicBezTo>
                  <a:cubicBezTo>
                    <a:pt x="175" y="10"/>
                    <a:pt x="173" y="12"/>
                    <a:pt x="171" y="13"/>
                  </a:cubicBezTo>
                  <a:cubicBezTo>
                    <a:pt x="170" y="14"/>
                    <a:pt x="168" y="15"/>
                    <a:pt x="168" y="16"/>
                  </a:cubicBezTo>
                  <a:cubicBezTo>
                    <a:pt x="168" y="16"/>
                    <a:pt x="169" y="17"/>
                    <a:pt x="169" y="18"/>
                  </a:cubicBezTo>
                  <a:cubicBezTo>
                    <a:pt x="169" y="18"/>
                    <a:pt x="169" y="19"/>
                    <a:pt x="169" y="19"/>
                  </a:cubicBezTo>
                  <a:cubicBezTo>
                    <a:pt x="168" y="19"/>
                    <a:pt x="167" y="19"/>
                    <a:pt x="166" y="19"/>
                  </a:cubicBezTo>
                  <a:cubicBezTo>
                    <a:pt x="167" y="20"/>
                    <a:pt x="167" y="23"/>
                    <a:pt x="166" y="24"/>
                  </a:cubicBezTo>
                  <a:cubicBezTo>
                    <a:pt x="165" y="25"/>
                    <a:pt x="163" y="25"/>
                    <a:pt x="161" y="25"/>
                  </a:cubicBezTo>
                  <a:cubicBezTo>
                    <a:pt x="159" y="25"/>
                    <a:pt x="157" y="24"/>
                    <a:pt x="155" y="22"/>
                  </a:cubicBezTo>
                  <a:cubicBezTo>
                    <a:pt x="153" y="21"/>
                    <a:pt x="151" y="21"/>
                    <a:pt x="149" y="21"/>
                  </a:cubicBezTo>
                  <a:cubicBezTo>
                    <a:pt x="147" y="20"/>
                    <a:pt x="145" y="21"/>
                    <a:pt x="143" y="21"/>
                  </a:cubicBezTo>
                  <a:cubicBezTo>
                    <a:pt x="140" y="21"/>
                    <a:pt x="139" y="21"/>
                    <a:pt x="136" y="19"/>
                  </a:cubicBezTo>
                  <a:cubicBezTo>
                    <a:pt x="134" y="17"/>
                    <a:pt x="130" y="14"/>
                    <a:pt x="127" y="14"/>
                  </a:cubicBezTo>
                  <a:cubicBezTo>
                    <a:pt x="127" y="17"/>
                    <a:pt x="127" y="18"/>
                    <a:pt x="124" y="19"/>
                  </a:cubicBezTo>
                  <a:cubicBezTo>
                    <a:pt x="122" y="20"/>
                    <a:pt x="120" y="20"/>
                    <a:pt x="118" y="20"/>
                  </a:cubicBezTo>
                  <a:cubicBezTo>
                    <a:pt x="115" y="21"/>
                    <a:pt x="115" y="23"/>
                    <a:pt x="113" y="25"/>
                  </a:cubicBezTo>
                  <a:cubicBezTo>
                    <a:pt x="111" y="26"/>
                    <a:pt x="110" y="27"/>
                    <a:pt x="109" y="29"/>
                  </a:cubicBezTo>
                  <a:cubicBezTo>
                    <a:pt x="109" y="30"/>
                    <a:pt x="108" y="34"/>
                    <a:pt x="107" y="34"/>
                  </a:cubicBezTo>
                  <a:cubicBezTo>
                    <a:pt x="106" y="34"/>
                    <a:pt x="103" y="33"/>
                    <a:pt x="103" y="34"/>
                  </a:cubicBezTo>
                  <a:cubicBezTo>
                    <a:pt x="102" y="35"/>
                    <a:pt x="104" y="36"/>
                    <a:pt x="104" y="37"/>
                  </a:cubicBezTo>
                  <a:cubicBezTo>
                    <a:pt x="104" y="38"/>
                    <a:pt x="99" y="40"/>
                    <a:pt x="98" y="40"/>
                  </a:cubicBezTo>
                  <a:cubicBezTo>
                    <a:pt x="99" y="42"/>
                    <a:pt x="96" y="43"/>
                    <a:pt x="94" y="44"/>
                  </a:cubicBezTo>
                  <a:cubicBezTo>
                    <a:pt x="93" y="45"/>
                    <a:pt x="93" y="45"/>
                    <a:pt x="92" y="46"/>
                  </a:cubicBezTo>
                  <a:cubicBezTo>
                    <a:pt x="91" y="47"/>
                    <a:pt x="90" y="48"/>
                    <a:pt x="89" y="48"/>
                  </a:cubicBezTo>
                  <a:cubicBezTo>
                    <a:pt x="88" y="49"/>
                    <a:pt x="86" y="48"/>
                    <a:pt x="84" y="48"/>
                  </a:cubicBezTo>
                  <a:cubicBezTo>
                    <a:pt x="83" y="49"/>
                    <a:pt x="83" y="49"/>
                    <a:pt x="82" y="49"/>
                  </a:cubicBezTo>
                  <a:cubicBezTo>
                    <a:pt x="80" y="50"/>
                    <a:pt x="77" y="51"/>
                    <a:pt x="75" y="52"/>
                  </a:cubicBezTo>
                  <a:cubicBezTo>
                    <a:pt x="73" y="53"/>
                    <a:pt x="71" y="52"/>
                    <a:pt x="69" y="52"/>
                  </a:cubicBezTo>
                  <a:cubicBezTo>
                    <a:pt x="67" y="53"/>
                    <a:pt x="68" y="55"/>
                    <a:pt x="68" y="57"/>
                  </a:cubicBezTo>
                  <a:cubicBezTo>
                    <a:pt x="68" y="59"/>
                    <a:pt x="68" y="61"/>
                    <a:pt x="67" y="63"/>
                  </a:cubicBezTo>
                  <a:cubicBezTo>
                    <a:pt x="66" y="63"/>
                    <a:pt x="66" y="64"/>
                    <a:pt x="65" y="65"/>
                  </a:cubicBezTo>
                  <a:cubicBezTo>
                    <a:pt x="65" y="66"/>
                    <a:pt x="64" y="66"/>
                    <a:pt x="63" y="66"/>
                  </a:cubicBezTo>
                  <a:cubicBezTo>
                    <a:pt x="63" y="67"/>
                    <a:pt x="63" y="68"/>
                    <a:pt x="62" y="69"/>
                  </a:cubicBezTo>
                  <a:cubicBezTo>
                    <a:pt x="61" y="69"/>
                    <a:pt x="60" y="69"/>
                    <a:pt x="59" y="70"/>
                  </a:cubicBezTo>
                  <a:cubicBezTo>
                    <a:pt x="58" y="71"/>
                    <a:pt x="58" y="72"/>
                    <a:pt x="57" y="72"/>
                  </a:cubicBezTo>
                  <a:cubicBezTo>
                    <a:pt x="56" y="73"/>
                    <a:pt x="56" y="73"/>
                    <a:pt x="55" y="74"/>
                  </a:cubicBezTo>
                  <a:cubicBezTo>
                    <a:pt x="53" y="74"/>
                    <a:pt x="50" y="75"/>
                    <a:pt x="49" y="76"/>
                  </a:cubicBezTo>
                  <a:cubicBezTo>
                    <a:pt x="49" y="77"/>
                    <a:pt x="49" y="78"/>
                    <a:pt x="48" y="79"/>
                  </a:cubicBezTo>
                  <a:cubicBezTo>
                    <a:pt x="47" y="80"/>
                    <a:pt x="46" y="80"/>
                    <a:pt x="46" y="82"/>
                  </a:cubicBezTo>
                  <a:cubicBezTo>
                    <a:pt x="47" y="82"/>
                    <a:pt x="49" y="83"/>
                    <a:pt x="49" y="84"/>
                  </a:cubicBezTo>
                  <a:cubicBezTo>
                    <a:pt x="52" y="88"/>
                    <a:pt x="40" y="89"/>
                    <a:pt x="41" y="93"/>
                  </a:cubicBezTo>
                  <a:cubicBezTo>
                    <a:pt x="39" y="94"/>
                    <a:pt x="36" y="92"/>
                    <a:pt x="35" y="93"/>
                  </a:cubicBezTo>
                  <a:cubicBezTo>
                    <a:pt x="32" y="95"/>
                    <a:pt x="32" y="96"/>
                    <a:pt x="31" y="93"/>
                  </a:cubicBezTo>
                  <a:cubicBezTo>
                    <a:pt x="30" y="93"/>
                    <a:pt x="29" y="93"/>
                    <a:pt x="28" y="93"/>
                  </a:cubicBezTo>
                  <a:cubicBezTo>
                    <a:pt x="29" y="93"/>
                    <a:pt x="29" y="93"/>
                    <a:pt x="29" y="93"/>
                  </a:cubicBezTo>
                  <a:cubicBezTo>
                    <a:pt x="29" y="94"/>
                    <a:pt x="29" y="94"/>
                    <a:pt x="29" y="95"/>
                  </a:cubicBezTo>
                  <a:cubicBezTo>
                    <a:pt x="26" y="95"/>
                    <a:pt x="25" y="95"/>
                    <a:pt x="23" y="96"/>
                  </a:cubicBezTo>
                  <a:cubicBezTo>
                    <a:pt x="22" y="96"/>
                    <a:pt x="21" y="96"/>
                    <a:pt x="21" y="97"/>
                  </a:cubicBezTo>
                  <a:cubicBezTo>
                    <a:pt x="20" y="98"/>
                    <a:pt x="20" y="99"/>
                    <a:pt x="19" y="100"/>
                  </a:cubicBezTo>
                  <a:cubicBezTo>
                    <a:pt x="18" y="100"/>
                    <a:pt x="17" y="100"/>
                    <a:pt x="16" y="100"/>
                  </a:cubicBezTo>
                  <a:cubicBezTo>
                    <a:pt x="14" y="99"/>
                    <a:pt x="12" y="99"/>
                    <a:pt x="10" y="99"/>
                  </a:cubicBezTo>
                  <a:cubicBezTo>
                    <a:pt x="7" y="99"/>
                    <a:pt x="5" y="98"/>
                    <a:pt x="3" y="98"/>
                  </a:cubicBezTo>
                  <a:cubicBezTo>
                    <a:pt x="2" y="100"/>
                    <a:pt x="3" y="104"/>
                    <a:pt x="0" y="104"/>
                  </a:cubicBezTo>
                  <a:cubicBezTo>
                    <a:pt x="1" y="105"/>
                    <a:pt x="2" y="106"/>
                    <a:pt x="2" y="107"/>
                  </a:cubicBezTo>
                  <a:cubicBezTo>
                    <a:pt x="2" y="108"/>
                    <a:pt x="2" y="110"/>
                    <a:pt x="3" y="110"/>
                  </a:cubicBezTo>
                  <a:cubicBezTo>
                    <a:pt x="4" y="112"/>
                    <a:pt x="5" y="112"/>
                    <a:pt x="7" y="113"/>
                  </a:cubicBezTo>
                  <a:cubicBezTo>
                    <a:pt x="9" y="114"/>
                    <a:pt x="8" y="114"/>
                    <a:pt x="9" y="116"/>
                  </a:cubicBezTo>
                  <a:cubicBezTo>
                    <a:pt x="10" y="114"/>
                    <a:pt x="11" y="114"/>
                    <a:pt x="14" y="114"/>
                  </a:cubicBezTo>
                  <a:cubicBezTo>
                    <a:pt x="16" y="114"/>
                    <a:pt x="17" y="113"/>
                    <a:pt x="18" y="113"/>
                  </a:cubicBezTo>
                  <a:cubicBezTo>
                    <a:pt x="20" y="112"/>
                    <a:pt x="20" y="113"/>
                    <a:pt x="21" y="114"/>
                  </a:cubicBezTo>
                  <a:cubicBezTo>
                    <a:pt x="22" y="116"/>
                    <a:pt x="23" y="117"/>
                    <a:pt x="24" y="118"/>
                  </a:cubicBezTo>
                  <a:cubicBezTo>
                    <a:pt x="25" y="118"/>
                    <a:pt x="26" y="119"/>
                    <a:pt x="26" y="120"/>
                  </a:cubicBezTo>
                  <a:cubicBezTo>
                    <a:pt x="25" y="121"/>
                    <a:pt x="24" y="121"/>
                    <a:pt x="24" y="121"/>
                  </a:cubicBezTo>
                  <a:cubicBezTo>
                    <a:pt x="23" y="122"/>
                    <a:pt x="24" y="123"/>
                    <a:pt x="24" y="124"/>
                  </a:cubicBezTo>
                  <a:cubicBezTo>
                    <a:pt x="23" y="124"/>
                    <a:pt x="22" y="124"/>
                    <a:pt x="21" y="125"/>
                  </a:cubicBezTo>
                  <a:cubicBezTo>
                    <a:pt x="21" y="126"/>
                    <a:pt x="21" y="128"/>
                    <a:pt x="21" y="129"/>
                  </a:cubicBezTo>
                  <a:cubicBezTo>
                    <a:pt x="21" y="130"/>
                    <a:pt x="24" y="132"/>
                    <a:pt x="26" y="133"/>
                  </a:cubicBezTo>
                  <a:cubicBezTo>
                    <a:pt x="26" y="135"/>
                    <a:pt x="28" y="137"/>
                    <a:pt x="27" y="140"/>
                  </a:cubicBezTo>
                  <a:cubicBezTo>
                    <a:pt x="27" y="140"/>
                    <a:pt x="28" y="139"/>
                    <a:pt x="29" y="139"/>
                  </a:cubicBezTo>
                  <a:cubicBezTo>
                    <a:pt x="30" y="139"/>
                    <a:pt x="31" y="139"/>
                    <a:pt x="33" y="138"/>
                  </a:cubicBezTo>
                  <a:cubicBezTo>
                    <a:pt x="33" y="138"/>
                    <a:pt x="34" y="138"/>
                    <a:pt x="35" y="138"/>
                  </a:cubicBezTo>
                  <a:cubicBezTo>
                    <a:pt x="36" y="138"/>
                    <a:pt x="37" y="137"/>
                    <a:pt x="38" y="137"/>
                  </a:cubicBezTo>
                  <a:cubicBezTo>
                    <a:pt x="39" y="136"/>
                    <a:pt x="41" y="136"/>
                    <a:pt x="42" y="136"/>
                  </a:cubicBezTo>
                  <a:cubicBezTo>
                    <a:pt x="44" y="136"/>
                    <a:pt x="45" y="135"/>
                    <a:pt x="47" y="134"/>
                  </a:cubicBezTo>
                  <a:cubicBezTo>
                    <a:pt x="48" y="134"/>
                    <a:pt x="48" y="133"/>
                    <a:pt x="49" y="133"/>
                  </a:cubicBezTo>
                  <a:cubicBezTo>
                    <a:pt x="50" y="133"/>
                    <a:pt x="50" y="133"/>
                    <a:pt x="51" y="133"/>
                  </a:cubicBezTo>
                  <a:cubicBezTo>
                    <a:pt x="52" y="132"/>
                    <a:pt x="52" y="131"/>
                    <a:pt x="54" y="131"/>
                  </a:cubicBezTo>
                  <a:cubicBezTo>
                    <a:pt x="57" y="131"/>
                    <a:pt x="59" y="132"/>
                    <a:pt x="62" y="133"/>
                  </a:cubicBezTo>
                  <a:cubicBezTo>
                    <a:pt x="63" y="133"/>
                    <a:pt x="65" y="133"/>
                    <a:pt x="66" y="134"/>
                  </a:cubicBezTo>
                  <a:cubicBezTo>
                    <a:pt x="68" y="135"/>
                    <a:pt x="70" y="135"/>
                    <a:pt x="72" y="135"/>
                  </a:cubicBezTo>
                  <a:cubicBezTo>
                    <a:pt x="73" y="135"/>
                    <a:pt x="75" y="135"/>
                    <a:pt x="76" y="134"/>
                  </a:cubicBezTo>
                  <a:cubicBezTo>
                    <a:pt x="79" y="132"/>
                    <a:pt x="81" y="132"/>
                    <a:pt x="84" y="132"/>
                  </a:cubicBezTo>
                  <a:cubicBezTo>
                    <a:pt x="85" y="132"/>
                    <a:pt x="87" y="132"/>
                    <a:pt x="88" y="132"/>
                  </a:cubicBezTo>
                  <a:cubicBezTo>
                    <a:pt x="88" y="132"/>
                    <a:pt x="89" y="131"/>
                    <a:pt x="90" y="131"/>
                  </a:cubicBezTo>
                  <a:cubicBezTo>
                    <a:pt x="90" y="131"/>
                    <a:pt x="91" y="131"/>
                    <a:pt x="91" y="131"/>
                  </a:cubicBezTo>
                  <a:cubicBezTo>
                    <a:pt x="93" y="131"/>
                    <a:pt x="94" y="131"/>
                    <a:pt x="95" y="131"/>
                  </a:cubicBezTo>
                  <a:cubicBezTo>
                    <a:pt x="97" y="131"/>
                    <a:pt x="98" y="130"/>
                    <a:pt x="99" y="129"/>
                  </a:cubicBezTo>
                  <a:cubicBezTo>
                    <a:pt x="99" y="128"/>
                    <a:pt x="100" y="127"/>
                    <a:pt x="100" y="126"/>
                  </a:cubicBezTo>
                  <a:cubicBezTo>
                    <a:pt x="101" y="125"/>
                    <a:pt x="102" y="125"/>
                    <a:pt x="103" y="125"/>
                  </a:cubicBezTo>
                  <a:cubicBezTo>
                    <a:pt x="104" y="124"/>
                    <a:pt x="103" y="123"/>
                    <a:pt x="103" y="122"/>
                  </a:cubicBezTo>
                  <a:cubicBezTo>
                    <a:pt x="103" y="121"/>
                    <a:pt x="104" y="120"/>
                    <a:pt x="104" y="119"/>
                  </a:cubicBezTo>
                  <a:cubicBezTo>
                    <a:pt x="106" y="117"/>
                    <a:pt x="107" y="116"/>
                    <a:pt x="108" y="114"/>
                  </a:cubicBezTo>
                  <a:cubicBezTo>
                    <a:pt x="109" y="114"/>
                    <a:pt x="109" y="114"/>
                    <a:pt x="110" y="113"/>
                  </a:cubicBezTo>
                  <a:cubicBezTo>
                    <a:pt x="110" y="113"/>
                    <a:pt x="110" y="113"/>
                    <a:pt x="111" y="112"/>
                  </a:cubicBezTo>
                  <a:cubicBezTo>
                    <a:pt x="112" y="111"/>
                    <a:pt x="113" y="111"/>
                    <a:pt x="113" y="110"/>
                  </a:cubicBezTo>
                  <a:cubicBezTo>
                    <a:pt x="114" y="109"/>
                    <a:pt x="115" y="109"/>
                    <a:pt x="116" y="108"/>
                  </a:cubicBezTo>
                  <a:cubicBezTo>
                    <a:pt x="116" y="107"/>
                    <a:pt x="117" y="106"/>
                    <a:pt x="118" y="106"/>
                  </a:cubicBezTo>
                  <a:cubicBezTo>
                    <a:pt x="118" y="105"/>
                    <a:pt x="118" y="105"/>
                    <a:pt x="119" y="105"/>
                  </a:cubicBezTo>
                  <a:cubicBezTo>
                    <a:pt x="119" y="104"/>
                    <a:pt x="119" y="101"/>
                    <a:pt x="118" y="100"/>
                  </a:cubicBezTo>
                  <a:cubicBezTo>
                    <a:pt x="117" y="99"/>
                    <a:pt x="117" y="100"/>
                    <a:pt x="116" y="99"/>
                  </a:cubicBezTo>
                  <a:cubicBezTo>
                    <a:pt x="116" y="98"/>
                    <a:pt x="117" y="98"/>
                    <a:pt x="117" y="98"/>
                  </a:cubicBezTo>
                  <a:cubicBezTo>
                    <a:pt x="118" y="97"/>
                    <a:pt x="120" y="98"/>
                    <a:pt x="121" y="98"/>
                  </a:cubicBezTo>
                  <a:cubicBezTo>
                    <a:pt x="122" y="99"/>
                    <a:pt x="123" y="100"/>
                    <a:pt x="124" y="100"/>
                  </a:cubicBezTo>
                  <a:cubicBezTo>
                    <a:pt x="126" y="100"/>
                    <a:pt x="126" y="99"/>
                    <a:pt x="128" y="99"/>
                  </a:cubicBezTo>
                  <a:cubicBezTo>
                    <a:pt x="129" y="99"/>
                    <a:pt x="131" y="99"/>
                    <a:pt x="131" y="98"/>
                  </a:cubicBezTo>
                  <a:cubicBezTo>
                    <a:pt x="132" y="97"/>
                    <a:pt x="133" y="98"/>
                    <a:pt x="135" y="97"/>
                  </a:cubicBezTo>
                  <a:cubicBezTo>
                    <a:pt x="136" y="96"/>
                    <a:pt x="137" y="95"/>
                    <a:pt x="139" y="95"/>
                  </a:cubicBezTo>
                  <a:cubicBezTo>
                    <a:pt x="140" y="94"/>
                    <a:pt x="141" y="94"/>
                    <a:pt x="142" y="93"/>
                  </a:cubicBezTo>
                  <a:cubicBezTo>
                    <a:pt x="142" y="92"/>
                    <a:pt x="143" y="92"/>
                    <a:pt x="144" y="91"/>
                  </a:cubicBezTo>
                  <a:cubicBezTo>
                    <a:pt x="145" y="91"/>
                    <a:pt x="145" y="91"/>
                    <a:pt x="145" y="91"/>
                  </a:cubicBezTo>
                  <a:cubicBezTo>
                    <a:pt x="145" y="91"/>
                    <a:pt x="145" y="91"/>
                    <a:pt x="146" y="91"/>
                  </a:cubicBezTo>
                  <a:cubicBezTo>
                    <a:pt x="146" y="91"/>
                    <a:pt x="146" y="91"/>
                    <a:pt x="146" y="91"/>
                  </a:cubicBezTo>
                  <a:cubicBezTo>
                    <a:pt x="147" y="90"/>
                    <a:pt x="147" y="90"/>
                    <a:pt x="147" y="90"/>
                  </a:cubicBezTo>
                  <a:cubicBezTo>
                    <a:pt x="148" y="90"/>
                    <a:pt x="149" y="90"/>
                    <a:pt x="149" y="89"/>
                  </a:cubicBezTo>
                  <a:cubicBezTo>
                    <a:pt x="150" y="89"/>
                    <a:pt x="150" y="89"/>
                    <a:pt x="151" y="88"/>
                  </a:cubicBezTo>
                  <a:cubicBezTo>
                    <a:pt x="152" y="88"/>
                    <a:pt x="152" y="88"/>
                    <a:pt x="152" y="87"/>
                  </a:cubicBezTo>
                  <a:cubicBezTo>
                    <a:pt x="153" y="87"/>
                    <a:pt x="154" y="87"/>
                    <a:pt x="156" y="86"/>
                  </a:cubicBezTo>
                  <a:cubicBezTo>
                    <a:pt x="156" y="86"/>
                    <a:pt x="157" y="86"/>
                    <a:pt x="157" y="85"/>
                  </a:cubicBezTo>
                  <a:cubicBezTo>
                    <a:pt x="158" y="85"/>
                    <a:pt x="159" y="85"/>
                    <a:pt x="159" y="85"/>
                  </a:cubicBezTo>
                  <a:cubicBezTo>
                    <a:pt x="160" y="85"/>
                    <a:pt x="160" y="85"/>
                    <a:pt x="161" y="84"/>
                  </a:cubicBezTo>
                  <a:cubicBezTo>
                    <a:pt x="161" y="84"/>
                    <a:pt x="162" y="83"/>
                    <a:pt x="162" y="83"/>
                  </a:cubicBezTo>
                  <a:cubicBezTo>
                    <a:pt x="163" y="83"/>
                    <a:pt x="164" y="83"/>
                    <a:pt x="164" y="83"/>
                  </a:cubicBezTo>
                  <a:cubicBezTo>
                    <a:pt x="165" y="82"/>
                    <a:pt x="164" y="82"/>
                    <a:pt x="165" y="82"/>
                  </a:cubicBezTo>
                  <a:cubicBezTo>
                    <a:pt x="166" y="81"/>
                    <a:pt x="168" y="81"/>
                    <a:pt x="169" y="81"/>
                  </a:cubicBezTo>
                  <a:cubicBezTo>
                    <a:pt x="170" y="81"/>
                    <a:pt x="171" y="81"/>
                    <a:pt x="172" y="80"/>
                  </a:cubicBezTo>
                  <a:cubicBezTo>
                    <a:pt x="174" y="79"/>
                    <a:pt x="174" y="79"/>
                    <a:pt x="176" y="79"/>
                  </a:cubicBezTo>
                  <a:cubicBezTo>
                    <a:pt x="177" y="78"/>
                    <a:pt x="177" y="78"/>
                    <a:pt x="179" y="77"/>
                  </a:cubicBezTo>
                  <a:cubicBezTo>
                    <a:pt x="180" y="76"/>
                    <a:pt x="181" y="76"/>
                    <a:pt x="182" y="76"/>
                  </a:cubicBezTo>
                  <a:cubicBezTo>
                    <a:pt x="184" y="76"/>
                    <a:pt x="185" y="75"/>
                    <a:pt x="186" y="75"/>
                  </a:cubicBezTo>
                  <a:cubicBezTo>
                    <a:pt x="188" y="75"/>
                    <a:pt x="192" y="74"/>
                    <a:pt x="193" y="76"/>
                  </a:cubicBezTo>
                  <a:cubicBezTo>
                    <a:pt x="194" y="77"/>
                    <a:pt x="192" y="78"/>
                    <a:pt x="192" y="79"/>
                  </a:cubicBezTo>
                  <a:cubicBezTo>
                    <a:pt x="191" y="80"/>
                    <a:pt x="191" y="80"/>
                    <a:pt x="190" y="81"/>
                  </a:cubicBezTo>
                  <a:cubicBezTo>
                    <a:pt x="189" y="81"/>
                    <a:pt x="188" y="81"/>
                    <a:pt x="188" y="82"/>
                  </a:cubicBezTo>
                  <a:cubicBezTo>
                    <a:pt x="187" y="83"/>
                    <a:pt x="187" y="85"/>
                    <a:pt x="187" y="87"/>
                  </a:cubicBezTo>
                  <a:cubicBezTo>
                    <a:pt x="187" y="90"/>
                    <a:pt x="187" y="93"/>
                    <a:pt x="191" y="94"/>
                  </a:cubicBezTo>
                  <a:cubicBezTo>
                    <a:pt x="191" y="96"/>
                    <a:pt x="191" y="97"/>
                    <a:pt x="191" y="98"/>
                  </a:cubicBezTo>
                  <a:cubicBezTo>
                    <a:pt x="192" y="99"/>
                    <a:pt x="192" y="100"/>
                    <a:pt x="193" y="102"/>
                  </a:cubicBezTo>
                  <a:cubicBezTo>
                    <a:pt x="193" y="102"/>
                    <a:pt x="194" y="102"/>
                    <a:pt x="195" y="101"/>
                  </a:cubicBezTo>
                  <a:cubicBezTo>
                    <a:pt x="196" y="101"/>
                    <a:pt x="196" y="100"/>
                    <a:pt x="197" y="100"/>
                  </a:cubicBezTo>
                  <a:cubicBezTo>
                    <a:pt x="199" y="99"/>
                    <a:pt x="198" y="102"/>
                    <a:pt x="198" y="104"/>
                  </a:cubicBezTo>
                  <a:cubicBezTo>
                    <a:pt x="197" y="107"/>
                    <a:pt x="194" y="109"/>
                    <a:pt x="191" y="108"/>
                  </a:cubicBezTo>
                  <a:cubicBezTo>
                    <a:pt x="191" y="109"/>
                    <a:pt x="189" y="109"/>
                    <a:pt x="188" y="110"/>
                  </a:cubicBezTo>
                  <a:cubicBezTo>
                    <a:pt x="187" y="110"/>
                    <a:pt x="186" y="110"/>
                    <a:pt x="185" y="111"/>
                  </a:cubicBezTo>
                  <a:cubicBezTo>
                    <a:pt x="184" y="111"/>
                    <a:pt x="179" y="111"/>
                    <a:pt x="178" y="110"/>
                  </a:cubicBezTo>
                  <a:cubicBezTo>
                    <a:pt x="176" y="110"/>
                    <a:pt x="176" y="110"/>
                    <a:pt x="175" y="112"/>
                  </a:cubicBezTo>
                  <a:cubicBezTo>
                    <a:pt x="175" y="113"/>
                    <a:pt x="175" y="115"/>
                    <a:pt x="175" y="116"/>
                  </a:cubicBezTo>
                  <a:cubicBezTo>
                    <a:pt x="175" y="116"/>
                    <a:pt x="172" y="117"/>
                    <a:pt x="172" y="117"/>
                  </a:cubicBezTo>
                  <a:cubicBezTo>
                    <a:pt x="171" y="118"/>
                    <a:pt x="169" y="120"/>
                    <a:pt x="169" y="120"/>
                  </a:cubicBezTo>
                  <a:cubicBezTo>
                    <a:pt x="169" y="120"/>
                    <a:pt x="169" y="120"/>
                    <a:pt x="169" y="120"/>
                  </a:cubicBezTo>
                  <a:cubicBezTo>
                    <a:pt x="169" y="121"/>
                    <a:pt x="168" y="121"/>
                    <a:pt x="167" y="122"/>
                  </a:cubicBezTo>
                  <a:cubicBezTo>
                    <a:pt x="166" y="122"/>
                    <a:pt x="165" y="121"/>
                    <a:pt x="164" y="122"/>
                  </a:cubicBezTo>
                  <a:cubicBezTo>
                    <a:pt x="163" y="122"/>
                    <a:pt x="163" y="123"/>
                    <a:pt x="162" y="123"/>
                  </a:cubicBezTo>
                  <a:cubicBezTo>
                    <a:pt x="162" y="124"/>
                    <a:pt x="160" y="125"/>
                    <a:pt x="160" y="126"/>
                  </a:cubicBezTo>
                  <a:cubicBezTo>
                    <a:pt x="159" y="126"/>
                    <a:pt x="158" y="127"/>
                    <a:pt x="158" y="127"/>
                  </a:cubicBezTo>
                  <a:cubicBezTo>
                    <a:pt x="157" y="128"/>
                    <a:pt x="156" y="127"/>
                    <a:pt x="155" y="128"/>
                  </a:cubicBezTo>
                  <a:cubicBezTo>
                    <a:pt x="154" y="128"/>
                    <a:pt x="152" y="128"/>
                    <a:pt x="151" y="129"/>
                  </a:cubicBezTo>
                  <a:cubicBezTo>
                    <a:pt x="150" y="129"/>
                    <a:pt x="151" y="131"/>
                    <a:pt x="150" y="132"/>
                  </a:cubicBezTo>
                  <a:cubicBezTo>
                    <a:pt x="149" y="132"/>
                    <a:pt x="148" y="134"/>
                    <a:pt x="148" y="135"/>
                  </a:cubicBezTo>
                  <a:cubicBezTo>
                    <a:pt x="147" y="136"/>
                    <a:pt x="145" y="137"/>
                    <a:pt x="144" y="137"/>
                  </a:cubicBezTo>
                  <a:cubicBezTo>
                    <a:pt x="140" y="140"/>
                    <a:pt x="134" y="141"/>
                    <a:pt x="132" y="146"/>
                  </a:cubicBezTo>
                  <a:cubicBezTo>
                    <a:pt x="131" y="147"/>
                    <a:pt x="131" y="148"/>
                    <a:pt x="131" y="149"/>
                  </a:cubicBezTo>
                  <a:cubicBezTo>
                    <a:pt x="131" y="151"/>
                    <a:pt x="129" y="151"/>
                    <a:pt x="128" y="152"/>
                  </a:cubicBezTo>
                  <a:cubicBezTo>
                    <a:pt x="128" y="153"/>
                    <a:pt x="128" y="153"/>
                    <a:pt x="127" y="153"/>
                  </a:cubicBezTo>
                  <a:cubicBezTo>
                    <a:pt x="126" y="154"/>
                    <a:pt x="126" y="153"/>
                    <a:pt x="125" y="153"/>
                  </a:cubicBezTo>
                  <a:cubicBezTo>
                    <a:pt x="125" y="152"/>
                    <a:pt x="126" y="150"/>
                    <a:pt x="125" y="149"/>
                  </a:cubicBezTo>
                  <a:cubicBezTo>
                    <a:pt x="125" y="149"/>
                    <a:pt x="123" y="149"/>
                    <a:pt x="123" y="150"/>
                  </a:cubicBezTo>
                  <a:cubicBezTo>
                    <a:pt x="121" y="152"/>
                    <a:pt x="122" y="155"/>
                    <a:pt x="120" y="158"/>
                  </a:cubicBezTo>
                  <a:cubicBezTo>
                    <a:pt x="119" y="159"/>
                    <a:pt x="118" y="159"/>
                    <a:pt x="116" y="160"/>
                  </a:cubicBezTo>
                  <a:cubicBezTo>
                    <a:pt x="116" y="161"/>
                    <a:pt x="112" y="168"/>
                    <a:pt x="112" y="168"/>
                  </a:cubicBezTo>
                  <a:cubicBezTo>
                    <a:pt x="113" y="170"/>
                    <a:pt x="115" y="170"/>
                    <a:pt x="113" y="172"/>
                  </a:cubicBezTo>
                  <a:cubicBezTo>
                    <a:pt x="111" y="174"/>
                    <a:pt x="111" y="174"/>
                    <a:pt x="111" y="176"/>
                  </a:cubicBezTo>
                  <a:cubicBezTo>
                    <a:pt x="112" y="180"/>
                    <a:pt x="111" y="183"/>
                    <a:pt x="107" y="183"/>
                  </a:cubicBezTo>
                  <a:cubicBezTo>
                    <a:pt x="105" y="184"/>
                    <a:pt x="104" y="184"/>
                    <a:pt x="103" y="182"/>
                  </a:cubicBezTo>
                  <a:cubicBezTo>
                    <a:pt x="103" y="181"/>
                    <a:pt x="102" y="179"/>
                    <a:pt x="103" y="178"/>
                  </a:cubicBezTo>
                  <a:cubicBezTo>
                    <a:pt x="102" y="179"/>
                    <a:pt x="100" y="179"/>
                    <a:pt x="98" y="180"/>
                  </a:cubicBezTo>
                  <a:cubicBezTo>
                    <a:pt x="98" y="181"/>
                    <a:pt x="98" y="182"/>
                    <a:pt x="99" y="183"/>
                  </a:cubicBezTo>
                  <a:cubicBezTo>
                    <a:pt x="98" y="186"/>
                    <a:pt x="94" y="186"/>
                    <a:pt x="92" y="188"/>
                  </a:cubicBezTo>
                  <a:cubicBezTo>
                    <a:pt x="91" y="189"/>
                    <a:pt x="92" y="190"/>
                    <a:pt x="92" y="192"/>
                  </a:cubicBezTo>
                  <a:cubicBezTo>
                    <a:pt x="91" y="193"/>
                    <a:pt x="90" y="193"/>
                    <a:pt x="90" y="195"/>
                  </a:cubicBezTo>
                  <a:cubicBezTo>
                    <a:pt x="88" y="195"/>
                    <a:pt x="85" y="196"/>
                    <a:pt x="84" y="197"/>
                  </a:cubicBezTo>
                  <a:cubicBezTo>
                    <a:pt x="84" y="199"/>
                    <a:pt x="84" y="198"/>
                    <a:pt x="85" y="199"/>
                  </a:cubicBezTo>
                  <a:cubicBezTo>
                    <a:pt x="86" y="201"/>
                    <a:pt x="86" y="201"/>
                    <a:pt x="86" y="201"/>
                  </a:cubicBezTo>
                  <a:cubicBezTo>
                    <a:pt x="89" y="203"/>
                    <a:pt x="90" y="201"/>
                    <a:pt x="90" y="205"/>
                  </a:cubicBezTo>
                  <a:cubicBezTo>
                    <a:pt x="90" y="206"/>
                    <a:pt x="90" y="208"/>
                    <a:pt x="91" y="210"/>
                  </a:cubicBezTo>
                  <a:cubicBezTo>
                    <a:pt x="92" y="210"/>
                    <a:pt x="93" y="210"/>
                    <a:pt x="94" y="211"/>
                  </a:cubicBezTo>
                  <a:cubicBezTo>
                    <a:pt x="96" y="212"/>
                    <a:pt x="97" y="213"/>
                    <a:pt x="99" y="213"/>
                  </a:cubicBezTo>
                  <a:cubicBezTo>
                    <a:pt x="100" y="211"/>
                    <a:pt x="100" y="209"/>
                    <a:pt x="102" y="207"/>
                  </a:cubicBezTo>
                  <a:cubicBezTo>
                    <a:pt x="103" y="206"/>
                    <a:pt x="104" y="206"/>
                    <a:pt x="105" y="205"/>
                  </a:cubicBezTo>
                  <a:cubicBezTo>
                    <a:pt x="106" y="203"/>
                    <a:pt x="105" y="201"/>
                    <a:pt x="103" y="201"/>
                  </a:cubicBezTo>
                  <a:cubicBezTo>
                    <a:pt x="104" y="199"/>
                    <a:pt x="106" y="199"/>
                    <a:pt x="108" y="199"/>
                  </a:cubicBezTo>
                  <a:cubicBezTo>
                    <a:pt x="110" y="198"/>
                    <a:pt x="111" y="198"/>
                    <a:pt x="113" y="198"/>
                  </a:cubicBezTo>
                  <a:cubicBezTo>
                    <a:pt x="114" y="198"/>
                    <a:pt x="116" y="198"/>
                    <a:pt x="117" y="198"/>
                  </a:cubicBezTo>
                  <a:cubicBezTo>
                    <a:pt x="118" y="199"/>
                    <a:pt x="119" y="199"/>
                    <a:pt x="120" y="199"/>
                  </a:cubicBezTo>
                  <a:cubicBezTo>
                    <a:pt x="120" y="199"/>
                    <a:pt x="121" y="198"/>
                    <a:pt x="121" y="198"/>
                  </a:cubicBezTo>
                  <a:cubicBezTo>
                    <a:pt x="123" y="198"/>
                    <a:pt x="122" y="199"/>
                    <a:pt x="123" y="199"/>
                  </a:cubicBezTo>
                  <a:cubicBezTo>
                    <a:pt x="124" y="199"/>
                    <a:pt x="124" y="199"/>
                    <a:pt x="125" y="198"/>
                  </a:cubicBezTo>
                  <a:cubicBezTo>
                    <a:pt x="127" y="198"/>
                    <a:pt x="128" y="197"/>
                    <a:pt x="130" y="197"/>
                  </a:cubicBezTo>
                  <a:cubicBezTo>
                    <a:pt x="131" y="197"/>
                    <a:pt x="133" y="198"/>
                    <a:pt x="134" y="197"/>
                  </a:cubicBezTo>
                  <a:cubicBezTo>
                    <a:pt x="134" y="196"/>
                    <a:pt x="134" y="195"/>
                    <a:pt x="134" y="195"/>
                  </a:cubicBezTo>
                  <a:cubicBezTo>
                    <a:pt x="135" y="194"/>
                    <a:pt x="135" y="194"/>
                    <a:pt x="135" y="193"/>
                  </a:cubicBezTo>
                  <a:cubicBezTo>
                    <a:pt x="136" y="193"/>
                    <a:pt x="138" y="189"/>
                    <a:pt x="139" y="189"/>
                  </a:cubicBezTo>
                  <a:cubicBezTo>
                    <a:pt x="139" y="190"/>
                    <a:pt x="139" y="190"/>
                    <a:pt x="140" y="190"/>
                  </a:cubicBezTo>
                  <a:cubicBezTo>
                    <a:pt x="140" y="193"/>
                    <a:pt x="140" y="196"/>
                    <a:pt x="140" y="198"/>
                  </a:cubicBezTo>
                  <a:cubicBezTo>
                    <a:pt x="142" y="198"/>
                    <a:pt x="144" y="199"/>
                    <a:pt x="145" y="20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2" name="Freeform 283">
              <a:extLst>
                <a:ext uri="{FF2B5EF4-FFF2-40B4-BE49-F238E27FC236}">
                  <a16:creationId xmlns:a16="http://schemas.microsoft.com/office/drawing/2014/main" id="{E08AF7D2-7177-412A-90B0-8637A014BFC8}"/>
                </a:ext>
              </a:extLst>
            </p:cNvPr>
            <p:cNvSpPr>
              <a:spLocks/>
            </p:cNvSpPr>
            <p:nvPr/>
          </p:nvSpPr>
          <p:spPr bwMode="auto">
            <a:xfrm>
              <a:off x="6161088" y="3333751"/>
              <a:ext cx="206375" cy="434975"/>
            </a:xfrm>
            <a:custGeom>
              <a:avLst/>
              <a:gdLst>
                <a:gd name="T0" fmla="*/ 5 w 58"/>
                <a:gd name="T1" fmla="*/ 45 h 123"/>
                <a:gd name="T2" fmla="*/ 5 w 58"/>
                <a:gd name="T3" fmla="*/ 52 h 123"/>
                <a:gd name="T4" fmla="*/ 8 w 58"/>
                <a:gd name="T5" fmla="*/ 65 h 123"/>
                <a:gd name="T6" fmla="*/ 9 w 58"/>
                <a:gd name="T7" fmla="*/ 74 h 123"/>
                <a:gd name="T8" fmla="*/ 12 w 58"/>
                <a:gd name="T9" fmla="*/ 81 h 123"/>
                <a:gd name="T10" fmla="*/ 15 w 58"/>
                <a:gd name="T11" fmla="*/ 90 h 123"/>
                <a:gd name="T12" fmla="*/ 18 w 58"/>
                <a:gd name="T13" fmla="*/ 96 h 123"/>
                <a:gd name="T14" fmla="*/ 20 w 58"/>
                <a:gd name="T15" fmla="*/ 114 h 123"/>
                <a:gd name="T16" fmla="*/ 24 w 58"/>
                <a:gd name="T17" fmla="*/ 120 h 123"/>
                <a:gd name="T18" fmla="*/ 26 w 58"/>
                <a:gd name="T19" fmla="*/ 113 h 123"/>
                <a:gd name="T20" fmla="*/ 30 w 58"/>
                <a:gd name="T21" fmla="*/ 116 h 123"/>
                <a:gd name="T22" fmla="*/ 34 w 58"/>
                <a:gd name="T23" fmla="*/ 122 h 123"/>
                <a:gd name="T24" fmla="*/ 40 w 58"/>
                <a:gd name="T25" fmla="*/ 117 h 123"/>
                <a:gd name="T26" fmla="*/ 44 w 58"/>
                <a:gd name="T27" fmla="*/ 111 h 123"/>
                <a:gd name="T28" fmla="*/ 49 w 58"/>
                <a:gd name="T29" fmla="*/ 110 h 123"/>
                <a:gd name="T30" fmla="*/ 51 w 58"/>
                <a:gd name="T31" fmla="*/ 102 h 123"/>
                <a:gd name="T32" fmla="*/ 48 w 58"/>
                <a:gd name="T33" fmla="*/ 98 h 123"/>
                <a:gd name="T34" fmla="*/ 46 w 58"/>
                <a:gd name="T35" fmla="*/ 86 h 123"/>
                <a:gd name="T36" fmla="*/ 43 w 58"/>
                <a:gd name="T37" fmla="*/ 78 h 123"/>
                <a:gd name="T38" fmla="*/ 46 w 58"/>
                <a:gd name="T39" fmla="*/ 74 h 123"/>
                <a:gd name="T40" fmla="*/ 53 w 58"/>
                <a:gd name="T41" fmla="*/ 72 h 123"/>
                <a:gd name="T42" fmla="*/ 56 w 58"/>
                <a:gd name="T43" fmla="*/ 66 h 123"/>
                <a:gd name="T44" fmla="*/ 58 w 58"/>
                <a:gd name="T45" fmla="*/ 49 h 123"/>
                <a:gd name="T46" fmla="*/ 54 w 58"/>
                <a:gd name="T47" fmla="*/ 33 h 123"/>
                <a:gd name="T48" fmla="*/ 50 w 58"/>
                <a:gd name="T49" fmla="*/ 25 h 123"/>
                <a:gd name="T50" fmla="*/ 49 w 58"/>
                <a:gd name="T51" fmla="*/ 19 h 123"/>
                <a:gd name="T52" fmla="*/ 45 w 58"/>
                <a:gd name="T53" fmla="*/ 17 h 123"/>
                <a:gd name="T54" fmla="*/ 39 w 58"/>
                <a:gd name="T55" fmla="*/ 15 h 123"/>
                <a:gd name="T56" fmla="*/ 34 w 58"/>
                <a:gd name="T57" fmla="*/ 11 h 123"/>
                <a:gd name="T58" fmla="*/ 34 w 58"/>
                <a:gd name="T59" fmla="*/ 2 h 123"/>
                <a:gd name="T60" fmla="*/ 33 w 58"/>
                <a:gd name="T61" fmla="*/ 4 h 123"/>
                <a:gd name="T62" fmla="*/ 24 w 58"/>
                <a:gd name="T63" fmla="*/ 6 h 123"/>
                <a:gd name="T64" fmla="*/ 18 w 58"/>
                <a:gd name="T65" fmla="*/ 7 h 123"/>
                <a:gd name="T66" fmla="*/ 15 w 58"/>
                <a:gd name="T67" fmla="*/ 12 h 123"/>
                <a:gd name="T68" fmla="*/ 11 w 58"/>
                <a:gd name="T69" fmla="*/ 16 h 123"/>
                <a:gd name="T70" fmla="*/ 6 w 58"/>
                <a:gd name="T71" fmla="*/ 12 h 123"/>
                <a:gd name="T72" fmla="*/ 1 w 58"/>
                <a:gd name="T73" fmla="*/ 18 h 123"/>
                <a:gd name="T74" fmla="*/ 2 w 58"/>
                <a:gd name="T75" fmla="*/ 25 h 123"/>
                <a:gd name="T76" fmla="*/ 2 w 58"/>
                <a:gd name="T77" fmla="*/ 3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123">
                  <a:moveTo>
                    <a:pt x="2" y="39"/>
                  </a:moveTo>
                  <a:cubicBezTo>
                    <a:pt x="4" y="40"/>
                    <a:pt x="4" y="44"/>
                    <a:pt x="5" y="45"/>
                  </a:cubicBezTo>
                  <a:cubicBezTo>
                    <a:pt x="5" y="46"/>
                    <a:pt x="5" y="47"/>
                    <a:pt x="5" y="49"/>
                  </a:cubicBezTo>
                  <a:cubicBezTo>
                    <a:pt x="5" y="50"/>
                    <a:pt x="4" y="51"/>
                    <a:pt x="5" y="52"/>
                  </a:cubicBezTo>
                  <a:cubicBezTo>
                    <a:pt x="6" y="54"/>
                    <a:pt x="8" y="54"/>
                    <a:pt x="8" y="56"/>
                  </a:cubicBezTo>
                  <a:cubicBezTo>
                    <a:pt x="8" y="59"/>
                    <a:pt x="8" y="62"/>
                    <a:pt x="8" y="65"/>
                  </a:cubicBezTo>
                  <a:cubicBezTo>
                    <a:pt x="7" y="66"/>
                    <a:pt x="7" y="68"/>
                    <a:pt x="7" y="69"/>
                  </a:cubicBezTo>
                  <a:cubicBezTo>
                    <a:pt x="7" y="71"/>
                    <a:pt x="8" y="72"/>
                    <a:pt x="9" y="74"/>
                  </a:cubicBezTo>
                  <a:cubicBezTo>
                    <a:pt x="9" y="76"/>
                    <a:pt x="9" y="77"/>
                    <a:pt x="10" y="79"/>
                  </a:cubicBezTo>
                  <a:cubicBezTo>
                    <a:pt x="11" y="80"/>
                    <a:pt x="11" y="80"/>
                    <a:pt x="12" y="81"/>
                  </a:cubicBezTo>
                  <a:cubicBezTo>
                    <a:pt x="13" y="83"/>
                    <a:pt x="14" y="86"/>
                    <a:pt x="15" y="88"/>
                  </a:cubicBezTo>
                  <a:cubicBezTo>
                    <a:pt x="15" y="89"/>
                    <a:pt x="15" y="90"/>
                    <a:pt x="15" y="90"/>
                  </a:cubicBezTo>
                  <a:cubicBezTo>
                    <a:pt x="16" y="92"/>
                    <a:pt x="16" y="93"/>
                    <a:pt x="17" y="94"/>
                  </a:cubicBezTo>
                  <a:cubicBezTo>
                    <a:pt x="17" y="94"/>
                    <a:pt x="18" y="95"/>
                    <a:pt x="18" y="96"/>
                  </a:cubicBezTo>
                  <a:cubicBezTo>
                    <a:pt x="18" y="98"/>
                    <a:pt x="19" y="99"/>
                    <a:pt x="19" y="101"/>
                  </a:cubicBezTo>
                  <a:cubicBezTo>
                    <a:pt x="19" y="105"/>
                    <a:pt x="20" y="110"/>
                    <a:pt x="20" y="114"/>
                  </a:cubicBezTo>
                  <a:cubicBezTo>
                    <a:pt x="20" y="116"/>
                    <a:pt x="22" y="116"/>
                    <a:pt x="22" y="118"/>
                  </a:cubicBezTo>
                  <a:cubicBezTo>
                    <a:pt x="22" y="120"/>
                    <a:pt x="22" y="120"/>
                    <a:pt x="24" y="120"/>
                  </a:cubicBezTo>
                  <a:cubicBezTo>
                    <a:pt x="26" y="119"/>
                    <a:pt x="25" y="118"/>
                    <a:pt x="25" y="117"/>
                  </a:cubicBezTo>
                  <a:cubicBezTo>
                    <a:pt x="25" y="115"/>
                    <a:pt x="25" y="113"/>
                    <a:pt x="26" y="113"/>
                  </a:cubicBezTo>
                  <a:cubicBezTo>
                    <a:pt x="27" y="113"/>
                    <a:pt x="27" y="114"/>
                    <a:pt x="28" y="114"/>
                  </a:cubicBezTo>
                  <a:cubicBezTo>
                    <a:pt x="28" y="115"/>
                    <a:pt x="29" y="115"/>
                    <a:pt x="30" y="116"/>
                  </a:cubicBezTo>
                  <a:cubicBezTo>
                    <a:pt x="31" y="117"/>
                    <a:pt x="32" y="118"/>
                    <a:pt x="32" y="120"/>
                  </a:cubicBezTo>
                  <a:cubicBezTo>
                    <a:pt x="33" y="121"/>
                    <a:pt x="33" y="122"/>
                    <a:pt x="34" y="122"/>
                  </a:cubicBezTo>
                  <a:cubicBezTo>
                    <a:pt x="36" y="123"/>
                    <a:pt x="37" y="122"/>
                    <a:pt x="38" y="122"/>
                  </a:cubicBezTo>
                  <a:cubicBezTo>
                    <a:pt x="39" y="121"/>
                    <a:pt x="39" y="119"/>
                    <a:pt x="40" y="117"/>
                  </a:cubicBezTo>
                  <a:cubicBezTo>
                    <a:pt x="41" y="116"/>
                    <a:pt x="42" y="117"/>
                    <a:pt x="43" y="115"/>
                  </a:cubicBezTo>
                  <a:cubicBezTo>
                    <a:pt x="43" y="114"/>
                    <a:pt x="42" y="112"/>
                    <a:pt x="44" y="111"/>
                  </a:cubicBezTo>
                  <a:cubicBezTo>
                    <a:pt x="45" y="110"/>
                    <a:pt x="47" y="113"/>
                    <a:pt x="48" y="112"/>
                  </a:cubicBezTo>
                  <a:cubicBezTo>
                    <a:pt x="49" y="110"/>
                    <a:pt x="49" y="110"/>
                    <a:pt x="49" y="110"/>
                  </a:cubicBezTo>
                  <a:cubicBezTo>
                    <a:pt x="49" y="110"/>
                    <a:pt x="49" y="110"/>
                    <a:pt x="50" y="109"/>
                  </a:cubicBezTo>
                  <a:cubicBezTo>
                    <a:pt x="50" y="108"/>
                    <a:pt x="49" y="103"/>
                    <a:pt x="51" y="102"/>
                  </a:cubicBezTo>
                  <a:cubicBezTo>
                    <a:pt x="51" y="101"/>
                    <a:pt x="50" y="101"/>
                    <a:pt x="50" y="100"/>
                  </a:cubicBezTo>
                  <a:cubicBezTo>
                    <a:pt x="49" y="99"/>
                    <a:pt x="48" y="98"/>
                    <a:pt x="48" y="98"/>
                  </a:cubicBezTo>
                  <a:cubicBezTo>
                    <a:pt x="46" y="96"/>
                    <a:pt x="47" y="94"/>
                    <a:pt x="46" y="92"/>
                  </a:cubicBezTo>
                  <a:cubicBezTo>
                    <a:pt x="46" y="90"/>
                    <a:pt x="45" y="88"/>
                    <a:pt x="46" y="86"/>
                  </a:cubicBezTo>
                  <a:cubicBezTo>
                    <a:pt x="47" y="84"/>
                    <a:pt x="46" y="82"/>
                    <a:pt x="46" y="79"/>
                  </a:cubicBezTo>
                  <a:cubicBezTo>
                    <a:pt x="45" y="80"/>
                    <a:pt x="44" y="80"/>
                    <a:pt x="43" y="78"/>
                  </a:cubicBezTo>
                  <a:cubicBezTo>
                    <a:pt x="43" y="77"/>
                    <a:pt x="42" y="75"/>
                    <a:pt x="43" y="74"/>
                  </a:cubicBezTo>
                  <a:cubicBezTo>
                    <a:pt x="44" y="73"/>
                    <a:pt x="44" y="74"/>
                    <a:pt x="46" y="74"/>
                  </a:cubicBezTo>
                  <a:cubicBezTo>
                    <a:pt x="47" y="74"/>
                    <a:pt x="48" y="74"/>
                    <a:pt x="50" y="74"/>
                  </a:cubicBezTo>
                  <a:cubicBezTo>
                    <a:pt x="51" y="74"/>
                    <a:pt x="53" y="74"/>
                    <a:pt x="53" y="72"/>
                  </a:cubicBezTo>
                  <a:cubicBezTo>
                    <a:pt x="54" y="71"/>
                    <a:pt x="54" y="69"/>
                    <a:pt x="55" y="68"/>
                  </a:cubicBezTo>
                  <a:cubicBezTo>
                    <a:pt x="55" y="67"/>
                    <a:pt x="56" y="67"/>
                    <a:pt x="56" y="66"/>
                  </a:cubicBezTo>
                  <a:cubicBezTo>
                    <a:pt x="56" y="64"/>
                    <a:pt x="57" y="62"/>
                    <a:pt x="57" y="60"/>
                  </a:cubicBezTo>
                  <a:cubicBezTo>
                    <a:pt x="57" y="56"/>
                    <a:pt x="58" y="52"/>
                    <a:pt x="58" y="49"/>
                  </a:cubicBezTo>
                  <a:cubicBezTo>
                    <a:pt x="58" y="45"/>
                    <a:pt x="57" y="42"/>
                    <a:pt x="56" y="40"/>
                  </a:cubicBezTo>
                  <a:cubicBezTo>
                    <a:pt x="55" y="37"/>
                    <a:pt x="55" y="35"/>
                    <a:pt x="54" y="33"/>
                  </a:cubicBezTo>
                  <a:cubicBezTo>
                    <a:pt x="53" y="31"/>
                    <a:pt x="51" y="29"/>
                    <a:pt x="51" y="28"/>
                  </a:cubicBezTo>
                  <a:cubicBezTo>
                    <a:pt x="50" y="27"/>
                    <a:pt x="50" y="26"/>
                    <a:pt x="50" y="25"/>
                  </a:cubicBezTo>
                  <a:cubicBezTo>
                    <a:pt x="50" y="23"/>
                    <a:pt x="50" y="23"/>
                    <a:pt x="49" y="22"/>
                  </a:cubicBezTo>
                  <a:cubicBezTo>
                    <a:pt x="47" y="21"/>
                    <a:pt x="49" y="20"/>
                    <a:pt x="49" y="19"/>
                  </a:cubicBezTo>
                  <a:cubicBezTo>
                    <a:pt x="50" y="18"/>
                    <a:pt x="50" y="17"/>
                    <a:pt x="50" y="16"/>
                  </a:cubicBezTo>
                  <a:cubicBezTo>
                    <a:pt x="48" y="16"/>
                    <a:pt x="46" y="17"/>
                    <a:pt x="45" y="17"/>
                  </a:cubicBezTo>
                  <a:cubicBezTo>
                    <a:pt x="44" y="17"/>
                    <a:pt x="42" y="17"/>
                    <a:pt x="41" y="16"/>
                  </a:cubicBezTo>
                  <a:cubicBezTo>
                    <a:pt x="40" y="16"/>
                    <a:pt x="40" y="16"/>
                    <a:pt x="39" y="15"/>
                  </a:cubicBezTo>
                  <a:cubicBezTo>
                    <a:pt x="36" y="15"/>
                    <a:pt x="35" y="15"/>
                    <a:pt x="32" y="14"/>
                  </a:cubicBezTo>
                  <a:cubicBezTo>
                    <a:pt x="32" y="13"/>
                    <a:pt x="33" y="13"/>
                    <a:pt x="34" y="11"/>
                  </a:cubicBezTo>
                  <a:cubicBezTo>
                    <a:pt x="35" y="11"/>
                    <a:pt x="34" y="9"/>
                    <a:pt x="34" y="8"/>
                  </a:cubicBezTo>
                  <a:cubicBezTo>
                    <a:pt x="34" y="6"/>
                    <a:pt x="35" y="4"/>
                    <a:pt x="34" y="2"/>
                  </a:cubicBezTo>
                  <a:cubicBezTo>
                    <a:pt x="34" y="1"/>
                    <a:pt x="34" y="1"/>
                    <a:pt x="34" y="1"/>
                  </a:cubicBezTo>
                  <a:cubicBezTo>
                    <a:pt x="33" y="2"/>
                    <a:pt x="33" y="3"/>
                    <a:pt x="33" y="4"/>
                  </a:cubicBezTo>
                  <a:cubicBezTo>
                    <a:pt x="32" y="4"/>
                    <a:pt x="30" y="3"/>
                    <a:pt x="28" y="4"/>
                  </a:cubicBezTo>
                  <a:cubicBezTo>
                    <a:pt x="27" y="4"/>
                    <a:pt x="26" y="6"/>
                    <a:pt x="24" y="6"/>
                  </a:cubicBezTo>
                  <a:cubicBezTo>
                    <a:pt x="23" y="3"/>
                    <a:pt x="20" y="2"/>
                    <a:pt x="19" y="0"/>
                  </a:cubicBezTo>
                  <a:cubicBezTo>
                    <a:pt x="19" y="2"/>
                    <a:pt x="19" y="5"/>
                    <a:pt x="18" y="7"/>
                  </a:cubicBezTo>
                  <a:cubicBezTo>
                    <a:pt x="17" y="8"/>
                    <a:pt x="16" y="7"/>
                    <a:pt x="15" y="9"/>
                  </a:cubicBezTo>
                  <a:cubicBezTo>
                    <a:pt x="15" y="9"/>
                    <a:pt x="15" y="11"/>
                    <a:pt x="15" y="12"/>
                  </a:cubicBezTo>
                  <a:cubicBezTo>
                    <a:pt x="14" y="12"/>
                    <a:pt x="13" y="12"/>
                    <a:pt x="12" y="12"/>
                  </a:cubicBezTo>
                  <a:cubicBezTo>
                    <a:pt x="12" y="14"/>
                    <a:pt x="12" y="15"/>
                    <a:pt x="11" y="16"/>
                  </a:cubicBezTo>
                  <a:cubicBezTo>
                    <a:pt x="10" y="17"/>
                    <a:pt x="8" y="18"/>
                    <a:pt x="6" y="18"/>
                  </a:cubicBezTo>
                  <a:cubicBezTo>
                    <a:pt x="6" y="16"/>
                    <a:pt x="6" y="14"/>
                    <a:pt x="6" y="12"/>
                  </a:cubicBezTo>
                  <a:cubicBezTo>
                    <a:pt x="6" y="12"/>
                    <a:pt x="3" y="13"/>
                    <a:pt x="1" y="13"/>
                  </a:cubicBezTo>
                  <a:cubicBezTo>
                    <a:pt x="0" y="15"/>
                    <a:pt x="0" y="16"/>
                    <a:pt x="1" y="18"/>
                  </a:cubicBezTo>
                  <a:cubicBezTo>
                    <a:pt x="1" y="19"/>
                    <a:pt x="3" y="19"/>
                    <a:pt x="3" y="21"/>
                  </a:cubicBezTo>
                  <a:cubicBezTo>
                    <a:pt x="3" y="22"/>
                    <a:pt x="2" y="23"/>
                    <a:pt x="2" y="25"/>
                  </a:cubicBezTo>
                  <a:cubicBezTo>
                    <a:pt x="3" y="26"/>
                    <a:pt x="4" y="27"/>
                    <a:pt x="4" y="29"/>
                  </a:cubicBezTo>
                  <a:cubicBezTo>
                    <a:pt x="4" y="32"/>
                    <a:pt x="3" y="35"/>
                    <a:pt x="2" y="39"/>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3" name="Freeform 284">
              <a:extLst>
                <a:ext uri="{FF2B5EF4-FFF2-40B4-BE49-F238E27FC236}">
                  <a16:creationId xmlns:a16="http://schemas.microsoft.com/office/drawing/2014/main" id="{DEF67B29-7FEA-4F42-AFC5-89E5E7EE0114}"/>
                </a:ext>
              </a:extLst>
            </p:cNvPr>
            <p:cNvSpPr>
              <a:spLocks/>
            </p:cNvSpPr>
            <p:nvPr/>
          </p:nvSpPr>
          <p:spPr bwMode="auto">
            <a:xfrm>
              <a:off x="5751513" y="3079751"/>
              <a:ext cx="492125" cy="176213"/>
            </a:xfrm>
            <a:custGeom>
              <a:avLst/>
              <a:gdLst>
                <a:gd name="T0" fmla="*/ 2 w 139"/>
                <a:gd name="T1" fmla="*/ 39 h 50"/>
                <a:gd name="T2" fmla="*/ 16 w 139"/>
                <a:gd name="T3" fmla="*/ 43 h 50"/>
                <a:gd name="T4" fmla="*/ 28 w 139"/>
                <a:gd name="T5" fmla="*/ 46 h 50"/>
                <a:gd name="T6" fmla="*/ 54 w 139"/>
                <a:gd name="T7" fmla="*/ 45 h 50"/>
                <a:gd name="T8" fmla="*/ 65 w 139"/>
                <a:gd name="T9" fmla="*/ 46 h 50"/>
                <a:gd name="T10" fmla="*/ 77 w 139"/>
                <a:gd name="T11" fmla="*/ 47 h 50"/>
                <a:gd name="T12" fmla="*/ 82 w 139"/>
                <a:gd name="T13" fmla="*/ 47 h 50"/>
                <a:gd name="T14" fmla="*/ 89 w 139"/>
                <a:gd name="T15" fmla="*/ 47 h 50"/>
                <a:gd name="T16" fmla="*/ 94 w 139"/>
                <a:gd name="T17" fmla="*/ 45 h 50"/>
                <a:gd name="T18" fmla="*/ 115 w 139"/>
                <a:gd name="T19" fmla="*/ 49 h 50"/>
                <a:gd name="T20" fmla="*/ 123 w 139"/>
                <a:gd name="T21" fmla="*/ 47 h 50"/>
                <a:gd name="T22" fmla="*/ 135 w 139"/>
                <a:gd name="T23" fmla="*/ 40 h 50"/>
                <a:gd name="T24" fmla="*/ 138 w 139"/>
                <a:gd name="T25" fmla="*/ 33 h 50"/>
                <a:gd name="T26" fmla="*/ 133 w 139"/>
                <a:gd name="T27" fmla="*/ 21 h 50"/>
                <a:gd name="T28" fmla="*/ 123 w 139"/>
                <a:gd name="T29" fmla="*/ 16 h 50"/>
                <a:gd name="T30" fmla="*/ 111 w 139"/>
                <a:gd name="T31" fmla="*/ 18 h 50"/>
                <a:gd name="T32" fmla="*/ 109 w 139"/>
                <a:gd name="T33" fmla="*/ 7 h 50"/>
                <a:gd name="T34" fmla="*/ 114 w 139"/>
                <a:gd name="T35" fmla="*/ 2 h 50"/>
                <a:gd name="T36" fmla="*/ 103 w 139"/>
                <a:gd name="T37" fmla="*/ 2 h 50"/>
                <a:gd name="T38" fmla="*/ 91 w 139"/>
                <a:gd name="T39" fmla="*/ 6 h 50"/>
                <a:gd name="T40" fmla="*/ 87 w 139"/>
                <a:gd name="T41" fmla="*/ 6 h 50"/>
                <a:gd name="T42" fmla="*/ 80 w 139"/>
                <a:gd name="T43" fmla="*/ 9 h 50"/>
                <a:gd name="T44" fmla="*/ 73 w 139"/>
                <a:gd name="T45" fmla="*/ 16 h 50"/>
                <a:gd name="T46" fmla="*/ 70 w 139"/>
                <a:gd name="T47" fmla="*/ 19 h 50"/>
                <a:gd name="T48" fmla="*/ 66 w 139"/>
                <a:gd name="T49" fmla="*/ 13 h 50"/>
                <a:gd name="T50" fmla="*/ 60 w 139"/>
                <a:gd name="T51" fmla="*/ 16 h 50"/>
                <a:gd name="T52" fmla="*/ 53 w 139"/>
                <a:gd name="T53" fmla="*/ 11 h 50"/>
                <a:gd name="T54" fmla="*/ 43 w 139"/>
                <a:gd name="T55" fmla="*/ 10 h 50"/>
                <a:gd name="T56" fmla="*/ 33 w 139"/>
                <a:gd name="T57" fmla="*/ 8 h 50"/>
                <a:gd name="T58" fmla="*/ 22 w 139"/>
                <a:gd name="T59" fmla="*/ 9 h 50"/>
                <a:gd name="T60" fmla="*/ 9 w 139"/>
                <a:gd name="T61" fmla="*/ 13 h 50"/>
                <a:gd name="T62" fmla="*/ 5 w 139"/>
                <a:gd name="T63" fmla="*/ 20 h 50"/>
                <a:gd name="T64" fmla="*/ 7 w 139"/>
                <a:gd name="T6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50">
                  <a:moveTo>
                    <a:pt x="0" y="27"/>
                  </a:moveTo>
                  <a:cubicBezTo>
                    <a:pt x="0" y="31"/>
                    <a:pt x="0" y="36"/>
                    <a:pt x="2" y="39"/>
                  </a:cubicBezTo>
                  <a:cubicBezTo>
                    <a:pt x="3" y="41"/>
                    <a:pt x="6" y="40"/>
                    <a:pt x="9" y="40"/>
                  </a:cubicBezTo>
                  <a:cubicBezTo>
                    <a:pt x="12" y="39"/>
                    <a:pt x="13" y="42"/>
                    <a:pt x="16" y="43"/>
                  </a:cubicBezTo>
                  <a:cubicBezTo>
                    <a:pt x="17" y="43"/>
                    <a:pt x="20" y="44"/>
                    <a:pt x="22" y="44"/>
                  </a:cubicBezTo>
                  <a:cubicBezTo>
                    <a:pt x="24" y="45"/>
                    <a:pt x="26" y="45"/>
                    <a:pt x="28" y="46"/>
                  </a:cubicBezTo>
                  <a:cubicBezTo>
                    <a:pt x="32" y="46"/>
                    <a:pt x="37" y="46"/>
                    <a:pt x="41" y="45"/>
                  </a:cubicBezTo>
                  <a:cubicBezTo>
                    <a:pt x="45" y="45"/>
                    <a:pt x="50" y="45"/>
                    <a:pt x="54" y="45"/>
                  </a:cubicBezTo>
                  <a:cubicBezTo>
                    <a:pt x="56" y="45"/>
                    <a:pt x="58" y="45"/>
                    <a:pt x="59" y="45"/>
                  </a:cubicBezTo>
                  <a:cubicBezTo>
                    <a:pt x="61" y="45"/>
                    <a:pt x="63" y="46"/>
                    <a:pt x="65" y="46"/>
                  </a:cubicBezTo>
                  <a:cubicBezTo>
                    <a:pt x="67" y="46"/>
                    <a:pt x="69" y="44"/>
                    <a:pt x="71" y="44"/>
                  </a:cubicBezTo>
                  <a:cubicBezTo>
                    <a:pt x="73" y="44"/>
                    <a:pt x="75" y="47"/>
                    <a:pt x="77" y="47"/>
                  </a:cubicBezTo>
                  <a:cubicBezTo>
                    <a:pt x="78" y="47"/>
                    <a:pt x="80" y="45"/>
                    <a:pt x="81" y="46"/>
                  </a:cubicBezTo>
                  <a:cubicBezTo>
                    <a:pt x="82" y="47"/>
                    <a:pt x="82" y="47"/>
                    <a:pt x="82" y="47"/>
                  </a:cubicBezTo>
                  <a:cubicBezTo>
                    <a:pt x="83" y="47"/>
                    <a:pt x="83" y="47"/>
                    <a:pt x="83" y="47"/>
                  </a:cubicBezTo>
                  <a:cubicBezTo>
                    <a:pt x="84" y="47"/>
                    <a:pt x="88" y="47"/>
                    <a:pt x="89" y="47"/>
                  </a:cubicBezTo>
                  <a:cubicBezTo>
                    <a:pt x="90" y="46"/>
                    <a:pt x="89" y="45"/>
                    <a:pt x="91" y="45"/>
                  </a:cubicBezTo>
                  <a:cubicBezTo>
                    <a:pt x="92" y="44"/>
                    <a:pt x="93" y="45"/>
                    <a:pt x="94" y="45"/>
                  </a:cubicBezTo>
                  <a:cubicBezTo>
                    <a:pt x="98" y="44"/>
                    <a:pt x="102" y="45"/>
                    <a:pt x="106" y="45"/>
                  </a:cubicBezTo>
                  <a:cubicBezTo>
                    <a:pt x="110" y="45"/>
                    <a:pt x="113" y="46"/>
                    <a:pt x="115" y="49"/>
                  </a:cubicBezTo>
                  <a:cubicBezTo>
                    <a:pt x="117" y="49"/>
                    <a:pt x="120" y="49"/>
                    <a:pt x="122" y="50"/>
                  </a:cubicBezTo>
                  <a:cubicBezTo>
                    <a:pt x="122" y="49"/>
                    <a:pt x="122" y="48"/>
                    <a:pt x="123" y="47"/>
                  </a:cubicBezTo>
                  <a:cubicBezTo>
                    <a:pt x="125" y="46"/>
                    <a:pt x="127" y="46"/>
                    <a:pt x="129" y="45"/>
                  </a:cubicBezTo>
                  <a:cubicBezTo>
                    <a:pt x="132" y="44"/>
                    <a:pt x="133" y="41"/>
                    <a:pt x="135" y="40"/>
                  </a:cubicBezTo>
                  <a:cubicBezTo>
                    <a:pt x="136" y="39"/>
                    <a:pt x="138" y="39"/>
                    <a:pt x="138" y="39"/>
                  </a:cubicBezTo>
                  <a:cubicBezTo>
                    <a:pt x="139" y="37"/>
                    <a:pt x="139" y="35"/>
                    <a:pt x="138" y="33"/>
                  </a:cubicBezTo>
                  <a:cubicBezTo>
                    <a:pt x="136" y="31"/>
                    <a:pt x="132" y="31"/>
                    <a:pt x="131" y="28"/>
                  </a:cubicBezTo>
                  <a:cubicBezTo>
                    <a:pt x="131" y="26"/>
                    <a:pt x="131" y="21"/>
                    <a:pt x="133" y="21"/>
                  </a:cubicBezTo>
                  <a:cubicBezTo>
                    <a:pt x="131" y="21"/>
                    <a:pt x="128" y="21"/>
                    <a:pt x="127" y="20"/>
                  </a:cubicBezTo>
                  <a:cubicBezTo>
                    <a:pt x="125" y="19"/>
                    <a:pt x="125" y="16"/>
                    <a:pt x="123" y="16"/>
                  </a:cubicBezTo>
                  <a:cubicBezTo>
                    <a:pt x="121" y="15"/>
                    <a:pt x="118" y="16"/>
                    <a:pt x="116" y="16"/>
                  </a:cubicBezTo>
                  <a:cubicBezTo>
                    <a:pt x="114" y="17"/>
                    <a:pt x="113" y="19"/>
                    <a:pt x="111" y="18"/>
                  </a:cubicBezTo>
                  <a:cubicBezTo>
                    <a:pt x="110" y="16"/>
                    <a:pt x="111" y="14"/>
                    <a:pt x="111" y="12"/>
                  </a:cubicBezTo>
                  <a:cubicBezTo>
                    <a:pt x="112" y="10"/>
                    <a:pt x="112" y="8"/>
                    <a:pt x="109" y="7"/>
                  </a:cubicBezTo>
                  <a:cubicBezTo>
                    <a:pt x="109" y="6"/>
                    <a:pt x="110" y="4"/>
                    <a:pt x="111" y="4"/>
                  </a:cubicBezTo>
                  <a:cubicBezTo>
                    <a:pt x="112" y="3"/>
                    <a:pt x="114" y="4"/>
                    <a:pt x="114" y="2"/>
                  </a:cubicBezTo>
                  <a:cubicBezTo>
                    <a:pt x="112" y="2"/>
                    <a:pt x="110" y="2"/>
                    <a:pt x="108" y="2"/>
                  </a:cubicBezTo>
                  <a:cubicBezTo>
                    <a:pt x="106" y="2"/>
                    <a:pt x="104" y="2"/>
                    <a:pt x="103" y="2"/>
                  </a:cubicBezTo>
                  <a:cubicBezTo>
                    <a:pt x="100" y="6"/>
                    <a:pt x="96" y="0"/>
                    <a:pt x="93" y="2"/>
                  </a:cubicBezTo>
                  <a:cubicBezTo>
                    <a:pt x="91" y="3"/>
                    <a:pt x="92" y="4"/>
                    <a:pt x="91" y="6"/>
                  </a:cubicBezTo>
                  <a:cubicBezTo>
                    <a:pt x="91" y="8"/>
                    <a:pt x="90" y="8"/>
                    <a:pt x="90" y="10"/>
                  </a:cubicBezTo>
                  <a:cubicBezTo>
                    <a:pt x="88" y="10"/>
                    <a:pt x="88" y="7"/>
                    <a:pt x="87" y="6"/>
                  </a:cubicBezTo>
                  <a:cubicBezTo>
                    <a:pt x="86" y="5"/>
                    <a:pt x="84" y="5"/>
                    <a:pt x="83" y="5"/>
                  </a:cubicBezTo>
                  <a:cubicBezTo>
                    <a:pt x="83" y="7"/>
                    <a:pt x="80" y="7"/>
                    <a:pt x="80" y="9"/>
                  </a:cubicBezTo>
                  <a:cubicBezTo>
                    <a:pt x="79" y="11"/>
                    <a:pt x="83" y="12"/>
                    <a:pt x="79" y="13"/>
                  </a:cubicBezTo>
                  <a:cubicBezTo>
                    <a:pt x="77" y="13"/>
                    <a:pt x="74" y="12"/>
                    <a:pt x="73" y="16"/>
                  </a:cubicBezTo>
                  <a:cubicBezTo>
                    <a:pt x="73" y="16"/>
                    <a:pt x="72" y="16"/>
                    <a:pt x="71" y="16"/>
                  </a:cubicBezTo>
                  <a:cubicBezTo>
                    <a:pt x="70" y="17"/>
                    <a:pt x="70" y="18"/>
                    <a:pt x="70" y="19"/>
                  </a:cubicBezTo>
                  <a:cubicBezTo>
                    <a:pt x="68" y="19"/>
                    <a:pt x="67" y="20"/>
                    <a:pt x="66" y="18"/>
                  </a:cubicBezTo>
                  <a:cubicBezTo>
                    <a:pt x="65" y="16"/>
                    <a:pt x="66" y="14"/>
                    <a:pt x="66" y="13"/>
                  </a:cubicBezTo>
                  <a:cubicBezTo>
                    <a:pt x="65" y="13"/>
                    <a:pt x="64" y="13"/>
                    <a:pt x="63" y="13"/>
                  </a:cubicBezTo>
                  <a:cubicBezTo>
                    <a:pt x="62" y="14"/>
                    <a:pt x="62" y="16"/>
                    <a:pt x="60" y="16"/>
                  </a:cubicBezTo>
                  <a:cubicBezTo>
                    <a:pt x="59" y="15"/>
                    <a:pt x="59" y="13"/>
                    <a:pt x="58" y="12"/>
                  </a:cubicBezTo>
                  <a:cubicBezTo>
                    <a:pt x="56" y="10"/>
                    <a:pt x="55" y="12"/>
                    <a:pt x="53" y="11"/>
                  </a:cubicBezTo>
                  <a:cubicBezTo>
                    <a:pt x="51" y="10"/>
                    <a:pt x="50" y="9"/>
                    <a:pt x="48" y="9"/>
                  </a:cubicBezTo>
                  <a:cubicBezTo>
                    <a:pt x="46" y="9"/>
                    <a:pt x="45" y="10"/>
                    <a:pt x="43" y="10"/>
                  </a:cubicBezTo>
                  <a:cubicBezTo>
                    <a:pt x="41" y="10"/>
                    <a:pt x="38" y="10"/>
                    <a:pt x="36" y="10"/>
                  </a:cubicBezTo>
                  <a:cubicBezTo>
                    <a:pt x="35" y="10"/>
                    <a:pt x="34" y="9"/>
                    <a:pt x="33" y="8"/>
                  </a:cubicBezTo>
                  <a:cubicBezTo>
                    <a:pt x="31" y="8"/>
                    <a:pt x="30" y="8"/>
                    <a:pt x="28" y="8"/>
                  </a:cubicBezTo>
                  <a:cubicBezTo>
                    <a:pt x="26" y="9"/>
                    <a:pt x="24" y="9"/>
                    <a:pt x="22" y="9"/>
                  </a:cubicBezTo>
                  <a:cubicBezTo>
                    <a:pt x="22" y="13"/>
                    <a:pt x="14" y="11"/>
                    <a:pt x="12" y="12"/>
                  </a:cubicBezTo>
                  <a:cubicBezTo>
                    <a:pt x="10" y="12"/>
                    <a:pt x="10" y="12"/>
                    <a:pt x="9" y="13"/>
                  </a:cubicBezTo>
                  <a:cubicBezTo>
                    <a:pt x="8" y="14"/>
                    <a:pt x="7" y="16"/>
                    <a:pt x="5" y="16"/>
                  </a:cubicBezTo>
                  <a:cubicBezTo>
                    <a:pt x="5" y="18"/>
                    <a:pt x="5" y="19"/>
                    <a:pt x="5" y="20"/>
                  </a:cubicBezTo>
                  <a:cubicBezTo>
                    <a:pt x="5" y="20"/>
                    <a:pt x="6" y="20"/>
                    <a:pt x="6" y="20"/>
                  </a:cubicBezTo>
                  <a:cubicBezTo>
                    <a:pt x="7" y="21"/>
                    <a:pt x="9" y="26"/>
                    <a:pt x="7" y="27"/>
                  </a:cubicBezTo>
                  <a:cubicBezTo>
                    <a:pt x="6" y="28"/>
                    <a:pt x="3" y="28"/>
                    <a:pt x="0" y="27"/>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4" name="Line 285">
              <a:extLst>
                <a:ext uri="{FF2B5EF4-FFF2-40B4-BE49-F238E27FC236}">
                  <a16:creationId xmlns:a16="http://schemas.microsoft.com/office/drawing/2014/main" id="{ACDB8F1F-3944-4907-A4C7-6BD671E35691}"/>
                </a:ext>
              </a:extLst>
            </p:cNvPr>
            <p:cNvSpPr>
              <a:spLocks noChangeShapeType="1"/>
            </p:cNvSpPr>
            <p:nvPr/>
          </p:nvSpPr>
          <p:spPr bwMode="auto">
            <a:xfrm>
              <a:off x="6030913" y="3241676"/>
              <a:ext cx="0" cy="0"/>
            </a:xfrm>
            <a:prstGeom prst="line">
              <a:avLst/>
            </a:pr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5" name="Line 286">
              <a:extLst>
                <a:ext uri="{FF2B5EF4-FFF2-40B4-BE49-F238E27FC236}">
                  <a16:creationId xmlns:a16="http://schemas.microsoft.com/office/drawing/2014/main" id="{7F71E66B-F96E-42C1-9457-98DFCC060733}"/>
                </a:ext>
              </a:extLst>
            </p:cNvPr>
            <p:cNvSpPr>
              <a:spLocks noChangeShapeType="1"/>
            </p:cNvSpPr>
            <p:nvPr/>
          </p:nvSpPr>
          <p:spPr bwMode="auto">
            <a:xfrm>
              <a:off x="6030913" y="3241676"/>
              <a:ext cx="0" cy="0"/>
            </a:xfrm>
            <a:prstGeom prst="line">
              <a:avLst/>
            </a:pr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6" name="Freeform 287">
              <a:extLst>
                <a:ext uri="{FF2B5EF4-FFF2-40B4-BE49-F238E27FC236}">
                  <a16:creationId xmlns:a16="http://schemas.microsoft.com/office/drawing/2014/main" id="{8D8A5C5D-9ED3-42D9-BE71-F6685F2F2747}"/>
                </a:ext>
              </a:extLst>
            </p:cNvPr>
            <p:cNvSpPr>
              <a:spLocks/>
            </p:cNvSpPr>
            <p:nvPr/>
          </p:nvSpPr>
          <p:spPr bwMode="auto">
            <a:xfrm>
              <a:off x="5429251" y="3260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8" name="Freeform 288">
              <a:extLst>
                <a:ext uri="{FF2B5EF4-FFF2-40B4-BE49-F238E27FC236}">
                  <a16:creationId xmlns:a16="http://schemas.microsoft.com/office/drawing/2014/main" id="{145C1392-C77F-46BB-A43C-0811C948A629}"/>
                </a:ext>
              </a:extLst>
            </p:cNvPr>
            <p:cNvSpPr>
              <a:spLocks/>
            </p:cNvSpPr>
            <p:nvPr/>
          </p:nvSpPr>
          <p:spPr bwMode="auto">
            <a:xfrm>
              <a:off x="5429251" y="3260726"/>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39" name="Freeform 289">
              <a:extLst>
                <a:ext uri="{FF2B5EF4-FFF2-40B4-BE49-F238E27FC236}">
                  <a16:creationId xmlns:a16="http://schemas.microsoft.com/office/drawing/2014/main" id="{7B049CDC-4118-4481-8CA4-7BB0D5954975}"/>
                </a:ext>
              </a:extLst>
            </p:cNvPr>
            <p:cNvSpPr>
              <a:spLocks/>
            </p:cNvSpPr>
            <p:nvPr/>
          </p:nvSpPr>
          <p:spPr bwMode="auto">
            <a:xfrm>
              <a:off x="5429251" y="32639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0" name="Freeform 290">
              <a:extLst>
                <a:ext uri="{FF2B5EF4-FFF2-40B4-BE49-F238E27FC236}">
                  <a16:creationId xmlns:a16="http://schemas.microsoft.com/office/drawing/2014/main" id="{FE55897F-9932-45E0-8F8E-2A8B2A38B499}"/>
                </a:ext>
              </a:extLst>
            </p:cNvPr>
            <p:cNvSpPr>
              <a:spLocks/>
            </p:cNvSpPr>
            <p:nvPr/>
          </p:nvSpPr>
          <p:spPr bwMode="auto">
            <a:xfrm>
              <a:off x="5429251" y="32639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1" name="Freeform 291">
              <a:extLst>
                <a:ext uri="{FF2B5EF4-FFF2-40B4-BE49-F238E27FC236}">
                  <a16:creationId xmlns:a16="http://schemas.microsoft.com/office/drawing/2014/main" id="{11DD842C-212D-4250-BCED-1B17A986A1D5}"/>
                </a:ext>
              </a:extLst>
            </p:cNvPr>
            <p:cNvSpPr>
              <a:spLocks/>
            </p:cNvSpPr>
            <p:nvPr/>
          </p:nvSpPr>
          <p:spPr bwMode="auto">
            <a:xfrm>
              <a:off x="4711701" y="2860676"/>
              <a:ext cx="792163" cy="565150"/>
            </a:xfrm>
            <a:custGeom>
              <a:avLst/>
              <a:gdLst>
                <a:gd name="T0" fmla="*/ 26 w 224"/>
                <a:gd name="T1" fmla="*/ 5 h 160"/>
                <a:gd name="T2" fmla="*/ 40 w 224"/>
                <a:gd name="T3" fmla="*/ 2 h 160"/>
                <a:gd name="T4" fmla="*/ 60 w 224"/>
                <a:gd name="T5" fmla="*/ 9 h 160"/>
                <a:gd name="T6" fmla="*/ 63 w 224"/>
                <a:gd name="T7" fmla="*/ 26 h 160"/>
                <a:gd name="T8" fmla="*/ 84 w 224"/>
                <a:gd name="T9" fmla="*/ 32 h 160"/>
                <a:gd name="T10" fmla="*/ 96 w 224"/>
                <a:gd name="T11" fmla="*/ 36 h 160"/>
                <a:gd name="T12" fmla="*/ 107 w 224"/>
                <a:gd name="T13" fmla="*/ 43 h 160"/>
                <a:gd name="T14" fmla="*/ 117 w 224"/>
                <a:gd name="T15" fmla="*/ 45 h 160"/>
                <a:gd name="T16" fmla="*/ 126 w 224"/>
                <a:gd name="T17" fmla="*/ 44 h 160"/>
                <a:gd name="T18" fmla="*/ 142 w 224"/>
                <a:gd name="T19" fmla="*/ 46 h 160"/>
                <a:gd name="T20" fmla="*/ 153 w 224"/>
                <a:gd name="T21" fmla="*/ 53 h 160"/>
                <a:gd name="T22" fmla="*/ 163 w 224"/>
                <a:gd name="T23" fmla="*/ 47 h 160"/>
                <a:gd name="T24" fmla="*/ 169 w 224"/>
                <a:gd name="T25" fmla="*/ 53 h 160"/>
                <a:gd name="T26" fmla="*/ 179 w 224"/>
                <a:gd name="T27" fmla="*/ 56 h 160"/>
                <a:gd name="T28" fmla="*/ 194 w 224"/>
                <a:gd name="T29" fmla="*/ 52 h 160"/>
                <a:gd name="T30" fmla="*/ 209 w 224"/>
                <a:gd name="T31" fmla="*/ 54 h 160"/>
                <a:gd name="T32" fmla="*/ 213 w 224"/>
                <a:gd name="T33" fmla="*/ 46 h 160"/>
                <a:gd name="T34" fmla="*/ 217 w 224"/>
                <a:gd name="T35" fmla="*/ 40 h 160"/>
                <a:gd name="T36" fmla="*/ 221 w 224"/>
                <a:gd name="T37" fmla="*/ 58 h 160"/>
                <a:gd name="T38" fmla="*/ 211 w 224"/>
                <a:gd name="T39" fmla="*/ 66 h 160"/>
                <a:gd name="T40" fmla="*/ 203 w 224"/>
                <a:gd name="T41" fmla="*/ 79 h 160"/>
                <a:gd name="T42" fmla="*/ 210 w 224"/>
                <a:gd name="T43" fmla="*/ 94 h 160"/>
                <a:gd name="T44" fmla="*/ 207 w 224"/>
                <a:gd name="T45" fmla="*/ 108 h 160"/>
                <a:gd name="T46" fmla="*/ 203 w 224"/>
                <a:gd name="T47" fmla="*/ 114 h 160"/>
                <a:gd name="T48" fmla="*/ 189 w 224"/>
                <a:gd name="T49" fmla="*/ 112 h 160"/>
                <a:gd name="T50" fmla="*/ 175 w 224"/>
                <a:gd name="T51" fmla="*/ 122 h 160"/>
                <a:gd name="T52" fmla="*/ 168 w 224"/>
                <a:gd name="T53" fmla="*/ 143 h 160"/>
                <a:gd name="T54" fmla="*/ 157 w 224"/>
                <a:gd name="T55" fmla="*/ 145 h 160"/>
                <a:gd name="T56" fmla="*/ 147 w 224"/>
                <a:gd name="T57" fmla="*/ 148 h 160"/>
                <a:gd name="T58" fmla="*/ 136 w 224"/>
                <a:gd name="T59" fmla="*/ 155 h 160"/>
                <a:gd name="T60" fmla="*/ 128 w 224"/>
                <a:gd name="T61" fmla="*/ 141 h 160"/>
                <a:gd name="T62" fmla="*/ 115 w 224"/>
                <a:gd name="T63" fmla="*/ 136 h 160"/>
                <a:gd name="T64" fmla="*/ 107 w 224"/>
                <a:gd name="T65" fmla="*/ 143 h 160"/>
                <a:gd name="T66" fmla="*/ 102 w 224"/>
                <a:gd name="T67" fmla="*/ 148 h 160"/>
                <a:gd name="T68" fmla="*/ 83 w 224"/>
                <a:gd name="T69" fmla="*/ 155 h 160"/>
                <a:gd name="T70" fmla="*/ 70 w 224"/>
                <a:gd name="T71" fmla="*/ 151 h 160"/>
                <a:gd name="T72" fmla="*/ 60 w 224"/>
                <a:gd name="T73" fmla="*/ 160 h 160"/>
                <a:gd name="T74" fmla="*/ 38 w 224"/>
                <a:gd name="T75" fmla="*/ 151 h 160"/>
                <a:gd name="T76" fmla="*/ 8 w 224"/>
                <a:gd name="T77" fmla="*/ 147 h 160"/>
                <a:gd name="T78" fmla="*/ 5 w 224"/>
                <a:gd name="T79" fmla="*/ 133 h 160"/>
                <a:gd name="T80" fmla="*/ 7 w 224"/>
                <a:gd name="T81" fmla="*/ 108 h 160"/>
                <a:gd name="T82" fmla="*/ 29 w 224"/>
                <a:gd name="T83" fmla="*/ 94 h 160"/>
                <a:gd name="T84" fmla="*/ 41 w 224"/>
                <a:gd name="T85" fmla="*/ 89 h 160"/>
                <a:gd name="T86" fmla="*/ 55 w 224"/>
                <a:gd name="T87" fmla="*/ 81 h 160"/>
                <a:gd name="T88" fmla="*/ 38 w 224"/>
                <a:gd name="T89" fmla="*/ 69 h 160"/>
                <a:gd name="T90" fmla="*/ 39 w 224"/>
                <a:gd name="T91" fmla="*/ 55 h 160"/>
                <a:gd name="T92" fmla="*/ 31 w 224"/>
                <a:gd name="T93" fmla="*/ 47 h 160"/>
                <a:gd name="T94" fmla="*/ 49 w 224"/>
                <a:gd name="T95" fmla="*/ 41 h 160"/>
                <a:gd name="T96" fmla="*/ 42 w 224"/>
                <a:gd name="T97" fmla="*/ 32 h 160"/>
                <a:gd name="T98" fmla="*/ 29 w 224"/>
                <a:gd name="T99" fmla="*/ 18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4" h="160">
                  <a:moveTo>
                    <a:pt x="23" y="7"/>
                  </a:moveTo>
                  <a:cubicBezTo>
                    <a:pt x="23" y="6"/>
                    <a:pt x="23" y="6"/>
                    <a:pt x="23" y="6"/>
                  </a:cubicBezTo>
                  <a:cubicBezTo>
                    <a:pt x="24" y="6"/>
                    <a:pt x="25" y="5"/>
                    <a:pt x="26" y="5"/>
                  </a:cubicBezTo>
                  <a:cubicBezTo>
                    <a:pt x="28" y="4"/>
                    <a:pt x="30" y="4"/>
                    <a:pt x="33" y="3"/>
                  </a:cubicBezTo>
                  <a:cubicBezTo>
                    <a:pt x="36" y="3"/>
                    <a:pt x="35" y="3"/>
                    <a:pt x="36" y="1"/>
                  </a:cubicBezTo>
                  <a:cubicBezTo>
                    <a:pt x="38" y="0"/>
                    <a:pt x="38" y="2"/>
                    <a:pt x="40" y="2"/>
                  </a:cubicBezTo>
                  <a:cubicBezTo>
                    <a:pt x="41" y="3"/>
                    <a:pt x="42" y="2"/>
                    <a:pt x="43" y="3"/>
                  </a:cubicBezTo>
                  <a:cubicBezTo>
                    <a:pt x="44" y="3"/>
                    <a:pt x="44" y="5"/>
                    <a:pt x="45" y="6"/>
                  </a:cubicBezTo>
                  <a:cubicBezTo>
                    <a:pt x="48" y="10"/>
                    <a:pt x="56" y="8"/>
                    <a:pt x="60" y="9"/>
                  </a:cubicBezTo>
                  <a:cubicBezTo>
                    <a:pt x="60" y="11"/>
                    <a:pt x="61" y="13"/>
                    <a:pt x="62" y="14"/>
                  </a:cubicBezTo>
                  <a:cubicBezTo>
                    <a:pt x="62" y="16"/>
                    <a:pt x="62" y="17"/>
                    <a:pt x="61" y="19"/>
                  </a:cubicBezTo>
                  <a:cubicBezTo>
                    <a:pt x="60" y="22"/>
                    <a:pt x="58" y="25"/>
                    <a:pt x="63" y="26"/>
                  </a:cubicBezTo>
                  <a:cubicBezTo>
                    <a:pt x="66" y="27"/>
                    <a:pt x="70" y="25"/>
                    <a:pt x="73" y="27"/>
                  </a:cubicBezTo>
                  <a:cubicBezTo>
                    <a:pt x="75" y="28"/>
                    <a:pt x="78" y="29"/>
                    <a:pt x="79" y="32"/>
                  </a:cubicBezTo>
                  <a:cubicBezTo>
                    <a:pt x="80" y="32"/>
                    <a:pt x="83" y="32"/>
                    <a:pt x="84" y="32"/>
                  </a:cubicBezTo>
                  <a:cubicBezTo>
                    <a:pt x="86" y="33"/>
                    <a:pt x="85" y="35"/>
                    <a:pt x="86" y="37"/>
                  </a:cubicBezTo>
                  <a:cubicBezTo>
                    <a:pt x="87" y="38"/>
                    <a:pt x="89" y="38"/>
                    <a:pt x="91" y="38"/>
                  </a:cubicBezTo>
                  <a:cubicBezTo>
                    <a:pt x="94" y="38"/>
                    <a:pt x="94" y="37"/>
                    <a:pt x="96" y="36"/>
                  </a:cubicBezTo>
                  <a:cubicBezTo>
                    <a:pt x="96" y="35"/>
                    <a:pt x="100" y="33"/>
                    <a:pt x="101" y="33"/>
                  </a:cubicBezTo>
                  <a:cubicBezTo>
                    <a:pt x="103" y="32"/>
                    <a:pt x="106" y="32"/>
                    <a:pt x="108" y="32"/>
                  </a:cubicBezTo>
                  <a:cubicBezTo>
                    <a:pt x="108" y="36"/>
                    <a:pt x="107" y="40"/>
                    <a:pt x="107" y="43"/>
                  </a:cubicBezTo>
                  <a:cubicBezTo>
                    <a:pt x="109" y="43"/>
                    <a:pt x="110" y="44"/>
                    <a:pt x="111" y="44"/>
                  </a:cubicBezTo>
                  <a:cubicBezTo>
                    <a:pt x="112" y="45"/>
                    <a:pt x="113" y="47"/>
                    <a:pt x="114" y="47"/>
                  </a:cubicBezTo>
                  <a:cubicBezTo>
                    <a:pt x="114" y="47"/>
                    <a:pt x="116" y="45"/>
                    <a:pt x="117" y="45"/>
                  </a:cubicBezTo>
                  <a:cubicBezTo>
                    <a:pt x="118" y="44"/>
                    <a:pt x="118" y="44"/>
                    <a:pt x="119" y="43"/>
                  </a:cubicBezTo>
                  <a:cubicBezTo>
                    <a:pt x="121" y="42"/>
                    <a:pt x="120" y="42"/>
                    <a:pt x="122" y="42"/>
                  </a:cubicBezTo>
                  <a:cubicBezTo>
                    <a:pt x="124" y="42"/>
                    <a:pt x="125" y="43"/>
                    <a:pt x="126" y="44"/>
                  </a:cubicBezTo>
                  <a:cubicBezTo>
                    <a:pt x="128" y="45"/>
                    <a:pt x="130" y="45"/>
                    <a:pt x="133" y="44"/>
                  </a:cubicBezTo>
                  <a:cubicBezTo>
                    <a:pt x="133" y="43"/>
                    <a:pt x="137" y="45"/>
                    <a:pt x="139" y="46"/>
                  </a:cubicBezTo>
                  <a:cubicBezTo>
                    <a:pt x="140" y="46"/>
                    <a:pt x="141" y="46"/>
                    <a:pt x="142" y="46"/>
                  </a:cubicBezTo>
                  <a:cubicBezTo>
                    <a:pt x="143" y="46"/>
                    <a:pt x="143" y="47"/>
                    <a:pt x="144" y="47"/>
                  </a:cubicBezTo>
                  <a:cubicBezTo>
                    <a:pt x="145" y="48"/>
                    <a:pt x="148" y="49"/>
                    <a:pt x="149" y="50"/>
                  </a:cubicBezTo>
                  <a:cubicBezTo>
                    <a:pt x="150" y="51"/>
                    <a:pt x="151" y="53"/>
                    <a:pt x="153" y="53"/>
                  </a:cubicBezTo>
                  <a:cubicBezTo>
                    <a:pt x="153" y="53"/>
                    <a:pt x="154" y="52"/>
                    <a:pt x="154" y="52"/>
                  </a:cubicBezTo>
                  <a:cubicBezTo>
                    <a:pt x="158" y="52"/>
                    <a:pt x="159" y="51"/>
                    <a:pt x="162" y="49"/>
                  </a:cubicBezTo>
                  <a:cubicBezTo>
                    <a:pt x="162" y="48"/>
                    <a:pt x="162" y="48"/>
                    <a:pt x="163" y="47"/>
                  </a:cubicBezTo>
                  <a:cubicBezTo>
                    <a:pt x="164" y="47"/>
                    <a:pt x="165" y="47"/>
                    <a:pt x="165" y="47"/>
                  </a:cubicBezTo>
                  <a:cubicBezTo>
                    <a:pt x="167" y="46"/>
                    <a:pt x="166" y="44"/>
                    <a:pt x="168" y="44"/>
                  </a:cubicBezTo>
                  <a:cubicBezTo>
                    <a:pt x="169" y="46"/>
                    <a:pt x="169" y="50"/>
                    <a:pt x="169" y="53"/>
                  </a:cubicBezTo>
                  <a:cubicBezTo>
                    <a:pt x="171" y="53"/>
                    <a:pt x="173" y="52"/>
                    <a:pt x="174" y="53"/>
                  </a:cubicBezTo>
                  <a:cubicBezTo>
                    <a:pt x="174" y="54"/>
                    <a:pt x="174" y="54"/>
                    <a:pt x="174" y="54"/>
                  </a:cubicBezTo>
                  <a:cubicBezTo>
                    <a:pt x="177" y="54"/>
                    <a:pt x="178" y="57"/>
                    <a:pt x="179" y="56"/>
                  </a:cubicBezTo>
                  <a:cubicBezTo>
                    <a:pt x="181" y="55"/>
                    <a:pt x="180" y="52"/>
                    <a:pt x="183" y="52"/>
                  </a:cubicBezTo>
                  <a:cubicBezTo>
                    <a:pt x="186" y="51"/>
                    <a:pt x="188" y="54"/>
                    <a:pt x="191" y="53"/>
                  </a:cubicBezTo>
                  <a:cubicBezTo>
                    <a:pt x="192" y="53"/>
                    <a:pt x="193" y="52"/>
                    <a:pt x="194" y="52"/>
                  </a:cubicBezTo>
                  <a:cubicBezTo>
                    <a:pt x="194" y="52"/>
                    <a:pt x="202" y="50"/>
                    <a:pt x="202" y="51"/>
                  </a:cubicBezTo>
                  <a:cubicBezTo>
                    <a:pt x="202" y="50"/>
                    <a:pt x="203" y="50"/>
                    <a:pt x="203" y="49"/>
                  </a:cubicBezTo>
                  <a:cubicBezTo>
                    <a:pt x="205" y="50"/>
                    <a:pt x="208" y="55"/>
                    <a:pt x="209" y="54"/>
                  </a:cubicBezTo>
                  <a:cubicBezTo>
                    <a:pt x="210" y="53"/>
                    <a:pt x="211" y="51"/>
                    <a:pt x="211" y="50"/>
                  </a:cubicBezTo>
                  <a:cubicBezTo>
                    <a:pt x="212" y="48"/>
                    <a:pt x="211" y="46"/>
                    <a:pt x="213" y="45"/>
                  </a:cubicBezTo>
                  <a:cubicBezTo>
                    <a:pt x="212" y="45"/>
                    <a:pt x="213" y="46"/>
                    <a:pt x="213" y="46"/>
                  </a:cubicBezTo>
                  <a:cubicBezTo>
                    <a:pt x="216" y="47"/>
                    <a:pt x="217" y="46"/>
                    <a:pt x="217" y="42"/>
                  </a:cubicBezTo>
                  <a:cubicBezTo>
                    <a:pt x="217" y="42"/>
                    <a:pt x="217" y="41"/>
                    <a:pt x="217" y="40"/>
                  </a:cubicBezTo>
                  <a:cubicBezTo>
                    <a:pt x="217" y="40"/>
                    <a:pt x="217" y="40"/>
                    <a:pt x="217" y="40"/>
                  </a:cubicBezTo>
                  <a:cubicBezTo>
                    <a:pt x="221" y="44"/>
                    <a:pt x="221" y="44"/>
                    <a:pt x="221" y="44"/>
                  </a:cubicBezTo>
                  <a:cubicBezTo>
                    <a:pt x="221" y="45"/>
                    <a:pt x="220" y="46"/>
                    <a:pt x="220" y="47"/>
                  </a:cubicBezTo>
                  <a:cubicBezTo>
                    <a:pt x="220" y="51"/>
                    <a:pt x="224" y="55"/>
                    <a:pt x="221" y="58"/>
                  </a:cubicBezTo>
                  <a:cubicBezTo>
                    <a:pt x="220" y="59"/>
                    <a:pt x="219" y="60"/>
                    <a:pt x="217" y="61"/>
                  </a:cubicBezTo>
                  <a:cubicBezTo>
                    <a:pt x="216" y="61"/>
                    <a:pt x="215" y="63"/>
                    <a:pt x="214" y="64"/>
                  </a:cubicBezTo>
                  <a:cubicBezTo>
                    <a:pt x="214" y="65"/>
                    <a:pt x="212" y="65"/>
                    <a:pt x="211" y="66"/>
                  </a:cubicBezTo>
                  <a:cubicBezTo>
                    <a:pt x="210" y="67"/>
                    <a:pt x="210" y="69"/>
                    <a:pt x="209" y="70"/>
                  </a:cubicBezTo>
                  <a:cubicBezTo>
                    <a:pt x="208" y="70"/>
                    <a:pt x="206" y="70"/>
                    <a:pt x="205" y="70"/>
                  </a:cubicBezTo>
                  <a:cubicBezTo>
                    <a:pt x="205" y="73"/>
                    <a:pt x="202" y="76"/>
                    <a:pt x="203" y="79"/>
                  </a:cubicBezTo>
                  <a:cubicBezTo>
                    <a:pt x="204" y="81"/>
                    <a:pt x="207" y="81"/>
                    <a:pt x="207" y="83"/>
                  </a:cubicBezTo>
                  <a:cubicBezTo>
                    <a:pt x="214" y="84"/>
                    <a:pt x="215" y="91"/>
                    <a:pt x="215" y="96"/>
                  </a:cubicBezTo>
                  <a:cubicBezTo>
                    <a:pt x="213" y="96"/>
                    <a:pt x="212" y="94"/>
                    <a:pt x="210" y="94"/>
                  </a:cubicBezTo>
                  <a:cubicBezTo>
                    <a:pt x="207" y="95"/>
                    <a:pt x="207" y="97"/>
                    <a:pt x="207" y="99"/>
                  </a:cubicBezTo>
                  <a:cubicBezTo>
                    <a:pt x="205" y="99"/>
                    <a:pt x="204" y="99"/>
                    <a:pt x="202" y="99"/>
                  </a:cubicBezTo>
                  <a:cubicBezTo>
                    <a:pt x="202" y="101"/>
                    <a:pt x="205" y="108"/>
                    <a:pt x="207" y="108"/>
                  </a:cubicBezTo>
                  <a:cubicBezTo>
                    <a:pt x="206" y="110"/>
                    <a:pt x="203" y="111"/>
                    <a:pt x="203" y="113"/>
                  </a:cubicBezTo>
                  <a:cubicBezTo>
                    <a:pt x="204" y="114"/>
                    <a:pt x="204" y="114"/>
                    <a:pt x="204" y="114"/>
                  </a:cubicBezTo>
                  <a:cubicBezTo>
                    <a:pt x="203" y="114"/>
                    <a:pt x="203" y="114"/>
                    <a:pt x="203" y="114"/>
                  </a:cubicBezTo>
                  <a:cubicBezTo>
                    <a:pt x="201" y="114"/>
                    <a:pt x="200" y="112"/>
                    <a:pt x="198" y="111"/>
                  </a:cubicBezTo>
                  <a:cubicBezTo>
                    <a:pt x="196" y="109"/>
                    <a:pt x="192" y="108"/>
                    <a:pt x="189" y="108"/>
                  </a:cubicBezTo>
                  <a:cubicBezTo>
                    <a:pt x="189" y="112"/>
                    <a:pt x="189" y="112"/>
                    <a:pt x="189" y="112"/>
                  </a:cubicBezTo>
                  <a:cubicBezTo>
                    <a:pt x="187" y="112"/>
                    <a:pt x="188" y="113"/>
                    <a:pt x="188" y="115"/>
                  </a:cubicBezTo>
                  <a:cubicBezTo>
                    <a:pt x="185" y="115"/>
                    <a:pt x="183" y="114"/>
                    <a:pt x="180" y="115"/>
                  </a:cubicBezTo>
                  <a:cubicBezTo>
                    <a:pt x="179" y="117"/>
                    <a:pt x="179" y="122"/>
                    <a:pt x="175" y="122"/>
                  </a:cubicBezTo>
                  <a:cubicBezTo>
                    <a:pt x="170" y="123"/>
                    <a:pt x="174" y="129"/>
                    <a:pt x="172" y="132"/>
                  </a:cubicBezTo>
                  <a:cubicBezTo>
                    <a:pt x="171" y="134"/>
                    <a:pt x="169" y="133"/>
                    <a:pt x="169" y="136"/>
                  </a:cubicBezTo>
                  <a:cubicBezTo>
                    <a:pt x="169" y="138"/>
                    <a:pt x="169" y="141"/>
                    <a:pt x="168" y="143"/>
                  </a:cubicBezTo>
                  <a:cubicBezTo>
                    <a:pt x="167" y="144"/>
                    <a:pt x="165" y="144"/>
                    <a:pt x="164" y="144"/>
                  </a:cubicBezTo>
                  <a:cubicBezTo>
                    <a:pt x="162" y="145"/>
                    <a:pt x="164" y="146"/>
                    <a:pt x="163" y="148"/>
                  </a:cubicBezTo>
                  <a:cubicBezTo>
                    <a:pt x="161" y="149"/>
                    <a:pt x="159" y="145"/>
                    <a:pt x="157" y="145"/>
                  </a:cubicBezTo>
                  <a:cubicBezTo>
                    <a:pt x="157" y="147"/>
                    <a:pt x="153" y="149"/>
                    <a:pt x="151" y="149"/>
                  </a:cubicBezTo>
                  <a:cubicBezTo>
                    <a:pt x="151" y="147"/>
                    <a:pt x="150" y="144"/>
                    <a:pt x="148" y="146"/>
                  </a:cubicBezTo>
                  <a:cubicBezTo>
                    <a:pt x="147" y="146"/>
                    <a:pt x="148" y="147"/>
                    <a:pt x="147" y="148"/>
                  </a:cubicBezTo>
                  <a:cubicBezTo>
                    <a:pt x="146" y="149"/>
                    <a:pt x="145" y="149"/>
                    <a:pt x="145" y="150"/>
                  </a:cubicBezTo>
                  <a:cubicBezTo>
                    <a:pt x="144" y="152"/>
                    <a:pt x="145" y="158"/>
                    <a:pt x="140" y="157"/>
                  </a:cubicBezTo>
                  <a:cubicBezTo>
                    <a:pt x="140" y="154"/>
                    <a:pt x="137" y="156"/>
                    <a:pt x="136" y="155"/>
                  </a:cubicBezTo>
                  <a:cubicBezTo>
                    <a:pt x="135" y="154"/>
                    <a:pt x="136" y="151"/>
                    <a:pt x="136" y="150"/>
                  </a:cubicBezTo>
                  <a:cubicBezTo>
                    <a:pt x="136" y="144"/>
                    <a:pt x="132" y="149"/>
                    <a:pt x="129" y="148"/>
                  </a:cubicBezTo>
                  <a:cubicBezTo>
                    <a:pt x="128" y="146"/>
                    <a:pt x="130" y="143"/>
                    <a:pt x="128" y="141"/>
                  </a:cubicBezTo>
                  <a:cubicBezTo>
                    <a:pt x="127" y="140"/>
                    <a:pt x="125" y="140"/>
                    <a:pt x="125" y="138"/>
                  </a:cubicBezTo>
                  <a:cubicBezTo>
                    <a:pt x="125" y="137"/>
                    <a:pt x="125" y="138"/>
                    <a:pt x="124" y="137"/>
                  </a:cubicBezTo>
                  <a:cubicBezTo>
                    <a:pt x="123" y="137"/>
                    <a:pt x="115" y="140"/>
                    <a:pt x="115" y="136"/>
                  </a:cubicBezTo>
                  <a:cubicBezTo>
                    <a:pt x="114" y="136"/>
                    <a:pt x="111" y="135"/>
                    <a:pt x="110" y="136"/>
                  </a:cubicBezTo>
                  <a:cubicBezTo>
                    <a:pt x="108" y="137"/>
                    <a:pt x="110" y="139"/>
                    <a:pt x="109" y="140"/>
                  </a:cubicBezTo>
                  <a:cubicBezTo>
                    <a:pt x="109" y="141"/>
                    <a:pt x="107" y="141"/>
                    <a:pt x="107" y="143"/>
                  </a:cubicBezTo>
                  <a:cubicBezTo>
                    <a:pt x="107" y="144"/>
                    <a:pt x="107" y="144"/>
                    <a:pt x="107" y="145"/>
                  </a:cubicBezTo>
                  <a:cubicBezTo>
                    <a:pt x="107" y="146"/>
                    <a:pt x="106" y="146"/>
                    <a:pt x="105" y="147"/>
                  </a:cubicBezTo>
                  <a:cubicBezTo>
                    <a:pt x="103" y="147"/>
                    <a:pt x="103" y="147"/>
                    <a:pt x="102" y="148"/>
                  </a:cubicBezTo>
                  <a:cubicBezTo>
                    <a:pt x="102" y="149"/>
                    <a:pt x="101" y="150"/>
                    <a:pt x="100" y="150"/>
                  </a:cubicBezTo>
                  <a:cubicBezTo>
                    <a:pt x="97" y="151"/>
                    <a:pt x="93" y="150"/>
                    <a:pt x="89" y="152"/>
                  </a:cubicBezTo>
                  <a:cubicBezTo>
                    <a:pt x="90" y="156"/>
                    <a:pt x="85" y="155"/>
                    <a:pt x="83" y="155"/>
                  </a:cubicBezTo>
                  <a:cubicBezTo>
                    <a:pt x="81" y="156"/>
                    <a:pt x="81" y="157"/>
                    <a:pt x="80" y="158"/>
                  </a:cubicBezTo>
                  <a:cubicBezTo>
                    <a:pt x="79" y="158"/>
                    <a:pt x="77" y="157"/>
                    <a:pt x="76" y="157"/>
                  </a:cubicBezTo>
                  <a:cubicBezTo>
                    <a:pt x="73" y="155"/>
                    <a:pt x="73" y="150"/>
                    <a:pt x="70" y="151"/>
                  </a:cubicBezTo>
                  <a:cubicBezTo>
                    <a:pt x="67" y="151"/>
                    <a:pt x="67" y="153"/>
                    <a:pt x="66" y="155"/>
                  </a:cubicBezTo>
                  <a:cubicBezTo>
                    <a:pt x="65" y="156"/>
                    <a:pt x="63" y="156"/>
                    <a:pt x="61" y="156"/>
                  </a:cubicBezTo>
                  <a:cubicBezTo>
                    <a:pt x="61" y="157"/>
                    <a:pt x="61" y="159"/>
                    <a:pt x="60" y="160"/>
                  </a:cubicBezTo>
                  <a:cubicBezTo>
                    <a:pt x="57" y="160"/>
                    <a:pt x="50" y="160"/>
                    <a:pt x="50" y="156"/>
                  </a:cubicBezTo>
                  <a:cubicBezTo>
                    <a:pt x="49" y="153"/>
                    <a:pt x="50" y="148"/>
                    <a:pt x="46" y="149"/>
                  </a:cubicBezTo>
                  <a:cubicBezTo>
                    <a:pt x="44" y="150"/>
                    <a:pt x="40" y="154"/>
                    <a:pt x="38" y="151"/>
                  </a:cubicBezTo>
                  <a:cubicBezTo>
                    <a:pt x="37" y="148"/>
                    <a:pt x="36" y="145"/>
                    <a:pt x="32" y="145"/>
                  </a:cubicBezTo>
                  <a:cubicBezTo>
                    <a:pt x="32" y="150"/>
                    <a:pt x="29" y="149"/>
                    <a:pt x="24" y="149"/>
                  </a:cubicBezTo>
                  <a:cubicBezTo>
                    <a:pt x="19" y="149"/>
                    <a:pt x="13" y="150"/>
                    <a:pt x="8" y="147"/>
                  </a:cubicBezTo>
                  <a:cubicBezTo>
                    <a:pt x="7" y="146"/>
                    <a:pt x="6" y="146"/>
                    <a:pt x="4" y="145"/>
                  </a:cubicBezTo>
                  <a:cubicBezTo>
                    <a:pt x="7" y="145"/>
                    <a:pt x="10" y="144"/>
                    <a:pt x="10" y="140"/>
                  </a:cubicBezTo>
                  <a:cubicBezTo>
                    <a:pt x="10" y="137"/>
                    <a:pt x="8" y="135"/>
                    <a:pt x="5" y="133"/>
                  </a:cubicBezTo>
                  <a:cubicBezTo>
                    <a:pt x="2" y="131"/>
                    <a:pt x="3" y="127"/>
                    <a:pt x="2" y="124"/>
                  </a:cubicBezTo>
                  <a:cubicBezTo>
                    <a:pt x="0" y="121"/>
                    <a:pt x="0" y="118"/>
                    <a:pt x="2" y="114"/>
                  </a:cubicBezTo>
                  <a:cubicBezTo>
                    <a:pt x="3" y="112"/>
                    <a:pt x="4" y="109"/>
                    <a:pt x="7" y="108"/>
                  </a:cubicBezTo>
                  <a:cubicBezTo>
                    <a:pt x="11" y="108"/>
                    <a:pt x="12" y="106"/>
                    <a:pt x="16" y="104"/>
                  </a:cubicBezTo>
                  <a:cubicBezTo>
                    <a:pt x="18" y="103"/>
                    <a:pt x="22" y="103"/>
                    <a:pt x="23" y="100"/>
                  </a:cubicBezTo>
                  <a:cubicBezTo>
                    <a:pt x="25" y="98"/>
                    <a:pt x="26" y="94"/>
                    <a:pt x="29" y="94"/>
                  </a:cubicBezTo>
                  <a:cubicBezTo>
                    <a:pt x="30" y="93"/>
                    <a:pt x="32" y="93"/>
                    <a:pt x="33" y="92"/>
                  </a:cubicBezTo>
                  <a:cubicBezTo>
                    <a:pt x="35" y="91"/>
                    <a:pt x="35" y="90"/>
                    <a:pt x="35" y="88"/>
                  </a:cubicBezTo>
                  <a:cubicBezTo>
                    <a:pt x="36" y="85"/>
                    <a:pt x="41" y="86"/>
                    <a:pt x="41" y="89"/>
                  </a:cubicBezTo>
                  <a:cubicBezTo>
                    <a:pt x="43" y="90"/>
                    <a:pt x="44" y="88"/>
                    <a:pt x="45" y="87"/>
                  </a:cubicBezTo>
                  <a:cubicBezTo>
                    <a:pt x="48" y="85"/>
                    <a:pt x="51" y="88"/>
                    <a:pt x="54" y="88"/>
                  </a:cubicBezTo>
                  <a:cubicBezTo>
                    <a:pt x="60" y="89"/>
                    <a:pt x="60" y="83"/>
                    <a:pt x="55" y="81"/>
                  </a:cubicBezTo>
                  <a:cubicBezTo>
                    <a:pt x="50" y="80"/>
                    <a:pt x="47" y="77"/>
                    <a:pt x="43" y="75"/>
                  </a:cubicBezTo>
                  <a:cubicBezTo>
                    <a:pt x="41" y="74"/>
                    <a:pt x="40" y="74"/>
                    <a:pt x="39" y="73"/>
                  </a:cubicBezTo>
                  <a:cubicBezTo>
                    <a:pt x="38" y="72"/>
                    <a:pt x="38" y="71"/>
                    <a:pt x="38" y="69"/>
                  </a:cubicBezTo>
                  <a:cubicBezTo>
                    <a:pt x="36" y="66"/>
                    <a:pt x="33" y="65"/>
                    <a:pt x="31" y="62"/>
                  </a:cubicBezTo>
                  <a:cubicBezTo>
                    <a:pt x="34" y="62"/>
                    <a:pt x="37" y="61"/>
                    <a:pt x="39" y="60"/>
                  </a:cubicBezTo>
                  <a:cubicBezTo>
                    <a:pt x="40" y="59"/>
                    <a:pt x="39" y="57"/>
                    <a:pt x="39" y="55"/>
                  </a:cubicBezTo>
                  <a:cubicBezTo>
                    <a:pt x="38" y="54"/>
                    <a:pt x="37" y="54"/>
                    <a:pt x="35" y="54"/>
                  </a:cubicBezTo>
                  <a:cubicBezTo>
                    <a:pt x="33" y="53"/>
                    <a:pt x="31" y="52"/>
                    <a:pt x="29" y="52"/>
                  </a:cubicBezTo>
                  <a:cubicBezTo>
                    <a:pt x="27" y="49"/>
                    <a:pt x="28" y="47"/>
                    <a:pt x="31" y="47"/>
                  </a:cubicBezTo>
                  <a:cubicBezTo>
                    <a:pt x="35" y="46"/>
                    <a:pt x="33" y="45"/>
                    <a:pt x="36" y="44"/>
                  </a:cubicBezTo>
                  <a:cubicBezTo>
                    <a:pt x="40" y="43"/>
                    <a:pt x="44" y="44"/>
                    <a:pt x="47" y="44"/>
                  </a:cubicBezTo>
                  <a:cubicBezTo>
                    <a:pt x="49" y="44"/>
                    <a:pt x="50" y="43"/>
                    <a:pt x="49" y="41"/>
                  </a:cubicBezTo>
                  <a:cubicBezTo>
                    <a:pt x="48" y="40"/>
                    <a:pt x="46" y="40"/>
                    <a:pt x="45" y="40"/>
                  </a:cubicBezTo>
                  <a:cubicBezTo>
                    <a:pt x="45" y="39"/>
                    <a:pt x="44" y="38"/>
                    <a:pt x="43" y="38"/>
                  </a:cubicBezTo>
                  <a:cubicBezTo>
                    <a:pt x="42" y="36"/>
                    <a:pt x="42" y="34"/>
                    <a:pt x="42" y="32"/>
                  </a:cubicBezTo>
                  <a:cubicBezTo>
                    <a:pt x="40" y="32"/>
                    <a:pt x="37" y="33"/>
                    <a:pt x="34" y="31"/>
                  </a:cubicBezTo>
                  <a:cubicBezTo>
                    <a:pt x="32" y="29"/>
                    <a:pt x="34" y="26"/>
                    <a:pt x="33" y="23"/>
                  </a:cubicBezTo>
                  <a:cubicBezTo>
                    <a:pt x="32" y="20"/>
                    <a:pt x="28" y="21"/>
                    <a:pt x="29" y="18"/>
                  </a:cubicBezTo>
                  <a:cubicBezTo>
                    <a:pt x="30" y="15"/>
                    <a:pt x="26" y="13"/>
                    <a:pt x="27" y="10"/>
                  </a:cubicBezTo>
                  <a:cubicBezTo>
                    <a:pt x="24" y="10"/>
                    <a:pt x="23" y="8"/>
                    <a:pt x="23" y="7"/>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2" name="Rectangle 41">
              <a:extLst>
                <a:ext uri="{FF2B5EF4-FFF2-40B4-BE49-F238E27FC236}">
                  <a16:creationId xmlns:a16="http://schemas.microsoft.com/office/drawing/2014/main" id="{A38CC199-EA86-4BCF-B62B-EAA889EBFEAF}"/>
                </a:ext>
              </a:extLst>
            </p:cNvPr>
            <p:cNvSpPr>
              <a:spLocks noChangeArrowheads="1"/>
            </p:cNvSpPr>
            <p:nvPr/>
          </p:nvSpPr>
          <p:spPr bwMode="auto">
            <a:xfrm>
              <a:off x="5322888" y="3794126"/>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3" name="Freeform 293">
              <a:extLst>
                <a:ext uri="{FF2B5EF4-FFF2-40B4-BE49-F238E27FC236}">
                  <a16:creationId xmlns:a16="http://schemas.microsoft.com/office/drawing/2014/main" id="{39CECC51-A3BB-454E-B1BE-A006F448F559}"/>
                </a:ext>
              </a:extLst>
            </p:cNvPr>
            <p:cNvSpPr>
              <a:spLocks/>
            </p:cNvSpPr>
            <p:nvPr/>
          </p:nvSpPr>
          <p:spPr bwMode="auto">
            <a:xfrm>
              <a:off x="5322888" y="37909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4" name="Freeform 294">
              <a:extLst>
                <a:ext uri="{FF2B5EF4-FFF2-40B4-BE49-F238E27FC236}">
                  <a16:creationId xmlns:a16="http://schemas.microsoft.com/office/drawing/2014/main" id="{EC72930D-866A-441C-B21E-5BC84287651A}"/>
                </a:ext>
              </a:extLst>
            </p:cNvPr>
            <p:cNvSpPr>
              <a:spLocks/>
            </p:cNvSpPr>
            <p:nvPr/>
          </p:nvSpPr>
          <p:spPr bwMode="auto">
            <a:xfrm>
              <a:off x="4354513" y="3705226"/>
              <a:ext cx="1057275" cy="809625"/>
            </a:xfrm>
            <a:custGeom>
              <a:avLst/>
              <a:gdLst>
                <a:gd name="T0" fmla="*/ 278 w 299"/>
                <a:gd name="T1" fmla="*/ 32 h 229"/>
                <a:gd name="T2" fmla="*/ 259 w 299"/>
                <a:gd name="T3" fmla="*/ 16 h 229"/>
                <a:gd name="T4" fmla="*/ 232 w 299"/>
                <a:gd name="T5" fmla="*/ 4 h 229"/>
                <a:gd name="T6" fmla="*/ 224 w 299"/>
                <a:gd name="T7" fmla="*/ 27 h 229"/>
                <a:gd name="T8" fmla="*/ 198 w 299"/>
                <a:gd name="T9" fmla="*/ 19 h 229"/>
                <a:gd name="T10" fmla="*/ 184 w 299"/>
                <a:gd name="T11" fmla="*/ 17 h 229"/>
                <a:gd name="T12" fmla="*/ 160 w 299"/>
                <a:gd name="T13" fmla="*/ 6 h 229"/>
                <a:gd name="T14" fmla="*/ 132 w 299"/>
                <a:gd name="T15" fmla="*/ 0 h 229"/>
                <a:gd name="T16" fmla="*/ 113 w 299"/>
                <a:gd name="T17" fmla="*/ 20 h 229"/>
                <a:gd name="T18" fmla="*/ 106 w 299"/>
                <a:gd name="T19" fmla="*/ 41 h 229"/>
                <a:gd name="T20" fmla="*/ 94 w 299"/>
                <a:gd name="T21" fmla="*/ 58 h 229"/>
                <a:gd name="T22" fmla="*/ 81 w 299"/>
                <a:gd name="T23" fmla="*/ 66 h 229"/>
                <a:gd name="T24" fmla="*/ 55 w 299"/>
                <a:gd name="T25" fmla="*/ 78 h 229"/>
                <a:gd name="T26" fmla="*/ 54 w 299"/>
                <a:gd name="T27" fmla="*/ 100 h 229"/>
                <a:gd name="T28" fmla="*/ 67 w 299"/>
                <a:gd name="T29" fmla="*/ 123 h 229"/>
                <a:gd name="T30" fmla="*/ 52 w 299"/>
                <a:gd name="T31" fmla="*/ 130 h 229"/>
                <a:gd name="T32" fmla="*/ 28 w 299"/>
                <a:gd name="T33" fmla="*/ 129 h 229"/>
                <a:gd name="T34" fmla="*/ 37 w 299"/>
                <a:gd name="T35" fmla="*/ 147 h 229"/>
                <a:gd name="T36" fmla="*/ 40 w 299"/>
                <a:gd name="T37" fmla="*/ 176 h 229"/>
                <a:gd name="T38" fmla="*/ 30 w 299"/>
                <a:gd name="T39" fmla="*/ 194 h 229"/>
                <a:gd name="T40" fmla="*/ 13 w 299"/>
                <a:gd name="T41" fmla="*/ 205 h 229"/>
                <a:gd name="T42" fmla="*/ 0 w 299"/>
                <a:gd name="T43" fmla="*/ 229 h 229"/>
                <a:gd name="T44" fmla="*/ 20 w 299"/>
                <a:gd name="T45" fmla="*/ 227 h 229"/>
                <a:gd name="T46" fmla="*/ 42 w 299"/>
                <a:gd name="T47" fmla="*/ 220 h 229"/>
                <a:gd name="T48" fmla="*/ 51 w 299"/>
                <a:gd name="T49" fmla="*/ 216 h 229"/>
                <a:gd name="T50" fmla="*/ 51 w 299"/>
                <a:gd name="T51" fmla="*/ 207 h 229"/>
                <a:gd name="T52" fmla="*/ 62 w 299"/>
                <a:gd name="T53" fmla="*/ 205 h 229"/>
                <a:gd name="T54" fmla="*/ 75 w 299"/>
                <a:gd name="T55" fmla="*/ 203 h 229"/>
                <a:gd name="T56" fmla="*/ 86 w 299"/>
                <a:gd name="T57" fmla="*/ 199 h 229"/>
                <a:gd name="T58" fmla="*/ 86 w 299"/>
                <a:gd name="T59" fmla="*/ 185 h 229"/>
                <a:gd name="T60" fmla="*/ 100 w 299"/>
                <a:gd name="T61" fmla="*/ 179 h 229"/>
                <a:gd name="T62" fmla="*/ 107 w 299"/>
                <a:gd name="T63" fmla="*/ 174 h 229"/>
                <a:gd name="T64" fmla="*/ 117 w 299"/>
                <a:gd name="T65" fmla="*/ 174 h 229"/>
                <a:gd name="T66" fmla="*/ 136 w 299"/>
                <a:gd name="T67" fmla="*/ 186 h 229"/>
                <a:gd name="T68" fmla="*/ 148 w 299"/>
                <a:gd name="T69" fmla="*/ 176 h 229"/>
                <a:gd name="T70" fmla="*/ 159 w 299"/>
                <a:gd name="T71" fmla="*/ 169 h 229"/>
                <a:gd name="T72" fmla="*/ 165 w 299"/>
                <a:gd name="T73" fmla="*/ 172 h 229"/>
                <a:gd name="T74" fmla="*/ 183 w 299"/>
                <a:gd name="T75" fmla="*/ 154 h 229"/>
                <a:gd name="T76" fmla="*/ 190 w 299"/>
                <a:gd name="T77" fmla="*/ 145 h 229"/>
                <a:gd name="T78" fmla="*/ 184 w 299"/>
                <a:gd name="T79" fmla="*/ 147 h 229"/>
                <a:gd name="T80" fmla="*/ 193 w 299"/>
                <a:gd name="T81" fmla="*/ 135 h 229"/>
                <a:gd name="T82" fmla="*/ 193 w 299"/>
                <a:gd name="T83" fmla="*/ 145 h 229"/>
                <a:gd name="T84" fmla="*/ 218 w 299"/>
                <a:gd name="T85" fmla="*/ 135 h 229"/>
                <a:gd name="T86" fmla="*/ 255 w 299"/>
                <a:gd name="T87" fmla="*/ 114 h 229"/>
                <a:gd name="T88" fmla="*/ 267 w 299"/>
                <a:gd name="T89" fmla="*/ 98 h 229"/>
                <a:gd name="T90" fmla="*/ 270 w 299"/>
                <a:gd name="T91" fmla="*/ 90 h 229"/>
                <a:gd name="T92" fmla="*/ 269 w 299"/>
                <a:gd name="T93" fmla="*/ 88 h 229"/>
                <a:gd name="T94" fmla="*/ 271 w 299"/>
                <a:gd name="T95" fmla="*/ 58 h 229"/>
                <a:gd name="T96" fmla="*/ 294 w 299"/>
                <a:gd name="T97" fmla="*/ 5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9" h="229">
                  <a:moveTo>
                    <a:pt x="293" y="38"/>
                  </a:moveTo>
                  <a:cubicBezTo>
                    <a:pt x="291" y="36"/>
                    <a:pt x="287" y="37"/>
                    <a:pt x="286" y="34"/>
                  </a:cubicBezTo>
                  <a:cubicBezTo>
                    <a:pt x="286" y="31"/>
                    <a:pt x="285" y="28"/>
                    <a:pt x="282" y="29"/>
                  </a:cubicBezTo>
                  <a:cubicBezTo>
                    <a:pt x="281" y="32"/>
                    <a:pt x="281" y="31"/>
                    <a:pt x="278" y="32"/>
                  </a:cubicBezTo>
                  <a:cubicBezTo>
                    <a:pt x="278" y="35"/>
                    <a:pt x="275" y="33"/>
                    <a:pt x="274" y="32"/>
                  </a:cubicBezTo>
                  <a:cubicBezTo>
                    <a:pt x="272" y="29"/>
                    <a:pt x="276" y="26"/>
                    <a:pt x="273" y="23"/>
                  </a:cubicBezTo>
                  <a:cubicBezTo>
                    <a:pt x="269" y="20"/>
                    <a:pt x="264" y="23"/>
                    <a:pt x="263" y="17"/>
                  </a:cubicBezTo>
                  <a:cubicBezTo>
                    <a:pt x="262" y="17"/>
                    <a:pt x="261" y="16"/>
                    <a:pt x="259" y="16"/>
                  </a:cubicBezTo>
                  <a:cubicBezTo>
                    <a:pt x="260" y="11"/>
                    <a:pt x="251" y="6"/>
                    <a:pt x="250" y="12"/>
                  </a:cubicBezTo>
                  <a:cubicBezTo>
                    <a:pt x="249" y="13"/>
                    <a:pt x="248" y="13"/>
                    <a:pt x="248" y="13"/>
                  </a:cubicBezTo>
                  <a:cubicBezTo>
                    <a:pt x="248" y="11"/>
                    <a:pt x="244" y="7"/>
                    <a:pt x="243" y="5"/>
                  </a:cubicBezTo>
                  <a:cubicBezTo>
                    <a:pt x="241" y="3"/>
                    <a:pt x="236" y="4"/>
                    <a:pt x="232" y="4"/>
                  </a:cubicBezTo>
                  <a:cubicBezTo>
                    <a:pt x="233" y="0"/>
                    <a:pt x="227" y="2"/>
                    <a:pt x="225" y="2"/>
                  </a:cubicBezTo>
                  <a:cubicBezTo>
                    <a:pt x="226" y="4"/>
                    <a:pt x="231" y="12"/>
                    <a:pt x="227" y="14"/>
                  </a:cubicBezTo>
                  <a:cubicBezTo>
                    <a:pt x="226" y="16"/>
                    <a:pt x="229" y="18"/>
                    <a:pt x="228" y="21"/>
                  </a:cubicBezTo>
                  <a:cubicBezTo>
                    <a:pt x="224" y="21"/>
                    <a:pt x="225" y="25"/>
                    <a:pt x="224" y="27"/>
                  </a:cubicBezTo>
                  <a:cubicBezTo>
                    <a:pt x="221" y="27"/>
                    <a:pt x="220" y="26"/>
                    <a:pt x="218" y="26"/>
                  </a:cubicBezTo>
                  <a:cubicBezTo>
                    <a:pt x="219" y="24"/>
                    <a:pt x="221" y="22"/>
                    <a:pt x="218" y="21"/>
                  </a:cubicBezTo>
                  <a:cubicBezTo>
                    <a:pt x="215" y="24"/>
                    <a:pt x="211" y="21"/>
                    <a:pt x="208" y="20"/>
                  </a:cubicBezTo>
                  <a:cubicBezTo>
                    <a:pt x="205" y="19"/>
                    <a:pt x="201" y="17"/>
                    <a:pt x="198" y="19"/>
                  </a:cubicBezTo>
                  <a:cubicBezTo>
                    <a:pt x="195" y="20"/>
                    <a:pt x="194" y="24"/>
                    <a:pt x="191" y="24"/>
                  </a:cubicBezTo>
                  <a:cubicBezTo>
                    <a:pt x="187" y="25"/>
                    <a:pt x="184" y="21"/>
                    <a:pt x="180" y="21"/>
                  </a:cubicBezTo>
                  <a:cubicBezTo>
                    <a:pt x="181" y="19"/>
                    <a:pt x="183" y="19"/>
                    <a:pt x="183" y="17"/>
                  </a:cubicBezTo>
                  <a:cubicBezTo>
                    <a:pt x="184" y="17"/>
                    <a:pt x="184" y="17"/>
                    <a:pt x="184" y="17"/>
                  </a:cubicBezTo>
                  <a:cubicBezTo>
                    <a:pt x="185" y="12"/>
                    <a:pt x="185" y="7"/>
                    <a:pt x="185" y="2"/>
                  </a:cubicBezTo>
                  <a:cubicBezTo>
                    <a:pt x="182" y="1"/>
                    <a:pt x="180" y="4"/>
                    <a:pt x="178" y="4"/>
                  </a:cubicBezTo>
                  <a:cubicBezTo>
                    <a:pt x="175" y="5"/>
                    <a:pt x="173" y="6"/>
                    <a:pt x="170" y="6"/>
                  </a:cubicBezTo>
                  <a:cubicBezTo>
                    <a:pt x="167" y="7"/>
                    <a:pt x="163" y="5"/>
                    <a:pt x="160" y="6"/>
                  </a:cubicBezTo>
                  <a:cubicBezTo>
                    <a:pt x="158" y="6"/>
                    <a:pt x="157" y="8"/>
                    <a:pt x="155" y="8"/>
                  </a:cubicBezTo>
                  <a:cubicBezTo>
                    <a:pt x="151" y="10"/>
                    <a:pt x="143" y="9"/>
                    <a:pt x="140" y="6"/>
                  </a:cubicBezTo>
                  <a:cubicBezTo>
                    <a:pt x="139" y="5"/>
                    <a:pt x="139" y="3"/>
                    <a:pt x="137" y="1"/>
                  </a:cubicBezTo>
                  <a:cubicBezTo>
                    <a:pt x="136" y="0"/>
                    <a:pt x="134" y="0"/>
                    <a:pt x="132" y="0"/>
                  </a:cubicBezTo>
                  <a:cubicBezTo>
                    <a:pt x="133" y="1"/>
                    <a:pt x="133" y="1"/>
                    <a:pt x="133" y="1"/>
                  </a:cubicBezTo>
                  <a:cubicBezTo>
                    <a:pt x="133" y="6"/>
                    <a:pt x="134" y="8"/>
                    <a:pt x="128" y="9"/>
                  </a:cubicBezTo>
                  <a:cubicBezTo>
                    <a:pt x="125" y="10"/>
                    <a:pt x="120" y="13"/>
                    <a:pt x="117" y="15"/>
                  </a:cubicBezTo>
                  <a:cubicBezTo>
                    <a:pt x="116" y="16"/>
                    <a:pt x="113" y="18"/>
                    <a:pt x="113" y="20"/>
                  </a:cubicBezTo>
                  <a:cubicBezTo>
                    <a:pt x="113" y="23"/>
                    <a:pt x="111" y="21"/>
                    <a:pt x="110" y="23"/>
                  </a:cubicBezTo>
                  <a:cubicBezTo>
                    <a:pt x="108" y="27"/>
                    <a:pt x="112" y="28"/>
                    <a:pt x="113" y="31"/>
                  </a:cubicBezTo>
                  <a:cubicBezTo>
                    <a:pt x="110" y="33"/>
                    <a:pt x="108" y="34"/>
                    <a:pt x="107" y="38"/>
                  </a:cubicBezTo>
                  <a:cubicBezTo>
                    <a:pt x="105" y="38"/>
                    <a:pt x="106" y="40"/>
                    <a:pt x="106" y="41"/>
                  </a:cubicBezTo>
                  <a:cubicBezTo>
                    <a:pt x="106" y="43"/>
                    <a:pt x="103" y="43"/>
                    <a:pt x="102" y="44"/>
                  </a:cubicBezTo>
                  <a:cubicBezTo>
                    <a:pt x="101" y="46"/>
                    <a:pt x="101" y="50"/>
                    <a:pt x="101" y="52"/>
                  </a:cubicBezTo>
                  <a:cubicBezTo>
                    <a:pt x="101" y="54"/>
                    <a:pt x="104" y="55"/>
                    <a:pt x="103" y="57"/>
                  </a:cubicBezTo>
                  <a:cubicBezTo>
                    <a:pt x="101" y="57"/>
                    <a:pt x="96" y="56"/>
                    <a:pt x="94" y="58"/>
                  </a:cubicBezTo>
                  <a:cubicBezTo>
                    <a:pt x="94" y="60"/>
                    <a:pt x="94" y="62"/>
                    <a:pt x="94" y="63"/>
                  </a:cubicBezTo>
                  <a:cubicBezTo>
                    <a:pt x="93" y="65"/>
                    <a:pt x="92" y="66"/>
                    <a:pt x="92" y="68"/>
                  </a:cubicBezTo>
                  <a:cubicBezTo>
                    <a:pt x="90" y="68"/>
                    <a:pt x="88" y="68"/>
                    <a:pt x="87" y="67"/>
                  </a:cubicBezTo>
                  <a:cubicBezTo>
                    <a:pt x="85" y="65"/>
                    <a:pt x="82" y="66"/>
                    <a:pt x="81" y="66"/>
                  </a:cubicBezTo>
                  <a:cubicBezTo>
                    <a:pt x="75" y="66"/>
                    <a:pt x="70" y="65"/>
                    <a:pt x="65" y="65"/>
                  </a:cubicBezTo>
                  <a:cubicBezTo>
                    <a:pt x="65" y="70"/>
                    <a:pt x="63" y="74"/>
                    <a:pt x="61" y="77"/>
                  </a:cubicBezTo>
                  <a:cubicBezTo>
                    <a:pt x="61" y="79"/>
                    <a:pt x="60" y="81"/>
                    <a:pt x="58" y="82"/>
                  </a:cubicBezTo>
                  <a:cubicBezTo>
                    <a:pt x="56" y="82"/>
                    <a:pt x="55" y="80"/>
                    <a:pt x="55" y="78"/>
                  </a:cubicBezTo>
                  <a:cubicBezTo>
                    <a:pt x="54" y="78"/>
                    <a:pt x="53" y="77"/>
                    <a:pt x="52" y="77"/>
                  </a:cubicBezTo>
                  <a:cubicBezTo>
                    <a:pt x="52" y="83"/>
                    <a:pt x="52" y="88"/>
                    <a:pt x="52" y="93"/>
                  </a:cubicBezTo>
                  <a:cubicBezTo>
                    <a:pt x="52" y="94"/>
                    <a:pt x="52" y="96"/>
                    <a:pt x="52" y="98"/>
                  </a:cubicBezTo>
                  <a:cubicBezTo>
                    <a:pt x="52" y="100"/>
                    <a:pt x="54" y="99"/>
                    <a:pt x="54" y="100"/>
                  </a:cubicBezTo>
                  <a:cubicBezTo>
                    <a:pt x="57" y="104"/>
                    <a:pt x="55" y="109"/>
                    <a:pt x="54" y="113"/>
                  </a:cubicBezTo>
                  <a:cubicBezTo>
                    <a:pt x="54" y="115"/>
                    <a:pt x="53" y="118"/>
                    <a:pt x="53" y="120"/>
                  </a:cubicBezTo>
                  <a:cubicBezTo>
                    <a:pt x="54" y="123"/>
                    <a:pt x="58" y="123"/>
                    <a:pt x="60" y="123"/>
                  </a:cubicBezTo>
                  <a:cubicBezTo>
                    <a:pt x="61" y="123"/>
                    <a:pt x="67" y="123"/>
                    <a:pt x="67" y="123"/>
                  </a:cubicBezTo>
                  <a:cubicBezTo>
                    <a:pt x="69" y="125"/>
                    <a:pt x="68" y="128"/>
                    <a:pt x="67" y="131"/>
                  </a:cubicBezTo>
                  <a:cubicBezTo>
                    <a:pt x="66" y="132"/>
                    <a:pt x="65" y="134"/>
                    <a:pt x="62" y="133"/>
                  </a:cubicBezTo>
                  <a:cubicBezTo>
                    <a:pt x="62" y="132"/>
                    <a:pt x="63" y="130"/>
                    <a:pt x="62" y="128"/>
                  </a:cubicBezTo>
                  <a:cubicBezTo>
                    <a:pt x="60" y="127"/>
                    <a:pt x="52" y="126"/>
                    <a:pt x="52" y="130"/>
                  </a:cubicBezTo>
                  <a:cubicBezTo>
                    <a:pt x="48" y="131"/>
                    <a:pt x="50" y="125"/>
                    <a:pt x="50" y="123"/>
                  </a:cubicBezTo>
                  <a:cubicBezTo>
                    <a:pt x="46" y="120"/>
                    <a:pt x="40" y="121"/>
                    <a:pt x="35" y="120"/>
                  </a:cubicBezTo>
                  <a:cubicBezTo>
                    <a:pt x="35" y="117"/>
                    <a:pt x="31" y="118"/>
                    <a:pt x="29" y="118"/>
                  </a:cubicBezTo>
                  <a:cubicBezTo>
                    <a:pt x="29" y="122"/>
                    <a:pt x="26" y="125"/>
                    <a:pt x="28" y="129"/>
                  </a:cubicBezTo>
                  <a:cubicBezTo>
                    <a:pt x="29" y="130"/>
                    <a:pt x="31" y="129"/>
                    <a:pt x="32" y="129"/>
                  </a:cubicBezTo>
                  <a:cubicBezTo>
                    <a:pt x="32" y="133"/>
                    <a:pt x="36" y="131"/>
                    <a:pt x="37" y="134"/>
                  </a:cubicBezTo>
                  <a:cubicBezTo>
                    <a:pt x="39" y="138"/>
                    <a:pt x="34" y="142"/>
                    <a:pt x="34" y="147"/>
                  </a:cubicBezTo>
                  <a:cubicBezTo>
                    <a:pt x="35" y="146"/>
                    <a:pt x="37" y="147"/>
                    <a:pt x="37" y="147"/>
                  </a:cubicBezTo>
                  <a:cubicBezTo>
                    <a:pt x="38" y="149"/>
                    <a:pt x="40" y="149"/>
                    <a:pt x="41" y="151"/>
                  </a:cubicBezTo>
                  <a:cubicBezTo>
                    <a:pt x="42" y="153"/>
                    <a:pt x="41" y="156"/>
                    <a:pt x="41" y="159"/>
                  </a:cubicBezTo>
                  <a:cubicBezTo>
                    <a:pt x="41" y="164"/>
                    <a:pt x="44" y="170"/>
                    <a:pt x="43" y="176"/>
                  </a:cubicBezTo>
                  <a:cubicBezTo>
                    <a:pt x="42" y="176"/>
                    <a:pt x="41" y="176"/>
                    <a:pt x="40" y="176"/>
                  </a:cubicBezTo>
                  <a:cubicBezTo>
                    <a:pt x="40" y="178"/>
                    <a:pt x="40" y="182"/>
                    <a:pt x="38" y="183"/>
                  </a:cubicBezTo>
                  <a:cubicBezTo>
                    <a:pt x="36" y="185"/>
                    <a:pt x="33" y="184"/>
                    <a:pt x="33" y="187"/>
                  </a:cubicBezTo>
                  <a:cubicBezTo>
                    <a:pt x="31" y="187"/>
                    <a:pt x="28" y="187"/>
                    <a:pt x="27" y="187"/>
                  </a:cubicBezTo>
                  <a:cubicBezTo>
                    <a:pt x="30" y="189"/>
                    <a:pt x="30" y="190"/>
                    <a:pt x="30" y="194"/>
                  </a:cubicBezTo>
                  <a:cubicBezTo>
                    <a:pt x="28" y="194"/>
                    <a:pt x="27" y="194"/>
                    <a:pt x="25" y="194"/>
                  </a:cubicBezTo>
                  <a:cubicBezTo>
                    <a:pt x="23" y="197"/>
                    <a:pt x="22" y="202"/>
                    <a:pt x="19" y="204"/>
                  </a:cubicBezTo>
                  <a:cubicBezTo>
                    <a:pt x="18" y="205"/>
                    <a:pt x="16" y="204"/>
                    <a:pt x="15" y="204"/>
                  </a:cubicBezTo>
                  <a:cubicBezTo>
                    <a:pt x="14" y="204"/>
                    <a:pt x="14" y="205"/>
                    <a:pt x="13" y="205"/>
                  </a:cubicBezTo>
                  <a:cubicBezTo>
                    <a:pt x="11" y="207"/>
                    <a:pt x="10" y="208"/>
                    <a:pt x="8" y="209"/>
                  </a:cubicBezTo>
                  <a:cubicBezTo>
                    <a:pt x="7" y="212"/>
                    <a:pt x="7" y="216"/>
                    <a:pt x="5" y="219"/>
                  </a:cubicBezTo>
                  <a:cubicBezTo>
                    <a:pt x="3" y="222"/>
                    <a:pt x="1" y="224"/>
                    <a:pt x="0" y="227"/>
                  </a:cubicBezTo>
                  <a:cubicBezTo>
                    <a:pt x="0" y="228"/>
                    <a:pt x="0" y="229"/>
                    <a:pt x="0" y="229"/>
                  </a:cubicBezTo>
                  <a:cubicBezTo>
                    <a:pt x="0" y="229"/>
                    <a:pt x="0" y="229"/>
                    <a:pt x="0" y="229"/>
                  </a:cubicBezTo>
                  <a:cubicBezTo>
                    <a:pt x="3" y="229"/>
                    <a:pt x="7" y="228"/>
                    <a:pt x="10" y="229"/>
                  </a:cubicBezTo>
                  <a:cubicBezTo>
                    <a:pt x="12" y="229"/>
                    <a:pt x="13" y="228"/>
                    <a:pt x="16" y="227"/>
                  </a:cubicBezTo>
                  <a:cubicBezTo>
                    <a:pt x="17" y="227"/>
                    <a:pt x="19" y="228"/>
                    <a:pt x="20" y="227"/>
                  </a:cubicBezTo>
                  <a:cubicBezTo>
                    <a:pt x="21" y="227"/>
                    <a:pt x="22" y="227"/>
                    <a:pt x="23" y="226"/>
                  </a:cubicBezTo>
                  <a:cubicBezTo>
                    <a:pt x="24" y="222"/>
                    <a:pt x="26" y="223"/>
                    <a:pt x="29" y="223"/>
                  </a:cubicBezTo>
                  <a:cubicBezTo>
                    <a:pt x="33" y="222"/>
                    <a:pt x="33" y="218"/>
                    <a:pt x="37" y="218"/>
                  </a:cubicBezTo>
                  <a:cubicBezTo>
                    <a:pt x="39" y="219"/>
                    <a:pt x="41" y="218"/>
                    <a:pt x="42" y="220"/>
                  </a:cubicBezTo>
                  <a:cubicBezTo>
                    <a:pt x="42" y="221"/>
                    <a:pt x="42" y="223"/>
                    <a:pt x="44" y="223"/>
                  </a:cubicBezTo>
                  <a:cubicBezTo>
                    <a:pt x="46" y="223"/>
                    <a:pt x="46" y="221"/>
                    <a:pt x="47" y="220"/>
                  </a:cubicBezTo>
                  <a:cubicBezTo>
                    <a:pt x="47" y="218"/>
                    <a:pt x="48" y="219"/>
                    <a:pt x="49" y="219"/>
                  </a:cubicBezTo>
                  <a:cubicBezTo>
                    <a:pt x="50" y="217"/>
                    <a:pt x="49" y="215"/>
                    <a:pt x="51" y="216"/>
                  </a:cubicBezTo>
                  <a:cubicBezTo>
                    <a:pt x="51" y="215"/>
                    <a:pt x="51" y="214"/>
                    <a:pt x="51" y="214"/>
                  </a:cubicBezTo>
                  <a:cubicBezTo>
                    <a:pt x="50" y="214"/>
                    <a:pt x="50" y="213"/>
                    <a:pt x="49" y="213"/>
                  </a:cubicBezTo>
                  <a:cubicBezTo>
                    <a:pt x="49" y="212"/>
                    <a:pt x="48" y="209"/>
                    <a:pt x="50" y="209"/>
                  </a:cubicBezTo>
                  <a:cubicBezTo>
                    <a:pt x="51" y="208"/>
                    <a:pt x="52" y="208"/>
                    <a:pt x="51" y="207"/>
                  </a:cubicBezTo>
                  <a:cubicBezTo>
                    <a:pt x="51" y="207"/>
                    <a:pt x="51" y="207"/>
                    <a:pt x="51" y="207"/>
                  </a:cubicBezTo>
                  <a:cubicBezTo>
                    <a:pt x="51" y="205"/>
                    <a:pt x="50" y="203"/>
                    <a:pt x="50" y="201"/>
                  </a:cubicBezTo>
                  <a:cubicBezTo>
                    <a:pt x="53" y="200"/>
                    <a:pt x="54" y="199"/>
                    <a:pt x="56" y="197"/>
                  </a:cubicBezTo>
                  <a:cubicBezTo>
                    <a:pt x="59" y="198"/>
                    <a:pt x="61" y="202"/>
                    <a:pt x="62" y="205"/>
                  </a:cubicBezTo>
                  <a:cubicBezTo>
                    <a:pt x="64" y="206"/>
                    <a:pt x="61" y="207"/>
                    <a:pt x="60" y="208"/>
                  </a:cubicBezTo>
                  <a:cubicBezTo>
                    <a:pt x="62" y="214"/>
                    <a:pt x="68" y="205"/>
                    <a:pt x="70" y="205"/>
                  </a:cubicBezTo>
                  <a:cubicBezTo>
                    <a:pt x="71" y="204"/>
                    <a:pt x="71" y="203"/>
                    <a:pt x="71" y="202"/>
                  </a:cubicBezTo>
                  <a:cubicBezTo>
                    <a:pt x="72" y="201"/>
                    <a:pt x="74" y="202"/>
                    <a:pt x="75" y="203"/>
                  </a:cubicBezTo>
                  <a:cubicBezTo>
                    <a:pt x="76" y="204"/>
                    <a:pt x="77" y="206"/>
                    <a:pt x="78" y="206"/>
                  </a:cubicBezTo>
                  <a:cubicBezTo>
                    <a:pt x="80" y="206"/>
                    <a:pt x="81" y="203"/>
                    <a:pt x="84" y="203"/>
                  </a:cubicBezTo>
                  <a:cubicBezTo>
                    <a:pt x="84" y="202"/>
                    <a:pt x="84" y="202"/>
                    <a:pt x="83" y="202"/>
                  </a:cubicBezTo>
                  <a:cubicBezTo>
                    <a:pt x="83" y="200"/>
                    <a:pt x="83" y="198"/>
                    <a:pt x="86" y="199"/>
                  </a:cubicBezTo>
                  <a:cubicBezTo>
                    <a:pt x="86" y="198"/>
                    <a:pt x="86" y="197"/>
                    <a:pt x="84" y="197"/>
                  </a:cubicBezTo>
                  <a:cubicBezTo>
                    <a:pt x="84" y="195"/>
                    <a:pt x="81" y="195"/>
                    <a:pt x="82" y="193"/>
                  </a:cubicBezTo>
                  <a:cubicBezTo>
                    <a:pt x="82" y="191"/>
                    <a:pt x="83" y="190"/>
                    <a:pt x="84" y="190"/>
                  </a:cubicBezTo>
                  <a:cubicBezTo>
                    <a:pt x="87" y="189"/>
                    <a:pt x="85" y="185"/>
                    <a:pt x="86" y="185"/>
                  </a:cubicBezTo>
                  <a:cubicBezTo>
                    <a:pt x="88" y="185"/>
                    <a:pt x="89" y="185"/>
                    <a:pt x="91" y="185"/>
                  </a:cubicBezTo>
                  <a:cubicBezTo>
                    <a:pt x="93" y="185"/>
                    <a:pt x="95" y="185"/>
                    <a:pt x="96" y="184"/>
                  </a:cubicBezTo>
                  <a:cubicBezTo>
                    <a:pt x="98" y="183"/>
                    <a:pt x="99" y="179"/>
                    <a:pt x="101" y="179"/>
                  </a:cubicBezTo>
                  <a:cubicBezTo>
                    <a:pt x="100" y="179"/>
                    <a:pt x="100" y="179"/>
                    <a:pt x="100" y="179"/>
                  </a:cubicBezTo>
                  <a:cubicBezTo>
                    <a:pt x="100" y="178"/>
                    <a:pt x="95" y="177"/>
                    <a:pt x="97" y="175"/>
                  </a:cubicBezTo>
                  <a:cubicBezTo>
                    <a:pt x="100" y="172"/>
                    <a:pt x="101" y="176"/>
                    <a:pt x="103" y="177"/>
                  </a:cubicBezTo>
                  <a:cubicBezTo>
                    <a:pt x="103" y="175"/>
                    <a:pt x="104" y="172"/>
                    <a:pt x="105" y="171"/>
                  </a:cubicBezTo>
                  <a:cubicBezTo>
                    <a:pt x="106" y="171"/>
                    <a:pt x="106" y="173"/>
                    <a:pt x="107" y="174"/>
                  </a:cubicBezTo>
                  <a:cubicBezTo>
                    <a:pt x="107" y="173"/>
                    <a:pt x="107" y="173"/>
                    <a:pt x="108" y="172"/>
                  </a:cubicBezTo>
                  <a:cubicBezTo>
                    <a:pt x="111" y="175"/>
                    <a:pt x="111" y="169"/>
                    <a:pt x="111" y="167"/>
                  </a:cubicBezTo>
                  <a:cubicBezTo>
                    <a:pt x="112" y="167"/>
                    <a:pt x="112" y="167"/>
                    <a:pt x="112" y="168"/>
                  </a:cubicBezTo>
                  <a:cubicBezTo>
                    <a:pt x="112" y="170"/>
                    <a:pt x="114" y="175"/>
                    <a:pt x="117" y="174"/>
                  </a:cubicBezTo>
                  <a:cubicBezTo>
                    <a:pt x="117" y="173"/>
                    <a:pt x="118" y="173"/>
                    <a:pt x="119" y="173"/>
                  </a:cubicBezTo>
                  <a:cubicBezTo>
                    <a:pt x="120" y="176"/>
                    <a:pt x="122" y="178"/>
                    <a:pt x="123" y="181"/>
                  </a:cubicBezTo>
                  <a:cubicBezTo>
                    <a:pt x="123" y="184"/>
                    <a:pt x="126" y="183"/>
                    <a:pt x="128" y="183"/>
                  </a:cubicBezTo>
                  <a:cubicBezTo>
                    <a:pt x="131" y="183"/>
                    <a:pt x="133" y="184"/>
                    <a:pt x="136" y="186"/>
                  </a:cubicBezTo>
                  <a:cubicBezTo>
                    <a:pt x="138" y="186"/>
                    <a:pt x="141" y="186"/>
                    <a:pt x="144" y="186"/>
                  </a:cubicBezTo>
                  <a:cubicBezTo>
                    <a:pt x="144" y="185"/>
                    <a:pt x="144" y="185"/>
                    <a:pt x="144" y="184"/>
                  </a:cubicBezTo>
                  <a:cubicBezTo>
                    <a:pt x="148" y="184"/>
                    <a:pt x="147" y="180"/>
                    <a:pt x="151" y="180"/>
                  </a:cubicBezTo>
                  <a:cubicBezTo>
                    <a:pt x="150" y="180"/>
                    <a:pt x="148" y="177"/>
                    <a:pt x="148" y="176"/>
                  </a:cubicBezTo>
                  <a:cubicBezTo>
                    <a:pt x="149" y="175"/>
                    <a:pt x="150" y="176"/>
                    <a:pt x="151" y="176"/>
                  </a:cubicBezTo>
                  <a:cubicBezTo>
                    <a:pt x="152" y="176"/>
                    <a:pt x="152" y="175"/>
                    <a:pt x="153" y="174"/>
                  </a:cubicBezTo>
                  <a:cubicBezTo>
                    <a:pt x="154" y="173"/>
                    <a:pt x="161" y="174"/>
                    <a:pt x="160" y="171"/>
                  </a:cubicBezTo>
                  <a:cubicBezTo>
                    <a:pt x="159" y="171"/>
                    <a:pt x="158" y="170"/>
                    <a:pt x="159" y="169"/>
                  </a:cubicBezTo>
                  <a:cubicBezTo>
                    <a:pt x="160" y="168"/>
                    <a:pt x="161" y="168"/>
                    <a:pt x="164" y="168"/>
                  </a:cubicBezTo>
                  <a:cubicBezTo>
                    <a:pt x="164" y="170"/>
                    <a:pt x="163" y="172"/>
                    <a:pt x="165" y="173"/>
                  </a:cubicBezTo>
                  <a:cubicBezTo>
                    <a:pt x="165" y="173"/>
                    <a:pt x="165" y="174"/>
                    <a:pt x="165" y="174"/>
                  </a:cubicBezTo>
                  <a:cubicBezTo>
                    <a:pt x="165" y="173"/>
                    <a:pt x="165" y="173"/>
                    <a:pt x="165" y="172"/>
                  </a:cubicBezTo>
                  <a:cubicBezTo>
                    <a:pt x="167" y="170"/>
                    <a:pt x="169" y="169"/>
                    <a:pt x="171" y="166"/>
                  </a:cubicBezTo>
                  <a:cubicBezTo>
                    <a:pt x="172" y="165"/>
                    <a:pt x="172" y="164"/>
                    <a:pt x="173" y="162"/>
                  </a:cubicBezTo>
                  <a:cubicBezTo>
                    <a:pt x="174" y="161"/>
                    <a:pt x="175" y="158"/>
                    <a:pt x="177" y="157"/>
                  </a:cubicBezTo>
                  <a:cubicBezTo>
                    <a:pt x="178" y="155"/>
                    <a:pt x="181" y="155"/>
                    <a:pt x="183" y="154"/>
                  </a:cubicBezTo>
                  <a:cubicBezTo>
                    <a:pt x="185" y="152"/>
                    <a:pt x="184" y="151"/>
                    <a:pt x="187" y="150"/>
                  </a:cubicBezTo>
                  <a:cubicBezTo>
                    <a:pt x="189" y="149"/>
                    <a:pt x="190" y="147"/>
                    <a:pt x="192" y="147"/>
                  </a:cubicBezTo>
                  <a:cubicBezTo>
                    <a:pt x="192" y="146"/>
                    <a:pt x="192" y="146"/>
                    <a:pt x="192" y="145"/>
                  </a:cubicBezTo>
                  <a:cubicBezTo>
                    <a:pt x="191" y="145"/>
                    <a:pt x="191" y="145"/>
                    <a:pt x="190" y="145"/>
                  </a:cubicBezTo>
                  <a:cubicBezTo>
                    <a:pt x="189" y="146"/>
                    <a:pt x="188" y="146"/>
                    <a:pt x="186" y="146"/>
                  </a:cubicBezTo>
                  <a:cubicBezTo>
                    <a:pt x="187" y="145"/>
                    <a:pt x="189" y="144"/>
                    <a:pt x="190" y="143"/>
                  </a:cubicBezTo>
                  <a:cubicBezTo>
                    <a:pt x="189" y="143"/>
                    <a:pt x="188" y="142"/>
                    <a:pt x="187" y="142"/>
                  </a:cubicBezTo>
                  <a:cubicBezTo>
                    <a:pt x="187" y="144"/>
                    <a:pt x="186" y="146"/>
                    <a:pt x="184" y="147"/>
                  </a:cubicBezTo>
                  <a:cubicBezTo>
                    <a:pt x="184" y="148"/>
                    <a:pt x="183" y="148"/>
                    <a:pt x="182" y="148"/>
                  </a:cubicBezTo>
                  <a:cubicBezTo>
                    <a:pt x="183" y="147"/>
                    <a:pt x="183" y="143"/>
                    <a:pt x="183" y="142"/>
                  </a:cubicBezTo>
                  <a:cubicBezTo>
                    <a:pt x="184" y="141"/>
                    <a:pt x="186" y="139"/>
                    <a:pt x="186" y="138"/>
                  </a:cubicBezTo>
                  <a:cubicBezTo>
                    <a:pt x="188" y="137"/>
                    <a:pt x="191" y="136"/>
                    <a:pt x="193" y="135"/>
                  </a:cubicBezTo>
                  <a:cubicBezTo>
                    <a:pt x="196" y="133"/>
                    <a:pt x="200" y="130"/>
                    <a:pt x="202" y="133"/>
                  </a:cubicBezTo>
                  <a:cubicBezTo>
                    <a:pt x="204" y="136"/>
                    <a:pt x="201" y="138"/>
                    <a:pt x="200" y="139"/>
                  </a:cubicBezTo>
                  <a:cubicBezTo>
                    <a:pt x="199" y="140"/>
                    <a:pt x="193" y="143"/>
                    <a:pt x="193" y="142"/>
                  </a:cubicBezTo>
                  <a:cubicBezTo>
                    <a:pt x="193" y="143"/>
                    <a:pt x="193" y="144"/>
                    <a:pt x="193" y="145"/>
                  </a:cubicBezTo>
                  <a:cubicBezTo>
                    <a:pt x="194" y="146"/>
                    <a:pt x="194" y="144"/>
                    <a:pt x="195" y="144"/>
                  </a:cubicBezTo>
                  <a:cubicBezTo>
                    <a:pt x="196" y="143"/>
                    <a:pt x="198" y="143"/>
                    <a:pt x="199" y="142"/>
                  </a:cubicBezTo>
                  <a:cubicBezTo>
                    <a:pt x="201" y="142"/>
                    <a:pt x="204" y="142"/>
                    <a:pt x="206" y="141"/>
                  </a:cubicBezTo>
                  <a:cubicBezTo>
                    <a:pt x="210" y="139"/>
                    <a:pt x="214" y="137"/>
                    <a:pt x="218" y="135"/>
                  </a:cubicBezTo>
                  <a:cubicBezTo>
                    <a:pt x="223" y="133"/>
                    <a:pt x="228" y="134"/>
                    <a:pt x="233" y="132"/>
                  </a:cubicBezTo>
                  <a:cubicBezTo>
                    <a:pt x="236" y="130"/>
                    <a:pt x="241" y="129"/>
                    <a:pt x="242" y="125"/>
                  </a:cubicBezTo>
                  <a:cubicBezTo>
                    <a:pt x="243" y="123"/>
                    <a:pt x="243" y="120"/>
                    <a:pt x="246" y="120"/>
                  </a:cubicBezTo>
                  <a:cubicBezTo>
                    <a:pt x="246" y="117"/>
                    <a:pt x="253" y="115"/>
                    <a:pt x="255" y="114"/>
                  </a:cubicBezTo>
                  <a:cubicBezTo>
                    <a:pt x="256" y="113"/>
                    <a:pt x="259" y="113"/>
                    <a:pt x="260" y="112"/>
                  </a:cubicBezTo>
                  <a:cubicBezTo>
                    <a:pt x="261" y="111"/>
                    <a:pt x="261" y="108"/>
                    <a:pt x="261" y="106"/>
                  </a:cubicBezTo>
                  <a:cubicBezTo>
                    <a:pt x="260" y="106"/>
                    <a:pt x="259" y="106"/>
                    <a:pt x="258" y="106"/>
                  </a:cubicBezTo>
                  <a:cubicBezTo>
                    <a:pt x="258" y="102"/>
                    <a:pt x="263" y="100"/>
                    <a:pt x="267" y="98"/>
                  </a:cubicBezTo>
                  <a:cubicBezTo>
                    <a:pt x="270" y="96"/>
                    <a:pt x="273" y="92"/>
                    <a:pt x="275" y="89"/>
                  </a:cubicBezTo>
                  <a:cubicBezTo>
                    <a:pt x="274" y="88"/>
                    <a:pt x="274" y="88"/>
                    <a:pt x="273" y="88"/>
                  </a:cubicBezTo>
                  <a:cubicBezTo>
                    <a:pt x="272" y="89"/>
                    <a:pt x="273" y="89"/>
                    <a:pt x="272" y="90"/>
                  </a:cubicBezTo>
                  <a:cubicBezTo>
                    <a:pt x="272" y="90"/>
                    <a:pt x="271" y="90"/>
                    <a:pt x="270" y="90"/>
                  </a:cubicBezTo>
                  <a:cubicBezTo>
                    <a:pt x="270" y="90"/>
                    <a:pt x="269" y="91"/>
                    <a:pt x="269" y="91"/>
                  </a:cubicBezTo>
                  <a:cubicBezTo>
                    <a:pt x="268" y="92"/>
                    <a:pt x="267" y="91"/>
                    <a:pt x="265" y="92"/>
                  </a:cubicBezTo>
                  <a:cubicBezTo>
                    <a:pt x="264" y="92"/>
                    <a:pt x="264" y="93"/>
                    <a:pt x="263" y="93"/>
                  </a:cubicBezTo>
                  <a:cubicBezTo>
                    <a:pt x="263" y="89"/>
                    <a:pt x="264" y="88"/>
                    <a:pt x="269" y="88"/>
                  </a:cubicBezTo>
                  <a:cubicBezTo>
                    <a:pt x="274" y="88"/>
                    <a:pt x="270" y="83"/>
                    <a:pt x="269" y="81"/>
                  </a:cubicBezTo>
                  <a:cubicBezTo>
                    <a:pt x="267" y="78"/>
                    <a:pt x="266" y="75"/>
                    <a:pt x="265" y="73"/>
                  </a:cubicBezTo>
                  <a:cubicBezTo>
                    <a:pt x="265" y="71"/>
                    <a:pt x="265" y="64"/>
                    <a:pt x="267" y="63"/>
                  </a:cubicBezTo>
                  <a:cubicBezTo>
                    <a:pt x="267" y="61"/>
                    <a:pt x="269" y="59"/>
                    <a:pt x="271" y="58"/>
                  </a:cubicBezTo>
                  <a:cubicBezTo>
                    <a:pt x="273" y="56"/>
                    <a:pt x="275" y="54"/>
                    <a:pt x="277" y="53"/>
                  </a:cubicBezTo>
                  <a:cubicBezTo>
                    <a:pt x="279" y="52"/>
                    <a:pt x="282" y="50"/>
                    <a:pt x="285" y="50"/>
                  </a:cubicBezTo>
                  <a:cubicBezTo>
                    <a:pt x="286" y="50"/>
                    <a:pt x="287" y="50"/>
                    <a:pt x="289" y="50"/>
                  </a:cubicBezTo>
                  <a:cubicBezTo>
                    <a:pt x="291" y="50"/>
                    <a:pt x="292" y="51"/>
                    <a:pt x="294" y="51"/>
                  </a:cubicBezTo>
                  <a:cubicBezTo>
                    <a:pt x="294" y="51"/>
                    <a:pt x="296" y="47"/>
                    <a:pt x="297" y="47"/>
                  </a:cubicBezTo>
                  <a:cubicBezTo>
                    <a:pt x="298" y="46"/>
                    <a:pt x="298" y="46"/>
                    <a:pt x="298" y="46"/>
                  </a:cubicBezTo>
                  <a:cubicBezTo>
                    <a:pt x="299" y="41"/>
                    <a:pt x="296" y="41"/>
                    <a:pt x="293" y="38"/>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5" name="Freeform 295">
              <a:extLst>
                <a:ext uri="{FF2B5EF4-FFF2-40B4-BE49-F238E27FC236}">
                  <a16:creationId xmlns:a16="http://schemas.microsoft.com/office/drawing/2014/main" id="{83926BCC-36C1-4192-B718-7244D44FE400}"/>
                </a:ext>
              </a:extLst>
            </p:cNvPr>
            <p:cNvSpPr>
              <a:spLocks/>
            </p:cNvSpPr>
            <p:nvPr/>
          </p:nvSpPr>
          <p:spPr bwMode="auto">
            <a:xfrm>
              <a:off x="4933951" y="4324351"/>
              <a:ext cx="476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6" name="Freeform 296">
              <a:extLst>
                <a:ext uri="{FF2B5EF4-FFF2-40B4-BE49-F238E27FC236}">
                  <a16:creationId xmlns:a16="http://schemas.microsoft.com/office/drawing/2014/main" id="{C0924CFE-A703-4D75-ABBF-5DCF34496D1D}"/>
                </a:ext>
              </a:extLst>
            </p:cNvPr>
            <p:cNvSpPr>
              <a:spLocks/>
            </p:cNvSpPr>
            <p:nvPr/>
          </p:nvSpPr>
          <p:spPr bwMode="auto">
            <a:xfrm>
              <a:off x="4132263" y="5392738"/>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7" name="Freeform 297">
              <a:extLst>
                <a:ext uri="{FF2B5EF4-FFF2-40B4-BE49-F238E27FC236}">
                  <a16:creationId xmlns:a16="http://schemas.microsoft.com/office/drawing/2014/main" id="{57ECC0E7-FF74-4793-9532-FE9498B73275}"/>
                </a:ext>
              </a:extLst>
            </p:cNvPr>
            <p:cNvSpPr>
              <a:spLocks/>
            </p:cNvSpPr>
            <p:nvPr/>
          </p:nvSpPr>
          <p:spPr bwMode="auto">
            <a:xfrm>
              <a:off x="3559176" y="615632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8" name="Freeform 298">
              <a:extLst>
                <a:ext uri="{FF2B5EF4-FFF2-40B4-BE49-F238E27FC236}">
                  <a16:creationId xmlns:a16="http://schemas.microsoft.com/office/drawing/2014/main" id="{AAC95737-2639-47C2-8934-B85FAE666295}"/>
                </a:ext>
              </a:extLst>
            </p:cNvPr>
            <p:cNvSpPr>
              <a:spLocks/>
            </p:cNvSpPr>
            <p:nvPr/>
          </p:nvSpPr>
          <p:spPr bwMode="auto">
            <a:xfrm>
              <a:off x="3541713" y="6138863"/>
              <a:ext cx="3175" cy="6350"/>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49" name="Freeform 299">
              <a:extLst>
                <a:ext uri="{FF2B5EF4-FFF2-40B4-BE49-F238E27FC236}">
                  <a16:creationId xmlns:a16="http://schemas.microsoft.com/office/drawing/2014/main" id="{1744C2E2-78B6-48DA-AEF5-E08149196922}"/>
                </a:ext>
              </a:extLst>
            </p:cNvPr>
            <p:cNvSpPr>
              <a:spLocks/>
            </p:cNvSpPr>
            <p:nvPr/>
          </p:nvSpPr>
          <p:spPr bwMode="auto">
            <a:xfrm>
              <a:off x="3346451" y="5675313"/>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0" name="Rectangle 49">
              <a:extLst>
                <a:ext uri="{FF2B5EF4-FFF2-40B4-BE49-F238E27FC236}">
                  <a16:creationId xmlns:a16="http://schemas.microsoft.com/office/drawing/2014/main" id="{6DF77687-080C-46C8-A1F4-60ADA81B5FE6}"/>
                </a:ext>
              </a:extLst>
            </p:cNvPr>
            <p:cNvSpPr>
              <a:spLocks noChangeArrowheads="1"/>
            </p:cNvSpPr>
            <p:nvPr/>
          </p:nvSpPr>
          <p:spPr bwMode="auto">
            <a:xfrm>
              <a:off x="3498851" y="5637213"/>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1" name="Freeform 301">
              <a:extLst>
                <a:ext uri="{FF2B5EF4-FFF2-40B4-BE49-F238E27FC236}">
                  <a16:creationId xmlns:a16="http://schemas.microsoft.com/office/drawing/2014/main" id="{4B185013-96B5-488A-96AF-C8076F09FECF}"/>
                </a:ext>
              </a:extLst>
            </p:cNvPr>
            <p:cNvSpPr>
              <a:spLocks/>
            </p:cNvSpPr>
            <p:nvPr/>
          </p:nvSpPr>
          <p:spPr bwMode="auto">
            <a:xfrm>
              <a:off x="3184526" y="53387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2" name="Freeform 302">
              <a:extLst>
                <a:ext uri="{FF2B5EF4-FFF2-40B4-BE49-F238E27FC236}">
                  <a16:creationId xmlns:a16="http://schemas.microsoft.com/office/drawing/2014/main" id="{B155441F-2D63-49F2-A072-105DEE74EAB5}"/>
                </a:ext>
              </a:extLst>
            </p:cNvPr>
            <p:cNvSpPr>
              <a:spLocks/>
            </p:cNvSpPr>
            <p:nvPr/>
          </p:nvSpPr>
          <p:spPr bwMode="auto">
            <a:xfrm>
              <a:off x="3498851" y="56324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3" name="Freeform 303">
              <a:extLst>
                <a:ext uri="{FF2B5EF4-FFF2-40B4-BE49-F238E27FC236}">
                  <a16:creationId xmlns:a16="http://schemas.microsoft.com/office/drawing/2014/main" id="{13536849-F0E7-4B45-9A22-A7D42F6B4CC8}"/>
                </a:ext>
              </a:extLst>
            </p:cNvPr>
            <p:cNvSpPr>
              <a:spLocks/>
            </p:cNvSpPr>
            <p:nvPr/>
          </p:nvSpPr>
          <p:spPr bwMode="auto">
            <a:xfrm>
              <a:off x="3049588" y="4387851"/>
              <a:ext cx="795338" cy="1171575"/>
            </a:xfrm>
            <a:custGeom>
              <a:avLst/>
              <a:gdLst>
                <a:gd name="T0" fmla="*/ 214 w 225"/>
                <a:gd name="T1" fmla="*/ 235 h 331"/>
                <a:gd name="T2" fmla="*/ 201 w 225"/>
                <a:gd name="T3" fmla="*/ 231 h 331"/>
                <a:gd name="T4" fmla="*/ 196 w 225"/>
                <a:gd name="T5" fmla="*/ 216 h 331"/>
                <a:gd name="T6" fmla="*/ 188 w 225"/>
                <a:gd name="T7" fmla="*/ 220 h 331"/>
                <a:gd name="T8" fmla="*/ 171 w 225"/>
                <a:gd name="T9" fmla="*/ 227 h 331"/>
                <a:gd name="T10" fmla="*/ 154 w 225"/>
                <a:gd name="T11" fmla="*/ 223 h 331"/>
                <a:gd name="T12" fmla="*/ 147 w 225"/>
                <a:gd name="T13" fmla="*/ 206 h 331"/>
                <a:gd name="T14" fmla="*/ 158 w 225"/>
                <a:gd name="T15" fmla="*/ 212 h 331"/>
                <a:gd name="T16" fmla="*/ 171 w 225"/>
                <a:gd name="T17" fmla="*/ 201 h 331"/>
                <a:gd name="T18" fmla="*/ 164 w 225"/>
                <a:gd name="T19" fmla="*/ 196 h 331"/>
                <a:gd name="T20" fmla="*/ 147 w 225"/>
                <a:gd name="T21" fmla="*/ 201 h 331"/>
                <a:gd name="T22" fmla="*/ 148 w 225"/>
                <a:gd name="T23" fmla="*/ 191 h 331"/>
                <a:gd name="T24" fmla="*/ 140 w 225"/>
                <a:gd name="T25" fmla="*/ 175 h 331"/>
                <a:gd name="T26" fmla="*/ 146 w 225"/>
                <a:gd name="T27" fmla="*/ 163 h 331"/>
                <a:gd name="T28" fmla="*/ 157 w 225"/>
                <a:gd name="T29" fmla="*/ 151 h 331"/>
                <a:gd name="T30" fmla="*/ 156 w 225"/>
                <a:gd name="T31" fmla="*/ 125 h 331"/>
                <a:gd name="T32" fmla="*/ 177 w 225"/>
                <a:gd name="T33" fmla="*/ 99 h 331"/>
                <a:gd name="T34" fmla="*/ 177 w 225"/>
                <a:gd name="T35" fmla="*/ 86 h 331"/>
                <a:gd name="T36" fmla="*/ 178 w 225"/>
                <a:gd name="T37" fmla="*/ 62 h 331"/>
                <a:gd name="T38" fmla="*/ 180 w 225"/>
                <a:gd name="T39" fmla="*/ 42 h 331"/>
                <a:gd name="T40" fmla="*/ 194 w 225"/>
                <a:gd name="T41" fmla="*/ 18 h 331"/>
                <a:gd name="T42" fmla="*/ 187 w 225"/>
                <a:gd name="T43" fmla="*/ 7 h 331"/>
                <a:gd name="T44" fmla="*/ 162 w 225"/>
                <a:gd name="T45" fmla="*/ 15 h 331"/>
                <a:gd name="T46" fmla="*/ 151 w 225"/>
                <a:gd name="T47" fmla="*/ 20 h 331"/>
                <a:gd name="T48" fmla="*/ 139 w 225"/>
                <a:gd name="T49" fmla="*/ 29 h 331"/>
                <a:gd name="T50" fmla="*/ 128 w 225"/>
                <a:gd name="T51" fmla="*/ 41 h 331"/>
                <a:gd name="T52" fmla="*/ 115 w 225"/>
                <a:gd name="T53" fmla="*/ 46 h 331"/>
                <a:gd name="T54" fmla="*/ 91 w 225"/>
                <a:gd name="T55" fmla="*/ 44 h 331"/>
                <a:gd name="T56" fmla="*/ 86 w 225"/>
                <a:gd name="T57" fmla="*/ 61 h 331"/>
                <a:gd name="T58" fmla="*/ 54 w 225"/>
                <a:gd name="T59" fmla="*/ 63 h 331"/>
                <a:gd name="T60" fmla="*/ 40 w 225"/>
                <a:gd name="T61" fmla="*/ 79 h 331"/>
                <a:gd name="T62" fmla="*/ 22 w 225"/>
                <a:gd name="T63" fmla="*/ 82 h 331"/>
                <a:gd name="T64" fmla="*/ 28 w 225"/>
                <a:gd name="T65" fmla="*/ 103 h 331"/>
                <a:gd name="T66" fmla="*/ 17 w 225"/>
                <a:gd name="T67" fmla="*/ 116 h 331"/>
                <a:gd name="T68" fmla="*/ 16 w 225"/>
                <a:gd name="T69" fmla="*/ 131 h 331"/>
                <a:gd name="T70" fmla="*/ 16 w 225"/>
                <a:gd name="T71" fmla="*/ 148 h 331"/>
                <a:gd name="T72" fmla="*/ 9 w 225"/>
                <a:gd name="T73" fmla="*/ 158 h 331"/>
                <a:gd name="T74" fmla="*/ 3 w 225"/>
                <a:gd name="T75" fmla="*/ 166 h 331"/>
                <a:gd name="T76" fmla="*/ 14 w 225"/>
                <a:gd name="T77" fmla="*/ 175 h 331"/>
                <a:gd name="T78" fmla="*/ 19 w 225"/>
                <a:gd name="T79" fmla="*/ 190 h 331"/>
                <a:gd name="T80" fmla="*/ 26 w 225"/>
                <a:gd name="T81" fmla="*/ 209 h 331"/>
                <a:gd name="T82" fmla="*/ 29 w 225"/>
                <a:gd name="T83" fmla="*/ 231 h 331"/>
                <a:gd name="T84" fmla="*/ 32 w 225"/>
                <a:gd name="T85" fmla="*/ 245 h 331"/>
                <a:gd name="T86" fmla="*/ 38 w 225"/>
                <a:gd name="T87" fmla="*/ 268 h 331"/>
                <a:gd name="T88" fmla="*/ 48 w 225"/>
                <a:gd name="T89" fmla="*/ 274 h 331"/>
                <a:gd name="T90" fmla="*/ 58 w 225"/>
                <a:gd name="T91" fmla="*/ 276 h 331"/>
                <a:gd name="T92" fmla="*/ 62 w 225"/>
                <a:gd name="T93" fmla="*/ 286 h 331"/>
                <a:gd name="T94" fmla="*/ 84 w 225"/>
                <a:gd name="T95" fmla="*/ 306 h 331"/>
                <a:gd name="T96" fmla="*/ 103 w 225"/>
                <a:gd name="T97" fmla="*/ 316 h 331"/>
                <a:gd name="T98" fmla="*/ 115 w 225"/>
                <a:gd name="T99" fmla="*/ 326 h 331"/>
                <a:gd name="T100" fmla="*/ 130 w 225"/>
                <a:gd name="T101" fmla="*/ 330 h 331"/>
                <a:gd name="T102" fmla="*/ 149 w 225"/>
                <a:gd name="T103" fmla="*/ 322 h 331"/>
                <a:gd name="T104" fmla="*/ 179 w 225"/>
                <a:gd name="T105" fmla="*/ 312 h 331"/>
                <a:gd name="T106" fmla="*/ 175 w 225"/>
                <a:gd name="T107" fmla="*/ 288 h 331"/>
                <a:gd name="T108" fmla="*/ 193 w 225"/>
                <a:gd name="T109" fmla="*/ 272 h 331"/>
                <a:gd name="T110" fmla="*/ 209 w 225"/>
                <a:gd name="T111" fmla="*/ 271 h 331"/>
                <a:gd name="T112" fmla="*/ 222 w 225"/>
                <a:gd name="T113" fmla="*/ 26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331">
                  <a:moveTo>
                    <a:pt x="224" y="249"/>
                  </a:moveTo>
                  <a:cubicBezTo>
                    <a:pt x="221" y="247"/>
                    <a:pt x="218" y="248"/>
                    <a:pt x="215" y="248"/>
                  </a:cubicBezTo>
                  <a:cubicBezTo>
                    <a:pt x="215" y="247"/>
                    <a:pt x="215" y="246"/>
                    <a:pt x="214" y="245"/>
                  </a:cubicBezTo>
                  <a:cubicBezTo>
                    <a:pt x="214" y="244"/>
                    <a:pt x="214" y="242"/>
                    <a:pt x="214" y="241"/>
                  </a:cubicBezTo>
                  <a:cubicBezTo>
                    <a:pt x="214" y="240"/>
                    <a:pt x="216" y="236"/>
                    <a:pt x="214" y="235"/>
                  </a:cubicBezTo>
                  <a:cubicBezTo>
                    <a:pt x="213" y="234"/>
                    <a:pt x="206" y="234"/>
                    <a:pt x="206" y="236"/>
                  </a:cubicBezTo>
                  <a:cubicBezTo>
                    <a:pt x="205" y="236"/>
                    <a:pt x="205" y="236"/>
                    <a:pt x="205" y="236"/>
                  </a:cubicBezTo>
                  <a:cubicBezTo>
                    <a:pt x="205" y="235"/>
                    <a:pt x="206" y="233"/>
                    <a:pt x="205" y="232"/>
                  </a:cubicBezTo>
                  <a:cubicBezTo>
                    <a:pt x="205" y="232"/>
                    <a:pt x="204" y="231"/>
                    <a:pt x="204" y="231"/>
                  </a:cubicBezTo>
                  <a:cubicBezTo>
                    <a:pt x="203" y="231"/>
                    <a:pt x="202" y="232"/>
                    <a:pt x="201" y="231"/>
                  </a:cubicBezTo>
                  <a:cubicBezTo>
                    <a:pt x="199" y="230"/>
                    <a:pt x="201" y="229"/>
                    <a:pt x="202" y="230"/>
                  </a:cubicBezTo>
                  <a:cubicBezTo>
                    <a:pt x="202" y="228"/>
                    <a:pt x="204" y="222"/>
                    <a:pt x="201" y="221"/>
                  </a:cubicBezTo>
                  <a:cubicBezTo>
                    <a:pt x="200" y="220"/>
                    <a:pt x="196" y="220"/>
                    <a:pt x="196" y="222"/>
                  </a:cubicBezTo>
                  <a:cubicBezTo>
                    <a:pt x="196" y="222"/>
                    <a:pt x="195" y="222"/>
                    <a:pt x="195" y="222"/>
                  </a:cubicBezTo>
                  <a:cubicBezTo>
                    <a:pt x="195" y="220"/>
                    <a:pt x="196" y="219"/>
                    <a:pt x="196" y="216"/>
                  </a:cubicBezTo>
                  <a:cubicBezTo>
                    <a:pt x="196" y="216"/>
                    <a:pt x="195" y="216"/>
                    <a:pt x="195" y="216"/>
                  </a:cubicBezTo>
                  <a:cubicBezTo>
                    <a:pt x="194" y="217"/>
                    <a:pt x="195" y="218"/>
                    <a:pt x="194" y="218"/>
                  </a:cubicBezTo>
                  <a:cubicBezTo>
                    <a:pt x="194" y="218"/>
                    <a:pt x="193" y="218"/>
                    <a:pt x="193" y="218"/>
                  </a:cubicBezTo>
                  <a:cubicBezTo>
                    <a:pt x="193" y="216"/>
                    <a:pt x="189" y="217"/>
                    <a:pt x="187" y="217"/>
                  </a:cubicBezTo>
                  <a:cubicBezTo>
                    <a:pt x="188" y="218"/>
                    <a:pt x="188" y="219"/>
                    <a:pt x="188" y="220"/>
                  </a:cubicBezTo>
                  <a:cubicBezTo>
                    <a:pt x="186" y="220"/>
                    <a:pt x="185" y="221"/>
                    <a:pt x="184" y="223"/>
                  </a:cubicBezTo>
                  <a:cubicBezTo>
                    <a:pt x="183" y="224"/>
                    <a:pt x="181" y="224"/>
                    <a:pt x="180" y="224"/>
                  </a:cubicBezTo>
                  <a:cubicBezTo>
                    <a:pt x="180" y="225"/>
                    <a:pt x="180" y="225"/>
                    <a:pt x="180" y="225"/>
                  </a:cubicBezTo>
                  <a:cubicBezTo>
                    <a:pt x="177" y="225"/>
                    <a:pt x="174" y="224"/>
                    <a:pt x="172" y="224"/>
                  </a:cubicBezTo>
                  <a:cubicBezTo>
                    <a:pt x="172" y="225"/>
                    <a:pt x="172" y="226"/>
                    <a:pt x="171" y="227"/>
                  </a:cubicBezTo>
                  <a:cubicBezTo>
                    <a:pt x="171" y="225"/>
                    <a:pt x="171" y="225"/>
                    <a:pt x="171" y="225"/>
                  </a:cubicBezTo>
                  <a:cubicBezTo>
                    <a:pt x="167" y="225"/>
                    <a:pt x="168" y="222"/>
                    <a:pt x="168" y="220"/>
                  </a:cubicBezTo>
                  <a:cubicBezTo>
                    <a:pt x="166" y="220"/>
                    <a:pt x="161" y="220"/>
                    <a:pt x="159" y="218"/>
                  </a:cubicBezTo>
                  <a:cubicBezTo>
                    <a:pt x="158" y="217"/>
                    <a:pt x="157" y="215"/>
                    <a:pt x="155" y="216"/>
                  </a:cubicBezTo>
                  <a:cubicBezTo>
                    <a:pt x="154" y="217"/>
                    <a:pt x="155" y="223"/>
                    <a:pt x="154" y="223"/>
                  </a:cubicBezTo>
                  <a:cubicBezTo>
                    <a:pt x="152" y="223"/>
                    <a:pt x="149" y="223"/>
                    <a:pt x="147" y="222"/>
                  </a:cubicBezTo>
                  <a:cubicBezTo>
                    <a:pt x="147" y="221"/>
                    <a:pt x="148" y="219"/>
                    <a:pt x="148" y="217"/>
                  </a:cubicBezTo>
                  <a:cubicBezTo>
                    <a:pt x="152" y="217"/>
                    <a:pt x="152" y="214"/>
                    <a:pt x="150" y="212"/>
                  </a:cubicBezTo>
                  <a:cubicBezTo>
                    <a:pt x="149" y="211"/>
                    <a:pt x="148" y="211"/>
                    <a:pt x="147" y="210"/>
                  </a:cubicBezTo>
                  <a:cubicBezTo>
                    <a:pt x="146" y="209"/>
                    <a:pt x="147" y="208"/>
                    <a:pt x="147" y="206"/>
                  </a:cubicBezTo>
                  <a:cubicBezTo>
                    <a:pt x="146" y="206"/>
                    <a:pt x="144" y="205"/>
                    <a:pt x="143" y="205"/>
                  </a:cubicBezTo>
                  <a:cubicBezTo>
                    <a:pt x="143" y="204"/>
                    <a:pt x="143" y="203"/>
                    <a:pt x="143" y="202"/>
                  </a:cubicBezTo>
                  <a:cubicBezTo>
                    <a:pt x="147" y="203"/>
                    <a:pt x="150" y="205"/>
                    <a:pt x="151" y="208"/>
                  </a:cubicBezTo>
                  <a:cubicBezTo>
                    <a:pt x="152" y="211"/>
                    <a:pt x="155" y="209"/>
                    <a:pt x="156" y="213"/>
                  </a:cubicBezTo>
                  <a:cubicBezTo>
                    <a:pt x="157" y="214"/>
                    <a:pt x="157" y="213"/>
                    <a:pt x="158" y="212"/>
                  </a:cubicBezTo>
                  <a:cubicBezTo>
                    <a:pt x="161" y="211"/>
                    <a:pt x="164" y="213"/>
                    <a:pt x="166" y="216"/>
                  </a:cubicBezTo>
                  <a:cubicBezTo>
                    <a:pt x="168" y="220"/>
                    <a:pt x="173" y="215"/>
                    <a:pt x="168" y="213"/>
                  </a:cubicBezTo>
                  <a:cubicBezTo>
                    <a:pt x="166" y="212"/>
                    <a:pt x="165" y="208"/>
                    <a:pt x="167" y="206"/>
                  </a:cubicBezTo>
                  <a:cubicBezTo>
                    <a:pt x="169" y="205"/>
                    <a:pt x="174" y="207"/>
                    <a:pt x="174" y="204"/>
                  </a:cubicBezTo>
                  <a:cubicBezTo>
                    <a:pt x="172" y="204"/>
                    <a:pt x="171" y="202"/>
                    <a:pt x="171" y="201"/>
                  </a:cubicBezTo>
                  <a:cubicBezTo>
                    <a:pt x="170" y="200"/>
                    <a:pt x="170" y="200"/>
                    <a:pt x="170" y="199"/>
                  </a:cubicBezTo>
                  <a:cubicBezTo>
                    <a:pt x="170" y="197"/>
                    <a:pt x="169" y="198"/>
                    <a:pt x="168" y="197"/>
                  </a:cubicBezTo>
                  <a:cubicBezTo>
                    <a:pt x="168" y="198"/>
                    <a:pt x="169" y="202"/>
                    <a:pt x="168" y="202"/>
                  </a:cubicBezTo>
                  <a:cubicBezTo>
                    <a:pt x="168" y="203"/>
                    <a:pt x="165" y="200"/>
                    <a:pt x="164" y="200"/>
                  </a:cubicBezTo>
                  <a:cubicBezTo>
                    <a:pt x="164" y="199"/>
                    <a:pt x="164" y="198"/>
                    <a:pt x="164" y="196"/>
                  </a:cubicBezTo>
                  <a:cubicBezTo>
                    <a:pt x="163" y="196"/>
                    <a:pt x="163" y="196"/>
                    <a:pt x="163" y="196"/>
                  </a:cubicBezTo>
                  <a:cubicBezTo>
                    <a:pt x="163" y="198"/>
                    <a:pt x="160" y="197"/>
                    <a:pt x="158" y="197"/>
                  </a:cubicBezTo>
                  <a:cubicBezTo>
                    <a:pt x="155" y="197"/>
                    <a:pt x="155" y="199"/>
                    <a:pt x="155" y="201"/>
                  </a:cubicBezTo>
                  <a:cubicBezTo>
                    <a:pt x="154" y="201"/>
                    <a:pt x="153" y="201"/>
                    <a:pt x="152" y="201"/>
                  </a:cubicBezTo>
                  <a:cubicBezTo>
                    <a:pt x="151" y="200"/>
                    <a:pt x="149" y="201"/>
                    <a:pt x="147" y="201"/>
                  </a:cubicBezTo>
                  <a:cubicBezTo>
                    <a:pt x="145" y="200"/>
                    <a:pt x="146" y="197"/>
                    <a:pt x="146" y="196"/>
                  </a:cubicBezTo>
                  <a:cubicBezTo>
                    <a:pt x="144" y="196"/>
                    <a:pt x="144" y="195"/>
                    <a:pt x="144" y="193"/>
                  </a:cubicBezTo>
                  <a:cubicBezTo>
                    <a:pt x="144" y="193"/>
                    <a:pt x="144" y="193"/>
                    <a:pt x="144" y="193"/>
                  </a:cubicBezTo>
                  <a:cubicBezTo>
                    <a:pt x="145" y="193"/>
                    <a:pt x="145" y="193"/>
                    <a:pt x="145" y="192"/>
                  </a:cubicBezTo>
                  <a:cubicBezTo>
                    <a:pt x="145" y="191"/>
                    <a:pt x="146" y="191"/>
                    <a:pt x="148" y="191"/>
                  </a:cubicBezTo>
                  <a:cubicBezTo>
                    <a:pt x="148" y="189"/>
                    <a:pt x="147" y="189"/>
                    <a:pt x="145" y="189"/>
                  </a:cubicBezTo>
                  <a:cubicBezTo>
                    <a:pt x="143" y="190"/>
                    <a:pt x="143" y="188"/>
                    <a:pt x="141" y="187"/>
                  </a:cubicBezTo>
                  <a:cubicBezTo>
                    <a:pt x="141" y="186"/>
                    <a:pt x="140" y="186"/>
                    <a:pt x="139" y="185"/>
                  </a:cubicBezTo>
                  <a:cubicBezTo>
                    <a:pt x="138" y="184"/>
                    <a:pt x="138" y="182"/>
                    <a:pt x="138" y="180"/>
                  </a:cubicBezTo>
                  <a:cubicBezTo>
                    <a:pt x="139" y="180"/>
                    <a:pt x="140" y="175"/>
                    <a:pt x="140" y="175"/>
                  </a:cubicBezTo>
                  <a:cubicBezTo>
                    <a:pt x="140" y="175"/>
                    <a:pt x="141" y="174"/>
                    <a:pt x="141" y="175"/>
                  </a:cubicBezTo>
                  <a:cubicBezTo>
                    <a:pt x="142" y="171"/>
                    <a:pt x="142" y="168"/>
                    <a:pt x="143" y="165"/>
                  </a:cubicBezTo>
                  <a:cubicBezTo>
                    <a:pt x="139" y="165"/>
                    <a:pt x="139" y="164"/>
                    <a:pt x="139" y="161"/>
                  </a:cubicBezTo>
                  <a:cubicBezTo>
                    <a:pt x="140" y="161"/>
                    <a:pt x="140" y="160"/>
                    <a:pt x="141" y="159"/>
                  </a:cubicBezTo>
                  <a:cubicBezTo>
                    <a:pt x="142" y="160"/>
                    <a:pt x="143" y="163"/>
                    <a:pt x="146" y="163"/>
                  </a:cubicBezTo>
                  <a:cubicBezTo>
                    <a:pt x="148" y="163"/>
                    <a:pt x="150" y="162"/>
                    <a:pt x="152" y="163"/>
                  </a:cubicBezTo>
                  <a:cubicBezTo>
                    <a:pt x="154" y="163"/>
                    <a:pt x="155" y="165"/>
                    <a:pt x="156" y="162"/>
                  </a:cubicBezTo>
                  <a:cubicBezTo>
                    <a:pt x="158" y="160"/>
                    <a:pt x="161" y="160"/>
                    <a:pt x="159" y="157"/>
                  </a:cubicBezTo>
                  <a:cubicBezTo>
                    <a:pt x="159" y="157"/>
                    <a:pt x="158" y="156"/>
                    <a:pt x="158" y="156"/>
                  </a:cubicBezTo>
                  <a:cubicBezTo>
                    <a:pt x="157" y="155"/>
                    <a:pt x="157" y="152"/>
                    <a:pt x="157" y="151"/>
                  </a:cubicBezTo>
                  <a:cubicBezTo>
                    <a:pt x="157" y="148"/>
                    <a:pt x="154" y="146"/>
                    <a:pt x="152" y="144"/>
                  </a:cubicBezTo>
                  <a:cubicBezTo>
                    <a:pt x="150" y="142"/>
                    <a:pt x="154" y="141"/>
                    <a:pt x="154" y="139"/>
                  </a:cubicBezTo>
                  <a:cubicBezTo>
                    <a:pt x="154" y="136"/>
                    <a:pt x="154" y="134"/>
                    <a:pt x="158" y="134"/>
                  </a:cubicBezTo>
                  <a:cubicBezTo>
                    <a:pt x="158" y="133"/>
                    <a:pt x="158" y="132"/>
                    <a:pt x="158" y="131"/>
                  </a:cubicBezTo>
                  <a:cubicBezTo>
                    <a:pt x="155" y="131"/>
                    <a:pt x="155" y="128"/>
                    <a:pt x="156" y="125"/>
                  </a:cubicBezTo>
                  <a:cubicBezTo>
                    <a:pt x="159" y="116"/>
                    <a:pt x="172" y="122"/>
                    <a:pt x="179" y="122"/>
                  </a:cubicBezTo>
                  <a:cubicBezTo>
                    <a:pt x="179" y="117"/>
                    <a:pt x="177" y="108"/>
                    <a:pt x="181" y="104"/>
                  </a:cubicBezTo>
                  <a:cubicBezTo>
                    <a:pt x="183" y="104"/>
                    <a:pt x="185" y="104"/>
                    <a:pt x="185" y="101"/>
                  </a:cubicBezTo>
                  <a:cubicBezTo>
                    <a:pt x="185" y="101"/>
                    <a:pt x="184" y="101"/>
                    <a:pt x="183" y="101"/>
                  </a:cubicBezTo>
                  <a:cubicBezTo>
                    <a:pt x="182" y="99"/>
                    <a:pt x="178" y="99"/>
                    <a:pt x="177" y="99"/>
                  </a:cubicBezTo>
                  <a:cubicBezTo>
                    <a:pt x="173" y="99"/>
                    <a:pt x="170" y="97"/>
                    <a:pt x="167" y="96"/>
                  </a:cubicBezTo>
                  <a:cubicBezTo>
                    <a:pt x="166" y="92"/>
                    <a:pt x="172" y="94"/>
                    <a:pt x="175" y="93"/>
                  </a:cubicBezTo>
                  <a:cubicBezTo>
                    <a:pt x="175" y="92"/>
                    <a:pt x="177" y="90"/>
                    <a:pt x="178" y="90"/>
                  </a:cubicBezTo>
                  <a:cubicBezTo>
                    <a:pt x="178" y="89"/>
                    <a:pt x="178" y="88"/>
                    <a:pt x="179" y="88"/>
                  </a:cubicBezTo>
                  <a:cubicBezTo>
                    <a:pt x="179" y="86"/>
                    <a:pt x="179" y="86"/>
                    <a:pt x="177" y="86"/>
                  </a:cubicBezTo>
                  <a:cubicBezTo>
                    <a:pt x="178" y="84"/>
                    <a:pt x="177" y="82"/>
                    <a:pt x="177" y="80"/>
                  </a:cubicBezTo>
                  <a:cubicBezTo>
                    <a:pt x="178" y="80"/>
                    <a:pt x="179" y="80"/>
                    <a:pt x="180" y="80"/>
                  </a:cubicBezTo>
                  <a:cubicBezTo>
                    <a:pt x="180" y="78"/>
                    <a:pt x="177" y="76"/>
                    <a:pt x="179" y="74"/>
                  </a:cubicBezTo>
                  <a:cubicBezTo>
                    <a:pt x="181" y="71"/>
                    <a:pt x="181" y="69"/>
                    <a:pt x="181" y="66"/>
                  </a:cubicBezTo>
                  <a:cubicBezTo>
                    <a:pt x="182" y="62"/>
                    <a:pt x="180" y="63"/>
                    <a:pt x="178" y="62"/>
                  </a:cubicBezTo>
                  <a:cubicBezTo>
                    <a:pt x="175" y="60"/>
                    <a:pt x="178" y="57"/>
                    <a:pt x="180" y="58"/>
                  </a:cubicBezTo>
                  <a:cubicBezTo>
                    <a:pt x="181" y="52"/>
                    <a:pt x="189" y="47"/>
                    <a:pt x="194" y="47"/>
                  </a:cubicBezTo>
                  <a:cubicBezTo>
                    <a:pt x="195" y="44"/>
                    <a:pt x="190" y="44"/>
                    <a:pt x="189" y="44"/>
                  </a:cubicBezTo>
                  <a:cubicBezTo>
                    <a:pt x="187" y="44"/>
                    <a:pt x="186" y="44"/>
                    <a:pt x="184" y="44"/>
                  </a:cubicBezTo>
                  <a:cubicBezTo>
                    <a:pt x="182" y="43"/>
                    <a:pt x="182" y="42"/>
                    <a:pt x="180" y="42"/>
                  </a:cubicBezTo>
                  <a:cubicBezTo>
                    <a:pt x="179" y="39"/>
                    <a:pt x="181" y="39"/>
                    <a:pt x="183" y="39"/>
                  </a:cubicBezTo>
                  <a:cubicBezTo>
                    <a:pt x="184" y="36"/>
                    <a:pt x="184" y="36"/>
                    <a:pt x="187" y="35"/>
                  </a:cubicBezTo>
                  <a:cubicBezTo>
                    <a:pt x="187" y="34"/>
                    <a:pt x="187" y="33"/>
                    <a:pt x="187" y="32"/>
                  </a:cubicBezTo>
                  <a:cubicBezTo>
                    <a:pt x="189" y="32"/>
                    <a:pt x="193" y="28"/>
                    <a:pt x="193" y="27"/>
                  </a:cubicBezTo>
                  <a:cubicBezTo>
                    <a:pt x="194" y="24"/>
                    <a:pt x="190" y="18"/>
                    <a:pt x="194" y="18"/>
                  </a:cubicBezTo>
                  <a:cubicBezTo>
                    <a:pt x="194" y="17"/>
                    <a:pt x="194" y="16"/>
                    <a:pt x="194" y="15"/>
                  </a:cubicBezTo>
                  <a:cubicBezTo>
                    <a:pt x="193" y="15"/>
                    <a:pt x="193" y="11"/>
                    <a:pt x="193" y="10"/>
                  </a:cubicBezTo>
                  <a:cubicBezTo>
                    <a:pt x="194" y="10"/>
                    <a:pt x="194" y="10"/>
                    <a:pt x="195" y="10"/>
                  </a:cubicBezTo>
                  <a:cubicBezTo>
                    <a:pt x="194" y="7"/>
                    <a:pt x="194" y="7"/>
                    <a:pt x="194" y="7"/>
                  </a:cubicBezTo>
                  <a:cubicBezTo>
                    <a:pt x="194" y="7"/>
                    <a:pt x="188" y="5"/>
                    <a:pt x="187" y="7"/>
                  </a:cubicBezTo>
                  <a:cubicBezTo>
                    <a:pt x="183" y="13"/>
                    <a:pt x="184" y="2"/>
                    <a:pt x="183" y="0"/>
                  </a:cubicBezTo>
                  <a:cubicBezTo>
                    <a:pt x="179" y="0"/>
                    <a:pt x="180" y="0"/>
                    <a:pt x="178" y="3"/>
                  </a:cubicBezTo>
                  <a:cubicBezTo>
                    <a:pt x="177" y="6"/>
                    <a:pt x="174" y="7"/>
                    <a:pt x="172" y="9"/>
                  </a:cubicBezTo>
                  <a:cubicBezTo>
                    <a:pt x="170" y="13"/>
                    <a:pt x="163" y="6"/>
                    <a:pt x="160" y="13"/>
                  </a:cubicBezTo>
                  <a:cubicBezTo>
                    <a:pt x="162" y="13"/>
                    <a:pt x="162" y="14"/>
                    <a:pt x="162" y="15"/>
                  </a:cubicBezTo>
                  <a:cubicBezTo>
                    <a:pt x="162" y="17"/>
                    <a:pt x="162" y="17"/>
                    <a:pt x="160" y="17"/>
                  </a:cubicBezTo>
                  <a:cubicBezTo>
                    <a:pt x="160" y="18"/>
                    <a:pt x="160" y="20"/>
                    <a:pt x="160" y="20"/>
                  </a:cubicBezTo>
                  <a:cubicBezTo>
                    <a:pt x="159" y="21"/>
                    <a:pt x="159" y="21"/>
                    <a:pt x="159" y="21"/>
                  </a:cubicBezTo>
                  <a:cubicBezTo>
                    <a:pt x="156" y="23"/>
                    <a:pt x="154" y="23"/>
                    <a:pt x="151" y="22"/>
                  </a:cubicBezTo>
                  <a:cubicBezTo>
                    <a:pt x="151" y="21"/>
                    <a:pt x="151" y="21"/>
                    <a:pt x="151" y="20"/>
                  </a:cubicBezTo>
                  <a:cubicBezTo>
                    <a:pt x="151" y="20"/>
                    <a:pt x="151" y="20"/>
                    <a:pt x="151" y="20"/>
                  </a:cubicBezTo>
                  <a:cubicBezTo>
                    <a:pt x="151" y="22"/>
                    <a:pt x="150" y="24"/>
                    <a:pt x="151" y="25"/>
                  </a:cubicBezTo>
                  <a:cubicBezTo>
                    <a:pt x="153" y="26"/>
                    <a:pt x="153" y="27"/>
                    <a:pt x="150" y="28"/>
                  </a:cubicBezTo>
                  <a:cubicBezTo>
                    <a:pt x="147" y="29"/>
                    <a:pt x="147" y="35"/>
                    <a:pt x="145" y="29"/>
                  </a:cubicBezTo>
                  <a:cubicBezTo>
                    <a:pt x="143" y="30"/>
                    <a:pt x="141" y="28"/>
                    <a:pt x="139" y="29"/>
                  </a:cubicBezTo>
                  <a:cubicBezTo>
                    <a:pt x="137" y="29"/>
                    <a:pt x="137" y="31"/>
                    <a:pt x="135" y="32"/>
                  </a:cubicBezTo>
                  <a:cubicBezTo>
                    <a:pt x="134" y="33"/>
                    <a:pt x="135" y="36"/>
                    <a:pt x="133" y="36"/>
                  </a:cubicBezTo>
                  <a:cubicBezTo>
                    <a:pt x="132" y="36"/>
                    <a:pt x="130" y="35"/>
                    <a:pt x="128" y="35"/>
                  </a:cubicBezTo>
                  <a:cubicBezTo>
                    <a:pt x="128" y="36"/>
                    <a:pt x="129" y="37"/>
                    <a:pt x="129" y="38"/>
                  </a:cubicBezTo>
                  <a:cubicBezTo>
                    <a:pt x="130" y="39"/>
                    <a:pt x="128" y="40"/>
                    <a:pt x="128" y="41"/>
                  </a:cubicBezTo>
                  <a:cubicBezTo>
                    <a:pt x="128" y="43"/>
                    <a:pt x="129" y="46"/>
                    <a:pt x="131" y="47"/>
                  </a:cubicBezTo>
                  <a:cubicBezTo>
                    <a:pt x="131" y="48"/>
                    <a:pt x="130" y="49"/>
                    <a:pt x="129" y="50"/>
                  </a:cubicBezTo>
                  <a:cubicBezTo>
                    <a:pt x="126" y="48"/>
                    <a:pt x="126" y="47"/>
                    <a:pt x="122" y="47"/>
                  </a:cubicBezTo>
                  <a:cubicBezTo>
                    <a:pt x="115" y="44"/>
                    <a:pt x="115" y="44"/>
                    <a:pt x="115" y="44"/>
                  </a:cubicBezTo>
                  <a:cubicBezTo>
                    <a:pt x="115" y="46"/>
                    <a:pt x="115" y="46"/>
                    <a:pt x="115" y="46"/>
                  </a:cubicBezTo>
                  <a:cubicBezTo>
                    <a:pt x="113" y="46"/>
                    <a:pt x="110" y="46"/>
                    <a:pt x="108" y="45"/>
                  </a:cubicBezTo>
                  <a:cubicBezTo>
                    <a:pt x="107" y="44"/>
                    <a:pt x="105" y="40"/>
                    <a:pt x="102" y="40"/>
                  </a:cubicBezTo>
                  <a:cubicBezTo>
                    <a:pt x="102" y="42"/>
                    <a:pt x="98" y="41"/>
                    <a:pt x="98" y="40"/>
                  </a:cubicBezTo>
                  <a:cubicBezTo>
                    <a:pt x="96" y="38"/>
                    <a:pt x="95" y="36"/>
                    <a:pt x="92" y="37"/>
                  </a:cubicBezTo>
                  <a:cubicBezTo>
                    <a:pt x="92" y="39"/>
                    <a:pt x="91" y="41"/>
                    <a:pt x="91" y="44"/>
                  </a:cubicBezTo>
                  <a:cubicBezTo>
                    <a:pt x="91" y="46"/>
                    <a:pt x="93" y="48"/>
                    <a:pt x="93" y="51"/>
                  </a:cubicBezTo>
                  <a:cubicBezTo>
                    <a:pt x="91" y="51"/>
                    <a:pt x="90" y="53"/>
                    <a:pt x="91" y="55"/>
                  </a:cubicBezTo>
                  <a:cubicBezTo>
                    <a:pt x="92" y="57"/>
                    <a:pt x="92" y="58"/>
                    <a:pt x="92" y="60"/>
                  </a:cubicBezTo>
                  <a:cubicBezTo>
                    <a:pt x="92" y="62"/>
                    <a:pt x="92" y="65"/>
                    <a:pt x="90" y="63"/>
                  </a:cubicBezTo>
                  <a:cubicBezTo>
                    <a:pt x="88" y="62"/>
                    <a:pt x="89" y="61"/>
                    <a:pt x="86" y="61"/>
                  </a:cubicBezTo>
                  <a:cubicBezTo>
                    <a:pt x="86" y="62"/>
                    <a:pt x="86" y="63"/>
                    <a:pt x="86" y="64"/>
                  </a:cubicBezTo>
                  <a:cubicBezTo>
                    <a:pt x="81" y="64"/>
                    <a:pt x="75" y="62"/>
                    <a:pt x="71" y="63"/>
                  </a:cubicBezTo>
                  <a:cubicBezTo>
                    <a:pt x="71" y="65"/>
                    <a:pt x="72" y="66"/>
                    <a:pt x="70" y="67"/>
                  </a:cubicBezTo>
                  <a:cubicBezTo>
                    <a:pt x="69" y="68"/>
                    <a:pt x="67" y="68"/>
                    <a:pt x="66" y="67"/>
                  </a:cubicBezTo>
                  <a:cubicBezTo>
                    <a:pt x="63" y="63"/>
                    <a:pt x="58" y="63"/>
                    <a:pt x="54" y="63"/>
                  </a:cubicBezTo>
                  <a:cubicBezTo>
                    <a:pt x="55" y="63"/>
                    <a:pt x="54" y="66"/>
                    <a:pt x="54" y="67"/>
                  </a:cubicBezTo>
                  <a:cubicBezTo>
                    <a:pt x="54" y="67"/>
                    <a:pt x="53" y="67"/>
                    <a:pt x="52" y="67"/>
                  </a:cubicBezTo>
                  <a:cubicBezTo>
                    <a:pt x="52" y="70"/>
                    <a:pt x="51" y="72"/>
                    <a:pt x="48" y="72"/>
                  </a:cubicBezTo>
                  <a:cubicBezTo>
                    <a:pt x="47" y="72"/>
                    <a:pt x="43" y="73"/>
                    <a:pt x="43" y="74"/>
                  </a:cubicBezTo>
                  <a:cubicBezTo>
                    <a:pt x="39" y="74"/>
                    <a:pt x="37" y="77"/>
                    <a:pt x="40" y="79"/>
                  </a:cubicBezTo>
                  <a:cubicBezTo>
                    <a:pt x="38" y="79"/>
                    <a:pt x="36" y="80"/>
                    <a:pt x="34" y="80"/>
                  </a:cubicBezTo>
                  <a:cubicBezTo>
                    <a:pt x="34" y="78"/>
                    <a:pt x="34" y="77"/>
                    <a:pt x="32" y="76"/>
                  </a:cubicBezTo>
                  <a:cubicBezTo>
                    <a:pt x="30" y="76"/>
                    <a:pt x="28" y="75"/>
                    <a:pt x="27" y="77"/>
                  </a:cubicBezTo>
                  <a:cubicBezTo>
                    <a:pt x="26" y="79"/>
                    <a:pt x="27" y="79"/>
                    <a:pt x="24" y="79"/>
                  </a:cubicBezTo>
                  <a:cubicBezTo>
                    <a:pt x="22" y="80"/>
                    <a:pt x="22" y="81"/>
                    <a:pt x="22" y="82"/>
                  </a:cubicBezTo>
                  <a:cubicBezTo>
                    <a:pt x="20" y="83"/>
                    <a:pt x="20" y="80"/>
                    <a:pt x="18" y="81"/>
                  </a:cubicBezTo>
                  <a:cubicBezTo>
                    <a:pt x="17" y="83"/>
                    <a:pt x="23" y="87"/>
                    <a:pt x="21" y="89"/>
                  </a:cubicBezTo>
                  <a:cubicBezTo>
                    <a:pt x="20" y="90"/>
                    <a:pt x="19" y="90"/>
                    <a:pt x="20" y="93"/>
                  </a:cubicBezTo>
                  <a:cubicBezTo>
                    <a:pt x="20" y="94"/>
                    <a:pt x="22" y="96"/>
                    <a:pt x="22" y="94"/>
                  </a:cubicBezTo>
                  <a:cubicBezTo>
                    <a:pt x="27" y="93"/>
                    <a:pt x="28" y="100"/>
                    <a:pt x="28" y="103"/>
                  </a:cubicBezTo>
                  <a:cubicBezTo>
                    <a:pt x="26" y="103"/>
                    <a:pt x="24" y="103"/>
                    <a:pt x="21" y="104"/>
                  </a:cubicBezTo>
                  <a:cubicBezTo>
                    <a:pt x="20" y="107"/>
                    <a:pt x="24" y="106"/>
                    <a:pt x="26" y="107"/>
                  </a:cubicBezTo>
                  <a:cubicBezTo>
                    <a:pt x="28" y="109"/>
                    <a:pt x="24" y="113"/>
                    <a:pt x="22" y="113"/>
                  </a:cubicBezTo>
                  <a:cubicBezTo>
                    <a:pt x="22" y="114"/>
                    <a:pt x="22" y="116"/>
                    <a:pt x="22" y="117"/>
                  </a:cubicBezTo>
                  <a:cubicBezTo>
                    <a:pt x="20" y="117"/>
                    <a:pt x="19" y="116"/>
                    <a:pt x="17" y="116"/>
                  </a:cubicBezTo>
                  <a:cubicBezTo>
                    <a:pt x="17" y="117"/>
                    <a:pt x="17" y="117"/>
                    <a:pt x="17" y="117"/>
                  </a:cubicBezTo>
                  <a:cubicBezTo>
                    <a:pt x="18" y="117"/>
                    <a:pt x="18" y="117"/>
                    <a:pt x="18" y="118"/>
                  </a:cubicBezTo>
                  <a:cubicBezTo>
                    <a:pt x="15" y="118"/>
                    <a:pt x="7" y="119"/>
                    <a:pt x="8" y="124"/>
                  </a:cubicBezTo>
                  <a:cubicBezTo>
                    <a:pt x="12" y="124"/>
                    <a:pt x="12" y="124"/>
                    <a:pt x="15" y="126"/>
                  </a:cubicBezTo>
                  <a:cubicBezTo>
                    <a:pt x="16" y="127"/>
                    <a:pt x="19" y="130"/>
                    <a:pt x="16" y="131"/>
                  </a:cubicBezTo>
                  <a:cubicBezTo>
                    <a:pt x="17" y="133"/>
                    <a:pt x="15" y="136"/>
                    <a:pt x="15" y="138"/>
                  </a:cubicBezTo>
                  <a:cubicBezTo>
                    <a:pt x="17" y="138"/>
                    <a:pt x="19" y="140"/>
                    <a:pt x="18" y="142"/>
                  </a:cubicBezTo>
                  <a:cubicBezTo>
                    <a:pt x="18" y="142"/>
                    <a:pt x="17" y="142"/>
                    <a:pt x="17" y="143"/>
                  </a:cubicBezTo>
                  <a:cubicBezTo>
                    <a:pt x="17" y="144"/>
                    <a:pt x="14" y="144"/>
                    <a:pt x="14" y="144"/>
                  </a:cubicBezTo>
                  <a:cubicBezTo>
                    <a:pt x="13" y="146"/>
                    <a:pt x="17" y="145"/>
                    <a:pt x="16" y="148"/>
                  </a:cubicBezTo>
                  <a:cubicBezTo>
                    <a:pt x="16" y="148"/>
                    <a:pt x="16" y="148"/>
                    <a:pt x="16" y="148"/>
                  </a:cubicBezTo>
                  <a:cubicBezTo>
                    <a:pt x="15" y="150"/>
                    <a:pt x="16" y="153"/>
                    <a:pt x="14" y="154"/>
                  </a:cubicBezTo>
                  <a:cubicBezTo>
                    <a:pt x="13" y="155"/>
                    <a:pt x="13" y="156"/>
                    <a:pt x="13" y="158"/>
                  </a:cubicBezTo>
                  <a:cubicBezTo>
                    <a:pt x="11" y="158"/>
                    <a:pt x="10" y="156"/>
                    <a:pt x="9" y="156"/>
                  </a:cubicBezTo>
                  <a:cubicBezTo>
                    <a:pt x="9" y="157"/>
                    <a:pt x="9" y="158"/>
                    <a:pt x="9" y="158"/>
                  </a:cubicBezTo>
                  <a:cubicBezTo>
                    <a:pt x="7" y="158"/>
                    <a:pt x="5" y="158"/>
                    <a:pt x="3" y="158"/>
                  </a:cubicBezTo>
                  <a:cubicBezTo>
                    <a:pt x="3" y="159"/>
                    <a:pt x="3" y="159"/>
                    <a:pt x="3" y="159"/>
                  </a:cubicBezTo>
                  <a:cubicBezTo>
                    <a:pt x="4" y="160"/>
                    <a:pt x="6" y="160"/>
                    <a:pt x="6" y="162"/>
                  </a:cubicBezTo>
                  <a:cubicBezTo>
                    <a:pt x="4" y="162"/>
                    <a:pt x="0" y="160"/>
                    <a:pt x="1" y="163"/>
                  </a:cubicBezTo>
                  <a:cubicBezTo>
                    <a:pt x="3" y="164"/>
                    <a:pt x="2" y="165"/>
                    <a:pt x="3" y="166"/>
                  </a:cubicBezTo>
                  <a:cubicBezTo>
                    <a:pt x="4" y="166"/>
                    <a:pt x="6" y="165"/>
                    <a:pt x="7" y="166"/>
                  </a:cubicBezTo>
                  <a:cubicBezTo>
                    <a:pt x="8" y="166"/>
                    <a:pt x="8" y="168"/>
                    <a:pt x="9" y="168"/>
                  </a:cubicBezTo>
                  <a:cubicBezTo>
                    <a:pt x="10" y="169"/>
                    <a:pt x="11" y="168"/>
                    <a:pt x="12" y="169"/>
                  </a:cubicBezTo>
                  <a:cubicBezTo>
                    <a:pt x="13" y="170"/>
                    <a:pt x="12" y="172"/>
                    <a:pt x="12" y="172"/>
                  </a:cubicBezTo>
                  <a:cubicBezTo>
                    <a:pt x="13" y="174"/>
                    <a:pt x="14" y="173"/>
                    <a:pt x="14" y="175"/>
                  </a:cubicBezTo>
                  <a:cubicBezTo>
                    <a:pt x="14" y="177"/>
                    <a:pt x="14" y="179"/>
                    <a:pt x="18" y="179"/>
                  </a:cubicBezTo>
                  <a:cubicBezTo>
                    <a:pt x="18" y="180"/>
                    <a:pt x="16" y="180"/>
                    <a:pt x="16" y="182"/>
                  </a:cubicBezTo>
                  <a:cubicBezTo>
                    <a:pt x="16" y="182"/>
                    <a:pt x="17" y="184"/>
                    <a:pt x="17" y="185"/>
                  </a:cubicBezTo>
                  <a:cubicBezTo>
                    <a:pt x="17" y="186"/>
                    <a:pt x="18" y="186"/>
                    <a:pt x="18" y="187"/>
                  </a:cubicBezTo>
                  <a:cubicBezTo>
                    <a:pt x="19" y="188"/>
                    <a:pt x="20" y="188"/>
                    <a:pt x="19" y="190"/>
                  </a:cubicBezTo>
                  <a:cubicBezTo>
                    <a:pt x="19" y="190"/>
                    <a:pt x="19" y="190"/>
                    <a:pt x="19" y="190"/>
                  </a:cubicBezTo>
                  <a:cubicBezTo>
                    <a:pt x="19" y="191"/>
                    <a:pt x="19" y="191"/>
                    <a:pt x="19" y="191"/>
                  </a:cubicBezTo>
                  <a:cubicBezTo>
                    <a:pt x="22" y="191"/>
                    <a:pt x="19" y="197"/>
                    <a:pt x="18" y="198"/>
                  </a:cubicBezTo>
                  <a:cubicBezTo>
                    <a:pt x="21" y="199"/>
                    <a:pt x="24" y="203"/>
                    <a:pt x="25" y="206"/>
                  </a:cubicBezTo>
                  <a:cubicBezTo>
                    <a:pt x="25" y="207"/>
                    <a:pt x="26" y="208"/>
                    <a:pt x="26" y="209"/>
                  </a:cubicBezTo>
                  <a:cubicBezTo>
                    <a:pt x="26" y="210"/>
                    <a:pt x="27" y="210"/>
                    <a:pt x="27" y="211"/>
                  </a:cubicBezTo>
                  <a:cubicBezTo>
                    <a:pt x="27" y="212"/>
                    <a:pt x="27" y="214"/>
                    <a:pt x="27" y="216"/>
                  </a:cubicBezTo>
                  <a:cubicBezTo>
                    <a:pt x="28" y="216"/>
                    <a:pt x="30" y="216"/>
                    <a:pt x="30" y="218"/>
                  </a:cubicBezTo>
                  <a:cubicBezTo>
                    <a:pt x="26" y="219"/>
                    <a:pt x="29" y="221"/>
                    <a:pt x="29" y="224"/>
                  </a:cubicBezTo>
                  <a:cubicBezTo>
                    <a:pt x="30" y="227"/>
                    <a:pt x="30" y="229"/>
                    <a:pt x="29" y="231"/>
                  </a:cubicBezTo>
                  <a:cubicBezTo>
                    <a:pt x="29" y="231"/>
                    <a:pt x="26" y="232"/>
                    <a:pt x="26" y="233"/>
                  </a:cubicBezTo>
                  <a:cubicBezTo>
                    <a:pt x="25" y="234"/>
                    <a:pt x="27" y="234"/>
                    <a:pt x="28" y="234"/>
                  </a:cubicBezTo>
                  <a:cubicBezTo>
                    <a:pt x="29" y="235"/>
                    <a:pt x="29" y="235"/>
                    <a:pt x="30" y="237"/>
                  </a:cubicBezTo>
                  <a:cubicBezTo>
                    <a:pt x="30" y="238"/>
                    <a:pt x="30" y="239"/>
                    <a:pt x="31" y="241"/>
                  </a:cubicBezTo>
                  <a:cubicBezTo>
                    <a:pt x="32" y="242"/>
                    <a:pt x="32" y="243"/>
                    <a:pt x="32" y="245"/>
                  </a:cubicBezTo>
                  <a:cubicBezTo>
                    <a:pt x="32" y="246"/>
                    <a:pt x="32" y="247"/>
                    <a:pt x="32" y="249"/>
                  </a:cubicBezTo>
                  <a:cubicBezTo>
                    <a:pt x="32" y="250"/>
                    <a:pt x="32" y="251"/>
                    <a:pt x="32" y="252"/>
                  </a:cubicBezTo>
                  <a:cubicBezTo>
                    <a:pt x="33" y="254"/>
                    <a:pt x="34" y="253"/>
                    <a:pt x="35" y="254"/>
                  </a:cubicBezTo>
                  <a:cubicBezTo>
                    <a:pt x="32" y="256"/>
                    <a:pt x="35" y="259"/>
                    <a:pt x="36" y="262"/>
                  </a:cubicBezTo>
                  <a:cubicBezTo>
                    <a:pt x="37" y="264"/>
                    <a:pt x="37" y="266"/>
                    <a:pt x="38" y="268"/>
                  </a:cubicBezTo>
                  <a:cubicBezTo>
                    <a:pt x="38" y="268"/>
                    <a:pt x="39" y="268"/>
                    <a:pt x="40" y="268"/>
                  </a:cubicBezTo>
                  <a:cubicBezTo>
                    <a:pt x="42" y="268"/>
                    <a:pt x="42" y="267"/>
                    <a:pt x="44" y="267"/>
                  </a:cubicBezTo>
                  <a:cubicBezTo>
                    <a:pt x="45" y="267"/>
                    <a:pt x="44" y="270"/>
                    <a:pt x="44" y="270"/>
                  </a:cubicBezTo>
                  <a:cubicBezTo>
                    <a:pt x="46" y="270"/>
                    <a:pt x="48" y="272"/>
                    <a:pt x="46" y="272"/>
                  </a:cubicBezTo>
                  <a:cubicBezTo>
                    <a:pt x="46" y="273"/>
                    <a:pt x="47" y="274"/>
                    <a:pt x="48" y="274"/>
                  </a:cubicBezTo>
                  <a:cubicBezTo>
                    <a:pt x="48" y="272"/>
                    <a:pt x="49" y="272"/>
                    <a:pt x="51" y="273"/>
                  </a:cubicBezTo>
                  <a:cubicBezTo>
                    <a:pt x="54" y="275"/>
                    <a:pt x="51" y="275"/>
                    <a:pt x="52" y="276"/>
                  </a:cubicBezTo>
                  <a:cubicBezTo>
                    <a:pt x="53" y="277"/>
                    <a:pt x="54" y="277"/>
                    <a:pt x="55" y="277"/>
                  </a:cubicBezTo>
                  <a:cubicBezTo>
                    <a:pt x="55" y="277"/>
                    <a:pt x="55" y="278"/>
                    <a:pt x="55" y="279"/>
                  </a:cubicBezTo>
                  <a:cubicBezTo>
                    <a:pt x="55" y="278"/>
                    <a:pt x="57" y="276"/>
                    <a:pt x="58" y="276"/>
                  </a:cubicBezTo>
                  <a:cubicBezTo>
                    <a:pt x="58" y="278"/>
                    <a:pt x="58" y="279"/>
                    <a:pt x="57" y="280"/>
                  </a:cubicBezTo>
                  <a:cubicBezTo>
                    <a:pt x="59" y="280"/>
                    <a:pt x="60" y="282"/>
                    <a:pt x="60" y="283"/>
                  </a:cubicBezTo>
                  <a:cubicBezTo>
                    <a:pt x="62" y="283"/>
                    <a:pt x="62" y="283"/>
                    <a:pt x="62" y="283"/>
                  </a:cubicBezTo>
                  <a:cubicBezTo>
                    <a:pt x="62" y="282"/>
                    <a:pt x="65" y="282"/>
                    <a:pt x="64" y="283"/>
                  </a:cubicBezTo>
                  <a:cubicBezTo>
                    <a:pt x="64" y="285"/>
                    <a:pt x="62" y="285"/>
                    <a:pt x="62" y="286"/>
                  </a:cubicBezTo>
                  <a:cubicBezTo>
                    <a:pt x="62" y="288"/>
                    <a:pt x="63" y="288"/>
                    <a:pt x="63" y="290"/>
                  </a:cubicBezTo>
                  <a:cubicBezTo>
                    <a:pt x="63" y="293"/>
                    <a:pt x="64" y="292"/>
                    <a:pt x="67" y="293"/>
                  </a:cubicBezTo>
                  <a:cubicBezTo>
                    <a:pt x="69" y="293"/>
                    <a:pt x="71" y="298"/>
                    <a:pt x="71" y="300"/>
                  </a:cubicBezTo>
                  <a:cubicBezTo>
                    <a:pt x="74" y="300"/>
                    <a:pt x="75" y="302"/>
                    <a:pt x="77" y="303"/>
                  </a:cubicBezTo>
                  <a:cubicBezTo>
                    <a:pt x="78" y="305"/>
                    <a:pt x="83" y="304"/>
                    <a:pt x="84" y="306"/>
                  </a:cubicBezTo>
                  <a:cubicBezTo>
                    <a:pt x="84" y="309"/>
                    <a:pt x="85" y="310"/>
                    <a:pt x="88" y="312"/>
                  </a:cubicBezTo>
                  <a:cubicBezTo>
                    <a:pt x="89" y="312"/>
                    <a:pt x="91" y="312"/>
                    <a:pt x="92" y="312"/>
                  </a:cubicBezTo>
                  <a:cubicBezTo>
                    <a:pt x="94" y="312"/>
                    <a:pt x="96" y="311"/>
                    <a:pt x="98" y="311"/>
                  </a:cubicBezTo>
                  <a:cubicBezTo>
                    <a:pt x="98" y="312"/>
                    <a:pt x="98" y="314"/>
                    <a:pt x="98" y="315"/>
                  </a:cubicBezTo>
                  <a:cubicBezTo>
                    <a:pt x="99" y="315"/>
                    <a:pt x="102" y="315"/>
                    <a:pt x="103" y="316"/>
                  </a:cubicBezTo>
                  <a:cubicBezTo>
                    <a:pt x="103" y="317"/>
                    <a:pt x="104" y="319"/>
                    <a:pt x="104" y="319"/>
                  </a:cubicBezTo>
                  <a:cubicBezTo>
                    <a:pt x="104" y="319"/>
                    <a:pt x="104" y="319"/>
                    <a:pt x="104" y="319"/>
                  </a:cubicBezTo>
                  <a:cubicBezTo>
                    <a:pt x="106" y="318"/>
                    <a:pt x="107" y="321"/>
                    <a:pt x="109" y="322"/>
                  </a:cubicBezTo>
                  <a:cubicBezTo>
                    <a:pt x="111" y="322"/>
                    <a:pt x="114" y="322"/>
                    <a:pt x="114" y="324"/>
                  </a:cubicBezTo>
                  <a:cubicBezTo>
                    <a:pt x="114" y="324"/>
                    <a:pt x="115" y="325"/>
                    <a:pt x="115" y="326"/>
                  </a:cubicBezTo>
                  <a:cubicBezTo>
                    <a:pt x="115" y="326"/>
                    <a:pt x="115" y="326"/>
                    <a:pt x="115" y="326"/>
                  </a:cubicBezTo>
                  <a:cubicBezTo>
                    <a:pt x="117" y="326"/>
                    <a:pt x="119" y="325"/>
                    <a:pt x="120" y="326"/>
                  </a:cubicBezTo>
                  <a:cubicBezTo>
                    <a:pt x="121" y="327"/>
                    <a:pt x="121" y="331"/>
                    <a:pt x="121" y="331"/>
                  </a:cubicBezTo>
                  <a:cubicBezTo>
                    <a:pt x="122" y="331"/>
                    <a:pt x="123" y="330"/>
                    <a:pt x="125" y="330"/>
                  </a:cubicBezTo>
                  <a:cubicBezTo>
                    <a:pt x="126" y="330"/>
                    <a:pt x="128" y="330"/>
                    <a:pt x="130" y="330"/>
                  </a:cubicBezTo>
                  <a:cubicBezTo>
                    <a:pt x="135" y="330"/>
                    <a:pt x="135" y="330"/>
                    <a:pt x="136" y="326"/>
                  </a:cubicBezTo>
                  <a:cubicBezTo>
                    <a:pt x="136" y="323"/>
                    <a:pt x="139" y="321"/>
                    <a:pt x="142" y="321"/>
                  </a:cubicBezTo>
                  <a:cubicBezTo>
                    <a:pt x="143" y="321"/>
                    <a:pt x="145" y="320"/>
                    <a:pt x="146" y="321"/>
                  </a:cubicBezTo>
                  <a:cubicBezTo>
                    <a:pt x="147" y="322"/>
                    <a:pt x="148" y="324"/>
                    <a:pt x="149" y="324"/>
                  </a:cubicBezTo>
                  <a:cubicBezTo>
                    <a:pt x="149" y="323"/>
                    <a:pt x="150" y="322"/>
                    <a:pt x="149" y="322"/>
                  </a:cubicBezTo>
                  <a:cubicBezTo>
                    <a:pt x="153" y="321"/>
                    <a:pt x="155" y="321"/>
                    <a:pt x="158" y="322"/>
                  </a:cubicBezTo>
                  <a:cubicBezTo>
                    <a:pt x="160" y="322"/>
                    <a:pt x="164" y="324"/>
                    <a:pt x="166" y="324"/>
                  </a:cubicBezTo>
                  <a:cubicBezTo>
                    <a:pt x="166" y="322"/>
                    <a:pt x="166" y="319"/>
                    <a:pt x="168" y="317"/>
                  </a:cubicBezTo>
                  <a:cubicBezTo>
                    <a:pt x="171" y="315"/>
                    <a:pt x="175" y="315"/>
                    <a:pt x="178" y="315"/>
                  </a:cubicBezTo>
                  <a:cubicBezTo>
                    <a:pt x="178" y="314"/>
                    <a:pt x="178" y="312"/>
                    <a:pt x="179" y="312"/>
                  </a:cubicBezTo>
                  <a:cubicBezTo>
                    <a:pt x="180" y="311"/>
                    <a:pt x="181" y="311"/>
                    <a:pt x="181" y="310"/>
                  </a:cubicBezTo>
                  <a:cubicBezTo>
                    <a:pt x="181" y="308"/>
                    <a:pt x="182" y="306"/>
                    <a:pt x="181" y="304"/>
                  </a:cubicBezTo>
                  <a:cubicBezTo>
                    <a:pt x="180" y="300"/>
                    <a:pt x="170" y="303"/>
                    <a:pt x="167" y="300"/>
                  </a:cubicBezTo>
                  <a:cubicBezTo>
                    <a:pt x="169" y="299"/>
                    <a:pt x="173" y="297"/>
                    <a:pt x="174" y="296"/>
                  </a:cubicBezTo>
                  <a:cubicBezTo>
                    <a:pt x="176" y="294"/>
                    <a:pt x="175" y="290"/>
                    <a:pt x="175" y="288"/>
                  </a:cubicBezTo>
                  <a:cubicBezTo>
                    <a:pt x="175" y="288"/>
                    <a:pt x="174" y="288"/>
                    <a:pt x="174" y="288"/>
                  </a:cubicBezTo>
                  <a:cubicBezTo>
                    <a:pt x="175" y="285"/>
                    <a:pt x="174" y="282"/>
                    <a:pt x="174" y="280"/>
                  </a:cubicBezTo>
                  <a:cubicBezTo>
                    <a:pt x="177" y="280"/>
                    <a:pt x="182" y="281"/>
                    <a:pt x="183" y="278"/>
                  </a:cubicBezTo>
                  <a:cubicBezTo>
                    <a:pt x="185" y="276"/>
                    <a:pt x="185" y="273"/>
                    <a:pt x="185" y="271"/>
                  </a:cubicBezTo>
                  <a:cubicBezTo>
                    <a:pt x="186" y="269"/>
                    <a:pt x="192" y="271"/>
                    <a:pt x="193" y="272"/>
                  </a:cubicBezTo>
                  <a:cubicBezTo>
                    <a:pt x="196" y="276"/>
                    <a:pt x="196" y="270"/>
                    <a:pt x="199" y="271"/>
                  </a:cubicBezTo>
                  <a:cubicBezTo>
                    <a:pt x="200" y="272"/>
                    <a:pt x="201" y="274"/>
                    <a:pt x="202" y="274"/>
                  </a:cubicBezTo>
                  <a:cubicBezTo>
                    <a:pt x="204" y="275"/>
                    <a:pt x="205" y="275"/>
                    <a:pt x="206" y="275"/>
                  </a:cubicBezTo>
                  <a:cubicBezTo>
                    <a:pt x="206" y="275"/>
                    <a:pt x="206" y="275"/>
                    <a:pt x="206" y="275"/>
                  </a:cubicBezTo>
                  <a:cubicBezTo>
                    <a:pt x="207" y="274"/>
                    <a:pt x="207" y="272"/>
                    <a:pt x="209" y="271"/>
                  </a:cubicBezTo>
                  <a:cubicBezTo>
                    <a:pt x="210" y="270"/>
                    <a:pt x="213" y="270"/>
                    <a:pt x="213" y="269"/>
                  </a:cubicBezTo>
                  <a:cubicBezTo>
                    <a:pt x="211" y="269"/>
                    <a:pt x="208" y="266"/>
                    <a:pt x="211" y="265"/>
                  </a:cubicBezTo>
                  <a:cubicBezTo>
                    <a:pt x="214" y="265"/>
                    <a:pt x="215" y="270"/>
                    <a:pt x="217" y="270"/>
                  </a:cubicBezTo>
                  <a:cubicBezTo>
                    <a:pt x="220" y="270"/>
                    <a:pt x="217" y="264"/>
                    <a:pt x="218" y="263"/>
                  </a:cubicBezTo>
                  <a:cubicBezTo>
                    <a:pt x="218" y="260"/>
                    <a:pt x="220" y="260"/>
                    <a:pt x="222" y="260"/>
                  </a:cubicBezTo>
                  <a:cubicBezTo>
                    <a:pt x="222" y="259"/>
                    <a:pt x="222" y="257"/>
                    <a:pt x="223" y="257"/>
                  </a:cubicBezTo>
                  <a:cubicBezTo>
                    <a:pt x="224" y="255"/>
                    <a:pt x="225" y="249"/>
                    <a:pt x="224" y="249"/>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4" name="Freeform 304">
              <a:extLst>
                <a:ext uri="{FF2B5EF4-FFF2-40B4-BE49-F238E27FC236}">
                  <a16:creationId xmlns:a16="http://schemas.microsoft.com/office/drawing/2014/main" id="{632EAB0C-74AB-48D8-A2A0-28303751893E}"/>
                </a:ext>
              </a:extLst>
            </p:cNvPr>
            <p:cNvSpPr>
              <a:spLocks/>
            </p:cNvSpPr>
            <p:nvPr/>
          </p:nvSpPr>
          <p:spPr bwMode="auto">
            <a:xfrm>
              <a:off x="3357563" y="5692776"/>
              <a:ext cx="3175" cy="317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1" y="1"/>
                    <a:pt x="1" y="1"/>
                  </a:cubicBezTo>
                  <a:cubicBezTo>
                    <a:pt x="1" y="1"/>
                    <a:pt x="1"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5" name="Freeform 305">
              <a:extLst>
                <a:ext uri="{FF2B5EF4-FFF2-40B4-BE49-F238E27FC236}">
                  <a16:creationId xmlns:a16="http://schemas.microsoft.com/office/drawing/2014/main" id="{E060668C-D86F-45F5-9BD9-08C7BB85BF47}"/>
                </a:ext>
              </a:extLst>
            </p:cNvPr>
            <p:cNvSpPr>
              <a:spLocks/>
            </p:cNvSpPr>
            <p:nvPr/>
          </p:nvSpPr>
          <p:spPr bwMode="auto">
            <a:xfrm>
              <a:off x="3417888" y="5229226"/>
              <a:ext cx="738188" cy="947738"/>
            </a:xfrm>
            <a:custGeom>
              <a:avLst/>
              <a:gdLst>
                <a:gd name="T0" fmla="*/ 121 w 209"/>
                <a:gd name="T1" fmla="*/ 214 h 268"/>
                <a:gd name="T2" fmla="*/ 104 w 209"/>
                <a:gd name="T3" fmla="*/ 218 h 268"/>
                <a:gd name="T4" fmla="*/ 95 w 209"/>
                <a:gd name="T5" fmla="*/ 224 h 268"/>
                <a:gd name="T6" fmla="*/ 90 w 209"/>
                <a:gd name="T7" fmla="*/ 242 h 268"/>
                <a:gd name="T8" fmla="*/ 90 w 209"/>
                <a:gd name="T9" fmla="*/ 246 h 268"/>
                <a:gd name="T10" fmla="*/ 81 w 209"/>
                <a:gd name="T11" fmla="*/ 256 h 268"/>
                <a:gd name="T12" fmla="*/ 72 w 209"/>
                <a:gd name="T13" fmla="*/ 262 h 268"/>
                <a:gd name="T14" fmla="*/ 61 w 209"/>
                <a:gd name="T15" fmla="*/ 267 h 268"/>
                <a:gd name="T16" fmla="*/ 54 w 209"/>
                <a:gd name="T17" fmla="*/ 268 h 268"/>
                <a:gd name="T18" fmla="*/ 39 w 209"/>
                <a:gd name="T19" fmla="*/ 255 h 268"/>
                <a:gd name="T20" fmla="*/ 42 w 209"/>
                <a:gd name="T21" fmla="*/ 247 h 268"/>
                <a:gd name="T22" fmla="*/ 46 w 209"/>
                <a:gd name="T23" fmla="*/ 232 h 268"/>
                <a:gd name="T24" fmla="*/ 50 w 209"/>
                <a:gd name="T25" fmla="*/ 207 h 268"/>
                <a:gd name="T26" fmla="*/ 43 w 209"/>
                <a:gd name="T27" fmla="*/ 192 h 268"/>
                <a:gd name="T28" fmla="*/ 47 w 209"/>
                <a:gd name="T29" fmla="*/ 170 h 268"/>
                <a:gd name="T30" fmla="*/ 35 w 209"/>
                <a:gd name="T31" fmla="*/ 162 h 268"/>
                <a:gd name="T32" fmla="*/ 28 w 209"/>
                <a:gd name="T33" fmla="*/ 147 h 268"/>
                <a:gd name="T34" fmla="*/ 21 w 209"/>
                <a:gd name="T35" fmla="*/ 121 h 268"/>
                <a:gd name="T36" fmla="*/ 10 w 209"/>
                <a:gd name="T37" fmla="*/ 112 h 268"/>
                <a:gd name="T38" fmla="*/ 5 w 209"/>
                <a:gd name="T39" fmla="*/ 100 h 268"/>
                <a:gd name="T40" fmla="*/ 10 w 209"/>
                <a:gd name="T41" fmla="*/ 88 h 268"/>
                <a:gd name="T42" fmla="*/ 26 w 209"/>
                <a:gd name="T43" fmla="*/ 92 h 268"/>
                <a:gd name="T44" fmla="*/ 45 w 209"/>
                <a:gd name="T45" fmla="*/ 86 h 268"/>
                <a:gd name="T46" fmla="*/ 64 w 209"/>
                <a:gd name="T47" fmla="*/ 79 h 268"/>
                <a:gd name="T48" fmla="*/ 77 w 209"/>
                <a:gd name="T49" fmla="*/ 66 h 268"/>
                <a:gd name="T50" fmla="*/ 70 w 209"/>
                <a:gd name="T51" fmla="*/ 50 h 268"/>
                <a:gd name="T52" fmla="*/ 89 w 209"/>
                <a:gd name="T53" fmla="*/ 34 h 268"/>
                <a:gd name="T54" fmla="*/ 103 w 209"/>
                <a:gd name="T55" fmla="*/ 40 h 268"/>
                <a:gd name="T56" fmla="*/ 123 w 209"/>
                <a:gd name="T57" fmla="*/ 28 h 268"/>
                <a:gd name="T58" fmla="*/ 146 w 209"/>
                <a:gd name="T59" fmla="*/ 26 h 268"/>
                <a:gd name="T60" fmla="*/ 161 w 209"/>
                <a:gd name="T61" fmla="*/ 19 h 268"/>
                <a:gd name="T62" fmla="*/ 173 w 209"/>
                <a:gd name="T63" fmla="*/ 15 h 268"/>
                <a:gd name="T64" fmla="*/ 187 w 209"/>
                <a:gd name="T65" fmla="*/ 11 h 268"/>
                <a:gd name="T66" fmla="*/ 197 w 209"/>
                <a:gd name="T67" fmla="*/ 2 h 268"/>
                <a:gd name="T68" fmla="*/ 202 w 209"/>
                <a:gd name="T69" fmla="*/ 3 h 268"/>
                <a:gd name="T70" fmla="*/ 205 w 209"/>
                <a:gd name="T71" fmla="*/ 33 h 268"/>
                <a:gd name="T72" fmla="*/ 196 w 209"/>
                <a:gd name="T73" fmla="*/ 52 h 268"/>
                <a:gd name="T74" fmla="*/ 197 w 209"/>
                <a:gd name="T75" fmla="*/ 58 h 268"/>
                <a:gd name="T76" fmla="*/ 187 w 209"/>
                <a:gd name="T77" fmla="*/ 67 h 268"/>
                <a:gd name="T78" fmla="*/ 185 w 209"/>
                <a:gd name="T79" fmla="*/ 72 h 268"/>
                <a:gd name="T80" fmla="*/ 184 w 209"/>
                <a:gd name="T81" fmla="*/ 76 h 268"/>
                <a:gd name="T82" fmla="*/ 180 w 209"/>
                <a:gd name="T83" fmla="*/ 95 h 268"/>
                <a:gd name="T84" fmla="*/ 181 w 209"/>
                <a:gd name="T85" fmla="*/ 109 h 268"/>
                <a:gd name="T86" fmla="*/ 182 w 209"/>
                <a:gd name="T87" fmla="*/ 158 h 268"/>
                <a:gd name="T88" fmla="*/ 181 w 209"/>
                <a:gd name="T89" fmla="*/ 162 h 268"/>
                <a:gd name="T90" fmla="*/ 181 w 209"/>
                <a:gd name="T91" fmla="*/ 160 h 268"/>
                <a:gd name="T92" fmla="*/ 168 w 209"/>
                <a:gd name="T93" fmla="*/ 159 h 268"/>
                <a:gd name="T94" fmla="*/ 162 w 209"/>
                <a:gd name="T95" fmla="*/ 161 h 268"/>
                <a:gd name="T96" fmla="*/ 152 w 209"/>
                <a:gd name="T97" fmla="*/ 167 h 268"/>
                <a:gd name="T98" fmla="*/ 148 w 209"/>
                <a:gd name="T99" fmla="*/ 177 h 268"/>
                <a:gd name="T100" fmla="*/ 135 w 209"/>
                <a:gd name="T101" fmla="*/ 206 h 268"/>
                <a:gd name="T102" fmla="*/ 144 w 209"/>
                <a:gd name="T103"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 h="268">
                  <a:moveTo>
                    <a:pt x="128" y="212"/>
                  </a:moveTo>
                  <a:cubicBezTo>
                    <a:pt x="127" y="212"/>
                    <a:pt x="127" y="212"/>
                    <a:pt x="126" y="212"/>
                  </a:cubicBezTo>
                  <a:cubicBezTo>
                    <a:pt x="125" y="212"/>
                    <a:pt x="125" y="213"/>
                    <a:pt x="124" y="213"/>
                  </a:cubicBezTo>
                  <a:cubicBezTo>
                    <a:pt x="124" y="213"/>
                    <a:pt x="122" y="214"/>
                    <a:pt x="121" y="214"/>
                  </a:cubicBezTo>
                  <a:cubicBezTo>
                    <a:pt x="121" y="215"/>
                    <a:pt x="121" y="215"/>
                    <a:pt x="121" y="215"/>
                  </a:cubicBezTo>
                  <a:cubicBezTo>
                    <a:pt x="120" y="215"/>
                    <a:pt x="119" y="215"/>
                    <a:pt x="118" y="216"/>
                  </a:cubicBezTo>
                  <a:cubicBezTo>
                    <a:pt x="115" y="217"/>
                    <a:pt x="112" y="217"/>
                    <a:pt x="108" y="218"/>
                  </a:cubicBezTo>
                  <a:cubicBezTo>
                    <a:pt x="107" y="218"/>
                    <a:pt x="105" y="218"/>
                    <a:pt x="104" y="218"/>
                  </a:cubicBezTo>
                  <a:cubicBezTo>
                    <a:pt x="103" y="219"/>
                    <a:pt x="103" y="221"/>
                    <a:pt x="102" y="222"/>
                  </a:cubicBezTo>
                  <a:cubicBezTo>
                    <a:pt x="100" y="222"/>
                    <a:pt x="99" y="222"/>
                    <a:pt x="98" y="223"/>
                  </a:cubicBezTo>
                  <a:cubicBezTo>
                    <a:pt x="97" y="223"/>
                    <a:pt x="97" y="224"/>
                    <a:pt x="96" y="224"/>
                  </a:cubicBezTo>
                  <a:cubicBezTo>
                    <a:pt x="96" y="224"/>
                    <a:pt x="95" y="224"/>
                    <a:pt x="95" y="224"/>
                  </a:cubicBezTo>
                  <a:cubicBezTo>
                    <a:pt x="94" y="225"/>
                    <a:pt x="93" y="228"/>
                    <a:pt x="93" y="229"/>
                  </a:cubicBezTo>
                  <a:cubicBezTo>
                    <a:pt x="93" y="231"/>
                    <a:pt x="94" y="234"/>
                    <a:pt x="93" y="236"/>
                  </a:cubicBezTo>
                  <a:cubicBezTo>
                    <a:pt x="93" y="237"/>
                    <a:pt x="92" y="238"/>
                    <a:pt x="91" y="239"/>
                  </a:cubicBezTo>
                  <a:cubicBezTo>
                    <a:pt x="90" y="240"/>
                    <a:pt x="91" y="241"/>
                    <a:pt x="90" y="242"/>
                  </a:cubicBezTo>
                  <a:cubicBezTo>
                    <a:pt x="89" y="242"/>
                    <a:pt x="85" y="241"/>
                    <a:pt x="85" y="243"/>
                  </a:cubicBezTo>
                  <a:cubicBezTo>
                    <a:pt x="86" y="243"/>
                    <a:pt x="87" y="243"/>
                    <a:pt x="88" y="243"/>
                  </a:cubicBezTo>
                  <a:cubicBezTo>
                    <a:pt x="88" y="242"/>
                    <a:pt x="90" y="243"/>
                    <a:pt x="90" y="243"/>
                  </a:cubicBezTo>
                  <a:cubicBezTo>
                    <a:pt x="91" y="244"/>
                    <a:pt x="90" y="245"/>
                    <a:pt x="90" y="246"/>
                  </a:cubicBezTo>
                  <a:cubicBezTo>
                    <a:pt x="90" y="247"/>
                    <a:pt x="90" y="247"/>
                    <a:pt x="89" y="248"/>
                  </a:cubicBezTo>
                  <a:cubicBezTo>
                    <a:pt x="89" y="248"/>
                    <a:pt x="88" y="249"/>
                    <a:pt x="88" y="250"/>
                  </a:cubicBezTo>
                  <a:cubicBezTo>
                    <a:pt x="87" y="252"/>
                    <a:pt x="87" y="253"/>
                    <a:pt x="85" y="254"/>
                  </a:cubicBezTo>
                  <a:cubicBezTo>
                    <a:pt x="84" y="255"/>
                    <a:pt x="83" y="256"/>
                    <a:pt x="81" y="256"/>
                  </a:cubicBezTo>
                  <a:cubicBezTo>
                    <a:pt x="81" y="257"/>
                    <a:pt x="80" y="257"/>
                    <a:pt x="79" y="258"/>
                  </a:cubicBezTo>
                  <a:cubicBezTo>
                    <a:pt x="79" y="258"/>
                    <a:pt x="78" y="258"/>
                    <a:pt x="77" y="258"/>
                  </a:cubicBezTo>
                  <a:cubicBezTo>
                    <a:pt x="77" y="258"/>
                    <a:pt x="75" y="258"/>
                    <a:pt x="75" y="259"/>
                  </a:cubicBezTo>
                  <a:cubicBezTo>
                    <a:pt x="73" y="259"/>
                    <a:pt x="73" y="261"/>
                    <a:pt x="72" y="262"/>
                  </a:cubicBezTo>
                  <a:cubicBezTo>
                    <a:pt x="72" y="263"/>
                    <a:pt x="71" y="263"/>
                    <a:pt x="70" y="263"/>
                  </a:cubicBezTo>
                  <a:cubicBezTo>
                    <a:pt x="69" y="264"/>
                    <a:pt x="67" y="265"/>
                    <a:pt x="66" y="265"/>
                  </a:cubicBezTo>
                  <a:cubicBezTo>
                    <a:pt x="65" y="265"/>
                    <a:pt x="63" y="264"/>
                    <a:pt x="62" y="264"/>
                  </a:cubicBezTo>
                  <a:cubicBezTo>
                    <a:pt x="61" y="265"/>
                    <a:pt x="61" y="266"/>
                    <a:pt x="61" y="267"/>
                  </a:cubicBezTo>
                  <a:cubicBezTo>
                    <a:pt x="60" y="267"/>
                    <a:pt x="60" y="267"/>
                    <a:pt x="60" y="267"/>
                  </a:cubicBezTo>
                  <a:cubicBezTo>
                    <a:pt x="60" y="268"/>
                    <a:pt x="60" y="268"/>
                    <a:pt x="60" y="268"/>
                  </a:cubicBezTo>
                  <a:cubicBezTo>
                    <a:pt x="59" y="268"/>
                    <a:pt x="58" y="268"/>
                    <a:pt x="58" y="268"/>
                  </a:cubicBezTo>
                  <a:cubicBezTo>
                    <a:pt x="57" y="268"/>
                    <a:pt x="55" y="268"/>
                    <a:pt x="54" y="268"/>
                  </a:cubicBezTo>
                  <a:cubicBezTo>
                    <a:pt x="51" y="267"/>
                    <a:pt x="47" y="266"/>
                    <a:pt x="44" y="264"/>
                  </a:cubicBezTo>
                  <a:cubicBezTo>
                    <a:pt x="42" y="264"/>
                    <a:pt x="40" y="263"/>
                    <a:pt x="38" y="261"/>
                  </a:cubicBezTo>
                  <a:cubicBezTo>
                    <a:pt x="36" y="260"/>
                    <a:pt x="36" y="259"/>
                    <a:pt x="35" y="257"/>
                  </a:cubicBezTo>
                  <a:cubicBezTo>
                    <a:pt x="37" y="257"/>
                    <a:pt x="39" y="256"/>
                    <a:pt x="39" y="255"/>
                  </a:cubicBezTo>
                  <a:cubicBezTo>
                    <a:pt x="41" y="255"/>
                    <a:pt x="41" y="255"/>
                    <a:pt x="41" y="255"/>
                  </a:cubicBezTo>
                  <a:cubicBezTo>
                    <a:pt x="41" y="254"/>
                    <a:pt x="41" y="252"/>
                    <a:pt x="41" y="250"/>
                  </a:cubicBezTo>
                  <a:cubicBezTo>
                    <a:pt x="42" y="250"/>
                    <a:pt x="42" y="250"/>
                    <a:pt x="42" y="250"/>
                  </a:cubicBezTo>
                  <a:cubicBezTo>
                    <a:pt x="42" y="249"/>
                    <a:pt x="42" y="248"/>
                    <a:pt x="42" y="247"/>
                  </a:cubicBezTo>
                  <a:cubicBezTo>
                    <a:pt x="47" y="249"/>
                    <a:pt x="45" y="245"/>
                    <a:pt x="44" y="242"/>
                  </a:cubicBezTo>
                  <a:cubicBezTo>
                    <a:pt x="44" y="242"/>
                    <a:pt x="44" y="242"/>
                    <a:pt x="44" y="242"/>
                  </a:cubicBezTo>
                  <a:cubicBezTo>
                    <a:pt x="44" y="240"/>
                    <a:pt x="41" y="238"/>
                    <a:pt x="42" y="236"/>
                  </a:cubicBezTo>
                  <a:cubicBezTo>
                    <a:pt x="42" y="235"/>
                    <a:pt x="44" y="232"/>
                    <a:pt x="46" y="232"/>
                  </a:cubicBezTo>
                  <a:cubicBezTo>
                    <a:pt x="46" y="231"/>
                    <a:pt x="46" y="229"/>
                    <a:pt x="46" y="227"/>
                  </a:cubicBezTo>
                  <a:cubicBezTo>
                    <a:pt x="44" y="227"/>
                    <a:pt x="42" y="223"/>
                    <a:pt x="42" y="221"/>
                  </a:cubicBezTo>
                  <a:cubicBezTo>
                    <a:pt x="41" y="219"/>
                    <a:pt x="44" y="220"/>
                    <a:pt x="45" y="218"/>
                  </a:cubicBezTo>
                  <a:cubicBezTo>
                    <a:pt x="47" y="215"/>
                    <a:pt x="46" y="206"/>
                    <a:pt x="50" y="207"/>
                  </a:cubicBezTo>
                  <a:cubicBezTo>
                    <a:pt x="50" y="205"/>
                    <a:pt x="51" y="200"/>
                    <a:pt x="53" y="199"/>
                  </a:cubicBezTo>
                  <a:cubicBezTo>
                    <a:pt x="56" y="197"/>
                    <a:pt x="52" y="196"/>
                    <a:pt x="52" y="193"/>
                  </a:cubicBezTo>
                  <a:cubicBezTo>
                    <a:pt x="50" y="193"/>
                    <a:pt x="50" y="194"/>
                    <a:pt x="49" y="195"/>
                  </a:cubicBezTo>
                  <a:cubicBezTo>
                    <a:pt x="46" y="195"/>
                    <a:pt x="45" y="192"/>
                    <a:pt x="43" y="192"/>
                  </a:cubicBezTo>
                  <a:cubicBezTo>
                    <a:pt x="46" y="192"/>
                    <a:pt x="43" y="185"/>
                    <a:pt x="47" y="184"/>
                  </a:cubicBezTo>
                  <a:cubicBezTo>
                    <a:pt x="47" y="183"/>
                    <a:pt x="47" y="182"/>
                    <a:pt x="47" y="181"/>
                  </a:cubicBezTo>
                  <a:cubicBezTo>
                    <a:pt x="46" y="181"/>
                    <a:pt x="46" y="181"/>
                    <a:pt x="46" y="181"/>
                  </a:cubicBezTo>
                  <a:cubicBezTo>
                    <a:pt x="46" y="177"/>
                    <a:pt x="54" y="172"/>
                    <a:pt x="47" y="170"/>
                  </a:cubicBezTo>
                  <a:cubicBezTo>
                    <a:pt x="47" y="169"/>
                    <a:pt x="46" y="169"/>
                    <a:pt x="46" y="167"/>
                  </a:cubicBezTo>
                  <a:cubicBezTo>
                    <a:pt x="51" y="168"/>
                    <a:pt x="50" y="158"/>
                    <a:pt x="47" y="157"/>
                  </a:cubicBezTo>
                  <a:cubicBezTo>
                    <a:pt x="45" y="156"/>
                    <a:pt x="42" y="156"/>
                    <a:pt x="41" y="158"/>
                  </a:cubicBezTo>
                  <a:cubicBezTo>
                    <a:pt x="39" y="160"/>
                    <a:pt x="35" y="159"/>
                    <a:pt x="35" y="162"/>
                  </a:cubicBezTo>
                  <a:cubicBezTo>
                    <a:pt x="35" y="163"/>
                    <a:pt x="34" y="163"/>
                    <a:pt x="34" y="163"/>
                  </a:cubicBezTo>
                  <a:cubicBezTo>
                    <a:pt x="33" y="160"/>
                    <a:pt x="31" y="161"/>
                    <a:pt x="30" y="160"/>
                  </a:cubicBezTo>
                  <a:cubicBezTo>
                    <a:pt x="28" y="159"/>
                    <a:pt x="28" y="156"/>
                    <a:pt x="28" y="154"/>
                  </a:cubicBezTo>
                  <a:cubicBezTo>
                    <a:pt x="27" y="151"/>
                    <a:pt x="27" y="149"/>
                    <a:pt x="28" y="147"/>
                  </a:cubicBezTo>
                  <a:cubicBezTo>
                    <a:pt x="29" y="144"/>
                    <a:pt x="28" y="141"/>
                    <a:pt x="30" y="139"/>
                  </a:cubicBezTo>
                  <a:cubicBezTo>
                    <a:pt x="31" y="137"/>
                    <a:pt x="31" y="133"/>
                    <a:pt x="29" y="131"/>
                  </a:cubicBezTo>
                  <a:cubicBezTo>
                    <a:pt x="28" y="130"/>
                    <a:pt x="22" y="127"/>
                    <a:pt x="20" y="127"/>
                  </a:cubicBezTo>
                  <a:cubicBezTo>
                    <a:pt x="21" y="125"/>
                    <a:pt x="20" y="123"/>
                    <a:pt x="21" y="121"/>
                  </a:cubicBezTo>
                  <a:cubicBezTo>
                    <a:pt x="22" y="121"/>
                    <a:pt x="23" y="121"/>
                    <a:pt x="23" y="121"/>
                  </a:cubicBezTo>
                  <a:cubicBezTo>
                    <a:pt x="24" y="119"/>
                    <a:pt x="25" y="114"/>
                    <a:pt x="22" y="113"/>
                  </a:cubicBezTo>
                  <a:cubicBezTo>
                    <a:pt x="18" y="111"/>
                    <a:pt x="13" y="113"/>
                    <a:pt x="9" y="112"/>
                  </a:cubicBezTo>
                  <a:cubicBezTo>
                    <a:pt x="10" y="112"/>
                    <a:pt x="10" y="112"/>
                    <a:pt x="10" y="112"/>
                  </a:cubicBezTo>
                  <a:cubicBezTo>
                    <a:pt x="10" y="111"/>
                    <a:pt x="13" y="106"/>
                    <a:pt x="15" y="106"/>
                  </a:cubicBezTo>
                  <a:cubicBezTo>
                    <a:pt x="15" y="104"/>
                    <a:pt x="13" y="104"/>
                    <a:pt x="12" y="104"/>
                  </a:cubicBezTo>
                  <a:cubicBezTo>
                    <a:pt x="11" y="103"/>
                    <a:pt x="10" y="102"/>
                    <a:pt x="9" y="101"/>
                  </a:cubicBezTo>
                  <a:cubicBezTo>
                    <a:pt x="8" y="100"/>
                    <a:pt x="6" y="101"/>
                    <a:pt x="5" y="100"/>
                  </a:cubicBezTo>
                  <a:cubicBezTo>
                    <a:pt x="4" y="98"/>
                    <a:pt x="2" y="99"/>
                    <a:pt x="0" y="99"/>
                  </a:cubicBezTo>
                  <a:cubicBezTo>
                    <a:pt x="0" y="96"/>
                    <a:pt x="0" y="94"/>
                    <a:pt x="0" y="91"/>
                  </a:cubicBezTo>
                  <a:cubicBezTo>
                    <a:pt x="2" y="92"/>
                    <a:pt x="3" y="93"/>
                    <a:pt x="6" y="93"/>
                  </a:cubicBezTo>
                  <a:cubicBezTo>
                    <a:pt x="6" y="90"/>
                    <a:pt x="10" y="92"/>
                    <a:pt x="10" y="88"/>
                  </a:cubicBezTo>
                  <a:cubicBezTo>
                    <a:pt x="12" y="88"/>
                    <a:pt x="15" y="87"/>
                    <a:pt x="16" y="88"/>
                  </a:cubicBezTo>
                  <a:cubicBezTo>
                    <a:pt x="17" y="89"/>
                    <a:pt x="17" y="93"/>
                    <a:pt x="17" y="93"/>
                  </a:cubicBezTo>
                  <a:cubicBezTo>
                    <a:pt x="18" y="93"/>
                    <a:pt x="19" y="92"/>
                    <a:pt x="21" y="92"/>
                  </a:cubicBezTo>
                  <a:cubicBezTo>
                    <a:pt x="22" y="92"/>
                    <a:pt x="24" y="92"/>
                    <a:pt x="26" y="92"/>
                  </a:cubicBezTo>
                  <a:cubicBezTo>
                    <a:pt x="31" y="92"/>
                    <a:pt x="31" y="92"/>
                    <a:pt x="32" y="88"/>
                  </a:cubicBezTo>
                  <a:cubicBezTo>
                    <a:pt x="32" y="85"/>
                    <a:pt x="35" y="83"/>
                    <a:pt x="38" y="83"/>
                  </a:cubicBezTo>
                  <a:cubicBezTo>
                    <a:pt x="39" y="83"/>
                    <a:pt x="41" y="82"/>
                    <a:pt x="42" y="83"/>
                  </a:cubicBezTo>
                  <a:cubicBezTo>
                    <a:pt x="43" y="84"/>
                    <a:pt x="44" y="86"/>
                    <a:pt x="45" y="86"/>
                  </a:cubicBezTo>
                  <a:cubicBezTo>
                    <a:pt x="45" y="85"/>
                    <a:pt x="46" y="84"/>
                    <a:pt x="45" y="84"/>
                  </a:cubicBezTo>
                  <a:cubicBezTo>
                    <a:pt x="49" y="83"/>
                    <a:pt x="51" y="83"/>
                    <a:pt x="54" y="84"/>
                  </a:cubicBezTo>
                  <a:cubicBezTo>
                    <a:pt x="56" y="84"/>
                    <a:pt x="60" y="86"/>
                    <a:pt x="62" y="86"/>
                  </a:cubicBezTo>
                  <a:cubicBezTo>
                    <a:pt x="62" y="84"/>
                    <a:pt x="62" y="81"/>
                    <a:pt x="64" y="79"/>
                  </a:cubicBezTo>
                  <a:cubicBezTo>
                    <a:pt x="67" y="77"/>
                    <a:pt x="71" y="77"/>
                    <a:pt x="74" y="77"/>
                  </a:cubicBezTo>
                  <a:cubicBezTo>
                    <a:pt x="74" y="76"/>
                    <a:pt x="74" y="74"/>
                    <a:pt x="75" y="74"/>
                  </a:cubicBezTo>
                  <a:cubicBezTo>
                    <a:pt x="76" y="73"/>
                    <a:pt x="77" y="73"/>
                    <a:pt x="77" y="72"/>
                  </a:cubicBezTo>
                  <a:cubicBezTo>
                    <a:pt x="77" y="70"/>
                    <a:pt x="78" y="68"/>
                    <a:pt x="77" y="66"/>
                  </a:cubicBezTo>
                  <a:cubicBezTo>
                    <a:pt x="76" y="62"/>
                    <a:pt x="66" y="65"/>
                    <a:pt x="63" y="62"/>
                  </a:cubicBezTo>
                  <a:cubicBezTo>
                    <a:pt x="65" y="61"/>
                    <a:pt x="69" y="59"/>
                    <a:pt x="70" y="58"/>
                  </a:cubicBezTo>
                  <a:cubicBezTo>
                    <a:pt x="72" y="56"/>
                    <a:pt x="71" y="52"/>
                    <a:pt x="71" y="50"/>
                  </a:cubicBezTo>
                  <a:cubicBezTo>
                    <a:pt x="71" y="50"/>
                    <a:pt x="70" y="50"/>
                    <a:pt x="70" y="50"/>
                  </a:cubicBezTo>
                  <a:cubicBezTo>
                    <a:pt x="71" y="47"/>
                    <a:pt x="70" y="44"/>
                    <a:pt x="70" y="42"/>
                  </a:cubicBezTo>
                  <a:cubicBezTo>
                    <a:pt x="73" y="42"/>
                    <a:pt x="78" y="43"/>
                    <a:pt x="79" y="40"/>
                  </a:cubicBezTo>
                  <a:cubicBezTo>
                    <a:pt x="81" y="38"/>
                    <a:pt x="81" y="35"/>
                    <a:pt x="81" y="33"/>
                  </a:cubicBezTo>
                  <a:cubicBezTo>
                    <a:pt x="82" y="31"/>
                    <a:pt x="88" y="33"/>
                    <a:pt x="89" y="34"/>
                  </a:cubicBezTo>
                  <a:cubicBezTo>
                    <a:pt x="92" y="38"/>
                    <a:pt x="92" y="32"/>
                    <a:pt x="95" y="33"/>
                  </a:cubicBezTo>
                  <a:cubicBezTo>
                    <a:pt x="96" y="34"/>
                    <a:pt x="97" y="36"/>
                    <a:pt x="98" y="36"/>
                  </a:cubicBezTo>
                  <a:cubicBezTo>
                    <a:pt x="100" y="37"/>
                    <a:pt x="101" y="37"/>
                    <a:pt x="102" y="37"/>
                  </a:cubicBezTo>
                  <a:cubicBezTo>
                    <a:pt x="103" y="38"/>
                    <a:pt x="103" y="40"/>
                    <a:pt x="103" y="40"/>
                  </a:cubicBezTo>
                  <a:cubicBezTo>
                    <a:pt x="104" y="42"/>
                    <a:pt x="107" y="43"/>
                    <a:pt x="109" y="44"/>
                  </a:cubicBezTo>
                  <a:cubicBezTo>
                    <a:pt x="112" y="46"/>
                    <a:pt x="115" y="42"/>
                    <a:pt x="117" y="40"/>
                  </a:cubicBezTo>
                  <a:cubicBezTo>
                    <a:pt x="119" y="39"/>
                    <a:pt x="120" y="34"/>
                    <a:pt x="123" y="34"/>
                  </a:cubicBezTo>
                  <a:cubicBezTo>
                    <a:pt x="123" y="32"/>
                    <a:pt x="123" y="30"/>
                    <a:pt x="123" y="28"/>
                  </a:cubicBezTo>
                  <a:cubicBezTo>
                    <a:pt x="123" y="28"/>
                    <a:pt x="123" y="28"/>
                    <a:pt x="123" y="28"/>
                  </a:cubicBezTo>
                  <a:cubicBezTo>
                    <a:pt x="122" y="27"/>
                    <a:pt x="123" y="26"/>
                    <a:pt x="123" y="25"/>
                  </a:cubicBezTo>
                  <a:cubicBezTo>
                    <a:pt x="128" y="23"/>
                    <a:pt x="135" y="21"/>
                    <a:pt x="140" y="22"/>
                  </a:cubicBezTo>
                  <a:cubicBezTo>
                    <a:pt x="143" y="23"/>
                    <a:pt x="143" y="26"/>
                    <a:pt x="146" y="26"/>
                  </a:cubicBezTo>
                  <a:cubicBezTo>
                    <a:pt x="148" y="27"/>
                    <a:pt x="151" y="26"/>
                    <a:pt x="151" y="24"/>
                  </a:cubicBezTo>
                  <a:cubicBezTo>
                    <a:pt x="151" y="24"/>
                    <a:pt x="152" y="24"/>
                    <a:pt x="153" y="24"/>
                  </a:cubicBezTo>
                  <a:cubicBezTo>
                    <a:pt x="153" y="18"/>
                    <a:pt x="156" y="25"/>
                    <a:pt x="158" y="22"/>
                  </a:cubicBezTo>
                  <a:cubicBezTo>
                    <a:pt x="159" y="20"/>
                    <a:pt x="159" y="19"/>
                    <a:pt x="161" y="19"/>
                  </a:cubicBezTo>
                  <a:cubicBezTo>
                    <a:pt x="164" y="18"/>
                    <a:pt x="161" y="15"/>
                    <a:pt x="164" y="14"/>
                  </a:cubicBezTo>
                  <a:cubicBezTo>
                    <a:pt x="159" y="12"/>
                    <a:pt x="163" y="11"/>
                    <a:pt x="166" y="11"/>
                  </a:cubicBezTo>
                  <a:cubicBezTo>
                    <a:pt x="170" y="12"/>
                    <a:pt x="170" y="13"/>
                    <a:pt x="170" y="16"/>
                  </a:cubicBezTo>
                  <a:cubicBezTo>
                    <a:pt x="171" y="16"/>
                    <a:pt x="172" y="16"/>
                    <a:pt x="173" y="15"/>
                  </a:cubicBezTo>
                  <a:cubicBezTo>
                    <a:pt x="173" y="11"/>
                    <a:pt x="177" y="15"/>
                    <a:pt x="177" y="18"/>
                  </a:cubicBezTo>
                  <a:cubicBezTo>
                    <a:pt x="178" y="18"/>
                    <a:pt x="180" y="18"/>
                    <a:pt x="181" y="18"/>
                  </a:cubicBezTo>
                  <a:cubicBezTo>
                    <a:pt x="181" y="13"/>
                    <a:pt x="184" y="14"/>
                    <a:pt x="188" y="14"/>
                  </a:cubicBezTo>
                  <a:cubicBezTo>
                    <a:pt x="188" y="13"/>
                    <a:pt x="186" y="12"/>
                    <a:pt x="187" y="11"/>
                  </a:cubicBezTo>
                  <a:cubicBezTo>
                    <a:pt x="190" y="9"/>
                    <a:pt x="189" y="5"/>
                    <a:pt x="193" y="5"/>
                  </a:cubicBezTo>
                  <a:cubicBezTo>
                    <a:pt x="193" y="4"/>
                    <a:pt x="193" y="2"/>
                    <a:pt x="193" y="1"/>
                  </a:cubicBezTo>
                  <a:cubicBezTo>
                    <a:pt x="194" y="0"/>
                    <a:pt x="195" y="1"/>
                    <a:pt x="196" y="1"/>
                  </a:cubicBezTo>
                  <a:cubicBezTo>
                    <a:pt x="197" y="2"/>
                    <a:pt x="197" y="2"/>
                    <a:pt x="197" y="2"/>
                  </a:cubicBezTo>
                  <a:cubicBezTo>
                    <a:pt x="197" y="2"/>
                    <a:pt x="197" y="3"/>
                    <a:pt x="197" y="4"/>
                  </a:cubicBezTo>
                  <a:cubicBezTo>
                    <a:pt x="199" y="4"/>
                    <a:pt x="199" y="3"/>
                    <a:pt x="200" y="2"/>
                  </a:cubicBezTo>
                  <a:cubicBezTo>
                    <a:pt x="201" y="2"/>
                    <a:pt x="201" y="2"/>
                    <a:pt x="202" y="2"/>
                  </a:cubicBezTo>
                  <a:cubicBezTo>
                    <a:pt x="202" y="3"/>
                    <a:pt x="202" y="3"/>
                    <a:pt x="202" y="3"/>
                  </a:cubicBezTo>
                  <a:cubicBezTo>
                    <a:pt x="204" y="3"/>
                    <a:pt x="205" y="4"/>
                    <a:pt x="205" y="6"/>
                  </a:cubicBezTo>
                  <a:cubicBezTo>
                    <a:pt x="205" y="8"/>
                    <a:pt x="208" y="9"/>
                    <a:pt x="208" y="12"/>
                  </a:cubicBezTo>
                  <a:cubicBezTo>
                    <a:pt x="209" y="15"/>
                    <a:pt x="209" y="19"/>
                    <a:pt x="209" y="22"/>
                  </a:cubicBezTo>
                  <a:cubicBezTo>
                    <a:pt x="209" y="26"/>
                    <a:pt x="205" y="29"/>
                    <a:pt x="205" y="33"/>
                  </a:cubicBezTo>
                  <a:cubicBezTo>
                    <a:pt x="205" y="35"/>
                    <a:pt x="205" y="37"/>
                    <a:pt x="205" y="39"/>
                  </a:cubicBezTo>
                  <a:cubicBezTo>
                    <a:pt x="205" y="41"/>
                    <a:pt x="204" y="42"/>
                    <a:pt x="203" y="44"/>
                  </a:cubicBezTo>
                  <a:cubicBezTo>
                    <a:pt x="202" y="46"/>
                    <a:pt x="200" y="54"/>
                    <a:pt x="197" y="53"/>
                  </a:cubicBezTo>
                  <a:cubicBezTo>
                    <a:pt x="197" y="53"/>
                    <a:pt x="196" y="53"/>
                    <a:pt x="196" y="52"/>
                  </a:cubicBezTo>
                  <a:cubicBezTo>
                    <a:pt x="195" y="52"/>
                    <a:pt x="194" y="52"/>
                    <a:pt x="194" y="52"/>
                  </a:cubicBezTo>
                  <a:cubicBezTo>
                    <a:pt x="194" y="52"/>
                    <a:pt x="195" y="53"/>
                    <a:pt x="195" y="53"/>
                  </a:cubicBezTo>
                  <a:cubicBezTo>
                    <a:pt x="196" y="54"/>
                    <a:pt x="197" y="54"/>
                    <a:pt x="197" y="55"/>
                  </a:cubicBezTo>
                  <a:cubicBezTo>
                    <a:pt x="198" y="56"/>
                    <a:pt x="198" y="57"/>
                    <a:pt x="197" y="58"/>
                  </a:cubicBezTo>
                  <a:cubicBezTo>
                    <a:pt x="196" y="58"/>
                    <a:pt x="196" y="59"/>
                    <a:pt x="195" y="60"/>
                  </a:cubicBezTo>
                  <a:cubicBezTo>
                    <a:pt x="195" y="60"/>
                    <a:pt x="195" y="61"/>
                    <a:pt x="194" y="62"/>
                  </a:cubicBezTo>
                  <a:cubicBezTo>
                    <a:pt x="193" y="63"/>
                    <a:pt x="191" y="65"/>
                    <a:pt x="189" y="66"/>
                  </a:cubicBezTo>
                  <a:cubicBezTo>
                    <a:pt x="189" y="66"/>
                    <a:pt x="188" y="67"/>
                    <a:pt x="187" y="67"/>
                  </a:cubicBezTo>
                  <a:cubicBezTo>
                    <a:pt x="187" y="68"/>
                    <a:pt x="187" y="68"/>
                    <a:pt x="187" y="69"/>
                  </a:cubicBezTo>
                  <a:cubicBezTo>
                    <a:pt x="187" y="70"/>
                    <a:pt x="186" y="70"/>
                    <a:pt x="186" y="70"/>
                  </a:cubicBezTo>
                  <a:cubicBezTo>
                    <a:pt x="186" y="71"/>
                    <a:pt x="186" y="71"/>
                    <a:pt x="186" y="71"/>
                  </a:cubicBezTo>
                  <a:cubicBezTo>
                    <a:pt x="186" y="72"/>
                    <a:pt x="186" y="72"/>
                    <a:pt x="185" y="72"/>
                  </a:cubicBezTo>
                  <a:cubicBezTo>
                    <a:pt x="185" y="72"/>
                    <a:pt x="185" y="71"/>
                    <a:pt x="184" y="70"/>
                  </a:cubicBezTo>
                  <a:cubicBezTo>
                    <a:pt x="183" y="70"/>
                    <a:pt x="181" y="71"/>
                    <a:pt x="181" y="72"/>
                  </a:cubicBezTo>
                  <a:cubicBezTo>
                    <a:pt x="181" y="74"/>
                    <a:pt x="184" y="72"/>
                    <a:pt x="184" y="73"/>
                  </a:cubicBezTo>
                  <a:cubicBezTo>
                    <a:pt x="184" y="74"/>
                    <a:pt x="184" y="75"/>
                    <a:pt x="184" y="76"/>
                  </a:cubicBezTo>
                  <a:cubicBezTo>
                    <a:pt x="183" y="77"/>
                    <a:pt x="183" y="78"/>
                    <a:pt x="183" y="79"/>
                  </a:cubicBezTo>
                  <a:cubicBezTo>
                    <a:pt x="182" y="81"/>
                    <a:pt x="181" y="82"/>
                    <a:pt x="181" y="84"/>
                  </a:cubicBezTo>
                  <a:cubicBezTo>
                    <a:pt x="180" y="85"/>
                    <a:pt x="180" y="88"/>
                    <a:pt x="180" y="89"/>
                  </a:cubicBezTo>
                  <a:cubicBezTo>
                    <a:pt x="180" y="91"/>
                    <a:pt x="180" y="93"/>
                    <a:pt x="180" y="95"/>
                  </a:cubicBezTo>
                  <a:cubicBezTo>
                    <a:pt x="179" y="97"/>
                    <a:pt x="178" y="102"/>
                    <a:pt x="180" y="104"/>
                  </a:cubicBezTo>
                  <a:cubicBezTo>
                    <a:pt x="180" y="105"/>
                    <a:pt x="180" y="104"/>
                    <a:pt x="181" y="105"/>
                  </a:cubicBezTo>
                  <a:cubicBezTo>
                    <a:pt x="181" y="106"/>
                    <a:pt x="180" y="107"/>
                    <a:pt x="180" y="108"/>
                  </a:cubicBezTo>
                  <a:cubicBezTo>
                    <a:pt x="181" y="108"/>
                    <a:pt x="181" y="108"/>
                    <a:pt x="181" y="109"/>
                  </a:cubicBezTo>
                  <a:cubicBezTo>
                    <a:pt x="182" y="111"/>
                    <a:pt x="182" y="114"/>
                    <a:pt x="182" y="117"/>
                  </a:cubicBezTo>
                  <a:cubicBezTo>
                    <a:pt x="181" y="122"/>
                    <a:pt x="181" y="127"/>
                    <a:pt x="181" y="132"/>
                  </a:cubicBezTo>
                  <a:cubicBezTo>
                    <a:pt x="182" y="138"/>
                    <a:pt x="182" y="143"/>
                    <a:pt x="182" y="149"/>
                  </a:cubicBezTo>
                  <a:cubicBezTo>
                    <a:pt x="182" y="152"/>
                    <a:pt x="183" y="155"/>
                    <a:pt x="182" y="158"/>
                  </a:cubicBezTo>
                  <a:cubicBezTo>
                    <a:pt x="182" y="159"/>
                    <a:pt x="182" y="159"/>
                    <a:pt x="182" y="160"/>
                  </a:cubicBezTo>
                  <a:cubicBezTo>
                    <a:pt x="182" y="160"/>
                    <a:pt x="182" y="160"/>
                    <a:pt x="182" y="161"/>
                  </a:cubicBezTo>
                  <a:cubicBezTo>
                    <a:pt x="181" y="161"/>
                    <a:pt x="182" y="162"/>
                    <a:pt x="182" y="162"/>
                  </a:cubicBezTo>
                  <a:cubicBezTo>
                    <a:pt x="181" y="162"/>
                    <a:pt x="181" y="162"/>
                    <a:pt x="181" y="162"/>
                  </a:cubicBezTo>
                  <a:cubicBezTo>
                    <a:pt x="181" y="163"/>
                    <a:pt x="181" y="163"/>
                    <a:pt x="181" y="163"/>
                  </a:cubicBezTo>
                  <a:cubicBezTo>
                    <a:pt x="181" y="162"/>
                    <a:pt x="181" y="162"/>
                    <a:pt x="181" y="162"/>
                  </a:cubicBezTo>
                  <a:cubicBezTo>
                    <a:pt x="180" y="162"/>
                    <a:pt x="179" y="163"/>
                    <a:pt x="179" y="162"/>
                  </a:cubicBezTo>
                  <a:cubicBezTo>
                    <a:pt x="180" y="162"/>
                    <a:pt x="182" y="161"/>
                    <a:pt x="181" y="160"/>
                  </a:cubicBezTo>
                  <a:cubicBezTo>
                    <a:pt x="180" y="159"/>
                    <a:pt x="179" y="160"/>
                    <a:pt x="178" y="160"/>
                  </a:cubicBezTo>
                  <a:cubicBezTo>
                    <a:pt x="178" y="160"/>
                    <a:pt x="177" y="159"/>
                    <a:pt x="176" y="159"/>
                  </a:cubicBezTo>
                  <a:cubicBezTo>
                    <a:pt x="176" y="159"/>
                    <a:pt x="175" y="159"/>
                    <a:pt x="174" y="159"/>
                  </a:cubicBezTo>
                  <a:cubicBezTo>
                    <a:pt x="172" y="159"/>
                    <a:pt x="170" y="159"/>
                    <a:pt x="168" y="159"/>
                  </a:cubicBezTo>
                  <a:cubicBezTo>
                    <a:pt x="168" y="158"/>
                    <a:pt x="167" y="158"/>
                    <a:pt x="166" y="159"/>
                  </a:cubicBezTo>
                  <a:cubicBezTo>
                    <a:pt x="167" y="160"/>
                    <a:pt x="167" y="161"/>
                    <a:pt x="167" y="161"/>
                  </a:cubicBezTo>
                  <a:cubicBezTo>
                    <a:pt x="166" y="162"/>
                    <a:pt x="165" y="161"/>
                    <a:pt x="164" y="161"/>
                  </a:cubicBezTo>
                  <a:cubicBezTo>
                    <a:pt x="163" y="161"/>
                    <a:pt x="163" y="161"/>
                    <a:pt x="162" y="161"/>
                  </a:cubicBezTo>
                  <a:cubicBezTo>
                    <a:pt x="161" y="160"/>
                    <a:pt x="160" y="160"/>
                    <a:pt x="160" y="160"/>
                  </a:cubicBezTo>
                  <a:cubicBezTo>
                    <a:pt x="158" y="160"/>
                    <a:pt x="157" y="160"/>
                    <a:pt x="156" y="161"/>
                  </a:cubicBezTo>
                  <a:cubicBezTo>
                    <a:pt x="155" y="161"/>
                    <a:pt x="153" y="163"/>
                    <a:pt x="152" y="164"/>
                  </a:cubicBezTo>
                  <a:cubicBezTo>
                    <a:pt x="152" y="165"/>
                    <a:pt x="152" y="166"/>
                    <a:pt x="152" y="167"/>
                  </a:cubicBezTo>
                  <a:cubicBezTo>
                    <a:pt x="150" y="166"/>
                    <a:pt x="150" y="171"/>
                    <a:pt x="150" y="172"/>
                  </a:cubicBezTo>
                  <a:cubicBezTo>
                    <a:pt x="151" y="172"/>
                    <a:pt x="153" y="173"/>
                    <a:pt x="151" y="174"/>
                  </a:cubicBezTo>
                  <a:cubicBezTo>
                    <a:pt x="151" y="175"/>
                    <a:pt x="150" y="174"/>
                    <a:pt x="149" y="175"/>
                  </a:cubicBezTo>
                  <a:cubicBezTo>
                    <a:pt x="149" y="175"/>
                    <a:pt x="148" y="176"/>
                    <a:pt x="148" y="177"/>
                  </a:cubicBezTo>
                  <a:cubicBezTo>
                    <a:pt x="146" y="179"/>
                    <a:pt x="143" y="180"/>
                    <a:pt x="143" y="183"/>
                  </a:cubicBezTo>
                  <a:cubicBezTo>
                    <a:pt x="141" y="184"/>
                    <a:pt x="140" y="186"/>
                    <a:pt x="139" y="188"/>
                  </a:cubicBezTo>
                  <a:cubicBezTo>
                    <a:pt x="139" y="190"/>
                    <a:pt x="136" y="191"/>
                    <a:pt x="135" y="193"/>
                  </a:cubicBezTo>
                  <a:cubicBezTo>
                    <a:pt x="133" y="196"/>
                    <a:pt x="130" y="204"/>
                    <a:pt x="135" y="206"/>
                  </a:cubicBezTo>
                  <a:cubicBezTo>
                    <a:pt x="137" y="207"/>
                    <a:pt x="138" y="207"/>
                    <a:pt x="139" y="208"/>
                  </a:cubicBezTo>
                  <a:cubicBezTo>
                    <a:pt x="139" y="209"/>
                    <a:pt x="140" y="209"/>
                    <a:pt x="141" y="209"/>
                  </a:cubicBezTo>
                  <a:cubicBezTo>
                    <a:pt x="141" y="209"/>
                    <a:pt x="141" y="210"/>
                    <a:pt x="142" y="210"/>
                  </a:cubicBezTo>
                  <a:cubicBezTo>
                    <a:pt x="142" y="210"/>
                    <a:pt x="143" y="211"/>
                    <a:pt x="144" y="211"/>
                  </a:cubicBezTo>
                  <a:cubicBezTo>
                    <a:pt x="143" y="211"/>
                    <a:pt x="142" y="212"/>
                    <a:pt x="141" y="212"/>
                  </a:cubicBezTo>
                  <a:cubicBezTo>
                    <a:pt x="139" y="212"/>
                    <a:pt x="137" y="211"/>
                    <a:pt x="136" y="211"/>
                  </a:cubicBezTo>
                  <a:cubicBezTo>
                    <a:pt x="133" y="211"/>
                    <a:pt x="130" y="211"/>
                    <a:pt x="128" y="21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6" name="Freeform 306">
              <a:extLst>
                <a:ext uri="{FF2B5EF4-FFF2-40B4-BE49-F238E27FC236}">
                  <a16:creationId xmlns:a16="http://schemas.microsoft.com/office/drawing/2014/main" id="{A25A7828-9534-4E1B-BDFB-AF8B2BD8B475}"/>
                </a:ext>
              </a:extLst>
            </p:cNvPr>
            <p:cNvSpPr>
              <a:spLocks/>
            </p:cNvSpPr>
            <p:nvPr/>
          </p:nvSpPr>
          <p:spPr bwMode="auto">
            <a:xfrm>
              <a:off x="4146551" y="5243513"/>
              <a:ext cx="6350" cy="476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1"/>
                    <a:pt x="0" y="0"/>
                  </a:cubicBezTo>
                  <a:cubicBezTo>
                    <a:pt x="1" y="1"/>
                    <a:pt x="1" y="1"/>
                    <a:pt x="2"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7" name="Freeform 307">
              <a:extLst>
                <a:ext uri="{FF2B5EF4-FFF2-40B4-BE49-F238E27FC236}">
                  <a16:creationId xmlns:a16="http://schemas.microsoft.com/office/drawing/2014/main" id="{37FA83DD-73D7-4446-87B8-44EE0D032101}"/>
                </a:ext>
              </a:extLst>
            </p:cNvPr>
            <p:cNvSpPr>
              <a:spLocks/>
            </p:cNvSpPr>
            <p:nvPr/>
          </p:nvSpPr>
          <p:spPr bwMode="auto">
            <a:xfrm>
              <a:off x="3775076" y="2768601"/>
              <a:ext cx="20638" cy="3175"/>
            </a:xfrm>
            <a:custGeom>
              <a:avLst/>
              <a:gdLst>
                <a:gd name="T0" fmla="*/ 0 w 6"/>
                <a:gd name="T1" fmla="*/ 1 h 1"/>
                <a:gd name="T2" fmla="*/ 1 w 6"/>
                <a:gd name="T3" fmla="*/ 1 h 1"/>
                <a:gd name="T4" fmla="*/ 1 w 6"/>
                <a:gd name="T5" fmla="*/ 1 h 1"/>
                <a:gd name="T6" fmla="*/ 6 w 6"/>
                <a:gd name="T7" fmla="*/ 0 h 1"/>
                <a:gd name="T8" fmla="*/ 6 w 6"/>
                <a:gd name="T9" fmla="*/ 0 h 1"/>
                <a:gd name="T10" fmla="*/ 0 w 6"/>
                <a:gd name="T11" fmla="*/ 1 h 1"/>
              </a:gdLst>
              <a:ahLst/>
              <a:cxnLst>
                <a:cxn ang="0">
                  <a:pos x="T0" y="T1"/>
                </a:cxn>
                <a:cxn ang="0">
                  <a:pos x="T2" y="T3"/>
                </a:cxn>
                <a:cxn ang="0">
                  <a:pos x="T4" y="T5"/>
                </a:cxn>
                <a:cxn ang="0">
                  <a:pos x="T6" y="T7"/>
                </a:cxn>
                <a:cxn ang="0">
                  <a:pos x="T8" y="T9"/>
                </a:cxn>
                <a:cxn ang="0">
                  <a:pos x="T10" y="T11"/>
                </a:cxn>
              </a:cxnLst>
              <a:rect l="0" t="0" r="r" b="b"/>
              <a:pathLst>
                <a:path w="6" h="1">
                  <a:moveTo>
                    <a:pt x="0" y="1"/>
                  </a:moveTo>
                  <a:cubicBezTo>
                    <a:pt x="1" y="1"/>
                    <a:pt x="1" y="1"/>
                    <a:pt x="1" y="1"/>
                  </a:cubicBezTo>
                  <a:cubicBezTo>
                    <a:pt x="1" y="1"/>
                    <a:pt x="1" y="1"/>
                    <a:pt x="1" y="1"/>
                  </a:cubicBezTo>
                  <a:cubicBezTo>
                    <a:pt x="2" y="0"/>
                    <a:pt x="4" y="1"/>
                    <a:pt x="6" y="0"/>
                  </a:cubicBezTo>
                  <a:cubicBezTo>
                    <a:pt x="6" y="0"/>
                    <a:pt x="6" y="0"/>
                    <a:pt x="6" y="0"/>
                  </a:cubicBezTo>
                  <a:cubicBezTo>
                    <a:pt x="4" y="1"/>
                    <a:pt x="2" y="0"/>
                    <a:pt x="0"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8" name="Freeform 308">
              <a:extLst>
                <a:ext uri="{FF2B5EF4-FFF2-40B4-BE49-F238E27FC236}">
                  <a16:creationId xmlns:a16="http://schemas.microsoft.com/office/drawing/2014/main" id="{A2F042E7-29FB-47DA-AD72-AA0F4AB9EBF3}"/>
                </a:ext>
              </a:extLst>
            </p:cNvPr>
            <p:cNvSpPr>
              <a:spLocks/>
            </p:cNvSpPr>
            <p:nvPr/>
          </p:nvSpPr>
          <p:spPr bwMode="auto">
            <a:xfrm>
              <a:off x="3795713" y="2768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59" name="Freeform 309">
              <a:extLst>
                <a:ext uri="{FF2B5EF4-FFF2-40B4-BE49-F238E27FC236}">
                  <a16:creationId xmlns:a16="http://schemas.microsoft.com/office/drawing/2014/main" id="{37DFADF5-D3BF-4611-8346-BF3F038ED6CA}"/>
                </a:ext>
              </a:extLst>
            </p:cNvPr>
            <p:cNvSpPr>
              <a:spLocks/>
            </p:cNvSpPr>
            <p:nvPr/>
          </p:nvSpPr>
          <p:spPr bwMode="auto">
            <a:xfrm>
              <a:off x="3795713" y="2768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0" name="Freeform 310">
              <a:extLst>
                <a:ext uri="{FF2B5EF4-FFF2-40B4-BE49-F238E27FC236}">
                  <a16:creationId xmlns:a16="http://schemas.microsoft.com/office/drawing/2014/main" id="{87470E03-337D-4E6B-9723-E8E165CA4E01}"/>
                </a:ext>
              </a:extLst>
            </p:cNvPr>
            <p:cNvSpPr>
              <a:spLocks/>
            </p:cNvSpPr>
            <p:nvPr/>
          </p:nvSpPr>
          <p:spPr bwMode="auto">
            <a:xfrm>
              <a:off x="3795713" y="2768601"/>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1" name="Rectangle 60">
              <a:extLst>
                <a:ext uri="{FF2B5EF4-FFF2-40B4-BE49-F238E27FC236}">
                  <a16:creationId xmlns:a16="http://schemas.microsoft.com/office/drawing/2014/main" id="{C37D8105-3AAB-437A-A7C6-7146AA9042D0}"/>
                </a:ext>
              </a:extLst>
            </p:cNvPr>
            <p:cNvSpPr>
              <a:spLocks noChangeArrowheads="1"/>
            </p:cNvSpPr>
            <p:nvPr/>
          </p:nvSpPr>
          <p:spPr bwMode="auto">
            <a:xfrm>
              <a:off x="3798888" y="2768601"/>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2" name="Freeform 312">
              <a:extLst>
                <a:ext uri="{FF2B5EF4-FFF2-40B4-BE49-F238E27FC236}">
                  <a16:creationId xmlns:a16="http://schemas.microsoft.com/office/drawing/2014/main" id="{76A2C1C0-B8E0-42FF-8A6C-EEDB65C439FB}"/>
                </a:ext>
              </a:extLst>
            </p:cNvPr>
            <p:cNvSpPr>
              <a:spLocks/>
            </p:cNvSpPr>
            <p:nvPr/>
          </p:nvSpPr>
          <p:spPr bwMode="auto">
            <a:xfrm>
              <a:off x="3562351" y="2432051"/>
              <a:ext cx="6350" cy="4763"/>
            </a:xfrm>
            <a:custGeom>
              <a:avLst/>
              <a:gdLst>
                <a:gd name="T0" fmla="*/ 0 w 2"/>
                <a:gd name="T1" fmla="*/ 0 h 1"/>
                <a:gd name="T2" fmla="*/ 2 w 2"/>
                <a:gd name="T3" fmla="*/ 1 h 1"/>
                <a:gd name="T4" fmla="*/ 0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1" y="1"/>
                    <a:pt x="1" y="1"/>
                    <a:pt x="0" y="1"/>
                  </a:cubicBez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3" name="Freeform 313">
              <a:extLst>
                <a:ext uri="{FF2B5EF4-FFF2-40B4-BE49-F238E27FC236}">
                  <a16:creationId xmlns:a16="http://schemas.microsoft.com/office/drawing/2014/main" id="{682F0387-DB74-46BE-A44F-E7D47796234A}"/>
                </a:ext>
              </a:extLst>
            </p:cNvPr>
            <p:cNvSpPr>
              <a:spLocks/>
            </p:cNvSpPr>
            <p:nvPr/>
          </p:nvSpPr>
          <p:spPr bwMode="auto">
            <a:xfrm>
              <a:off x="3821113" y="2160588"/>
              <a:ext cx="547688" cy="490538"/>
            </a:xfrm>
            <a:custGeom>
              <a:avLst/>
              <a:gdLst>
                <a:gd name="T0" fmla="*/ 65 w 155"/>
                <a:gd name="T1" fmla="*/ 8 h 139"/>
                <a:gd name="T2" fmla="*/ 69 w 155"/>
                <a:gd name="T3" fmla="*/ 3 h 139"/>
                <a:gd name="T4" fmla="*/ 74 w 155"/>
                <a:gd name="T5" fmla="*/ 6 h 139"/>
                <a:gd name="T6" fmla="*/ 80 w 155"/>
                <a:gd name="T7" fmla="*/ 14 h 139"/>
                <a:gd name="T8" fmla="*/ 86 w 155"/>
                <a:gd name="T9" fmla="*/ 21 h 139"/>
                <a:gd name="T10" fmla="*/ 94 w 155"/>
                <a:gd name="T11" fmla="*/ 26 h 139"/>
                <a:gd name="T12" fmla="*/ 104 w 155"/>
                <a:gd name="T13" fmla="*/ 26 h 139"/>
                <a:gd name="T14" fmla="*/ 113 w 155"/>
                <a:gd name="T15" fmla="*/ 33 h 139"/>
                <a:gd name="T16" fmla="*/ 116 w 155"/>
                <a:gd name="T17" fmla="*/ 36 h 139"/>
                <a:gd name="T18" fmla="*/ 120 w 155"/>
                <a:gd name="T19" fmla="*/ 47 h 139"/>
                <a:gd name="T20" fmla="*/ 132 w 155"/>
                <a:gd name="T21" fmla="*/ 49 h 139"/>
                <a:gd name="T22" fmla="*/ 140 w 155"/>
                <a:gd name="T23" fmla="*/ 53 h 139"/>
                <a:gd name="T24" fmla="*/ 148 w 155"/>
                <a:gd name="T25" fmla="*/ 60 h 139"/>
                <a:gd name="T26" fmla="*/ 152 w 155"/>
                <a:gd name="T27" fmla="*/ 67 h 139"/>
                <a:gd name="T28" fmla="*/ 143 w 155"/>
                <a:gd name="T29" fmla="*/ 75 h 139"/>
                <a:gd name="T30" fmla="*/ 137 w 155"/>
                <a:gd name="T31" fmla="*/ 80 h 139"/>
                <a:gd name="T32" fmla="*/ 129 w 155"/>
                <a:gd name="T33" fmla="*/ 86 h 139"/>
                <a:gd name="T34" fmla="*/ 125 w 155"/>
                <a:gd name="T35" fmla="*/ 97 h 139"/>
                <a:gd name="T36" fmla="*/ 125 w 155"/>
                <a:gd name="T37" fmla="*/ 109 h 139"/>
                <a:gd name="T38" fmla="*/ 123 w 155"/>
                <a:gd name="T39" fmla="*/ 111 h 139"/>
                <a:gd name="T40" fmla="*/ 119 w 155"/>
                <a:gd name="T41" fmla="*/ 119 h 139"/>
                <a:gd name="T42" fmla="*/ 111 w 155"/>
                <a:gd name="T43" fmla="*/ 132 h 139"/>
                <a:gd name="T44" fmla="*/ 110 w 155"/>
                <a:gd name="T45" fmla="*/ 138 h 139"/>
                <a:gd name="T46" fmla="*/ 103 w 155"/>
                <a:gd name="T47" fmla="*/ 135 h 139"/>
                <a:gd name="T48" fmla="*/ 100 w 155"/>
                <a:gd name="T49" fmla="*/ 130 h 139"/>
                <a:gd name="T50" fmla="*/ 82 w 155"/>
                <a:gd name="T51" fmla="*/ 130 h 139"/>
                <a:gd name="T52" fmla="*/ 69 w 155"/>
                <a:gd name="T53" fmla="*/ 122 h 139"/>
                <a:gd name="T54" fmla="*/ 57 w 155"/>
                <a:gd name="T55" fmla="*/ 114 h 139"/>
                <a:gd name="T56" fmla="*/ 52 w 155"/>
                <a:gd name="T57" fmla="*/ 106 h 139"/>
                <a:gd name="T58" fmla="*/ 52 w 155"/>
                <a:gd name="T59" fmla="*/ 99 h 139"/>
                <a:gd name="T60" fmla="*/ 37 w 155"/>
                <a:gd name="T61" fmla="*/ 84 h 139"/>
                <a:gd name="T62" fmla="*/ 25 w 155"/>
                <a:gd name="T63" fmla="*/ 88 h 139"/>
                <a:gd name="T64" fmla="*/ 16 w 155"/>
                <a:gd name="T65" fmla="*/ 90 h 139"/>
                <a:gd name="T66" fmla="*/ 7 w 155"/>
                <a:gd name="T67" fmla="*/ 86 h 139"/>
                <a:gd name="T68" fmla="*/ 9 w 155"/>
                <a:gd name="T69" fmla="*/ 71 h 139"/>
                <a:gd name="T70" fmla="*/ 17 w 155"/>
                <a:gd name="T71" fmla="*/ 61 h 139"/>
                <a:gd name="T72" fmla="*/ 1 w 155"/>
                <a:gd name="T73" fmla="*/ 50 h 139"/>
                <a:gd name="T74" fmla="*/ 9 w 155"/>
                <a:gd name="T75" fmla="*/ 47 h 139"/>
                <a:gd name="T76" fmla="*/ 7 w 155"/>
                <a:gd name="T77" fmla="*/ 36 h 139"/>
                <a:gd name="T78" fmla="*/ 11 w 155"/>
                <a:gd name="T79" fmla="*/ 27 h 139"/>
                <a:gd name="T80" fmla="*/ 10 w 155"/>
                <a:gd name="T81" fmla="*/ 23 h 139"/>
                <a:gd name="T82" fmla="*/ 13 w 155"/>
                <a:gd name="T83" fmla="*/ 21 h 139"/>
                <a:gd name="T84" fmla="*/ 24 w 155"/>
                <a:gd name="T85" fmla="*/ 16 h 139"/>
                <a:gd name="T86" fmla="*/ 34 w 155"/>
                <a:gd name="T87" fmla="*/ 10 h 139"/>
                <a:gd name="T88" fmla="*/ 51 w 155"/>
                <a:gd name="T89" fmla="*/ 12 h 139"/>
                <a:gd name="T90" fmla="*/ 68 w 155"/>
                <a:gd name="T91" fmla="*/ 17 h 139"/>
                <a:gd name="T92" fmla="*/ 63 w 155"/>
                <a:gd name="T93"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5" h="139">
                  <a:moveTo>
                    <a:pt x="63" y="9"/>
                  </a:moveTo>
                  <a:cubicBezTo>
                    <a:pt x="64" y="9"/>
                    <a:pt x="65" y="9"/>
                    <a:pt x="65" y="8"/>
                  </a:cubicBezTo>
                  <a:cubicBezTo>
                    <a:pt x="66" y="6"/>
                    <a:pt x="65" y="5"/>
                    <a:pt x="67" y="4"/>
                  </a:cubicBezTo>
                  <a:cubicBezTo>
                    <a:pt x="67" y="3"/>
                    <a:pt x="69" y="4"/>
                    <a:pt x="69" y="3"/>
                  </a:cubicBezTo>
                  <a:cubicBezTo>
                    <a:pt x="70" y="2"/>
                    <a:pt x="69" y="1"/>
                    <a:pt x="70" y="0"/>
                  </a:cubicBezTo>
                  <a:cubicBezTo>
                    <a:pt x="71" y="0"/>
                    <a:pt x="76" y="6"/>
                    <a:pt x="74" y="6"/>
                  </a:cubicBezTo>
                  <a:cubicBezTo>
                    <a:pt x="75" y="6"/>
                    <a:pt x="76" y="7"/>
                    <a:pt x="77" y="7"/>
                  </a:cubicBezTo>
                  <a:cubicBezTo>
                    <a:pt x="78" y="10"/>
                    <a:pt x="76" y="13"/>
                    <a:pt x="80" y="14"/>
                  </a:cubicBezTo>
                  <a:cubicBezTo>
                    <a:pt x="82" y="15"/>
                    <a:pt x="81" y="17"/>
                    <a:pt x="82" y="18"/>
                  </a:cubicBezTo>
                  <a:cubicBezTo>
                    <a:pt x="83" y="20"/>
                    <a:pt x="85" y="20"/>
                    <a:pt x="86" y="21"/>
                  </a:cubicBezTo>
                  <a:cubicBezTo>
                    <a:pt x="88" y="23"/>
                    <a:pt x="89" y="28"/>
                    <a:pt x="94" y="27"/>
                  </a:cubicBezTo>
                  <a:cubicBezTo>
                    <a:pt x="94" y="26"/>
                    <a:pt x="94" y="26"/>
                    <a:pt x="94" y="26"/>
                  </a:cubicBezTo>
                  <a:cubicBezTo>
                    <a:pt x="95" y="26"/>
                    <a:pt x="97" y="25"/>
                    <a:pt x="98" y="24"/>
                  </a:cubicBezTo>
                  <a:cubicBezTo>
                    <a:pt x="101" y="24"/>
                    <a:pt x="102" y="26"/>
                    <a:pt x="104" y="26"/>
                  </a:cubicBezTo>
                  <a:cubicBezTo>
                    <a:pt x="104" y="28"/>
                    <a:pt x="107" y="32"/>
                    <a:pt x="109" y="32"/>
                  </a:cubicBezTo>
                  <a:cubicBezTo>
                    <a:pt x="110" y="33"/>
                    <a:pt x="111" y="32"/>
                    <a:pt x="113" y="33"/>
                  </a:cubicBezTo>
                  <a:cubicBezTo>
                    <a:pt x="113" y="33"/>
                    <a:pt x="114" y="33"/>
                    <a:pt x="115" y="34"/>
                  </a:cubicBezTo>
                  <a:cubicBezTo>
                    <a:pt x="116" y="35"/>
                    <a:pt x="115" y="35"/>
                    <a:pt x="116" y="36"/>
                  </a:cubicBezTo>
                  <a:cubicBezTo>
                    <a:pt x="117" y="37"/>
                    <a:pt x="117" y="38"/>
                    <a:pt x="119" y="38"/>
                  </a:cubicBezTo>
                  <a:cubicBezTo>
                    <a:pt x="118" y="41"/>
                    <a:pt x="119" y="45"/>
                    <a:pt x="120" y="47"/>
                  </a:cubicBezTo>
                  <a:cubicBezTo>
                    <a:pt x="121" y="48"/>
                    <a:pt x="124" y="48"/>
                    <a:pt x="126" y="48"/>
                  </a:cubicBezTo>
                  <a:cubicBezTo>
                    <a:pt x="128" y="48"/>
                    <a:pt x="130" y="49"/>
                    <a:pt x="132" y="49"/>
                  </a:cubicBezTo>
                  <a:cubicBezTo>
                    <a:pt x="134" y="50"/>
                    <a:pt x="135" y="51"/>
                    <a:pt x="136" y="52"/>
                  </a:cubicBezTo>
                  <a:cubicBezTo>
                    <a:pt x="138" y="52"/>
                    <a:pt x="138" y="52"/>
                    <a:pt x="140" y="53"/>
                  </a:cubicBezTo>
                  <a:cubicBezTo>
                    <a:pt x="142" y="53"/>
                    <a:pt x="142" y="55"/>
                    <a:pt x="143" y="57"/>
                  </a:cubicBezTo>
                  <a:cubicBezTo>
                    <a:pt x="145" y="60"/>
                    <a:pt x="145" y="60"/>
                    <a:pt x="148" y="60"/>
                  </a:cubicBezTo>
                  <a:cubicBezTo>
                    <a:pt x="150" y="61"/>
                    <a:pt x="151" y="62"/>
                    <a:pt x="152" y="63"/>
                  </a:cubicBezTo>
                  <a:cubicBezTo>
                    <a:pt x="152" y="63"/>
                    <a:pt x="155" y="68"/>
                    <a:pt x="152" y="67"/>
                  </a:cubicBezTo>
                  <a:cubicBezTo>
                    <a:pt x="150" y="67"/>
                    <a:pt x="149" y="67"/>
                    <a:pt x="148" y="69"/>
                  </a:cubicBezTo>
                  <a:cubicBezTo>
                    <a:pt x="147" y="71"/>
                    <a:pt x="144" y="73"/>
                    <a:pt x="143" y="75"/>
                  </a:cubicBezTo>
                  <a:cubicBezTo>
                    <a:pt x="142" y="75"/>
                    <a:pt x="140" y="75"/>
                    <a:pt x="138" y="76"/>
                  </a:cubicBezTo>
                  <a:cubicBezTo>
                    <a:pt x="137" y="77"/>
                    <a:pt x="137" y="79"/>
                    <a:pt x="137" y="80"/>
                  </a:cubicBezTo>
                  <a:cubicBezTo>
                    <a:pt x="136" y="82"/>
                    <a:pt x="135" y="83"/>
                    <a:pt x="133" y="84"/>
                  </a:cubicBezTo>
                  <a:cubicBezTo>
                    <a:pt x="132" y="84"/>
                    <a:pt x="130" y="84"/>
                    <a:pt x="129" y="86"/>
                  </a:cubicBezTo>
                  <a:cubicBezTo>
                    <a:pt x="128" y="88"/>
                    <a:pt x="131" y="93"/>
                    <a:pt x="129" y="95"/>
                  </a:cubicBezTo>
                  <a:cubicBezTo>
                    <a:pt x="127" y="97"/>
                    <a:pt x="126" y="96"/>
                    <a:pt x="125" y="97"/>
                  </a:cubicBezTo>
                  <a:cubicBezTo>
                    <a:pt x="124" y="99"/>
                    <a:pt x="125" y="101"/>
                    <a:pt x="123" y="101"/>
                  </a:cubicBezTo>
                  <a:cubicBezTo>
                    <a:pt x="122" y="104"/>
                    <a:pt x="124" y="107"/>
                    <a:pt x="125" y="109"/>
                  </a:cubicBezTo>
                  <a:cubicBezTo>
                    <a:pt x="126" y="109"/>
                    <a:pt x="126" y="110"/>
                    <a:pt x="126" y="111"/>
                  </a:cubicBezTo>
                  <a:cubicBezTo>
                    <a:pt x="125" y="111"/>
                    <a:pt x="124" y="111"/>
                    <a:pt x="123" y="111"/>
                  </a:cubicBezTo>
                  <a:cubicBezTo>
                    <a:pt x="123" y="112"/>
                    <a:pt x="122" y="112"/>
                    <a:pt x="122" y="113"/>
                  </a:cubicBezTo>
                  <a:cubicBezTo>
                    <a:pt x="121" y="114"/>
                    <a:pt x="120" y="117"/>
                    <a:pt x="119" y="119"/>
                  </a:cubicBezTo>
                  <a:cubicBezTo>
                    <a:pt x="117" y="122"/>
                    <a:pt x="115" y="125"/>
                    <a:pt x="113" y="127"/>
                  </a:cubicBezTo>
                  <a:cubicBezTo>
                    <a:pt x="112" y="128"/>
                    <a:pt x="110" y="130"/>
                    <a:pt x="111" y="132"/>
                  </a:cubicBezTo>
                  <a:cubicBezTo>
                    <a:pt x="111" y="133"/>
                    <a:pt x="112" y="134"/>
                    <a:pt x="113" y="134"/>
                  </a:cubicBezTo>
                  <a:cubicBezTo>
                    <a:pt x="111" y="135"/>
                    <a:pt x="111" y="137"/>
                    <a:pt x="110" y="138"/>
                  </a:cubicBezTo>
                  <a:cubicBezTo>
                    <a:pt x="109" y="139"/>
                    <a:pt x="107" y="138"/>
                    <a:pt x="106" y="138"/>
                  </a:cubicBezTo>
                  <a:cubicBezTo>
                    <a:pt x="107" y="135"/>
                    <a:pt x="103" y="137"/>
                    <a:pt x="103" y="135"/>
                  </a:cubicBezTo>
                  <a:cubicBezTo>
                    <a:pt x="102" y="134"/>
                    <a:pt x="101" y="134"/>
                    <a:pt x="100" y="135"/>
                  </a:cubicBezTo>
                  <a:cubicBezTo>
                    <a:pt x="100" y="133"/>
                    <a:pt x="100" y="132"/>
                    <a:pt x="100" y="130"/>
                  </a:cubicBezTo>
                  <a:cubicBezTo>
                    <a:pt x="97" y="130"/>
                    <a:pt x="94" y="132"/>
                    <a:pt x="90" y="131"/>
                  </a:cubicBezTo>
                  <a:cubicBezTo>
                    <a:pt x="87" y="130"/>
                    <a:pt x="85" y="130"/>
                    <a:pt x="82" y="130"/>
                  </a:cubicBezTo>
                  <a:cubicBezTo>
                    <a:pt x="82" y="127"/>
                    <a:pt x="81" y="127"/>
                    <a:pt x="78" y="126"/>
                  </a:cubicBezTo>
                  <a:cubicBezTo>
                    <a:pt x="75" y="125"/>
                    <a:pt x="72" y="122"/>
                    <a:pt x="69" y="122"/>
                  </a:cubicBezTo>
                  <a:cubicBezTo>
                    <a:pt x="69" y="119"/>
                    <a:pt x="69" y="117"/>
                    <a:pt x="64" y="116"/>
                  </a:cubicBezTo>
                  <a:cubicBezTo>
                    <a:pt x="61" y="116"/>
                    <a:pt x="57" y="118"/>
                    <a:pt x="57" y="114"/>
                  </a:cubicBezTo>
                  <a:cubicBezTo>
                    <a:pt x="54" y="113"/>
                    <a:pt x="54" y="110"/>
                    <a:pt x="51" y="109"/>
                  </a:cubicBezTo>
                  <a:cubicBezTo>
                    <a:pt x="51" y="108"/>
                    <a:pt x="52" y="107"/>
                    <a:pt x="52" y="106"/>
                  </a:cubicBezTo>
                  <a:cubicBezTo>
                    <a:pt x="54" y="106"/>
                    <a:pt x="59" y="106"/>
                    <a:pt x="59" y="104"/>
                  </a:cubicBezTo>
                  <a:cubicBezTo>
                    <a:pt x="58" y="102"/>
                    <a:pt x="53" y="100"/>
                    <a:pt x="52" y="99"/>
                  </a:cubicBezTo>
                  <a:cubicBezTo>
                    <a:pt x="49" y="97"/>
                    <a:pt x="45" y="94"/>
                    <a:pt x="42" y="91"/>
                  </a:cubicBezTo>
                  <a:cubicBezTo>
                    <a:pt x="40" y="89"/>
                    <a:pt x="40" y="86"/>
                    <a:pt x="37" y="84"/>
                  </a:cubicBezTo>
                  <a:cubicBezTo>
                    <a:pt x="34" y="82"/>
                    <a:pt x="32" y="85"/>
                    <a:pt x="29" y="84"/>
                  </a:cubicBezTo>
                  <a:cubicBezTo>
                    <a:pt x="27" y="84"/>
                    <a:pt x="27" y="87"/>
                    <a:pt x="25" y="88"/>
                  </a:cubicBezTo>
                  <a:cubicBezTo>
                    <a:pt x="22" y="89"/>
                    <a:pt x="23" y="91"/>
                    <a:pt x="21" y="93"/>
                  </a:cubicBezTo>
                  <a:cubicBezTo>
                    <a:pt x="19" y="94"/>
                    <a:pt x="17" y="90"/>
                    <a:pt x="16" y="90"/>
                  </a:cubicBezTo>
                  <a:cubicBezTo>
                    <a:pt x="17" y="88"/>
                    <a:pt x="16" y="86"/>
                    <a:pt x="16" y="85"/>
                  </a:cubicBezTo>
                  <a:cubicBezTo>
                    <a:pt x="14" y="86"/>
                    <a:pt x="10" y="87"/>
                    <a:pt x="7" y="86"/>
                  </a:cubicBezTo>
                  <a:cubicBezTo>
                    <a:pt x="6" y="85"/>
                    <a:pt x="6" y="81"/>
                    <a:pt x="5" y="79"/>
                  </a:cubicBezTo>
                  <a:cubicBezTo>
                    <a:pt x="3" y="76"/>
                    <a:pt x="7" y="73"/>
                    <a:pt x="9" y="71"/>
                  </a:cubicBezTo>
                  <a:cubicBezTo>
                    <a:pt x="11" y="69"/>
                    <a:pt x="12" y="65"/>
                    <a:pt x="13" y="62"/>
                  </a:cubicBezTo>
                  <a:cubicBezTo>
                    <a:pt x="14" y="62"/>
                    <a:pt x="15" y="61"/>
                    <a:pt x="17" y="61"/>
                  </a:cubicBezTo>
                  <a:cubicBezTo>
                    <a:pt x="13" y="59"/>
                    <a:pt x="9" y="59"/>
                    <a:pt x="6" y="56"/>
                  </a:cubicBezTo>
                  <a:cubicBezTo>
                    <a:pt x="4" y="55"/>
                    <a:pt x="0" y="53"/>
                    <a:pt x="1" y="50"/>
                  </a:cubicBezTo>
                  <a:cubicBezTo>
                    <a:pt x="3" y="49"/>
                    <a:pt x="3" y="49"/>
                    <a:pt x="3" y="49"/>
                  </a:cubicBezTo>
                  <a:cubicBezTo>
                    <a:pt x="5" y="48"/>
                    <a:pt x="7" y="48"/>
                    <a:pt x="9" y="47"/>
                  </a:cubicBezTo>
                  <a:cubicBezTo>
                    <a:pt x="10" y="46"/>
                    <a:pt x="10" y="43"/>
                    <a:pt x="7" y="43"/>
                  </a:cubicBezTo>
                  <a:cubicBezTo>
                    <a:pt x="8" y="41"/>
                    <a:pt x="10" y="36"/>
                    <a:pt x="7" y="36"/>
                  </a:cubicBezTo>
                  <a:cubicBezTo>
                    <a:pt x="7" y="34"/>
                    <a:pt x="9" y="28"/>
                    <a:pt x="11" y="28"/>
                  </a:cubicBezTo>
                  <a:cubicBezTo>
                    <a:pt x="11" y="27"/>
                    <a:pt x="11" y="27"/>
                    <a:pt x="11" y="27"/>
                  </a:cubicBezTo>
                  <a:cubicBezTo>
                    <a:pt x="11" y="27"/>
                    <a:pt x="11" y="27"/>
                    <a:pt x="11" y="27"/>
                  </a:cubicBezTo>
                  <a:cubicBezTo>
                    <a:pt x="10" y="26"/>
                    <a:pt x="10" y="25"/>
                    <a:pt x="10" y="23"/>
                  </a:cubicBezTo>
                  <a:cubicBezTo>
                    <a:pt x="11" y="23"/>
                    <a:pt x="15" y="24"/>
                    <a:pt x="14" y="21"/>
                  </a:cubicBezTo>
                  <a:cubicBezTo>
                    <a:pt x="14" y="22"/>
                    <a:pt x="13" y="21"/>
                    <a:pt x="13" y="21"/>
                  </a:cubicBezTo>
                  <a:cubicBezTo>
                    <a:pt x="13" y="19"/>
                    <a:pt x="17" y="13"/>
                    <a:pt x="20" y="14"/>
                  </a:cubicBezTo>
                  <a:cubicBezTo>
                    <a:pt x="22" y="15"/>
                    <a:pt x="22" y="17"/>
                    <a:pt x="24" y="16"/>
                  </a:cubicBezTo>
                  <a:cubicBezTo>
                    <a:pt x="25" y="16"/>
                    <a:pt x="26" y="13"/>
                    <a:pt x="26" y="12"/>
                  </a:cubicBezTo>
                  <a:cubicBezTo>
                    <a:pt x="28" y="11"/>
                    <a:pt x="32" y="13"/>
                    <a:pt x="34" y="10"/>
                  </a:cubicBezTo>
                  <a:cubicBezTo>
                    <a:pt x="37" y="10"/>
                    <a:pt x="42" y="11"/>
                    <a:pt x="44" y="11"/>
                  </a:cubicBezTo>
                  <a:cubicBezTo>
                    <a:pt x="47" y="12"/>
                    <a:pt x="48" y="12"/>
                    <a:pt x="51" y="12"/>
                  </a:cubicBezTo>
                  <a:cubicBezTo>
                    <a:pt x="54" y="13"/>
                    <a:pt x="61" y="14"/>
                    <a:pt x="61" y="18"/>
                  </a:cubicBezTo>
                  <a:cubicBezTo>
                    <a:pt x="62" y="18"/>
                    <a:pt x="69" y="18"/>
                    <a:pt x="68" y="17"/>
                  </a:cubicBezTo>
                  <a:cubicBezTo>
                    <a:pt x="68" y="16"/>
                    <a:pt x="67" y="14"/>
                    <a:pt x="66" y="13"/>
                  </a:cubicBezTo>
                  <a:cubicBezTo>
                    <a:pt x="65" y="11"/>
                    <a:pt x="64" y="10"/>
                    <a:pt x="63" y="9"/>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4" name="Freeform 314">
              <a:extLst>
                <a:ext uri="{FF2B5EF4-FFF2-40B4-BE49-F238E27FC236}">
                  <a16:creationId xmlns:a16="http://schemas.microsoft.com/office/drawing/2014/main" id="{78F9F4CC-07FA-4B77-A38F-DDC97EDB16D3}"/>
                </a:ext>
              </a:extLst>
            </p:cNvPr>
            <p:cNvSpPr>
              <a:spLocks/>
            </p:cNvSpPr>
            <p:nvPr/>
          </p:nvSpPr>
          <p:spPr bwMode="auto">
            <a:xfrm>
              <a:off x="4046538" y="219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5" name="Freeform 315">
              <a:extLst>
                <a:ext uri="{FF2B5EF4-FFF2-40B4-BE49-F238E27FC236}">
                  <a16:creationId xmlns:a16="http://schemas.microsoft.com/office/drawing/2014/main" id="{5ED23548-0BE6-43A2-B139-10745D9F192A}"/>
                </a:ext>
              </a:extLst>
            </p:cNvPr>
            <p:cNvSpPr>
              <a:spLocks/>
            </p:cNvSpPr>
            <p:nvPr/>
          </p:nvSpPr>
          <p:spPr bwMode="auto">
            <a:xfrm>
              <a:off x="4046538" y="2192338"/>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6" name="Freeform 316">
              <a:extLst>
                <a:ext uri="{FF2B5EF4-FFF2-40B4-BE49-F238E27FC236}">
                  <a16:creationId xmlns:a16="http://schemas.microsoft.com/office/drawing/2014/main" id="{3F128B73-33FB-4FEB-B8F3-92C3DE326E54}"/>
                </a:ext>
              </a:extLst>
            </p:cNvPr>
            <p:cNvSpPr>
              <a:spLocks/>
            </p:cNvSpPr>
            <p:nvPr/>
          </p:nvSpPr>
          <p:spPr bwMode="auto">
            <a:xfrm>
              <a:off x="4081463" y="1757363"/>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7" name="Freeform 317">
              <a:extLst>
                <a:ext uri="{FF2B5EF4-FFF2-40B4-BE49-F238E27FC236}">
                  <a16:creationId xmlns:a16="http://schemas.microsoft.com/office/drawing/2014/main" id="{D363CF32-466A-4E77-90F6-511220CB537F}"/>
                </a:ext>
              </a:extLst>
            </p:cNvPr>
            <p:cNvSpPr>
              <a:spLocks/>
            </p:cNvSpPr>
            <p:nvPr/>
          </p:nvSpPr>
          <p:spPr bwMode="auto">
            <a:xfrm>
              <a:off x="4078288" y="1735138"/>
              <a:ext cx="3175" cy="14288"/>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1"/>
                    <a:pt x="0" y="3"/>
                    <a:pt x="1" y="4"/>
                  </a:cubicBezTo>
                  <a:cubicBezTo>
                    <a:pt x="0" y="3"/>
                    <a:pt x="0" y="1"/>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8" name="Freeform 318">
              <a:extLst>
                <a:ext uri="{FF2B5EF4-FFF2-40B4-BE49-F238E27FC236}">
                  <a16:creationId xmlns:a16="http://schemas.microsoft.com/office/drawing/2014/main" id="{5BD85865-839D-498F-B0D5-F898C0DAF5B4}"/>
                </a:ext>
              </a:extLst>
            </p:cNvPr>
            <p:cNvSpPr>
              <a:spLocks/>
            </p:cNvSpPr>
            <p:nvPr/>
          </p:nvSpPr>
          <p:spPr bwMode="auto">
            <a:xfrm>
              <a:off x="3994151" y="1987551"/>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69" name="Freeform 319">
              <a:extLst>
                <a:ext uri="{FF2B5EF4-FFF2-40B4-BE49-F238E27FC236}">
                  <a16:creationId xmlns:a16="http://schemas.microsoft.com/office/drawing/2014/main" id="{D2414FE3-D599-4DCA-902A-43F75F0FD1A4}"/>
                </a:ext>
              </a:extLst>
            </p:cNvPr>
            <p:cNvSpPr>
              <a:spLocks/>
            </p:cNvSpPr>
            <p:nvPr/>
          </p:nvSpPr>
          <p:spPr bwMode="auto">
            <a:xfrm>
              <a:off x="3990976" y="19796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0" name="Freeform 320">
              <a:extLst>
                <a:ext uri="{FF2B5EF4-FFF2-40B4-BE49-F238E27FC236}">
                  <a16:creationId xmlns:a16="http://schemas.microsoft.com/office/drawing/2014/main" id="{48AF6D17-5D2A-4FEB-BF24-52D32D888624}"/>
                </a:ext>
              </a:extLst>
            </p:cNvPr>
            <p:cNvSpPr>
              <a:spLocks/>
            </p:cNvSpPr>
            <p:nvPr/>
          </p:nvSpPr>
          <p:spPr bwMode="auto">
            <a:xfrm>
              <a:off x="3527426" y="1838326"/>
              <a:ext cx="536575" cy="506413"/>
            </a:xfrm>
            <a:custGeom>
              <a:avLst/>
              <a:gdLst>
                <a:gd name="T0" fmla="*/ 146 w 152"/>
                <a:gd name="T1" fmla="*/ 100 h 143"/>
                <a:gd name="T2" fmla="*/ 144 w 152"/>
                <a:gd name="T3" fmla="*/ 93 h 143"/>
                <a:gd name="T4" fmla="*/ 140 w 152"/>
                <a:gd name="T5" fmla="*/ 88 h 143"/>
                <a:gd name="T6" fmla="*/ 143 w 152"/>
                <a:gd name="T7" fmla="*/ 79 h 143"/>
                <a:gd name="T8" fmla="*/ 138 w 152"/>
                <a:gd name="T9" fmla="*/ 63 h 143"/>
                <a:gd name="T10" fmla="*/ 135 w 152"/>
                <a:gd name="T11" fmla="*/ 57 h 143"/>
                <a:gd name="T12" fmla="*/ 131 w 152"/>
                <a:gd name="T13" fmla="*/ 51 h 143"/>
                <a:gd name="T14" fmla="*/ 133 w 152"/>
                <a:gd name="T15" fmla="*/ 45 h 143"/>
                <a:gd name="T16" fmla="*/ 132 w 152"/>
                <a:gd name="T17" fmla="*/ 43 h 143"/>
                <a:gd name="T18" fmla="*/ 127 w 152"/>
                <a:gd name="T19" fmla="*/ 40 h 143"/>
                <a:gd name="T20" fmla="*/ 126 w 152"/>
                <a:gd name="T21" fmla="*/ 39 h 143"/>
                <a:gd name="T22" fmla="*/ 122 w 152"/>
                <a:gd name="T23" fmla="*/ 29 h 143"/>
                <a:gd name="T24" fmla="*/ 117 w 152"/>
                <a:gd name="T25" fmla="*/ 31 h 143"/>
                <a:gd name="T26" fmla="*/ 109 w 152"/>
                <a:gd name="T27" fmla="*/ 30 h 143"/>
                <a:gd name="T28" fmla="*/ 106 w 152"/>
                <a:gd name="T29" fmla="*/ 22 h 143"/>
                <a:gd name="T30" fmla="*/ 102 w 152"/>
                <a:gd name="T31" fmla="*/ 14 h 143"/>
                <a:gd name="T32" fmla="*/ 86 w 152"/>
                <a:gd name="T33" fmla="*/ 18 h 143"/>
                <a:gd name="T34" fmla="*/ 75 w 152"/>
                <a:gd name="T35" fmla="*/ 13 h 143"/>
                <a:gd name="T36" fmla="*/ 67 w 152"/>
                <a:gd name="T37" fmla="*/ 9 h 143"/>
                <a:gd name="T38" fmla="*/ 60 w 152"/>
                <a:gd name="T39" fmla="*/ 6 h 143"/>
                <a:gd name="T40" fmla="*/ 47 w 152"/>
                <a:gd name="T41" fmla="*/ 1 h 143"/>
                <a:gd name="T42" fmla="*/ 34 w 152"/>
                <a:gd name="T43" fmla="*/ 9 h 143"/>
                <a:gd name="T44" fmla="*/ 27 w 152"/>
                <a:gd name="T45" fmla="*/ 12 h 143"/>
                <a:gd name="T46" fmla="*/ 24 w 152"/>
                <a:gd name="T47" fmla="*/ 14 h 143"/>
                <a:gd name="T48" fmla="*/ 19 w 152"/>
                <a:gd name="T49" fmla="*/ 12 h 143"/>
                <a:gd name="T50" fmla="*/ 16 w 152"/>
                <a:gd name="T51" fmla="*/ 16 h 143"/>
                <a:gd name="T52" fmla="*/ 19 w 152"/>
                <a:gd name="T53" fmla="*/ 23 h 143"/>
                <a:gd name="T54" fmla="*/ 15 w 152"/>
                <a:gd name="T55" fmla="*/ 32 h 143"/>
                <a:gd name="T56" fmla="*/ 13 w 152"/>
                <a:gd name="T57" fmla="*/ 33 h 143"/>
                <a:gd name="T58" fmla="*/ 12 w 152"/>
                <a:gd name="T59" fmla="*/ 33 h 143"/>
                <a:gd name="T60" fmla="*/ 16 w 152"/>
                <a:gd name="T61" fmla="*/ 40 h 143"/>
                <a:gd name="T62" fmla="*/ 9 w 152"/>
                <a:gd name="T63" fmla="*/ 46 h 143"/>
                <a:gd name="T64" fmla="*/ 3 w 152"/>
                <a:gd name="T65" fmla="*/ 53 h 143"/>
                <a:gd name="T66" fmla="*/ 6 w 152"/>
                <a:gd name="T67" fmla="*/ 55 h 143"/>
                <a:gd name="T68" fmla="*/ 17 w 152"/>
                <a:gd name="T69" fmla="*/ 66 h 143"/>
                <a:gd name="T70" fmla="*/ 23 w 152"/>
                <a:gd name="T71" fmla="*/ 82 h 143"/>
                <a:gd name="T72" fmla="*/ 30 w 152"/>
                <a:gd name="T73" fmla="*/ 87 h 143"/>
                <a:gd name="T74" fmla="*/ 38 w 152"/>
                <a:gd name="T75" fmla="*/ 92 h 143"/>
                <a:gd name="T76" fmla="*/ 42 w 152"/>
                <a:gd name="T77" fmla="*/ 95 h 143"/>
                <a:gd name="T78" fmla="*/ 42 w 152"/>
                <a:gd name="T79" fmla="*/ 105 h 143"/>
                <a:gd name="T80" fmla="*/ 57 w 152"/>
                <a:gd name="T81" fmla="*/ 117 h 143"/>
                <a:gd name="T82" fmla="*/ 67 w 152"/>
                <a:gd name="T83" fmla="*/ 127 h 143"/>
                <a:gd name="T84" fmla="*/ 74 w 152"/>
                <a:gd name="T85" fmla="*/ 138 h 143"/>
                <a:gd name="T86" fmla="*/ 84 w 152"/>
                <a:gd name="T87" fmla="*/ 141 h 143"/>
                <a:gd name="T88" fmla="*/ 86 w 152"/>
                <a:gd name="T89" fmla="*/ 140 h 143"/>
                <a:gd name="T90" fmla="*/ 92 w 152"/>
                <a:gd name="T91" fmla="*/ 138 h 143"/>
                <a:gd name="T92" fmla="*/ 90 w 152"/>
                <a:gd name="T93" fmla="*/ 127 h 143"/>
                <a:gd name="T94" fmla="*/ 94 w 152"/>
                <a:gd name="T95" fmla="*/ 118 h 143"/>
                <a:gd name="T96" fmla="*/ 93 w 152"/>
                <a:gd name="T97" fmla="*/ 114 h 143"/>
                <a:gd name="T98" fmla="*/ 96 w 152"/>
                <a:gd name="T99" fmla="*/ 112 h 143"/>
                <a:gd name="T100" fmla="*/ 107 w 152"/>
                <a:gd name="T101" fmla="*/ 107 h 143"/>
                <a:gd name="T102" fmla="*/ 117 w 152"/>
                <a:gd name="T103" fmla="*/ 101 h 143"/>
                <a:gd name="T104" fmla="*/ 134 w 152"/>
                <a:gd name="T105" fmla="*/ 103 h 143"/>
                <a:gd name="T106" fmla="*/ 151 w 152"/>
                <a:gd name="T107" fmla="*/ 108 h 143"/>
                <a:gd name="T108" fmla="*/ 146 w 152"/>
                <a:gd name="T109" fmla="*/ 10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2" h="143">
                  <a:moveTo>
                    <a:pt x="146" y="100"/>
                  </a:moveTo>
                  <a:cubicBezTo>
                    <a:pt x="146" y="100"/>
                    <a:pt x="146" y="100"/>
                    <a:pt x="146" y="100"/>
                  </a:cubicBezTo>
                  <a:cubicBezTo>
                    <a:pt x="145" y="100"/>
                    <a:pt x="145" y="100"/>
                    <a:pt x="144" y="99"/>
                  </a:cubicBezTo>
                  <a:cubicBezTo>
                    <a:pt x="143" y="98"/>
                    <a:pt x="144" y="95"/>
                    <a:pt x="144" y="93"/>
                  </a:cubicBezTo>
                  <a:cubicBezTo>
                    <a:pt x="143" y="94"/>
                    <a:pt x="142" y="94"/>
                    <a:pt x="142" y="94"/>
                  </a:cubicBezTo>
                  <a:cubicBezTo>
                    <a:pt x="141" y="95"/>
                    <a:pt x="140" y="89"/>
                    <a:pt x="140" y="88"/>
                  </a:cubicBezTo>
                  <a:cubicBezTo>
                    <a:pt x="141" y="87"/>
                    <a:pt x="142" y="86"/>
                    <a:pt x="143" y="85"/>
                  </a:cubicBezTo>
                  <a:cubicBezTo>
                    <a:pt x="143" y="84"/>
                    <a:pt x="143" y="80"/>
                    <a:pt x="143" y="79"/>
                  </a:cubicBezTo>
                  <a:cubicBezTo>
                    <a:pt x="143" y="74"/>
                    <a:pt x="139" y="70"/>
                    <a:pt x="138" y="66"/>
                  </a:cubicBezTo>
                  <a:cubicBezTo>
                    <a:pt x="138" y="65"/>
                    <a:pt x="138" y="63"/>
                    <a:pt x="138" y="63"/>
                  </a:cubicBezTo>
                  <a:cubicBezTo>
                    <a:pt x="137" y="62"/>
                    <a:pt x="137" y="62"/>
                    <a:pt x="136" y="62"/>
                  </a:cubicBezTo>
                  <a:cubicBezTo>
                    <a:pt x="134" y="60"/>
                    <a:pt x="135" y="59"/>
                    <a:pt x="135" y="57"/>
                  </a:cubicBezTo>
                  <a:cubicBezTo>
                    <a:pt x="135" y="56"/>
                    <a:pt x="135" y="55"/>
                    <a:pt x="135" y="54"/>
                  </a:cubicBezTo>
                  <a:cubicBezTo>
                    <a:pt x="134" y="53"/>
                    <a:pt x="131" y="53"/>
                    <a:pt x="131" y="51"/>
                  </a:cubicBezTo>
                  <a:cubicBezTo>
                    <a:pt x="131" y="50"/>
                    <a:pt x="132" y="49"/>
                    <a:pt x="133" y="48"/>
                  </a:cubicBezTo>
                  <a:cubicBezTo>
                    <a:pt x="133" y="47"/>
                    <a:pt x="133" y="46"/>
                    <a:pt x="133" y="45"/>
                  </a:cubicBezTo>
                  <a:cubicBezTo>
                    <a:pt x="133" y="44"/>
                    <a:pt x="133" y="44"/>
                    <a:pt x="133" y="43"/>
                  </a:cubicBezTo>
                  <a:cubicBezTo>
                    <a:pt x="132" y="43"/>
                    <a:pt x="132" y="43"/>
                    <a:pt x="132" y="43"/>
                  </a:cubicBezTo>
                  <a:cubicBezTo>
                    <a:pt x="131" y="43"/>
                    <a:pt x="131" y="43"/>
                    <a:pt x="130" y="42"/>
                  </a:cubicBezTo>
                  <a:cubicBezTo>
                    <a:pt x="129" y="41"/>
                    <a:pt x="129" y="40"/>
                    <a:pt x="127" y="40"/>
                  </a:cubicBezTo>
                  <a:cubicBezTo>
                    <a:pt x="126" y="40"/>
                    <a:pt x="124" y="40"/>
                    <a:pt x="123" y="41"/>
                  </a:cubicBezTo>
                  <a:cubicBezTo>
                    <a:pt x="124" y="40"/>
                    <a:pt x="124" y="38"/>
                    <a:pt x="126" y="39"/>
                  </a:cubicBezTo>
                  <a:cubicBezTo>
                    <a:pt x="127" y="36"/>
                    <a:pt x="130" y="24"/>
                    <a:pt x="123" y="28"/>
                  </a:cubicBezTo>
                  <a:cubicBezTo>
                    <a:pt x="122" y="28"/>
                    <a:pt x="122" y="29"/>
                    <a:pt x="122" y="29"/>
                  </a:cubicBezTo>
                  <a:cubicBezTo>
                    <a:pt x="121" y="29"/>
                    <a:pt x="120" y="29"/>
                    <a:pt x="120" y="29"/>
                  </a:cubicBezTo>
                  <a:cubicBezTo>
                    <a:pt x="119" y="30"/>
                    <a:pt x="119" y="31"/>
                    <a:pt x="117" y="31"/>
                  </a:cubicBezTo>
                  <a:cubicBezTo>
                    <a:pt x="116" y="32"/>
                    <a:pt x="115" y="31"/>
                    <a:pt x="113" y="31"/>
                  </a:cubicBezTo>
                  <a:cubicBezTo>
                    <a:pt x="112" y="30"/>
                    <a:pt x="111" y="31"/>
                    <a:pt x="109" y="30"/>
                  </a:cubicBezTo>
                  <a:cubicBezTo>
                    <a:pt x="109" y="29"/>
                    <a:pt x="110" y="27"/>
                    <a:pt x="109" y="26"/>
                  </a:cubicBezTo>
                  <a:cubicBezTo>
                    <a:pt x="109" y="24"/>
                    <a:pt x="107" y="23"/>
                    <a:pt x="106" y="22"/>
                  </a:cubicBezTo>
                  <a:cubicBezTo>
                    <a:pt x="105" y="20"/>
                    <a:pt x="103" y="20"/>
                    <a:pt x="102" y="18"/>
                  </a:cubicBezTo>
                  <a:cubicBezTo>
                    <a:pt x="101" y="17"/>
                    <a:pt x="102" y="15"/>
                    <a:pt x="102" y="14"/>
                  </a:cubicBezTo>
                  <a:cubicBezTo>
                    <a:pt x="99" y="13"/>
                    <a:pt x="97" y="16"/>
                    <a:pt x="95" y="16"/>
                  </a:cubicBezTo>
                  <a:cubicBezTo>
                    <a:pt x="92" y="17"/>
                    <a:pt x="89" y="18"/>
                    <a:pt x="86" y="18"/>
                  </a:cubicBezTo>
                  <a:cubicBezTo>
                    <a:pt x="83" y="18"/>
                    <a:pt x="80" y="18"/>
                    <a:pt x="78" y="16"/>
                  </a:cubicBezTo>
                  <a:cubicBezTo>
                    <a:pt x="77" y="14"/>
                    <a:pt x="77" y="13"/>
                    <a:pt x="75" y="13"/>
                  </a:cubicBezTo>
                  <a:cubicBezTo>
                    <a:pt x="74" y="13"/>
                    <a:pt x="72" y="13"/>
                    <a:pt x="70" y="13"/>
                  </a:cubicBezTo>
                  <a:cubicBezTo>
                    <a:pt x="70" y="12"/>
                    <a:pt x="68" y="11"/>
                    <a:pt x="67" y="9"/>
                  </a:cubicBezTo>
                  <a:cubicBezTo>
                    <a:pt x="66" y="7"/>
                    <a:pt x="67" y="7"/>
                    <a:pt x="64" y="7"/>
                  </a:cubicBezTo>
                  <a:cubicBezTo>
                    <a:pt x="63" y="7"/>
                    <a:pt x="61" y="7"/>
                    <a:pt x="60" y="6"/>
                  </a:cubicBezTo>
                  <a:cubicBezTo>
                    <a:pt x="58" y="5"/>
                    <a:pt x="59" y="3"/>
                    <a:pt x="59" y="2"/>
                  </a:cubicBezTo>
                  <a:cubicBezTo>
                    <a:pt x="55" y="1"/>
                    <a:pt x="51" y="1"/>
                    <a:pt x="47" y="1"/>
                  </a:cubicBezTo>
                  <a:cubicBezTo>
                    <a:pt x="43" y="1"/>
                    <a:pt x="39" y="0"/>
                    <a:pt x="38" y="4"/>
                  </a:cubicBezTo>
                  <a:cubicBezTo>
                    <a:pt x="36" y="5"/>
                    <a:pt x="37" y="8"/>
                    <a:pt x="34" y="9"/>
                  </a:cubicBezTo>
                  <a:cubicBezTo>
                    <a:pt x="33" y="10"/>
                    <a:pt x="30" y="9"/>
                    <a:pt x="28" y="9"/>
                  </a:cubicBezTo>
                  <a:cubicBezTo>
                    <a:pt x="27" y="10"/>
                    <a:pt x="27" y="11"/>
                    <a:pt x="27" y="12"/>
                  </a:cubicBezTo>
                  <a:cubicBezTo>
                    <a:pt x="26" y="12"/>
                    <a:pt x="26" y="12"/>
                    <a:pt x="25" y="12"/>
                  </a:cubicBezTo>
                  <a:cubicBezTo>
                    <a:pt x="25" y="13"/>
                    <a:pt x="25" y="13"/>
                    <a:pt x="24" y="14"/>
                  </a:cubicBezTo>
                  <a:cubicBezTo>
                    <a:pt x="23" y="15"/>
                    <a:pt x="23" y="15"/>
                    <a:pt x="21" y="14"/>
                  </a:cubicBezTo>
                  <a:cubicBezTo>
                    <a:pt x="20" y="14"/>
                    <a:pt x="20" y="13"/>
                    <a:pt x="19" y="12"/>
                  </a:cubicBezTo>
                  <a:cubicBezTo>
                    <a:pt x="18" y="12"/>
                    <a:pt x="18" y="12"/>
                    <a:pt x="17" y="12"/>
                  </a:cubicBezTo>
                  <a:cubicBezTo>
                    <a:pt x="16" y="14"/>
                    <a:pt x="16" y="15"/>
                    <a:pt x="16" y="16"/>
                  </a:cubicBezTo>
                  <a:cubicBezTo>
                    <a:pt x="18" y="16"/>
                    <a:pt x="19" y="16"/>
                    <a:pt x="19" y="18"/>
                  </a:cubicBezTo>
                  <a:cubicBezTo>
                    <a:pt x="20" y="20"/>
                    <a:pt x="19" y="21"/>
                    <a:pt x="19" y="23"/>
                  </a:cubicBezTo>
                  <a:cubicBezTo>
                    <a:pt x="18" y="26"/>
                    <a:pt x="19" y="29"/>
                    <a:pt x="16" y="31"/>
                  </a:cubicBezTo>
                  <a:cubicBezTo>
                    <a:pt x="16" y="31"/>
                    <a:pt x="15" y="31"/>
                    <a:pt x="15" y="32"/>
                  </a:cubicBezTo>
                  <a:cubicBezTo>
                    <a:pt x="14" y="32"/>
                    <a:pt x="14" y="32"/>
                    <a:pt x="14" y="32"/>
                  </a:cubicBezTo>
                  <a:cubicBezTo>
                    <a:pt x="13" y="32"/>
                    <a:pt x="14" y="33"/>
                    <a:pt x="13" y="33"/>
                  </a:cubicBezTo>
                  <a:cubicBezTo>
                    <a:pt x="13" y="33"/>
                    <a:pt x="12" y="33"/>
                    <a:pt x="12" y="33"/>
                  </a:cubicBezTo>
                  <a:cubicBezTo>
                    <a:pt x="12" y="33"/>
                    <a:pt x="12" y="33"/>
                    <a:pt x="12" y="33"/>
                  </a:cubicBezTo>
                  <a:cubicBezTo>
                    <a:pt x="12" y="34"/>
                    <a:pt x="12" y="35"/>
                    <a:pt x="13" y="35"/>
                  </a:cubicBezTo>
                  <a:cubicBezTo>
                    <a:pt x="14" y="37"/>
                    <a:pt x="16" y="38"/>
                    <a:pt x="16" y="40"/>
                  </a:cubicBezTo>
                  <a:cubicBezTo>
                    <a:pt x="14" y="40"/>
                    <a:pt x="12" y="40"/>
                    <a:pt x="11" y="42"/>
                  </a:cubicBezTo>
                  <a:cubicBezTo>
                    <a:pt x="9" y="46"/>
                    <a:pt x="9" y="46"/>
                    <a:pt x="9" y="46"/>
                  </a:cubicBezTo>
                  <a:cubicBezTo>
                    <a:pt x="7" y="46"/>
                    <a:pt x="3" y="45"/>
                    <a:pt x="4" y="48"/>
                  </a:cubicBezTo>
                  <a:cubicBezTo>
                    <a:pt x="4" y="50"/>
                    <a:pt x="5" y="52"/>
                    <a:pt x="3" y="53"/>
                  </a:cubicBezTo>
                  <a:cubicBezTo>
                    <a:pt x="2" y="53"/>
                    <a:pt x="1" y="53"/>
                    <a:pt x="0" y="54"/>
                  </a:cubicBezTo>
                  <a:cubicBezTo>
                    <a:pt x="2" y="55"/>
                    <a:pt x="4" y="54"/>
                    <a:pt x="6" y="55"/>
                  </a:cubicBezTo>
                  <a:cubicBezTo>
                    <a:pt x="8" y="56"/>
                    <a:pt x="11" y="57"/>
                    <a:pt x="12" y="58"/>
                  </a:cubicBezTo>
                  <a:cubicBezTo>
                    <a:pt x="13" y="59"/>
                    <a:pt x="17" y="65"/>
                    <a:pt x="17" y="66"/>
                  </a:cubicBezTo>
                  <a:cubicBezTo>
                    <a:pt x="10" y="65"/>
                    <a:pt x="18" y="75"/>
                    <a:pt x="19" y="76"/>
                  </a:cubicBezTo>
                  <a:cubicBezTo>
                    <a:pt x="21" y="78"/>
                    <a:pt x="22" y="80"/>
                    <a:pt x="23" y="82"/>
                  </a:cubicBezTo>
                  <a:cubicBezTo>
                    <a:pt x="24" y="84"/>
                    <a:pt x="23" y="87"/>
                    <a:pt x="23" y="89"/>
                  </a:cubicBezTo>
                  <a:cubicBezTo>
                    <a:pt x="26" y="89"/>
                    <a:pt x="30" y="90"/>
                    <a:pt x="30" y="87"/>
                  </a:cubicBezTo>
                  <a:cubicBezTo>
                    <a:pt x="31" y="84"/>
                    <a:pt x="32" y="84"/>
                    <a:pt x="34" y="87"/>
                  </a:cubicBezTo>
                  <a:cubicBezTo>
                    <a:pt x="35" y="88"/>
                    <a:pt x="36" y="92"/>
                    <a:pt x="38" y="92"/>
                  </a:cubicBezTo>
                  <a:cubicBezTo>
                    <a:pt x="40" y="93"/>
                    <a:pt x="42" y="91"/>
                    <a:pt x="42" y="94"/>
                  </a:cubicBezTo>
                  <a:cubicBezTo>
                    <a:pt x="42" y="95"/>
                    <a:pt x="42" y="95"/>
                    <a:pt x="42" y="95"/>
                  </a:cubicBezTo>
                  <a:cubicBezTo>
                    <a:pt x="42" y="96"/>
                    <a:pt x="43" y="99"/>
                    <a:pt x="43" y="100"/>
                  </a:cubicBezTo>
                  <a:cubicBezTo>
                    <a:pt x="42" y="102"/>
                    <a:pt x="41" y="103"/>
                    <a:pt x="42" y="105"/>
                  </a:cubicBezTo>
                  <a:cubicBezTo>
                    <a:pt x="45" y="108"/>
                    <a:pt x="49" y="108"/>
                    <a:pt x="52" y="110"/>
                  </a:cubicBezTo>
                  <a:cubicBezTo>
                    <a:pt x="54" y="112"/>
                    <a:pt x="55" y="115"/>
                    <a:pt x="57" y="117"/>
                  </a:cubicBezTo>
                  <a:cubicBezTo>
                    <a:pt x="59" y="119"/>
                    <a:pt x="61" y="121"/>
                    <a:pt x="62" y="122"/>
                  </a:cubicBezTo>
                  <a:cubicBezTo>
                    <a:pt x="64" y="124"/>
                    <a:pt x="67" y="125"/>
                    <a:pt x="67" y="127"/>
                  </a:cubicBezTo>
                  <a:cubicBezTo>
                    <a:pt x="67" y="129"/>
                    <a:pt x="67" y="132"/>
                    <a:pt x="67" y="134"/>
                  </a:cubicBezTo>
                  <a:cubicBezTo>
                    <a:pt x="70" y="135"/>
                    <a:pt x="72" y="135"/>
                    <a:pt x="74" y="138"/>
                  </a:cubicBezTo>
                  <a:cubicBezTo>
                    <a:pt x="76" y="140"/>
                    <a:pt x="79" y="139"/>
                    <a:pt x="81" y="140"/>
                  </a:cubicBezTo>
                  <a:cubicBezTo>
                    <a:pt x="81" y="143"/>
                    <a:pt x="82" y="143"/>
                    <a:pt x="84" y="141"/>
                  </a:cubicBezTo>
                  <a:cubicBezTo>
                    <a:pt x="84" y="141"/>
                    <a:pt x="84" y="141"/>
                    <a:pt x="84" y="141"/>
                  </a:cubicBezTo>
                  <a:cubicBezTo>
                    <a:pt x="86" y="140"/>
                    <a:pt x="86" y="140"/>
                    <a:pt x="86" y="140"/>
                  </a:cubicBezTo>
                  <a:cubicBezTo>
                    <a:pt x="86" y="140"/>
                    <a:pt x="86" y="140"/>
                    <a:pt x="86" y="140"/>
                  </a:cubicBezTo>
                  <a:cubicBezTo>
                    <a:pt x="88" y="139"/>
                    <a:pt x="90" y="139"/>
                    <a:pt x="92" y="138"/>
                  </a:cubicBezTo>
                  <a:cubicBezTo>
                    <a:pt x="93" y="137"/>
                    <a:pt x="93" y="134"/>
                    <a:pt x="90" y="134"/>
                  </a:cubicBezTo>
                  <a:cubicBezTo>
                    <a:pt x="91" y="132"/>
                    <a:pt x="93" y="127"/>
                    <a:pt x="90" y="127"/>
                  </a:cubicBezTo>
                  <a:cubicBezTo>
                    <a:pt x="90" y="125"/>
                    <a:pt x="92" y="119"/>
                    <a:pt x="94" y="119"/>
                  </a:cubicBezTo>
                  <a:cubicBezTo>
                    <a:pt x="94" y="118"/>
                    <a:pt x="94" y="118"/>
                    <a:pt x="94" y="118"/>
                  </a:cubicBezTo>
                  <a:cubicBezTo>
                    <a:pt x="94" y="118"/>
                    <a:pt x="94" y="118"/>
                    <a:pt x="94" y="118"/>
                  </a:cubicBezTo>
                  <a:cubicBezTo>
                    <a:pt x="93" y="117"/>
                    <a:pt x="93" y="116"/>
                    <a:pt x="93" y="114"/>
                  </a:cubicBezTo>
                  <a:cubicBezTo>
                    <a:pt x="94" y="114"/>
                    <a:pt x="98" y="115"/>
                    <a:pt x="97" y="112"/>
                  </a:cubicBezTo>
                  <a:cubicBezTo>
                    <a:pt x="97" y="113"/>
                    <a:pt x="96" y="112"/>
                    <a:pt x="96" y="112"/>
                  </a:cubicBezTo>
                  <a:cubicBezTo>
                    <a:pt x="96" y="110"/>
                    <a:pt x="100" y="104"/>
                    <a:pt x="103" y="105"/>
                  </a:cubicBezTo>
                  <a:cubicBezTo>
                    <a:pt x="105" y="106"/>
                    <a:pt x="105" y="108"/>
                    <a:pt x="107" y="107"/>
                  </a:cubicBezTo>
                  <a:cubicBezTo>
                    <a:pt x="108" y="107"/>
                    <a:pt x="109" y="104"/>
                    <a:pt x="109" y="103"/>
                  </a:cubicBezTo>
                  <a:cubicBezTo>
                    <a:pt x="111" y="102"/>
                    <a:pt x="115" y="104"/>
                    <a:pt x="117" y="101"/>
                  </a:cubicBezTo>
                  <a:cubicBezTo>
                    <a:pt x="120" y="101"/>
                    <a:pt x="125" y="102"/>
                    <a:pt x="127" y="102"/>
                  </a:cubicBezTo>
                  <a:cubicBezTo>
                    <a:pt x="130" y="103"/>
                    <a:pt x="131" y="103"/>
                    <a:pt x="134" y="103"/>
                  </a:cubicBezTo>
                  <a:cubicBezTo>
                    <a:pt x="137" y="104"/>
                    <a:pt x="144" y="105"/>
                    <a:pt x="144" y="109"/>
                  </a:cubicBezTo>
                  <a:cubicBezTo>
                    <a:pt x="145" y="109"/>
                    <a:pt x="152" y="109"/>
                    <a:pt x="151" y="108"/>
                  </a:cubicBezTo>
                  <a:cubicBezTo>
                    <a:pt x="151" y="107"/>
                    <a:pt x="150" y="105"/>
                    <a:pt x="149" y="104"/>
                  </a:cubicBezTo>
                  <a:cubicBezTo>
                    <a:pt x="148" y="102"/>
                    <a:pt x="147" y="101"/>
                    <a:pt x="146" y="10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1" name="Freeform 321">
              <a:extLst>
                <a:ext uri="{FF2B5EF4-FFF2-40B4-BE49-F238E27FC236}">
                  <a16:creationId xmlns:a16="http://schemas.microsoft.com/office/drawing/2014/main" id="{DEC2B41B-B8EF-41AC-B948-A0E6CCBED1D7}"/>
                </a:ext>
              </a:extLst>
            </p:cNvPr>
            <p:cNvSpPr>
              <a:spLocks/>
            </p:cNvSpPr>
            <p:nvPr/>
          </p:nvSpPr>
          <p:spPr bwMode="auto">
            <a:xfrm>
              <a:off x="4622801" y="346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2" name="Freeform 322">
              <a:extLst>
                <a:ext uri="{FF2B5EF4-FFF2-40B4-BE49-F238E27FC236}">
                  <a16:creationId xmlns:a16="http://schemas.microsoft.com/office/drawing/2014/main" id="{4DC2EB23-F8C4-4069-B964-D713C47FB747}"/>
                </a:ext>
              </a:extLst>
            </p:cNvPr>
            <p:cNvSpPr>
              <a:spLocks/>
            </p:cNvSpPr>
            <p:nvPr/>
          </p:nvSpPr>
          <p:spPr bwMode="auto">
            <a:xfrm>
              <a:off x="4619626" y="345122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3" name="Freeform 323">
              <a:extLst>
                <a:ext uri="{FF2B5EF4-FFF2-40B4-BE49-F238E27FC236}">
                  <a16:creationId xmlns:a16="http://schemas.microsoft.com/office/drawing/2014/main" id="{C38ED774-55D8-4C13-94BE-17C73A5C0614}"/>
                </a:ext>
              </a:extLst>
            </p:cNvPr>
            <p:cNvSpPr>
              <a:spLocks/>
            </p:cNvSpPr>
            <p:nvPr/>
          </p:nvSpPr>
          <p:spPr bwMode="auto">
            <a:xfrm>
              <a:off x="4622801" y="346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4" name="Freeform 324">
              <a:extLst>
                <a:ext uri="{FF2B5EF4-FFF2-40B4-BE49-F238E27FC236}">
                  <a16:creationId xmlns:a16="http://schemas.microsoft.com/office/drawing/2014/main" id="{5AF30A55-E8FD-41EE-82B8-9414D9CA99CB}"/>
                </a:ext>
              </a:extLst>
            </p:cNvPr>
            <p:cNvSpPr>
              <a:spLocks/>
            </p:cNvSpPr>
            <p:nvPr/>
          </p:nvSpPr>
          <p:spPr bwMode="auto">
            <a:xfrm>
              <a:off x="4622801" y="3462338"/>
              <a:ext cx="476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5" name="Rectangle 74">
              <a:extLst>
                <a:ext uri="{FF2B5EF4-FFF2-40B4-BE49-F238E27FC236}">
                  <a16:creationId xmlns:a16="http://schemas.microsoft.com/office/drawing/2014/main" id="{6A559DD5-CDFD-4126-94E7-DFE2740F1D51}"/>
                </a:ext>
              </a:extLst>
            </p:cNvPr>
            <p:cNvSpPr>
              <a:spLocks noChangeArrowheads="1"/>
            </p:cNvSpPr>
            <p:nvPr/>
          </p:nvSpPr>
          <p:spPr bwMode="auto">
            <a:xfrm>
              <a:off x="4219576" y="2633663"/>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6" name="Freeform 326">
              <a:extLst>
                <a:ext uri="{FF2B5EF4-FFF2-40B4-BE49-F238E27FC236}">
                  <a16:creationId xmlns:a16="http://schemas.microsoft.com/office/drawing/2014/main" id="{796D591F-F661-4E85-BBE3-E63A8D7C1002}"/>
                </a:ext>
              </a:extLst>
            </p:cNvPr>
            <p:cNvSpPr>
              <a:spLocks/>
            </p:cNvSpPr>
            <p:nvPr/>
          </p:nvSpPr>
          <p:spPr bwMode="auto">
            <a:xfrm>
              <a:off x="4740276" y="3365501"/>
              <a:ext cx="3175" cy="476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7" name="Freeform 327">
              <a:extLst>
                <a:ext uri="{FF2B5EF4-FFF2-40B4-BE49-F238E27FC236}">
                  <a16:creationId xmlns:a16="http://schemas.microsoft.com/office/drawing/2014/main" id="{F0101130-867D-4EC4-B562-A9CDE88DE93A}"/>
                </a:ext>
              </a:extLst>
            </p:cNvPr>
            <p:cNvSpPr>
              <a:spLocks/>
            </p:cNvSpPr>
            <p:nvPr/>
          </p:nvSpPr>
          <p:spPr bwMode="auto">
            <a:xfrm>
              <a:off x="4743451" y="3355976"/>
              <a:ext cx="3175" cy="9525"/>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1" y="2"/>
                    <a:pt x="0" y="3"/>
                  </a:cubicBezTo>
                  <a:cubicBezTo>
                    <a:pt x="1" y="2"/>
                    <a:pt x="1" y="1"/>
                    <a:pt x="1"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8" name="Freeform 328">
              <a:extLst>
                <a:ext uri="{FF2B5EF4-FFF2-40B4-BE49-F238E27FC236}">
                  <a16:creationId xmlns:a16="http://schemas.microsoft.com/office/drawing/2014/main" id="{F36D361C-DE2D-49F5-A282-A5E970F5FECE}"/>
                </a:ext>
              </a:extLst>
            </p:cNvPr>
            <p:cNvSpPr>
              <a:spLocks/>
            </p:cNvSpPr>
            <p:nvPr/>
          </p:nvSpPr>
          <p:spPr bwMode="auto">
            <a:xfrm>
              <a:off x="4737101" y="3370263"/>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79" name="Freeform 329">
              <a:extLst>
                <a:ext uri="{FF2B5EF4-FFF2-40B4-BE49-F238E27FC236}">
                  <a16:creationId xmlns:a16="http://schemas.microsoft.com/office/drawing/2014/main" id="{695C6925-BA98-4376-8186-A1DFD44654A7}"/>
                </a:ext>
              </a:extLst>
            </p:cNvPr>
            <p:cNvSpPr>
              <a:spLocks/>
            </p:cNvSpPr>
            <p:nvPr/>
          </p:nvSpPr>
          <p:spPr bwMode="auto">
            <a:xfrm>
              <a:off x="4746626" y="3348038"/>
              <a:ext cx="0" cy="7938"/>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1"/>
                    <a:pt x="0" y="0"/>
                  </a:cubicBezTo>
                  <a:cubicBezTo>
                    <a:pt x="0" y="1"/>
                    <a:pt x="0" y="2"/>
                    <a:pt x="0" y="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0" name="Freeform 330">
              <a:extLst>
                <a:ext uri="{FF2B5EF4-FFF2-40B4-BE49-F238E27FC236}">
                  <a16:creationId xmlns:a16="http://schemas.microsoft.com/office/drawing/2014/main" id="{BD89A371-D56B-4D8B-B3F3-E20139047397}"/>
                </a:ext>
              </a:extLst>
            </p:cNvPr>
            <p:cNvSpPr>
              <a:spLocks/>
            </p:cNvSpPr>
            <p:nvPr/>
          </p:nvSpPr>
          <p:spPr bwMode="auto">
            <a:xfrm>
              <a:off x="4740276" y="3338513"/>
              <a:ext cx="3175" cy="317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lnTo>
                    <a:pt x="2"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1" name="Freeform 331">
              <a:extLst>
                <a:ext uri="{FF2B5EF4-FFF2-40B4-BE49-F238E27FC236}">
                  <a16:creationId xmlns:a16="http://schemas.microsoft.com/office/drawing/2014/main" id="{50CE5D52-9575-4D98-A0E0-D700D9ED596F}"/>
                </a:ext>
              </a:extLst>
            </p:cNvPr>
            <p:cNvSpPr>
              <a:spLocks/>
            </p:cNvSpPr>
            <p:nvPr/>
          </p:nvSpPr>
          <p:spPr bwMode="auto">
            <a:xfrm>
              <a:off x="4711701" y="3241676"/>
              <a:ext cx="742950" cy="558800"/>
            </a:xfrm>
            <a:custGeom>
              <a:avLst/>
              <a:gdLst>
                <a:gd name="T0" fmla="*/ 208 w 210"/>
                <a:gd name="T1" fmla="*/ 22 h 158"/>
                <a:gd name="T2" fmla="*/ 203 w 210"/>
                <a:gd name="T3" fmla="*/ 6 h 158"/>
                <a:gd name="T4" fmla="*/ 189 w 210"/>
                <a:gd name="T5" fmla="*/ 4 h 158"/>
                <a:gd name="T6" fmla="*/ 175 w 210"/>
                <a:gd name="T7" fmla="*/ 14 h 158"/>
                <a:gd name="T8" fmla="*/ 168 w 210"/>
                <a:gd name="T9" fmla="*/ 35 h 158"/>
                <a:gd name="T10" fmla="*/ 157 w 210"/>
                <a:gd name="T11" fmla="*/ 37 h 158"/>
                <a:gd name="T12" fmla="*/ 147 w 210"/>
                <a:gd name="T13" fmla="*/ 40 h 158"/>
                <a:gd name="T14" fmla="*/ 136 w 210"/>
                <a:gd name="T15" fmla="*/ 47 h 158"/>
                <a:gd name="T16" fmla="*/ 128 w 210"/>
                <a:gd name="T17" fmla="*/ 33 h 158"/>
                <a:gd name="T18" fmla="*/ 115 w 210"/>
                <a:gd name="T19" fmla="*/ 28 h 158"/>
                <a:gd name="T20" fmla="*/ 107 w 210"/>
                <a:gd name="T21" fmla="*/ 35 h 158"/>
                <a:gd name="T22" fmla="*/ 102 w 210"/>
                <a:gd name="T23" fmla="*/ 40 h 158"/>
                <a:gd name="T24" fmla="*/ 83 w 210"/>
                <a:gd name="T25" fmla="*/ 47 h 158"/>
                <a:gd name="T26" fmla="*/ 70 w 210"/>
                <a:gd name="T27" fmla="*/ 43 h 158"/>
                <a:gd name="T28" fmla="*/ 60 w 210"/>
                <a:gd name="T29" fmla="*/ 52 h 158"/>
                <a:gd name="T30" fmla="*/ 38 w 210"/>
                <a:gd name="T31" fmla="*/ 43 h 158"/>
                <a:gd name="T32" fmla="*/ 8 w 210"/>
                <a:gd name="T33" fmla="*/ 39 h 158"/>
                <a:gd name="T34" fmla="*/ 4 w 210"/>
                <a:gd name="T35" fmla="*/ 41 h 158"/>
                <a:gd name="T36" fmla="*/ 2 w 210"/>
                <a:gd name="T37" fmla="*/ 53 h 158"/>
                <a:gd name="T38" fmla="*/ 15 w 210"/>
                <a:gd name="T39" fmla="*/ 68 h 158"/>
                <a:gd name="T40" fmla="*/ 23 w 210"/>
                <a:gd name="T41" fmla="*/ 81 h 158"/>
                <a:gd name="T42" fmla="*/ 33 w 210"/>
                <a:gd name="T43" fmla="*/ 105 h 158"/>
                <a:gd name="T44" fmla="*/ 44 w 210"/>
                <a:gd name="T45" fmla="*/ 119 h 158"/>
                <a:gd name="T46" fmla="*/ 34 w 210"/>
                <a:gd name="T47" fmla="*/ 131 h 158"/>
                <a:gd name="T48" fmla="*/ 54 w 210"/>
                <a:gd name="T49" fmla="*/ 139 h 158"/>
                <a:gd name="T50" fmla="*/ 77 w 210"/>
                <a:gd name="T51" fmla="*/ 135 h 158"/>
                <a:gd name="T52" fmla="*/ 82 w 210"/>
                <a:gd name="T53" fmla="*/ 148 h 158"/>
                <a:gd name="T54" fmla="*/ 97 w 210"/>
                <a:gd name="T55" fmla="*/ 150 h 158"/>
                <a:gd name="T56" fmla="*/ 117 w 210"/>
                <a:gd name="T57" fmla="*/ 157 h 158"/>
                <a:gd name="T58" fmla="*/ 126 w 210"/>
                <a:gd name="T59" fmla="*/ 145 h 158"/>
                <a:gd name="T60" fmla="*/ 142 w 210"/>
                <a:gd name="T61" fmla="*/ 136 h 158"/>
                <a:gd name="T62" fmla="*/ 158 w 210"/>
                <a:gd name="T63" fmla="*/ 147 h 158"/>
                <a:gd name="T64" fmla="*/ 168 w 210"/>
                <a:gd name="T65" fmla="*/ 144 h 158"/>
                <a:gd name="T66" fmla="*/ 163 w 210"/>
                <a:gd name="T67" fmla="*/ 134 h 158"/>
                <a:gd name="T68" fmla="*/ 156 w 210"/>
                <a:gd name="T69" fmla="*/ 126 h 158"/>
                <a:gd name="T70" fmla="*/ 151 w 210"/>
                <a:gd name="T71" fmla="*/ 113 h 158"/>
                <a:gd name="T72" fmla="*/ 142 w 210"/>
                <a:gd name="T73" fmla="*/ 110 h 158"/>
                <a:gd name="T74" fmla="*/ 124 w 210"/>
                <a:gd name="T75" fmla="*/ 103 h 158"/>
                <a:gd name="T76" fmla="*/ 120 w 210"/>
                <a:gd name="T77" fmla="*/ 95 h 158"/>
                <a:gd name="T78" fmla="*/ 127 w 210"/>
                <a:gd name="T79" fmla="*/ 83 h 158"/>
                <a:gd name="T80" fmla="*/ 142 w 210"/>
                <a:gd name="T81" fmla="*/ 87 h 158"/>
                <a:gd name="T82" fmla="*/ 160 w 210"/>
                <a:gd name="T83" fmla="*/ 76 h 158"/>
                <a:gd name="T84" fmla="*/ 178 w 210"/>
                <a:gd name="T85" fmla="*/ 70 h 158"/>
                <a:gd name="T86" fmla="*/ 182 w 210"/>
                <a:gd name="T87" fmla="*/ 65 h 158"/>
                <a:gd name="T88" fmla="*/ 187 w 210"/>
                <a:gd name="T89" fmla="*/ 59 h 158"/>
                <a:gd name="T90" fmla="*/ 192 w 210"/>
                <a:gd name="T91" fmla="*/ 59 h 158"/>
                <a:gd name="T92" fmla="*/ 198 w 210"/>
                <a:gd name="T93" fmla="*/ 51 h 158"/>
                <a:gd name="T94" fmla="*/ 204 w 210"/>
                <a:gd name="T95" fmla="*/ 3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0" h="158">
                  <a:moveTo>
                    <a:pt x="209" y="27"/>
                  </a:moveTo>
                  <a:cubicBezTo>
                    <a:pt x="208" y="25"/>
                    <a:pt x="205" y="26"/>
                    <a:pt x="206" y="23"/>
                  </a:cubicBezTo>
                  <a:cubicBezTo>
                    <a:pt x="207" y="23"/>
                    <a:pt x="207" y="22"/>
                    <a:pt x="208" y="22"/>
                  </a:cubicBezTo>
                  <a:cubicBezTo>
                    <a:pt x="208" y="18"/>
                    <a:pt x="210" y="14"/>
                    <a:pt x="207" y="10"/>
                  </a:cubicBezTo>
                  <a:cubicBezTo>
                    <a:pt x="206" y="9"/>
                    <a:pt x="204" y="7"/>
                    <a:pt x="204" y="6"/>
                  </a:cubicBezTo>
                  <a:cubicBezTo>
                    <a:pt x="203" y="6"/>
                    <a:pt x="203" y="6"/>
                    <a:pt x="203" y="6"/>
                  </a:cubicBezTo>
                  <a:cubicBezTo>
                    <a:pt x="201" y="6"/>
                    <a:pt x="200" y="4"/>
                    <a:pt x="198" y="3"/>
                  </a:cubicBezTo>
                  <a:cubicBezTo>
                    <a:pt x="196" y="1"/>
                    <a:pt x="192" y="0"/>
                    <a:pt x="189" y="0"/>
                  </a:cubicBezTo>
                  <a:cubicBezTo>
                    <a:pt x="189" y="4"/>
                    <a:pt x="189" y="4"/>
                    <a:pt x="189" y="4"/>
                  </a:cubicBezTo>
                  <a:cubicBezTo>
                    <a:pt x="187" y="4"/>
                    <a:pt x="188" y="5"/>
                    <a:pt x="188" y="7"/>
                  </a:cubicBezTo>
                  <a:cubicBezTo>
                    <a:pt x="185" y="7"/>
                    <a:pt x="183" y="6"/>
                    <a:pt x="180" y="7"/>
                  </a:cubicBezTo>
                  <a:cubicBezTo>
                    <a:pt x="179" y="9"/>
                    <a:pt x="179" y="14"/>
                    <a:pt x="175" y="14"/>
                  </a:cubicBezTo>
                  <a:cubicBezTo>
                    <a:pt x="170" y="15"/>
                    <a:pt x="174" y="21"/>
                    <a:pt x="172" y="24"/>
                  </a:cubicBezTo>
                  <a:cubicBezTo>
                    <a:pt x="171" y="26"/>
                    <a:pt x="169" y="25"/>
                    <a:pt x="169" y="28"/>
                  </a:cubicBezTo>
                  <a:cubicBezTo>
                    <a:pt x="169" y="30"/>
                    <a:pt x="169" y="33"/>
                    <a:pt x="168" y="35"/>
                  </a:cubicBezTo>
                  <a:cubicBezTo>
                    <a:pt x="167" y="36"/>
                    <a:pt x="165" y="36"/>
                    <a:pt x="164" y="36"/>
                  </a:cubicBezTo>
                  <a:cubicBezTo>
                    <a:pt x="162" y="37"/>
                    <a:pt x="164" y="38"/>
                    <a:pt x="163" y="40"/>
                  </a:cubicBezTo>
                  <a:cubicBezTo>
                    <a:pt x="161" y="41"/>
                    <a:pt x="159" y="37"/>
                    <a:pt x="157" y="37"/>
                  </a:cubicBezTo>
                  <a:cubicBezTo>
                    <a:pt x="157" y="39"/>
                    <a:pt x="153" y="41"/>
                    <a:pt x="151" y="41"/>
                  </a:cubicBezTo>
                  <a:cubicBezTo>
                    <a:pt x="151" y="39"/>
                    <a:pt x="150" y="36"/>
                    <a:pt x="148" y="38"/>
                  </a:cubicBezTo>
                  <a:cubicBezTo>
                    <a:pt x="147" y="38"/>
                    <a:pt x="148" y="39"/>
                    <a:pt x="147" y="40"/>
                  </a:cubicBezTo>
                  <a:cubicBezTo>
                    <a:pt x="146" y="41"/>
                    <a:pt x="145" y="41"/>
                    <a:pt x="145" y="42"/>
                  </a:cubicBezTo>
                  <a:cubicBezTo>
                    <a:pt x="144" y="44"/>
                    <a:pt x="145" y="50"/>
                    <a:pt x="140" y="49"/>
                  </a:cubicBezTo>
                  <a:cubicBezTo>
                    <a:pt x="140" y="46"/>
                    <a:pt x="137" y="48"/>
                    <a:pt x="136" y="47"/>
                  </a:cubicBezTo>
                  <a:cubicBezTo>
                    <a:pt x="135" y="46"/>
                    <a:pt x="136" y="43"/>
                    <a:pt x="136" y="42"/>
                  </a:cubicBezTo>
                  <a:cubicBezTo>
                    <a:pt x="136" y="36"/>
                    <a:pt x="132" y="41"/>
                    <a:pt x="129" y="40"/>
                  </a:cubicBezTo>
                  <a:cubicBezTo>
                    <a:pt x="128" y="38"/>
                    <a:pt x="130" y="35"/>
                    <a:pt x="128" y="33"/>
                  </a:cubicBezTo>
                  <a:cubicBezTo>
                    <a:pt x="127" y="32"/>
                    <a:pt x="125" y="32"/>
                    <a:pt x="125" y="30"/>
                  </a:cubicBezTo>
                  <a:cubicBezTo>
                    <a:pt x="125" y="29"/>
                    <a:pt x="125" y="30"/>
                    <a:pt x="124" y="29"/>
                  </a:cubicBezTo>
                  <a:cubicBezTo>
                    <a:pt x="123" y="29"/>
                    <a:pt x="115" y="32"/>
                    <a:pt x="115" y="28"/>
                  </a:cubicBezTo>
                  <a:cubicBezTo>
                    <a:pt x="114" y="28"/>
                    <a:pt x="111" y="27"/>
                    <a:pt x="110" y="28"/>
                  </a:cubicBezTo>
                  <a:cubicBezTo>
                    <a:pt x="108" y="29"/>
                    <a:pt x="110" y="31"/>
                    <a:pt x="109" y="32"/>
                  </a:cubicBezTo>
                  <a:cubicBezTo>
                    <a:pt x="109" y="33"/>
                    <a:pt x="107" y="33"/>
                    <a:pt x="107" y="35"/>
                  </a:cubicBezTo>
                  <a:cubicBezTo>
                    <a:pt x="107" y="36"/>
                    <a:pt x="107" y="36"/>
                    <a:pt x="107" y="37"/>
                  </a:cubicBezTo>
                  <a:cubicBezTo>
                    <a:pt x="107" y="38"/>
                    <a:pt x="106" y="38"/>
                    <a:pt x="105" y="39"/>
                  </a:cubicBezTo>
                  <a:cubicBezTo>
                    <a:pt x="103" y="39"/>
                    <a:pt x="103" y="39"/>
                    <a:pt x="102" y="40"/>
                  </a:cubicBezTo>
                  <a:cubicBezTo>
                    <a:pt x="102" y="41"/>
                    <a:pt x="101" y="42"/>
                    <a:pt x="100" y="42"/>
                  </a:cubicBezTo>
                  <a:cubicBezTo>
                    <a:pt x="97" y="43"/>
                    <a:pt x="93" y="42"/>
                    <a:pt x="89" y="44"/>
                  </a:cubicBezTo>
                  <a:cubicBezTo>
                    <a:pt x="90" y="48"/>
                    <a:pt x="85" y="47"/>
                    <a:pt x="83" y="47"/>
                  </a:cubicBezTo>
                  <a:cubicBezTo>
                    <a:pt x="81" y="48"/>
                    <a:pt x="81" y="49"/>
                    <a:pt x="80" y="50"/>
                  </a:cubicBezTo>
                  <a:cubicBezTo>
                    <a:pt x="79" y="50"/>
                    <a:pt x="77" y="49"/>
                    <a:pt x="76" y="49"/>
                  </a:cubicBezTo>
                  <a:cubicBezTo>
                    <a:pt x="73" y="47"/>
                    <a:pt x="73" y="42"/>
                    <a:pt x="70" y="43"/>
                  </a:cubicBezTo>
                  <a:cubicBezTo>
                    <a:pt x="67" y="43"/>
                    <a:pt x="67" y="45"/>
                    <a:pt x="66" y="47"/>
                  </a:cubicBezTo>
                  <a:cubicBezTo>
                    <a:pt x="65" y="48"/>
                    <a:pt x="63" y="48"/>
                    <a:pt x="61" y="48"/>
                  </a:cubicBezTo>
                  <a:cubicBezTo>
                    <a:pt x="61" y="49"/>
                    <a:pt x="61" y="51"/>
                    <a:pt x="60" y="52"/>
                  </a:cubicBezTo>
                  <a:cubicBezTo>
                    <a:pt x="57" y="52"/>
                    <a:pt x="50" y="52"/>
                    <a:pt x="50" y="48"/>
                  </a:cubicBezTo>
                  <a:cubicBezTo>
                    <a:pt x="49" y="45"/>
                    <a:pt x="50" y="40"/>
                    <a:pt x="46" y="41"/>
                  </a:cubicBezTo>
                  <a:cubicBezTo>
                    <a:pt x="44" y="42"/>
                    <a:pt x="40" y="46"/>
                    <a:pt x="38" y="43"/>
                  </a:cubicBezTo>
                  <a:cubicBezTo>
                    <a:pt x="37" y="40"/>
                    <a:pt x="36" y="37"/>
                    <a:pt x="32" y="37"/>
                  </a:cubicBezTo>
                  <a:cubicBezTo>
                    <a:pt x="32" y="42"/>
                    <a:pt x="29" y="41"/>
                    <a:pt x="24" y="41"/>
                  </a:cubicBezTo>
                  <a:cubicBezTo>
                    <a:pt x="19" y="41"/>
                    <a:pt x="13" y="42"/>
                    <a:pt x="8" y="39"/>
                  </a:cubicBezTo>
                  <a:cubicBezTo>
                    <a:pt x="7" y="38"/>
                    <a:pt x="6" y="38"/>
                    <a:pt x="5" y="37"/>
                  </a:cubicBezTo>
                  <a:cubicBezTo>
                    <a:pt x="4" y="37"/>
                    <a:pt x="4" y="37"/>
                    <a:pt x="4" y="37"/>
                  </a:cubicBezTo>
                  <a:cubicBezTo>
                    <a:pt x="4" y="38"/>
                    <a:pt x="4" y="40"/>
                    <a:pt x="4" y="41"/>
                  </a:cubicBezTo>
                  <a:cubicBezTo>
                    <a:pt x="4" y="42"/>
                    <a:pt x="6" y="42"/>
                    <a:pt x="5" y="44"/>
                  </a:cubicBezTo>
                  <a:cubicBezTo>
                    <a:pt x="3" y="45"/>
                    <a:pt x="2" y="47"/>
                    <a:pt x="4" y="49"/>
                  </a:cubicBezTo>
                  <a:cubicBezTo>
                    <a:pt x="6" y="51"/>
                    <a:pt x="3" y="52"/>
                    <a:pt x="2" y="53"/>
                  </a:cubicBezTo>
                  <a:cubicBezTo>
                    <a:pt x="0" y="54"/>
                    <a:pt x="1" y="55"/>
                    <a:pt x="2" y="56"/>
                  </a:cubicBezTo>
                  <a:cubicBezTo>
                    <a:pt x="5" y="56"/>
                    <a:pt x="9" y="57"/>
                    <a:pt x="9" y="60"/>
                  </a:cubicBezTo>
                  <a:cubicBezTo>
                    <a:pt x="9" y="65"/>
                    <a:pt x="11" y="66"/>
                    <a:pt x="15" y="68"/>
                  </a:cubicBezTo>
                  <a:cubicBezTo>
                    <a:pt x="17" y="69"/>
                    <a:pt x="18" y="71"/>
                    <a:pt x="18" y="73"/>
                  </a:cubicBezTo>
                  <a:cubicBezTo>
                    <a:pt x="19" y="74"/>
                    <a:pt x="19" y="77"/>
                    <a:pt x="22" y="76"/>
                  </a:cubicBezTo>
                  <a:cubicBezTo>
                    <a:pt x="22" y="78"/>
                    <a:pt x="22" y="80"/>
                    <a:pt x="23" y="81"/>
                  </a:cubicBezTo>
                  <a:cubicBezTo>
                    <a:pt x="25" y="82"/>
                    <a:pt x="28" y="80"/>
                    <a:pt x="29" y="81"/>
                  </a:cubicBezTo>
                  <a:cubicBezTo>
                    <a:pt x="34" y="85"/>
                    <a:pt x="29" y="91"/>
                    <a:pt x="30" y="96"/>
                  </a:cubicBezTo>
                  <a:cubicBezTo>
                    <a:pt x="34" y="96"/>
                    <a:pt x="33" y="103"/>
                    <a:pt x="33" y="105"/>
                  </a:cubicBezTo>
                  <a:cubicBezTo>
                    <a:pt x="36" y="105"/>
                    <a:pt x="36" y="108"/>
                    <a:pt x="37" y="109"/>
                  </a:cubicBezTo>
                  <a:cubicBezTo>
                    <a:pt x="39" y="112"/>
                    <a:pt x="43" y="111"/>
                    <a:pt x="46" y="112"/>
                  </a:cubicBezTo>
                  <a:cubicBezTo>
                    <a:pt x="45" y="114"/>
                    <a:pt x="45" y="117"/>
                    <a:pt x="44" y="119"/>
                  </a:cubicBezTo>
                  <a:cubicBezTo>
                    <a:pt x="44" y="123"/>
                    <a:pt x="41" y="122"/>
                    <a:pt x="39" y="124"/>
                  </a:cubicBezTo>
                  <a:cubicBezTo>
                    <a:pt x="36" y="126"/>
                    <a:pt x="35" y="129"/>
                    <a:pt x="34" y="131"/>
                  </a:cubicBezTo>
                  <a:cubicBezTo>
                    <a:pt x="34" y="131"/>
                    <a:pt x="34" y="131"/>
                    <a:pt x="34" y="131"/>
                  </a:cubicBezTo>
                  <a:cubicBezTo>
                    <a:pt x="35" y="131"/>
                    <a:pt x="36" y="132"/>
                    <a:pt x="36" y="132"/>
                  </a:cubicBezTo>
                  <a:cubicBezTo>
                    <a:pt x="38" y="134"/>
                    <a:pt x="38" y="136"/>
                    <a:pt x="39" y="137"/>
                  </a:cubicBezTo>
                  <a:cubicBezTo>
                    <a:pt x="42" y="140"/>
                    <a:pt x="50" y="141"/>
                    <a:pt x="54" y="139"/>
                  </a:cubicBezTo>
                  <a:cubicBezTo>
                    <a:pt x="56" y="139"/>
                    <a:pt x="57" y="137"/>
                    <a:pt x="59" y="137"/>
                  </a:cubicBezTo>
                  <a:cubicBezTo>
                    <a:pt x="62" y="136"/>
                    <a:pt x="66" y="138"/>
                    <a:pt x="69" y="137"/>
                  </a:cubicBezTo>
                  <a:cubicBezTo>
                    <a:pt x="72" y="137"/>
                    <a:pt x="74" y="136"/>
                    <a:pt x="77" y="135"/>
                  </a:cubicBezTo>
                  <a:cubicBezTo>
                    <a:pt x="79" y="135"/>
                    <a:pt x="81" y="132"/>
                    <a:pt x="84" y="133"/>
                  </a:cubicBezTo>
                  <a:cubicBezTo>
                    <a:pt x="84" y="138"/>
                    <a:pt x="84" y="143"/>
                    <a:pt x="83" y="148"/>
                  </a:cubicBezTo>
                  <a:cubicBezTo>
                    <a:pt x="82" y="148"/>
                    <a:pt x="82" y="148"/>
                    <a:pt x="82" y="148"/>
                  </a:cubicBezTo>
                  <a:cubicBezTo>
                    <a:pt x="82" y="150"/>
                    <a:pt x="80" y="150"/>
                    <a:pt x="79" y="152"/>
                  </a:cubicBezTo>
                  <a:cubicBezTo>
                    <a:pt x="83" y="152"/>
                    <a:pt x="86" y="156"/>
                    <a:pt x="90" y="155"/>
                  </a:cubicBezTo>
                  <a:cubicBezTo>
                    <a:pt x="93" y="155"/>
                    <a:pt x="94" y="151"/>
                    <a:pt x="97" y="150"/>
                  </a:cubicBezTo>
                  <a:cubicBezTo>
                    <a:pt x="100" y="148"/>
                    <a:pt x="104" y="150"/>
                    <a:pt x="107" y="151"/>
                  </a:cubicBezTo>
                  <a:cubicBezTo>
                    <a:pt x="110" y="152"/>
                    <a:pt x="114" y="155"/>
                    <a:pt x="117" y="152"/>
                  </a:cubicBezTo>
                  <a:cubicBezTo>
                    <a:pt x="120" y="153"/>
                    <a:pt x="118" y="155"/>
                    <a:pt x="117" y="157"/>
                  </a:cubicBezTo>
                  <a:cubicBezTo>
                    <a:pt x="119" y="157"/>
                    <a:pt x="120" y="158"/>
                    <a:pt x="123" y="158"/>
                  </a:cubicBezTo>
                  <a:cubicBezTo>
                    <a:pt x="124" y="156"/>
                    <a:pt x="123" y="152"/>
                    <a:pt x="127" y="152"/>
                  </a:cubicBezTo>
                  <a:cubicBezTo>
                    <a:pt x="128" y="149"/>
                    <a:pt x="125" y="147"/>
                    <a:pt x="126" y="145"/>
                  </a:cubicBezTo>
                  <a:cubicBezTo>
                    <a:pt x="130" y="143"/>
                    <a:pt x="125" y="135"/>
                    <a:pt x="124" y="133"/>
                  </a:cubicBezTo>
                  <a:cubicBezTo>
                    <a:pt x="126" y="133"/>
                    <a:pt x="132" y="131"/>
                    <a:pt x="131" y="135"/>
                  </a:cubicBezTo>
                  <a:cubicBezTo>
                    <a:pt x="135" y="135"/>
                    <a:pt x="140" y="134"/>
                    <a:pt x="142" y="136"/>
                  </a:cubicBezTo>
                  <a:cubicBezTo>
                    <a:pt x="143" y="138"/>
                    <a:pt x="147" y="142"/>
                    <a:pt x="147" y="144"/>
                  </a:cubicBezTo>
                  <a:cubicBezTo>
                    <a:pt x="147" y="144"/>
                    <a:pt x="148" y="144"/>
                    <a:pt x="149" y="143"/>
                  </a:cubicBezTo>
                  <a:cubicBezTo>
                    <a:pt x="150" y="137"/>
                    <a:pt x="159" y="142"/>
                    <a:pt x="158" y="147"/>
                  </a:cubicBezTo>
                  <a:cubicBezTo>
                    <a:pt x="159" y="147"/>
                    <a:pt x="160" y="148"/>
                    <a:pt x="160" y="148"/>
                  </a:cubicBezTo>
                  <a:cubicBezTo>
                    <a:pt x="161" y="147"/>
                    <a:pt x="161" y="147"/>
                    <a:pt x="162" y="147"/>
                  </a:cubicBezTo>
                  <a:cubicBezTo>
                    <a:pt x="165" y="147"/>
                    <a:pt x="166" y="144"/>
                    <a:pt x="168" y="144"/>
                  </a:cubicBezTo>
                  <a:cubicBezTo>
                    <a:pt x="166" y="142"/>
                    <a:pt x="165" y="144"/>
                    <a:pt x="165" y="141"/>
                  </a:cubicBezTo>
                  <a:cubicBezTo>
                    <a:pt x="165" y="138"/>
                    <a:pt x="163" y="138"/>
                    <a:pt x="161" y="137"/>
                  </a:cubicBezTo>
                  <a:cubicBezTo>
                    <a:pt x="162" y="135"/>
                    <a:pt x="164" y="136"/>
                    <a:pt x="163" y="134"/>
                  </a:cubicBezTo>
                  <a:cubicBezTo>
                    <a:pt x="162" y="132"/>
                    <a:pt x="158" y="131"/>
                    <a:pt x="159" y="129"/>
                  </a:cubicBezTo>
                  <a:cubicBezTo>
                    <a:pt x="158" y="129"/>
                    <a:pt x="157" y="129"/>
                    <a:pt x="155" y="129"/>
                  </a:cubicBezTo>
                  <a:cubicBezTo>
                    <a:pt x="156" y="128"/>
                    <a:pt x="156" y="127"/>
                    <a:pt x="156" y="126"/>
                  </a:cubicBezTo>
                  <a:cubicBezTo>
                    <a:pt x="154" y="126"/>
                    <a:pt x="152" y="125"/>
                    <a:pt x="151" y="123"/>
                  </a:cubicBezTo>
                  <a:cubicBezTo>
                    <a:pt x="150" y="123"/>
                    <a:pt x="148" y="121"/>
                    <a:pt x="148" y="120"/>
                  </a:cubicBezTo>
                  <a:cubicBezTo>
                    <a:pt x="145" y="117"/>
                    <a:pt x="148" y="114"/>
                    <a:pt x="151" y="113"/>
                  </a:cubicBezTo>
                  <a:cubicBezTo>
                    <a:pt x="152" y="110"/>
                    <a:pt x="146" y="111"/>
                    <a:pt x="144" y="111"/>
                  </a:cubicBezTo>
                  <a:cubicBezTo>
                    <a:pt x="144" y="112"/>
                    <a:pt x="144" y="112"/>
                    <a:pt x="144" y="112"/>
                  </a:cubicBezTo>
                  <a:cubicBezTo>
                    <a:pt x="143" y="112"/>
                    <a:pt x="142" y="111"/>
                    <a:pt x="142" y="110"/>
                  </a:cubicBezTo>
                  <a:cubicBezTo>
                    <a:pt x="139" y="110"/>
                    <a:pt x="137" y="112"/>
                    <a:pt x="135" y="109"/>
                  </a:cubicBezTo>
                  <a:cubicBezTo>
                    <a:pt x="134" y="107"/>
                    <a:pt x="133" y="105"/>
                    <a:pt x="130" y="106"/>
                  </a:cubicBezTo>
                  <a:cubicBezTo>
                    <a:pt x="129" y="103"/>
                    <a:pt x="127" y="102"/>
                    <a:pt x="124" y="103"/>
                  </a:cubicBezTo>
                  <a:cubicBezTo>
                    <a:pt x="122" y="103"/>
                    <a:pt x="122" y="102"/>
                    <a:pt x="122" y="101"/>
                  </a:cubicBezTo>
                  <a:cubicBezTo>
                    <a:pt x="122" y="100"/>
                    <a:pt x="119" y="100"/>
                    <a:pt x="118" y="100"/>
                  </a:cubicBezTo>
                  <a:cubicBezTo>
                    <a:pt x="118" y="99"/>
                    <a:pt x="119" y="96"/>
                    <a:pt x="120" y="95"/>
                  </a:cubicBezTo>
                  <a:cubicBezTo>
                    <a:pt x="123" y="95"/>
                    <a:pt x="122" y="88"/>
                    <a:pt x="120" y="87"/>
                  </a:cubicBezTo>
                  <a:cubicBezTo>
                    <a:pt x="123" y="87"/>
                    <a:pt x="126" y="87"/>
                    <a:pt x="128" y="87"/>
                  </a:cubicBezTo>
                  <a:cubicBezTo>
                    <a:pt x="129" y="86"/>
                    <a:pt x="127" y="85"/>
                    <a:pt x="127" y="83"/>
                  </a:cubicBezTo>
                  <a:cubicBezTo>
                    <a:pt x="129" y="83"/>
                    <a:pt x="131" y="83"/>
                    <a:pt x="133" y="83"/>
                  </a:cubicBezTo>
                  <a:cubicBezTo>
                    <a:pt x="134" y="87"/>
                    <a:pt x="135" y="89"/>
                    <a:pt x="139" y="89"/>
                  </a:cubicBezTo>
                  <a:cubicBezTo>
                    <a:pt x="141" y="89"/>
                    <a:pt x="142" y="89"/>
                    <a:pt x="142" y="87"/>
                  </a:cubicBezTo>
                  <a:cubicBezTo>
                    <a:pt x="143" y="84"/>
                    <a:pt x="144" y="84"/>
                    <a:pt x="146" y="82"/>
                  </a:cubicBezTo>
                  <a:cubicBezTo>
                    <a:pt x="148" y="81"/>
                    <a:pt x="151" y="79"/>
                    <a:pt x="153" y="78"/>
                  </a:cubicBezTo>
                  <a:cubicBezTo>
                    <a:pt x="155" y="77"/>
                    <a:pt x="158" y="77"/>
                    <a:pt x="160" y="76"/>
                  </a:cubicBezTo>
                  <a:cubicBezTo>
                    <a:pt x="163" y="76"/>
                    <a:pt x="162" y="67"/>
                    <a:pt x="166" y="71"/>
                  </a:cubicBezTo>
                  <a:cubicBezTo>
                    <a:pt x="166" y="70"/>
                    <a:pt x="166" y="67"/>
                    <a:pt x="168" y="68"/>
                  </a:cubicBezTo>
                  <a:cubicBezTo>
                    <a:pt x="172" y="68"/>
                    <a:pt x="174" y="71"/>
                    <a:pt x="178" y="70"/>
                  </a:cubicBezTo>
                  <a:cubicBezTo>
                    <a:pt x="179" y="69"/>
                    <a:pt x="178" y="68"/>
                    <a:pt x="177" y="67"/>
                  </a:cubicBezTo>
                  <a:cubicBezTo>
                    <a:pt x="179" y="67"/>
                    <a:pt x="180" y="68"/>
                    <a:pt x="182" y="68"/>
                  </a:cubicBezTo>
                  <a:cubicBezTo>
                    <a:pt x="182" y="67"/>
                    <a:pt x="182" y="66"/>
                    <a:pt x="182" y="65"/>
                  </a:cubicBezTo>
                  <a:cubicBezTo>
                    <a:pt x="183" y="64"/>
                    <a:pt x="184" y="64"/>
                    <a:pt x="184" y="63"/>
                  </a:cubicBezTo>
                  <a:cubicBezTo>
                    <a:pt x="184" y="62"/>
                    <a:pt x="181" y="59"/>
                    <a:pt x="182" y="59"/>
                  </a:cubicBezTo>
                  <a:cubicBezTo>
                    <a:pt x="184" y="58"/>
                    <a:pt x="186" y="59"/>
                    <a:pt x="187" y="59"/>
                  </a:cubicBezTo>
                  <a:cubicBezTo>
                    <a:pt x="189" y="60"/>
                    <a:pt x="189" y="62"/>
                    <a:pt x="192" y="62"/>
                  </a:cubicBezTo>
                  <a:cubicBezTo>
                    <a:pt x="192" y="61"/>
                    <a:pt x="192" y="60"/>
                    <a:pt x="192" y="59"/>
                  </a:cubicBezTo>
                  <a:cubicBezTo>
                    <a:pt x="192" y="59"/>
                    <a:pt x="192" y="59"/>
                    <a:pt x="192" y="59"/>
                  </a:cubicBezTo>
                  <a:cubicBezTo>
                    <a:pt x="193" y="57"/>
                    <a:pt x="192" y="53"/>
                    <a:pt x="196" y="55"/>
                  </a:cubicBezTo>
                  <a:cubicBezTo>
                    <a:pt x="196" y="53"/>
                    <a:pt x="199" y="53"/>
                    <a:pt x="201" y="53"/>
                  </a:cubicBezTo>
                  <a:cubicBezTo>
                    <a:pt x="200" y="52"/>
                    <a:pt x="200" y="51"/>
                    <a:pt x="198" y="51"/>
                  </a:cubicBezTo>
                  <a:cubicBezTo>
                    <a:pt x="198" y="49"/>
                    <a:pt x="202" y="48"/>
                    <a:pt x="202" y="47"/>
                  </a:cubicBezTo>
                  <a:cubicBezTo>
                    <a:pt x="205" y="44"/>
                    <a:pt x="206" y="42"/>
                    <a:pt x="206" y="38"/>
                  </a:cubicBezTo>
                  <a:cubicBezTo>
                    <a:pt x="201" y="37"/>
                    <a:pt x="205" y="35"/>
                    <a:pt x="204" y="33"/>
                  </a:cubicBezTo>
                  <a:cubicBezTo>
                    <a:pt x="206" y="33"/>
                    <a:pt x="208" y="33"/>
                    <a:pt x="209" y="33"/>
                  </a:cubicBezTo>
                  <a:cubicBezTo>
                    <a:pt x="209" y="31"/>
                    <a:pt x="210" y="29"/>
                    <a:pt x="209" y="27"/>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2" name="Rectangle 81">
              <a:extLst>
                <a:ext uri="{FF2B5EF4-FFF2-40B4-BE49-F238E27FC236}">
                  <a16:creationId xmlns:a16="http://schemas.microsoft.com/office/drawing/2014/main" id="{551416F2-D47B-4091-B14A-C6085917697F}"/>
                </a:ext>
              </a:extLst>
            </p:cNvPr>
            <p:cNvSpPr>
              <a:spLocks noChangeArrowheads="1"/>
            </p:cNvSpPr>
            <p:nvPr/>
          </p:nvSpPr>
          <p:spPr bwMode="auto">
            <a:xfrm>
              <a:off x="4737101" y="3333751"/>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3" name="Freeform 333">
              <a:extLst>
                <a:ext uri="{FF2B5EF4-FFF2-40B4-BE49-F238E27FC236}">
                  <a16:creationId xmlns:a16="http://schemas.microsoft.com/office/drawing/2014/main" id="{66FF7C50-82EB-461D-9886-AEC2B07B68E7}"/>
                </a:ext>
              </a:extLst>
            </p:cNvPr>
            <p:cNvSpPr>
              <a:spLocks/>
            </p:cNvSpPr>
            <p:nvPr/>
          </p:nvSpPr>
          <p:spPr bwMode="auto">
            <a:xfrm>
              <a:off x="4676776" y="3425826"/>
              <a:ext cx="41275" cy="14288"/>
            </a:xfrm>
            <a:custGeom>
              <a:avLst/>
              <a:gdLst>
                <a:gd name="T0" fmla="*/ 0 w 26"/>
                <a:gd name="T1" fmla="*/ 0 h 9"/>
                <a:gd name="T2" fmla="*/ 26 w 26"/>
                <a:gd name="T3" fmla="*/ 9 h 9"/>
                <a:gd name="T4" fmla="*/ 0 w 26"/>
                <a:gd name="T5" fmla="*/ 0 h 9"/>
                <a:gd name="T6" fmla="*/ 0 w 26"/>
                <a:gd name="T7" fmla="*/ 0 h 9"/>
              </a:gdLst>
              <a:ahLst/>
              <a:cxnLst>
                <a:cxn ang="0">
                  <a:pos x="T0" y="T1"/>
                </a:cxn>
                <a:cxn ang="0">
                  <a:pos x="T2" y="T3"/>
                </a:cxn>
                <a:cxn ang="0">
                  <a:pos x="T4" y="T5"/>
                </a:cxn>
                <a:cxn ang="0">
                  <a:pos x="T6" y="T7"/>
                </a:cxn>
              </a:cxnLst>
              <a:rect l="0" t="0" r="r" b="b"/>
              <a:pathLst>
                <a:path w="26" h="9">
                  <a:moveTo>
                    <a:pt x="0" y="0"/>
                  </a:moveTo>
                  <a:lnTo>
                    <a:pt x="26" y="9"/>
                  </a:ln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4" name="Freeform 334">
              <a:extLst>
                <a:ext uri="{FF2B5EF4-FFF2-40B4-BE49-F238E27FC236}">
                  <a16:creationId xmlns:a16="http://schemas.microsoft.com/office/drawing/2014/main" id="{13FAF8EC-3C68-4543-9036-1AAD5BC38928}"/>
                </a:ext>
              </a:extLst>
            </p:cNvPr>
            <p:cNvSpPr>
              <a:spLocks/>
            </p:cNvSpPr>
            <p:nvPr/>
          </p:nvSpPr>
          <p:spPr bwMode="auto">
            <a:xfrm>
              <a:off x="4743451" y="3341688"/>
              <a:ext cx="3175" cy="6350"/>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1"/>
                    <a:pt x="0" y="1"/>
                    <a:pt x="0" y="0"/>
                  </a:cubicBezTo>
                  <a:cubicBezTo>
                    <a:pt x="0" y="1"/>
                    <a:pt x="0" y="1"/>
                    <a:pt x="1" y="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5" name="Freeform 335">
              <a:extLst>
                <a:ext uri="{FF2B5EF4-FFF2-40B4-BE49-F238E27FC236}">
                  <a16:creationId xmlns:a16="http://schemas.microsoft.com/office/drawing/2014/main" id="{69DD35DC-14A5-4FAD-A3A1-0A5B05BF7976}"/>
                </a:ext>
              </a:extLst>
            </p:cNvPr>
            <p:cNvSpPr>
              <a:spLocks/>
            </p:cNvSpPr>
            <p:nvPr/>
          </p:nvSpPr>
          <p:spPr bwMode="auto">
            <a:xfrm>
              <a:off x="3159126" y="2955926"/>
              <a:ext cx="1481138" cy="968375"/>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6" name="Rectangle 85">
              <a:extLst>
                <a:ext uri="{FF2B5EF4-FFF2-40B4-BE49-F238E27FC236}">
                  <a16:creationId xmlns:a16="http://schemas.microsoft.com/office/drawing/2014/main" id="{1CAF5100-88F0-4835-882E-D709186899BA}"/>
                </a:ext>
              </a:extLst>
            </p:cNvPr>
            <p:cNvSpPr>
              <a:spLocks noChangeArrowheads="1"/>
            </p:cNvSpPr>
            <p:nvPr/>
          </p:nvSpPr>
          <p:spPr bwMode="auto">
            <a:xfrm>
              <a:off x="3830638" y="2333626"/>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7" name="Freeform 337">
              <a:extLst>
                <a:ext uri="{FF2B5EF4-FFF2-40B4-BE49-F238E27FC236}">
                  <a16:creationId xmlns:a16="http://schemas.microsoft.com/office/drawing/2014/main" id="{10E34E87-602E-478F-A829-D260C4445C81}"/>
                </a:ext>
              </a:extLst>
            </p:cNvPr>
            <p:cNvSpPr>
              <a:spLocks/>
            </p:cNvSpPr>
            <p:nvPr/>
          </p:nvSpPr>
          <p:spPr bwMode="auto">
            <a:xfrm>
              <a:off x="3679826" y="2212976"/>
              <a:ext cx="3175"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8" name="Freeform 338">
              <a:extLst>
                <a:ext uri="{FF2B5EF4-FFF2-40B4-BE49-F238E27FC236}">
                  <a16:creationId xmlns:a16="http://schemas.microsoft.com/office/drawing/2014/main" id="{C15F0AAD-91C6-435F-99A2-FF131BB4E448}"/>
                </a:ext>
              </a:extLst>
            </p:cNvPr>
            <p:cNvSpPr>
              <a:spLocks/>
            </p:cNvSpPr>
            <p:nvPr/>
          </p:nvSpPr>
          <p:spPr bwMode="auto">
            <a:xfrm>
              <a:off x="3675063" y="22098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89" name="Freeform 339">
              <a:extLst>
                <a:ext uri="{FF2B5EF4-FFF2-40B4-BE49-F238E27FC236}">
                  <a16:creationId xmlns:a16="http://schemas.microsoft.com/office/drawing/2014/main" id="{C4255A5E-1275-4438-946F-FD5CD1713E01}"/>
                </a:ext>
              </a:extLst>
            </p:cNvPr>
            <p:cNvSpPr>
              <a:spLocks/>
            </p:cNvSpPr>
            <p:nvPr/>
          </p:nvSpPr>
          <p:spPr bwMode="auto">
            <a:xfrm>
              <a:off x="3657601" y="2163763"/>
              <a:ext cx="3175"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0" name="Freeform 340">
              <a:extLst>
                <a:ext uri="{FF2B5EF4-FFF2-40B4-BE49-F238E27FC236}">
                  <a16:creationId xmlns:a16="http://schemas.microsoft.com/office/drawing/2014/main" id="{8AB5EAE9-0398-43C3-B328-1421BB07BCE6}"/>
                </a:ext>
              </a:extLst>
            </p:cNvPr>
            <p:cNvSpPr>
              <a:spLocks/>
            </p:cNvSpPr>
            <p:nvPr/>
          </p:nvSpPr>
          <p:spPr bwMode="auto">
            <a:xfrm>
              <a:off x="6275388" y="3117851"/>
              <a:ext cx="279400" cy="307975"/>
            </a:xfrm>
            <a:custGeom>
              <a:avLst/>
              <a:gdLst>
                <a:gd name="T0" fmla="*/ 72 w 79"/>
                <a:gd name="T1" fmla="*/ 17 h 87"/>
                <a:gd name="T2" fmla="*/ 74 w 79"/>
                <a:gd name="T3" fmla="*/ 11 h 87"/>
                <a:gd name="T4" fmla="*/ 69 w 79"/>
                <a:gd name="T5" fmla="*/ 1 h 87"/>
                <a:gd name="T6" fmla="*/ 64 w 79"/>
                <a:gd name="T7" fmla="*/ 4 h 87"/>
                <a:gd name="T8" fmla="*/ 63 w 79"/>
                <a:gd name="T9" fmla="*/ 8 h 87"/>
                <a:gd name="T10" fmla="*/ 54 w 79"/>
                <a:gd name="T11" fmla="*/ 9 h 87"/>
                <a:gd name="T12" fmla="*/ 50 w 79"/>
                <a:gd name="T13" fmla="*/ 9 h 87"/>
                <a:gd name="T14" fmla="*/ 46 w 79"/>
                <a:gd name="T15" fmla="*/ 9 h 87"/>
                <a:gd name="T16" fmla="*/ 37 w 79"/>
                <a:gd name="T17" fmla="*/ 10 h 87"/>
                <a:gd name="T18" fmla="*/ 34 w 79"/>
                <a:gd name="T19" fmla="*/ 16 h 87"/>
                <a:gd name="T20" fmla="*/ 28 w 79"/>
                <a:gd name="T21" fmla="*/ 24 h 87"/>
                <a:gd name="T22" fmla="*/ 20 w 79"/>
                <a:gd name="T23" fmla="*/ 21 h 87"/>
                <a:gd name="T24" fmla="*/ 17 w 79"/>
                <a:gd name="T25" fmla="*/ 23 h 87"/>
                <a:gd name="T26" fmla="*/ 14 w 79"/>
                <a:gd name="T27" fmla="*/ 30 h 87"/>
                <a:gd name="T28" fmla="*/ 10 w 79"/>
                <a:gd name="T29" fmla="*/ 34 h 87"/>
                <a:gd name="T30" fmla="*/ 9 w 79"/>
                <a:gd name="T31" fmla="*/ 45 h 87"/>
                <a:gd name="T32" fmla="*/ 4 w 79"/>
                <a:gd name="T33" fmla="*/ 55 h 87"/>
                <a:gd name="T34" fmla="*/ 2 w 79"/>
                <a:gd name="T35" fmla="*/ 62 h 87"/>
                <a:gd name="T36" fmla="*/ 2 w 79"/>
                <a:gd name="T37" fmla="*/ 69 h 87"/>
                <a:gd name="T38" fmla="*/ 0 w 79"/>
                <a:gd name="T39" fmla="*/ 75 h 87"/>
                <a:gd name="T40" fmla="*/ 9 w 79"/>
                <a:gd name="T41" fmla="*/ 77 h 87"/>
                <a:gd name="T42" fmla="*/ 18 w 79"/>
                <a:gd name="T43" fmla="*/ 77 h 87"/>
                <a:gd name="T44" fmla="*/ 22 w 79"/>
                <a:gd name="T45" fmla="*/ 79 h 87"/>
                <a:gd name="T46" fmla="*/ 28 w 79"/>
                <a:gd name="T47" fmla="*/ 78 h 87"/>
                <a:gd name="T48" fmla="*/ 39 w 79"/>
                <a:gd name="T49" fmla="*/ 83 h 87"/>
                <a:gd name="T50" fmla="*/ 52 w 79"/>
                <a:gd name="T51" fmla="*/ 86 h 87"/>
                <a:gd name="T52" fmla="*/ 60 w 79"/>
                <a:gd name="T53" fmla="*/ 68 h 87"/>
                <a:gd name="T54" fmla="*/ 63 w 79"/>
                <a:gd name="T55" fmla="*/ 61 h 87"/>
                <a:gd name="T56" fmla="*/ 64 w 79"/>
                <a:gd name="T57" fmla="*/ 58 h 87"/>
                <a:gd name="T58" fmla="*/ 67 w 79"/>
                <a:gd name="T59" fmla="*/ 52 h 87"/>
                <a:gd name="T60" fmla="*/ 70 w 79"/>
                <a:gd name="T61" fmla="*/ 46 h 87"/>
                <a:gd name="T62" fmla="*/ 73 w 79"/>
                <a:gd name="T63" fmla="*/ 41 h 87"/>
                <a:gd name="T64" fmla="*/ 78 w 79"/>
                <a:gd name="T65" fmla="*/ 32 h 87"/>
                <a:gd name="T66" fmla="*/ 79 w 79"/>
                <a:gd name="T67" fmla="*/ 26 h 87"/>
                <a:gd name="T68" fmla="*/ 72 w 79"/>
                <a:gd name="T69"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87">
                  <a:moveTo>
                    <a:pt x="72" y="23"/>
                  </a:moveTo>
                  <a:cubicBezTo>
                    <a:pt x="72" y="21"/>
                    <a:pt x="72" y="19"/>
                    <a:pt x="72" y="17"/>
                  </a:cubicBezTo>
                  <a:cubicBezTo>
                    <a:pt x="73" y="16"/>
                    <a:pt x="74" y="16"/>
                    <a:pt x="74" y="15"/>
                  </a:cubicBezTo>
                  <a:cubicBezTo>
                    <a:pt x="74" y="15"/>
                    <a:pt x="74" y="12"/>
                    <a:pt x="74" y="11"/>
                  </a:cubicBezTo>
                  <a:cubicBezTo>
                    <a:pt x="73" y="10"/>
                    <a:pt x="71" y="9"/>
                    <a:pt x="69" y="9"/>
                  </a:cubicBezTo>
                  <a:cubicBezTo>
                    <a:pt x="69" y="7"/>
                    <a:pt x="69" y="4"/>
                    <a:pt x="69" y="1"/>
                  </a:cubicBezTo>
                  <a:cubicBezTo>
                    <a:pt x="68" y="1"/>
                    <a:pt x="68" y="1"/>
                    <a:pt x="68" y="0"/>
                  </a:cubicBezTo>
                  <a:cubicBezTo>
                    <a:pt x="67" y="0"/>
                    <a:pt x="65" y="4"/>
                    <a:pt x="64" y="4"/>
                  </a:cubicBezTo>
                  <a:cubicBezTo>
                    <a:pt x="64" y="5"/>
                    <a:pt x="64" y="5"/>
                    <a:pt x="63" y="6"/>
                  </a:cubicBezTo>
                  <a:cubicBezTo>
                    <a:pt x="63" y="6"/>
                    <a:pt x="63" y="7"/>
                    <a:pt x="63" y="8"/>
                  </a:cubicBezTo>
                  <a:cubicBezTo>
                    <a:pt x="62" y="9"/>
                    <a:pt x="60" y="8"/>
                    <a:pt x="59" y="8"/>
                  </a:cubicBezTo>
                  <a:cubicBezTo>
                    <a:pt x="57" y="8"/>
                    <a:pt x="56" y="9"/>
                    <a:pt x="54" y="9"/>
                  </a:cubicBezTo>
                  <a:cubicBezTo>
                    <a:pt x="53" y="10"/>
                    <a:pt x="53" y="10"/>
                    <a:pt x="52" y="10"/>
                  </a:cubicBezTo>
                  <a:cubicBezTo>
                    <a:pt x="51" y="10"/>
                    <a:pt x="52" y="9"/>
                    <a:pt x="50" y="9"/>
                  </a:cubicBezTo>
                  <a:cubicBezTo>
                    <a:pt x="50" y="9"/>
                    <a:pt x="49" y="10"/>
                    <a:pt x="49" y="10"/>
                  </a:cubicBezTo>
                  <a:cubicBezTo>
                    <a:pt x="48" y="10"/>
                    <a:pt x="47" y="10"/>
                    <a:pt x="46" y="9"/>
                  </a:cubicBezTo>
                  <a:cubicBezTo>
                    <a:pt x="45" y="9"/>
                    <a:pt x="43" y="9"/>
                    <a:pt x="42" y="9"/>
                  </a:cubicBezTo>
                  <a:cubicBezTo>
                    <a:pt x="40" y="9"/>
                    <a:pt x="39" y="9"/>
                    <a:pt x="37" y="10"/>
                  </a:cubicBezTo>
                  <a:cubicBezTo>
                    <a:pt x="35" y="10"/>
                    <a:pt x="33" y="10"/>
                    <a:pt x="32" y="12"/>
                  </a:cubicBezTo>
                  <a:cubicBezTo>
                    <a:pt x="34" y="12"/>
                    <a:pt x="35" y="14"/>
                    <a:pt x="34" y="16"/>
                  </a:cubicBezTo>
                  <a:cubicBezTo>
                    <a:pt x="33" y="17"/>
                    <a:pt x="32" y="17"/>
                    <a:pt x="31" y="18"/>
                  </a:cubicBezTo>
                  <a:cubicBezTo>
                    <a:pt x="29" y="20"/>
                    <a:pt x="29" y="22"/>
                    <a:pt x="28" y="24"/>
                  </a:cubicBezTo>
                  <a:cubicBezTo>
                    <a:pt x="26" y="24"/>
                    <a:pt x="25" y="23"/>
                    <a:pt x="23" y="22"/>
                  </a:cubicBezTo>
                  <a:cubicBezTo>
                    <a:pt x="22" y="21"/>
                    <a:pt x="21" y="21"/>
                    <a:pt x="20" y="21"/>
                  </a:cubicBezTo>
                  <a:cubicBezTo>
                    <a:pt x="20" y="22"/>
                    <a:pt x="20" y="22"/>
                    <a:pt x="20" y="22"/>
                  </a:cubicBezTo>
                  <a:cubicBezTo>
                    <a:pt x="18" y="22"/>
                    <a:pt x="18" y="22"/>
                    <a:pt x="17" y="23"/>
                  </a:cubicBezTo>
                  <a:cubicBezTo>
                    <a:pt x="16" y="24"/>
                    <a:pt x="15" y="25"/>
                    <a:pt x="14" y="26"/>
                  </a:cubicBezTo>
                  <a:cubicBezTo>
                    <a:pt x="14" y="27"/>
                    <a:pt x="14" y="29"/>
                    <a:pt x="14" y="30"/>
                  </a:cubicBezTo>
                  <a:cubicBezTo>
                    <a:pt x="14" y="31"/>
                    <a:pt x="13" y="32"/>
                    <a:pt x="12" y="33"/>
                  </a:cubicBezTo>
                  <a:cubicBezTo>
                    <a:pt x="12" y="33"/>
                    <a:pt x="11" y="33"/>
                    <a:pt x="10" y="34"/>
                  </a:cubicBezTo>
                  <a:cubicBezTo>
                    <a:pt x="11" y="36"/>
                    <a:pt x="11" y="37"/>
                    <a:pt x="10" y="39"/>
                  </a:cubicBezTo>
                  <a:cubicBezTo>
                    <a:pt x="10" y="41"/>
                    <a:pt x="10" y="43"/>
                    <a:pt x="9" y="45"/>
                  </a:cubicBezTo>
                  <a:cubicBezTo>
                    <a:pt x="8" y="45"/>
                    <a:pt x="6" y="44"/>
                    <a:pt x="4" y="44"/>
                  </a:cubicBezTo>
                  <a:cubicBezTo>
                    <a:pt x="4" y="48"/>
                    <a:pt x="4" y="51"/>
                    <a:pt x="4" y="55"/>
                  </a:cubicBezTo>
                  <a:cubicBezTo>
                    <a:pt x="4" y="57"/>
                    <a:pt x="3" y="58"/>
                    <a:pt x="2" y="60"/>
                  </a:cubicBezTo>
                  <a:cubicBezTo>
                    <a:pt x="2" y="61"/>
                    <a:pt x="2" y="61"/>
                    <a:pt x="2" y="62"/>
                  </a:cubicBezTo>
                  <a:cubicBezTo>
                    <a:pt x="2" y="63"/>
                    <a:pt x="2" y="63"/>
                    <a:pt x="2" y="63"/>
                  </a:cubicBezTo>
                  <a:cubicBezTo>
                    <a:pt x="3" y="65"/>
                    <a:pt x="2" y="67"/>
                    <a:pt x="2" y="69"/>
                  </a:cubicBezTo>
                  <a:cubicBezTo>
                    <a:pt x="2" y="70"/>
                    <a:pt x="3" y="72"/>
                    <a:pt x="2" y="72"/>
                  </a:cubicBezTo>
                  <a:cubicBezTo>
                    <a:pt x="1" y="74"/>
                    <a:pt x="0" y="74"/>
                    <a:pt x="0" y="75"/>
                  </a:cubicBezTo>
                  <a:cubicBezTo>
                    <a:pt x="3" y="76"/>
                    <a:pt x="4" y="76"/>
                    <a:pt x="7" y="76"/>
                  </a:cubicBezTo>
                  <a:cubicBezTo>
                    <a:pt x="8" y="77"/>
                    <a:pt x="8" y="77"/>
                    <a:pt x="9" y="77"/>
                  </a:cubicBezTo>
                  <a:cubicBezTo>
                    <a:pt x="10" y="78"/>
                    <a:pt x="12" y="78"/>
                    <a:pt x="13" y="78"/>
                  </a:cubicBezTo>
                  <a:cubicBezTo>
                    <a:pt x="14" y="78"/>
                    <a:pt x="16" y="77"/>
                    <a:pt x="18" y="77"/>
                  </a:cubicBezTo>
                  <a:cubicBezTo>
                    <a:pt x="18" y="77"/>
                    <a:pt x="18" y="76"/>
                    <a:pt x="19" y="76"/>
                  </a:cubicBezTo>
                  <a:cubicBezTo>
                    <a:pt x="20" y="76"/>
                    <a:pt x="22" y="78"/>
                    <a:pt x="22" y="79"/>
                  </a:cubicBezTo>
                  <a:cubicBezTo>
                    <a:pt x="23" y="80"/>
                    <a:pt x="25" y="82"/>
                    <a:pt x="26" y="82"/>
                  </a:cubicBezTo>
                  <a:cubicBezTo>
                    <a:pt x="29" y="82"/>
                    <a:pt x="28" y="80"/>
                    <a:pt x="28" y="78"/>
                  </a:cubicBezTo>
                  <a:cubicBezTo>
                    <a:pt x="30" y="78"/>
                    <a:pt x="34" y="77"/>
                    <a:pt x="35" y="78"/>
                  </a:cubicBezTo>
                  <a:cubicBezTo>
                    <a:pt x="37" y="79"/>
                    <a:pt x="37" y="83"/>
                    <a:pt x="39" y="83"/>
                  </a:cubicBezTo>
                  <a:cubicBezTo>
                    <a:pt x="39" y="80"/>
                    <a:pt x="44" y="80"/>
                    <a:pt x="46" y="81"/>
                  </a:cubicBezTo>
                  <a:cubicBezTo>
                    <a:pt x="49" y="82"/>
                    <a:pt x="51" y="84"/>
                    <a:pt x="52" y="86"/>
                  </a:cubicBezTo>
                  <a:cubicBezTo>
                    <a:pt x="56" y="87"/>
                    <a:pt x="58" y="74"/>
                    <a:pt x="59" y="72"/>
                  </a:cubicBezTo>
                  <a:cubicBezTo>
                    <a:pt x="59" y="71"/>
                    <a:pt x="59" y="69"/>
                    <a:pt x="60" y="68"/>
                  </a:cubicBezTo>
                  <a:cubicBezTo>
                    <a:pt x="60" y="67"/>
                    <a:pt x="61" y="66"/>
                    <a:pt x="62" y="65"/>
                  </a:cubicBezTo>
                  <a:cubicBezTo>
                    <a:pt x="62" y="64"/>
                    <a:pt x="62" y="63"/>
                    <a:pt x="63" y="61"/>
                  </a:cubicBezTo>
                  <a:cubicBezTo>
                    <a:pt x="63" y="61"/>
                    <a:pt x="64" y="61"/>
                    <a:pt x="64" y="60"/>
                  </a:cubicBezTo>
                  <a:cubicBezTo>
                    <a:pt x="64" y="59"/>
                    <a:pt x="64" y="59"/>
                    <a:pt x="64" y="58"/>
                  </a:cubicBezTo>
                  <a:cubicBezTo>
                    <a:pt x="64" y="56"/>
                    <a:pt x="65" y="56"/>
                    <a:pt x="65" y="55"/>
                  </a:cubicBezTo>
                  <a:cubicBezTo>
                    <a:pt x="66" y="53"/>
                    <a:pt x="65" y="53"/>
                    <a:pt x="67" y="52"/>
                  </a:cubicBezTo>
                  <a:cubicBezTo>
                    <a:pt x="68" y="52"/>
                    <a:pt x="70" y="52"/>
                    <a:pt x="70" y="50"/>
                  </a:cubicBezTo>
                  <a:cubicBezTo>
                    <a:pt x="71" y="49"/>
                    <a:pt x="70" y="47"/>
                    <a:pt x="70" y="46"/>
                  </a:cubicBezTo>
                  <a:cubicBezTo>
                    <a:pt x="72" y="46"/>
                    <a:pt x="73" y="45"/>
                    <a:pt x="73" y="44"/>
                  </a:cubicBezTo>
                  <a:cubicBezTo>
                    <a:pt x="73" y="43"/>
                    <a:pt x="73" y="42"/>
                    <a:pt x="73" y="41"/>
                  </a:cubicBezTo>
                  <a:cubicBezTo>
                    <a:pt x="74" y="39"/>
                    <a:pt x="76" y="39"/>
                    <a:pt x="77" y="37"/>
                  </a:cubicBezTo>
                  <a:cubicBezTo>
                    <a:pt x="78" y="36"/>
                    <a:pt x="77" y="34"/>
                    <a:pt x="78" y="32"/>
                  </a:cubicBezTo>
                  <a:cubicBezTo>
                    <a:pt x="79" y="31"/>
                    <a:pt x="79" y="30"/>
                    <a:pt x="79" y="30"/>
                  </a:cubicBezTo>
                  <a:cubicBezTo>
                    <a:pt x="79" y="29"/>
                    <a:pt x="79" y="28"/>
                    <a:pt x="79" y="26"/>
                  </a:cubicBezTo>
                  <a:cubicBezTo>
                    <a:pt x="77" y="26"/>
                    <a:pt x="77" y="26"/>
                    <a:pt x="75" y="25"/>
                  </a:cubicBezTo>
                  <a:cubicBezTo>
                    <a:pt x="74" y="24"/>
                    <a:pt x="73" y="23"/>
                    <a:pt x="72" y="23"/>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1" name="Freeform 341">
              <a:extLst>
                <a:ext uri="{FF2B5EF4-FFF2-40B4-BE49-F238E27FC236}">
                  <a16:creationId xmlns:a16="http://schemas.microsoft.com/office/drawing/2014/main" id="{FAD7CE86-E81F-41CC-9B93-DF524619D4D2}"/>
                </a:ext>
              </a:extLst>
            </p:cNvPr>
            <p:cNvSpPr>
              <a:spLocks/>
            </p:cNvSpPr>
            <p:nvPr/>
          </p:nvSpPr>
          <p:spPr bwMode="auto">
            <a:xfrm>
              <a:off x="5457826" y="289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2" name="Freeform 342">
              <a:extLst>
                <a:ext uri="{FF2B5EF4-FFF2-40B4-BE49-F238E27FC236}">
                  <a16:creationId xmlns:a16="http://schemas.microsoft.com/office/drawing/2014/main" id="{EE7593B1-90F9-45AA-9F82-4BA142F11827}"/>
                </a:ext>
              </a:extLst>
            </p:cNvPr>
            <p:cNvSpPr>
              <a:spLocks/>
            </p:cNvSpPr>
            <p:nvPr/>
          </p:nvSpPr>
          <p:spPr bwMode="auto">
            <a:xfrm>
              <a:off x="5454651" y="2895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3" name="Freeform 343">
              <a:extLst>
                <a:ext uri="{FF2B5EF4-FFF2-40B4-BE49-F238E27FC236}">
                  <a16:creationId xmlns:a16="http://schemas.microsoft.com/office/drawing/2014/main" id="{158E3DC8-6421-4D45-8A9E-71410100E608}"/>
                </a:ext>
              </a:extLst>
            </p:cNvPr>
            <p:cNvSpPr>
              <a:spLocks/>
            </p:cNvSpPr>
            <p:nvPr/>
          </p:nvSpPr>
          <p:spPr bwMode="auto">
            <a:xfrm>
              <a:off x="5454651" y="2881313"/>
              <a:ext cx="3175" cy="7938"/>
            </a:xfrm>
            <a:custGeom>
              <a:avLst/>
              <a:gdLst>
                <a:gd name="T0" fmla="*/ 1 w 1"/>
                <a:gd name="T1" fmla="*/ 2 h 2"/>
                <a:gd name="T2" fmla="*/ 0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0" y="0"/>
                  </a:cubicBezTo>
                  <a:cubicBezTo>
                    <a:pt x="0" y="0"/>
                    <a:pt x="0" y="0"/>
                    <a:pt x="0" y="0"/>
                  </a:cubicBezTo>
                  <a:cubicBezTo>
                    <a:pt x="1" y="1"/>
                    <a:pt x="1" y="1"/>
                    <a:pt x="1" y="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4" name="Freeform 344">
              <a:extLst>
                <a:ext uri="{FF2B5EF4-FFF2-40B4-BE49-F238E27FC236}">
                  <a16:creationId xmlns:a16="http://schemas.microsoft.com/office/drawing/2014/main" id="{B0DDA013-1B7F-4075-BA54-CD9A3F1A7F3E}"/>
                </a:ext>
              </a:extLst>
            </p:cNvPr>
            <p:cNvSpPr>
              <a:spLocks/>
            </p:cNvSpPr>
            <p:nvPr/>
          </p:nvSpPr>
          <p:spPr bwMode="auto">
            <a:xfrm>
              <a:off x="5457826" y="2889251"/>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5" name="Freeform 345">
              <a:extLst>
                <a:ext uri="{FF2B5EF4-FFF2-40B4-BE49-F238E27FC236}">
                  <a16:creationId xmlns:a16="http://schemas.microsoft.com/office/drawing/2014/main" id="{5AB9073D-EF99-4D50-9BF6-C8209BECEDA4}"/>
                </a:ext>
              </a:extLst>
            </p:cNvPr>
            <p:cNvSpPr>
              <a:spLocks/>
            </p:cNvSpPr>
            <p:nvPr/>
          </p:nvSpPr>
          <p:spPr bwMode="auto">
            <a:xfrm>
              <a:off x="5457826" y="28892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6" name="Freeform 346">
              <a:extLst>
                <a:ext uri="{FF2B5EF4-FFF2-40B4-BE49-F238E27FC236}">
                  <a16:creationId xmlns:a16="http://schemas.microsoft.com/office/drawing/2014/main" id="{59E8979D-C45C-4ED2-821C-E3A11BE073F1}"/>
                </a:ext>
              </a:extLst>
            </p:cNvPr>
            <p:cNvSpPr>
              <a:spLocks/>
            </p:cNvSpPr>
            <p:nvPr/>
          </p:nvSpPr>
          <p:spPr bwMode="auto">
            <a:xfrm>
              <a:off x="5584826" y="2898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7" name="Freeform 347">
              <a:extLst>
                <a:ext uri="{FF2B5EF4-FFF2-40B4-BE49-F238E27FC236}">
                  <a16:creationId xmlns:a16="http://schemas.microsoft.com/office/drawing/2014/main" id="{AB83058C-A1BF-487B-B6C0-7B15DA07A273}"/>
                </a:ext>
              </a:extLst>
            </p:cNvPr>
            <p:cNvSpPr>
              <a:spLocks/>
            </p:cNvSpPr>
            <p:nvPr/>
          </p:nvSpPr>
          <p:spPr bwMode="auto">
            <a:xfrm>
              <a:off x="5581651" y="2898776"/>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8" name="Freeform 348">
              <a:extLst>
                <a:ext uri="{FF2B5EF4-FFF2-40B4-BE49-F238E27FC236}">
                  <a16:creationId xmlns:a16="http://schemas.microsoft.com/office/drawing/2014/main" id="{3BBD216C-8444-4CC8-950C-20849C62B94D}"/>
                </a:ext>
              </a:extLst>
            </p:cNvPr>
            <p:cNvSpPr>
              <a:spLocks/>
            </p:cNvSpPr>
            <p:nvPr/>
          </p:nvSpPr>
          <p:spPr bwMode="auto">
            <a:xfrm>
              <a:off x="5581651" y="29035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99" name="Freeform 349">
              <a:extLst>
                <a:ext uri="{FF2B5EF4-FFF2-40B4-BE49-F238E27FC236}">
                  <a16:creationId xmlns:a16="http://schemas.microsoft.com/office/drawing/2014/main" id="{78E3A8DB-2F05-4E7D-A13D-11CA142C54AE}"/>
                </a:ext>
              </a:extLst>
            </p:cNvPr>
            <p:cNvSpPr>
              <a:spLocks/>
            </p:cNvSpPr>
            <p:nvPr/>
          </p:nvSpPr>
          <p:spPr bwMode="auto">
            <a:xfrm>
              <a:off x="5581651" y="29067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0" name="Freeform 350">
              <a:extLst>
                <a:ext uri="{FF2B5EF4-FFF2-40B4-BE49-F238E27FC236}">
                  <a16:creationId xmlns:a16="http://schemas.microsoft.com/office/drawing/2014/main" id="{564FC405-18B7-461E-B676-885B9139C9A1}"/>
                </a:ext>
              </a:extLst>
            </p:cNvPr>
            <p:cNvSpPr>
              <a:spLocks/>
            </p:cNvSpPr>
            <p:nvPr/>
          </p:nvSpPr>
          <p:spPr bwMode="auto">
            <a:xfrm>
              <a:off x="5588001" y="2898776"/>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1" name="Freeform 351">
              <a:extLst>
                <a:ext uri="{FF2B5EF4-FFF2-40B4-BE49-F238E27FC236}">
                  <a16:creationId xmlns:a16="http://schemas.microsoft.com/office/drawing/2014/main" id="{B19BFAC5-C74D-4D27-A4C5-2B521BC96888}"/>
                </a:ext>
              </a:extLst>
            </p:cNvPr>
            <p:cNvSpPr>
              <a:spLocks/>
            </p:cNvSpPr>
            <p:nvPr/>
          </p:nvSpPr>
          <p:spPr bwMode="auto">
            <a:xfrm>
              <a:off x="5581651" y="2898776"/>
              <a:ext cx="0" cy="476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2" name="Freeform 352">
              <a:extLst>
                <a:ext uri="{FF2B5EF4-FFF2-40B4-BE49-F238E27FC236}">
                  <a16:creationId xmlns:a16="http://schemas.microsoft.com/office/drawing/2014/main" id="{03CC496A-A847-4F4A-A52D-ED16AA50E1E6}"/>
                </a:ext>
              </a:extLst>
            </p:cNvPr>
            <p:cNvSpPr>
              <a:spLocks/>
            </p:cNvSpPr>
            <p:nvPr/>
          </p:nvSpPr>
          <p:spPr bwMode="auto">
            <a:xfrm>
              <a:off x="5129213" y="2898776"/>
              <a:ext cx="636588" cy="969963"/>
            </a:xfrm>
            <a:custGeom>
              <a:avLst/>
              <a:gdLst>
                <a:gd name="T0" fmla="*/ 162 w 180"/>
                <a:gd name="T1" fmla="*/ 22 h 274"/>
                <a:gd name="T2" fmla="*/ 131 w 180"/>
                <a:gd name="T3" fmla="*/ 12 h 274"/>
                <a:gd name="T4" fmla="*/ 114 w 180"/>
                <a:gd name="T5" fmla="*/ 2 h 274"/>
                <a:gd name="T6" fmla="*/ 92 w 180"/>
                <a:gd name="T7" fmla="*/ 0 h 274"/>
                <a:gd name="T8" fmla="*/ 102 w 180"/>
                <a:gd name="T9" fmla="*/ 26 h 274"/>
                <a:gd name="T10" fmla="*/ 102 w 180"/>
                <a:gd name="T11" fmla="*/ 26 h 274"/>
                <a:gd name="T12" fmla="*/ 102 w 180"/>
                <a:gd name="T13" fmla="*/ 26 h 274"/>
                <a:gd name="T14" fmla="*/ 101 w 180"/>
                <a:gd name="T15" fmla="*/ 26 h 274"/>
                <a:gd name="T16" fmla="*/ 101 w 180"/>
                <a:gd name="T17" fmla="*/ 27 h 274"/>
                <a:gd name="T18" fmla="*/ 101 w 180"/>
                <a:gd name="T19" fmla="*/ 27 h 274"/>
                <a:gd name="T20" fmla="*/ 101 w 180"/>
                <a:gd name="T21" fmla="*/ 27 h 274"/>
                <a:gd name="T22" fmla="*/ 100 w 180"/>
                <a:gd name="T23" fmla="*/ 27 h 274"/>
                <a:gd name="T24" fmla="*/ 100 w 180"/>
                <a:gd name="T25" fmla="*/ 27 h 274"/>
                <a:gd name="T26" fmla="*/ 100 w 180"/>
                <a:gd name="T27" fmla="*/ 27 h 274"/>
                <a:gd name="T28" fmla="*/ 100 w 180"/>
                <a:gd name="T29" fmla="*/ 28 h 274"/>
                <a:gd name="T30" fmla="*/ 100 w 180"/>
                <a:gd name="T31" fmla="*/ 28 h 274"/>
                <a:gd name="T32" fmla="*/ 99 w 180"/>
                <a:gd name="T33" fmla="*/ 28 h 274"/>
                <a:gd name="T34" fmla="*/ 99 w 180"/>
                <a:gd name="T35" fmla="*/ 28 h 274"/>
                <a:gd name="T36" fmla="*/ 99 w 180"/>
                <a:gd name="T37" fmla="*/ 28 h 274"/>
                <a:gd name="T38" fmla="*/ 99 w 180"/>
                <a:gd name="T39" fmla="*/ 29 h 274"/>
                <a:gd name="T40" fmla="*/ 93 w 180"/>
                <a:gd name="T41" fmla="*/ 55 h 274"/>
                <a:gd name="T42" fmla="*/ 89 w 180"/>
                <a:gd name="T43" fmla="*/ 88 h 274"/>
                <a:gd name="T44" fmla="*/ 91 w 180"/>
                <a:gd name="T45" fmla="*/ 124 h 274"/>
                <a:gd name="T46" fmla="*/ 78 w 180"/>
                <a:gd name="T47" fmla="*/ 152 h 274"/>
                <a:gd name="T48" fmla="*/ 64 w 180"/>
                <a:gd name="T49" fmla="*/ 162 h 274"/>
                <a:gd name="T50" fmla="*/ 35 w 180"/>
                <a:gd name="T51" fmla="*/ 175 h 274"/>
                <a:gd name="T52" fmla="*/ 2 w 180"/>
                <a:gd name="T53" fmla="*/ 184 h 274"/>
                <a:gd name="T54" fmla="*/ 24 w 180"/>
                <a:gd name="T55" fmla="*/ 207 h 274"/>
                <a:gd name="T56" fmla="*/ 37 w 180"/>
                <a:gd name="T57" fmla="*/ 226 h 274"/>
                <a:gd name="T58" fmla="*/ 42 w 180"/>
                <a:gd name="T59" fmla="*/ 245 h 274"/>
                <a:gd name="T60" fmla="*/ 74 w 180"/>
                <a:gd name="T61" fmla="*/ 266 h 274"/>
                <a:gd name="T62" fmla="*/ 98 w 180"/>
                <a:gd name="T63" fmla="*/ 258 h 274"/>
                <a:gd name="T64" fmla="*/ 110 w 180"/>
                <a:gd name="T65" fmla="*/ 250 h 274"/>
                <a:gd name="T66" fmla="*/ 119 w 180"/>
                <a:gd name="T67" fmla="*/ 261 h 274"/>
                <a:gd name="T68" fmla="*/ 139 w 180"/>
                <a:gd name="T69" fmla="*/ 240 h 274"/>
                <a:gd name="T70" fmla="*/ 141 w 180"/>
                <a:gd name="T71" fmla="*/ 218 h 274"/>
                <a:gd name="T72" fmla="*/ 136 w 180"/>
                <a:gd name="T73" fmla="*/ 192 h 274"/>
                <a:gd name="T74" fmla="*/ 125 w 180"/>
                <a:gd name="T75" fmla="*/ 175 h 274"/>
                <a:gd name="T76" fmla="*/ 127 w 180"/>
                <a:gd name="T77" fmla="*/ 142 h 274"/>
                <a:gd name="T78" fmla="*/ 97 w 180"/>
                <a:gd name="T79" fmla="*/ 125 h 274"/>
                <a:gd name="T80" fmla="*/ 111 w 180"/>
                <a:gd name="T81" fmla="*/ 115 h 274"/>
                <a:gd name="T82" fmla="*/ 137 w 180"/>
                <a:gd name="T83" fmla="*/ 99 h 274"/>
                <a:gd name="T84" fmla="*/ 120 w 180"/>
                <a:gd name="T85" fmla="*/ 85 h 274"/>
                <a:gd name="T86" fmla="*/ 102 w 180"/>
                <a:gd name="T87" fmla="*/ 61 h 274"/>
                <a:gd name="T88" fmla="*/ 111 w 180"/>
                <a:gd name="T89" fmla="*/ 46 h 274"/>
                <a:gd name="T90" fmla="*/ 115 w 180"/>
                <a:gd name="T91" fmla="*/ 40 h 274"/>
                <a:gd name="T92" fmla="*/ 117 w 180"/>
                <a:gd name="T93" fmla="*/ 39 h 274"/>
                <a:gd name="T94" fmla="*/ 127 w 180"/>
                <a:gd name="T95" fmla="*/ 55 h 274"/>
                <a:gd name="T96" fmla="*/ 139 w 180"/>
                <a:gd name="T97" fmla="*/ 49 h 274"/>
                <a:gd name="T98" fmla="*/ 144 w 180"/>
                <a:gd name="T99" fmla="*/ 51 h 274"/>
                <a:gd name="T100" fmla="*/ 144 w 180"/>
                <a:gd name="T101" fmla="*/ 51 h 274"/>
                <a:gd name="T102" fmla="*/ 144 w 180"/>
                <a:gd name="T103" fmla="*/ 52 h 274"/>
                <a:gd name="T104" fmla="*/ 144 w 180"/>
                <a:gd name="T105" fmla="*/ 52 h 274"/>
                <a:gd name="T106" fmla="*/ 156 w 180"/>
                <a:gd name="T107" fmla="*/ 59 h 274"/>
                <a:gd name="T108" fmla="*/ 172 w 180"/>
                <a:gd name="T109" fmla="*/ 45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0" h="274">
                  <a:moveTo>
                    <a:pt x="177" y="34"/>
                  </a:moveTo>
                  <a:cubicBezTo>
                    <a:pt x="176" y="32"/>
                    <a:pt x="177" y="28"/>
                    <a:pt x="178" y="26"/>
                  </a:cubicBezTo>
                  <a:cubicBezTo>
                    <a:pt x="179" y="25"/>
                    <a:pt x="179" y="24"/>
                    <a:pt x="179" y="23"/>
                  </a:cubicBezTo>
                  <a:cubicBezTo>
                    <a:pt x="178" y="24"/>
                    <a:pt x="177" y="24"/>
                    <a:pt x="176" y="24"/>
                  </a:cubicBezTo>
                  <a:cubicBezTo>
                    <a:pt x="173" y="25"/>
                    <a:pt x="170" y="25"/>
                    <a:pt x="167" y="24"/>
                  </a:cubicBezTo>
                  <a:cubicBezTo>
                    <a:pt x="165" y="24"/>
                    <a:pt x="163" y="25"/>
                    <a:pt x="160" y="26"/>
                  </a:cubicBezTo>
                  <a:cubicBezTo>
                    <a:pt x="160" y="24"/>
                    <a:pt x="161" y="23"/>
                    <a:pt x="162" y="22"/>
                  </a:cubicBezTo>
                  <a:cubicBezTo>
                    <a:pt x="161" y="22"/>
                    <a:pt x="159" y="22"/>
                    <a:pt x="158" y="21"/>
                  </a:cubicBezTo>
                  <a:cubicBezTo>
                    <a:pt x="156" y="21"/>
                    <a:pt x="155" y="19"/>
                    <a:pt x="154" y="19"/>
                  </a:cubicBezTo>
                  <a:cubicBezTo>
                    <a:pt x="150" y="17"/>
                    <a:pt x="148" y="21"/>
                    <a:pt x="145" y="21"/>
                  </a:cubicBezTo>
                  <a:cubicBezTo>
                    <a:pt x="143" y="20"/>
                    <a:pt x="142" y="20"/>
                    <a:pt x="140" y="19"/>
                  </a:cubicBezTo>
                  <a:cubicBezTo>
                    <a:pt x="139" y="17"/>
                    <a:pt x="140" y="16"/>
                    <a:pt x="138" y="16"/>
                  </a:cubicBezTo>
                  <a:cubicBezTo>
                    <a:pt x="135" y="15"/>
                    <a:pt x="135" y="16"/>
                    <a:pt x="133" y="14"/>
                  </a:cubicBezTo>
                  <a:cubicBezTo>
                    <a:pt x="133" y="14"/>
                    <a:pt x="131" y="13"/>
                    <a:pt x="131" y="12"/>
                  </a:cubicBezTo>
                  <a:cubicBezTo>
                    <a:pt x="130" y="11"/>
                    <a:pt x="130" y="9"/>
                    <a:pt x="129" y="8"/>
                  </a:cubicBezTo>
                  <a:cubicBezTo>
                    <a:pt x="127" y="5"/>
                    <a:pt x="127" y="7"/>
                    <a:pt x="128" y="4"/>
                  </a:cubicBezTo>
                  <a:cubicBezTo>
                    <a:pt x="128" y="3"/>
                    <a:pt x="128" y="3"/>
                    <a:pt x="128" y="3"/>
                  </a:cubicBezTo>
                  <a:cubicBezTo>
                    <a:pt x="127" y="3"/>
                    <a:pt x="127" y="3"/>
                    <a:pt x="126" y="2"/>
                  </a:cubicBezTo>
                  <a:cubicBezTo>
                    <a:pt x="125" y="3"/>
                    <a:pt x="125" y="4"/>
                    <a:pt x="124" y="4"/>
                  </a:cubicBezTo>
                  <a:cubicBezTo>
                    <a:pt x="123" y="1"/>
                    <a:pt x="123" y="4"/>
                    <a:pt x="120" y="3"/>
                  </a:cubicBezTo>
                  <a:cubicBezTo>
                    <a:pt x="118" y="3"/>
                    <a:pt x="117" y="0"/>
                    <a:pt x="114" y="2"/>
                  </a:cubicBezTo>
                  <a:cubicBezTo>
                    <a:pt x="114" y="3"/>
                    <a:pt x="114" y="3"/>
                    <a:pt x="114" y="4"/>
                  </a:cubicBezTo>
                  <a:cubicBezTo>
                    <a:pt x="111" y="6"/>
                    <a:pt x="110" y="8"/>
                    <a:pt x="106" y="6"/>
                  </a:cubicBezTo>
                  <a:cubicBezTo>
                    <a:pt x="104" y="5"/>
                    <a:pt x="104" y="5"/>
                    <a:pt x="102" y="5"/>
                  </a:cubicBezTo>
                  <a:cubicBezTo>
                    <a:pt x="100" y="5"/>
                    <a:pt x="98" y="5"/>
                    <a:pt x="96" y="5"/>
                  </a:cubicBezTo>
                  <a:cubicBezTo>
                    <a:pt x="95" y="4"/>
                    <a:pt x="95" y="4"/>
                    <a:pt x="95" y="4"/>
                  </a:cubicBezTo>
                  <a:cubicBezTo>
                    <a:pt x="93" y="2"/>
                    <a:pt x="95" y="1"/>
                    <a:pt x="91" y="0"/>
                  </a:cubicBezTo>
                  <a:cubicBezTo>
                    <a:pt x="92" y="0"/>
                    <a:pt x="92" y="0"/>
                    <a:pt x="92" y="0"/>
                  </a:cubicBezTo>
                  <a:cubicBezTo>
                    <a:pt x="93" y="2"/>
                    <a:pt x="91" y="8"/>
                    <a:pt x="92" y="9"/>
                  </a:cubicBezTo>
                  <a:cubicBezTo>
                    <a:pt x="93" y="10"/>
                    <a:pt x="95" y="8"/>
                    <a:pt x="96" y="10"/>
                  </a:cubicBezTo>
                  <a:cubicBezTo>
                    <a:pt x="97" y="11"/>
                    <a:pt x="95" y="13"/>
                    <a:pt x="98" y="12"/>
                  </a:cubicBezTo>
                  <a:cubicBezTo>
                    <a:pt x="98" y="14"/>
                    <a:pt x="97" y="15"/>
                    <a:pt x="97" y="17"/>
                  </a:cubicBezTo>
                  <a:cubicBezTo>
                    <a:pt x="98" y="19"/>
                    <a:pt x="99" y="19"/>
                    <a:pt x="100" y="21"/>
                  </a:cubicBezTo>
                  <a:cubicBezTo>
                    <a:pt x="101" y="22"/>
                    <a:pt x="102" y="25"/>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30"/>
                    <a:pt x="99" y="31"/>
                    <a:pt x="99" y="31"/>
                  </a:cubicBezTo>
                  <a:cubicBezTo>
                    <a:pt x="99" y="33"/>
                    <a:pt x="99" y="34"/>
                    <a:pt x="99" y="34"/>
                  </a:cubicBezTo>
                  <a:cubicBezTo>
                    <a:pt x="102" y="38"/>
                    <a:pt x="102" y="38"/>
                    <a:pt x="102" y="38"/>
                  </a:cubicBezTo>
                  <a:cubicBezTo>
                    <a:pt x="103" y="41"/>
                    <a:pt x="106" y="44"/>
                    <a:pt x="103" y="47"/>
                  </a:cubicBezTo>
                  <a:cubicBezTo>
                    <a:pt x="102" y="48"/>
                    <a:pt x="101" y="49"/>
                    <a:pt x="99" y="50"/>
                  </a:cubicBezTo>
                  <a:cubicBezTo>
                    <a:pt x="98" y="50"/>
                    <a:pt x="97" y="52"/>
                    <a:pt x="96" y="53"/>
                  </a:cubicBezTo>
                  <a:cubicBezTo>
                    <a:pt x="96" y="54"/>
                    <a:pt x="94" y="54"/>
                    <a:pt x="93" y="55"/>
                  </a:cubicBezTo>
                  <a:cubicBezTo>
                    <a:pt x="92" y="56"/>
                    <a:pt x="92" y="58"/>
                    <a:pt x="91" y="59"/>
                  </a:cubicBezTo>
                  <a:cubicBezTo>
                    <a:pt x="90" y="59"/>
                    <a:pt x="88" y="59"/>
                    <a:pt x="87" y="59"/>
                  </a:cubicBezTo>
                  <a:cubicBezTo>
                    <a:pt x="87" y="62"/>
                    <a:pt x="84" y="65"/>
                    <a:pt x="85" y="68"/>
                  </a:cubicBezTo>
                  <a:cubicBezTo>
                    <a:pt x="86" y="70"/>
                    <a:pt x="89" y="70"/>
                    <a:pt x="89" y="72"/>
                  </a:cubicBezTo>
                  <a:cubicBezTo>
                    <a:pt x="96" y="73"/>
                    <a:pt x="97" y="80"/>
                    <a:pt x="97" y="85"/>
                  </a:cubicBezTo>
                  <a:cubicBezTo>
                    <a:pt x="95" y="85"/>
                    <a:pt x="94" y="83"/>
                    <a:pt x="92" y="83"/>
                  </a:cubicBezTo>
                  <a:cubicBezTo>
                    <a:pt x="89" y="84"/>
                    <a:pt x="89" y="86"/>
                    <a:pt x="89" y="88"/>
                  </a:cubicBezTo>
                  <a:cubicBezTo>
                    <a:pt x="87" y="88"/>
                    <a:pt x="86" y="88"/>
                    <a:pt x="84" y="88"/>
                  </a:cubicBezTo>
                  <a:cubicBezTo>
                    <a:pt x="84" y="90"/>
                    <a:pt x="87" y="97"/>
                    <a:pt x="89" y="97"/>
                  </a:cubicBezTo>
                  <a:cubicBezTo>
                    <a:pt x="88" y="99"/>
                    <a:pt x="85" y="100"/>
                    <a:pt x="85" y="102"/>
                  </a:cubicBezTo>
                  <a:cubicBezTo>
                    <a:pt x="85" y="104"/>
                    <a:pt x="88" y="105"/>
                    <a:pt x="89" y="107"/>
                  </a:cubicBezTo>
                  <a:cubicBezTo>
                    <a:pt x="92" y="111"/>
                    <a:pt x="90" y="115"/>
                    <a:pt x="90" y="119"/>
                  </a:cubicBezTo>
                  <a:cubicBezTo>
                    <a:pt x="89" y="119"/>
                    <a:pt x="89" y="120"/>
                    <a:pt x="88" y="120"/>
                  </a:cubicBezTo>
                  <a:cubicBezTo>
                    <a:pt x="87" y="123"/>
                    <a:pt x="90" y="122"/>
                    <a:pt x="91" y="124"/>
                  </a:cubicBezTo>
                  <a:cubicBezTo>
                    <a:pt x="92" y="126"/>
                    <a:pt x="91" y="128"/>
                    <a:pt x="91" y="130"/>
                  </a:cubicBezTo>
                  <a:cubicBezTo>
                    <a:pt x="90" y="130"/>
                    <a:pt x="88" y="130"/>
                    <a:pt x="86" y="130"/>
                  </a:cubicBezTo>
                  <a:cubicBezTo>
                    <a:pt x="87" y="132"/>
                    <a:pt x="83" y="134"/>
                    <a:pt x="88" y="135"/>
                  </a:cubicBezTo>
                  <a:cubicBezTo>
                    <a:pt x="88" y="139"/>
                    <a:pt x="87" y="141"/>
                    <a:pt x="84" y="144"/>
                  </a:cubicBezTo>
                  <a:cubicBezTo>
                    <a:pt x="84" y="145"/>
                    <a:pt x="80" y="146"/>
                    <a:pt x="80" y="148"/>
                  </a:cubicBezTo>
                  <a:cubicBezTo>
                    <a:pt x="82" y="148"/>
                    <a:pt x="82" y="149"/>
                    <a:pt x="83" y="150"/>
                  </a:cubicBezTo>
                  <a:cubicBezTo>
                    <a:pt x="81" y="150"/>
                    <a:pt x="78" y="150"/>
                    <a:pt x="78" y="152"/>
                  </a:cubicBezTo>
                  <a:cubicBezTo>
                    <a:pt x="74" y="150"/>
                    <a:pt x="75" y="154"/>
                    <a:pt x="74" y="156"/>
                  </a:cubicBezTo>
                  <a:cubicBezTo>
                    <a:pt x="74" y="156"/>
                    <a:pt x="74" y="156"/>
                    <a:pt x="74" y="156"/>
                  </a:cubicBezTo>
                  <a:cubicBezTo>
                    <a:pt x="74" y="157"/>
                    <a:pt x="74" y="158"/>
                    <a:pt x="74" y="159"/>
                  </a:cubicBezTo>
                  <a:cubicBezTo>
                    <a:pt x="71" y="159"/>
                    <a:pt x="71" y="157"/>
                    <a:pt x="69" y="156"/>
                  </a:cubicBezTo>
                  <a:cubicBezTo>
                    <a:pt x="68" y="156"/>
                    <a:pt x="66" y="155"/>
                    <a:pt x="64" y="156"/>
                  </a:cubicBezTo>
                  <a:cubicBezTo>
                    <a:pt x="63" y="156"/>
                    <a:pt x="66" y="159"/>
                    <a:pt x="66" y="160"/>
                  </a:cubicBezTo>
                  <a:cubicBezTo>
                    <a:pt x="66" y="161"/>
                    <a:pt x="65" y="161"/>
                    <a:pt x="64" y="162"/>
                  </a:cubicBezTo>
                  <a:cubicBezTo>
                    <a:pt x="64" y="163"/>
                    <a:pt x="64" y="164"/>
                    <a:pt x="64" y="165"/>
                  </a:cubicBezTo>
                  <a:cubicBezTo>
                    <a:pt x="62" y="165"/>
                    <a:pt x="61" y="164"/>
                    <a:pt x="59" y="164"/>
                  </a:cubicBezTo>
                  <a:cubicBezTo>
                    <a:pt x="60" y="165"/>
                    <a:pt x="61" y="166"/>
                    <a:pt x="60" y="167"/>
                  </a:cubicBezTo>
                  <a:cubicBezTo>
                    <a:pt x="56" y="168"/>
                    <a:pt x="54" y="165"/>
                    <a:pt x="50" y="165"/>
                  </a:cubicBezTo>
                  <a:cubicBezTo>
                    <a:pt x="48" y="164"/>
                    <a:pt x="48" y="167"/>
                    <a:pt x="48" y="168"/>
                  </a:cubicBezTo>
                  <a:cubicBezTo>
                    <a:pt x="44" y="164"/>
                    <a:pt x="45" y="173"/>
                    <a:pt x="42" y="173"/>
                  </a:cubicBezTo>
                  <a:cubicBezTo>
                    <a:pt x="40" y="174"/>
                    <a:pt x="37" y="174"/>
                    <a:pt x="35" y="175"/>
                  </a:cubicBezTo>
                  <a:cubicBezTo>
                    <a:pt x="33" y="176"/>
                    <a:pt x="30" y="178"/>
                    <a:pt x="28" y="179"/>
                  </a:cubicBezTo>
                  <a:cubicBezTo>
                    <a:pt x="26" y="181"/>
                    <a:pt x="25" y="181"/>
                    <a:pt x="24" y="184"/>
                  </a:cubicBezTo>
                  <a:cubicBezTo>
                    <a:pt x="24" y="186"/>
                    <a:pt x="23" y="186"/>
                    <a:pt x="21" y="186"/>
                  </a:cubicBezTo>
                  <a:cubicBezTo>
                    <a:pt x="17" y="186"/>
                    <a:pt x="16" y="184"/>
                    <a:pt x="15" y="180"/>
                  </a:cubicBezTo>
                  <a:cubicBezTo>
                    <a:pt x="13" y="180"/>
                    <a:pt x="11" y="180"/>
                    <a:pt x="9" y="180"/>
                  </a:cubicBezTo>
                  <a:cubicBezTo>
                    <a:pt x="9" y="182"/>
                    <a:pt x="11" y="183"/>
                    <a:pt x="10" y="184"/>
                  </a:cubicBezTo>
                  <a:cubicBezTo>
                    <a:pt x="8" y="184"/>
                    <a:pt x="5" y="184"/>
                    <a:pt x="2" y="184"/>
                  </a:cubicBezTo>
                  <a:cubicBezTo>
                    <a:pt x="4" y="185"/>
                    <a:pt x="5" y="192"/>
                    <a:pt x="2" y="192"/>
                  </a:cubicBezTo>
                  <a:cubicBezTo>
                    <a:pt x="1" y="193"/>
                    <a:pt x="0" y="196"/>
                    <a:pt x="0" y="197"/>
                  </a:cubicBezTo>
                  <a:cubicBezTo>
                    <a:pt x="1" y="197"/>
                    <a:pt x="4" y="197"/>
                    <a:pt x="4" y="198"/>
                  </a:cubicBezTo>
                  <a:cubicBezTo>
                    <a:pt x="4" y="199"/>
                    <a:pt x="4" y="200"/>
                    <a:pt x="6" y="200"/>
                  </a:cubicBezTo>
                  <a:cubicBezTo>
                    <a:pt x="9" y="199"/>
                    <a:pt x="11" y="200"/>
                    <a:pt x="12" y="203"/>
                  </a:cubicBezTo>
                  <a:cubicBezTo>
                    <a:pt x="15" y="202"/>
                    <a:pt x="16" y="204"/>
                    <a:pt x="17" y="206"/>
                  </a:cubicBezTo>
                  <a:cubicBezTo>
                    <a:pt x="19" y="209"/>
                    <a:pt x="21" y="207"/>
                    <a:pt x="24" y="207"/>
                  </a:cubicBezTo>
                  <a:cubicBezTo>
                    <a:pt x="24" y="208"/>
                    <a:pt x="25" y="209"/>
                    <a:pt x="26" y="209"/>
                  </a:cubicBezTo>
                  <a:cubicBezTo>
                    <a:pt x="26" y="208"/>
                    <a:pt x="26" y="208"/>
                    <a:pt x="26" y="208"/>
                  </a:cubicBezTo>
                  <a:cubicBezTo>
                    <a:pt x="28" y="208"/>
                    <a:pt x="34" y="207"/>
                    <a:pt x="33" y="210"/>
                  </a:cubicBezTo>
                  <a:cubicBezTo>
                    <a:pt x="30" y="211"/>
                    <a:pt x="27" y="214"/>
                    <a:pt x="30" y="217"/>
                  </a:cubicBezTo>
                  <a:cubicBezTo>
                    <a:pt x="30" y="218"/>
                    <a:pt x="32" y="220"/>
                    <a:pt x="33" y="220"/>
                  </a:cubicBezTo>
                  <a:cubicBezTo>
                    <a:pt x="34" y="222"/>
                    <a:pt x="36" y="223"/>
                    <a:pt x="38" y="223"/>
                  </a:cubicBezTo>
                  <a:cubicBezTo>
                    <a:pt x="38" y="224"/>
                    <a:pt x="38" y="225"/>
                    <a:pt x="37" y="226"/>
                  </a:cubicBezTo>
                  <a:cubicBezTo>
                    <a:pt x="39" y="226"/>
                    <a:pt x="40" y="226"/>
                    <a:pt x="41" y="226"/>
                  </a:cubicBezTo>
                  <a:cubicBezTo>
                    <a:pt x="40" y="228"/>
                    <a:pt x="44" y="229"/>
                    <a:pt x="45" y="231"/>
                  </a:cubicBezTo>
                  <a:cubicBezTo>
                    <a:pt x="46" y="233"/>
                    <a:pt x="44" y="232"/>
                    <a:pt x="43" y="234"/>
                  </a:cubicBezTo>
                  <a:cubicBezTo>
                    <a:pt x="45" y="235"/>
                    <a:pt x="47" y="235"/>
                    <a:pt x="47" y="238"/>
                  </a:cubicBezTo>
                  <a:cubicBezTo>
                    <a:pt x="47" y="241"/>
                    <a:pt x="48" y="239"/>
                    <a:pt x="50" y="241"/>
                  </a:cubicBezTo>
                  <a:cubicBezTo>
                    <a:pt x="48" y="241"/>
                    <a:pt x="47" y="244"/>
                    <a:pt x="44" y="244"/>
                  </a:cubicBezTo>
                  <a:cubicBezTo>
                    <a:pt x="43" y="244"/>
                    <a:pt x="43" y="244"/>
                    <a:pt x="42" y="245"/>
                  </a:cubicBezTo>
                  <a:cubicBezTo>
                    <a:pt x="43" y="245"/>
                    <a:pt x="43" y="245"/>
                    <a:pt x="44" y="245"/>
                  </a:cubicBezTo>
                  <a:cubicBezTo>
                    <a:pt x="45" y="251"/>
                    <a:pt x="50" y="248"/>
                    <a:pt x="54" y="251"/>
                  </a:cubicBezTo>
                  <a:cubicBezTo>
                    <a:pt x="57" y="254"/>
                    <a:pt x="53" y="257"/>
                    <a:pt x="55" y="260"/>
                  </a:cubicBezTo>
                  <a:cubicBezTo>
                    <a:pt x="56" y="261"/>
                    <a:pt x="59" y="263"/>
                    <a:pt x="59" y="260"/>
                  </a:cubicBezTo>
                  <a:cubicBezTo>
                    <a:pt x="62" y="259"/>
                    <a:pt x="62" y="260"/>
                    <a:pt x="63" y="257"/>
                  </a:cubicBezTo>
                  <a:cubicBezTo>
                    <a:pt x="66" y="256"/>
                    <a:pt x="67" y="259"/>
                    <a:pt x="67" y="262"/>
                  </a:cubicBezTo>
                  <a:cubicBezTo>
                    <a:pt x="68" y="265"/>
                    <a:pt x="72" y="264"/>
                    <a:pt x="74" y="266"/>
                  </a:cubicBezTo>
                  <a:cubicBezTo>
                    <a:pt x="77" y="269"/>
                    <a:pt x="80" y="269"/>
                    <a:pt x="79" y="274"/>
                  </a:cubicBezTo>
                  <a:cubicBezTo>
                    <a:pt x="81" y="273"/>
                    <a:pt x="82" y="272"/>
                    <a:pt x="84" y="271"/>
                  </a:cubicBezTo>
                  <a:cubicBezTo>
                    <a:pt x="87" y="270"/>
                    <a:pt x="90" y="271"/>
                    <a:pt x="91" y="267"/>
                  </a:cubicBezTo>
                  <a:cubicBezTo>
                    <a:pt x="91" y="266"/>
                    <a:pt x="91" y="266"/>
                    <a:pt x="92" y="264"/>
                  </a:cubicBezTo>
                  <a:cubicBezTo>
                    <a:pt x="92" y="263"/>
                    <a:pt x="94" y="263"/>
                    <a:pt x="95" y="262"/>
                  </a:cubicBezTo>
                  <a:cubicBezTo>
                    <a:pt x="96" y="261"/>
                    <a:pt x="96" y="260"/>
                    <a:pt x="97" y="259"/>
                  </a:cubicBezTo>
                  <a:cubicBezTo>
                    <a:pt x="97" y="259"/>
                    <a:pt x="98" y="259"/>
                    <a:pt x="98" y="258"/>
                  </a:cubicBezTo>
                  <a:cubicBezTo>
                    <a:pt x="99" y="257"/>
                    <a:pt x="99" y="256"/>
                    <a:pt x="100" y="256"/>
                  </a:cubicBezTo>
                  <a:cubicBezTo>
                    <a:pt x="102" y="255"/>
                    <a:pt x="102" y="256"/>
                    <a:pt x="103" y="255"/>
                  </a:cubicBezTo>
                  <a:cubicBezTo>
                    <a:pt x="104" y="253"/>
                    <a:pt x="103" y="253"/>
                    <a:pt x="105" y="252"/>
                  </a:cubicBezTo>
                  <a:cubicBezTo>
                    <a:pt x="105" y="252"/>
                    <a:pt x="107" y="252"/>
                    <a:pt x="107" y="252"/>
                  </a:cubicBezTo>
                  <a:cubicBezTo>
                    <a:pt x="108" y="250"/>
                    <a:pt x="108" y="248"/>
                    <a:pt x="108" y="247"/>
                  </a:cubicBezTo>
                  <a:cubicBezTo>
                    <a:pt x="107" y="245"/>
                    <a:pt x="106" y="244"/>
                    <a:pt x="105" y="243"/>
                  </a:cubicBezTo>
                  <a:cubicBezTo>
                    <a:pt x="110" y="242"/>
                    <a:pt x="110" y="247"/>
                    <a:pt x="110" y="250"/>
                  </a:cubicBezTo>
                  <a:cubicBezTo>
                    <a:pt x="109" y="252"/>
                    <a:pt x="108" y="253"/>
                    <a:pt x="107" y="254"/>
                  </a:cubicBezTo>
                  <a:cubicBezTo>
                    <a:pt x="107" y="256"/>
                    <a:pt x="108" y="257"/>
                    <a:pt x="109" y="258"/>
                  </a:cubicBezTo>
                  <a:cubicBezTo>
                    <a:pt x="110" y="259"/>
                    <a:pt x="110" y="259"/>
                    <a:pt x="110" y="261"/>
                  </a:cubicBezTo>
                  <a:cubicBezTo>
                    <a:pt x="110" y="261"/>
                    <a:pt x="110" y="263"/>
                    <a:pt x="110" y="263"/>
                  </a:cubicBezTo>
                  <a:cubicBezTo>
                    <a:pt x="111" y="265"/>
                    <a:pt x="113" y="262"/>
                    <a:pt x="114" y="261"/>
                  </a:cubicBezTo>
                  <a:cubicBezTo>
                    <a:pt x="115" y="260"/>
                    <a:pt x="115" y="259"/>
                    <a:pt x="116" y="258"/>
                  </a:cubicBezTo>
                  <a:cubicBezTo>
                    <a:pt x="119" y="257"/>
                    <a:pt x="120" y="258"/>
                    <a:pt x="119" y="261"/>
                  </a:cubicBezTo>
                  <a:cubicBezTo>
                    <a:pt x="120" y="261"/>
                    <a:pt x="121" y="261"/>
                    <a:pt x="122" y="261"/>
                  </a:cubicBezTo>
                  <a:cubicBezTo>
                    <a:pt x="122" y="257"/>
                    <a:pt x="122" y="257"/>
                    <a:pt x="125" y="257"/>
                  </a:cubicBezTo>
                  <a:cubicBezTo>
                    <a:pt x="125" y="256"/>
                    <a:pt x="125" y="253"/>
                    <a:pt x="125" y="252"/>
                  </a:cubicBezTo>
                  <a:cubicBezTo>
                    <a:pt x="125" y="251"/>
                    <a:pt x="126" y="250"/>
                    <a:pt x="126" y="248"/>
                  </a:cubicBezTo>
                  <a:cubicBezTo>
                    <a:pt x="129" y="248"/>
                    <a:pt x="133" y="249"/>
                    <a:pt x="133" y="246"/>
                  </a:cubicBezTo>
                  <a:cubicBezTo>
                    <a:pt x="135" y="245"/>
                    <a:pt x="136" y="244"/>
                    <a:pt x="137" y="242"/>
                  </a:cubicBezTo>
                  <a:cubicBezTo>
                    <a:pt x="138" y="241"/>
                    <a:pt x="137" y="241"/>
                    <a:pt x="139" y="240"/>
                  </a:cubicBezTo>
                  <a:cubicBezTo>
                    <a:pt x="140" y="240"/>
                    <a:pt x="141" y="240"/>
                    <a:pt x="142" y="240"/>
                  </a:cubicBezTo>
                  <a:cubicBezTo>
                    <a:pt x="144" y="241"/>
                    <a:pt x="146" y="243"/>
                    <a:pt x="147" y="244"/>
                  </a:cubicBezTo>
                  <a:cubicBezTo>
                    <a:pt x="147" y="245"/>
                    <a:pt x="148" y="246"/>
                    <a:pt x="149" y="246"/>
                  </a:cubicBezTo>
                  <a:cubicBezTo>
                    <a:pt x="148" y="244"/>
                    <a:pt x="148" y="243"/>
                    <a:pt x="147" y="241"/>
                  </a:cubicBezTo>
                  <a:cubicBezTo>
                    <a:pt x="145" y="238"/>
                    <a:pt x="144" y="236"/>
                    <a:pt x="144" y="232"/>
                  </a:cubicBezTo>
                  <a:cubicBezTo>
                    <a:pt x="144" y="228"/>
                    <a:pt x="143" y="226"/>
                    <a:pt x="141" y="222"/>
                  </a:cubicBezTo>
                  <a:cubicBezTo>
                    <a:pt x="141" y="221"/>
                    <a:pt x="141" y="219"/>
                    <a:pt x="141" y="218"/>
                  </a:cubicBezTo>
                  <a:cubicBezTo>
                    <a:pt x="140" y="216"/>
                    <a:pt x="139" y="214"/>
                    <a:pt x="141" y="214"/>
                  </a:cubicBezTo>
                  <a:cubicBezTo>
                    <a:pt x="141" y="212"/>
                    <a:pt x="141" y="211"/>
                    <a:pt x="141" y="209"/>
                  </a:cubicBezTo>
                  <a:cubicBezTo>
                    <a:pt x="140" y="208"/>
                    <a:pt x="139" y="208"/>
                    <a:pt x="139" y="207"/>
                  </a:cubicBezTo>
                  <a:cubicBezTo>
                    <a:pt x="138" y="206"/>
                    <a:pt x="138" y="206"/>
                    <a:pt x="137" y="205"/>
                  </a:cubicBezTo>
                  <a:cubicBezTo>
                    <a:pt x="138" y="203"/>
                    <a:pt x="137" y="198"/>
                    <a:pt x="140" y="197"/>
                  </a:cubicBezTo>
                  <a:cubicBezTo>
                    <a:pt x="140" y="195"/>
                    <a:pt x="141" y="194"/>
                    <a:pt x="143" y="194"/>
                  </a:cubicBezTo>
                  <a:cubicBezTo>
                    <a:pt x="142" y="194"/>
                    <a:pt x="137" y="192"/>
                    <a:pt x="136" y="192"/>
                  </a:cubicBezTo>
                  <a:cubicBezTo>
                    <a:pt x="133" y="192"/>
                    <a:pt x="131" y="197"/>
                    <a:pt x="130" y="193"/>
                  </a:cubicBezTo>
                  <a:cubicBezTo>
                    <a:pt x="129" y="191"/>
                    <a:pt x="130" y="188"/>
                    <a:pt x="131" y="186"/>
                  </a:cubicBezTo>
                  <a:cubicBezTo>
                    <a:pt x="131" y="185"/>
                    <a:pt x="131" y="184"/>
                    <a:pt x="131" y="184"/>
                  </a:cubicBezTo>
                  <a:cubicBezTo>
                    <a:pt x="131" y="183"/>
                    <a:pt x="132" y="183"/>
                    <a:pt x="132" y="182"/>
                  </a:cubicBezTo>
                  <a:cubicBezTo>
                    <a:pt x="133" y="180"/>
                    <a:pt x="131" y="180"/>
                    <a:pt x="129" y="179"/>
                  </a:cubicBezTo>
                  <a:cubicBezTo>
                    <a:pt x="128" y="179"/>
                    <a:pt x="127" y="178"/>
                    <a:pt x="125" y="177"/>
                  </a:cubicBezTo>
                  <a:cubicBezTo>
                    <a:pt x="125" y="176"/>
                    <a:pt x="125" y="175"/>
                    <a:pt x="125" y="175"/>
                  </a:cubicBezTo>
                  <a:cubicBezTo>
                    <a:pt x="124" y="175"/>
                    <a:pt x="122" y="175"/>
                    <a:pt x="122" y="175"/>
                  </a:cubicBezTo>
                  <a:cubicBezTo>
                    <a:pt x="122" y="172"/>
                    <a:pt x="121" y="169"/>
                    <a:pt x="122" y="166"/>
                  </a:cubicBezTo>
                  <a:cubicBezTo>
                    <a:pt x="122" y="165"/>
                    <a:pt x="122" y="163"/>
                    <a:pt x="123" y="163"/>
                  </a:cubicBezTo>
                  <a:cubicBezTo>
                    <a:pt x="124" y="162"/>
                    <a:pt x="125" y="163"/>
                    <a:pt x="126" y="162"/>
                  </a:cubicBezTo>
                  <a:cubicBezTo>
                    <a:pt x="128" y="162"/>
                    <a:pt x="127" y="161"/>
                    <a:pt x="128" y="160"/>
                  </a:cubicBezTo>
                  <a:cubicBezTo>
                    <a:pt x="129" y="157"/>
                    <a:pt x="130" y="156"/>
                    <a:pt x="131" y="153"/>
                  </a:cubicBezTo>
                  <a:cubicBezTo>
                    <a:pt x="131" y="150"/>
                    <a:pt x="130" y="144"/>
                    <a:pt x="127" y="142"/>
                  </a:cubicBezTo>
                  <a:cubicBezTo>
                    <a:pt x="125" y="141"/>
                    <a:pt x="123" y="141"/>
                    <a:pt x="121" y="141"/>
                  </a:cubicBezTo>
                  <a:cubicBezTo>
                    <a:pt x="119" y="141"/>
                    <a:pt x="118" y="140"/>
                    <a:pt x="117" y="139"/>
                  </a:cubicBezTo>
                  <a:cubicBezTo>
                    <a:pt x="115" y="139"/>
                    <a:pt x="112" y="139"/>
                    <a:pt x="110" y="139"/>
                  </a:cubicBezTo>
                  <a:cubicBezTo>
                    <a:pt x="111" y="136"/>
                    <a:pt x="109" y="135"/>
                    <a:pt x="107" y="135"/>
                  </a:cubicBezTo>
                  <a:cubicBezTo>
                    <a:pt x="106" y="134"/>
                    <a:pt x="103" y="133"/>
                    <a:pt x="101" y="131"/>
                  </a:cubicBezTo>
                  <a:cubicBezTo>
                    <a:pt x="101" y="130"/>
                    <a:pt x="101" y="129"/>
                    <a:pt x="100" y="128"/>
                  </a:cubicBezTo>
                  <a:cubicBezTo>
                    <a:pt x="99" y="127"/>
                    <a:pt x="97" y="126"/>
                    <a:pt x="97" y="125"/>
                  </a:cubicBezTo>
                  <a:cubicBezTo>
                    <a:pt x="96" y="124"/>
                    <a:pt x="98" y="124"/>
                    <a:pt x="99" y="123"/>
                  </a:cubicBezTo>
                  <a:cubicBezTo>
                    <a:pt x="99" y="122"/>
                    <a:pt x="98" y="121"/>
                    <a:pt x="99" y="121"/>
                  </a:cubicBezTo>
                  <a:cubicBezTo>
                    <a:pt x="99" y="120"/>
                    <a:pt x="100" y="120"/>
                    <a:pt x="100" y="119"/>
                  </a:cubicBezTo>
                  <a:cubicBezTo>
                    <a:pt x="102" y="117"/>
                    <a:pt x="101" y="114"/>
                    <a:pt x="102" y="111"/>
                  </a:cubicBezTo>
                  <a:cubicBezTo>
                    <a:pt x="103" y="111"/>
                    <a:pt x="107" y="111"/>
                    <a:pt x="108" y="112"/>
                  </a:cubicBezTo>
                  <a:cubicBezTo>
                    <a:pt x="108" y="112"/>
                    <a:pt x="107" y="114"/>
                    <a:pt x="108" y="114"/>
                  </a:cubicBezTo>
                  <a:cubicBezTo>
                    <a:pt x="109" y="115"/>
                    <a:pt x="110" y="115"/>
                    <a:pt x="111" y="115"/>
                  </a:cubicBezTo>
                  <a:cubicBezTo>
                    <a:pt x="110" y="114"/>
                    <a:pt x="109" y="113"/>
                    <a:pt x="110" y="111"/>
                  </a:cubicBezTo>
                  <a:cubicBezTo>
                    <a:pt x="111" y="111"/>
                    <a:pt x="112" y="112"/>
                    <a:pt x="113" y="111"/>
                  </a:cubicBezTo>
                  <a:cubicBezTo>
                    <a:pt x="114" y="108"/>
                    <a:pt x="113" y="108"/>
                    <a:pt x="116" y="107"/>
                  </a:cubicBezTo>
                  <a:cubicBezTo>
                    <a:pt x="117" y="105"/>
                    <a:pt x="115" y="103"/>
                    <a:pt x="116" y="100"/>
                  </a:cubicBezTo>
                  <a:cubicBezTo>
                    <a:pt x="118" y="99"/>
                    <a:pt x="121" y="100"/>
                    <a:pt x="123" y="99"/>
                  </a:cubicBezTo>
                  <a:cubicBezTo>
                    <a:pt x="125" y="99"/>
                    <a:pt x="128" y="99"/>
                    <a:pt x="131" y="99"/>
                  </a:cubicBezTo>
                  <a:cubicBezTo>
                    <a:pt x="131" y="97"/>
                    <a:pt x="135" y="100"/>
                    <a:pt x="137" y="99"/>
                  </a:cubicBezTo>
                  <a:cubicBezTo>
                    <a:pt x="138" y="98"/>
                    <a:pt x="139" y="92"/>
                    <a:pt x="139" y="90"/>
                  </a:cubicBezTo>
                  <a:cubicBezTo>
                    <a:pt x="137" y="90"/>
                    <a:pt x="138" y="92"/>
                    <a:pt x="136" y="93"/>
                  </a:cubicBezTo>
                  <a:cubicBezTo>
                    <a:pt x="135" y="93"/>
                    <a:pt x="133" y="91"/>
                    <a:pt x="132" y="90"/>
                  </a:cubicBezTo>
                  <a:cubicBezTo>
                    <a:pt x="132" y="89"/>
                    <a:pt x="131" y="88"/>
                    <a:pt x="131" y="87"/>
                  </a:cubicBezTo>
                  <a:cubicBezTo>
                    <a:pt x="130" y="85"/>
                    <a:pt x="129" y="84"/>
                    <a:pt x="129" y="83"/>
                  </a:cubicBezTo>
                  <a:cubicBezTo>
                    <a:pt x="127" y="84"/>
                    <a:pt x="127" y="85"/>
                    <a:pt x="125" y="86"/>
                  </a:cubicBezTo>
                  <a:cubicBezTo>
                    <a:pt x="123" y="86"/>
                    <a:pt x="122" y="86"/>
                    <a:pt x="120" y="85"/>
                  </a:cubicBezTo>
                  <a:cubicBezTo>
                    <a:pt x="118" y="84"/>
                    <a:pt x="115" y="83"/>
                    <a:pt x="114" y="80"/>
                  </a:cubicBezTo>
                  <a:cubicBezTo>
                    <a:pt x="113" y="79"/>
                    <a:pt x="114" y="78"/>
                    <a:pt x="114" y="77"/>
                  </a:cubicBezTo>
                  <a:cubicBezTo>
                    <a:pt x="113" y="77"/>
                    <a:pt x="112" y="76"/>
                    <a:pt x="111" y="75"/>
                  </a:cubicBezTo>
                  <a:cubicBezTo>
                    <a:pt x="110" y="74"/>
                    <a:pt x="109" y="73"/>
                    <a:pt x="108" y="73"/>
                  </a:cubicBezTo>
                  <a:cubicBezTo>
                    <a:pt x="107" y="72"/>
                    <a:pt x="105" y="72"/>
                    <a:pt x="104" y="71"/>
                  </a:cubicBezTo>
                  <a:cubicBezTo>
                    <a:pt x="102" y="71"/>
                    <a:pt x="101" y="72"/>
                    <a:pt x="99" y="71"/>
                  </a:cubicBezTo>
                  <a:cubicBezTo>
                    <a:pt x="99" y="68"/>
                    <a:pt x="98" y="61"/>
                    <a:pt x="102" y="61"/>
                  </a:cubicBezTo>
                  <a:cubicBezTo>
                    <a:pt x="103" y="59"/>
                    <a:pt x="101" y="59"/>
                    <a:pt x="101" y="57"/>
                  </a:cubicBezTo>
                  <a:cubicBezTo>
                    <a:pt x="101" y="56"/>
                    <a:pt x="102" y="55"/>
                    <a:pt x="103" y="54"/>
                  </a:cubicBezTo>
                  <a:cubicBezTo>
                    <a:pt x="104" y="52"/>
                    <a:pt x="107" y="52"/>
                    <a:pt x="109" y="50"/>
                  </a:cubicBezTo>
                  <a:cubicBezTo>
                    <a:pt x="110" y="49"/>
                    <a:pt x="110" y="47"/>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2" y="45"/>
                    <a:pt x="114" y="44"/>
                    <a:pt x="115" y="44"/>
                  </a:cubicBezTo>
                  <a:cubicBezTo>
                    <a:pt x="116" y="43"/>
                    <a:pt x="115" y="42"/>
                    <a:pt x="115" y="40"/>
                  </a:cubicBezTo>
                  <a:cubicBezTo>
                    <a:pt x="112" y="40"/>
                    <a:pt x="111" y="40"/>
                    <a:pt x="110" y="37"/>
                  </a:cubicBezTo>
                  <a:cubicBezTo>
                    <a:pt x="109" y="36"/>
                    <a:pt x="108" y="36"/>
                    <a:pt x="109" y="34"/>
                  </a:cubicBezTo>
                  <a:cubicBezTo>
                    <a:pt x="109" y="33"/>
                    <a:pt x="110" y="32"/>
                    <a:pt x="110" y="31"/>
                  </a:cubicBezTo>
                  <a:cubicBezTo>
                    <a:pt x="110" y="31"/>
                    <a:pt x="110" y="32"/>
                    <a:pt x="110" y="33"/>
                  </a:cubicBezTo>
                  <a:cubicBezTo>
                    <a:pt x="111" y="33"/>
                    <a:pt x="111" y="33"/>
                    <a:pt x="112" y="33"/>
                  </a:cubicBezTo>
                  <a:cubicBezTo>
                    <a:pt x="112" y="35"/>
                    <a:pt x="116" y="37"/>
                    <a:pt x="117" y="37"/>
                  </a:cubicBezTo>
                  <a:cubicBezTo>
                    <a:pt x="117" y="38"/>
                    <a:pt x="117" y="39"/>
                    <a:pt x="117" y="39"/>
                  </a:cubicBezTo>
                  <a:cubicBezTo>
                    <a:pt x="119" y="39"/>
                    <a:pt x="120" y="39"/>
                    <a:pt x="121" y="39"/>
                  </a:cubicBezTo>
                  <a:cubicBezTo>
                    <a:pt x="121" y="40"/>
                    <a:pt x="121" y="41"/>
                    <a:pt x="120" y="42"/>
                  </a:cubicBezTo>
                  <a:cubicBezTo>
                    <a:pt x="122" y="42"/>
                    <a:pt x="124" y="42"/>
                    <a:pt x="125" y="42"/>
                  </a:cubicBezTo>
                  <a:cubicBezTo>
                    <a:pt x="125" y="43"/>
                    <a:pt x="126" y="45"/>
                    <a:pt x="125" y="46"/>
                  </a:cubicBezTo>
                  <a:cubicBezTo>
                    <a:pt x="125" y="48"/>
                    <a:pt x="123" y="49"/>
                    <a:pt x="123" y="50"/>
                  </a:cubicBezTo>
                  <a:cubicBezTo>
                    <a:pt x="124" y="51"/>
                    <a:pt x="126" y="50"/>
                    <a:pt x="127" y="50"/>
                  </a:cubicBezTo>
                  <a:cubicBezTo>
                    <a:pt x="127" y="52"/>
                    <a:pt x="126" y="54"/>
                    <a:pt x="127" y="55"/>
                  </a:cubicBezTo>
                  <a:cubicBezTo>
                    <a:pt x="127" y="54"/>
                    <a:pt x="128" y="53"/>
                    <a:pt x="128" y="52"/>
                  </a:cubicBezTo>
                  <a:cubicBezTo>
                    <a:pt x="129" y="51"/>
                    <a:pt x="127" y="47"/>
                    <a:pt x="130" y="47"/>
                  </a:cubicBezTo>
                  <a:cubicBezTo>
                    <a:pt x="130" y="48"/>
                    <a:pt x="130" y="49"/>
                    <a:pt x="131" y="50"/>
                  </a:cubicBezTo>
                  <a:cubicBezTo>
                    <a:pt x="131" y="49"/>
                    <a:pt x="131" y="48"/>
                    <a:pt x="131" y="47"/>
                  </a:cubicBezTo>
                  <a:cubicBezTo>
                    <a:pt x="133" y="46"/>
                    <a:pt x="133" y="47"/>
                    <a:pt x="134" y="48"/>
                  </a:cubicBezTo>
                  <a:cubicBezTo>
                    <a:pt x="135" y="48"/>
                    <a:pt x="135" y="49"/>
                    <a:pt x="136" y="49"/>
                  </a:cubicBezTo>
                  <a:cubicBezTo>
                    <a:pt x="137" y="49"/>
                    <a:pt x="138" y="49"/>
                    <a:pt x="139" y="49"/>
                  </a:cubicBezTo>
                  <a:cubicBezTo>
                    <a:pt x="138" y="47"/>
                    <a:pt x="137" y="46"/>
                    <a:pt x="136" y="44"/>
                  </a:cubicBezTo>
                  <a:cubicBezTo>
                    <a:pt x="135" y="43"/>
                    <a:pt x="133" y="42"/>
                    <a:pt x="134" y="40"/>
                  </a:cubicBezTo>
                  <a:cubicBezTo>
                    <a:pt x="135" y="39"/>
                    <a:pt x="137" y="39"/>
                    <a:pt x="139" y="39"/>
                  </a:cubicBezTo>
                  <a:cubicBezTo>
                    <a:pt x="139" y="42"/>
                    <a:pt x="141" y="41"/>
                    <a:pt x="142" y="43"/>
                  </a:cubicBezTo>
                  <a:cubicBezTo>
                    <a:pt x="143" y="43"/>
                    <a:pt x="143" y="46"/>
                    <a:pt x="143" y="47"/>
                  </a:cubicBezTo>
                  <a:cubicBezTo>
                    <a:pt x="143" y="49"/>
                    <a:pt x="143" y="50"/>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5" y="53"/>
                    <a:pt x="145" y="53"/>
                    <a:pt x="146" y="54"/>
                  </a:cubicBezTo>
                  <a:cubicBezTo>
                    <a:pt x="146" y="54"/>
                    <a:pt x="147" y="54"/>
                    <a:pt x="147" y="55"/>
                  </a:cubicBezTo>
                  <a:cubicBezTo>
                    <a:pt x="150" y="56"/>
                    <a:pt x="153" y="58"/>
                    <a:pt x="156" y="59"/>
                  </a:cubicBezTo>
                  <a:cubicBezTo>
                    <a:pt x="157" y="59"/>
                    <a:pt x="162" y="60"/>
                    <a:pt x="163" y="59"/>
                  </a:cubicBezTo>
                  <a:cubicBezTo>
                    <a:pt x="163" y="59"/>
                    <a:pt x="163" y="57"/>
                    <a:pt x="164" y="57"/>
                  </a:cubicBezTo>
                  <a:cubicBezTo>
                    <a:pt x="164" y="56"/>
                    <a:pt x="165" y="55"/>
                    <a:pt x="165" y="55"/>
                  </a:cubicBezTo>
                  <a:cubicBezTo>
                    <a:pt x="165" y="53"/>
                    <a:pt x="165" y="53"/>
                    <a:pt x="165" y="53"/>
                  </a:cubicBezTo>
                  <a:cubicBezTo>
                    <a:pt x="166" y="52"/>
                    <a:pt x="167" y="52"/>
                    <a:pt x="168" y="51"/>
                  </a:cubicBezTo>
                  <a:cubicBezTo>
                    <a:pt x="169" y="50"/>
                    <a:pt x="169" y="50"/>
                    <a:pt x="169" y="50"/>
                  </a:cubicBezTo>
                  <a:cubicBezTo>
                    <a:pt x="169" y="48"/>
                    <a:pt x="170" y="46"/>
                    <a:pt x="172" y="45"/>
                  </a:cubicBezTo>
                  <a:cubicBezTo>
                    <a:pt x="173" y="44"/>
                    <a:pt x="174" y="43"/>
                    <a:pt x="175" y="43"/>
                  </a:cubicBezTo>
                  <a:cubicBezTo>
                    <a:pt x="176" y="41"/>
                    <a:pt x="177" y="40"/>
                    <a:pt x="178" y="39"/>
                  </a:cubicBezTo>
                  <a:cubicBezTo>
                    <a:pt x="179" y="38"/>
                    <a:pt x="179" y="37"/>
                    <a:pt x="180" y="36"/>
                  </a:cubicBezTo>
                  <a:cubicBezTo>
                    <a:pt x="178" y="36"/>
                    <a:pt x="178" y="35"/>
                    <a:pt x="177" y="3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3" name="Freeform 353">
              <a:extLst>
                <a:ext uri="{FF2B5EF4-FFF2-40B4-BE49-F238E27FC236}">
                  <a16:creationId xmlns:a16="http://schemas.microsoft.com/office/drawing/2014/main" id="{8738C8C4-9642-413C-AEDF-35B99854B12C}"/>
                </a:ext>
              </a:extLst>
            </p:cNvPr>
            <p:cNvSpPr>
              <a:spLocks/>
            </p:cNvSpPr>
            <p:nvPr/>
          </p:nvSpPr>
          <p:spPr bwMode="auto">
            <a:xfrm>
              <a:off x="5454651" y="2895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4" name="Freeform 354">
              <a:extLst>
                <a:ext uri="{FF2B5EF4-FFF2-40B4-BE49-F238E27FC236}">
                  <a16:creationId xmlns:a16="http://schemas.microsoft.com/office/drawing/2014/main" id="{3350B343-B876-43DD-83F2-91830424C92A}"/>
                </a:ext>
              </a:extLst>
            </p:cNvPr>
            <p:cNvSpPr>
              <a:spLocks/>
            </p:cNvSpPr>
            <p:nvPr/>
          </p:nvSpPr>
          <p:spPr bwMode="auto">
            <a:xfrm>
              <a:off x="3095626" y="48307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5" name="Freeform 355">
              <a:extLst>
                <a:ext uri="{FF2B5EF4-FFF2-40B4-BE49-F238E27FC236}">
                  <a16:creationId xmlns:a16="http://schemas.microsoft.com/office/drawing/2014/main" id="{94132FFC-F299-4805-BFCE-2DEE53ADDF8B}"/>
                </a:ext>
              </a:extLst>
            </p:cNvPr>
            <p:cNvSpPr>
              <a:spLocks/>
            </p:cNvSpPr>
            <p:nvPr/>
          </p:nvSpPr>
          <p:spPr bwMode="auto">
            <a:xfrm>
              <a:off x="3098801" y="48307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6" name="Freeform 356">
              <a:extLst>
                <a:ext uri="{FF2B5EF4-FFF2-40B4-BE49-F238E27FC236}">
                  <a16:creationId xmlns:a16="http://schemas.microsoft.com/office/drawing/2014/main" id="{B90FD622-A727-4F1D-B6E0-4CFE96B99C2E}"/>
                </a:ext>
              </a:extLst>
            </p:cNvPr>
            <p:cNvSpPr>
              <a:spLocks/>
            </p:cNvSpPr>
            <p:nvPr/>
          </p:nvSpPr>
          <p:spPr bwMode="auto">
            <a:xfrm>
              <a:off x="3089276" y="482600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07" name="Freeform 357">
              <a:extLst>
                <a:ext uri="{FF2B5EF4-FFF2-40B4-BE49-F238E27FC236}">
                  <a16:creationId xmlns:a16="http://schemas.microsoft.com/office/drawing/2014/main" id="{A67CA03D-3326-4532-B7D8-26CBFA1E9054}"/>
                </a:ext>
              </a:extLst>
            </p:cNvPr>
            <p:cNvSpPr>
              <a:spLocks/>
            </p:cNvSpPr>
            <p:nvPr/>
          </p:nvSpPr>
          <p:spPr bwMode="auto">
            <a:xfrm>
              <a:off x="2897188" y="3754438"/>
              <a:ext cx="1400175" cy="1071563"/>
            </a:xfrm>
            <a:custGeom>
              <a:avLst/>
              <a:gdLst>
                <a:gd name="T0" fmla="*/ 373 w 396"/>
                <a:gd name="T1" fmla="*/ 119 h 303"/>
                <a:gd name="T2" fmla="*/ 372 w 396"/>
                <a:gd name="T3" fmla="*/ 98 h 303"/>
                <a:gd name="T4" fmla="*/ 380 w 396"/>
                <a:gd name="T5" fmla="*/ 65 h 303"/>
                <a:gd name="T6" fmla="*/ 386 w 396"/>
                <a:gd name="T7" fmla="*/ 49 h 303"/>
                <a:gd name="T8" fmla="*/ 354 w 396"/>
                <a:gd name="T9" fmla="*/ 35 h 303"/>
                <a:gd name="T10" fmla="*/ 315 w 396"/>
                <a:gd name="T11" fmla="*/ 28 h 303"/>
                <a:gd name="T12" fmla="*/ 283 w 396"/>
                <a:gd name="T13" fmla="*/ 31 h 303"/>
                <a:gd name="T14" fmla="*/ 245 w 396"/>
                <a:gd name="T15" fmla="*/ 36 h 303"/>
                <a:gd name="T16" fmla="*/ 242 w 396"/>
                <a:gd name="T17" fmla="*/ 29 h 303"/>
                <a:gd name="T18" fmla="*/ 202 w 396"/>
                <a:gd name="T19" fmla="*/ 27 h 303"/>
                <a:gd name="T20" fmla="*/ 187 w 396"/>
                <a:gd name="T21" fmla="*/ 43 h 303"/>
                <a:gd name="T22" fmla="*/ 166 w 396"/>
                <a:gd name="T23" fmla="*/ 33 h 303"/>
                <a:gd name="T24" fmla="*/ 116 w 396"/>
                <a:gd name="T25" fmla="*/ 17 h 303"/>
                <a:gd name="T26" fmla="*/ 77 w 396"/>
                <a:gd name="T27" fmla="*/ 4 h 303"/>
                <a:gd name="T28" fmla="*/ 66 w 396"/>
                <a:gd name="T29" fmla="*/ 17 h 303"/>
                <a:gd name="T30" fmla="*/ 72 w 396"/>
                <a:gd name="T31" fmla="*/ 27 h 303"/>
                <a:gd name="T32" fmla="*/ 52 w 396"/>
                <a:gd name="T33" fmla="*/ 40 h 303"/>
                <a:gd name="T34" fmla="*/ 54 w 396"/>
                <a:gd name="T35" fmla="*/ 65 h 303"/>
                <a:gd name="T36" fmla="*/ 41 w 396"/>
                <a:gd name="T37" fmla="*/ 69 h 303"/>
                <a:gd name="T38" fmla="*/ 18 w 396"/>
                <a:gd name="T39" fmla="*/ 79 h 303"/>
                <a:gd name="T40" fmla="*/ 5 w 396"/>
                <a:gd name="T41" fmla="*/ 89 h 303"/>
                <a:gd name="T42" fmla="*/ 1 w 396"/>
                <a:gd name="T43" fmla="*/ 111 h 303"/>
                <a:gd name="T44" fmla="*/ 4 w 396"/>
                <a:gd name="T45" fmla="*/ 120 h 303"/>
                <a:gd name="T46" fmla="*/ 4 w 396"/>
                <a:gd name="T47" fmla="*/ 139 h 303"/>
                <a:gd name="T48" fmla="*/ 10 w 396"/>
                <a:gd name="T49" fmla="*/ 135 h 303"/>
                <a:gd name="T50" fmla="*/ 7 w 396"/>
                <a:gd name="T51" fmla="*/ 145 h 303"/>
                <a:gd name="T52" fmla="*/ 7 w 396"/>
                <a:gd name="T53" fmla="*/ 159 h 303"/>
                <a:gd name="T54" fmla="*/ 9 w 396"/>
                <a:gd name="T55" fmla="*/ 170 h 303"/>
                <a:gd name="T56" fmla="*/ 8 w 396"/>
                <a:gd name="T57" fmla="*/ 180 h 303"/>
                <a:gd name="T58" fmla="*/ 13 w 396"/>
                <a:gd name="T59" fmla="*/ 218 h 303"/>
                <a:gd name="T60" fmla="*/ 15 w 396"/>
                <a:gd name="T61" fmla="*/ 234 h 303"/>
                <a:gd name="T62" fmla="*/ 18 w 396"/>
                <a:gd name="T63" fmla="*/ 265 h 303"/>
                <a:gd name="T64" fmla="*/ 24 w 396"/>
                <a:gd name="T65" fmla="*/ 286 h 303"/>
                <a:gd name="T66" fmla="*/ 43 w 396"/>
                <a:gd name="T67" fmla="*/ 301 h 303"/>
                <a:gd name="T68" fmla="*/ 60 w 396"/>
                <a:gd name="T69" fmla="*/ 296 h 303"/>
                <a:gd name="T70" fmla="*/ 71 w 396"/>
                <a:gd name="T71" fmla="*/ 282 h 303"/>
                <a:gd name="T72" fmla="*/ 67 w 396"/>
                <a:gd name="T73" fmla="*/ 258 h 303"/>
                <a:gd name="T74" fmla="*/ 91 w 396"/>
                <a:gd name="T75" fmla="*/ 251 h 303"/>
                <a:gd name="T76" fmla="*/ 114 w 396"/>
                <a:gd name="T77" fmla="*/ 242 h 303"/>
                <a:gd name="T78" fmla="*/ 136 w 396"/>
                <a:gd name="T79" fmla="*/ 230 h 303"/>
                <a:gd name="T80" fmla="*/ 158 w 396"/>
                <a:gd name="T81" fmla="*/ 225 h 303"/>
                <a:gd name="T82" fmla="*/ 172 w 396"/>
                <a:gd name="T83" fmla="*/ 217 h 303"/>
                <a:gd name="T84" fmla="*/ 193 w 396"/>
                <a:gd name="T85" fmla="*/ 207 h 303"/>
                <a:gd name="T86" fmla="*/ 203 w 396"/>
                <a:gd name="T87" fmla="*/ 199 h 303"/>
                <a:gd name="T88" fmla="*/ 226 w 396"/>
                <a:gd name="T89" fmla="*/ 179 h 303"/>
                <a:gd name="T90" fmla="*/ 232 w 396"/>
                <a:gd name="T91" fmla="*/ 171 h 303"/>
                <a:gd name="T92" fmla="*/ 248 w 396"/>
                <a:gd name="T93" fmla="*/ 154 h 303"/>
                <a:gd name="T94" fmla="*/ 263 w 396"/>
                <a:gd name="T95" fmla="*/ 138 h 303"/>
                <a:gd name="T96" fmla="*/ 270 w 396"/>
                <a:gd name="T97" fmla="*/ 117 h 303"/>
                <a:gd name="T98" fmla="*/ 297 w 396"/>
                <a:gd name="T99" fmla="*/ 113 h 303"/>
                <a:gd name="T100" fmla="*/ 308 w 396"/>
                <a:gd name="T101" fmla="*/ 127 h 303"/>
                <a:gd name="T102" fmla="*/ 322 w 396"/>
                <a:gd name="T103" fmla="*/ 124 h 303"/>
                <a:gd name="T104" fmla="*/ 333 w 396"/>
                <a:gd name="T105" fmla="*/ 125 h 303"/>
                <a:gd name="T106" fmla="*/ 347 w 396"/>
                <a:gd name="T107" fmla="*/ 148 h 303"/>
                <a:gd name="T108" fmla="*/ 362 w 396"/>
                <a:gd name="T109" fmla="*/ 170 h 303"/>
                <a:gd name="T110" fmla="*/ 369 w 396"/>
                <a:gd name="T111" fmla="*/ 145 h 303"/>
                <a:gd name="T112" fmla="*/ 393 w 396"/>
                <a:gd name="T113" fmla="*/ 14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6" h="303">
                  <a:moveTo>
                    <a:pt x="395" y="132"/>
                  </a:moveTo>
                  <a:cubicBezTo>
                    <a:pt x="394" y="129"/>
                    <a:pt x="390" y="130"/>
                    <a:pt x="387" y="129"/>
                  </a:cubicBezTo>
                  <a:cubicBezTo>
                    <a:pt x="387" y="129"/>
                    <a:pt x="387" y="128"/>
                    <a:pt x="387" y="127"/>
                  </a:cubicBezTo>
                  <a:cubicBezTo>
                    <a:pt x="383" y="127"/>
                    <a:pt x="384" y="125"/>
                    <a:pt x="383" y="122"/>
                  </a:cubicBezTo>
                  <a:cubicBezTo>
                    <a:pt x="381" y="121"/>
                    <a:pt x="382" y="118"/>
                    <a:pt x="380" y="117"/>
                  </a:cubicBezTo>
                  <a:cubicBezTo>
                    <a:pt x="377" y="115"/>
                    <a:pt x="375" y="118"/>
                    <a:pt x="373" y="119"/>
                  </a:cubicBezTo>
                  <a:cubicBezTo>
                    <a:pt x="372" y="117"/>
                    <a:pt x="374" y="117"/>
                    <a:pt x="375" y="115"/>
                  </a:cubicBezTo>
                  <a:cubicBezTo>
                    <a:pt x="375" y="113"/>
                    <a:pt x="373" y="112"/>
                    <a:pt x="374" y="111"/>
                  </a:cubicBezTo>
                  <a:cubicBezTo>
                    <a:pt x="378" y="111"/>
                    <a:pt x="378" y="110"/>
                    <a:pt x="379" y="106"/>
                  </a:cubicBezTo>
                  <a:cubicBezTo>
                    <a:pt x="379" y="103"/>
                    <a:pt x="377" y="102"/>
                    <a:pt x="375" y="100"/>
                  </a:cubicBezTo>
                  <a:cubicBezTo>
                    <a:pt x="374" y="101"/>
                    <a:pt x="373" y="102"/>
                    <a:pt x="372" y="102"/>
                  </a:cubicBezTo>
                  <a:cubicBezTo>
                    <a:pt x="372" y="100"/>
                    <a:pt x="372" y="99"/>
                    <a:pt x="372" y="98"/>
                  </a:cubicBezTo>
                  <a:cubicBezTo>
                    <a:pt x="373" y="96"/>
                    <a:pt x="374" y="96"/>
                    <a:pt x="374" y="94"/>
                  </a:cubicBezTo>
                  <a:cubicBezTo>
                    <a:pt x="374" y="96"/>
                    <a:pt x="381" y="93"/>
                    <a:pt x="381" y="92"/>
                  </a:cubicBezTo>
                  <a:cubicBezTo>
                    <a:pt x="382" y="90"/>
                    <a:pt x="382" y="87"/>
                    <a:pt x="382" y="85"/>
                  </a:cubicBezTo>
                  <a:cubicBezTo>
                    <a:pt x="382" y="83"/>
                    <a:pt x="383" y="81"/>
                    <a:pt x="383" y="79"/>
                  </a:cubicBezTo>
                  <a:cubicBezTo>
                    <a:pt x="381" y="79"/>
                    <a:pt x="379" y="81"/>
                    <a:pt x="378" y="80"/>
                  </a:cubicBezTo>
                  <a:cubicBezTo>
                    <a:pt x="377" y="75"/>
                    <a:pt x="384" y="70"/>
                    <a:pt x="380" y="65"/>
                  </a:cubicBezTo>
                  <a:cubicBezTo>
                    <a:pt x="379" y="63"/>
                    <a:pt x="376" y="64"/>
                    <a:pt x="375" y="62"/>
                  </a:cubicBezTo>
                  <a:cubicBezTo>
                    <a:pt x="375" y="60"/>
                    <a:pt x="375" y="58"/>
                    <a:pt x="375" y="56"/>
                  </a:cubicBezTo>
                  <a:cubicBezTo>
                    <a:pt x="375" y="55"/>
                    <a:pt x="374" y="54"/>
                    <a:pt x="374" y="52"/>
                  </a:cubicBezTo>
                  <a:cubicBezTo>
                    <a:pt x="376" y="52"/>
                    <a:pt x="377" y="52"/>
                    <a:pt x="377" y="54"/>
                  </a:cubicBezTo>
                  <a:cubicBezTo>
                    <a:pt x="379" y="55"/>
                    <a:pt x="380" y="52"/>
                    <a:pt x="382" y="52"/>
                  </a:cubicBezTo>
                  <a:cubicBezTo>
                    <a:pt x="383" y="52"/>
                    <a:pt x="385" y="51"/>
                    <a:pt x="386" y="49"/>
                  </a:cubicBezTo>
                  <a:cubicBezTo>
                    <a:pt x="387" y="45"/>
                    <a:pt x="383" y="45"/>
                    <a:pt x="380" y="44"/>
                  </a:cubicBezTo>
                  <a:cubicBezTo>
                    <a:pt x="375" y="44"/>
                    <a:pt x="372" y="40"/>
                    <a:pt x="371" y="36"/>
                  </a:cubicBezTo>
                  <a:cubicBezTo>
                    <a:pt x="370" y="34"/>
                    <a:pt x="367" y="34"/>
                    <a:pt x="367" y="33"/>
                  </a:cubicBezTo>
                  <a:cubicBezTo>
                    <a:pt x="365" y="33"/>
                    <a:pt x="364" y="33"/>
                    <a:pt x="363" y="32"/>
                  </a:cubicBezTo>
                  <a:cubicBezTo>
                    <a:pt x="362" y="31"/>
                    <a:pt x="361" y="32"/>
                    <a:pt x="360" y="32"/>
                  </a:cubicBezTo>
                  <a:cubicBezTo>
                    <a:pt x="358" y="34"/>
                    <a:pt x="357" y="35"/>
                    <a:pt x="354" y="35"/>
                  </a:cubicBezTo>
                  <a:cubicBezTo>
                    <a:pt x="351" y="35"/>
                    <a:pt x="348" y="35"/>
                    <a:pt x="346" y="34"/>
                  </a:cubicBezTo>
                  <a:cubicBezTo>
                    <a:pt x="342" y="32"/>
                    <a:pt x="340" y="32"/>
                    <a:pt x="336" y="32"/>
                  </a:cubicBezTo>
                  <a:cubicBezTo>
                    <a:pt x="335" y="33"/>
                    <a:pt x="329" y="34"/>
                    <a:pt x="329" y="32"/>
                  </a:cubicBezTo>
                  <a:cubicBezTo>
                    <a:pt x="329" y="29"/>
                    <a:pt x="326" y="28"/>
                    <a:pt x="324" y="28"/>
                  </a:cubicBezTo>
                  <a:cubicBezTo>
                    <a:pt x="320" y="28"/>
                    <a:pt x="321" y="26"/>
                    <a:pt x="319" y="25"/>
                  </a:cubicBezTo>
                  <a:cubicBezTo>
                    <a:pt x="316" y="23"/>
                    <a:pt x="316" y="27"/>
                    <a:pt x="315" y="28"/>
                  </a:cubicBezTo>
                  <a:cubicBezTo>
                    <a:pt x="314" y="28"/>
                    <a:pt x="313" y="28"/>
                    <a:pt x="312" y="29"/>
                  </a:cubicBezTo>
                  <a:cubicBezTo>
                    <a:pt x="312" y="29"/>
                    <a:pt x="312" y="30"/>
                    <a:pt x="312" y="30"/>
                  </a:cubicBezTo>
                  <a:cubicBezTo>
                    <a:pt x="309" y="30"/>
                    <a:pt x="306" y="29"/>
                    <a:pt x="303" y="29"/>
                  </a:cubicBezTo>
                  <a:cubicBezTo>
                    <a:pt x="303" y="31"/>
                    <a:pt x="303" y="32"/>
                    <a:pt x="303" y="34"/>
                  </a:cubicBezTo>
                  <a:cubicBezTo>
                    <a:pt x="299" y="34"/>
                    <a:pt x="294" y="37"/>
                    <a:pt x="290" y="35"/>
                  </a:cubicBezTo>
                  <a:cubicBezTo>
                    <a:pt x="288" y="34"/>
                    <a:pt x="286" y="30"/>
                    <a:pt x="283" y="31"/>
                  </a:cubicBezTo>
                  <a:cubicBezTo>
                    <a:pt x="282" y="32"/>
                    <a:pt x="280" y="34"/>
                    <a:pt x="279" y="32"/>
                  </a:cubicBezTo>
                  <a:cubicBezTo>
                    <a:pt x="278" y="30"/>
                    <a:pt x="279" y="29"/>
                    <a:pt x="279" y="27"/>
                  </a:cubicBezTo>
                  <a:cubicBezTo>
                    <a:pt x="277" y="27"/>
                    <a:pt x="277" y="29"/>
                    <a:pt x="276" y="30"/>
                  </a:cubicBezTo>
                  <a:cubicBezTo>
                    <a:pt x="274" y="31"/>
                    <a:pt x="273" y="29"/>
                    <a:pt x="271" y="29"/>
                  </a:cubicBezTo>
                  <a:cubicBezTo>
                    <a:pt x="268" y="27"/>
                    <a:pt x="265" y="30"/>
                    <a:pt x="264" y="33"/>
                  </a:cubicBezTo>
                  <a:cubicBezTo>
                    <a:pt x="257" y="34"/>
                    <a:pt x="252" y="37"/>
                    <a:pt x="245" y="36"/>
                  </a:cubicBezTo>
                  <a:cubicBezTo>
                    <a:pt x="242" y="35"/>
                    <a:pt x="241" y="36"/>
                    <a:pt x="240" y="34"/>
                  </a:cubicBezTo>
                  <a:cubicBezTo>
                    <a:pt x="238" y="32"/>
                    <a:pt x="236" y="35"/>
                    <a:pt x="236" y="36"/>
                  </a:cubicBezTo>
                  <a:cubicBezTo>
                    <a:pt x="234" y="36"/>
                    <a:pt x="233" y="30"/>
                    <a:pt x="232" y="28"/>
                  </a:cubicBezTo>
                  <a:cubicBezTo>
                    <a:pt x="234" y="28"/>
                    <a:pt x="237" y="29"/>
                    <a:pt x="239" y="28"/>
                  </a:cubicBezTo>
                  <a:cubicBezTo>
                    <a:pt x="239" y="29"/>
                    <a:pt x="239" y="30"/>
                    <a:pt x="239" y="30"/>
                  </a:cubicBezTo>
                  <a:cubicBezTo>
                    <a:pt x="240" y="30"/>
                    <a:pt x="241" y="29"/>
                    <a:pt x="242" y="29"/>
                  </a:cubicBezTo>
                  <a:cubicBezTo>
                    <a:pt x="239" y="26"/>
                    <a:pt x="238" y="19"/>
                    <a:pt x="234" y="18"/>
                  </a:cubicBezTo>
                  <a:cubicBezTo>
                    <a:pt x="229" y="17"/>
                    <a:pt x="227" y="19"/>
                    <a:pt x="224" y="22"/>
                  </a:cubicBezTo>
                  <a:cubicBezTo>
                    <a:pt x="223" y="22"/>
                    <a:pt x="221" y="22"/>
                    <a:pt x="220" y="23"/>
                  </a:cubicBezTo>
                  <a:cubicBezTo>
                    <a:pt x="220" y="20"/>
                    <a:pt x="215" y="21"/>
                    <a:pt x="214" y="21"/>
                  </a:cubicBezTo>
                  <a:cubicBezTo>
                    <a:pt x="210" y="22"/>
                    <a:pt x="208" y="23"/>
                    <a:pt x="205" y="24"/>
                  </a:cubicBezTo>
                  <a:cubicBezTo>
                    <a:pt x="205" y="26"/>
                    <a:pt x="204" y="27"/>
                    <a:pt x="202" y="27"/>
                  </a:cubicBezTo>
                  <a:cubicBezTo>
                    <a:pt x="203" y="28"/>
                    <a:pt x="203" y="31"/>
                    <a:pt x="201" y="32"/>
                  </a:cubicBezTo>
                  <a:cubicBezTo>
                    <a:pt x="199" y="32"/>
                    <a:pt x="198" y="32"/>
                    <a:pt x="198" y="34"/>
                  </a:cubicBezTo>
                  <a:cubicBezTo>
                    <a:pt x="196" y="34"/>
                    <a:pt x="195" y="36"/>
                    <a:pt x="193" y="38"/>
                  </a:cubicBezTo>
                  <a:cubicBezTo>
                    <a:pt x="196" y="38"/>
                    <a:pt x="197" y="39"/>
                    <a:pt x="196" y="41"/>
                  </a:cubicBezTo>
                  <a:cubicBezTo>
                    <a:pt x="194" y="41"/>
                    <a:pt x="193" y="43"/>
                    <a:pt x="192" y="43"/>
                  </a:cubicBezTo>
                  <a:cubicBezTo>
                    <a:pt x="190" y="44"/>
                    <a:pt x="188" y="43"/>
                    <a:pt x="187" y="43"/>
                  </a:cubicBezTo>
                  <a:cubicBezTo>
                    <a:pt x="186" y="45"/>
                    <a:pt x="187" y="47"/>
                    <a:pt x="185" y="47"/>
                  </a:cubicBezTo>
                  <a:cubicBezTo>
                    <a:pt x="184" y="47"/>
                    <a:pt x="182" y="47"/>
                    <a:pt x="181" y="47"/>
                  </a:cubicBezTo>
                  <a:cubicBezTo>
                    <a:pt x="179" y="47"/>
                    <a:pt x="173" y="48"/>
                    <a:pt x="173" y="45"/>
                  </a:cubicBezTo>
                  <a:cubicBezTo>
                    <a:pt x="173" y="45"/>
                    <a:pt x="173" y="45"/>
                    <a:pt x="173" y="45"/>
                  </a:cubicBezTo>
                  <a:cubicBezTo>
                    <a:pt x="174" y="43"/>
                    <a:pt x="173" y="35"/>
                    <a:pt x="171" y="34"/>
                  </a:cubicBezTo>
                  <a:cubicBezTo>
                    <a:pt x="170" y="34"/>
                    <a:pt x="167" y="34"/>
                    <a:pt x="166" y="33"/>
                  </a:cubicBezTo>
                  <a:cubicBezTo>
                    <a:pt x="165" y="30"/>
                    <a:pt x="164" y="31"/>
                    <a:pt x="161" y="31"/>
                  </a:cubicBezTo>
                  <a:cubicBezTo>
                    <a:pt x="156" y="31"/>
                    <a:pt x="150" y="33"/>
                    <a:pt x="145" y="31"/>
                  </a:cubicBezTo>
                  <a:cubicBezTo>
                    <a:pt x="143" y="30"/>
                    <a:pt x="141" y="30"/>
                    <a:pt x="139" y="31"/>
                  </a:cubicBezTo>
                  <a:cubicBezTo>
                    <a:pt x="137" y="31"/>
                    <a:pt x="135" y="30"/>
                    <a:pt x="133" y="30"/>
                  </a:cubicBezTo>
                  <a:cubicBezTo>
                    <a:pt x="128" y="30"/>
                    <a:pt x="127" y="28"/>
                    <a:pt x="125" y="24"/>
                  </a:cubicBezTo>
                  <a:cubicBezTo>
                    <a:pt x="123" y="19"/>
                    <a:pt x="121" y="18"/>
                    <a:pt x="116" y="17"/>
                  </a:cubicBezTo>
                  <a:cubicBezTo>
                    <a:pt x="112" y="17"/>
                    <a:pt x="106" y="20"/>
                    <a:pt x="102" y="17"/>
                  </a:cubicBezTo>
                  <a:cubicBezTo>
                    <a:pt x="99" y="13"/>
                    <a:pt x="100" y="9"/>
                    <a:pt x="99" y="5"/>
                  </a:cubicBezTo>
                  <a:cubicBezTo>
                    <a:pt x="93" y="0"/>
                    <a:pt x="93" y="0"/>
                    <a:pt x="93" y="0"/>
                  </a:cubicBezTo>
                  <a:cubicBezTo>
                    <a:pt x="90" y="0"/>
                    <a:pt x="91" y="6"/>
                    <a:pt x="86" y="4"/>
                  </a:cubicBezTo>
                  <a:cubicBezTo>
                    <a:pt x="84" y="3"/>
                    <a:pt x="82" y="2"/>
                    <a:pt x="80" y="2"/>
                  </a:cubicBezTo>
                  <a:cubicBezTo>
                    <a:pt x="79" y="2"/>
                    <a:pt x="78" y="4"/>
                    <a:pt x="77" y="4"/>
                  </a:cubicBezTo>
                  <a:cubicBezTo>
                    <a:pt x="76" y="4"/>
                    <a:pt x="75" y="4"/>
                    <a:pt x="74" y="4"/>
                  </a:cubicBezTo>
                  <a:cubicBezTo>
                    <a:pt x="72" y="4"/>
                    <a:pt x="72" y="7"/>
                    <a:pt x="70" y="7"/>
                  </a:cubicBezTo>
                  <a:cubicBezTo>
                    <a:pt x="68" y="8"/>
                    <a:pt x="67" y="7"/>
                    <a:pt x="65" y="7"/>
                  </a:cubicBezTo>
                  <a:cubicBezTo>
                    <a:pt x="64" y="9"/>
                    <a:pt x="67" y="9"/>
                    <a:pt x="68" y="10"/>
                  </a:cubicBezTo>
                  <a:cubicBezTo>
                    <a:pt x="68" y="11"/>
                    <a:pt x="68" y="12"/>
                    <a:pt x="68" y="14"/>
                  </a:cubicBezTo>
                  <a:cubicBezTo>
                    <a:pt x="67" y="14"/>
                    <a:pt x="65" y="16"/>
                    <a:pt x="66" y="17"/>
                  </a:cubicBezTo>
                  <a:cubicBezTo>
                    <a:pt x="69" y="17"/>
                    <a:pt x="67" y="26"/>
                    <a:pt x="73" y="21"/>
                  </a:cubicBezTo>
                  <a:cubicBezTo>
                    <a:pt x="78" y="17"/>
                    <a:pt x="85" y="21"/>
                    <a:pt x="89" y="24"/>
                  </a:cubicBezTo>
                  <a:cubicBezTo>
                    <a:pt x="87" y="24"/>
                    <a:pt x="86" y="25"/>
                    <a:pt x="84" y="25"/>
                  </a:cubicBezTo>
                  <a:cubicBezTo>
                    <a:pt x="82" y="25"/>
                    <a:pt x="80" y="24"/>
                    <a:pt x="79" y="25"/>
                  </a:cubicBezTo>
                  <a:cubicBezTo>
                    <a:pt x="78" y="25"/>
                    <a:pt x="77" y="26"/>
                    <a:pt x="77" y="27"/>
                  </a:cubicBezTo>
                  <a:cubicBezTo>
                    <a:pt x="76" y="28"/>
                    <a:pt x="74" y="27"/>
                    <a:pt x="72" y="27"/>
                  </a:cubicBezTo>
                  <a:cubicBezTo>
                    <a:pt x="72" y="28"/>
                    <a:pt x="72" y="29"/>
                    <a:pt x="72" y="30"/>
                  </a:cubicBezTo>
                  <a:cubicBezTo>
                    <a:pt x="70" y="30"/>
                    <a:pt x="66" y="29"/>
                    <a:pt x="64" y="32"/>
                  </a:cubicBezTo>
                  <a:cubicBezTo>
                    <a:pt x="63" y="33"/>
                    <a:pt x="65" y="36"/>
                    <a:pt x="62" y="36"/>
                  </a:cubicBezTo>
                  <a:cubicBezTo>
                    <a:pt x="61" y="37"/>
                    <a:pt x="60" y="38"/>
                    <a:pt x="59" y="38"/>
                  </a:cubicBezTo>
                  <a:cubicBezTo>
                    <a:pt x="56" y="38"/>
                    <a:pt x="54" y="38"/>
                    <a:pt x="52" y="38"/>
                  </a:cubicBezTo>
                  <a:cubicBezTo>
                    <a:pt x="52" y="40"/>
                    <a:pt x="52" y="40"/>
                    <a:pt x="52" y="40"/>
                  </a:cubicBezTo>
                  <a:cubicBezTo>
                    <a:pt x="53" y="40"/>
                    <a:pt x="55" y="40"/>
                    <a:pt x="55" y="40"/>
                  </a:cubicBezTo>
                  <a:cubicBezTo>
                    <a:pt x="59" y="40"/>
                    <a:pt x="59" y="41"/>
                    <a:pt x="61" y="43"/>
                  </a:cubicBezTo>
                  <a:cubicBezTo>
                    <a:pt x="66" y="47"/>
                    <a:pt x="67" y="51"/>
                    <a:pt x="66" y="57"/>
                  </a:cubicBezTo>
                  <a:cubicBezTo>
                    <a:pt x="65" y="57"/>
                    <a:pt x="60" y="57"/>
                    <a:pt x="60" y="58"/>
                  </a:cubicBezTo>
                  <a:cubicBezTo>
                    <a:pt x="60" y="59"/>
                    <a:pt x="62" y="60"/>
                    <a:pt x="62" y="61"/>
                  </a:cubicBezTo>
                  <a:cubicBezTo>
                    <a:pt x="61" y="65"/>
                    <a:pt x="55" y="62"/>
                    <a:pt x="54" y="65"/>
                  </a:cubicBezTo>
                  <a:cubicBezTo>
                    <a:pt x="53" y="64"/>
                    <a:pt x="53" y="63"/>
                    <a:pt x="51" y="63"/>
                  </a:cubicBezTo>
                  <a:cubicBezTo>
                    <a:pt x="51" y="62"/>
                    <a:pt x="51" y="61"/>
                    <a:pt x="51" y="60"/>
                  </a:cubicBezTo>
                  <a:cubicBezTo>
                    <a:pt x="49" y="60"/>
                    <a:pt x="47" y="60"/>
                    <a:pt x="45" y="59"/>
                  </a:cubicBezTo>
                  <a:cubicBezTo>
                    <a:pt x="44" y="57"/>
                    <a:pt x="44" y="56"/>
                    <a:pt x="42" y="56"/>
                  </a:cubicBezTo>
                  <a:cubicBezTo>
                    <a:pt x="41" y="57"/>
                    <a:pt x="41" y="58"/>
                    <a:pt x="40" y="59"/>
                  </a:cubicBezTo>
                  <a:cubicBezTo>
                    <a:pt x="45" y="60"/>
                    <a:pt x="41" y="67"/>
                    <a:pt x="41" y="69"/>
                  </a:cubicBezTo>
                  <a:cubicBezTo>
                    <a:pt x="40" y="71"/>
                    <a:pt x="42" y="74"/>
                    <a:pt x="40" y="75"/>
                  </a:cubicBezTo>
                  <a:cubicBezTo>
                    <a:pt x="37" y="76"/>
                    <a:pt x="38" y="80"/>
                    <a:pt x="38" y="81"/>
                  </a:cubicBezTo>
                  <a:cubicBezTo>
                    <a:pt x="37" y="82"/>
                    <a:pt x="36" y="81"/>
                    <a:pt x="34" y="81"/>
                  </a:cubicBezTo>
                  <a:cubicBezTo>
                    <a:pt x="34" y="81"/>
                    <a:pt x="34" y="83"/>
                    <a:pt x="33" y="83"/>
                  </a:cubicBezTo>
                  <a:cubicBezTo>
                    <a:pt x="32" y="84"/>
                    <a:pt x="30" y="83"/>
                    <a:pt x="29" y="83"/>
                  </a:cubicBezTo>
                  <a:cubicBezTo>
                    <a:pt x="18" y="79"/>
                    <a:pt x="18" y="79"/>
                    <a:pt x="18" y="79"/>
                  </a:cubicBezTo>
                  <a:cubicBezTo>
                    <a:pt x="17" y="78"/>
                    <a:pt x="15" y="78"/>
                    <a:pt x="14" y="78"/>
                  </a:cubicBezTo>
                  <a:cubicBezTo>
                    <a:pt x="12" y="79"/>
                    <a:pt x="11" y="80"/>
                    <a:pt x="11" y="82"/>
                  </a:cubicBezTo>
                  <a:cubicBezTo>
                    <a:pt x="9" y="82"/>
                    <a:pt x="8" y="82"/>
                    <a:pt x="6" y="81"/>
                  </a:cubicBezTo>
                  <a:cubicBezTo>
                    <a:pt x="6" y="82"/>
                    <a:pt x="5" y="82"/>
                    <a:pt x="4" y="83"/>
                  </a:cubicBezTo>
                  <a:cubicBezTo>
                    <a:pt x="2" y="86"/>
                    <a:pt x="7" y="88"/>
                    <a:pt x="7" y="91"/>
                  </a:cubicBezTo>
                  <a:cubicBezTo>
                    <a:pt x="6" y="90"/>
                    <a:pt x="5" y="90"/>
                    <a:pt x="5" y="89"/>
                  </a:cubicBezTo>
                  <a:cubicBezTo>
                    <a:pt x="4" y="88"/>
                    <a:pt x="3" y="88"/>
                    <a:pt x="2" y="89"/>
                  </a:cubicBezTo>
                  <a:cubicBezTo>
                    <a:pt x="1" y="90"/>
                    <a:pt x="2" y="91"/>
                    <a:pt x="3" y="92"/>
                  </a:cubicBezTo>
                  <a:cubicBezTo>
                    <a:pt x="3" y="92"/>
                    <a:pt x="5" y="95"/>
                    <a:pt x="4" y="95"/>
                  </a:cubicBezTo>
                  <a:cubicBezTo>
                    <a:pt x="4" y="95"/>
                    <a:pt x="3" y="95"/>
                    <a:pt x="2" y="95"/>
                  </a:cubicBezTo>
                  <a:cubicBezTo>
                    <a:pt x="2" y="97"/>
                    <a:pt x="1" y="99"/>
                    <a:pt x="1" y="102"/>
                  </a:cubicBezTo>
                  <a:cubicBezTo>
                    <a:pt x="5" y="101"/>
                    <a:pt x="0" y="110"/>
                    <a:pt x="1" y="111"/>
                  </a:cubicBezTo>
                  <a:cubicBezTo>
                    <a:pt x="2" y="111"/>
                    <a:pt x="3" y="111"/>
                    <a:pt x="4" y="111"/>
                  </a:cubicBezTo>
                  <a:cubicBezTo>
                    <a:pt x="4" y="110"/>
                    <a:pt x="4" y="107"/>
                    <a:pt x="5" y="107"/>
                  </a:cubicBezTo>
                  <a:cubicBezTo>
                    <a:pt x="6" y="107"/>
                    <a:pt x="8" y="110"/>
                    <a:pt x="8" y="110"/>
                  </a:cubicBezTo>
                  <a:cubicBezTo>
                    <a:pt x="7" y="112"/>
                    <a:pt x="3" y="111"/>
                    <a:pt x="3" y="113"/>
                  </a:cubicBezTo>
                  <a:cubicBezTo>
                    <a:pt x="2" y="115"/>
                    <a:pt x="3" y="115"/>
                    <a:pt x="4" y="116"/>
                  </a:cubicBezTo>
                  <a:cubicBezTo>
                    <a:pt x="4" y="117"/>
                    <a:pt x="4" y="119"/>
                    <a:pt x="4" y="120"/>
                  </a:cubicBezTo>
                  <a:cubicBezTo>
                    <a:pt x="6" y="120"/>
                    <a:pt x="8" y="120"/>
                    <a:pt x="10" y="120"/>
                  </a:cubicBezTo>
                  <a:cubicBezTo>
                    <a:pt x="8" y="121"/>
                    <a:pt x="4" y="120"/>
                    <a:pt x="3" y="122"/>
                  </a:cubicBezTo>
                  <a:cubicBezTo>
                    <a:pt x="3" y="123"/>
                    <a:pt x="3" y="128"/>
                    <a:pt x="4" y="129"/>
                  </a:cubicBezTo>
                  <a:cubicBezTo>
                    <a:pt x="4" y="130"/>
                    <a:pt x="4" y="130"/>
                    <a:pt x="4" y="131"/>
                  </a:cubicBezTo>
                  <a:cubicBezTo>
                    <a:pt x="2" y="132"/>
                    <a:pt x="4" y="133"/>
                    <a:pt x="4" y="135"/>
                  </a:cubicBezTo>
                  <a:cubicBezTo>
                    <a:pt x="2" y="135"/>
                    <a:pt x="2" y="139"/>
                    <a:pt x="4" y="139"/>
                  </a:cubicBezTo>
                  <a:cubicBezTo>
                    <a:pt x="5" y="137"/>
                    <a:pt x="6" y="136"/>
                    <a:pt x="7" y="134"/>
                  </a:cubicBezTo>
                  <a:cubicBezTo>
                    <a:pt x="8" y="134"/>
                    <a:pt x="9" y="134"/>
                    <a:pt x="11" y="134"/>
                  </a:cubicBezTo>
                  <a:cubicBezTo>
                    <a:pt x="11" y="133"/>
                    <a:pt x="10" y="128"/>
                    <a:pt x="12" y="128"/>
                  </a:cubicBezTo>
                  <a:cubicBezTo>
                    <a:pt x="12" y="130"/>
                    <a:pt x="13" y="131"/>
                    <a:pt x="13" y="132"/>
                  </a:cubicBezTo>
                  <a:cubicBezTo>
                    <a:pt x="13" y="133"/>
                    <a:pt x="13" y="134"/>
                    <a:pt x="13" y="135"/>
                  </a:cubicBezTo>
                  <a:cubicBezTo>
                    <a:pt x="12" y="135"/>
                    <a:pt x="11" y="135"/>
                    <a:pt x="10" y="135"/>
                  </a:cubicBezTo>
                  <a:cubicBezTo>
                    <a:pt x="9" y="136"/>
                    <a:pt x="9" y="136"/>
                    <a:pt x="9" y="137"/>
                  </a:cubicBezTo>
                  <a:cubicBezTo>
                    <a:pt x="8" y="138"/>
                    <a:pt x="5" y="140"/>
                    <a:pt x="8" y="141"/>
                  </a:cubicBezTo>
                  <a:cubicBezTo>
                    <a:pt x="7" y="142"/>
                    <a:pt x="8" y="142"/>
                    <a:pt x="8" y="143"/>
                  </a:cubicBezTo>
                  <a:cubicBezTo>
                    <a:pt x="9" y="143"/>
                    <a:pt x="10" y="143"/>
                    <a:pt x="11" y="143"/>
                  </a:cubicBezTo>
                  <a:cubicBezTo>
                    <a:pt x="11" y="143"/>
                    <a:pt x="12" y="144"/>
                    <a:pt x="13" y="145"/>
                  </a:cubicBezTo>
                  <a:cubicBezTo>
                    <a:pt x="11" y="145"/>
                    <a:pt x="9" y="145"/>
                    <a:pt x="7" y="145"/>
                  </a:cubicBezTo>
                  <a:cubicBezTo>
                    <a:pt x="7" y="144"/>
                    <a:pt x="7" y="144"/>
                    <a:pt x="7" y="144"/>
                  </a:cubicBezTo>
                  <a:cubicBezTo>
                    <a:pt x="3" y="143"/>
                    <a:pt x="3" y="149"/>
                    <a:pt x="4" y="152"/>
                  </a:cubicBezTo>
                  <a:cubicBezTo>
                    <a:pt x="4" y="152"/>
                    <a:pt x="5" y="152"/>
                    <a:pt x="5" y="153"/>
                  </a:cubicBezTo>
                  <a:cubicBezTo>
                    <a:pt x="6" y="154"/>
                    <a:pt x="6" y="155"/>
                    <a:pt x="6" y="155"/>
                  </a:cubicBezTo>
                  <a:cubicBezTo>
                    <a:pt x="7" y="157"/>
                    <a:pt x="7" y="158"/>
                    <a:pt x="9" y="159"/>
                  </a:cubicBezTo>
                  <a:cubicBezTo>
                    <a:pt x="8" y="159"/>
                    <a:pt x="7" y="159"/>
                    <a:pt x="7" y="159"/>
                  </a:cubicBezTo>
                  <a:cubicBezTo>
                    <a:pt x="7" y="158"/>
                    <a:pt x="7" y="158"/>
                    <a:pt x="7" y="158"/>
                  </a:cubicBezTo>
                  <a:cubicBezTo>
                    <a:pt x="6" y="158"/>
                    <a:pt x="6" y="158"/>
                    <a:pt x="6" y="158"/>
                  </a:cubicBezTo>
                  <a:cubicBezTo>
                    <a:pt x="5" y="161"/>
                    <a:pt x="5" y="163"/>
                    <a:pt x="5" y="166"/>
                  </a:cubicBezTo>
                  <a:cubicBezTo>
                    <a:pt x="6" y="166"/>
                    <a:pt x="6" y="166"/>
                    <a:pt x="7" y="167"/>
                  </a:cubicBezTo>
                  <a:cubicBezTo>
                    <a:pt x="7" y="168"/>
                    <a:pt x="7" y="169"/>
                    <a:pt x="7" y="170"/>
                  </a:cubicBezTo>
                  <a:cubicBezTo>
                    <a:pt x="7" y="170"/>
                    <a:pt x="8" y="170"/>
                    <a:pt x="9" y="170"/>
                  </a:cubicBezTo>
                  <a:cubicBezTo>
                    <a:pt x="9" y="169"/>
                    <a:pt x="10" y="169"/>
                    <a:pt x="11" y="169"/>
                  </a:cubicBezTo>
                  <a:cubicBezTo>
                    <a:pt x="11" y="170"/>
                    <a:pt x="11" y="172"/>
                    <a:pt x="11" y="173"/>
                  </a:cubicBezTo>
                  <a:cubicBezTo>
                    <a:pt x="11" y="171"/>
                    <a:pt x="7" y="171"/>
                    <a:pt x="5" y="171"/>
                  </a:cubicBezTo>
                  <a:cubicBezTo>
                    <a:pt x="5" y="174"/>
                    <a:pt x="7" y="174"/>
                    <a:pt x="8" y="175"/>
                  </a:cubicBezTo>
                  <a:cubicBezTo>
                    <a:pt x="9" y="177"/>
                    <a:pt x="7" y="178"/>
                    <a:pt x="7" y="180"/>
                  </a:cubicBezTo>
                  <a:cubicBezTo>
                    <a:pt x="7" y="180"/>
                    <a:pt x="7" y="180"/>
                    <a:pt x="8" y="180"/>
                  </a:cubicBezTo>
                  <a:cubicBezTo>
                    <a:pt x="8" y="182"/>
                    <a:pt x="9" y="186"/>
                    <a:pt x="11" y="185"/>
                  </a:cubicBezTo>
                  <a:cubicBezTo>
                    <a:pt x="7" y="186"/>
                    <a:pt x="10" y="191"/>
                    <a:pt x="11" y="193"/>
                  </a:cubicBezTo>
                  <a:cubicBezTo>
                    <a:pt x="14" y="196"/>
                    <a:pt x="12" y="200"/>
                    <a:pt x="12" y="204"/>
                  </a:cubicBezTo>
                  <a:cubicBezTo>
                    <a:pt x="13" y="204"/>
                    <a:pt x="15" y="204"/>
                    <a:pt x="15" y="204"/>
                  </a:cubicBezTo>
                  <a:cubicBezTo>
                    <a:pt x="15" y="205"/>
                    <a:pt x="13" y="205"/>
                    <a:pt x="12" y="206"/>
                  </a:cubicBezTo>
                  <a:cubicBezTo>
                    <a:pt x="14" y="209"/>
                    <a:pt x="16" y="215"/>
                    <a:pt x="13" y="218"/>
                  </a:cubicBezTo>
                  <a:cubicBezTo>
                    <a:pt x="14" y="218"/>
                    <a:pt x="15" y="218"/>
                    <a:pt x="16" y="218"/>
                  </a:cubicBezTo>
                  <a:cubicBezTo>
                    <a:pt x="16" y="220"/>
                    <a:pt x="15" y="219"/>
                    <a:pt x="14" y="220"/>
                  </a:cubicBezTo>
                  <a:cubicBezTo>
                    <a:pt x="14" y="221"/>
                    <a:pt x="14" y="222"/>
                    <a:pt x="14" y="223"/>
                  </a:cubicBezTo>
                  <a:cubicBezTo>
                    <a:pt x="16" y="224"/>
                    <a:pt x="17" y="224"/>
                    <a:pt x="16" y="226"/>
                  </a:cubicBezTo>
                  <a:cubicBezTo>
                    <a:pt x="15" y="226"/>
                    <a:pt x="15" y="227"/>
                    <a:pt x="15" y="228"/>
                  </a:cubicBezTo>
                  <a:cubicBezTo>
                    <a:pt x="17" y="228"/>
                    <a:pt x="15" y="233"/>
                    <a:pt x="15" y="234"/>
                  </a:cubicBezTo>
                  <a:cubicBezTo>
                    <a:pt x="16" y="234"/>
                    <a:pt x="17" y="235"/>
                    <a:pt x="17" y="235"/>
                  </a:cubicBezTo>
                  <a:cubicBezTo>
                    <a:pt x="18" y="236"/>
                    <a:pt x="16" y="236"/>
                    <a:pt x="15" y="236"/>
                  </a:cubicBezTo>
                  <a:cubicBezTo>
                    <a:pt x="17" y="239"/>
                    <a:pt x="16" y="245"/>
                    <a:pt x="17" y="248"/>
                  </a:cubicBezTo>
                  <a:cubicBezTo>
                    <a:pt x="17" y="249"/>
                    <a:pt x="16" y="251"/>
                    <a:pt x="16" y="253"/>
                  </a:cubicBezTo>
                  <a:cubicBezTo>
                    <a:pt x="16" y="255"/>
                    <a:pt x="17" y="257"/>
                    <a:pt x="17" y="259"/>
                  </a:cubicBezTo>
                  <a:cubicBezTo>
                    <a:pt x="18" y="261"/>
                    <a:pt x="17" y="263"/>
                    <a:pt x="18" y="265"/>
                  </a:cubicBezTo>
                  <a:cubicBezTo>
                    <a:pt x="19" y="267"/>
                    <a:pt x="19" y="268"/>
                    <a:pt x="19" y="270"/>
                  </a:cubicBezTo>
                  <a:cubicBezTo>
                    <a:pt x="19" y="271"/>
                    <a:pt x="19" y="273"/>
                    <a:pt x="19" y="274"/>
                  </a:cubicBezTo>
                  <a:cubicBezTo>
                    <a:pt x="19" y="275"/>
                    <a:pt x="21" y="276"/>
                    <a:pt x="21" y="276"/>
                  </a:cubicBezTo>
                  <a:cubicBezTo>
                    <a:pt x="21" y="278"/>
                    <a:pt x="19" y="279"/>
                    <a:pt x="18" y="280"/>
                  </a:cubicBezTo>
                  <a:cubicBezTo>
                    <a:pt x="19" y="281"/>
                    <a:pt x="20" y="282"/>
                    <a:pt x="21" y="283"/>
                  </a:cubicBezTo>
                  <a:cubicBezTo>
                    <a:pt x="22" y="283"/>
                    <a:pt x="23" y="285"/>
                    <a:pt x="24" y="286"/>
                  </a:cubicBezTo>
                  <a:cubicBezTo>
                    <a:pt x="25" y="288"/>
                    <a:pt x="26" y="291"/>
                    <a:pt x="27" y="294"/>
                  </a:cubicBezTo>
                  <a:cubicBezTo>
                    <a:pt x="27" y="294"/>
                    <a:pt x="27" y="294"/>
                    <a:pt x="27" y="294"/>
                  </a:cubicBezTo>
                  <a:cubicBezTo>
                    <a:pt x="27" y="294"/>
                    <a:pt x="27" y="294"/>
                    <a:pt x="27" y="294"/>
                  </a:cubicBezTo>
                  <a:cubicBezTo>
                    <a:pt x="29" y="294"/>
                    <a:pt x="32" y="294"/>
                    <a:pt x="34" y="294"/>
                  </a:cubicBezTo>
                  <a:cubicBezTo>
                    <a:pt x="35" y="292"/>
                    <a:pt x="37" y="292"/>
                    <a:pt x="39" y="292"/>
                  </a:cubicBezTo>
                  <a:cubicBezTo>
                    <a:pt x="40" y="296"/>
                    <a:pt x="43" y="297"/>
                    <a:pt x="43" y="301"/>
                  </a:cubicBezTo>
                  <a:cubicBezTo>
                    <a:pt x="46" y="302"/>
                    <a:pt x="50" y="303"/>
                    <a:pt x="53" y="303"/>
                  </a:cubicBezTo>
                  <a:cubicBezTo>
                    <a:pt x="53" y="303"/>
                    <a:pt x="53" y="303"/>
                    <a:pt x="53" y="303"/>
                  </a:cubicBezTo>
                  <a:cubicBezTo>
                    <a:pt x="53" y="303"/>
                    <a:pt x="53" y="303"/>
                    <a:pt x="53" y="303"/>
                  </a:cubicBezTo>
                  <a:cubicBezTo>
                    <a:pt x="53" y="303"/>
                    <a:pt x="52" y="303"/>
                    <a:pt x="51" y="303"/>
                  </a:cubicBezTo>
                  <a:cubicBezTo>
                    <a:pt x="50" y="298"/>
                    <a:pt x="58" y="297"/>
                    <a:pt x="61" y="297"/>
                  </a:cubicBezTo>
                  <a:cubicBezTo>
                    <a:pt x="61" y="296"/>
                    <a:pt x="61" y="296"/>
                    <a:pt x="60" y="296"/>
                  </a:cubicBezTo>
                  <a:cubicBezTo>
                    <a:pt x="60" y="295"/>
                    <a:pt x="60" y="295"/>
                    <a:pt x="60" y="295"/>
                  </a:cubicBezTo>
                  <a:cubicBezTo>
                    <a:pt x="62" y="295"/>
                    <a:pt x="63" y="296"/>
                    <a:pt x="65" y="296"/>
                  </a:cubicBezTo>
                  <a:cubicBezTo>
                    <a:pt x="65" y="295"/>
                    <a:pt x="65" y="293"/>
                    <a:pt x="65" y="292"/>
                  </a:cubicBezTo>
                  <a:cubicBezTo>
                    <a:pt x="67" y="292"/>
                    <a:pt x="71" y="288"/>
                    <a:pt x="69" y="286"/>
                  </a:cubicBezTo>
                  <a:cubicBezTo>
                    <a:pt x="67" y="285"/>
                    <a:pt x="63" y="286"/>
                    <a:pt x="64" y="283"/>
                  </a:cubicBezTo>
                  <a:cubicBezTo>
                    <a:pt x="67" y="282"/>
                    <a:pt x="69" y="282"/>
                    <a:pt x="71" y="282"/>
                  </a:cubicBezTo>
                  <a:cubicBezTo>
                    <a:pt x="71" y="279"/>
                    <a:pt x="70" y="272"/>
                    <a:pt x="65" y="273"/>
                  </a:cubicBezTo>
                  <a:cubicBezTo>
                    <a:pt x="65" y="275"/>
                    <a:pt x="63" y="273"/>
                    <a:pt x="63" y="272"/>
                  </a:cubicBezTo>
                  <a:cubicBezTo>
                    <a:pt x="62" y="269"/>
                    <a:pt x="63" y="269"/>
                    <a:pt x="64" y="268"/>
                  </a:cubicBezTo>
                  <a:cubicBezTo>
                    <a:pt x="66" y="266"/>
                    <a:pt x="60" y="262"/>
                    <a:pt x="61" y="260"/>
                  </a:cubicBezTo>
                  <a:cubicBezTo>
                    <a:pt x="63" y="259"/>
                    <a:pt x="63" y="262"/>
                    <a:pt x="65" y="261"/>
                  </a:cubicBezTo>
                  <a:cubicBezTo>
                    <a:pt x="65" y="260"/>
                    <a:pt x="65" y="259"/>
                    <a:pt x="67" y="258"/>
                  </a:cubicBezTo>
                  <a:cubicBezTo>
                    <a:pt x="70" y="258"/>
                    <a:pt x="69" y="258"/>
                    <a:pt x="70" y="256"/>
                  </a:cubicBezTo>
                  <a:cubicBezTo>
                    <a:pt x="71" y="254"/>
                    <a:pt x="73" y="255"/>
                    <a:pt x="75" y="255"/>
                  </a:cubicBezTo>
                  <a:cubicBezTo>
                    <a:pt x="77" y="256"/>
                    <a:pt x="77" y="257"/>
                    <a:pt x="77" y="259"/>
                  </a:cubicBezTo>
                  <a:cubicBezTo>
                    <a:pt x="79" y="259"/>
                    <a:pt x="81" y="258"/>
                    <a:pt x="83" y="258"/>
                  </a:cubicBezTo>
                  <a:cubicBezTo>
                    <a:pt x="80" y="256"/>
                    <a:pt x="82" y="253"/>
                    <a:pt x="86" y="253"/>
                  </a:cubicBezTo>
                  <a:cubicBezTo>
                    <a:pt x="86" y="252"/>
                    <a:pt x="90" y="251"/>
                    <a:pt x="91" y="251"/>
                  </a:cubicBezTo>
                  <a:cubicBezTo>
                    <a:pt x="94" y="251"/>
                    <a:pt x="95" y="249"/>
                    <a:pt x="95" y="246"/>
                  </a:cubicBezTo>
                  <a:cubicBezTo>
                    <a:pt x="96" y="246"/>
                    <a:pt x="97" y="246"/>
                    <a:pt x="97" y="246"/>
                  </a:cubicBezTo>
                  <a:cubicBezTo>
                    <a:pt x="97" y="245"/>
                    <a:pt x="98" y="242"/>
                    <a:pt x="97" y="242"/>
                  </a:cubicBezTo>
                  <a:cubicBezTo>
                    <a:pt x="101" y="242"/>
                    <a:pt x="106" y="242"/>
                    <a:pt x="109" y="246"/>
                  </a:cubicBezTo>
                  <a:cubicBezTo>
                    <a:pt x="110" y="247"/>
                    <a:pt x="112" y="247"/>
                    <a:pt x="113" y="246"/>
                  </a:cubicBezTo>
                  <a:cubicBezTo>
                    <a:pt x="115" y="245"/>
                    <a:pt x="114" y="244"/>
                    <a:pt x="114" y="242"/>
                  </a:cubicBezTo>
                  <a:cubicBezTo>
                    <a:pt x="118" y="241"/>
                    <a:pt x="124" y="243"/>
                    <a:pt x="129" y="243"/>
                  </a:cubicBezTo>
                  <a:cubicBezTo>
                    <a:pt x="129" y="242"/>
                    <a:pt x="129" y="241"/>
                    <a:pt x="129" y="240"/>
                  </a:cubicBezTo>
                  <a:cubicBezTo>
                    <a:pt x="132" y="240"/>
                    <a:pt x="131" y="241"/>
                    <a:pt x="133" y="242"/>
                  </a:cubicBezTo>
                  <a:cubicBezTo>
                    <a:pt x="135" y="244"/>
                    <a:pt x="135" y="241"/>
                    <a:pt x="135" y="239"/>
                  </a:cubicBezTo>
                  <a:cubicBezTo>
                    <a:pt x="135" y="237"/>
                    <a:pt x="135" y="236"/>
                    <a:pt x="134" y="234"/>
                  </a:cubicBezTo>
                  <a:cubicBezTo>
                    <a:pt x="133" y="232"/>
                    <a:pt x="134" y="230"/>
                    <a:pt x="136" y="230"/>
                  </a:cubicBezTo>
                  <a:cubicBezTo>
                    <a:pt x="136" y="227"/>
                    <a:pt x="134" y="225"/>
                    <a:pt x="134" y="223"/>
                  </a:cubicBezTo>
                  <a:cubicBezTo>
                    <a:pt x="134" y="220"/>
                    <a:pt x="135" y="218"/>
                    <a:pt x="135" y="216"/>
                  </a:cubicBezTo>
                  <a:cubicBezTo>
                    <a:pt x="138" y="215"/>
                    <a:pt x="139" y="217"/>
                    <a:pt x="141" y="219"/>
                  </a:cubicBezTo>
                  <a:cubicBezTo>
                    <a:pt x="141" y="220"/>
                    <a:pt x="145" y="221"/>
                    <a:pt x="145" y="219"/>
                  </a:cubicBezTo>
                  <a:cubicBezTo>
                    <a:pt x="148" y="219"/>
                    <a:pt x="150" y="223"/>
                    <a:pt x="151" y="224"/>
                  </a:cubicBezTo>
                  <a:cubicBezTo>
                    <a:pt x="153" y="225"/>
                    <a:pt x="156" y="225"/>
                    <a:pt x="158" y="225"/>
                  </a:cubicBezTo>
                  <a:cubicBezTo>
                    <a:pt x="158" y="223"/>
                    <a:pt x="158" y="223"/>
                    <a:pt x="158" y="223"/>
                  </a:cubicBezTo>
                  <a:cubicBezTo>
                    <a:pt x="165" y="226"/>
                    <a:pt x="165" y="226"/>
                    <a:pt x="165" y="226"/>
                  </a:cubicBezTo>
                  <a:cubicBezTo>
                    <a:pt x="169" y="226"/>
                    <a:pt x="169" y="227"/>
                    <a:pt x="172" y="229"/>
                  </a:cubicBezTo>
                  <a:cubicBezTo>
                    <a:pt x="173" y="228"/>
                    <a:pt x="174" y="227"/>
                    <a:pt x="174" y="226"/>
                  </a:cubicBezTo>
                  <a:cubicBezTo>
                    <a:pt x="172" y="225"/>
                    <a:pt x="171" y="222"/>
                    <a:pt x="171" y="220"/>
                  </a:cubicBezTo>
                  <a:cubicBezTo>
                    <a:pt x="171" y="219"/>
                    <a:pt x="173" y="218"/>
                    <a:pt x="172" y="217"/>
                  </a:cubicBezTo>
                  <a:cubicBezTo>
                    <a:pt x="172" y="216"/>
                    <a:pt x="171" y="215"/>
                    <a:pt x="171" y="214"/>
                  </a:cubicBezTo>
                  <a:cubicBezTo>
                    <a:pt x="173" y="214"/>
                    <a:pt x="175" y="215"/>
                    <a:pt x="176" y="215"/>
                  </a:cubicBezTo>
                  <a:cubicBezTo>
                    <a:pt x="178" y="215"/>
                    <a:pt x="177" y="212"/>
                    <a:pt x="178" y="211"/>
                  </a:cubicBezTo>
                  <a:cubicBezTo>
                    <a:pt x="180" y="210"/>
                    <a:pt x="180" y="208"/>
                    <a:pt x="182" y="208"/>
                  </a:cubicBezTo>
                  <a:cubicBezTo>
                    <a:pt x="184" y="207"/>
                    <a:pt x="186" y="209"/>
                    <a:pt x="188" y="208"/>
                  </a:cubicBezTo>
                  <a:cubicBezTo>
                    <a:pt x="190" y="214"/>
                    <a:pt x="190" y="208"/>
                    <a:pt x="193" y="207"/>
                  </a:cubicBezTo>
                  <a:cubicBezTo>
                    <a:pt x="196" y="206"/>
                    <a:pt x="196" y="205"/>
                    <a:pt x="194" y="204"/>
                  </a:cubicBezTo>
                  <a:cubicBezTo>
                    <a:pt x="193" y="203"/>
                    <a:pt x="194" y="201"/>
                    <a:pt x="194" y="199"/>
                  </a:cubicBezTo>
                  <a:cubicBezTo>
                    <a:pt x="194" y="199"/>
                    <a:pt x="194" y="199"/>
                    <a:pt x="194" y="199"/>
                  </a:cubicBezTo>
                  <a:cubicBezTo>
                    <a:pt x="194" y="200"/>
                    <a:pt x="194" y="200"/>
                    <a:pt x="194" y="201"/>
                  </a:cubicBezTo>
                  <a:cubicBezTo>
                    <a:pt x="197" y="202"/>
                    <a:pt x="199" y="202"/>
                    <a:pt x="202" y="200"/>
                  </a:cubicBezTo>
                  <a:cubicBezTo>
                    <a:pt x="203" y="199"/>
                    <a:pt x="203" y="199"/>
                    <a:pt x="203" y="199"/>
                  </a:cubicBezTo>
                  <a:cubicBezTo>
                    <a:pt x="203" y="199"/>
                    <a:pt x="203" y="197"/>
                    <a:pt x="203" y="196"/>
                  </a:cubicBezTo>
                  <a:cubicBezTo>
                    <a:pt x="205" y="196"/>
                    <a:pt x="205" y="196"/>
                    <a:pt x="205" y="194"/>
                  </a:cubicBezTo>
                  <a:cubicBezTo>
                    <a:pt x="205" y="193"/>
                    <a:pt x="205" y="192"/>
                    <a:pt x="203" y="192"/>
                  </a:cubicBezTo>
                  <a:cubicBezTo>
                    <a:pt x="206" y="185"/>
                    <a:pt x="213" y="192"/>
                    <a:pt x="215" y="188"/>
                  </a:cubicBezTo>
                  <a:cubicBezTo>
                    <a:pt x="217" y="186"/>
                    <a:pt x="220" y="185"/>
                    <a:pt x="221" y="182"/>
                  </a:cubicBezTo>
                  <a:cubicBezTo>
                    <a:pt x="223" y="179"/>
                    <a:pt x="222" y="179"/>
                    <a:pt x="226" y="179"/>
                  </a:cubicBezTo>
                  <a:cubicBezTo>
                    <a:pt x="227" y="181"/>
                    <a:pt x="226" y="192"/>
                    <a:pt x="230" y="186"/>
                  </a:cubicBezTo>
                  <a:cubicBezTo>
                    <a:pt x="230" y="185"/>
                    <a:pt x="230" y="185"/>
                    <a:pt x="230" y="185"/>
                  </a:cubicBezTo>
                  <a:cubicBezTo>
                    <a:pt x="231" y="185"/>
                    <a:pt x="231" y="184"/>
                    <a:pt x="231" y="184"/>
                  </a:cubicBezTo>
                  <a:cubicBezTo>
                    <a:pt x="232" y="182"/>
                    <a:pt x="233" y="180"/>
                    <a:pt x="232" y="178"/>
                  </a:cubicBezTo>
                  <a:cubicBezTo>
                    <a:pt x="232" y="176"/>
                    <a:pt x="231" y="176"/>
                    <a:pt x="231" y="174"/>
                  </a:cubicBezTo>
                  <a:cubicBezTo>
                    <a:pt x="232" y="174"/>
                    <a:pt x="232" y="172"/>
                    <a:pt x="232" y="171"/>
                  </a:cubicBezTo>
                  <a:cubicBezTo>
                    <a:pt x="233" y="172"/>
                    <a:pt x="234" y="171"/>
                    <a:pt x="234" y="169"/>
                  </a:cubicBezTo>
                  <a:cubicBezTo>
                    <a:pt x="236" y="169"/>
                    <a:pt x="238" y="170"/>
                    <a:pt x="240" y="170"/>
                  </a:cubicBezTo>
                  <a:cubicBezTo>
                    <a:pt x="240" y="169"/>
                    <a:pt x="241" y="165"/>
                    <a:pt x="242" y="164"/>
                  </a:cubicBezTo>
                  <a:cubicBezTo>
                    <a:pt x="243" y="161"/>
                    <a:pt x="245" y="159"/>
                    <a:pt x="248" y="158"/>
                  </a:cubicBezTo>
                  <a:cubicBezTo>
                    <a:pt x="249" y="157"/>
                    <a:pt x="250" y="156"/>
                    <a:pt x="250" y="154"/>
                  </a:cubicBezTo>
                  <a:cubicBezTo>
                    <a:pt x="248" y="154"/>
                    <a:pt x="248" y="154"/>
                    <a:pt x="248" y="154"/>
                  </a:cubicBezTo>
                  <a:cubicBezTo>
                    <a:pt x="248" y="151"/>
                    <a:pt x="239" y="146"/>
                    <a:pt x="246" y="144"/>
                  </a:cubicBezTo>
                  <a:cubicBezTo>
                    <a:pt x="249" y="143"/>
                    <a:pt x="247" y="140"/>
                    <a:pt x="248" y="138"/>
                  </a:cubicBezTo>
                  <a:cubicBezTo>
                    <a:pt x="249" y="136"/>
                    <a:pt x="252" y="136"/>
                    <a:pt x="251" y="133"/>
                  </a:cubicBezTo>
                  <a:cubicBezTo>
                    <a:pt x="252" y="133"/>
                    <a:pt x="253" y="133"/>
                    <a:pt x="254" y="133"/>
                  </a:cubicBezTo>
                  <a:cubicBezTo>
                    <a:pt x="254" y="136"/>
                    <a:pt x="258" y="136"/>
                    <a:pt x="256" y="139"/>
                  </a:cubicBezTo>
                  <a:cubicBezTo>
                    <a:pt x="258" y="137"/>
                    <a:pt x="261" y="138"/>
                    <a:pt x="263" y="138"/>
                  </a:cubicBezTo>
                  <a:cubicBezTo>
                    <a:pt x="264" y="137"/>
                    <a:pt x="264" y="137"/>
                    <a:pt x="264" y="137"/>
                  </a:cubicBezTo>
                  <a:cubicBezTo>
                    <a:pt x="263" y="136"/>
                    <a:pt x="263" y="134"/>
                    <a:pt x="261" y="133"/>
                  </a:cubicBezTo>
                  <a:cubicBezTo>
                    <a:pt x="260" y="133"/>
                    <a:pt x="259" y="132"/>
                    <a:pt x="259" y="131"/>
                  </a:cubicBezTo>
                  <a:cubicBezTo>
                    <a:pt x="264" y="131"/>
                    <a:pt x="266" y="131"/>
                    <a:pt x="269" y="128"/>
                  </a:cubicBezTo>
                  <a:cubicBezTo>
                    <a:pt x="271" y="127"/>
                    <a:pt x="271" y="121"/>
                    <a:pt x="271" y="119"/>
                  </a:cubicBezTo>
                  <a:cubicBezTo>
                    <a:pt x="271" y="118"/>
                    <a:pt x="269" y="118"/>
                    <a:pt x="270" y="117"/>
                  </a:cubicBezTo>
                  <a:cubicBezTo>
                    <a:pt x="270" y="116"/>
                    <a:pt x="272" y="116"/>
                    <a:pt x="272" y="115"/>
                  </a:cubicBezTo>
                  <a:cubicBezTo>
                    <a:pt x="275" y="112"/>
                    <a:pt x="270" y="111"/>
                    <a:pt x="270" y="108"/>
                  </a:cubicBezTo>
                  <a:cubicBezTo>
                    <a:pt x="271" y="108"/>
                    <a:pt x="272" y="108"/>
                    <a:pt x="272" y="107"/>
                  </a:cubicBezTo>
                  <a:cubicBezTo>
                    <a:pt x="274" y="108"/>
                    <a:pt x="280" y="111"/>
                    <a:pt x="280" y="113"/>
                  </a:cubicBezTo>
                  <a:cubicBezTo>
                    <a:pt x="283" y="113"/>
                    <a:pt x="286" y="111"/>
                    <a:pt x="289" y="113"/>
                  </a:cubicBezTo>
                  <a:cubicBezTo>
                    <a:pt x="291" y="114"/>
                    <a:pt x="294" y="113"/>
                    <a:pt x="297" y="113"/>
                  </a:cubicBezTo>
                  <a:cubicBezTo>
                    <a:pt x="297" y="116"/>
                    <a:pt x="296" y="118"/>
                    <a:pt x="296" y="120"/>
                  </a:cubicBezTo>
                  <a:cubicBezTo>
                    <a:pt x="299" y="121"/>
                    <a:pt x="301" y="120"/>
                    <a:pt x="303" y="120"/>
                  </a:cubicBezTo>
                  <a:cubicBezTo>
                    <a:pt x="303" y="122"/>
                    <a:pt x="303" y="122"/>
                    <a:pt x="301" y="123"/>
                  </a:cubicBezTo>
                  <a:cubicBezTo>
                    <a:pt x="300" y="124"/>
                    <a:pt x="300" y="126"/>
                    <a:pt x="300" y="127"/>
                  </a:cubicBezTo>
                  <a:cubicBezTo>
                    <a:pt x="303" y="128"/>
                    <a:pt x="306" y="127"/>
                    <a:pt x="308" y="127"/>
                  </a:cubicBezTo>
                  <a:cubicBezTo>
                    <a:pt x="308" y="127"/>
                    <a:pt x="308" y="127"/>
                    <a:pt x="308" y="127"/>
                  </a:cubicBezTo>
                  <a:cubicBezTo>
                    <a:pt x="311" y="126"/>
                    <a:pt x="312" y="130"/>
                    <a:pt x="315" y="129"/>
                  </a:cubicBezTo>
                  <a:cubicBezTo>
                    <a:pt x="314" y="128"/>
                    <a:pt x="313" y="126"/>
                    <a:pt x="315" y="126"/>
                  </a:cubicBezTo>
                  <a:cubicBezTo>
                    <a:pt x="315" y="124"/>
                    <a:pt x="315" y="123"/>
                    <a:pt x="315" y="122"/>
                  </a:cubicBezTo>
                  <a:cubicBezTo>
                    <a:pt x="315" y="122"/>
                    <a:pt x="316" y="122"/>
                    <a:pt x="316" y="122"/>
                  </a:cubicBezTo>
                  <a:cubicBezTo>
                    <a:pt x="317" y="122"/>
                    <a:pt x="317" y="124"/>
                    <a:pt x="317" y="124"/>
                  </a:cubicBezTo>
                  <a:cubicBezTo>
                    <a:pt x="318" y="125"/>
                    <a:pt x="320" y="124"/>
                    <a:pt x="322" y="124"/>
                  </a:cubicBezTo>
                  <a:cubicBezTo>
                    <a:pt x="322" y="125"/>
                    <a:pt x="322" y="126"/>
                    <a:pt x="322" y="126"/>
                  </a:cubicBezTo>
                  <a:cubicBezTo>
                    <a:pt x="322" y="126"/>
                    <a:pt x="323" y="126"/>
                    <a:pt x="324" y="126"/>
                  </a:cubicBezTo>
                  <a:cubicBezTo>
                    <a:pt x="323" y="128"/>
                    <a:pt x="326" y="131"/>
                    <a:pt x="328" y="129"/>
                  </a:cubicBezTo>
                  <a:cubicBezTo>
                    <a:pt x="329" y="128"/>
                    <a:pt x="327" y="127"/>
                    <a:pt x="328" y="126"/>
                  </a:cubicBezTo>
                  <a:cubicBezTo>
                    <a:pt x="330" y="125"/>
                    <a:pt x="330" y="127"/>
                    <a:pt x="330" y="128"/>
                  </a:cubicBezTo>
                  <a:cubicBezTo>
                    <a:pt x="332" y="128"/>
                    <a:pt x="332" y="126"/>
                    <a:pt x="333" y="125"/>
                  </a:cubicBezTo>
                  <a:cubicBezTo>
                    <a:pt x="335" y="125"/>
                    <a:pt x="337" y="126"/>
                    <a:pt x="339" y="126"/>
                  </a:cubicBezTo>
                  <a:cubicBezTo>
                    <a:pt x="340" y="125"/>
                    <a:pt x="341" y="125"/>
                    <a:pt x="341" y="126"/>
                  </a:cubicBezTo>
                  <a:cubicBezTo>
                    <a:pt x="343" y="129"/>
                    <a:pt x="346" y="131"/>
                    <a:pt x="349" y="132"/>
                  </a:cubicBezTo>
                  <a:cubicBezTo>
                    <a:pt x="349" y="133"/>
                    <a:pt x="351" y="134"/>
                    <a:pt x="351" y="135"/>
                  </a:cubicBezTo>
                  <a:cubicBezTo>
                    <a:pt x="351" y="137"/>
                    <a:pt x="350" y="138"/>
                    <a:pt x="349" y="140"/>
                  </a:cubicBezTo>
                  <a:cubicBezTo>
                    <a:pt x="348" y="143"/>
                    <a:pt x="350" y="146"/>
                    <a:pt x="347" y="148"/>
                  </a:cubicBezTo>
                  <a:cubicBezTo>
                    <a:pt x="345" y="150"/>
                    <a:pt x="344" y="153"/>
                    <a:pt x="347" y="154"/>
                  </a:cubicBezTo>
                  <a:cubicBezTo>
                    <a:pt x="349" y="155"/>
                    <a:pt x="350" y="161"/>
                    <a:pt x="350" y="163"/>
                  </a:cubicBezTo>
                  <a:cubicBezTo>
                    <a:pt x="347" y="164"/>
                    <a:pt x="350" y="166"/>
                    <a:pt x="351" y="167"/>
                  </a:cubicBezTo>
                  <a:cubicBezTo>
                    <a:pt x="353" y="169"/>
                    <a:pt x="357" y="170"/>
                    <a:pt x="360" y="171"/>
                  </a:cubicBezTo>
                  <a:cubicBezTo>
                    <a:pt x="361" y="171"/>
                    <a:pt x="361" y="171"/>
                    <a:pt x="361" y="171"/>
                  </a:cubicBezTo>
                  <a:cubicBezTo>
                    <a:pt x="362" y="170"/>
                    <a:pt x="362" y="170"/>
                    <a:pt x="362" y="170"/>
                  </a:cubicBezTo>
                  <a:cubicBezTo>
                    <a:pt x="362" y="170"/>
                    <a:pt x="363" y="170"/>
                    <a:pt x="364" y="169"/>
                  </a:cubicBezTo>
                  <a:cubicBezTo>
                    <a:pt x="364" y="169"/>
                    <a:pt x="363" y="168"/>
                    <a:pt x="362" y="168"/>
                  </a:cubicBezTo>
                  <a:cubicBezTo>
                    <a:pt x="361" y="164"/>
                    <a:pt x="365" y="165"/>
                    <a:pt x="367" y="164"/>
                  </a:cubicBezTo>
                  <a:cubicBezTo>
                    <a:pt x="371" y="162"/>
                    <a:pt x="366" y="160"/>
                    <a:pt x="365" y="158"/>
                  </a:cubicBezTo>
                  <a:cubicBezTo>
                    <a:pt x="364" y="157"/>
                    <a:pt x="363" y="151"/>
                    <a:pt x="366" y="151"/>
                  </a:cubicBezTo>
                  <a:cubicBezTo>
                    <a:pt x="369" y="150"/>
                    <a:pt x="366" y="146"/>
                    <a:pt x="369" y="145"/>
                  </a:cubicBezTo>
                  <a:cubicBezTo>
                    <a:pt x="369" y="144"/>
                    <a:pt x="369" y="144"/>
                    <a:pt x="369" y="144"/>
                  </a:cubicBezTo>
                  <a:cubicBezTo>
                    <a:pt x="372" y="145"/>
                    <a:pt x="377" y="137"/>
                    <a:pt x="379" y="138"/>
                  </a:cubicBezTo>
                  <a:cubicBezTo>
                    <a:pt x="380" y="139"/>
                    <a:pt x="381" y="142"/>
                    <a:pt x="383" y="142"/>
                  </a:cubicBezTo>
                  <a:cubicBezTo>
                    <a:pt x="385" y="143"/>
                    <a:pt x="387" y="143"/>
                    <a:pt x="389" y="143"/>
                  </a:cubicBezTo>
                  <a:cubicBezTo>
                    <a:pt x="390" y="142"/>
                    <a:pt x="390" y="142"/>
                    <a:pt x="392" y="141"/>
                  </a:cubicBezTo>
                  <a:cubicBezTo>
                    <a:pt x="392" y="140"/>
                    <a:pt x="392" y="141"/>
                    <a:pt x="393" y="140"/>
                  </a:cubicBezTo>
                  <a:cubicBezTo>
                    <a:pt x="392" y="139"/>
                    <a:pt x="394" y="138"/>
                    <a:pt x="394" y="137"/>
                  </a:cubicBezTo>
                  <a:cubicBezTo>
                    <a:pt x="394" y="137"/>
                    <a:pt x="394" y="137"/>
                    <a:pt x="393" y="137"/>
                  </a:cubicBezTo>
                  <a:cubicBezTo>
                    <a:pt x="392" y="135"/>
                    <a:pt x="396" y="134"/>
                    <a:pt x="395" y="13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08" name="Group 107">
              <a:extLst>
                <a:ext uri="{FF2B5EF4-FFF2-40B4-BE49-F238E27FC236}">
                  <a16:creationId xmlns:a16="http://schemas.microsoft.com/office/drawing/2014/main" id="{F237C850-7313-41DC-A4C3-C6289465A6EB}"/>
                </a:ext>
              </a:extLst>
            </p:cNvPr>
            <p:cNvGrpSpPr/>
            <p:nvPr/>
          </p:nvGrpSpPr>
          <p:grpSpPr>
            <a:xfrm>
              <a:off x="6221413" y="5003801"/>
              <a:ext cx="411163" cy="1385888"/>
              <a:chOff x="6221413" y="5003801"/>
              <a:chExt cx="411163" cy="1385888"/>
            </a:xfrm>
            <a:grpFill/>
          </p:grpSpPr>
          <p:sp>
            <p:nvSpPr>
              <p:cNvPr id="155" name="Freeform 358">
                <a:extLst>
                  <a:ext uri="{FF2B5EF4-FFF2-40B4-BE49-F238E27FC236}">
                    <a16:creationId xmlns:a16="http://schemas.microsoft.com/office/drawing/2014/main" id="{D5407D8F-2438-40B3-B697-DD66D6659EEA}"/>
                  </a:ext>
                </a:extLst>
              </p:cNvPr>
              <p:cNvSpPr>
                <a:spLocks/>
              </p:cNvSpPr>
              <p:nvPr/>
            </p:nvSpPr>
            <p:spPr bwMode="auto">
              <a:xfrm>
                <a:off x="6483351" y="5003801"/>
                <a:ext cx="14288" cy="14288"/>
              </a:xfrm>
              <a:custGeom>
                <a:avLst/>
                <a:gdLst>
                  <a:gd name="T0" fmla="*/ 1 w 4"/>
                  <a:gd name="T1" fmla="*/ 0 h 4"/>
                  <a:gd name="T2" fmla="*/ 2 w 4"/>
                  <a:gd name="T3" fmla="*/ 4 h 4"/>
                  <a:gd name="T4" fmla="*/ 4 w 4"/>
                  <a:gd name="T5" fmla="*/ 3 h 4"/>
                  <a:gd name="T6" fmla="*/ 3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0" y="1"/>
                      <a:pt x="0" y="2"/>
                      <a:pt x="2" y="4"/>
                    </a:cubicBezTo>
                    <a:cubicBezTo>
                      <a:pt x="2" y="4"/>
                      <a:pt x="3" y="3"/>
                      <a:pt x="4" y="3"/>
                    </a:cubicBezTo>
                    <a:cubicBezTo>
                      <a:pt x="4" y="2"/>
                      <a:pt x="3" y="2"/>
                      <a:pt x="3"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6" name="Freeform 359">
                <a:extLst>
                  <a:ext uri="{FF2B5EF4-FFF2-40B4-BE49-F238E27FC236}">
                    <a16:creationId xmlns:a16="http://schemas.microsoft.com/office/drawing/2014/main" id="{9F3922EF-5435-4B69-B008-FCAD4A2AF76F}"/>
                  </a:ext>
                </a:extLst>
              </p:cNvPr>
              <p:cNvSpPr>
                <a:spLocks/>
              </p:cNvSpPr>
              <p:nvPr/>
            </p:nvSpPr>
            <p:spPr bwMode="auto">
              <a:xfrm>
                <a:off x="6540501" y="5448301"/>
                <a:ext cx="9525" cy="7938"/>
              </a:xfrm>
              <a:custGeom>
                <a:avLst/>
                <a:gdLst>
                  <a:gd name="T0" fmla="*/ 1 w 3"/>
                  <a:gd name="T1" fmla="*/ 0 h 2"/>
                  <a:gd name="T2" fmla="*/ 0 w 3"/>
                  <a:gd name="T3" fmla="*/ 2 h 2"/>
                  <a:gd name="T4" fmla="*/ 3 w 3"/>
                  <a:gd name="T5" fmla="*/ 2 h 2"/>
                  <a:gd name="T6" fmla="*/ 0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1"/>
                      <a:pt x="0" y="0"/>
                      <a:pt x="0" y="2"/>
                    </a:cubicBezTo>
                    <a:cubicBezTo>
                      <a:pt x="1" y="2"/>
                      <a:pt x="2" y="2"/>
                      <a:pt x="3" y="2"/>
                    </a:cubicBezTo>
                    <a:cubicBezTo>
                      <a:pt x="2" y="1"/>
                      <a:pt x="1"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7" name="Freeform 360">
                <a:extLst>
                  <a:ext uri="{FF2B5EF4-FFF2-40B4-BE49-F238E27FC236}">
                    <a16:creationId xmlns:a16="http://schemas.microsoft.com/office/drawing/2014/main" id="{C3799173-20F1-438B-96FE-73EB82798824}"/>
                  </a:ext>
                </a:extLst>
              </p:cNvPr>
              <p:cNvSpPr>
                <a:spLocks/>
              </p:cNvSpPr>
              <p:nvPr/>
            </p:nvSpPr>
            <p:spPr bwMode="auto">
              <a:xfrm>
                <a:off x="6348413" y="5332413"/>
                <a:ext cx="46038" cy="88900"/>
              </a:xfrm>
              <a:custGeom>
                <a:avLst/>
                <a:gdLst>
                  <a:gd name="T0" fmla="*/ 12 w 13"/>
                  <a:gd name="T1" fmla="*/ 10 h 25"/>
                  <a:gd name="T2" fmla="*/ 11 w 13"/>
                  <a:gd name="T3" fmla="*/ 1 h 25"/>
                  <a:gd name="T4" fmla="*/ 3 w 13"/>
                  <a:gd name="T5" fmla="*/ 2 h 25"/>
                  <a:gd name="T6" fmla="*/ 3 w 13"/>
                  <a:gd name="T7" fmla="*/ 10 h 25"/>
                  <a:gd name="T8" fmla="*/ 1 w 13"/>
                  <a:gd name="T9" fmla="*/ 16 h 25"/>
                  <a:gd name="T10" fmla="*/ 2 w 13"/>
                  <a:gd name="T11" fmla="*/ 25 h 25"/>
                  <a:gd name="T12" fmla="*/ 10 w 13"/>
                  <a:gd name="T13" fmla="*/ 25 h 25"/>
                  <a:gd name="T14" fmla="*/ 9 w 13"/>
                  <a:gd name="T15" fmla="*/ 17 h 25"/>
                  <a:gd name="T16" fmla="*/ 12 w 13"/>
                  <a:gd name="T17" fmla="*/ 17 h 25"/>
                  <a:gd name="T18" fmla="*/ 13 w 13"/>
                  <a:gd name="T19" fmla="*/ 14 h 25"/>
                  <a:gd name="T20" fmla="*/ 12 w 13"/>
                  <a:gd name="T21"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5">
                    <a:moveTo>
                      <a:pt x="12" y="10"/>
                    </a:moveTo>
                    <a:cubicBezTo>
                      <a:pt x="11" y="8"/>
                      <a:pt x="13" y="3"/>
                      <a:pt x="11" y="1"/>
                    </a:cubicBezTo>
                    <a:cubicBezTo>
                      <a:pt x="10" y="0"/>
                      <a:pt x="4" y="1"/>
                      <a:pt x="3" y="2"/>
                    </a:cubicBezTo>
                    <a:cubicBezTo>
                      <a:pt x="2" y="3"/>
                      <a:pt x="4" y="8"/>
                      <a:pt x="3" y="10"/>
                    </a:cubicBezTo>
                    <a:cubicBezTo>
                      <a:pt x="3" y="12"/>
                      <a:pt x="1" y="14"/>
                      <a:pt x="1" y="16"/>
                    </a:cubicBezTo>
                    <a:cubicBezTo>
                      <a:pt x="0" y="19"/>
                      <a:pt x="2" y="22"/>
                      <a:pt x="2" y="25"/>
                    </a:cubicBezTo>
                    <a:cubicBezTo>
                      <a:pt x="4" y="25"/>
                      <a:pt x="7" y="25"/>
                      <a:pt x="10" y="25"/>
                    </a:cubicBezTo>
                    <a:cubicBezTo>
                      <a:pt x="10" y="22"/>
                      <a:pt x="9" y="20"/>
                      <a:pt x="9" y="17"/>
                    </a:cubicBezTo>
                    <a:cubicBezTo>
                      <a:pt x="10" y="17"/>
                      <a:pt x="11" y="17"/>
                      <a:pt x="12" y="17"/>
                    </a:cubicBezTo>
                    <a:cubicBezTo>
                      <a:pt x="12" y="16"/>
                      <a:pt x="13" y="15"/>
                      <a:pt x="13" y="14"/>
                    </a:cubicBezTo>
                    <a:cubicBezTo>
                      <a:pt x="13" y="12"/>
                      <a:pt x="12" y="12"/>
                      <a:pt x="1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8" name="Freeform 361">
                <a:extLst>
                  <a:ext uri="{FF2B5EF4-FFF2-40B4-BE49-F238E27FC236}">
                    <a16:creationId xmlns:a16="http://schemas.microsoft.com/office/drawing/2014/main" id="{E8D3ADFD-9993-45A8-A932-9704BDC2C4D6}"/>
                  </a:ext>
                </a:extLst>
              </p:cNvPr>
              <p:cNvSpPr>
                <a:spLocks/>
              </p:cNvSpPr>
              <p:nvPr/>
            </p:nvSpPr>
            <p:spPr bwMode="auto">
              <a:xfrm>
                <a:off x="6370638" y="5427663"/>
                <a:ext cx="14288" cy="25400"/>
              </a:xfrm>
              <a:custGeom>
                <a:avLst/>
                <a:gdLst>
                  <a:gd name="T0" fmla="*/ 3 w 4"/>
                  <a:gd name="T1" fmla="*/ 1 h 7"/>
                  <a:gd name="T2" fmla="*/ 0 w 4"/>
                  <a:gd name="T3" fmla="*/ 3 h 7"/>
                  <a:gd name="T4" fmla="*/ 0 w 4"/>
                  <a:gd name="T5" fmla="*/ 7 h 7"/>
                  <a:gd name="T6" fmla="*/ 3 w 4"/>
                  <a:gd name="T7" fmla="*/ 7 h 7"/>
                  <a:gd name="T8" fmla="*/ 3 w 4"/>
                  <a:gd name="T9" fmla="*/ 1 h 7"/>
                </a:gdLst>
                <a:ahLst/>
                <a:cxnLst>
                  <a:cxn ang="0">
                    <a:pos x="T0" y="T1"/>
                  </a:cxn>
                  <a:cxn ang="0">
                    <a:pos x="T2" y="T3"/>
                  </a:cxn>
                  <a:cxn ang="0">
                    <a:pos x="T4" y="T5"/>
                  </a:cxn>
                  <a:cxn ang="0">
                    <a:pos x="T6" y="T7"/>
                  </a:cxn>
                  <a:cxn ang="0">
                    <a:pos x="T8" y="T9"/>
                  </a:cxn>
                </a:cxnLst>
                <a:rect l="0" t="0" r="r" b="b"/>
                <a:pathLst>
                  <a:path w="4" h="7">
                    <a:moveTo>
                      <a:pt x="3" y="1"/>
                    </a:moveTo>
                    <a:cubicBezTo>
                      <a:pt x="2" y="0"/>
                      <a:pt x="1" y="1"/>
                      <a:pt x="0" y="3"/>
                    </a:cubicBezTo>
                    <a:cubicBezTo>
                      <a:pt x="0" y="4"/>
                      <a:pt x="0" y="6"/>
                      <a:pt x="0" y="7"/>
                    </a:cubicBezTo>
                    <a:cubicBezTo>
                      <a:pt x="3" y="7"/>
                      <a:pt x="3" y="7"/>
                      <a:pt x="3" y="7"/>
                    </a:cubicBezTo>
                    <a:cubicBezTo>
                      <a:pt x="4" y="7"/>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9" name="Freeform 362">
                <a:extLst>
                  <a:ext uri="{FF2B5EF4-FFF2-40B4-BE49-F238E27FC236}">
                    <a16:creationId xmlns:a16="http://schemas.microsoft.com/office/drawing/2014/main" id="{DB3F85C9-55F0-4121-9844-436F556A1295}"/>
                  </a:ext>
                </a:extLst>
              </p:cNvPr>
              <p:cNvSpPr>
                <a:spLocks/>
              </p:cNvSpPr>
              <p:nvPr/>
            </p:nvSpPr>
            <p:spPr bwMode="auto">
              <a:xfrm>
                <a:off x="6359526" y="5191126"/>
                <a:ext cx="42863" cy="138113"/>
              </a:xfrm>
              <a:custGeom>
                <a:avLst/>
                <a:gdLst>
                  <a:gd name="T0" fmla="*/ 11 w 12"/>
                  <a:gd name="T1" fmla="*/ 14 h 39"/>
                  <a:gd name="T2" fmla="*/ 11 w 12"/>
                  <a:gd name="T3" fmla="*/ 12 h 39"/>
                  <a:gd name="T4" fmla="*/ 6 w 12"/>
                  <a:gd name="T5" fmla="*/ 7 h 39"/>
                  <a:gd name="T6" fmla="*/ 3 w 12"/>
                  <a:gd name="T7" fmla="*/ 13 h 39"/>
                  <a:gd name="T8" fmla="*/ 3 w 12"/>
                  <a:gd name="T9" fmla="*/ 23 h 39"/>
                  <a:gd name="T10" fmla="*/ 1 w 12"/>
                  <a:gd name="T11" fmla="*/ 33 h 39"/>
                  <a:gd name="T12" fmla="*/ 1 w 12"/>
                  <a:gd name="T13" fmla="*/ 37 h 39"/>
                  <a:gd name="T14" fmla="*/ 6 w 12"/>
                  <a:gd name="T15" fmla="*/ 37 h 39"/>
                  <a:gd name="T16" fmla="*/ 5 w 12"/>
                  <a:gd name="T17" fmla="*/ 28 h 39"/>
                  <a:gd name="T18" fmla="*/ 8 w 12"/>
                  <a:gd name="T19" fmla="*/ 28 h 39"/>
                  <a:gd name="T20" fmla="*/ 8 w 12"/>
                  <a:gd name="T21" fmla="*/ 31 h 39"/>
                  <a:gd name="T22" fmla="*/ 11 w 12"/>
                  <a:gd name="T23" fmla="*/ 31 h 39"/>
                  <a:gd name="T24" fmla="*/ 11 w 12"/>
                  <a:gd name="T25" fmla="*/ 23 h 39"/>
                  <a:gd name="T26" fmla="*/ 11 w 12"/>
                  <a:gd name="T27" fmla="*/ 19 h 39"/>
                  <a:gd name="T28" fmla="*/ 8 w 12"/>
                  <a:gd name="T29" fmla="*/ 16 h 39"/>
                  <a:gd name="T30" fmla="*/ 11 w 12"/>
                  <a:gd name="T31"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39">
                    <a:moveTo>
                      <a:pt x="11" y="14"/>
                    </a:moveTo>
                    <a:cubicBezTo>
                      <a:pt x="12" y="12"/>
                      <a:pt x="11" y="14"/>
                      <a:pt x="11" y="12"/>
                    </a:cubicBezTo>
                    <a:cubicBezTo>
                      <a:pt x="11" y="9"/>
                      <a:pt x="9" y="0"/>
                      <a:pt x="6" y="7"/>
                    </a:cubicBezTo>
                    <a:cubicBezTo>
                      <a:pt x="5" y="9"/>
                      <a:pt x="6" y="13"/>
                      <a:pt x="3" y="13"/>
                    </a:cubicBezTo>
                    <a:cubicBezTo>
                      <a:pt x="2" y="16"/>
                      <a:pt x="3" y="20"/>
                      <a:pt x="3" y="23"/>
                    </a:cubicBezTo>
                    <a:cubicBezTo>
                      <a:pt x="3" y="27"/>
                      <a:pt x="2" y="30"/>
                      <a:pt x="1" y="33"/>
                    </a:cubicBezTo>
                    <a:cubicBezTo>
                      <a:pt x="1" y="34"/>
                      <a:pt x="0" y="36"/>
                      <a:pt x="1" y="37"/>
                    </a:cubicBezTo>
                    <a:cubicBezTo>
                      <a:pt x="2" y="39"/>
                      <a:pt x="5" y="38"/>
                      <a:pt x="6" y="37"/>
                    </a:cubicBezTo>
                    <a:cubicBezTo>
                      <a:pt x="8" y="35"/>
                      <a:pt x="4" y="30"/>
                      <a:pt x="5" y="28"/>
                    </a:cubicBezTo>
                    <a:cubicBezTo>
                      <a:pt x="6" y="28"/>
                      <a:pt x="7" y="28"/>
                      <a:pt x="8" y="28"/>
                    </a:cubicBezTo>
                    <a:cubicBezTo>
                      <a:pt x="8" y="29"/>
                      <a:pt x="8" y="30"/>
                      <a:pt x="8" y="31"/>
                    </a:cubicBezTo>
                    <a:cubicBezTo>
                      <a:pt x="9" y="31"/>
                      <a:pt x="10" y="31"/>
                      <a:pt x="11" y="31"/>
                    </a:cubicBezTo>
                    <a:cubicBezTo>
                      <a:pt x="11" y="28"/>
                      <a:pt x="11" y="26"/>
                      <a:pt x="11" y="23"/>
                    </a:cubicBezTo>
                    <a:cubicBezTo>
                      <a:pt x="11" y="22"/>
                      <a:pt x="11" y="19"/>
                      <a:pt x="11" y="19"/>
                    </a:cubicBezTo>
                    <a:cubicBezTo>
                      <a:pt x="10" y="18"/>
                      <a:pt x="8" y="18"/>
                      <a:pt x="8" y="16"/>
                    </a:cubicBezTo>
                    <a:cubicBezTo>
                      <a:pt x="8" y="15"/>
                      <a:pt x="10" y="15"/>
                      <a:pt x="1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0" name="Freeform 363">
                <a:extLst>
                  <a:ext uri="{FF2B5EF4-FFF2-40B4-BE49-F238E27FC236}">
                    <a16:creationId xmlns:a16="http://schemas.microsoft.com/office/drawing/2014/main" id="{C2165A48-876F-48C1-8D26-50EF99D98376}"/>
                  </a:ext>
                </a:extLst>
              </p:cNvPr>
              <p:cNvSpPr>
                <a:spLocks/>
              </p:cNvSpPr>
              <p:nvPr/>
            </p:nvSpPr>
            <p:spPr bwMode="auto">
              <a:xfrm>
                <a:off x="6330951" y="5448301"/>
                <a:ext cx="49213" cy="117475"/>
              </a:xfrm>
              <a:custGeom>
                <a:avLst/>
                <a:gdLst>
                  <a:gd name="T0" fmla="*/ 9 w 14"/>
                  <a:gd name="T1" fmla="*/ 19 h 33"/>
                  <a:gd name="T2" fmla="*/ 9 w 14"/>
                  <a:gd name="T3" fmla="*/ 10 h 33"/>
                  <a:gd name="T4" fmla="*/ 8 w 14"/>
                  <a:gd name="T5" fmla="*/ 3 h 33"/>
                  <a:gd name="T6" fmla="*/ 8 w 14"/>
                  <a:gd name="T7" fmla="*/ 4 h 33"/>
                  <a:gd name="T8" fmla="*/ 8 w 14"/>
                  <a:gd name="T9" fmla="*/ 2 h 33"/>
                  <a:gd name="T10" fmla="*/ 8 w 14"/>
                  <a:gd name="T11" fmla="*/ 3 h 33"/>
                  <a:gd name="T12" fmla="*/ 6 w 14"/>
                  <a:gd name="T13" fmla="*/ 0 h 33"/>
                  <a:gd name="T14" fmla="*/ 4 w 14"/>
                  <a:gd name="T15" fmla="*/ 6 h 33"/>
                  <a:gd name="T16" fmla="*/ 3 w 14"/>
                  <a:gd name="T17" fmla="*/ 12 h 33"/>
                  <a:gd name="T18" fmla="*/ 1 w 14"/>
                  <a:gd name="T19" fmla="*/ 15 h 33"/>
                  <a:gd name="T20" fmla="*/ 1 w 14"/>
                  <a:gd name="T21" fmla="*/ 17 h 33"/>
                  <a:gd name="T22" fmla="*/ 3 w 14"/>
                  <a:gd name="T23" fmla="*/ 18 h 33"/>
                  <a:gd name="T24" fmla="*/ 3 w 14"/>
                  <a:gd name="T25" fmla="*/ 22 h 33"/>
                  <a:gd name="T26" fmla="*/ 4 w 14"/>
                  <a:gd name="T27" fmla="*/ 25 h 33"/>
                  <a:gd name="T28" fmla="*/ 7 w 14"/>
                  <a:gd name="T29" fmla="*/ 28 h 33"/>
                  <a:gd name="T30" fmla="*/ 7 w 14"/>
                  <a:gd name="T31" fmla="*/ 31 h 33"/>
                  <a:gd name="T32" fmla="*/ 10 w 14"/>
                  <a:gd name="T33" fmla="*/ 32 h 33"/>
                  <a:gd name="T34" fmla="*/ 14 w 14"/>
                  <a:gd name="T35" fmla="*/ 31 h 33"/>
                  <a:gd name="T36" fmla="*/ 13 w 14"/>
                  <a:gd name="T37" fmla="*/ 23 h 33"/>
                  <a:gd name="T38" fmla="*/ 14 w 14"/>
                  <a:gd name="T39" fmla="*/ 15 h 33"/>
                  <a:gd name="T40" fmla="*/ 9 w 14"/>
                  <a:gd name="T41"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33">
                    <a:moveTo>
                      <a:pt x="9" y="19"/>
                    </a:moveTo>
                    <a:cubicBezTo>
                      <a:pt x="7" y="17"/>
                      <a:pt x="9" y="13"/>
                      <a:pt x="9" y="10"/>
                    </a:cubicBezTo>
                    <a:cubicBezTo>
                      <a:pt x="10" y="7"/>
                      <a:pt x="9" y="5"/>
                      <a:pt x="8" y="3"/>
                    </a:cubicBezTo>
                    <a:cubicBezTo>
                      <a:pt x="8" y="3"/>
                      <a:pt x="8" y="4"/>
                      <a:pt x="8" y="4"/>
                    </a:cubicBezTo>
                    <a:cubicBezTo>
                      <a:pt x="8" y="2"/>
                      <a:pt x="8" y="2"/>
                      <a:pt x="8" y="2"/>
                    </a:cubicBezTo>
                    <a:cubicBezTo>
                      <a:pt x="8" y="3"/>
                      <a:pt x="8" y="3"/>
                      <a:pt x="8" y="3"/>
                    </a:cubicBezTo>
                    <a:cubicBezTo>
                      <a:pt x="8" y="1"/>
                      <a:pt x="7" y="0"/>
                      <a:pt x="6" y="0"/>
                    </a:cubicBezTo>
                    <a:cubicBezTo>
                      <a:pt x="6" y="2"/>
                      <a:pt x="4" y="4"/>
                      <a:pt x="4" y="6"/>
                    </a:cubicBezTo>
                    <a:cubicBezTo>
                      <a:pt x="4" y="8"/>
                      <a:pt x="5" y="10"/>
                      <a:pt x="3" y="12"/>
                    </a:cubicBezTo>
                    <a:cubicBezTo>
                      <a:pt x="5" y="14"/>
                      <a:pt x="3" y="17"/>
                      <a:pt x="1" y="15"/>
                    </a:cubicBezTo>
                    <a:cubicBezTo>
                      <a:pt x="1" y="15"/>
                      <a:pt x="0" y="16"/>
                      <a:pt x="1" y="17"/>
                    </a:cubicBezTo>
                    <a:cubicBezTo>
                      <a:pt x="1" y="17"/>
                      <a:pt x="2" y="18"/>
                      <a:pt x="3" y="18"/>
                    </a:cubicBezTo>
                    <a:cubicBezTo>
                      <a:pt x="3" y="19"/>
                      <a:pt x="2" y="20"/>
                      <a:pt x="3" y="22"/>
                    </a:cubicBezTo>
                    <a:cubicBezTo>
                      <a:pt x="4" y="22"/>
                      <a:pt x="3" y="24"/>
                      <a:pt x="4" y="25"/>
                    </a:cubicBezTo>
                    <a:cubicBezTo>
                      <a:pt x="4" y="27"/>
                      <a:pt x="6" y="27"/>
                      <a:pt x="7" y="28"/>
                    </a:cubicBezTo>
                    <a:cubicBezTo>
                      <a:pt x="7" y="29"/>
                      <a:pt x="6" y="30"/>
                      <a:pt x="7" y="31"/>
                    </a:cubicBezTo>
                    <a:cubicBezTo>
                      <a:pt x="8" y="33"/>
                      <a:pt x="7" y="33"/>
                      <a:pt x="10" y="32"/>
                    </a:cubicBezTo>
                    <a:cubicBezTo>
                      <a:pt x="11" y="32"/>
                      <a:pt x="12" y="31"/>
                      <a:pt x="14" y="31"/>
                    </a:cubicBezTo>
                    <a:cubicBezTo>
                      <a:pt x="14" y="29"/>
                      <a:pt x="13" y="26"/>
                      <a:pt x="13" y="23"/>
                    </a:cubicBezTo>
                    <a:cubicBezTo>
                      <a:pt x="13" y="20"/>
                      <a:pt x="14" y="18"/>
                      <a:pt x="14" y="15"/>
                    </a:cubicBezTo>
                    <a:cubicBezTo>
                      <a:pt x="11" y="15"/>
                      <a:pt x="11" y="17"/>
                      <a:pt x="9"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1" name="Freeform 364">
                <a:extLst>
                  <a:ext uri="{FF2B5EF4-FFF2-40B4-BE49-F238E27FC236}">
                    <a16:creationId xmlns:a16="http://schemas.microsoft.com/office/drawing/2014/main" id="{DB6B4DCC-D784-4431-BF38-DA78F0B4B472}"/>
                  </a:ext>
                </a:extLst>
              </p:cNvPr>
              <p:cNvSpPr>
                <a:spLocks/>
              </p:cNvSpPr>
              <p:nvPr/>
            </p:nvSpPr>
            <p:spPr bwMode="auto">
              <a:xfrm>
                <a:off x="6345238" y="5565776"/>
                <a:ext cx="17463" cy="25400"/>
              </a:xfrm>
              <a:custGeom>
                <a:avLst/>
                <a:gdLst>
                  <a:gd name="T0" fmla="*/ 2 w 5"/>
                  <a:gd name="T1" fmla="*/ 0 h 7"/>
                  <a:gd name="T2" fmla="*/ 0 w 5"/>
                  <a:gd name="T3" fmla="*/ 7 h 7"/>
                  <a:gd name="T4" fmla="*/ 5 w 5"/>
                  <a:gd name="T5" fmla="*/ 7 h 7"/>
                  <a:gd name="T6" fmla="*/ 4 w 5"/>
                  <a:gd name="T7" fmla="*/ 3 h 7"/>
                  <a:gd name="T8" fmla="*/ 5 w 5"/>
                  <a:gd name="T9" fmla="*/ 1 h 7"/>
                  <a:gd name="T10" fmla="*/ 2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2" y="0"/>
                    </a:moveTo>
                    <a:cubicBezTo>
                      <a:pt x="2" y="3"/>
                      <a:pt x="0" y="4"/>
                      <a:pt x="0" y="7"/>
                    </a:cubicBezTo>
                    <a:cubicBezTo>
                      <a:pt x="2" y="7"/>
                      <a:pt x="3" y="7"/>
                      <a:pt x="5" y="7"/>
                    </a:cubicBezTo>
                    <a:cubicBezTo>
                      <a:pt x="5" y="6"/>
                      <a:pt x="5" y="5"/>
                      <a:pt x="4" y="3"/>
                    </a:cubicBezTo>
                    <a:cubicBezTo>
                      <a:pt x="5" y="3"/>
                      <a:pt x="5" y="2"/>
                      <a:pt x="5" y="1"/>
                    </a:cubicBezTo>
                    <a:cubicBezTo>
                      <a:pt x="4"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4" name="Freeform 365">
                <a:extLst>
                  <a:ext uri="{FF2B5EF4-FFF2-40B4-BE49-F238E27FC236}">
                    <a16:creationId xmlns:a16="http://schemas.microsoft.com/office/drawing/2014/main" id="{23D45BCE-212D-430C-BCB9-35ADDF48E25F}"/>
                  </a:ext>
                </a:extLst>
              </p:cNvPr>
              <p:cNvSpPr>
                <a:spLocks/>
              </p:cNvSpPr>
              <p:nvPr/>
            </p:nvSpPr>
            <p:spPr bwMode="auto">
              <a:xfrm>
                <a:off x="6362701" y="5986463"/>
                <a:ext cx="17463" cy="31750"/>
              </a:xfrm>
              <a:custGeom>
                <a:avLst/>
                <a:gdLst>
                  <a:gd name="T0" fmla="*/ 3 w 5"/>
                  <a:gd name="T1" fmla="*/ 1 h 9"/>
                  <a:gd name="T2" fmla="*/ 2 w 5"/>
                  <a:gd name="T3" fmla="*/ 0 h 9"/>
                  <a:gd name="T4" fmla="*/ 0 w 5"/>
                  <a:gd name="T5" fmla="*/ 0 h 9"/>
                  <a:gd name="T6" fmla="*/ 0 w 5"/>
                  <a:gd name="T7" fmla="*/ 8 h 9"/>
                  <a:gd name="T8" fmla="*/ 2 w 5"/>
                  <a:gd name="T9" fmla="*/ 7 h 9"/>
                  <a:gd name="T10" fmla="*/ 4 w 5"/>
                  <a:gd name="T11" fmla="*/ 4 h 9"/>
                  <a:gd name="T12" fmla="*/ 5 w 5"/>
                  <a:gd name="T13" fmla="*/ 3 h 9"/>
                  <a:gd name="T14" fmla="*/ 3 w 5"/>
                  <a:gd name="T15" fmla="*/ 2 h 9"/>
                  <a:gd name="T16" fmla="*/ 3 w 5"/>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3" y="1"/>
                    </a:moveTo>
                    <a:cubicBezTo>
                      <a:pt x="2" y="0"/>
                      <a:pt x="2" y="0"/>
                      <a:pt x="2" y="0"/>
                    </a:cubicBezTo>
                    <a:cubicBezTo>
                      <a:pt x="2" y="0"/>
                      <a:pt x="1" y="0"/>
                      <a:pt x="0" y="0"/>
                    </a:cubicBezTo>
                    <a:cubicBezTo>
                      <a:pt x="0" y="3"/>
                      <a:pt x="0" y="6"/>
                      <a:pt x="0" y="8"/>
                    </a:cubicBezTo>
                    <a:cubicBezTo>
                      <a:pt x="0" y="9"/>
                      <a:pt x="2" y="7"/>
                      <a:pt x="2" y="7"/>
                    </a:cubicBezTo>
                    <a:cubicBezTo>
                      <a:pt x="3" y="6"/>
                      <a:pt x="4" y="4"/>
                      <a:pt x="4" y="4"/>
                    </a:cubicBezTo>
                    <a:cubicBezTo>
                      <a:pt x="4" y="3"/>
                      <a:pt x="4" y="3"/>
                      <a:pt x="5" y="3"/>
                    </a:cubicBezTo>
                    <a:cubicBezTo>
                      <a:pt x="4" y="3"/>
                      <a:pt x="4" y="3"/>
                      <a:pt x="3" y="2"/>
                    </a:cubicBezTo>
                    <a:cubicBezTo>
                      <a:pt x="3" y="2"/>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1" name="Freeform 366">
                <a:extLst>
                  <a:ext uri="{FF2B5EF4-FFF2-40B4-BE49-F238E27FC236}">
                    <a16:creationId xmlns:a16="http://schemas.microsoft.com/office/drawing/2014/main" id="{99824589-DC21-4882-B340-10DF2AF65C4F}"/>
                  </a:ext>
                </a:extLst>
              </p:cNvPr>
              <p:cNvSpPr>
                <a:spLocks/>
              </p:cNvSpPr>
              <p:nvPr/>
            </p:nvSpPr>
            <p:spPr bwMode="auto">
              <a:xfrm>
                <a:off x="6302376" y="5683251"/>
                <a:ext cx="42863" cy="66675"/>
              </a:xfrm>
              <a:custGeom>
                <a:avLst/>
                <a:gdLst>
                  <a:gd name="T0" fmla="*/ 5 w 12"/>
                  <a:gd name="T1" fmla="*/ 5 h 19"/>
                  <a:gd name="T2" fmla="*/ 5 w 12"/>
                  <a:gd name="T3" fmla="*/ 7 h 19"/>
                  <a:gd name="T4" fmla="*/ 3 w 12"/>
                  <a:gd name="T5" fmla="*/ 7 h 19"/>
                  <a:gd name="T6" fmla="*/ 5 w 12"/>
                  <a:gd name="T7" fmla="*/ 18 h 19"/>
                  <a:gd name="T8" fmla="*/ 8 w 12"/>
                  <a:gd name="T9" fmla="*/ 16 h 19"/>
                  <a:gd name="T10" fmla="*/ 10 w 12"/>
                  <a:gd name="T11" fmla="*/ 14 h 19"/>
                  <a:gd name="T12" fmla="*/ 9 w 12"/>
                  <a:gd name="T13" fmla="*/ 0 h 19"/>
                  <a:gd name="T14" fmla="*/ 5 w 12"/>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5" y="5"/>
                    </a:moveTo>
                    <a:cubicBezTo>
                      <a:pt x="5" y="6"/>
                      <a:pt x="5" y="6"/>
                      <a:pt x="5" y="7"/>
                    </a:cubicBezTo>
                    <a:cubicBezTo>
                      <a:pt x="5" y="7"/>
                      <a:pt x="4" y="7"/>
                      <a:pt x="3" y="7"/>
                    </a:cubicBezTo>
                    <a:cubicBezTo>
                      <a:pt x="3" y="9"/>
                      <a:pt x="0" y="19"/>
                      <a:pt x="5" y="18"/>
                    </a:cubicBezTo>
                    <a:cubicBezTo>
                      <a:pt x="6" y="17"/>
                      <a:pt x="7" y="17"/>
                      <a:pt x="8" y="16"/>
                    </a:cubicBezTo>
                    <a:cubicBezTo>
                      <a:pt x="11" y="15"/>
                      <a:pt x="10" y="16"/>
                      <a:pt x="10" y="14"/>
                    </a:cubicBezTo>
                    <a:cubicBezTo>
                      <a:pt x="11" y="10"/>
                      <a:pt x="12" y="3"/>
                      <a:pt x="9" y="0"/>
                    </a:cubicBezTo>
                    <a:cubicBezTo>
                      <a:pt x="8" y="2"/>
                      <a:pt x="8"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3" name="Freeform 367">
                <a:extLst>
                  <a:ext uri="{FF2B5EF4-FFF2-40B4-BE49-F238E27FC236}">
                    <a16:creationId xmlns:a16="http://schemas.microsoft.com/office/drawing/2014/main" id="{6DA62C19-6CA5-488E-B926-622BC09A6EAC}"/>
                  </a:ext>
                </a:extLst>
              </p:cNvPr>
              <p:cNvSpPr>
                <a:spLocks/>
              </p:cNvSpPr>
              <p:nvPr/>
            </p:nvSpPr>
            <p:spPr bwMode="auto">
              <a:xfrm>
                <a:off x="6529388" y="6103938"/>
                <a:ext cx="6350" cy="23813"/>
              </a:xfrm>
              <a:custGeom>
                <a:avLst/>
                <a:gdLst>
                  <a:gd name="T0" fmla="*/ 2 w 2"/>
                  <a:gd name="T1" fmla="*/ 2 h 7"/>
                  <a:gd name="T2" fmla="*/ 0 w 2"/>
                  <a:gd name="T3" fmla="*/ 5 h 7"/>
                  <a:gd name="T4" fmla="*/ 2 w 2"/>
                  <a:gd name="T5" fmla="*/ 6 h 7"/>
                  <a:gd name="T6" fmla="*/ 2 w 2"/>
                  <a:gd name="T7" fmla="*/ 4 h 7"/>
                  <a:gd name="T8" fmla="*/ 2 w 2"/>
                  <a:gd name="T9" fmla="*/ 2 h 7"/>
                </a:gdLst>
                <a:ahLst/>
                <a:cxnLst>
                  <a:cxn ang="0">
                    <a:pos x="T0" y="T1"/>
                  </a:cxn>
                  <a:cxn ang="0">
                    <a:pos x="T2" y="T3"/>
                  </a:cxn>
                  <a:cxn ang="0">
                    <a:pos x="T4" y="T5"/>
                  </a:cxn>
                  <a:cxn ang="0">
                    <a:pos x="T6" y="T7"/>
                  </a:cxn>
                  <a:cxn ang="0">
                    <a:pos x="T8" y="T9"/>
                  </a:cxn>
                </a:cxnLst>
                <a:rect l="0" t="0" r="r" b="b"/>
                <a:pathLst>
                  <a:path w="2" h="7">
                    <a:moveTo>
                      <a:pt x="2" y="2"/>
                    </a:moveTo>
                    <a:cubicBezTo>
                      <a:pt x="0" y="0"/>
                      <a:pt x="0" y="4"/>
                      <a:pt x="0" y="5"/>
                    </a:cubicBezTo>
                    <a:cubicBezTo>
                      <a:pt x="0" y="6"/>
                      <a:pt x="1" y="7"/>
                      <a:pt x="2" y="6"/>
                    </a:cubicBezTo>
                    <a:cubicBezTo>
                      <a:pt x="2" y="5"/>
                      <a:pt x="2" y="4"/>
                      <a:pt x="2" y="4"/>
                    </a:cubicBezTo>
                    <a:cubicBezTo>
                      <a:pt x="2" y="3"/>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4" name="Freeform 368">
                <a:extLst>
                  <a:ext uri="{FF2B5EF4-FFF2-40B4-BE49-F238E27FC236}">
                    <a16:creationId xmlns:a16="http://schemas.microsoft.com/office/drawing/2014/main" id="{7A0C0C54-0CF6-45F8-BF65-DF20DFDBB3B6}"/>
                  </a:ext>
                </a:extLst>
              </p:cNvPr>
              <p:cNvSpPr>
                <a:spLocks/>
              </p:cNvSpPr>
              <p:nvPr/>
            </p:nvSpPr>
            <p:spPr bwMode="auto">
              <a:xfrm>
                <a:off x="6572251" y="6276976"/>
                <a:ext cx="17463" cy="14288"/>
              </a:xfrm>
              <a:custGeom>
                <a:avLst/>
                <a:gdLst>
                  <a:gd name="T0" fmla="*/ 2 w 5"/>
                  <a:gd name="T1" fmla="*/ 4 h 4"/>
                  <a:gd name="T2" fmla="*/ 5 w 5"/>
                  <a:gd name="T3" fmla="*/ 4 h 4"/>
                  <a:gd name="T4" fmla="*/ 4 w 5"/>
                  <a:gd name="T5" fmla="*/ 2 h 4"/>
                  <a:gd name="T6" fmla="*/ 5 w 5"/>
                  <a:gd name="T7" fmla="*/ 0 h 4"/>
                  <a:gd name="T8" fmla="*/ 3 w 5"/>
                  <a:gd name="T9" fmla="*/ 0 h 4"/>
                  <a:gd name="T10" fmla="*/ 0 w 5"/>
                  <a:gd name="T11" fmla="*/ 3 h 4"/>
                  <a:gd name="T12" fmla="*/ 3 w 5"/>
                  <a:gd name="T13" fmla="*/ 4 h 4"/>
                  <a:gd name="T14" fmla="*/ 2 w 5"/>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4"/>
                    </a:moveTo>
                    <a:cubicBezTo>
                      <a:pt x="3" y="4"/>
                      <a:pt x="4" y="4"/>
                      <a:pt x="5" y="4"/>
                    </a:cubicBezTo>
                    <a:cubicBezTo>
                      <a:pt x="4" y="3"/>
                      <a:pt x="4" y="2"/>
                      <a:pt x="4" y="2"/>
                    </a:cubicBezTo>
                    <a:cubicBezTo>
                      <a:pt x="5" y="1"/>
                      <a:pt x="4" y="1"/>
                      <a:pt x="5" y="0"/>
                    </a:cubicBezTo>
                    <a:cubicBezTo>
                      <a:pt x="4" y="0"/>
                      <a:pt x="4" y="0"/>
                      <a:pt x="3" y="0"/>
                    </a:cubicBezTo>
                    <a:cubicBezTo>
                      <a:pt x="2" y="1"/>
                      <a:pt x="0" y="1"/>
                      <a:pt x="0" y="3"/>
                    </a:cubicBezTo>
                    <a:cubicBezTo>
                      <a:pt x="1" y="3"/>
                      <a:pt x="2" y="4"/>
                      <a:pt x="3" y="4"/>
                    </a:cubicBez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5" name="Freeform 369">
                <a:extLst>
                  <a:ext uri="{FF2B5EF4-FFF2-40B4-BE49-F238E27FC236}">
                    <a16:creationId xmlns:a16="http://schemas.microsoft.com/office/drawing/2014/main" id="{025AC9AB-3701-4280-8B13-2970995635E6}"/>
                  </a:ext>
                </a:extLst>
              </p:cNvPr>
              <p:cNvSpPr>
                <a:spLocks/>
              </p:cNvSpPr>
              <p:nvPr/>
            </p:nvSpPr>
            <p:spPr bwMode="auto">
              <a:xfrm>
                <a:off x="6581776" y="6305551"/>
                <a:ext cx="50800" cy="84138"/>
              </a:xfrm>
              <a:custGeom>
                <a:avLst/>
                <a:gdLst>
                  <a:gd name="T0" fmla="*/ 13 w 14"/>
                  <a:gd name="T1" fmla="*/ 11 h 24"/>
                  <a:gd name="T2" fmla="*/ 10 w 14"/>
                  <a:gd name="T3" fmla="*/ 8 h 24"/>
                  <a:gd name="T4" fmla="*/ 10 w 14"/>
                  <a:gd name="T5" fmla="*/ 1 h 24"/>
                  <a:gd name="T6" fmla="*/ 4 w 14"/>
                  <a:gd name="T7" fmla="*/ 3 h 24"/>
                  <a:gd name="T8" fmla="*/ 0 w 14"/>
                  <a:gd name="T9" fmla="*/ 3 h 24"/>
                  <a:gd name="T10" fmla="*/ 0 w 14"/>
                  <a:gd name="T11" fmla="*/ 11 h 24"/>
                  <a:gd name="T12" fmla="*/ 3 w 14"/>
                  <a:gd name="T13" fmla="*/ 12 h 24"/>
                  <a:gd name="T14" fmla="*/ 6 w 14"/>
                  <a:gd name="T15" fmla="*/ 24 h 24"/>
                  <a:gd name="T16" fmla="*/ 12 w 14"/>
                  <a:gd name="T17" fmla="*/ 24 h 24"/>
                  <a:gd name="T18" fmla="*/ 12 w 14"/>
                  <a:gd name="T19" fmla="*/ 18 h 24"/>
                  <a:gd name="T20" fmla="*/ 12 w 14"/>
                  <a:gd name="T21" fmla="*/ 14 h 24"/>
                  <a:gd name="T22" fmla="*/ 13 w 14"/>
                  <a:gd name="T23"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3" y="11"/>
                    </a:moveTo>
                    <a:cubicBezTo>
                      <a:pt x="13" y="9"/>
                      <a:pt x="11" y="9"/>
                      <a:pt x="10" y="8"/>
                    </a:cubicBezTo>
                    <a:cubicBezTo>
                      <a:pt x="9" y="7"/>
                      <a:pt x="10" y="1"/>
                      <a:pt x="10" y="1"/>
                    </a:cubicBezTo>
                    <a:cubicBezTo>
                      <a:pt x="8" y="1"/>
                      <a:pt x="5" y="0"/>
                      <a:pt x="4" y="3"/>
                    </a:cubicBezTo>
                    <a:cubicBezTo>
                      <a:pt x="3" y="3"/>
                      <a:pt x="1" y="3"/>
                      <a:pt x="0" y="3"/>
                    </a:cubicBezTo>
                    <a:cubicBezTo>
                      <a:pt x="0" y="6"/>
                      <a:pt x="0" y="9"/>
                      <a:pt x="0" y="11"/>
                    </a:cubicBezTo>
                    <a:cubicBezTo>
                      <a:pt x="1" y="12"/>
                      <a:pt x="2" y="12"/>
                      <a:pt x="3" y="12"/>
                    </a:cubicBezTo>
                    <a:cubicBezTo>
                      <a:pt x="5" y="16"/>
                      <a:pt x="6" y="20"/>
                      <a:pt x="6" y="24"/>
                    </a:cubicBezTo>
                    <a:cubicBezTo>
                      <a:pt x="8" y="24"/>
                      <a:pt x="10" y="24"/>
                      <a:pt x="12" y="24"/>
                    </a:cubicBezTo>
                    <a:cubicBezTo>
                      <a:pt x="12" y="22"/>
                      <a:pt x="13" y="20"/>
                      <a:pt x="12" y="18"/>
                    </a:cubicBezTo>
                    <a:cubicBezTo>
                      <a:pt x="12" y="16"/>
                      <a:pt x="11" y="16"/>
                      <a:pt x="12" y="14"/>
                    </a:cubicBezTo>
                    <a:cubicBezTo>
                      <a:pt x="12" y="13"/>
                      <a:pt x="14" y="12"/>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6" name="Freeform 370">
                <a:extLst>
                  <a:ext uri="{FF2B5EF4-FFF2-40B4-BE49-F238E27FC236}">
                    <a16:creationId xmlns:a16="http://schemas.microsoft.com/office/drawing/2014/main" id="{9997A489-C1A5-44C9-9C22-5A81B5F8F669}"/>
                  </a:ext>
                </a:extLst>
              </p:cNvPr>
              <p:cNvSpPr>
                <a:spLocks/>
              </p:cNvSpPr>
              <p:nvPr/>
            </p:nvSpPr>
            <p:spPr bwMode="auto">
              <a:xfrm>
                <a:off x="6457951" y="6153151"/>
                <a:ext cx="7938" cy="9525"/>
              </a:xfrm>
              <a:custGeom>
                <a:avLst/>
                <a:gdLst>
                  <a:gd name="T0" fmla="*/ 1 w 2"/>
                  <a:gd name="T1" fmla="*/ 0 h 3"/>
                  <a:gd name="T2" fmla="*/ 2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3"/>
                      <a:pt x="2"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7" name="Freeform 371">
                <a:extLst>
                  <a:ext uri="{FF2B5EF4-FFF2-40B4-BE49-F238E27FC236}">
                    <a16:creationId xmlns:a16="http://schemas.microsoft.com/office/drawing/2014/main" id="{588FFF79-E4E5-4FBB-AC50-81935DD46D1F}"/>
                  </a:ext>
                </a:extLst>
              </p:cNvPr>
              <p:cNvSpPr>
                <a:spLocks/>
              </p:cNvSpPr>
              <p:nvPr/>
            </p:nvSpPr>
            <p:spPr bwMode="auto">
              <a:xfrm>
                <a:off x="6434138" y="6138863"/>
                <a:ext cx="20638" cy="31750"/>
              </a:xfrm>
              <a:custGeom>
                <a:avLst/>
                <a:gdLst>
                  <a:gd name="T0" fmla="*/ 3 w 6"/>
                  <a:gd name="T1" fmla="*/ 3 h 9"/>
                  <a:gd name="T2" fmla="*/ 3 w 6"/>
                  <a:gd name="T3" fmla="*/ 0 h 9"/>
                  <a:gd name="T4" fmla="*/ 0 w 6"/>
                  <a:gd name="T5" fmla="*/ 0 h 9"/>
                  <a:gd name="T6" fmla="*/ 2 w 6"/>
                  <a:gd name="T7" fmla="*/ 9 h 9"/>
                  <a:gd name="T8" fmla="*/ 5 w 6"/>
                  <a:gd name="T9" fmla="*/ 9 h 9"/>
                  <a:gd name="T10" fmla="*/ 4 w 6"/>
                  <a:gd name="T11" fmla="*/ 5 h 9"/>
                  <a:gd name="T12" fmla="*/ 3 w 6"/>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3" y="3"/>
                    </a:moveTo>
                    <a:cubicBezTo>
                      <a:pt x="3" y="0"/>
                      <a:pt x="3" y="0"/>
                      <a:pt x="3" y="0"/>
                    </a:cubicBezTo>
                    <a:cubicBezTo>
                      <a:pt x="2" y="0"/>
                      <a:pt x="1" y="0"/>
                      <a:pt x="0" y="0"/>
                    </a:cubicBezTo>
                    <a:cubicBezTo>
                      <a:pt x="0" y="4"/>
                      <a:pt x="2" y="6"/>
                      <a:pt x="2" y="9"/>
                    </a:cubicBezTo>
                    <a:cubicBezTo>
                      <a:pt x="3" y="9"/>
                      <a:pt x="4" y="9"/>
                      <a:pt x="5" y="9"/>
                    </a:cubicBezTo>
                    <a:cubicBezTo>
                      <a:pt x="6" y="7"/>
                      <a:pt x="5" y="6"/>
                      <a:pt x="4" y="5"/>
                    </a:cubicBezTo>
                    <a:cubicBezTo>
                      <a:pt x="3" y="4"/>
                      <a:pt x="3" y="4"/>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8" name="Freeform 372">
                <a:extLst>
                  <a:ext uri="{FF2B5EF4-FFF2-40B4-BE49-F238E27FC236}">
                    <a16:creationId xmlns:a16="http://schemas.microsoft.com/office/drawing/2014/main" id="{F1D227F6-1912-498E-AB15-58400C7A913A}"/>
                  </a:ext>
                </a:extLst>
              </p:cNvPr>
              <p:cNvSpPr>
                <a:spLocks/>
              </p:cNvSpPr>
              <p:nvPr/>
            </p:nvSpPr>
            <p:spPr bwMode="auto">
              <a:xfrm>
                <a:off x="6503988" y="6162676"/>
                <a:ext cx="22225" cy="46038"/>
              </a:xfrm>
              <a:custGeom>
                <a:avLst/>
                <a:gdLst>
                  <a:gd name="T0" fmla="*/ 5 w 6"/>
                  <a:gd name="T1" fmla="*/ 4 h 13"/>
                  <a:gd name="T2" fmla="*/ 4 w 6"/>
                  <a:gd name="T3" fmla="*/ 4 h 13"/>
                  <a:gd name="T4" fmla="*/ 3 w 6"/>
                  <a:gd name="T5" fmla="*/ 0 h 13"/>
                  <a:gd name="T6" fmla="*/ 3 w 6"/>
                  <a:gd name="T7" fmla="*/ 6 h 13"/>
                  <a:gd name="T8" fmla="*/ 3 w 6"/>
                  <a:gd name="T9" fmla="*/ 11 h 13"/>
                  <a:gd name="T10" fmla="*/ 5 w 6"/>
                  <a:gd name="T11" fmla="*/ 13 h 13"/>
                  <a:gd name="T12" fmla="*/ 6 w 6"/>
                  <a:gd name="T13" fmla="*/ 6 h 13"/>
                  <a:gd name="T14" fmla="*/ 5 w 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4"/>
                    </a:moveTo>
                    <a:cubicBezTo>
                      <a:pt x="4" y="4"/>
                      <a:pt x="4" y="4"/>
                      <a:pt x="4" y="4"/>
                    </a:cubicBezTo>
                    <a:cubicBezTo>
                      <a:pt x="4" y="2"/>
                      <a:pt x="4" y="1"/>
                      <a:pt x="3" y="0"/>
                    </a:cubicBezTo>
                    <a:cubicBezTo>
                      <a:pt x="1" y="1"/>
                      <a:pt x="0" y="5"/>
                      <a:pt x="3" y="6"/>
                    </a:cubicBezTo>
                    <a:cubicBezTo>
                      <a:pt x="3" y="8"/>
                      <a:pt x="3" y="9"/>
                      <a:pt x="3" y="11"/>
                    </a:cubicBezTo>
                    <a:cubicBezTo>
                      <a:pt x="4" y="11"/>
                      <a:pt x="5" y="12"/>
                      <a:pt x="5" y="13"/>
                    </a:cubicBezTo>
                    <a:cubicBezTo>
                      <a:pt x="5" y="11"/>
                      <a:pt x="6" y="9"/>
                      <a:pt x="6" y="6"/>
                    </a:cubicBezTo>
                    <a:cubicBezTo>
                      <a:pt x="6"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9" name="Freeform 373">
                <a:extLst>
                  <a:ext uri="{FF2B5EF4-FFF2-40B4-BE49-F238E27FC236}">
                    <a16:creationId xmlns:a16="http://schemas.microsoft.com/office/drawing/2014/main" id="{A4520A46-83CC-4C31-80BC-0BF7947C3AEE}"/>
                  </a:ext>
                </a:extLst>
              </p:cNvPr>
              <p:cNvSpPr>
                <a:spLocks/>
              </p:cNvSpPr>
              <p:nvPr/>
            </p:nvSpPr>
            <p:spPr bwMode="auto">
              <a:xfrm>
                <a:off x="6483351" y="6205538"/>
                <a:ext cx="25400" cy="11113"/>
              </a:xfrm>
              <a:custGeom>
                <a:avLst/>
                <a:gdLst>
                  <a:gd name="T0" fmla="*/ 5 w 7"/>
                  <a:gd name="T1" fmla="*/ 2 h 3"/>
                  <a:gd name="T2" fmla="*/ 1 w 7"/>
                  <a:gd name="T3" fmla="*/ 0 h 3"/>
                  <a:gd name="T4" fmla="*/ 0 w 7"/>
                  <a:gd name="T5" fmla="*/ 2 h 3"/>
                  <a:gd name="T6" fmla="*/ 7 w 7"/>
                  <a:gd name="T7" fmla="*/ 3 h 3"/>
                  <a:gd name="T8" fmla="*/ 5 w 7"/>
                  <a:gd name="T9" fmla="*/ 2 h 3"/>
                </a:gdLst>
                <a:ahLst/>
                <a:cxnLst>
                  <a:cxn ang="0">
                    <a:pos x="T0" y="T1"/>
                  </a:cxn>
                  <a:cxn ang="0">
                    <a:pos x="T2" y="T3"/>
                  </a:cxn>
                  <a:cxn ang="0">
                    <a:pos x="T4" y="T5"/>
                  </a:cxn>
                  <a:cxn ang="0">
                    <a:pos x="T6" y="T7"/>
                  </a:cxn>
                  <a:cxn ang="0">
                    <a:pos x="T8" y="T9"/>
                  </a:cxn>
                </a:cxnLst>
                <a:rect l="0" t="0" r="r" b="b"/>
                <a:pathLst>
                  <a:path w="7" h="3">
                    <a:moveTo>
                      <a:pt x="5" y="2"/>
                    </a:moveTo>
                    <a:cubicBezTo>
                      <a:pt x="4" y="1"/>
                      <a:pt x="2" y="0"/>
                      <a:pt x="1" y="0"/>
                    </a:cubicBezTo>
                    <a:cubicBezTo>
                      <a:pt x="0" y="1"/>
                      <a:pt x="0" y="1"/>
                      <a:pt x="0" y="2"/>
                    </a:cubicBezTo>
                    <a:cubicBezTo>
                      <a:pt x="0" y="2"/>
                      <a:pt x="7" y="3"/>
                      <a:pt x="7" y="3"/>
                    </a:cubicBezTo>
                    <a:cubicBezTo>
                      <a:pt x="7" y="2"/>
                      <a:pt x="6" y="2"/>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0" name="Freeform 374">
                <a:extLst>
                  <a:ext uri="{FF2B5EF4-FFF2-40B4-BE49-F238E27FC236}">
                    <a16:creationId xmlns:a16="http://schemas.microsoft.com/office/drawing/2014/main" id="{A8689644-B720-4654-BD23-2C7239A5CD68}"/>
                  </a:ext>
                </a:extLst>
              </p:cNvPr>
              <p:cNvSpPr>
                <a:spLocks/>
              </p:cNvSpPr>
              <p:nvPr/>
            </p:nvSpPr>
            <p:spPr bwMode="auto">
              <a:xfrm>
                <a:off x="6419851" y="6118226"/>
                <a:ext cx="14288" cy="12700"/>
              </a:xfrm>
              <a:custGeom>
                <a:avLst/>
                <a:gdLst>
                  <a:gd name="T0" fmla="*/ 2 w 4"/>
                  <a:gd name="T1" fmla="*/ 2 h 4"/>
                  <a:gd name="T2" fmla="*/ 1 w 4"/>
                  <a:gd name="T3" fmla="*/ 2 h 4"/>
                  <a:gd name="T4" fmla="*/ 3 w 4"/>
                  <a:gd name="T5" fmla="*/ 4 h 4"/>
                  <a:gd name="T6" fmla="*/ 2 w 4"/>
                  <a:gd name="T7" fmla="*/ 2 h 4"/>
                </a:gdLst>
                <a:ahLst/>
                <a:cxnLst>
                  <a:cxn ang="0">
                    <a:pos x="T0" y="T1"/>
                  </a:cxn>
                  <a:cxn ang="0">
                    <a:pos x="T2" y="T3"/>
                  </a:cxn>
                  <a:cxn ang="0">
                    <a:pos x="T4" y="T5"/>
                  </a:cxn>
                  <a:cxn ang="0">
                    <a:pos x="T6" y="T7"/>
                  </a:cxn>
                </a:cxnLst>
                <a:rect l="0" t="0" r="r" b="b"/>
                <a:pathLst>
                  <a:path w="4" h="4">
                    <a:moveTo>
                      <a:pt x="2" y="2"/>
                    </a:moveTo>
                    <a:cubicBezTo>
                      <a:pt x="1" y="0"/>
                      <a:pt x="0" y="1"/>
                      <a:pt x="1" y="2"/>
                    </a:cubicBezTo>
                    <a:cubicBezTo>
                      <a:pt x="1" y="3"/>
                      <a:pt x="2" y="4"/>
                      <a:pt x="3" y="4"/>
                    </a:cubicBezTo>
                    <a:cubicBezTo>
                      <a:pt x="4" y="2"/>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1" name="Freeform 375">
                <a:extLst>
                  <a:ext uri="{FF2B5EF4-FFF2-40B4-BE49-F238E27FC236}">
                    <a16:creationId xmlns:a16="http://schemas.microsoft.com/office/drawing/2014/main" id="{A6FC7930-0769-4461-828A-3BAF688B7773}"/>
                  </a:ext>
                </a:extLst>
              </p:cNvPr>
              <p:cNvSpPr>
                <a:spLocks/>
              </p:cNvSpPr>
              <p:nvPr/>
            </p:nvSpPr>
            <p:spPr bwMode="auto">
              <a:xfrm>
                <a:off x="6221413" y="5522913"/>
                <a:ext cx="7938" cy="17463"/>
              </a:xfrm>
              <a:custGeom>
                <a:avLst/>
                <a:gdLst>
                  <a:gd name="T0" fmla="*/ 0 w 2"/>
                  <a:gd name="T1" fmla="*/ 0 h 5"/>
                  <a:gd name="T2" fmla="*/ 0 w 2"/>
                  <a:gd name="T3" fmla="*/ 4 h 5"/>
                  <a:gd name="T4" fmla="*/ 2 w 2"/>
                  <a:gd name="T5" fmla="*/ 3 h 5"/>
                  <a:gd name="T6" fmla="*/ 2 w 2"/>
                  <a:gd name="T7" fmla="*/ 2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0" y="1"/>
                      <a:pt x="0" y="3"/>
                      <a:pt x="0" y="4"/>
                    </a:cubicBezTo>
                    <a:cubicBezTo>
                      <a:pt x="2" y="5"/>
                      <a:pt x="1" y="4"/>
                      <a:pt x="2" y="3"/>
                    </a:cubicBezTo>
                    <a:cubicBezTo>
                      <a:pt x="2" y="2"/>
                      <a:pt x="2" y="2"/>
                      <a:pt x="2" y="2"/>
                    </a:cubicBezTo>
                    <a:cubicBezTo>
                      <a:pt x="1" y="2"/>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2" name="Freeform 376">
                <a:extLst>
                  <a:ext uri="{FF2B5EF4-FFF2-40B4-BE49-F238E27FC236}">
                    <a16:creationId xmlns:a16="http://schemas.microsoft.com/office/drawing/2014/main" id="{625AB935-4EDE-4BC9-956C-C9F756F0ADE6}"/>
                  </a:ext>
                </a:extLst>
              </p:cNvPr>
              <p:cNvSpPr>
                <a:spLocks/>
              </p:cNvSpPr>
              <p:nvPr/>
            </p:nvSpPr>
            <p:spPr bwMode="auto">
              <a:xfrm>
                <a:off x="6253163" y="5583238"/>
                <a:ext cx="14288" cy="14288"/>
              </a:xfrm>
              <a:custGeom>
                <a:avLst/>
                <a:gdLst>
                  <a:gd name="T0" fmla="*/ 2 w 4"/>
                  <a:gd name="T1" fmla="*/ 0 h 4"/>
                  <a:gd name="T2" fmla="*/ 1 w 4"/>
                  <a:gd name="T3" fmla="*/ 4 h 4"/>
                  <a:gd name="T4" fmla="*/ 4 w 4"/>
                  <a:gd name="T5" fmla="*/ 4 h 4"/>
                  <a:gd name="T6" fmla="*/ 3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1"/>
                      <a:pt x="0" y="2"/>
                      <a:pt x="1" y="4"/>
                    </a:cubicBezTo>
                    <a:cubicBezTo>
                      <a:pt x="2" y="4"/>
                      <a:pt x="3" y="4"/>
                      <a:pt x="4" y="4"/>
                    </a:cubicBezTo>
                    <a:cubicBezTo>
                      <a:pt x="4" y="2"/>
                      <a:pt x="4" y="1"/>
                      <a:pt x="3"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3" name="Freeform 377">
                <a:extLst>
                  <a:ext uri="{FF2B5EF4-FFF2-40B4-BE49-F238E27FC236}">
                    <a16:creationId xmlns:a16="http://schemas.microsoft.com/office/drawing/2014/main" id="{6D67A946-D46D-4795-8773-8802D090F3BD}"/>
                  </a:ext>
                </a:extLst>
              </p:cNvPr>
              <p:cNvSpPr>
                <a:spLocks/>
              </p:cNvSpPr>
              <p:nvPr/>
            </p:nvSpPr>
            <p:spPr bwMode="auto">
              <a:xfrm>
                <a:off x="6483351" y="5003801"/>
                <a:ext cx="14288" cy="14288"/>
              </a:xfrm>
              <a:custGeom>
                <a:avLst/>
                <a:gdLst>
                  <a:gd name="T0" fmla="*/ 4 w 4"/>
                  <a:gd name="T1" fmla="*/ 3 h 4"/>
                  <a:gd name="T2" fmla="*/ 2 w 4"/>
                  <a:gd name="T3" fmla="*/ 4 h 4"/>
                  <a:gd name="T4" fmla="*/ 1 w 4"/>
                  <a:gd name="T5" fmla="*/ 0 h 4"/>
                  <a:gd name="T6" fmla="*/ 3 w 4"/>
                  <a:gd name="T7" fmla="*/ 1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3"/>
                      <a:pt x="2" y="4"/>
                      <a:pt x="2" y="4"/>
                    </a:cubicBezTo>
                    <a:cubicBezTo>
                      <a:pt x="0" y="2"/>
                      <a:pt x="0" y="1"/>
                      <a:pt x="1" y="0"/>
                    </a:cubicBezTo>
                    <a:cubicBezTo>
                      <a:pt x="3" y="1"/>
                      <a:pt x="3" y="1"/>
                      <a:pt x="3" y="1"/>
                    </a:cubicBezTo>
                    <a:cubicBezTo>
                      <a:pt x="3" y="2"/>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2" name="Freeform 378">
                <a:extLst>
                  <a:ext uri="{FF2B5EF4-FFF2-40B4-BE49-F238E27FC236}">
                    <a16:creationId xmlns:a16="http://schemas.microsoft.com/office/drawing/2014/main" id="{6931DA8F-FBF1-4CF0-A040-459AB85624DA}"/>
                  </a:ext>
                </a:extLst>
              </p:cNvPr>
              <p:cNvSpPr>
                <a:spLocks/>
              </p:cNvSpPr>
              <p:nvPr/>
            </p:nvSpPr>
            <p:spPr bwMode="auto">
              <a:xfrm>
                <a:off x="6221413" y="5522913"/>
                <a:ext cx="7938" cy="17463"/>
              </a:xfrm>
              <a:custGeom>
                <a:avLst/>
                <a:gdLst>
                  <a:gd name="T0" fmla="*/ 2 w 2"/>
                  <a:gd name="T1" fmla="*/ 3 h 5"/>
                  <a:gd name="T2" fmla="*/ 0 w 2"/>
                  <a:gd name="T3" fmla="*/ 4 h 5"/>
                  <a:gd name="T4" fmla="*/ 0 w 2"/>
                  <a:gd name="T5" fmla="*/ 0 h 5"/>
                  <a:gd name="T6" fmla="*/ 2 w 2"/>
                  <a:gd name="T7" fmla="*/ 2 h 5"/>
                  <a:gd name="T8" fmla="*/ 2 w 2"/>
                  <a:gd name="T9" fmla="*/ 3 h 5"/>
                </a:gdLst>
                <a:ahLst/>
                <a:cxnLst>
                  <a:cxn ang="0">
                    <a:pos x="T0" y="T1"/>
                  </a:cxn>
                  <a:cxn ang="0">
                    <a:pos x="T2" y="T3"/>
                  </a:cxn>
                  <a:cxn ang="0">
                    <a:pos x="T4" y="T5"/>
                  </a:cxn>
                  <a:cxn ang="0">
                    <a:pos x="T6" y="T7"/>
                  </a:cxn>
                  <a:cxn ang="0">
                    <a:pos x="T8" y="T9"/>
                  </a:cxn>
                </a:cxnLst>
                <a:rect l="0" t="0" r="r" b="b"/>
                <a:pathLst>
                  <a:path w="2" h="5">
                    <a:moveTo>
                      <a:pt x="2" y="3"/>
                    </a:moveTo>
                    <a:cubicBezTo>
                      <a:pt x="1" y="4"/>
                      <a:pt x="2" y="5"/>
                      <a:pt x="0" y="4"/>
                    </a:cubicBezTo>
                    <a:cubicBezTo>
                      <a:pt x="0" y="3"/>
                      <a:pt x="0" y="1"/>
                      <a:pt x="0" y="0"/>
                    </a:cubicBezTo>
                    <a:cubicBezTo>
                      <a:pt x="1" y="1"/>
                      <a:pt x="1" y="2"/>
                      <a:pt x="2" y="2"/>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3" name="Freeform 379">
                <a:extLst>
                  <a:ext uri="{FF2B5EF4-FFF2-40B4-BE49-F238E27FC236}">
                    <a16:creationId xmlns:a16="http://schemas.microsoft.com/office/drawing/2014/main" id="{1FB68CA2-361A-4A99-A0A6-4654666357B7}"/>
                  </a:ext>
                </a:extLst>
              </p:cNvPr>
              <p:cNvSpPr>
                <a:spLocks/>
              </p:cNvSpPr>
              <p:nvPr/>
            </p:nvSpPr>
            <p:spPr bwMode="auto">
              <a:xfrm>
                <a:off x="6253163" y="5583238"/>
                <a:ext cx="14288" cy="14288"/>
              </a:xfrm>
              <a:custGeom>
                <a:avLst/>
                <a:gdLst>
                  <a:gd name="T0" fmla="*/ 4 w 4"/>
                  <a:gd name="T1" fmla="*/ 4 h 4"/>
                  <a:gd name="T2" fmla="*/ 1 w 4"/>
                  <a:gd name="T3" fmla="*/ 4 h 4"/>
                  <a:gd name="T4" fmla="*/ 2 w 4"/>
                  <a:gd name="T5" fmla="*/ 0 h 4"/>
                  <a:gd name="T6" fmla="*/ 3 w 4"/>
                  <a:gd name="T7" fmla="*/ 0 h 4"/>
                  <a:gd name="T8" fmla="*/ 4 w 4"/>
                  <a:gd name="T9" fmla="*/ 4 h 4"/>
                </a:gdLst>
                <a:ahLst/>
                <a:cxnLst>
                  <a:cxn ang="0">
                    <a:pos x="T0" y="T1"/>
                  </a:cxn>
                  <a:cxn ang="0">
                    <a:pos x="T2" y="T3"/>
                  </a:cxn>
                  <a:cxn ang="0">
                    <a:pos x="T4" y="T5"/>
                  </a:cxn>
                  <a:cxn ang="0">
                    <a:pos x="T6" y="T7"/>
                  </a:cxn>
                  <a:cxn ang="0">
                    <a:pos x="T8" y="T9"/>
                  </a:cxn>
                </a:cxnLst>
                <a:rect l="0" t="0" r="r" b="b"/>
                <a:pathLst>
                  <a:path w="4" h="4">
                    <a:moveTo>
                      <a:pt x="4" y="4"/>
                    </a:moveTo>
                    <a:cubicBezTo>
                      <a:pt x="3" y="4"/>
                      <a:pt x="2" y="4"/>
                      <a:pt x="1" y="4"/>
                    </a:cubicBezTo>
                    <a:cubicBezTo>
                      <a:pt x="0" y="2"/>
                      <a:pt x="1" y="1"/>
                      <a:pt x="2" y="0"/>
                    </a:cubicBezTo>
                    <a:cubicBezTo>
                      <a:pt x="3" y="0"/>
                      <a:pt x="3" y="0"/>
                      <a:pt x="3" y="0"/>
                    </a:cubicBezTo>
                    <a:cubicBezTo>
                      <a:pt x="4" y="1"/>
                      <a:pt x="4" y="2"/>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4" name="Freeform 380">
                <a:extLst>
                  <a:ext uri="{FF2B5EF4-FFF2-40B4-BE49-F238E27FC236}">
                    <a16:creationId xmlns:a16="http://schemas.microsoft.com/office/drawing/2014/main" id="{4CDDA98C-3BA5-4D72-834B-0F677D141B91}"/>
                  </a:ext>
                </a:extLst>
              </p:cNvPr>
              <p:cNvSpPr>
                <a:spLocks/>
              </p:cNvSpPr>
              <p:nvPr/>
            </p:nvSpPr>
            <p:spPr bwMode="auto">
              <a:xfrm>
                <a:off x="6302376" y="5683251"/>
                <a:ext cx="42863" cy="66675"/>
              </a:xfrm>
              <a:custGeom>
                <a:avLst/>
                <a:gdLst>
                  <a:gd name="T0" fmla="*/ 10 w 12"/>
                  <a:gd name="T1" fmla="*/ 14 h 19"/>
                  <a:gd name="T2" fmla="*/ 8 w 12"/>
                  <a:gd name="T3" fmla="*/ 16 h 19"/>
                  <a:gd name="T4" fmla="*/ 5 w 12"/>
                  <a:gd name="T5" fmla="*/ 18 h 19"/>
                  <a:gd name="T6" fmla="*/ 3 w 12"/>
                  <a:gd name="T7" fmla="*/ 7 h 19"/>
                  <a:gd name="T8" fmla="*/ 5 w 12"/>
                  <a:gd name="T9" fmla="*/ 7 h 19"/>
                  <a:gd name="T10" fmla="*/ 5 w 12"/>
                  <a:gd name="T11" fmla="*/ 5 h 19"/>
                  <a:gd name="T12" fmla="*/ 9 w 12"/>
                  <a:gd name="T13" fmla="*/ 0 h 19"/>
                  <a:gd name="T14" fmla="*/ 10 w 12"/>
                  <a:gd name="T15" fmla="*/ 1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4"/>
                    </a:moveTo>
                    <a:cubicBezTo>
                      <a:pt x="10" y="16"/>
                      <a:pt x="11" y="15"/>
                      <a:pt x="8" y="16"/>
                    </a:cubicBezTo>
                    <a:cubicBezTo>
                      <a:pt x="7" y="17"/>
                      <a:pt x="6" y="17"/>
                      <a:pt x="5" y="18"/>
                    </a:cubicBezTo>
                    <a:cubicBezTo>
                      <a:pt x="0" y="19"/>
                      <a:pt x="3" y="9"/>
                      <a:pt x="3" y="7"/>
                    </a:cubicBezTo>
                    <a:cubicBezTo>
                      <a:pt x="4" y="7"/>
                      <a:pt x="5" y="7"/>
                      <a:pt x="5" y="7"/>
                    </a:cubicBezTo>
                    <a:cubicBezTo>
                      <a:pt x="5" y="6"/>
                      <a:pt x="5" y="6"/>
                      <a:pt x="5" y="5"/>
                    </a:cubicBezTo>
                    <a:cubicBezTo>
                      <a:pt x="8" y="5"/>
                      <a:pt x="8" y="2"/>
                      <a:pt x="9" y="0"/>
                    </a:cubicBezTo>
                    <a:cubicBezTo>
                      <a:pt x="12" y="3"/>
                      <a:pt x="11" y="10"/>
                      <a:pt x="1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5" name="Freeform 381">
                <a:extLst>
                  <a:ext uri="{FF2B5EF4-FFF2-40B4-BE49-F238E27FC236}">
                    <a16:creationId xmlns:a16="http://schemas.microsoft.com/office/drawing/2014/main" id="{A1BB7E7A-9C7A-452B-830A-E917871715C4}"/>
                  </a:ext>
                </a:extLst>
              </p:cNvPr>
              <p:cNvSpPr>
                <a:spLocks/>
              </p:cNvSpPr>
              <p:nvPr/>
            </p:nvSpPr>
            <p:spPr bwMode="auto">
              <a:xfrm>
                <a:off x="6345238" y="5565776"/>
                <a:ext cx="17463" cy="25400"/>
              </a:xfrm>
              <a:custGeom>
                <a:avLst/>
                <a:gdLst>
                  <a:gd name="T0" fmla="*/ 5 w 5"/>
                  <a:gd name="T1" fmla="*/ 7 h 7"/>
                  <a:gd name="T2" fmla="*/ 0 w 5"/>
                  <a:gd name="T3" fmla="*/ 7 h 7"/>
                  <a:gd name="T4" fmla="*/ 2 w 5"/>
                  <a:gd name="T5" fmla="*/ 0 h 7"/>
                  <a:gd name="T6" fmla="*/ 5 w 5"/>
                  <a:gd name="T7" fmla="*/ 1 h 7"/>
                  <a:gd name="T8" fmla="*/ 4 w 5"/>
                  <a:gd name="T9" fmla="*/ 3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3" y="7"/>
                      <a:pt x="2" y="7"/>
                      <a:pt x="0" y="7"/>
                    </a:cubicBezTo>
                    <a:cubicBezTo>
                      <a:pt x="0" y="4"/>
                      <a:pt x="2" y="3"/>
                      <a:pt x="2" y="0"/>
                    </a:cubicBezTo>
                    <a:cubicBezTo>
                      <a:pt x="3" y="1"/>
                      <a:pt x="4" y="1"/>
                      <a:pt x="5" y="1"/>
                    </a:cubicBezTo>
                    <a:cubicBezTo>
                      <a:pt x="5" y="2"/>
                      <a:pt x="5" y="3"/>
                      <a:pt x="4" y="3"/>
                    </a:cubicBezTo>
                    <a:cubicBezTo>
                      <a:pt x="5" y="5"/>
                      <a:pt x="5" y="6"/>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6" name="Freeform 382">
                <a:extLst>
                  <a:ext uri="{FF2B5EF4-FFF2-40B4-BE49-F238E27FC236}">
                    <a16:creationId xmlns:a16="http://schemas.microsoft.com/office/drawing/2014/main" id="{DBB290F9-2624-445B-A8BB-18F89CD4008B}"/>
                  </a:ext>
                </a:extLst>
              </p:cNvPr>
              <p:cNvSpPr>
                <a:spLocks/>
              </p:cNvSpPr>
              <p:nvPr/>
            </p:nvSpPr>
            <p:spPr bwMode="auto">
              <a:xfrm>
                <a:off x="6362701" y="5986463"/>
                <a:ext cx="17463" cy="31750"/>
              </a:xfrm>
              <a:custGeom>
                <a:avLst/>
                <a:gdLst>
                  <a:gd name="T0" fmla="*/ 4 w 5"/>
                  <a:gd name="T1" fmla="*/ 4 h 9"/>
                  <a:gd name="T2" fmla="*/ 2 w 5"/>
                  <a:gd name="T3" fmla="*/ 7 h 9"/>
                  <a:gd name="T4" fmla="*/ 0 w 5"/>
                  <a:gd name="T5" fmla="*/ 8 h 9"/>
                  <a:gd name="T6" fmla="*/ 0 w 5"/>
                  <a:gd name="T7" fmla="*/ 0 h 9"/>
                  <a:gd name="T8" fmla="*/ 2 w 5"/>
                  <a:gd name="T9" fmla="*/ 0 h 9"/>
                  <a:gd name="T10" fmla="*/ 3 w 5"/>
                  <a:gd name="T11" fmla="*/ 1 h 9"/>
                  <a:gd name="T12" fmla="*/ 3 w 5"/>
                  <a:gd name="T13" fmla="*/ 2 h 9"/>
                  <a:gd name="T14" fmla="*/ 5 w 5"/>
                  <a:gd name="T15" fmla="*/ 3 h 9"/>
                  <a:gd name="T16" fmla="*/ 4 w 5"/>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4"/>
                    </a:moveTo>
                    <a:cubicBezTo>
                      <a:pt x="4" y="4"/>
                      <a:pt x="3" y="6"/>
                      <a:pt x="2" y="7"/>
                    </a:cubicBezTo>
                    <a:cubicBezTo>
                      <a:pt x="2" y="7"/>
                      <a:pt x="0" y="9"/>
                      <a:pt x="0" y="8"/>
                    </a:cubicBezTo>
                    <a:cubicBezTo>
                      <a:pt x="0" y="6"/>
                      <a:pt x="0" y="3"/>
                      <a:pt x="0" y="0"/>
                    </a:cubicBezTo>
                    <a:cubicBezTo>
                      <a:pt x="1" y="0"/>
                      <a:pt x="2" y="0"/>
                      <a:pt x="2" y="0"/>
                    </a:cubicBezTo>
                    <a:cubicBezTo>
                      <a:pt x="3" y="1"/>
                      <a:pt x="3" y="1"/>
                      <a:pt x="3" y="1"/>
                    </a:cubicBezTo>
                    <a:cubicBezTo>
                      <a:pt x="3" y="1"/>
                      <a:pt x="3" y="2"/>
                      <a:pt x="3" y="2"/>
                    </a:cubicBezTo>
                    <a:cubicBezTo>
                      <a:pt x="4" y="3"/>
                      <a:pt x="4" y="3"/>
                      <a:pt x="5" y="3"/>
                    </a:cubicBezTo>
                    <a:cubicBezTo>
                      <a:pt x="4" y="3"/>
                      <a:pt x="4" y="3"/>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7" name="Freeform 383">
                <a:extLst>
                  <a:ext uri="{FF2B5EF4-FFF2-40B4-BE49-F238E27FC236}">
                    <a16:creationId xmlns:a16="http://schemas.microsoft.com/office/drawing/2014/main" id="{A9F936A7-391B-4DA7-8433-972BF23B7650}"/>
                  </a:ext>
                </a:extLst>
              </p:cNvPr>
              <p:cNvSpPr>
                <a:spLocks/>
              </p:cNvSpPr>
              <p:nvPr/>
            </p:nvSpPr>
            <p:spPr bwMode="auto">
              <a:xfrm>
                <a:off x="6330951" y="5448301"/>
                <a:ext cx="49213" cy="117475"/>
              </a:xfrm>
              <a:custGeom>
                <a:avLst/>
                <a:gdLst>
                  <a:gd name="T0" fmla="*/ 14 w 14"/>
                  <a:gd name="T1" fmla="*/ 31 h 33"/>
                  <a:gd name="T2" fmla="*/ 10 w 14"/>
                  <a:gd name="T3" fmla="*/ 32 h 33"/>
                  <a:gd name="T4" fmla="*/ 7 w 14"/>
                  <a:gd name="T5" fmla="*/ 31 h 33"/>
                  <a:gd name="T6" fmla="*/ 7 w 14"/>
                  <a:gd name="T7" fmla="*/ 28 h 33"/>
                  <a:gd name="T8" fmla="*/ 4 w 14"/>
                  <a:gd name="T9" fmla="*/ 25 h 33"/>
                  <a:gd name="T10" fmla="*/ 3 w 14"/>
                  <a:gd name="T11" fmla="*/ 22 h 33"/>
                  <a:gd name="T12" fmla="*/ 3 w 14"/>
                  <a:gd name="T13" fmla="*/ 18 h 33"/>
                  <a:gd name="T14" fmla="*/ 1 w 14"/>
                  <a:gd name="T15" fmla="*/ 17 h 33"/>
                  <a:gd name="T16" fmla="*/ 1 w 14"/>
                  <a:gd name="T17" fmla="*/ 15 h 33"/>
                  <a:gd name="T18" fmla="*/ 3 w 14"/>
                  <a:gd name="T19" fmla="*/ 12 h 33"/>
                  <a:gd name="T20" fmla="*/ 4 w 14"/>
                  <a:gd name="T21" fmla="*/ 6 h 33"/>
                  <a:gd name="T22" fmla="*/ 6 w 14"/>
                  <a:gd name="T23" fmla="*/ 0 h 33"/>
                  <a:gd name="T24" fmla="*/ 8 w 14"/>
                  <a:gd name="T25" fmla="*/ 3 h 33"/>
                  <a:gd name="T26" fmla="*/ 8 w 14"/>
                  <a:gd name="T27" fmla="*/ 2 h 33"/>
                  <a:gd name="T28" fmla="*/ 8 w 14"/>
                  <a:gd name="T29" fmla="*/ 4 h 33"/>
                  <a:gd name="T30" fmla="*/ 8 w 14"/>
                  <a:gd name="T31" fmla="*/ 3 h 33"/>
                  <a:gd name="T32" fmla="*/ 9 w 14"/>
                  <a:gd name="T33" fmla="*/ 10 h 33"/>
                  <a:gd name="T34" fmla="*/ 9 w 14"/>
                  <a:gd name="T35" fmla="*/ 19 h 33"/>
                  <a:gd name="T36" fmla="*/ 14 w 14"/>
                  <a:gd name="T37" fmla="*/ 15 h 33"/>
                  <a:gd name="T38" fmla="*/ 13 w 14"/>
                  <a:gd name="T39" fmla="*/ 23 h 33"/>
                  <a:gd name="T40" fmla="*/ 14 w 14"/>
                  <a:gd name="T4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33">
                    <a:moveTo>
                      <a:pt x="14" y="31"/>
                    </a:moveTo>
                    <a:cubicBezTo>
                      <a:pt x="12" y="31"/>
                      <a:pt x="11" y="32"/>
                      <a:pt x="10" y="32"/>
                    </a:cubicBezTo>
                    <a:cubicBezTo>
                      <a:pt x="7" y="33"/>
                      <a:pt x="8" y="33"/>
                      <a:pt x="7" y="31"/>
                    </a:cubicBezTo>
                    <a:cubicBezTo>
                      <a:pt x="6" y="30"/>
                      <a:pt x="7" y="29"/>
                      <a:pt x="7" y="28"/>
                    </a:cubicBezTo>
                    <a:cubicBezTo>
                      <a:pt x="6" y="27"/>
                      <a:pt x="4" y="27"/>
                      <a:pt x="4" y="25"/>
                    </a:cubicBezTo>
                    <a:cubicBezTo>
                      <a:pt x="3" y="24"/>
                      <a:pt x="4" y="22"/>
                      <a:pt x="3" y="22"/>
                    </a:cubicBezTo>
                    <a:cubicBezTo>
                      <a:pt x="2" y="20"/>
                      <a:pt x="3" y="19"/>
                      <a:pt x="3" y="18"/>
                    </a:cubicBezTo>
                    <a:cubicBezTo>
                      <a:pt x="2" y="18"/>
                      <a:pt x="1" y="17"/>
                      <a:pt x="1" y="17"/>
                    </a:cubicBezTo>
                    <a:cubicBezTo>
                      <a:pt x="0" y="16"/>
                      <a:pt x="1" y="15"/>
                      <a:pt x="1" y="15"/>
                    </a:cubicBezTo>
                    <a:cubicBezTo>
                      <a:pt x="3" y="17"/>
                      <a:pt x="5" y="14"/>
                      <a:pt x="3" y="12"/>
                    </a:cubicBezTo>
                    <a:cubicBezTo>
                      <a:pt x="5" y="10"/>
                      <a:pt x="4" y="8"/>
                      <a:pt x="4" y="6"/>
                    </a:cubicBezTo>
                    <a:cubicBezTo>
                      <a:pt x="4" y="4"/>
                      <a:pt x="6" y="2"/>
                      <a:pt x="6" y="0"/>
                    </a:cubicBezTo>
                    <a:cubicBezTo>
                      <a:pt x="7" y="0"/>
                      <a:pt x="8" y="1"/>
                      <a:pt x="8" y="3"/>
                    </a:cubicBezTo>
                    <a:cubicBezTo>
                      <a:pt x="8" y="2"/>
                      <a:pt x="8" y="2"/>
                      <a:pt x="8" y="2"/>
                    </a:cubicBezTo>
                    <a:cubicBezTo>
                      <a:pt x="8" y="4"/>
                      <a:pt x="8" y="4"/>
                      <a:pt x="8" y="4"/>
                    </a:cubicBezTo>
                    <a:cubicBezTo>
                      <a:pt x="8" y="4"/>
                      <a:pt x="8" y="3"/>
                      <a:pt x="8" y="3"/>
                    </a:cubicBezTo>
                    <a:cubicBezTo>
                      <a:pt x="9" y="5"/>
                      <a:pt x="10" y="7"/>
                      <a:pt x="9" y="10"/>
                    </a:cubicBezTo>
                    <a:cubicBezTo>
                      <a:pt x="9" y="13"/>
                      <a:pt x="7" y="17"/>
                      <a:pt x="9" y="19"/>
                    </a:cubicBezTo>
                    <a:cubicBezTo>
                      <a:pt x="11" y="17"/>
                      <a:pt x="11" y="15"/>
                      <a:pt x="14" y="15"/>
                    </a:cubicBezTo>
                    <a:cubicBezTo>
                      <a:pt x="14" y="18"/>
                      <a:pt x="13" y="20"/>
                      <a:pt x="13" y="23"/>
                    </a:cubicBezTo>
                    <a:cubicBezTo>
                      <a:pt x="13" y="26"/>
                      <a:pt x="14" y="29"/>
                      <a:pt x="1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8" name="Freeform 384">
                <a:extLst>
                  <a:ext uri="{FF2B5EF4-FFF2-40B4-BE49-F238E27FC236}">
                    <a16:creationId xmlns:a16="http://schemas.microsoft.com/office/drawing/2014/main" id="{61E81DC5-BA6E-4749-B7B4-60A744EE9D37}"/>
                  </a:ext>
                </a:extLst>
              </p:cNvPr>
              <p:cNvSpPr>
                <a:spLocks/>
              </p:cNvSpPr>
              <p:nvPr/>
            </p:nvSpPr>
            <p:spPr bwMode="auto">
              <a:xfrm>
                <a:off x="6370638" y="5427663"/>
                <a:ext cx="14288" cy="25400"/>
              </a:xfrm>
              <a:custGeom>
                <a:avLst/>
                <a:gdLst>
                  <a:gd name="T0" fmla="*/ 3 w 4"/>
                  <a:gd name="T1" fmla="*/ 7 h 7"/>
                  <a:gd name="T2" fmla="*/ 0 w 4"/>
                  <a:gd name="T3" fmla="*/ 7 h 7"/>
                  <a:gd name="T4" fmla="*/ 0 w 4"/>
                  <a:gd name="T5" fmla="*/ 3 h 7"/>
                  <a:gd name="T6" fmla="*/ 3 w 4"/>
                  <a:gd name="T7" fmla="*/ 1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0" y="7"/>
                      <a:pt x="0" y="7"/>
                      <a:pt x="0" y="7"/>
                    </a:cubicBezTo>
                    <a:cubicBezTo>
                      <a:pt x="0" y="6"/>
                      <a:pt x="0" y="4"/>
                      <a:pt x="0" y="3"/>
                    </a:cubicBezTo>
                    <a:cubicBezTo>
                      <a:pt x="1" y="1"/>
                      <a:pt x="2" y="0"/>
                      <a:pt x="3" y="1"/>
                    </a:cubicBezTo>
                    <a:cubicBezTo>
                      <a:pt x="4" y="2"/>
                      <a:pt x="4" y="7"/>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9" name="Freeform 385">
                <a:extLst>
                  <a:ext uri="{FF2B5EF4-FFF2-40B4-BE49-F238E27FC236}">
                    <a16:creationId xmlns:a16="http://schemas.microsoft.com/office/drawing/2014/main" id="{D7BBABC8-4258-4925-873C-2D4A052BD3A5}"/>
                  </a:ext>
                </a:extLst>
              </p:cNvPr>
              <p:cNvSpPr>
                <a:spLocks/>
              </p:cNvSpPr>
              <p:nvPr/>
            </p:nvSpPr>
            <p:spPr bwMode="auto">
              <a:xfrm>
                <a:off x="6348413" y="5332413"/>
                <a:ext cx="46038" cy="88900"/>
              </a:xfrm>
              <a:custGeom>
                <a:avLst/>
                <a:gdLst>
                  <a:gd name="T0" fmla="*/ 12 w 13"/>
                  <a:gd name="T1" fmla="*/ 17 h 25"/>
                  <a:gd name="T2" fmla="*/ 9 w 13"/>
                  <a:gd name="T3" fmla="*/ 17 h 25"/>
                  <a:gd name="T4" fmla="*/ 10 w 13"/>
                  <a:gd name="T5" fmla="*/ 25 h 25"/>
                  <a:gd name="T6" fmla="*/ 2 w 13"/>
                  <a:gd name="T7" fmla="*/ 25 h 25"/>
                  <a:gd name="T8" fmla="*/ 1 w 13"/>
                  <a:gd name="T9" fmla="*/ 16 h 25"/>
                  <a:gd name="T10" fmla="*/ 3 w 13"/>
                  <a:gd name="T11" fmla="*/ 10 h 25"/>
                  <a:gd name="T12" fmla="*/ 3 w 13"/>
                  <a:gd name="T13" fmla="*/ 2 h 25"/>
                  <a:gd name="T14" fmla="*/ 11 w 13"/>
                  <a:gd name="T15" fmla="*/ 1 h 25"/>
                  <a:gd name="T16" fmla="*/ 12 w 13"/>
                  <a:gd name="T17" fmla="*/ 10 h 25"/>
                  <a:gd name="T18" fmla="*/ 13 w 13"/>
                  <a:gd name="T19" fmla="*/ 14 h 25"/>
                  <a:gd name="T20" fmla="*/ 12 w 13"/>
                  <a:gd name="T21"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5">
                    <a:moveTo>
                      <a:pt x="12" y="17"/>
                    </a:moveTo>
                    <a:cubicBezTo>
                      <a:pt x="11" y="17"/>
                      <a:pt x="10" y="17"/>
                      <a:pt x="9" y="17"/>
                    </a:cubicBezTo>
                    <a:cubicBezTo>
                      <a:pt x="9" y="20"/>
                      <a:pt x="10" y="22"/>
                      <a:pt x="10" y="25"/>
                    </a:cubicBezTo>
                    <a:cubicBezTo>
                      <a:pt x="7" y="25"/>
                      <a:pt x="4" y="25"/>
                      <a:pt x="2" y="25"/>
                    </a:cubicBezTo>
                    <a:cubicBezTo>
                      <a:pt x="2" y="22"/>
                      <a:pt x="0" y="19"/>
                      <a:pt x="1" y="16"/>
                    </a:cubicBezTo>
                    <a:cubicBezTo>
                      <a:pt x="1" y="14"/>
                      <a:pt x="3" y="12"/>
                      <a:pt x="3" y="10"/>
                    </a:cubicBezTo>
                    <a:cubicBezTo>
                      <a:pt x="4" y="8"/>
                      <a:pt x="2" y="3"/>
                      <a:pt x="3" y="2"/>
                    </a:cubicBezTo>
                    <a:cubicBezTo>
                      <a:pt x="4" y="1"/>
                      <a:pt x="10" y="0"/>
                      <a:pt x="11" y="1"/>
                    </a:cubicBezTo>
                    <a:cubicBezTo>
                      <a:pt x="13" y="3"/>
                      <a:pt x="11" y="8"/>
                      <a:pt x="12" y="10"/>
                    </a:cubicBezTo>
                    <a:cubicBezTo>
                      <a:pt x="12" y="12"/>
                      <a:pt x="13" y="12"/>
                      <a:pt x="13" y="14"/>
                    </a:cubicBezTo>
                    <a:cubicBezTo>
                      <a:pt x="13" y="15"/>
                      <a:pt x="12" y="16"/>
                      <a:pt x="1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0" name="Freeform 386">
                <a:extLst>
                  <a:ext uri="{FF2B5EF4-FFF2-40B4-BE49-F238E27FC236}">
                    <a16:creationId xmlns:a16="http://schemas.microsoft.com/office/drawing/2014/main" id="{843A5974-52B6-4219-B0B4-2DE97955D9B3}"/>
                  </a:ext>
                </a:extLst>
              </p:cNvPr>
              <p:cNvSpPr>
                <a:spLocks/>
              </p:cNvSpPr>
              <p:nvPr/>
            </p:nvSpPr>
            <p:spPr bwMode="auto">
              <a:xfrm>
                <a:off x="6359526" y="5191126"/>
                <a:ext cx="42863" cy="138113"/>
              </a:xfrm>
              <a:custGeom>
                <a:avLst/>
                <a:gdLst>
                  <a:gd name="T0" fmla="*/ 11 w 12"/>
                  <a:gd name="T1" fmla="*/ 19 h 39"/>
                  <a:gd name="T2" fmla="*/ 11 w 12"/>
                  <a:gd name="T3" fmla="*/ 23 h 39"/>
                  <a:gd name="T4" fmla="*/ 11 w 12"/>
                  <a:gd name="T5" fmla="*/ 31 h 39"/>
                  <a:gd name="T6" fmla="*/ 8 w 12"/>
                  <a:gd name="T7" fmla="*/ 31 h 39"/>
                  <a:gd name="T8" fmla="*/ 8 w 12"/>
                  <a:gd name="T9" fmla="*/ 28 h 39"/>
                  <a:gd name="T10" fmla="*/ 5 w 12"/>
                  <a:gd name="T11" fmla="*/ 28 h 39"/>
                  <a:gd name="T12" fmla="*/ 6 w 12"/>
                  <a:gd name="T13" fmla="*/ 37 h 39"/>
                  <a:gd name="T14" fmla="*/ 1 w 12"/>
                  <a:gd name="T15" fmla="*/ 37 h 39"/>
                  <a:gd name="T16" fmla="*/ 1 w 12"/>
                  <a:gd name="T17" fmla="*/ 33 h 39"/>
                  <a:gd name="T18" fmla="*/ 3 w 12"/>
                  <a:gd name="T19" fmla="*/ 23 h 39"/>
                  <a:gd name="T20" fmla="*/ 3 w 12"/>
                  <a:gd name="T21" fmla="*/ 13 h 39"/>
                  <a:gd name="T22" fmla="*/ 6 w 12"/>
                  <a:gd name="T23" fmla="*/ 7 h 39"/>
                  <a:gd name="T24" fmla="*/ 11 w 12"/>
                  <a:gd name="T25" fmla="*/ 12 h 39"/>
                  <a:gd name="T26" fmla="*/ 11 w 12"/>
                  <a:gd name="T27" fmla="*/ 14 h 39"/>
                  <a:gd name="T28" fmla="*/ 8 w 12"/>
                  <a:gd name="T29" fmla="*/ 16 h 39"/>
                  <a:gd name="T30" fmla="*/ 11 w 12"/>
                  <a:gd name="T31"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39">
                    <a:moveTo>
                      <a:pt x="11" y="19"/>
                    </a:moveTo>
                    <a:cubicBezTo>
                      <a:pt x="11" y="19"/>
                      <a:pt x="11" y="22"/>
                      <a:pt x="11" y="23"/>
                    </a:cubicBezTo>
                    <a:cubicBezTo>
                      <a:pt x="11" y="26"/>
                      <a:pt x="11" y="28"/>
                      <a:pt x="11" y="31"/>
                    </a:cubicBezTo>
                    <a:cubicBezTo>
                      <a:pt x="10" y="31"/>
                      <a:pt x="9" y="31"/>
                      <a:pt x="8" y="31"/>
                    </a:cubicBezTo>
                    <a:cubicBezTo>
                      <a:pt x="8" y="30"/>
                      <a:pt x="8" y="29"/>
                      <a:pt x="8" y="28"/>
                    </a:cubicBezTo>
                    <a:cubicBezTo>
                      <a:pt x="7" y="28"/>
                      <a:pt x="6" y="28"/>
                      <a:pt x="5" y="28"/>
                    </a:cubicBezTo>
                    <a:cubicBezTo>
                      <a:pt x="4" y="30"/>
                      <a:pt x="8" y="35"/>
                      <a:pt x="6" y="37"/>
                    </a:cubicBezTo>
                    <a:cubicBezTo>
                      <a:pt x="5" y="38"/>
                      <a:pt x="2" y="39"/>
                      <a:pt x="1" y="37"/>
                    </a:cubicBezTo>
                    <a:cubicBezTo>
                      <a:pt x="0" y="36"/>
                      <a:pt x="1" y="34"/>
                      <a:pt x="1" y="33"/>
                    </a:cubicBezTo>
                    <a:cubicBezTo>
                      <a:pt x="2" y="30"/>
                      <a:pt x="3" y="27"/>
                      <a:pt x="3" y="23"/>
                    </a:cubicBezTo>
                    <a:cubicBezTo>
                      <a:pt x="3" y="20"/>
                      <a:pt x="2" y="16"/>
                      <a:pt x="3" y="13"/>
                    </a:cubicBezTo>
                    <a:cubicBezTo>
                      <a:pt x="6" y="13"/>
                      <a:pt x="5" y="9"/>
                      <a:pt x="6" y="7"/>
                    </a:cubicBezTo>
                    <a:cubicBezTo>
                      <a:pt x="9" y="0"/>
                      <a:pt x="11" y="9"/>
                      <a:pt x="11" y="12"/>
                    </a:cubicBezTo>
                    <a:cubicBezTo>
                      <a:pt x="11" y="14"/>
                      <a:pt x="12" y="12"/>
                      <a:pt x="11" y="14"/>
                    </a:cubicBezTo>
                    <a:cubicBezTo>
                      <a:pt x="10" y="15"/>
                      <a:pt x="8" y="15"/>
                      <a:pt x="8" y="16"/>
                    </a:cubicBezTo>
                    <a:cubicBezTo>
                      <a:pt x="8" y="18"/>
                      <a:pt x="10" y="18"/>
                      <a:pt x="1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1" name="Freeform 387">
                <a:extLst>
                  <a:ext uri="{FF2B5EF4-FFF2-40B4-BE49-F238E27FC236}">
                    <a16:creationId xmlns:a16="http://schemas.microsoft.com/office/drawing/2014/main" id="{42DA2EE2-DF69-4BD2-88BF-BE38CB55872E}"/>
                  </a:ext>
                </a:extLst>
              </p:cNvPr>
              <p:cNvSpPr>
                <a:spLocks/>
              </p:cNvSpPr>
              <p:nvPr/>
            </p:nvSpPr>
            <p:spPr bwMode="auto">
              <a:xfrm>
                <a:off x="6419851" y="6118226"/>
                <a:ext cx="14288" cy="12700"/>
              </a:xfrm>
              <a:custGeom>
                <a:avLst/>
                <a:gdLst>
                  <a:gd name="T0" fmla="*/ 3 w 4"/>
                  <a:gd name="T1" fmla="*/ 4 h 4"/>
                  <a:gd name="T2" fmla="*/ 1 w 4"/>
                  <a:gd name="T3" fmla="*/ 2 h 4"/>
                  <a:gd name="T4" fmla="*/ 2 w 4"/>
                  <a:gd name="T5" fmla="*/ 2 h 4"/>
                  <a:gd name="T6" fmla="*/ 3 w 4"/>
                  <a:gd name="T7" fmla="*/ 4 h 4"/>
                </a:gdLst>
                <a:ahLst/>
                <a:cxnLst>
                  <a:cxn ang="0">
                    <a:pos x="T0" y="T1"/>
                  </a:cxn>
                  <a:cxn ang="0">
                    <a:pos x="T2" y="T3"/>
                  </a:cxn>
                  <a:cxn ang="0">
                    <a:pos x="T4" y="T5"/>
                  </a:cxn>
                  <a:cxn ang="0">
                    <a:pos x="T6" y="T7"/>
                  </a:cxn>
                </a:cxnLst>
                <a:rect l="0" t="0" r="r" b="b"/>
                <a:pathLst>
                  <a:path w="4" h="4">
                    <a:moveTo>
                      <a:pt x="3" y="4"/>
                    </a:moveTo>
                    <a:cubicBezTo>
                      <a:pt x="2" y="4"/>
                      <a:pt x="1" y="3"/>
                      <a:pt x="1" y="2"/>
                    </a:cubicBezTo>
                    <a:cubicBezTo>
                      <a:pt x="0" y="1"/>
                      <a:pt x="1" y="0"/>
                      <a:pt x="2" y="2"/>
                    </a:cubicBezTo>
                    <a:cubicBezTo>
                      <a:pt x="2" y="3"/>
                      <a:pt x="4" y="2"/>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2" name="Freeform 388">
                <a:extLst>
                  <a:ext uri="{FF2B5EF4-FFF2-40B4-BE49-F238E27FC236}">
                    <a16:creationId xmlns:a16="http://schemas.microsoft.com/office/drawing/2014/main" id="{754711ED-FE12-4979-B0C1-1EA9C9E0519C}"/>
                  </a:ext>
                </a:extLst>
              </p:cNvPr>
              <p:cNvSpPr>
                <a:spLocks/>
              </p:cNvSpPr>
              <p:nvPr/>
            </p:nvSpPr>
            <p:spPr bwMode="auto">
              <a:xfrm>
                <a:off x="6434138" y="6138863"/>
                <a:ext cx="20638" cy="31750"/>
              </a:xfrm>
              <a:custGeom>
                <a:avLst/>
                <a:gdLst>
                  <a:gd name="T0" fmla="*/ 5 w 6"/>
                  <a:gd name="T1" fmla="*/ 9 h 9"/>
                  <a:gd name="T2" fmla="*/ 2 w 6"/>
                  <a:gd name="T3" fmla="*/ 9 h 9"/>
                  <a:gd name="T4" fmla="*/ 0 w 6"/>
                  <a:gd name="T5" fmla="*/ 0 h 9"/>
                  <a:gd name="T6" fmla="*/ 3 w 6"/>
                  <a:gd name="T7" fmla="*/ 0 h 9"/>
                  <a:gd name="T8" fmla="*/ 3 w 6"/>
                  <a:gd name="T9" fmla="*/ 3 h 9"/>
                  <a:gd name="T10" fmla="*/ 4 w 6"/>
                  <a:gd name="T11" fmla="*/ 5 h 9"/>
                  <a:gd name="T12" fmla="*/ 5 w 6"/>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5" y="9"/>
                    </a:moveTo>
                    <a:cubicBezTo>
                      <a:pt x="4" y="9"/>
                      <a:pt x="3" y="9"/>
                      <a:pt x="2" y="9"/>
                    </a:cubicBezTo>
                    <a:cubicBezTo>
                      <a:pt x="2" y="6"/>
                      <a:pt x="0" y="4"/>
                      <a:pt x="0" y="0"/>
                    </a:cubicBezTo>
                    <a:cubicBezTo>
                      <a:pt x="1" y="0"/>
                      <a:pt x="2" y="0"/>
                      <a:pt x="3" y="0"/>
                    </a:cubicBezTo>
                    <a:cubicBezTo>
                      <a:pt x="3" y="3"/>
                      <a:pt x="3" y="3"/>
                      <a:pt x="3" y="3"/>
                    </a:cubicBezTo>
                    <a:cubicBezTo>
                      <a:pt x="3" y="4"/>
                      <a:pt x="3" y="4"/>
                      <a:pt x="4" y="5"/>
                    </a:cubicBezTo>
                    <a:cubicBezTo>
                      <a:pt x="5" y="6"/>
                      <a:pt x="6" y="7"/>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3" name="Freeform 389">
                <a:extLst>
                  <a:ext uri="{FF2B5EF4-FFF2-40B4-BE49-F238E27FC236}">
                    <a16:creationId xmlns:a16="http://schemas.microsoft.com/office/drawing/2014/main" id="{17963F5D-4D17-4E0E-8660-5831E65FD3FB}"/>
                  </a:ext>
                </a:extLst>
              </p:cNvPr>
              <p:cNvSpPr>
                <a:spLocks/>
              </p:cNvSpPr>
              <p:nvPr/>
            </p:nvSpPr>
            <p:spPr bwMode="auto">
              <a:xfrm>
                <a:off x="6457951" y="6153151"/>
                <a:ext cx="7938" cy="9525"/>
              </a:xfrm>
              <a:custGeom>
                <a:avLst/>
                <a:gdLst>
                  <a:gd name="T0" fmla="*/ 2 w 2"/>
                  <a:gd name="T1" fmla="*/ 3 h 3"/>
                  <a:gd name="T2" fmla="*/ 1 w 2"/>
                  <a:gd name="T3" fmla="*/ 0 h 3"/>
                  <a:gd name="T4" fmla="*/ 2 w 2"/>
                  <a:gd name="T5" fmla="*/ 1 h 3"/>
                  <a:gd name="T6" fmla="*/ 2 w 2"/>
                  <a:gd name="T7" fmla="*/ 3 h 3"/>
                </a:gdLst>
                <a:ahLst/>
                <a:cxnLst>
                  <a:cxn ang="0">
                    <a:pos x="T0" y="T1"/>
                  </a:cxn>
                  <a:cxn ang="0">
                    <a:pos x="T2" y="T3"/>
                  </a:cxn>
                  <a:cxn ang="0">
                    <a:pos x="T4" y="T5"/>
                  </a:cxn>
                  <a:cxn ang="0">
                    <a:pos x="T6" y="T7"/>
                  </a:cxn>
                </a:cxnLst>
                <a:rect l="0" t="0" r="r" b="b"/>
                <a:pathLst>
                  <a:path w="2" h="3">
                    <a:moveTo>
                      <a:pt x="2" y="3"/>
                    </a:moveTo>
                    <a:cubicBezTo>
                      <a:pt x="0" y="3"/>
                      <a:pt x="0" y="0"/>
                      <a:pt x="1" y="0"/>
                    </a:cubicBezTo>
                    <a:cubicBezTo>
                      <a:pt x="1" y="1"/>
                      <a:pt x="2" y="1"/>
                      <a:pt x="2" y="1"/>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4" name="Freeform 390">
                <a:extLst>
                  <a:ext uri="{FF2B5EF4-FFF2-40B4-BE49-F238E27FC236}">
                    <a16:creationId xmlns:a16="http://schemas.microsoft.com/office/drawing/2014/main" id="{A850DDB0-4249-4AF5-B902-450DD2469353}"/>
                  </a:ext>
                </a:extLst>
              </p:cNvPr>
              <p:cNvSpPr>
                <a:spLocks/>
              </p:cNvSpPr>
              <p:nvPr/>
            </p:nvSpPr>
            <p:spPr bwMode="auto">
              <a:xfrm>
                <a:off x="6483351" y="6205538"/>
                <a:ext cx="25400" cy="11113"/>
              </a:xfrm>
              <a:custGeom>
                <a:avLst/>
                <a:gdLst>
                  <a:gd name="T0" fmla="*/ 0 w 7"/>
                  <a:gd name="T1" fmla="*/ 2 h 3"/>
                  <a:gd name="T2" fmla="*/ 1 w 7"/>
                  <a:gd name="T3" fmla="*/ 0 h 3"/>
                  <a:gd name="T4" fmla="*/ 5 w 7"/>
                  <a:gd name="T5" fmla="*/ 2 h 3"/>
                  <a:gd name="T6" fmla="*/ 7 w 7"/>
                  <a:gd name="T7" fmla="*/ 3 h 3"/>
                  <a:gd name="T8" fmla="*/ 0 w 7"/>
                  <a:gd name="T9" fmla="*/ 2 h 3"/>
                </a:gdLst>
                <a:ahLst/>
                <a:cxnLst>
                  <a:cxn ang="0">
                    <a:pos x="T0" y="T1"/>
                  </a:cxn>
                  <a:cxn ang="0">
                    <a:pos x="T2" y="T3"/>
                  </a:cxn>
                  <a:cxn ang="0">
                    <a:pos x="T4" y="T5"/>
                  </a:cxn>
                  <a:cxn ang="0">
                    <a:pos x="T6" y="T7"/>
                  </a:cxn>
                  <a:cxn ang="0">
                    <a:pos x="T8" y="T9"/>
                  </a:cxn>
                </a:cxnLst>
                <a:rect l="0" t="0" r="r" b="b"/>
                <a:pathLst>
                  <a:path w="7" h="3">
                    <a:moveTo>
                      <a:pt x="0" y="2"/>
                    </a:moveTo>
                    <a:cubicBezTo>
                      <a:pt x="0" y="1"/>
                      <a:pt x="0" y="1"/>
                      <a:pt x="1" y="0"/>
                    </a:cubicBezTo>
                    <a:cubicBezTo>
                      <a:pt x="2" y="0"/>
                      <a:pt x="4" y="1"/>
                      <a:pt x="5" y="2"/>
                    </a:cubicBezTo>
                    <a:cubicBezTo>
                      <a:pt x="6" y="2"/>
                      <a:pt x="7" y="2"/>
                      <a:pt x="7" y="3"/>
                    </a:cubicBezTo>
                    <a:cubicBezTo>
                      <a:pt x="7" y="3"/>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5" name="Freeform 391">
                <a:extLst>
                  <a:ext uri="{FF2B5EF4-FFF2-40B4-BE49-F238E27FC236}">
                    <a16:creationId xmlns:a16="http://schemas.microsoft.com/office/drawing/2014/main" id="{3307718F-736D-45DD-B2B4-1867F59FCD90}"/>
                  </a:ext>
                </a:extLst>
              </p:cNvPr>
              <p:cNvSpPr>
                <a:spLocks/>
              </p:cNvSpPr>
              <p:nvPr/>
            </p:nvSpPr>
            <p:spPr bwMode="auto">
              <a:xfrm>
                <a:off x="6503988" y="6162676"/>
                <a:ext cx="22225" cy="46038"/>
              </a:xfrm>
              <a:custGeom>
                <a:avLst/>
                <a:gdLst>
                  <a:gd name="T0" fmla="*/ 5 w 6"/>
                  <a:gd name="T1" fmla="*/ 13 h 13"/>
                  <a:gd name="T2" fmla="*/ 3 w 6"/>
                  <a:gd name="T3" fmla="*/ 11 h 13"/>
                  <a:gd name="T4" fmla="*/ 3 w 6"/>
                  <a:gd name="T5" fmla="*/ 6 h 13"/>
                  <a:gd name="T6" fmla="*/ 3 w 6"/>
                  <a:gd name="T7" fmla="*/ 0 h 13"/>
                  <a:gd name="T8" fmla="*/ 4 w 6"/>
                  <a:gd name="T9" fmla="*/ 4 h 13"/>
                  <a:gd name="T10" fmla="*/ 5 w 6"/>
                  <a:gd name="T11" fmla="*/ 4 h 13"/>
                  <a:gd name="T12" fmla="*/ 6 w 6"/>
                  <a:gd name="T13" fmla="*/ 6 h 13"/>
                  <a:gd name="T14" fmla="*/ 5 w 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13"/>
                    </a:moveTo>
                    <a:cubicBezTo>
                      <a:pt x="5" y="12"/>
                      <a:pt x="4" y="11"/>
                      <a:pt x="3" y="11"/>
                    </a:cubicBezTo>
                    <a:cubicBezTo>
                      <a:pt x="3" y="9"/>
                      <a:pt x="3" y="8"/>
                      <a:pt x="3" y="6"/>
                    </a:cubicBezTo>
                    <a:cubicBezTo>
                      <a:pt x="0" y="5"/>
                      <a:pt x="1" y="1"/>
                      <a:pt x="3" y="0"/>
                    </a:cubicBezTo>
                    <a:cubicBezTo>
                      <a:pt x="4" y="1"/>
                      <a:pt x="4" y="2"/>
                      <a:pt x="4" y="4"/>
                    </a:cubicBezTo>
                    <a:cubicBezTo>
                      <a:pt x="5" y="4"/>
                      <a:pt x="5" y="4"/>
                      <a:pt x="5" y="4"/>
                    </a:cubicBezTo>
                    <a:cubicBezTo>
                      <a:pt x="5" y="5"/>
                      <a:pt x="6" y="5"/>
                      <a:pt x="6" y="6"/>
                    </a:cubicBezTo>
                    <a:cubicBezTo>
                      <a:pt x="6" y="9"/>
                      <a:pt x="5" y="11"/>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6" name="Freeform 392">
                <a:extLst>
                  <a:ext uri="{FF2B5EF4-FFF2-40B4-BE49-F238E27FC236}">
                    <a16:creationId xmlns:a16="http://schemas.microsoft.com/office/drawing/2014/main" id="{7C4D492B-2EB7-4BBA-80E8-C55B98648529}"/>
                  </a:ext>
                </a:extLst>
              </p:cNvPr>
              <p:cNvSpPr>
                <a:spLocks/>
              </p:cNvSpPr>
              <p:nvPr/>
            </p:nvSpPr>
            <p:spPr bwMode="auto">
              <a:xfrm>
                <a:off x="6529388" y="6103938"/>
                <a:ext cx="6350" cy="23813"/>
              </a:xfrm>
              <a:custGeom>
                <a:avLst/>
                <a:gdLst>
                  <a:gd name="T0" fmla="*/ 2 w 2"/>
                  <a:gd name="T1" fmla="*/ 6 h 7"/>
                  <a:gd name="T2" fmla="*/ 0 w 2"/>
                  <a:gd name="T3" fmla="*/ 5 h 7"/>
                  <a:gd name="T4" fmla="*/ 2 w 2"/>
                  <a:gd name="T5" fmla="*/ 2 h 7"/>
                  <a:gd name="T6" fmla="*/ 2 w 2"/>
                  <a:gd name="T7" fmla="*/ 4 h 7"/>
                  <a:gd name="T8" fmla="*/ 2 w 2"/>
                  <a:gd name="T9" fmla="*/ 6 h 7"/>
                </a:gdLst>
                <a:ahLst/>
                <a:cxnLst>
                  <a:cxn ang="0">
                    <a:pos x="T0" y="T1"/>
                  </a:cxn>
                  <a:cxn ang="0">
                    <a:pos x="T2" y="T3"/>
                  </a:cxn>
                  <a:cxn ang="0">
                    <a:pos x="T4" y="T5"/>
                  </a:cxn>
                  <a:cxn ang="0">
                    <a:pos x="T6" y="T7"/>
                  </a:cxn>
                  <a:cxn ang="0">
                    <a:pos x="T8" y="T9"/>
                  </a:cxn>
                </a:cxnLst>
                <a:rect l="0" t="0" r="r" b="b"/>
                <a:pathLst>
                  <a:path w="2" h="7">
                    <a:moveTo>
                      <a:pt x="2" y="6"/>
                    </a:moveTo>
                    <a:cubicBezTo>
                      <a:pt x="1" y="7"/>
                      <a:pt x="0" y="6"/>
                      <a:pt x="0" y="5"/>
                    </a:cubicBezTo>
                    <a:cubicBezTo>
                      <a:pt x="0" y="4"/>
                      <a:pt x="0" y="0"/>
                      <a:pt x="2" y="2"/>
                    </a:cubicBezTo>
                    <a:cubicBezTo>
                      <a:pt x="2" y="3"/>
                      <a:pt x="2" y="3"/>
                      <a:pt x="2" y="4"/>
                    </a:cubicBezTo>
                    <a:cubicBezTo>
                      <a:pt x="2" y="4"/>
                      <a:pt x="2" y="5"/>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7" name="Freeform 393">
                <a:extLst>
                  <a:ext uri="{FF2B5EF4-FFF2-40B4-BE49-F238E27FC236}">
                    <a16:creationId xmlns:a16="http://schemas.microsoft.com/office/drawing/2014/main" id="{0D450801-E704-42C6-BB73-E370B0C5A6CA}"/>
                  </a:ext>
                </a:extLst>
              </p:cNvPr>
              <p:cNvSpPr>
                <a:spLocks/>
              </p:cNvSpPr>
              <p:nvPr/>
            </p:nvSpPr>
            <p:spPr bwMode="auto">
              <a:xfrm>
                <a:off x="6540501" y="5448301"/>
                <a:ext cx="9525" cy="7938"/>
              </a:xfrm>
              <a:custGeom>
                <a:avLst/>
                <a:gdLst>
                  <a:gd name="T0" fmla="*/ 0 w 3"/>
                  <a:gd name="T1" fmla="*/ 2 h 2"/>
                  <a:gd name="T2" fmla="*/ 1 w 3"/>
                  <a:gd name="T3" fmla="*/ 0 h 2"/>
                  <a:gd name="T4" fmla="*/ 0 w 3"/>
                  <a:gd name="T5" fmla="*/ 1 h 2"/>
                  <a:gd name="T6" fmla="*/ 3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0" y="0"/>
                      <a:pt x="0" y="1"/>
                      <a:pt x="1" y="0"/>
                    </a:cubicBezTo>
                    <a:cubicBezTo>
                      <a:pt x="0" y="1"/>
                      <a:pt x="0" y="1"/>
                      <a:pt x="0" y="1"/>
                    </a:cubicBezTo>
                    <a:cubicBezTo>
                      <a:pt x="1" y="1"/>
                      <a:pt x="2" y="1"/>
                      <a:pt x="3" y="2"/>
                    </a:cubicBezTo>
                    <a:cubicBezTo>
                      <a:pt x="2"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8" name="Freeform 394">
                <a:extLst>
                  <a:ext uri="{FF2B5EF4-FFF2-40B4-BE49-F238E27FC236}">
                    <a16:creationId xmlns:a16="http://schemas.microsoft.com/office/drawing/2014/main" id="{AD18C29C-CBA6-41C7-97E0-163AAEF0DBAC}"/>
                  </a:ext>
                </a:extLst>
              </p:cNvPr>
              <p:cNvSpPr>
                <a:spLocks/>
              </p:cNvSpPr>
              <p:nvPr/>
            </p:nvSpPr>
            <p:spPr bwMode="auto">
              <a:xfrm>
                <a:off x="6572251" y="6276976"/>
                <a:ext cx="17463" cy="14288"/>
              </a:xfrm>
              <a:custGeom>
                <a:avLst/>
                <a:gdLst>
                  <a:gd name="T0" fmla="*/ 0 w 5"/>
                  <a:gd name="T1" fmla="*/ 3 h 4"/>
                  <a:gd name="T2" fmla="*/ 3 w 5"/>
                  <a:gd name="T3" fmla="*/ 0 h 4"/>
                  <a:gd name="T4" fmla="*/ 5 w 5"/>
                  <a:gd name="T5" fmla="*/ 0 h 4"/>
                  <a:gd name="T6" fmla="*/ 4 w 5"/>
                  <a:gd name="T7" fmla="*/ 2 h 4"/>
                  <a:gd name="T8" fmla="*/ 5 w 5"/>
                  <a:gd name="T9" fmla="*/ 4 h 4"/>
                  <a:gd name="T10" fmla="*/ 2 w 5"/>
                  <a:gd name="T11" fmla="*/ 4 h 4"/>
                  <a:gd name="T12" fmla="*/ 3 w 5"/>
                  <a:gd name="T13" fmla="*/ 4 h 4"/>
                  <a:gd name="T14" fmla="*/ 0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0" y="3"/>
                    </a:moveTo>
                    <a:cubicBezTo>
                      <a:pt x="0" y="1"/>
                      <a:pt x="2" y="1"/>
                      <a:pt x="3" y="0"/>
                    </a:cubicBezTo>
                    <a:cubicBezTo>
                      <a:pt x="4" y="0"/>
                      <a:pt x="4" y="0"/>
                      <a:pt x="5" y="0"/>
                    </a:cubicBezTo>
                    <a:cubicBezTo>
                      <a:pt x="4" y="1"/>
                      <a:pt x="5" y="1"/>
                      <a:pt x="4" y="2"/>
                    </a:cubicBezTo>
                    <a:cubicBezTo>
                      <a:pt x="4" y="2"/>
                      <a:pt x="4" y="3"/>
                      <a:pt x="5" y="4"/>
                    </a:cubicBezTo>
                    <a:cubicBezTo>
                      <a:pt x="4" y="4"/>
                      <a:pt x="3" y="4"/>
                      <a:pt x="2" y="4"/>
                    </a:cubicBezTo>
                    <a:cubicBezTo>
                      <a:pt x="3" y="4"/>
                      <a:pt x="3" y="4"/>
                      <a:pt x="3" y="4"/>
                    </a:cubicBezTo>
                    <a:cubicBezTo>
                      <a:pt x="2" y="4"/>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9" name="Freeform 395">
                <a:extLst>
                  <a:ext uri="{FF2B5EF4-FFF2-40B4-BE49-F238E27FC236}">
                    <a16:creationId xmlns:a16="http://schemas.microsoft.com/office/drawing/2014/main" id="{F37FC3B7-A850-4F2B-8567-974BECAE764D}"/>
                  </a:ext>
                </a:extLst>
              </p:cNvPr>
              <p:cNvSpPr>
                <a:spLocks/>
              </p:cNvSpPr>
              <p:nvPr/>
            </p:nvSpPr>
            <p:spPr bwMode="auto">
              <a:xfrm>
                <a:off x="6581776" y="6305551"/>
                <a:ext cx="50800" cy="84138"/>
              </a:xfrm>
              <a:custGeom>
                <a:avLst/>
                <a:gdLst>
                  <a:gd name="T0" fmla="*/ 12 w 14"/>
                  <a:gd name="T1" fmla="*/ 18 h 24"/>
                  <a:gd name="T2" fmla="*/ 12 w 14"/>
                  <a:gd name="T3" fmla="*/ 24 h 24"/>
                  <a:gd name="T4" fmla="*/ 6 w 14"/>
                  <a:gd name="T5" fmla="*/ 24 h 24"/>
                  <a:gd name="T6" fmla="*/ 3 w 14"/>
                  <a:gd name="T7" fmla="*/ 12 h 24"/>
                  <a:gd name="T8" fmla="*/ 0 w 14"/>
                  <a:gd name="T9" fmla="*/ 11 h 24"/>
                  <a:gd name="T10" fmla="*/ 0 w 14"/>
                  <a:gd name="T11" fmla="*/ 3 h 24"/>
                  <a:gd name="T12" fmla="*/ 4 w 14"/>
                  <a:gd name="T13" fmla="*/ 3 h 24"/>
                  <a:gd name="T14" fmla="*/ 10 w 14"/>
                  <a:gd name="T15" fmla="*/ 1 h 24"/>
                  <a:gd name="T16" fmla="*/ 10 w 14"/>
                  <a:gd name="T17" fmla="*/ 8 h 24"/>
                  <a:gd name="T18" fmla="*/ 13 w 14"/>
                  <a:gd name="T19" fmla="*/ 11 h 24"/>
                  <a:gd name="T20" fmla="*/ 12 w 14"/>
                  <a:gd name="T21" fmla="*/ 14 h 24"/>
                  <a:gd name="T22" fmla="*/ 12 w 14"/>
                  <a:gd name="T23"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2" y="18"/>
                    </a:moveTo>
                    <a:cubicBezTo>
                      <a:pt x="13" y="20"/>
                      <a:pt x="12" y="22"/>
                      <a:pt x="12" y="24"/>
                    </a:cubicBezTo>
                    <a:cubicBezTo>
                      <a:pt x="10" y="24"/>
                      <a:pt x="8" y="24"/>
                      <a:pt x="6" y="24"/>
                    </a:cubicBezTo>
                    <a:cubicBezTo>
                      <a:pt x="6" y="20"/>
                      <a:pt x="5" y="16"/>
                      <a:pt x="3" y="12"/>
                    </a:cubicBezTo>
                    <a:cubicBezTo>
                      <a:pt x="2" y="12"/>
                      <a:pt x="1" y="12"/>
                      <a:pt x="0" y="11"/>
                    </a:cubicBezTo>
                    <a:cubicBezTo>
                      <a:pt x="0" y="9"/>
                      <a:pt x="0" y="6"/>
                      <a:pt x="0" y="3"/>
                    </a:cubicBezTo>
                    <a:cubicBezTo>
                      <a:pt x="1" y="3"/>
                      <a:pt x="3" y="3"/>
                      <a:pt x="4" y="3"/>
                    </a:cubicBezTo>
                    <a:cubicBezTo>
                      <a:pt x="5" y="0"/>
                      <a:pt x="8" y="1"/>
                      <a:pt x="10" y="1"/>
                    </a:cubicBezTo>
                    <a:cubicBezTo>
                      <a:pt x="10" y="1"/>
                      <a:pt x="9" y="7"/>
                      <a:pt x="10" y="8"/>
                    </a:cubicBezTo>
                    <a:cubicBezTo>
                      <a:pt x="11" y="9"/>
                      <a:pt x="13" y="9"/>
                      <a:pt x="13" y="11"/>
                    </a:cubicBezTo>
                    <a:cubicBezTo>
                      <a:pt x="14" y="12"/>
                      <a:pt x="12" y="13"/>
                      <a:pt x="12" y="14"/>
                    </a:cubicBezTo>
                    <a:cubicBezTo>
                      <a:pt x="11" y="16"/>
                      <a:pt x="12" y="16"/>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0" name="Freeform 396">
                <a:extLst>
                  <a:ext uri="{FF2B5EF4-FFF2-40B4-BE49-F238E27FC236}">
                    <a16:creationId xmlns:a16="http://schemas.microsoft.com/office/drawing/2014/main" id="{6BDAE4A4-EB55-4849-9719-0B94ED42881D}"/>
                  </a:ext>
                </a:extLst>
              </p:cNvPr>
              <p:cNvSpPr>
                <a:spLocks/>
              </p:cNvSpPr>
              <p:nvPr/>
            </p:nvSpPr>
            <p:spPr bwMode="auto">
              <a:xfrm>
                <a:off x="6367463" y="5522913"/>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1" name="Freeform 397">
                <a:extLst>
                  <a:ext uri="{FF2B5EF4-FFF2-40B4-BE49-F238E27FC236}">
                    <a16:creationId xmlns:a16="http://schemas.microsoft.com/office/drawing/2014/main" id="{C0A691ED-6700-4534-8EDC-A750534B66D9}"/>
                  </a:ext>
                </a:extLst>
              </p:cNvPr>
              <p:cNvSpPr>
                <a:spLocks/>
              </p:cNvSpPr>
              <p:nvPr/>
            </p:nvSpPr>
            <p:spPr bwMode="auto">
              <a:xfrm>
                <a:off x="6367463" y="5522913"/>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2" name="Rectangle 211">
                <a:extLst>
                  <a:ext uri="{FF2B5EF4-FFF2-40B4-BE49-F238E27FC236}">
                    <a16:creationId xmlns:a16="http://schemas.microsoft.com/office/drawing/2014/main" id="{945DCB2A-AF10-4AF3-AE81-74A9158237B8}"/>
                  </a:ext>
                </a:extLst>
              </p:cNvPr>
              <p:cNvSpPr>
                <a:spLocks noChangeArrowheads="1"/>
              </p:cNvSpPr>
              <p:nvPr/>
            </p:nvSpPr>
            <p:spPr bwMode="auto">
              <a:xfrm>
                <a:off x="6367463" y="5522913"/>
                <a:ext cx="1588"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3" name="Rectangle 212">
                <a:extLst>
                  <a:ext uri="{FF2B5EF4-FFF2-40B4-BE49-F238E27FC236}">
                    <a16:creationId xmlns:a16="http://schemas.microsoft.com/office/drawing/2014/main" id="{EC7A19C0-F865-4F82-869E-36625294C749}"/>
                  </a:ext>
                </a:extLst>
              </p:cNvPr>
              <p:cNvSpPr>
                <a:spLocks noChangeArrowheads="1"/>
              </p:cNvSpPr>
              <p:nvPr/>
            </p:nvSpPr>
            <p:spPr bwMode="auto">
              <a:xfrm>
                <a:off x="6367463" y="5522913"/>
                <a:ext cx="1588"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pic>
            <p:nvPicPr>
              <p:cNvPr id="214" name="Picture 213">
                <a:extLst>
                  <a:ext uri="{FF2B5EF4-FFF2-40B4-BE49-F238E27FC236}">
                    <a16:creationId xmlns:a16="http://schemas.microsoft.com/office/drawing/2014/main" id="{52C8C41E-106D-4F0D-B65A-545693D36169}"/>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6354763" y="5505451"/>
                <a:ext cx="28575"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215" name="Freeform 401">
                <a:extLst>
                  <a:ext uri="{FF2B5EF4-FFF2-40B4-BE49-F238E27FC236}">
                    <a16:creationId xmlns:a16="http://schemas.microsoft.com/office/drawing/2014/main" id="{92647EF0-342E-46BD-B086-5165910F69A8}"/>
                  </a:ext>
                </a:extLst>
              </p:cNvPr>
              <p:cNvSpPr>
                <a:spLocks/>
              </p:cNvSpPr>
              <p:nvPr/>
            </p:nvSpPr>
            <p:spPr bwMode="auto">
              <a:xfrm>
                <a:off x="6362701" y="55832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6" name="Rectangle 215">
                <a:extLst>
                  <a:ext uri="{FF2B5EF4-FFF2-40B4-BE49-F238E27FC236}">
                    <a16:creationId xmlns:a16="http://schemas.microsoft.com/office/drawing/2014/main" id="{9544F058-E83C-47FA-B74A-EC29056F92D5}"/>
                  </a:ext>
                </a:extLst>
              </p:cNvPr>
              <p:cNvSpPr>
                <a:spLocks noChangeArrowheads="1"/>
              </p:cNvSpPr>
              <p:nvPr/>
            </p:nvSpPr>
            <p:spPr bwMode="auto">
              <a:xfrm>
                <a:off x="6362701" y="5583238"/>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110" name="Group 109">
              <a:extLst>
                <a:ext uri="{FF2B5EF4-FFF2-40B4-BE49-F238E27FC236}">
                  <a16:creationId xmlns:a16="http://schemas.microsoft.com/office/drawing/2014/main" id="{6E96F61B-963D-472D-8B90-35FEBF2905B3}"/>
                </a:ext>
              </a:extLst>
            </p:cNvPr>
            <p:cNvGrpSpPr/>
            <p:nvPr/>
          </p:nvGrpSpPr>
          <p:grpSpPr>
            <a:xfrm>
              <a:off x="2589213" y="5357813"/>
              <a:ext cx="347663" cy="731838"/>
              <a:chOff x="2589213" y="5357813"/>
              <a:chExt cx="347663" cy="731838"/>
            </a:xfrm>
            <a:grpFill/>
          </p:grpSpPr>
          <p:sp>
            <p:nvSpPr>
              <p:cNvPr id="131" name="Freeform 403">
                <a:extLst>
                  <a:ext uri="{FF2B5EF4-FFF2-40B4-BE49-F238E27FC236}">
                    <a16:creationId xmlns:a16="http://schemas.microsoft.com/office/drawing/2014/main" id="{DC84AE48-39C9-4F4F-8BDB-3B2983665025}"/>
                  </a:ext>
                </a:extLst>
              </p:cNvPr>
              <p:cNvSpPr>
                <a:spLocks/>
              </p:cNvSpPr>
              <p:nvPr/>
            </p:nvSpPr>
            <p:spPr bwMode="auto">
              <a:xfrm>
                <a:off x="2589213" y="5484813"/>
                <a:ext cx="7938" cy="9525"/>
              </a:xfrm>
              <a:custGeom>
                <a:avLst/>
                <a:gdLst>
                  <a:gd name="T0" fmla="*/ 0 w 2"/>
                  <a:gd name="T1" fmla="*/ 1 h 3"/>
                  <a:gd name="T2" fmla="*/ 1 w 2"/>
                  <a:gd name="T3" fmla="*/ 2 h 3"/>
                  <a:gd name="T4" fmla="*/ 1 w 2"/>
                  <a:gd name="T5" fmla="*/ 1 h 3"/>
                  <a:gd name="T6" fmla="*/ 2 w 2"/>
                  <a:gd name="T7" fmla="*/ 3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0"/>
                      <a:pt x="1" y="1"/>
                      <a:pt x="1" y="2"/>
                    </a:cubicBezTo>
                    <a:cubicBezTo>
                      <a:pt x="1" y="1"/>
                      <a:pt x="1" y="1"/>
                      <a:pt x="1" y="1"/>
                    </a:cubicBezTo>
                    <a:cubicBezTo>
                      <a:pt x="1" y="2"/>
                      <a:pt x="2" y="2"/>
                      <a:pt x="2" y="3"/>
                    </a:cubicBezTo>
                    <a:cubicBezTo>
                      <a:pt x="1" y="2"/>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2" name="Freeform 404">
                <a:extLst>
                  <a:ext uri="{FF2B5EF4-FFF2-40B4-BE49-F238E27FC236}">
                    <a16:creationId xmlns:a16="http://schemas.microsoft.com/office/drawing/2014/main" id="{19BE40CB-6A9E-4BB9-A654-1C401EA557FD}"/>
                  </a:ext>
                </a:extLst>
              </p:cNvPr>
              <p:cNvSpPr>
                <a:spLocks/>
              </p:cNvSpPr>
              <p:nvPr/>
            </p:nvSpPr>
            <p:spPr bwMode="auto">
              <a:xfrm>
                <a:off x="2620963" y="5441951"/>
                <a:ext cx="14288" cy="14288"/>
              </a:xfrm>
              <a:custGeom>
                <a:avLst/>
                <a:gdLst>
                  <a:gd name="T0" fmla="*/ 3 w 4"/>
                  <a:gd name="T1" fmla="*/ 4 h 4"/>
                  <a:gd name="T2" fmla="*/ 1 w 4"/>
                  <a:gd name="T3" fmla="*/ 1 h 4"/>
                  <a:gd name="T4" fmla="*/ 4 w 4"/>
                  <a:gd name="T5" fmla="*/ 2 h 4"/>
                  <a:gd name="T6" fmla="*/ 3 w 4"/>
                  <a:gd name="T7" fmla="*/ 4 h 4"/>
                </a:gdLst>
                <a:ahLst/>
                <a:cxnLst>
                  <a:cxn ang="0">
                    <a:pos x="T0" y="T1"/>
                  </a:cxn>
                  <a:cxn ang="0">
                    <a:pos x="T2" y="T3"/>
                  </a:cxn>
                  <a:cxn ang="0">
                    <a:pos x="T4" y="T5"/>
                  </a:cxn>
                  <a:cxn ang="0">
                    <a:pos x="T6" y="T7"/>
                  </a:cxn>
                </a:cxnLst>
                <a:rect l="0" t="0" r="r" b="b"/>
                <a:pathLst>
                  <a:path w="4" h="4">
                    <a:moveTo>
                      <a:pt x="3" y="4"/>
                    </a:moveTo>
                    <a:cubicBezTo>
                      <a:pt x="2" y="4"/>
                      <a:pt x="0" y="2"/>
                      <a:pt x="1" y="1"/>
                    </a:cubicBezTo>
                    <a:cubicBezTo>
                      <a:pt x="1" y="0"/>
                      <a:pt x="3" y="1"/>
                      <a:pt x="4" y="2"/>
                    </a:cubicBezTo>
                    <a:cubicBezTo>
                      <a:pt x="4" y="2"/>
                      <a:pt x="4" y="3"/>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3" name="Freeform 405">
                <a:extLst>
                  <a:ext uri="{FF2B5EF4-FFF2-40B4-BE49-F238E27FC236}">
                    <a16:creationId xmlns:a16="http://schemas.microsoft.com/office/drawing/2014/main" id="{314B91C8-3F08-4115-8237-9F57EEBB69ED}"/>
                  </a:ext>
                </a:extLst>
              </p:cNvPr>
              <p:cNvSpPr>
                <a:spLocks/>
              </p:cNvSpPr>
              <p:nvPr/>
            </p:nvSpPr>
            <p:spPr bwMode="auto">
              <a:xfrm>
                <a:off x="2643188" y="5357813"/>
                <a:ext cx="3175" cy="3175"/>
              </a:xfrm>
              <a:custGeom>
                <a:avLst/>
                <a:gdLst>
                  <a:gd name="T0" fmla="*/ 0 w 1"/>
                  <a:gd name="T1" fmla="*/ 1 h 1"/>
                  <a:gd name="T2" fmla="*/ 0 w 1"/>
                  <a:gd name="T3" fmla="*/ 0 h 1"/>
                  <a:gd name="T4" fmla="*/ 0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0"/>
                      <a:pt x="0" y="0"/>
                    </a:cubicBezTo>
                    <a:cubicBezTo>
                      <a:pt x="0" y="0"/>
                      <a:pt x="0" y="0"/>
                      <a:pt x="0" y="0"/>
                    </a:cubicBezTo>
                    <a:cubicBezTo>
                      <a:pt x="0" y="1"/>
                      <a:pt x="1" y="1"/>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4" name="Freeform 406">
                <a:extLst>
                  <a:ext uri="{FF2B5EF4-FFF2-40B4-BE49-F238E27FC236}">
                    <a16:creationId xmlns:a16="http://schemas.microsoft.com/office/drawing/2014/main" id="{B54B1848-5CE7-4B8B-BB40-B8B9ECF6649A}"/>
                  </a:ext>
                </a:extLst>
              </p:cNvPr>
              <p:cNvSpPr>
                <a:spLocks/>
              </p:cNvSpPr>
              <p:nvPr/>
            </p:nvSpPr>
            <p:spPr bwMode="auto">
              <a:xfrm>
                <a:off x="2649538" y="5367338"/>
                <a:ext cx="4763" cy="7938"/>
              </a:xfrm>
              <a:custGeom>
                <a:avLst/>
                <a:gdLst>
                  <a:gd name="T0" fmla="*/ 0 w 1"/>
                  <a:gd name="T1" fmla="*/ 2 h 2"/>
                  <a:gd name="T2" fmla="*/ 0 w 1"/>
                  <a:gd name="T3" fmla="*/ 0 h 2"/>
                  <a:gd name="T4" fmla="*/ 0 w 1"/>
                  <a:gd name="T5" fmla="*/ 0 h 2"/>
                  <a:gd name="T6" fmla="*/ 0 w 1"/>
                  <a:gd name="T7" fmla="*/ 0 h 2"/>
                  <a:gd name="T8" fmla="*/ 0 w 1"/>
                  <a:gd name="T9" fmla="*/ 0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1"/>
                      <a:pt x="0" y="1"/>
                      <a:pt x="0" y="0"/>
                    </a:cubicBezTo>
                    <a:cubicBezTo>
                      <a:pt x="0" y="0"/>
                      <a:pt x="0" y="0"/>
                      <a:pt x="0" y="0"/>
                    </a:cubicBezTo>
                    <a:cubicBezTo>
                      <a:pt x="0" y="0"/>
                      <a:pt x="0" y="0"/>
                      <a:pt x="0" y="0"/>
                    </a:cubicBezTo>
                    <a:cubicBezTo>
                      <a:pt x="0" y="0"/>
                      <a:pt x="0" y="0"/>
                      <a:pt x="0"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5" name="Freeform 407">
                <a:extLst>
                  <a:ext uri="{FF2B5EF4-FFF2-40B4-BE49-F238E27FC236}">
                    <a16:creationId xmlns:a16="http://schemas.microsoft.com/office/drawing/2014/main" id="{148CDAEC-76D7-4EA6-9CB5-602998B1B7E8}"/>
                  </a:ext>
                </a:extLst>
              </p:cNvPr>
              <p:cNvSpPr>
                <a:spLocks/>
              </p:cNvSpPr>
              <p:nvPr/>
            </p:nvSpPr>
            <p:spPr bwMode="auto">
              <a:xfrm>
                <a:off x="2660651" y="5554663"/>
                <a:ext cx="14288" cy="14288"/>
              </a:xfrm>
              <a:custGeom>
                <a:avLst/>
                <a:gdLst>
                  <a:gd name="T0" fmla="*/ 1 w 4"/>
                  <a:gd name="T1" fmla="*/ 1 h 4"/>
                  <a:gd name="T2" fmla="*/ 3 w 4"/>
                  <a:gd name="T3" fmla="*/ 3 h 4"/>
                  <a:gd name="T4" fmla="*/ 3 w 4"/>
                  <a:gd name="T5" fmla="*/ 3 h 4"/>
                  <a:gd name="T6" fmla="*/ 3 w 4"/>
                  <a:gd name="T7" fmla="*/ 4 h 4"/>
                  <a:gd name="T8" fmla="*/ 1 w 4"/>
                  <a:gd name="T9" fmla="*/ 1 h 4"/>
                </a:gdLst>
                <a:ahLst/>
                <a:cxnLst>
                  <a:cxn ang="0">
                    <a:pos x="T0" y="T1"/>
                  </a:cxn>
                  <a:cxn ang="0">
                    <a:pos x="T2" y="T3"/>
                  </a:cxn>
                  <a:cxn ang="0">
                    <a:pos x="T4" y="T5"/>
                  </a:cxn>
                  <a:cxn ang="0">
                    <a:pos x="T6" y="T7"/>
                  </a:cxn>
                  <a:cxn ang="0">
                    <a:pos x="T8" y="T9"/>
                  </a:cxn>
                </a:cxnLst>
                <a:rect l="0" t="0" r="r" b="b"/>
                <a:pathLst>
                  <a:path w="4" h="4">
                    <a:moveTo>
                      <a:pt x="1" y="1"/>
                    </a:moveTo>
                    <a:cubicBezTo>
                      <a:pt x="2" y="0"/>
                      <a:pt x="4" y="2"/>
                      <a:pt x="3" y="3"/>
                    </a:cubicBezTo>
                    <a:cubicBezTo>
                      <a:pt x="3" y="3"/>
                      <a:pt x="3" y="3"/>
                      <a:pt x="3" y="3"/>
                    </a:cubicBezTo>
                    <a:cubicBezTo>
                      <a:pt x="3" y="3"/>
                      <a:pt x="3" y="3"/>
                      <a:pt x="3" y="4"/>
                    </a:cubicBezTo>
                    <a:cubicBezTo>
                      <a:pt x="2" y="4"/>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6" name="Freeform 408">
                <a:extLst>
                  <a:ext uri="{FF2B5EF4-FFF2-40B4-BE49-F238E27FC236}">
                    <a16:creationId xmlns:a16="http://schemas.microsoft.com/office/drawing/2014/main" id="{21F60503-20C8-4948-9893-7E5CCEDC0058}"/>
                  </a:ext>
                </a:extLst>
              </p:cNvPr>
              <p:cNvSpPr>
                <a:spLocks/>
              </p:cNvSpPr>
              <p:nvPr/>
            </p:nvSpPr>
            <p:spPr bwMode="auto">
              <a:xfrm>
                <a:off x="2663826" y="5761038"/>
                <a:ext cx="7938" cy="3175"/>
              </a:xfrm>
              <a:custGeom>
                <a:avLst/>
                <a:gdLst>
                  <a:gd name="T0" fmla="*/ 2 w 2"/>
                  <a:gd name="T1" fmla="*/ 1 h 1"/>
                  <a:gd name="T2" fmla="*/ 1 w 2"/>
                  <a:gd name="T3" fmla="*/ 1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1" y="1"/>
                      <a:pt x="1" y="1"/>
                    </a:cubicBezTo>
                    <a:cubicBezTo>
                      <a:pt x="0" y="0"/>
                      <a:pt x="1" y="0"/>
                      <a:pt x="1"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7" name="Freeform 409">
                <a:extLst>
                  <a:ext uri="{FF2B5EF4-FFF2-40B4-BE49-F238E27FC236}">
                    <a16:creationId xmlns:a16="http://schemas.microsoft.com/office/drawing/2014/main" id="{CB193D3A-C65E-4869-A1AC-4FF8F84AE02B}"/>
                  </a:ext>
                </a:extLst>
              </p:cNvPr>
              <p:cNvSpPr>
                <a:spLocks/>
              </p:cNvSpPr>
              <p:nvPr/>
            </p:nvSpPr>
            <p:spPr bwMode="auto">
              <a:xfrm>
                <a:off x="2674938" y="5618163"/>
                <a:ext cx="11113" cy="14288"/>
              </a:xfrm>
              <a:custGeom>
                <a:avLst/>
                <a:gdLst>
                  <a:gd name="T0" fmla="*/ 0 w 3"/>
                  <a:gd name="T1" fmla="*/ 1 h 4"/>
                  <a:gd name="T2" fmla="*/ 2 w 3"/>
                  <a:gd name="T3" fmla="*/ 1 h 4"/>
                  <a:gd name="T4" fmla="*/ 2 w 3"/>
                  <a:gd name="T5" fmla="*/ 2 h 4"/>
                  <a:gd name="T6" fmla="*/ 2 w 3"/>
                  <a:gd name="T7" fmla="*/ 2 h 4"/>
                  <a:gd name="T8" fmla="*/ 2 w 3"/>
                  <a:gd name="T9" fmla="*/ 4 h 4"/>
                  <a:gd name="T10" fmla="*/ 1 w 3"/>
                  <a:gd name="T11" fmla="*/ 3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1" y="0"/>
                      <a:pt x="2" y="0"/>
                      <a:pt x="2" y="1"/>
                    </a:cubicBezTo>
                    <a:cubicBezTo>
                      <a:pt x="2" y="1"/>
                      <a:pt x="2" y="2"/>
                      <a:pt x="2" y="2"/>
                    </a:cubicBezTo>
                    <a:cubicBezTo>
                      <a:pt x="2" y="2"/>
                      <a:pt x="2" y="2"/>
                      <a:pt x="2" y="2"/>
                    </a:cubicBezTo>
                    <a:cubicBezTo>
                      <a:pt x="2" y="3"/>
                      <a:pt x="3" y="3"/>
                      <a:pt x="2" y="4"/>
                    </a:cubicBezTo>
                    <a:cubicBezTo>
                      <a:pt x="2" y="4"/>
                      <a:pt x="1" y="4"/>
                      <a:pt x="1" y="3"/>
                    </a:cubicBezTo>
                    <a:cubicBezTo>
                      <a:pt x="0" y="3"/>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8" name="Freeform 410">
                <a:extLst>
                  <a:ext uri="{FF2B5EF4-FFF2-40B4-BE49-F238E27FC236}">
                    <a16:creationId xmlns:a16="http://schemas.microsoft.com/office/drawing/2014/main" id="{03FF1563-828A-4568-90F1-3F01A0B575E2}"/>
                  </a:ext>
                </a:extLst>
              </p:cNvPr>
              <p:cNvSpPr>
                <a:spLocks/>
              </p:cNvSpPr>
              <p:nvPr/>
            </p:nvSpPr>
            <p:spPr bwMode="auto">
              <a:xfrm>
                <a:off x="2674938" y="5746751"/>
                <a:ext cx="6350" cy="3175"/>
              </a:xfrm>
              <a:custGeom>
                <a:avLst/>
                <a:gdLst>
                  <a:gd name="T0" fmla="*/ 0 w 2"/>
                  <a:gd name="T1" fmla="*/ 1 h 1"/>
                  <a:gd name="T2" fmla="*/ 1 w 2"/>
                  <a:gd name="T3" fmla="*/ 0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1" y="0"/>
                    </a:cubicBezTo>
                    <a:cubicBezTo>
                      <a:pt x="1" y="0"/>
                      <a:pt x="2" y="0"/>
                      <a:pt x="2" y="1"/>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9" name="Freeform 411">
                <a:extLst>
                  <a:ext uri="{FF2B5EF4-FFF2-40B4-BE49-F238E27FC236}">
                    <a16:creationId xmlns:a16="http://schemas.microsoft.com/office/drawing/2014/main" id="{A7D5D0D1-3027-430D-AAA1-E3379D22A1B6}"/>
                  </a:ext>
                </a:extLst>
              </p:cNvPr>
              <p:cNvSpPr>
                <a:spLocks/>
              </p:cNvSpPr>
              <p:nvPr/>
            </p:nvSpPr>
            <p:spPr bwMode="auto">
              <a:xfrm>
                <a:off x="2678113" y="5484813"/>
                <a:ext cx="14288" cy="17463"/>
              </a:xfrm>
              <a:custGeom>
                <a:avLst/>
                <a:gdLst>
                  <a:gd name="T0" fmla="*/ 3 w 4"/>
                  <a:gd name="T1" fmla="*/ 4 h 5"/>
                  <a:gd name="T2" fmla="*/ 3 w 4"/>
                  <a:gd name="T3" fmla="*/ 4 h 5"/>
                  <a:gd name="T4" fmla="*/ 3 w 4"/>
                  <a:gd name="T5" fmla="*/ 4 h 5"/>
                  <a:gd name="T6" fmla="*/ 2 w 4"/>
                  <a:gd name="T7" fmla="*/ 0 h 5"/>
                  <a:gd name="T8" fmla="*/ 3 w 4"/>
                  <a:gd name="T9" fmla="*/ 4 h 5"/>
                </a:gdLst>
                <a:ahLst/>
                <a:cxnLst>
                  <a:cxn ang="0">
                    <a:pos x="T0" y="T1"/>
                  </a:cxn>
                  <a:cxn ang="0">
                    <a:pos x="T2" y="T3"/>
                  </a:cxn>
                  <a:cxn ang="0">
                    <a:pos x="T4" y="T5"/>
                  </a:cxn>
                  <a:cxn ang="0">
                    <a:pos x="T6" y="T7"/>
                  </a:cxn>
                  <a:cxn ang="0">
                    <a:pos x="T8" y="T9"/>
                  </a:cxn>
                </a:cxnLst>
                <a:rect l="0" t="0" r="r" b="b"/>
                <a:pathLst>
                  <a:path w="4" h="5">
                    <a:moveTo>
                      <a:pt x="3" y="4"/>
                    </a:moveTo>
                    <a:cubicBezTo>
                      <a:pt x="3" y="4"/>
                      <a:pt x="3" y="4"/>
                      <a:pt x="3" y="4"/>
                    </a:cubicBezTo>
                    <a:cubicBezTo>
                      <a:pt x="3" y="4"/>
                      <a:pt x="3" y="4"/>
                      <a:pt x="3" y="4"/>
                    </a:cubicBezTo>
                    <a:cubicBezTo>
                      <a:pt x="0" y="5"/>
                      <a:pt x="2" y="1"/>
                      <a:pt x="2" y="0"/>
                    </a:cubicBezTo>
                    <a:cubicBezTo>
                      <a:pt x="3" y="1"/>
                      <a:pt x="4" y="3"/>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0" name="Freeform 412">
                <a:extLst>
                  <a:ext uri="{FF2B5EF4-FFF2-40B4-BE49-F238E27FC236}">
                    <a16:creationId xmlns:a16="http://schemas.microsoft.com/office/drawing/2014/main" id="{DD86EC45-5860-4539-9546-67D3F77D3AD6}"/>
                  </a:ext>
                </a:extLst>
              </p:cNvPr>
              <p:cNvSpPr>
                <a:spLocks/>
              </p:cNvSpPr>
              <p:nvPr/>
            </p:nvSpPr>
            <p:spPr bwMode="auto">
              <a:xfrm>
                <a:off x="2698751" y="5600701"/>
                <a:ext cx="11113" cy="7938"/>
              </a:xfrm>
              <a:custGeom>
                <a:avLst/>
                <a:gdLst>
                  <a:gd name="T0" fmla="*/ 2 w 3"/>
                  <a:gd name="T1" fmla="*/ 2 h 2"/>
                  <a:gd name="T2" fmla="*/ 1 w 3"/>
                  <a:gd name="T3" fmla="*/ 0 h 2"/>
                  <a:gd name="T4" fmla="*/ 2 w 3"/>
                  <a:gd name="T5" fmla="*/ 2 h 2"/>
                </a:gdLst>
                <a:ahLst/>
                <a:cxnLst>
                  <a:cxn ang="0">
                    <a:pos x="T0" y="T1"/>
                  </a:cxn>
                  <a:cxn ang="0">
                    <a:pos x="T2" y="T3"/>
                  </a:cxn>
                  <a:cxn ang="0">
                    <a:pos x="T4" y="T5"/>
                  </a:cxn>
                </a:cxnLst>
                <a:rect l="0" t="0" r="r" b="b"/>
                <a:pathLst>
                  <a:path w="3" h="2">
                    <a:moveTo>
                      <a:pt x="2" y="2"/>
                    </a:moveTo>
                    <a:cubicBezTo>
                      <a:pt x="1" y="2"/>
                      <a:pt x="0" y="1"/>
                      <a:pt x="1" y="0"/>
                    </a:cubicBezTo>
                    <a:cubicBezTo>
                      <a:pt x="2" y="0"/>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1" name="Freeform 413">
                <a:extLst>
                  <a:ext uri="{FF2B5EF4-FFF2-40B4-BE49-F238E27FC236}">
                    <a16:creationId xmlns:a16="http://schemas.microsoft.com/office/drawing/2014/main" id="{88D7A447-4385-4C14-93A2-882FF26081F2}"/>
                  </a:ext>
                </a:extLst>
              </p:cNvPr>
              <p:cNvSpPr>
                <a:spLocks/>
              </p:cNvSpPr>
              <p:nvPr/>
            </p:nvSpPr>
            <p:spPr bwMode="auto">
              <a:xfrm>
                <a:off x="2744788" y="5626101"/>
                <a:ext cx="7938"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0"/>
                      <a:pt x="2" y="2"/>
                      <a:pt x="2" y="2"/>
                    </a:cubicBezTo>
                    <a:cubicBezTo>
                      <a:pt x="0" y="2"/>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2" name="Freeform 414">
                <a:extLst>
                  <a:ext uri="{FF2B5EF4-FFF2-40B4-BE49-F238E27FC236}">
                    <a16:creationId xmlns:a16="http://schemas.microsoft.com/office/drawing/2014/main" id="{571A11A1-7811-4EAA-BD07-812C08849043}"/>
                  </a:ext>
                </a:extLst>
              </p:cNvPr>
              <p:cNvSpPr>
                <a:spLocks/>
              </p:cNvSpPr>
              <p:nvPr/>
            </p:nvSpPr>
            <p:spPr bwMode="auto">
              <a:xfrm>
                <a:off x="2744788" y="5686426"/>
                <a:ext cx="25400" cy="17463"/>
              </a:xfrm>
              <a:custGeom>
                <a:avLst/>
                <a:gdLst>
                  <a:gd name="T0" fmla="*/ 0 w 7"/>
                  <a:gd name="T1" fmla="*/ 4 h 5"/>
                  <a:gd name="T2" fmla="*/ 0 w 7"/>
                  <a:gd name="T3" fmla="*/ 0 h 5"/>
                  <a:gd name="T4" fmla="*/ 0 w 7"/>
                  <a:gd name="T5" fmla="*/ 4 h 5"/>
                </a:gdLst>
                <a:ahLst/>
                <a:cxnLst>
                  <a:cxn ang="0">
                    <a:pos x="T0" y="T1"/>
                  </a:cxn>
                  <a:cxn ang="0">
                    <a:pos x="T2" y="T3"/>
                  </a:cxn>
                  <a:cxn ang="0">
                    <a:pos x="T4" y="T5"/>
                  </a:cxn>
                </a:cxnLst>
                <a:rect l="0" t="0" r="r" b="b"/>
                <a:pathLst>
                  <a:path w="7" h="5">
                    <a:moveTo>
                      <a:pt x="0" y="4"/>
                    </a:moveTo>
                    <a:cubicBezTo>
                      <a:pt x="0" y="2"/>
                      <a:pt x="0" y="1"/>
                      <a:pt x="0" y="0"/>
                    </a:cubicBezTo>
                    <a:cubicBezTo>
                      <a:pt x="7" y="0"/>
                      <a:pt x="0"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3" name="Freeform 415">
                <a:extLst>
                  <a:ext uri="{FF2B5EF4-FFF2-40B4-BE49-F238E27FC236}">
                    <a16:creationId xmlns:a16="http://schemas.microsoft.com/office/drawing/2014/main" id="{DADD1E2C-E41A-49E8-ADEA-3E3C2162D13D}"/>
                  </a:ext>
                </a:extLst>
              </p:cNvPr>
              <p:cNvSpPr>
                <a:spLocks/>
              </p:cNvSpPr>
              <p:nvPr/>
            </p:nvSpPr>
            <p:spPr bwMode="auto">
              <a:xfrm>
                <a:off x="2790826" y="5476876"/>
                <a:ext cx="4763" cy="7938"/>
              </a:xfrm>
              <a:custGeom>
                <a:avLst/>
                <a:gdLst>
                  <a:gd name="T0" fmla="*/ 0 w 1"/>
                  <a:gd name="T1" fmla="*/ 0 h 2"/>
                  <a:gd name="T2" fmla="*/ 1 w 1"/>
                  <a:gd name="T3" fmla="*/ 0 h 2"/>
                  <a:gd name="T4" fmla="*/ 0 w 1"/>
                  <a:gd name="T5" fmla="*/ 0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1" y="0"/>
                      <a:pt x="1" y="0"/>
                    </a:cubicBezTo>
                    <a:cubicBezTo>
                      <a:pt x="0" y="0"/>
                      <a:pt x="0" y="0"/>
                      <a:pt x="0" y="0"/>
                    </a:cubicBezTo>
                    <a:cubicBezTo>
                      <a:pt x="1" y="1"/>
                      <a:pt x="1" y="1"/>
                      <a:pt x="1"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4" name="Freeform 416">
                <a:extLst>
                  <a:ext uri="{FF2B5EF4-FFF2-40B4-BE49-F238E27FC236}">
                    <a16:creationId xmlns:a16="http://schemas.microsoft.com/office/drawing/2014/main" id="{2FB0FDAB-C09D-4978-BC55-6249C6DC8D99}"/>
                  </a:ext>
                </a:extLst>
              </p:cNvPr>
              <p:cNvSpPr>
                <a:spLocks/>
              </p:cNvSpPr>
              <p:nvPr/>
            </p:nvSpPr>
            <p:spPr bwMode="auto">
              <a:xfrm>
                <a:off x="2784476" y="5554663"/>
                <a:ext cx="6350" cy="14288"/>
              </a:xfrm>
              <a:custGeom>
                <a:avLst/>
                <a:gdLst>
                  <a:gd name="T0" fmla="*/ 2 w 2"/>
                  <a:gd name="T1" fmla="*/ 3 h 4"/>
                  <a:gd name="T2" fmla="*/ 2 w 2"/>
                  <a:gd name="T3" fmla="*/ 2 h 4"/>
                  <a:gd name="T4" fmla="*/ 2 w 2"/>
                  <a:gd name="T5" fmla="*/ 2 h 4"/>
                  <a:gd name="T6" fmla="*/ 0 w 2"/>
                  <a:gd name="T7" fmla="*/ 4 h 4"/>
                  <a:gd name="T8" fmla="*/ 0 w 2"/>
                  <a:gd name="T9" fmla="*/ 0 h 4"/>
                  <a:gd name="T10" fmla="*/ 2 w 2"/>
                  <a:gd name="T11" fmla="*/ 2 h 4"/>
                  <a:gd name="T12" fmla="*/ 2 w 2"/>
                  <a:gd name="T13" fmla="*/ 2 h 4"/>
                  <a:gd name="T14" fmla="*/ 2 w 2"/>
                  <a:gd name="T15" fmla="*/ 2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2" y="2"/>
                      <a:pt x="2" y="2"/>
                      <a:pt x="2" y="2"/>
                    </a:cubicBezTo>
                    <a:cubicBezTo>
                      <a:pt x="2" y="2"/>
                      <a:pt x="2" y="2"/>
                      <a:pt x="2" y="2"/>
                    </a:cubicBezTo>
                    <a:cubicBezTo>
                      <a:pt x="2" y="3"/>
                      <a:pt x="2" y="4"/>
                      <a:pt x="0" y="4"/>
                    </a:cubicBezTo>
                    <a:cubicBezTo>
                      <a:pt x="0" y="3"/>
                      <a:pt x="0" y="2"/>
                      <a:pt x="0" y="0"/>
                    </a:cubicBezTo>
                    <a:cubicBezTo>
                      <a:pt x="1" y="0"/>
                      <a:pt x="2" y="1"/>
                      <a:pt x="2" y="2"/>
                    </a:cubicBezTo>
                    <a:cubicBezTo>
                      <a:pt x="2" y="2"/>
                      <a:pt x="2" y="2"/>
                      <a:pt x="2" y="2"/>
                    </a:cubicBezTo>
                    <a:cubicBezTo>
                      <a:pt x="2" y="2"/>
                      <a:pt x="2" y="2"/>
                      <a:pt x="2" y="2"/>
                    </a:cubicBezTo>
                    <a:cubicBezTo>
                      <a:pt x="2" y="2"/>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5" name="Freeform 417">
                <a:extLst>
                  <a:ext uri="{FF2B5EF4-FFF2-40B4-BE49-F238E27FC236}">
                    <a16:creationId xmlns:a16="http://schemas.microsoft.com/office/drawing/2014/main" id="{53055BC1-D4F4-4568-8F0D-F7BEFFDE0B0B}"/>
                  </a:ext>
                </a:extLst>
              </p:cNvPr>
              <p:cNvSpPr>
                <a:spLocks/>
              </p:cNvSpPr>
              <p:nvPr/>
            </p:nvSpPr>
            <p:spPr bwMode="auto">
              <a:xfrm>
                <a:off x="2790826" y="6067426"/>
                <a:ext cx="11113" cy="22225"/>
              </a:xfrm>
              <a:custGeom>
                <a:avLst/>
                <a:gdLst>
                  <a:gd name="T0" fmla="*/ 0 w 3"/>
                  <a:gd name="T1" fmla="*/ 6 h 6"/>
                  <a:gd name="T2" fmla="*/ 0 w 3"/>
                  <a:gd name="T3" fmla="*/ 6 h 6"/>
                  <a:gd name="T4" fmla="*/ 2 w 3"/>
                  <a:gd name="T5" fmla="*/ 1 h 6"/>
                  <a:gd name="T6" fmla="*/ 2 w 3"/>
                  <a:gd name="T7" fmla="*/ 3 h 6"/>
                  <a:gd name="T8" fmla="*/ 3 w 3"/>
                  <a:gd name="T9" fmla="*/ 3 h 6"/>
                  <a:gd name="T10" fmla="*/ 0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0" y="6"/>
                    </a:moveTo>
                    <a:cubicBezTo>
                      <a:pt x="0" y="6"/>
                      <a:pt x="0" y="6"/>
                      <a:pt x="0" y="6"/>
                    </a:cubicBezTo>
                    <a:cubicBezTo>
                      <a:pt x="1" y="6"/>
                      <a:pt x="0" y="0"/>
                      <a:pt x="2" y="1"/>
                    </a:cubicBezTo>
                    <a:cubicBezTo>
                      <a:pt x="2" y="2"/>
                      <a:pt x="2" y="2"/>
                      <a:pt x="2" y="3"/>
                    </a:cubicBezTo>
                    <a:cubicBezTo>
                      <a:pt x="3" y="3"/>
                      <a:pt x="3" y="3"/>
                      <a:pt x="3" y="3"/>
                    </a:cubicBezTo>
                    <a:cubicBezTo>
                      <a:pt x="3" y="5"/>
                      <a:pt x="2"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6" name="Freeform 418">
                <a:extLst>
                  <a:ext uri="{FF2B5EF4-FFF2-40B4-BE49-F238E27FC236}">
                    <a16:creationId xmlns:a16="http://schemas.microsoft.com/office/drawing/2014/main" id="{AEAED832-3991-4D14-8A66-BE3F363298C9}"/>
                  </a:ext>
                </a:extLst>
              </p:cNvPr>
              <p:cNvSpPr>
                <a:spLocks/>
              </p:cNvSpPr>
              <p:nvPr/>
            </p:nvSpPr>
            <p:spPr bwMode="auto">
              <a:xfrm>
                <a:off x="2841626" y="5519738"/>
                <a:ext cx="6350" cy="6350"/>
              </a:xfrm>
              <a:custGeom>
                <a:avLst/>
                <a:gdLst>
                  <a:gd name="T0" fmla="*/ 2 w 2"/>
                  <a:gd name="T1" fmla="*/ 1 h 2"/>
                  <a:gd name="T2" fmla="*/ 0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2" y="2"/>
                      <a:pt x="0" y="1"/>
                      <a:pt x="0" y="2"/>
                    </a:cubicBezTo>
                    <a:cubicBezTo>
                      <a:pt x="1" y="1"/>
                      <a:pt x="0" y="0"/>
                      <a:pt x="1" y="0"/>
                    </a:cubicBezTo>
                    <a:cubicBezTo>
                      <a:pt x="2" y="0"/>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7" name="Freeform 419">
                <a:extLst>
                  <a:ext uri="{FF2B5EF4-FFF2-40B4-BE49-F238E27FC236}">
                    <a16:creationId xmlns:a16="http://schemas.microsoft.com/office/drawing/2014/main" id="{F96FB402-01F2-429A-975A-649634F3E7D1}"/>
                  </a:ext>
                </a:extLst>
              </p:cNvPr>
              <p:cNvSpPr>
                <a:spLocks/>
              </p:cNvSpPr>
              <p:nvPr/>
            </p:nvSpPr>
            <p:spPr bwMode="auto">
              <a:xfrm>
                <a:off x="2928938" y="5764213"/>
                <a:ext cx="7938" cy="17463"/>
              </a:xfrm>
              <a:custGeom>
                <a:avLst/>
                <a:gdLst>
                  <a:gd name="T0" fmla="*/ 1 w 2"/>
                  <a:gd name="T1" fmla="*/ 5 h 5"/>
                  <a:gd name="T2" fmla="*/ 2 w 2"/>
                  <a:gd name="T3" fmla="*/ 0 h 5"/>
                  <a:gd name="T4" fmla="*/ 2 w 2"/>
                  <a:gd name="T5" fmla="*/ 3 h 5"/>
                  <a:gd name="T6" fmla="*/ 1 w 2"/>
                  <a:gd name="T7" fmla="*/ 5 h 5"/>
                </a:gdLst>
                <a:ahLst/>
                <a:cxnLst>
                  <a:cxn ang="0">
                    <a:pos x="T0" y="T1"/>
                  </a:cxn>
                  <a:cxn ang="0">
                    <a:pos x="T2" y="T3"/>
                  </a:cxn>
                  <a:cxn ang="0">
                    <a:pos x="T4" y="T5"/>
                  </a:cxn>
                  <a:cxn ang="0">
                    <a:pos x="T6" y="T7"/>
                  </a:cxn>
                </a:cxnLst>
                <a:rect l="0" t="0" r="r" b="b"/>
                <a:pathLst>
                  <a:path w="2" h="5">
                    <a:moveTo>
                      <a:pt x="1" y="5"/>
                    </a:moveTo>
                    <a:cubicBezTo>
                      <a:pt x="0" y="4"/>
                      <a:pt x="1" y="2"/>
                      <a:pt x="2" y="0"/>
                    </a:cubicBezTo>
                    <a:cubicBezTo>
                      <a:pt x="2" y="1"/>
                      <a:pt x="2" y="2"/>
                      <a:pt x="2" y="3"/>
                    </a:cubicBez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8" name="Freeform 420">
                <a:extLst>
                  <a:ext uri="{FF2B5EF4-FFF2-40B4-BE49-F238E27FC236}">
                    <a16:creationId xmlns:a16="http://schemas.microsoft.com/office/drawing/2014/main" id="{37925731-6D85-49B7-9F5A-2ED479CBF848}"/>
                  </a:ext>
                </a:extLst>
              </p:cNvPr>
              <p:cNvSpPr>
                <a:spLocks/>
              </p:cNvSpPr>
              <p:nvPr/>
            </p:nvSpPr>
            <p:spPr bwMode="auto">
              <a:xfrm>
                <a:off x="2749551" y="5657851"/>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9" name="Freeform 421">
                <a:extLst>
                  <a:ext uri="{FF2B5EF4-FFF2-40B4-BE49-F238E27FC236}">
                    <a16:creationId xmlns:a16="http://schemas.microsoft.com/office/drawing/2014/main" id="{74E55C15-E950-4504-89A6-32A21DCA2B90}"/>
                  </a:ext>
                </a:extLst>
              </p:cNvPr>
              <p:cNvSpPr>
                <a:spLocks/>
              </p:cNvSpPr>
              <p:nvPr/>
            </p:nvSpPr>
            <p:spPr bwMode="auto">
              <a:xfrm>
                <a:off x="2749551" y="5657851"/>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0" name="Rectangle 149">
                <a:extLst>
                  <a:ext uri="{FF2B5EF4-FFF2-40B4-BE49-F238E27FC236}">
                    <a16:creationId xmlns:a16="http://schemas.microsoft.com/office/drawing/2014/main" id="{A2C9E039-FB83-4872-90D9-36297A780052}"/>
                  </a:ext>
                </a:extLst>
              </p:cNvPr>
              <p:cNvSpPr>
                <a:spLocks noChangeArrowheads="1"/>
              </p:cNvSpPr>
              <p:nvPr/>
            </p:nvSpPr>
            <p:spPr bwMode="auto">
              <a:xfrm>
                <a:off x="2749551" y="5657851"/>
                <a:ext cx="1588"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1" name="Rectangle 150">
                <a:extLst>
                  <a:ext uri="{FF2B5EF4-FFF2-40B4-BE49-F238E27FC236}">
                    <a16:creationId xmlns:a16="http://schemas.microsoft.com/office/drawing/2014/main" id="{E8BCE17D-A071-4266-BAD6-61415FFA90CF}"/>
                  </a:ext>
                </a:extLst>
              </p:cNvPr>
              <p:cNvSpPr>
                <a:spLocks noChangeArrowheads="1"/>
              </p:cNvSpPr>
              <p:nvPr/>
            </p:nvSpPr>
            <p:spPr bwMode="auto">
              <a:xfrm>
                <a:off x="2749551" y="5657851"/>
                <a:ext cx="1588"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pic>
            <p:nvPicPr>
              <p:cNvPr id="152" name="Picture 151">
                <a:extLst>
                  <a:ext uri="{FF2B5EF4-FFF2-40B4-BE49-F238E27FC236}">
                    <a16:creationId xmlns:a16="http://schemas.microsoft.com/office/drawing/2014/main" id="{D9DDC4CB-917E-4067-881B-7786E47C94E2}"/>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2743201" y="5646738"/>
                <a:ext cx="28575"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3" name="Freeform 425">
                <a:extLst>
                  <a:ext uri="{FF2B5EF4-FFF2-40B4-BE49-F238E27FC236}">
                    <a16:creationId xmlns:a16="http://schemas.microsoft.com/office/drawing/2014/main" id="{24DFD2E8-FCCA-460E-BCA4-62B1A7C58AC2}"/>
                  </a:ext>
                </a:extLst>
              </p:cNvPr>
              <p:cNvSpPr>
                <a:spLocks/>
              </p:cNvSpPr>
              <p:nvPr/>
            </p:nvSpPr>
            <p:spPr bwMode="auto">
              <a:xfrm>
                <a:off x="2744788" y="571817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4" name="Rectangle 153">
                <a:extLst>
                  <a:ext uri="{FF2B5EF4-FFF2-40B4-BE49-F238E27FC236}">
                    <a16:creationId xmlns:a16="http://schemas.microsoft.com/office/drawing/2014/main" id="{73483900-7C21-4660-80E6-478C15A6D8CD}"/>
                  </a:ext>
                </a:extLst>
              </p:cNvPr>
              <p:cNvSpPr>
                <a:spLocks noChangeArrowheads="1"/>
              </p:cNvSpPr>
              <p:nvPr/>
            </p:nvSpPr>
            <p:spPr bwMode="auto">
              <a:xfrm>
                <a:off x="2744788" y="5718176"/>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111" name="Freeform 427">
              <a:extLst>
                <a:ext uri="{FF2B5EF4-FFF2-40B4-BE49-F238E27FC236}">
                  <a16:creationId xmlns:a16="http://schemas.microsoft.com/office/drawing/2014/main" id="{14ECD5BA-898E-4EE7-B9F4-AAFD6697354F}"/>
                </a:ext>
              </a:extLst>
            </p:cNvPr>
            <p:cNvSpPr>
              <a:spLocks/>
            </p:cNvSpPr>
            <p:nvPr/>
          </p:nvSpPr>
          <p:spPr bwMode="auto">
            <a:xfrm>
              <a:off x="3536951" y="2422526"/>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2" name="Freeform 428">
              <a:extLst>
                <a:ext uri="{FF2B5EF4-FFF2-40B4-BE49-F238E27FC236}">
                  <a16:creationId xmlns:a16="http://schemas.microsoft.com/office/drawing/2014/main" id="{93D0A485-06A4-47A3-989E-DCC2CA2BD0A3}"/>
                </a:ext>
              </a:extLst>
            </p:cNvPr>
            <p:cNvSpPr>
              <a:spLocks/>
            </p:cNvSpPr>
            <p:nvPr/>
          </p:nvSpPr>
          <p:spPr bwMode="auto">
            <a:xfrm>
              <a:off x="3530601" y="2425701"/>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3" name="Freeform 429">
              <a:extLst>
                <a:ext uri="{FF2B5EF4-FFF2-40B4-BE49-F238E27FC236}">
                  <a16:creationId xmlns:a16="http://schemas.microsoft.com/office/drawing/2014/main" id="{FE3488A0-B887-4043-9A37-62E40D242328}"/>
                </a:ext>
              </a:extLst>
            </p:cNvPr>
            <p:cNvSpPr>
              <a:spLocks/>
            </p:cNvSpPr>
            <p:nvPr/>
          </p:nvSpPr>
          <p:spPr bwMode="auto">
            <a:xfrm>
              <a:off x="3530601" y="2422526"/>
              <a:ext cx="3175" cy="317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4" name="Freeform 430">
              <a:extLst>
                <a:ext uri="{FF2B5EF4-FFF2-40B4-BE49-F238E27FC236}">
                  <a16:creationId xmlns:a16="http://schemas.microsoft.com/office/drawing/2014/main" id="{19897B81-FAD6-4E52-B35C-7F648015D50F}"/>
                </a:ext>
              </a:extLst>
            </p:cNvPr>
            <p:cNvSpPr>
              <a:spLocks/>
            </p:cNvSpPr>
            <p:nvPr/>
          </p:nvSpPr>
          <p:spPr bwMode="auto">
            <a:xfrm>
              <a:off x="3286126" y="22733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5" name="Freeform 431">
              <a:extLst>
                <a:ext uri="{FF2B5EF4-FFF2-40B4-BE49-F238E27FC236}">
                  <a16:creationId xmlns:a16="http://schemas.microsoft.com/office/drawing/2014/main" id="{389F7DED-7564-4A81-A53C-E13AE5A9EDBE}"/>
                </a:ext>
              </a:extLst>
            </p:cNvPr>
            <p:cNvSpPr>
              <a:spLocks/>
            </p:cNvSpPr>
            <p:nvPr/>
          </p:nvSpPr>
          <p:spPr bwMode="auto">
            <a:xfrm>
              <a:off x="2493963" y="2347913"/>
              <a:ext cx="1411288" cy="1216025"/>
            </a:xfrm>
            <a:custGeom>
              <a:avLst/>
              <a:gdLst>
                <a:gd name="T0" fmla="*/ 392 w 399"/>
                <a:gd name="T1" fmla="*/ 167 h 344"/>
                <a:gd name="T2" fmla="*/ 375 w 399"/>
                <a:gd name="T3" fmla="*/ 167 h 344"/>
                <a:gd name="T4" fmla="*/ 366 w 399"/>
                <a:gd name="T5" fmla="*/ 166 h 344"/>
                <a:gd name="T6" fmla="*/ 372 w 399"/>
                <a:gd name="T7" fmla="*/ 156 h 344"/>
                <a:gd name="T8" fmla="*/ 369 w 399"/>
                <a:gd name="T9" fmla="*/ 146 h 344"/>
                <a:gd name="T10" fmla="*/ 357 w 399"/>
                <a:gd name="T11" fmla="*/ 124 h 344"/>
                <a:gd name="T12" fmla="*/ 341 w 399"/>
                <a:gd name="T13" fmla="*/ 122 h 344"/>
                <a:gd name="T14" fmla="*/ 336 w 399"/>
                <a:gd name="T15" fmla="*/ 109 h 344"/>
                <a:gd name="T16" fmla="*/ 316 w 399"/>
                <a:gd name="T17" fmla="*/ 107 h 344"/>
                <a:gd name="T18" fmla="*/ 309 w 399"/>
                <a:gd name="T19" fmla="*/ 121 h 344"/>
                <a:gd name="T20" fmla="*/ 295 w 399"/>
                <a:gd name="T21" fmla="*/ 94 h 344"/>
                <a:gd name="T22" fmla="*/ 281 w 399"/>
                <a:gd name="T23" fmla="*/ 61 h 344"/>
                <a:gd name="T24" fmla="*/ 274 w 399"/>
                <a:gd name="T25" fmla="*/ 48 h 344"/>
                <a:gd name="T26" fmla="*/ 250 w 399"/>
                <a:gd name="T27" fmla="*/ 44 h 344"/>
                <a:gd name="T28" fmla="*/ 242 w 399"/>
                <a:gd name="T29" fmla="*/ 38 h 344"/>
                <a:gd name="T30" fmla="*/ 242 w 399"/>
                <a:gd name="T31" fmla="*/ 18 h 344"/>
                <a:gd name="T32" fmla="*/ 237 w 399"/>
                <a:gd name="T33" fmla="*/ 10 h 344"/>
                <a:gd name="T34" fmla="*/ 213 w 399"/>
                <a:gd name="T35" fmla="*/ 0 h 344"/>
                <a:gd name="T36" fmla="*/ 190 w 399"/>
                <a:gd name="T37" fmla="*/ 8 h 344"/>
                <a:gd name="T38" fmla="*/ 166 w 399"/>
                <a:gd name="T39" fmla="*/ 52 h 344"/>
                <a:gd name="T40" fmla="*/ 132 w 399"/>
                <a:gd name="T41" fmla="*/ 80 h 344"/>
                <a:gd name="T42" fmla="*/ 94 w 399"/>
                <a:gd name="T43" fmla="*/ 101 h 344"/>
                <a:gd name="T44" fmla="*/ 58 w 399"/>
                <a:gd name="T45" fmla="*/ 92 h 344"/>
                <a:gd name="T46" fmla="*/ 22 w 399"/>
                <a:gd name="T47" fmla="*/ 116 h 344"/>
                <a:gd name="T48" fmla="*/ 12 w 399"/>
                <a:gd name="T49" fmla="*/ 152 h 344"/>
                <a:gd name="T50" fmla="*/ 29 w 399"/>
                <a:gd name="T51" fmla="*/ 158 h 344"/>
                <a:gd name="T52" fmla="*/ 25 w 399"/>
                <a:gd name="T53" fmla="*/ 187 h 344"/>
                <a:gd name="T54" fmla="*/ 35 w 399"/>
                <a:gd name="T55" fmla="*/ 200 h 344"/>
                <a:gd name="T56" fmla="*/ 55 w 399"/>
                <a:gd name="T57" fmla="*/ 226 h 344"/>
                <a:gd name="T58" fmla="*/ 78 w 399"/>
                <a:gd name="T59" fmla="*/ 252 h 344"/>
                <a:gd name="T60" fmla="*/ 92 w 399"/>
                <a:gd name="T61" fmla="*/ 255 h 344"/>
                <a:gd name="T62" fmla="*/ 109 w 399"/>
                <a:gd name="T63" fmla="*/ 258 h 344"/>
                <a:gd name="T64" fmla="*/ 127 w 399"/>
                <a:gd name="T65" fmla="*/ 262 h 344"/>
                <a:gd name="T66" fmla="*/ 143 w 399"/>
                <a:gd name="T67" fmla="*/ 272 h 344"/>
                <a:gd name="T68" fmla="*/ 163 w 399"/>
                <a:gd name="T69" fmla="*/ 273 h 344"/>
                <a:gd name="T70" fmla="*/ 165 w 399"/>
                <a:gd name="T71" fmla="*/ 291 h 344"/>
                <a:gd name="T72" fmla="*/ 173 w 399"/>
                <a:gd name="T73" fmla="*/ 310 h 344"/>
                <a:gd name="T74" fmla="*/ 193 w 399"/>
                <a:gd name="T75" fmla="*/ 330 h 344"/>
                <a:gd name="T76" fmla="*/ 206 w 399"/>
                <a:gd name="T77" fmla="*/ 339 h 344"/>
                <a:gd name="T78" fmla="*/ 215 w 399"/>
                <a:gd name="T79" fmla="*/ 344 h 344"/>
                <a:gd name="T80" fmla="*/ 235 w 399"/>
                <a:gd name="T81" fmla="*/ 322 h 344"/>
                <a:gd name="T82" fmla="*/ 241 w 399"/>
                <a:gd name="T83" fmla="*/ 296 h 344"/>
                <a:gd name="T84" fmla="*/ 237 w 399"/>
                <a:gd name="T85" fmla="*/ 279 h 344"/>
                <a:gd name="T86" fmla="*/ 238 w 399"/>
                <a:gd name="T87" fmla="*/ 263 h 344"/>
                <a:gd name="T88" fmla="*/ 242 w 399"/>
                <a:gd name="T89" fmla="*/ 257 h 344"/>
                <a:gd name="T90" fmla="*/ 260 w 399"/>
                <a:gd name="T91" fmla="*/ 257 h 344"/>
                <a:gd name="T92" fmla="*/ 275 w 399"/>
                <a:gd name="T93" fmla="*/ 268 h 344"/>
                <a:gd name="T94" fmla="*/ 282 w 399"/>
                <a:gd name="T95" fmla="*/ 281 h 344"/>
                <a:gd name="T96" fmla="*/ 284 w 399"/>
                <a:gd name="T97" fmla="*/ 299 h 344"/>
                <a:gd name="T98" fmla="*/ 275 w 399"/>
                <a:gd name="T99" fmla="*/ 314 h 344"/>
                <a:gd name="T100" fmla="*/ 287 w 399"/>
                <a:gd name="T101" fmla="*/ 302 h 344"/>
                <a:gd name="T102" fmla="*/ 315 w 399"/>
                <a:gd name="T103" fmla="*/ 296 h 344"/>
                <a:gd name="T104" fmla="*/ 320 w 399"/>
                <a:gd name="T105" fmla="*/ 296 h 344"/>
                <a:gd name="T106" fmla="*/ 330 w 399"/>
                <a:gd name="T107" fmla="*/ 280 h 344"/>
                <a:gd name="T108" fmla="*/ 330 w 399"/>
                <a:gd name="T109" fmla="*/ 266 h 344"/>
                <a:gd name="T110" fmla="*/ 344 w 399"/>
                <a:gd name="T111" fmla="*/ 255 h 344"/>
                <a:gd name="T112" fmla="*/ 357 w 399"/>
                <a:gd name="T113" fmla="*/ 243 h 344"/>
                <a:gd name="T114" fmla="*/ 341 w 399"/>
                <a:gd name="T115" fmla="*/ 242 h 344"/>
                <a:gd name="T116" fmla="*/ 320 w 399"/>
                <a:gd name="T117" fmla="*/ 216 h 344"/>
                <a:gd name="T118" fmla="*/ 351 w 399"/>
                <a:gd name="T119" fmla="*/ 196 h 344"/>
                <a:gd name="T120" fmla="*/ 378 w 399"/>
                <a:gd name="T121" fmla="*/ 185 h 344"/>
                <a:gd name="T122" fmla="*/ 399 w 399"/>
                <a:gd name="T123" fmla="*/ 169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9" h="344">
                  <a:moveTo>
                    <a:pt x="399" y="169"/>
                  </a:moveTo>
                  <a:cubicBezTo>
                    <a:pt x="398" y="169"/>
                    <a:pt x="396" y="167"/>
                    <a:pt x="396" y="165"/>
                  </a:cubicBezTo>
                  <a:cubicBezTo>
                    <a:pt x="395" y="165"/>
                    <a:pt x="394" y="166"/>
                    <a:pt x="394" y="167"/>
                  </a:cubicBezTo>
                  <a:cubicBezTo>
                    <a:pt x="393" y="167"/>
                    <a:pt x="393" y="167"/>
                    <a:pt x="392" y="167"/>
                  </a:cubicBezTo>
                  <a:cubicBezTo>
                    <a:pt x="392" y="168"/>
                    <a:pt x="391" y="170"/>
                    <a:pt x="391" y="171"/>
                  </a:cubicBezTo>
                  <a:cubicBezTo>
                    <a:pt x="389" y="171"/>
                    <a:pt x="389" y="169"/>
                    <a:pt x="388" y="167"/>
                  </a:cubicBezTo>
                  <a:cubicBezTo>
                    <a:pt x="386" y="167"/>
                    <a:pt x="383" y="171"/>
                    <a:pt x="382" y="169"/>
                  </a:cubicBezTo>
                  <a:cubicBezTo>
                    <a:pt x="380" y="167"/>
                    <a:pt x="378" y="167"/>
                    <a:pt x="375" y="167"/>
                  </a:cubicBezTo>
                  <a:cubicBezTo>
                    <a:pt x="375" y="168"/>
                    <a:pt x="375" y="169"/>
                    <a:pt x="375" y="171"/>
                  </a:cubicBezTo>
                  <a:cubicBezTo>
                    <a:pt x="370" y="171"/>
                    <a:pt x="363" y="168"/>
                    <a:pt x="364" y="175"/>
                  </a:cubicBezTo>
                  <a:cubicBezTo>
                    <a:pt x="360" y="175"/>
                    <a:pt x="362" y="167"/>
                    <a:pt x="366" y="167"/>
                  </a:cubicBezTo>
                  <a:cubicBezTo>
                    <a:pt x="366" y="166"/>
                    <a:pt x="366" y="166"/>
                    <a:pt x="366" y="166"/>
                  </a:cubicBezTo>
                  <a:cubicBezTo>
                    <a:pt x="368" y="166"/>
                    <a:pt x="370" y="166"/>
                    <a:pt x="372" y="166"/>
                  </a:cubicBezTo>
                  <a:cubicBezTo>
                    <a:pt x="372" y="164"/>
                    <a:pt x="376" y="164"/>
                    <a:pt x="378" y="164"/>
                  </a:cubicBezTo>
                  <a:cubicBezTo>
                    <a:pt x="377" y="160"/>
                    <a:pt x="372" y="161"/>
                    <a:pt x="369" y="161"/>
                  </a:cubicBezTo>
                  <a:cubicBezTo>
                    <a:pt x="369" y="158"/>
                    <a:pt x="369" y="156"/>
                    <a:pt x="372" y="156"/>
                  </a:cubicBezTo>
                  <a:cubicBezTo>
                    <a:pt x="372" y="155"/>
                    <a:pt x="372" y="154"/>
                    <a:pt x="374" y="154"/>
                  </a:cubicBezTo>
                  <a:cubicBezTo>
                    <a:pt x="375" y="149"/>
                    <a:pt x="370" y="152"/>
                    <a:pt x="370" y="149"/>
                  </a:cubicBezTo>
                  <a:cubicBezTo>
                    <a:pt x="370" y="149"/>
                    <a:pt x="374" y="149"/>
                    <a:pt x="372" y="147"/>
                  </a:cubicBezTo>
                  <a:cubicBezTo>
                    <a:pt x="371" y="146"/>
                    <a:pt x="370" y="146"/>
                    <a:pt x="369" y="146"/>
                  </a:cubicBezTo>
                  <a:cubicBezTo>
                    <a:pt x="367" y="145"/>
                    <a:pt x="363" y="145"/>
                    <a:pt x="363" y="142"/>
                  </a:cubicBezTo>
                  <a:cubicBezTo>
                    <a:pt x="363" y="137"/>
                    <a:pt x="356" y="129"/>
                    <a:pt x="361" y="124"/>
                  </a:cubicBezTo>
                  <a:cubicBezTo>
                    <a:pt x="363" y="122"/>
                    <a:pt x="364" y="122"/>
                    <a:pt x="362" y="120"/>
                  </a:cubicBezTo>
                  <a:cubicBezTo>
                    <a:pt x="360" y="121"/>
                    <a:pt x="359" y="123"/>
                    <a:pt x="357" y="124"/>
                  </a:cubicBezTo>
                  <a:cubicBezTo>
                    <a:pt x="355" y="126"/>
                    <a:pt x="350" y="126"/>
                    <a:pt x="347" y="125"/>
                  </a:cubicBezTo>
                  <a:cubicBezTo>
                    <a:pt x="348" y="126"/>
                    <a:pt x="348" y="127"/>
                    <a:pt x="348" y="128"/>
                  </a:cubicBezTo>
                  <a:cubicBezTo>
                    <a:pt x="345" y="128"/>
                    <a:pt x="343" y="128"/>
                    <a:pt x="343" y="131"/>
                  </a:cubicBezTo>
                  <a:cubicBezTo>
                    <a:pt x="338" y="133"/>
                    <a:pt x="340" y="124"/>
                    <a:pt x="341" y="122"/>
                  </a:cubicBezTo>
                  <a:cubicBezTo>
                    <a:pt x="341" y="119"/>
                    <a:pt x="340" y="111"/>
                    <a:pt x="344" y="110"/>
                  </a:cubicBezTo>
                  <a:cubicBezTo>
                    <a:pt x="344" y="109"/>
                    <a:pt x="344" y="109"/>
                    <a:pt x="344" y="109"/>
                  </a:cubicBezTo>
                  <a:cubicBezTo>
                    <a:pt x="341" y="108"/>
                    <a:pt x="339" y="103"/>
                    <a:pt x="337" y="105"/>
                  </a:cubicBezTo>
                  <a:cubicBezTo>
                    <a:pt x="337" y="106"/>
                    <a:pt x="336" y="107"/>
                    <a:pt x="336" y="109"/>
                  </a:cubicBezTo>
                  <a:cubicBezTo>
                    <a:pt x="335" y="109"/>
                    <a:pt x="332" y="108"/>
                    <a:pt x="331" y="109"/>
                  </a:cubicBezTo>
                  <a:cubicBezTo>
                    <a:pt x="330" y="110"/>
                    <a:pt x="331" y="112"/>
                    <a:pt x="330" y="113"/>
                  </a:cubicBezTo>
                  <a:cubicBezTo>
                    <a:pt x="323" y="114"/>
                    <a:pt x="322" y="103"/>
                    <a:pt x="313" y="105"/>
                  </a:cubicBezTo>
                  <a:cubicBezTo>
                    <a:pt x="313" y="106"/>
                    <a:pt x="314" y="107"/>
                    <a:pt x="316" y="107"/>
                  </a:cubicBezTo>
                  <a:cubicBezTo>
                    <a:pt x="316" y="107"/>
                    <a:pt x="315" y="107"/>
                    <a:pt x="315" y="107"/>
                  </a:cubicBezTo>
                  <a:cubicBezTo>
                    <a:pt x="314" y="109"/>
                    <a:pt x="315" y="111"/>
                    <a:pt x="316" y="113"/>
                  </a:cubicBezTo>
                  <a:cubicBezTo>
                    <a:pt x="314" y="113"/>
                    <a:pt x="309" y="111"/>
                    <a:pt x="308" y="114"/>
                  </a:cubicBezTo>
                  <a:cubicBezTo>
                    <a:pt x="308" y="116"/>
                    <a:pt x="309" y="119"/>
                    <a:pt x="309" y="121"/>
                  </a:cubicBezTo>
                  <a:cubicBezTo>
                    <a:pt x="308" y="121"/>
                    <a:pt x="307" y="120"/>
                    <a:pt x="305" y="120"/>
                  </a:cubicBezTo>
                  <a:cubicBezTo>
                    <a:pt x="305" y="120"/>
                    <a:pt x="304" y="121"/>
                    <a:pt x="303" y="121"/>
                  </a:cubicBezTo>
                  <a:cubicBezTo>
                    <a:pt x="293" y="119"/>
                    <a:pt x="304" y="107"/>
                    <a:pt x="302" y="103"/>
                  </a:cubicBezTo>
                  <a:cubicBezTo>
                    <a:pt x="301" y="99"/>
                    <a:pt x="298" y="96"/>
                    <a:pt x="295" y="94"/>
                  </a:cubicBezTo>
                  <a:cubicBezTo>
                    <a:pt x="292" y="93"/>
                    <a:pt x="291" y="91"/>
                    <a:pt x="291" y="88"/>
                  </a:cubicBezTo>
                  <a:cubicBezTo>
                    <a:pt x="289" y="88"/>
                    <a:pt x="285" y="89"/>
                    <a:pt x="284" y="86"/>
                  </a:cubicBezTo>
                  <a:cubicBezTo>
                    <a:pt x="284" y="84"/>
                    <a:pt x="283" y="82"/>
                    <a:pt x="282" y="80"/>
                  </a:cubicBezTo>
                  <a:cubicBezTo>
                    <a:pt x="279" y="74"/>
                    <a:pt x="280" y="67"/>
                    <a:pt x="281" y="61"/>
                  </a:cubicBezTo>
                  <a:cubicBezTo>
                    <a:pt x="281" y="62"/>
                    <a:pt x="278" y="60"/>
                    <a:pt x="278" y="60"/>
                  </a:cubicBezTo>
                  <a:cubicBezTo>
                    <a:pt x="277" y="59"/>
                    <a:pt x="278" y="57"/>
                    <a:pt x="278" y="56"/>
                  </a:cubicBezTo>
                  <a:cubicBezTo>
                    <a:pt x="278" y="53"/>
                    <a:pt x="278" y="50"/>
                    <a:pt x="274" y="50"/>
                  </a:cubicBezTo>
                  <a:cubicBezTo>
                    <a:pt x="274" y="49"/>
                    <a:pt x="274" y="49"/>
                    <a:pt x="274" y="48"/>
                  </a:cubicBezTo>
                  <a:cubicBezTo>
                    <a:pt x="271" y="48"/>
                    <a:pt x="262" y="53"/>
                    <a:pt x="261" y="47"/>
                  </a:cubicBezTo>
                  <a:cubicBezTo>
                    <a:pt x="260" y="48"/>
                    <a:pt x="260" y="47"/>
                    <a:pt x="259" y="47"/>
                  </a:cubicBezTo>
                  <a:cubicBezTo>
                    <a:pt x="259" y="46"/>
                    <a:pt x="259" y="45"/>
                    <a:pt x="259" y="44"/>
                  </a:cubicBezTo>
                  <a:cubicBezTo>
                    <a:pt x="256" y="43"/>
                    <a:pt x="251" y="39"/>
                    <a:pt x="250" y="44"/>
                  </a:cubicBezTo>
                  <a:cubicBezTo>
                    <a:pt x="247" y="43"/>
                    <a:pt x="245" y="42"/>
                    <a:pt x="242" y="43"/>
                  </a:cubicBezTo>
                  <a:cubicBezTo>
                    <a:pt x="242" y="42"/>
                    <a:pt x="241" y="42"/>
                    <a:pt x="241" y="41"/>
                  </a:cubicBezTo>
                  <a:cubicBezTo>
                    <a:pt x="240" y="41"/>
                    <a:pt x="238" y="40"/>
                    <a:pt x="238" y="38"/>
                  </a:cubicBezTo>
                  <a:cubicBezTo>
                    <a:pt x="239" y="38"/>
                    <a:pt x="241" y="38"/>
                    <a:pt x="242" y="38"/>
                  </a:cubicBezTo>
                  <a:cubicBezTo>
                    <a:pt x="242" y="36"/>
                    <a:pt x="241" y="33"/>
                    <a:pt x="242" y="31"/>
                  </a:cubicBezTo>
                  <a:cubicBezTo>
                    <a:pt x="244" y="29"/>
                    <a:pt x="244" y="27"/>
                    <a:pt x="243" y="25"/>
                  </a:cubicBezTo>
                  <a:cubicBezTo>
                    <a:pt x="242" y="25"/>
                    <a:pt x="241" y="25"/>
                    <a:pt x="240" y="24"/>
                  </a:cubicBezTo>
                  <a:cubicBezTo>
                    <a:pt x="239" y="22"/>
                    <a:pt x="239" y="18"/>
                    <a:pt x="242" y="18"/>
                  </a:cubicBezTo>
                  <a:cubicBezTo>
                    <a:pt x="243" y="18"/>
                    <a:pt x="243" y="16"/>
                    <a:pt x="242" y="15"/>
                  </a:cubicBezTo>
                  <a:cubicBezTo>
                    <a:pt x="242" y="15"/>
                    <a:pt x="240" y="15"/>
                    <a:pt x="239" y="15"/>
                  </a:cubicBezTo>
                  <a:cubicBezTo>
                    <a:pt x="238" y="14"/>
                    <a:pt x="238" y="12"/>
                    <a:pt x="238" y="11"/>
                  </a:cubicBezTo>
                  <a:cubicBezTo>
                    <a:pt x="237" y="10"/>
                    <a:pt x="237" y="10"/>
                    <a:pt x="237" y="10"/>
                  </a:cubicBezTo>
                  <a:cubicBezTo>
                    <a:pt x="235" y="9"/>
                    <a:pt x="232" y="10"/>
                    <a:pt x="229" y="9"/>
                  </a:cubicBezTo>
                  <a:cubicBezTo>
                    <a:pt x="226" y="8"/>
                    <a:pt x="224" y="7"/>
                    <a:pt x="221" y="7"/>
                  </a:cubicBezTo>
                  <a:cubicBezTo>
                    <a:pt x="219" y="7"/>
                    <a:pt x="215" y="8"/>
                    <a:pt x="216" y="6"/>
                  </a:cubicBezTo>
                  <a:cubicBezTo>
                    <a:pt x="216" y="2"/>
                    <a:pt x="215" y="1"/>
                    <a:pt x="213" y="0"/>
                  </a:cubicBezTo>
                  <a:cubicBezTo>
                    <a:pt x="212" y="1"/>
                    <a:pt x="211" y="1"/>
                    <a:pt x="210" y="2"/>
                  </a:cubicBezTo>
                  <a:cubicBezTo>
                    <a:pt x="209" y="5"/>
                    <a:pt x="209" y="7"/>
                    <a:pt x="206" y="7"/>
                  </a:cubicBezTo>
                  <a:cubicBezTo>
                    <a:pt x="203" y="7"/>
                    <a:pt x="201" y="6"/>
                    <a:pt x="199" y="6"/>
                  </a:cubicBezTo>
                  <a:cubicBezTo>
                    <a:pt x="195" y="6"/>
                    <a:pt x="193" y="7"/>
                    <a:pt x="190" y="8"/>
                  </a:cubicBezTo>
                  <a:cubicBezTo>
                    <a:pt x="189" y="14"/>
                    <a:pt x="188" y="18"/>
                    <a:pt x="186" y="23"/>
                  </a:cubicBezTo>
                  <a:cubicBezTo>
                    <a:pt x="185" y="25"/>
                    <a:pt x="184" y="28"/>
                    <a:pt x="183" y="31"/>
                  </a:cubicBezTo>
                  <a:cubicBezTo>
                    <a:pt x="182" y="33"/>
                    <a:pt x="181" y="36"/>
                    <a:pt x="179" y="37"/>
                  </a:cubicBezTo>
                  <a:cubicBezTo>
                    <a:pt x="173" y="42"/>
                    <a:pt x="172" y="48"/>
                    <a:pt x="166" y="52"/>
                  </a:cubicBezTo>
                  <a:cubicBezTo>
                    <a:pt x="161" y="56"/>
                    <a:pt x="156" y="56"/>
                    <a:pt x="151" y="60"/>
                  </a:cubicBezTo>
                  <a:cubicBezTo>
                    <a:pt x="149" y="62"/>
                    <a:pt x="147" y="61"/>
                    <a:pt x="144" y="62"/>
                  </a:cubicBezTo>
                  <a:cubicBezTo>
                    <a:pt x="139" y="63"/>
                    <a:pt x="136" y="68"/>
                    <a:pt x="134" y="72"/>
                  </a:cubicBezTo>
                  <a:cubicBezTo>
                    <a:pt x="131" y="73"/>
                    <a:pt x="133" y="77"/>
                    <a:pt x="132" y="80"/>
                  </a:cubicBezTo>
                  <a:cubicBezTo>
                    <a:pt x="131" y="82"/>
                    <a:pt x="130" y="82"/>
                    <a:pt x="128" y="83"/>
                  </a:cubicBezTo>
                  <a:cubicBezTo>
                    <a:pt x="125" y="84"/>
                    <a:pt x="123" y="85"/>
                    <a:pt x="122" y="87"/>
                  </a:cubicBezTo>
                  <a:cubicBezTo>
                    <a:pt x="119" y="91"/>
                    <a:pt x="119" y="96"/>
                    <a:pt x="115" y="99"/>
                  </a:cubicBezTo>
                  <a:cubicBezTo>
                    <a:pt x="109" y="104"/>
                    <a:pt x="101" y="102"/>
                    <a:pt x="94" y="101"/>
                  </a:cubicBezTo>
                  <a:cubicBezTo>
                    <a:pt x="89" y="101"/>
                    <a:pt x="85" y="102"/>
                    <a:pt x="82" y="103"/>
                  </a:cubicBezTo>
                  <a:cubicBezTo>
                    <a:pt x="77" y="105"/>
                    <a:pt x="73" y="109"/>
                    <a:pt x="68" y="107"/>
                  </a:cubicBezTo>
                  <a:cubicBezTo>
                    <a:pt x="65" y="107"/>
                    <a:pt x="60" y="102"/>
                    <a:pt x="60" y="99"/>
                  </a:cubicBezTo>
                  <a:cubicBezTo>
                    <a:pt x="59" y="96"/>
                    <a:pt x="61" y="94"/>
                    <a:pt x="58" y="92"/>
                  </a:cubicBezTo>
                  <a:cubicBezTo>
                    <a:pt x="52" y="87"/>
                    <a:pt x="43" y="91"/>
                    <a:pt x="39" y="96"/>
                  </a:cubicBezTo>
                  <a:cubicBezTo>
                    <a:pt x="38" y="97"/>
                    <a:pt x="38" y="98"/>
                    <a:pt x="37" y="100"/>
                  </a:cubicBezTo>
                  <a:cubicBezTo>
                    <a:pt x="35" y="102"/>
                    <a:pt x="33" y="104"/>
                    <a:pt x="30" y="107"/>
                  </a:cubicBezTo>
                  <a:cubicBezTo>
                    <a:pt x="28" y="110"/>
                    <a:pt x="25" y="114"/>
                    <a:pt x="22" y="116"/>
                  </a:cubicBezTo>
                  <a:cubicBezTo>
                    <a:pt x="19" y="118"/>
                    <a:pt x="15" y="120"/>
                    <a:pt x="11" y="122"/>
                  </a:cubicBezTo>
                  <a:cubicBezTo>
                    <a:pt x="6" y="125"/>
                    <a:pt x="7" y="127"/>
                    <a:pt x="5" y="133"/>
                  </a:cubicBezTo>
                  <a:cubicBezTo>
                    <a:pt x="5" y="135"/>
                    <a:pt x="3" y="136"/>
                    <a:pt x="3" y="139"/>
                  </a:cubicBezTo>
                  <a:cubicBezTo>
                    <a:pt x="0" y="148"/>
                    <a:pt x="7" y="148"/>
                    <a:pt x="12" y="152"/>
                  </a:cubicBezTo>
                  <a:cubicBezTo>
                    <a:pt x="13" y="153"/>
                    <a:pt x="14" y="154"/>
                    <a:pt x="15" y="155"/>
                  </a:cubicBezTo>
                  <a:cubicBezTo>
                    <a:pt x="16" y="156"/>
                    <a:pt x="16" y="157"/>
                    <a:pt x="18" y="157"/>
                  </a:cubicBezTo>
                  <a:cubicBezTo>
                    <a:pt x="19" y="157"/>
                    <a:pt x="19" y="156"/>
                    <a:pt x="19" y="156"/>
                  </a:cubicBezTo>
                  <a:cubicBezTo>
                    <a:pt x="22" y="155"/>
                    <a:pt x="27" y="156"/>
                    <a:pt x="29" y="158"/>
                  </a:cubicBezTo>
                  <a:cubicBezTo>
                    <a:pt x="33" y="160"/>
                    <a:pt x="31" y="164"/>
                    <a:pt x="31" y="168"/>
                  </a:cubicBezTo>
                  <a:cubicBezTo>
                    <a:pt x="31" y="170"/>
                    <a:pt x="31" y="172"/>
                    <a:pt x="30" y="173"/>
                  </a:cubicBezTo>
                  <a:cubicBezTo>
                    <a:pt x="29" y="175"/>
                    <a:pt x="28" y="175"/>
                    <a:pt x="27" y="177"/>
                  </a:cubicBezTo>
                  <a:cubicBezTo>
                    <a:pt x="25" y="179"/>
                    <a:pt x="25" y="184"/>
                    <a:pt x="25" y="187"/>
                  </a:cubicBezTo>
                  <a:cubicBezTo>
                    <a:pt x="26" y="188"/>
                    <a:pt x="28" y="189"/>
                    <a:pt x="28" y="190"/>
                  </a:cubicBezTo>
                  <a:cubicBezTo>
                    <a:pt x="29" y="191"/>
                    <a:pt x="28" y="193"/>
                    <a:pt x="28" y="195"/>
                  </a:cubicBezTo>
                  <a:cubicBezTo>
                    <a:pt x="32" y="195"/>
                    <a:pt x="30" y="197"/>
                    <a:pt x="31" y="198"/>
                  </a:cubicBezTo>
                  <a:cubicBezTo>
                    <a:pt x="32" y="199"/>
                    <a:pt x="34" y="199"/>
                    <a:pt x="35" y="200"/>
                  </a:cubicBezTo>
                  <a:cubicBezTo>
                    <a:pt x="38" y="201"/>
                    <a:pt x="41" y="201"/>
                    <a:pt x="45" y="201"/>
                  </a:cubicBezTo>
                  <a:cubicBezTo>
                    <a:pt x="51" y="201"/>
                    <a:pt x="50" y="202"/>
                    <a:pt x="50" y="208"/>
                  </a:cubicBezTo>
                  <a:cubicBezTo>
                    <a:pt x="50" y="211"/>
                    <a:pt x="50" y="214"/>
                    <a:pt x="51" y="217"/>
                  </a:cubicBezTo>
                  <a:cubicBezTo>
                    <a:pt x="52" y="220"/>
                    <a:pt x="54" y="223"/>
                    <a:pt x="55" y="226"/>
                  </a:cubicBezTo>
                  <a:cubicBezTo>
                    <a:pt x="57" y="229"/>
                    <a:pt x="59" y="231"/>
                    <a:pt x="60" y="234"/>
                  </a:cubicBezTo>
                  <a:cubicBezTo>
                    <a:pt x="60" y="238"/>
                    <a:pt x="62" y="239"/>
                    <a:pt x="64" y="243"/>
                  </a:cubicBezTo>
                  <a:cubicBezTo>
                    <a:pt x="66" y="245"/>
                    <a:pt x="70" y="250"/>
                    <a:pt x="70" y="253"/>
                  </a:cubicBezTo>
                  <a:cubicBezTo>
                    <a:pt x="73" y="252"/>
                    <a:pt x="77" y="251"/>
                    <a:pt x="78" y="252"/>
                  </a:cubicBezTo>
                  <a:cubicBezTo>
                    <a:pt x="79" y="253"/>
                    <a:pt x="78" y="255"/>
                    <a:pt x="79" y="256"/>
                  </a:cubicBezTo>
                  <a:cubicBezTo>
                    <a:pt x="79" y="258"/>
                    <a:pt x="81" y="258"/>
                    <a:pt x="83" y="258"/>
                  </a:cubicBezTo>
                  <a:cubicBezTo>
                    <a:pt x="83" y="257"/>
                    <a:pt x="83" y="256"/>
                    <a:pt x="83" y="255"/>
                  </a:cubicBezTo>
                  <a:cubicBezTo>
                    <a:pt x="86" y="255"/>
                    <a:pt x="89" y="254"/>
                    <a:pt x="92" y="255"/>
                  </a:cubicBezTo>
                  <a:cubicBezTo>
                    <a:pt x="94" y="256"/>
                    <a:pt x="96" y="257"/>
                    <a:pt x="98" y="257"/>
                  </a:cubicBezTo>
                  <a:cubicBezTo>
                    <a:pt x="100" y="256"/>
                    <a:pt x="103" y="256"/>
                    <a:pt x="103" y="259"/>
                  </a:cubicBezTo>
                  <a:cubicBezTo>
                    <a:pt x="104" y="260"/>
                    <a:pt x="105" y="262"/>
                    <a:pt x="107" y="262"/>
                  </a:cubicBezTo>
                  <a:cubicBezTo>
                    <a:pt x="107" y="260"/>
                    <a:pt x="108" y="258"/>
                    <a:pt x="109" y="258"/>
                  </a:cubicBezTo>
                  <a:cubicBezTo>
                    <a:pt x="109" y="259"/>
                    <a:pt x="110" y="260"/>
                    <a:pt x="111" y="260"/>
                  </a:cubicBezTo>
                  <a:cubicBezTo>
                    <a:pt x="112" y="258"/>
                    <a:pt x="116" y="256"/>
                    <a:pt x="118" y="256"/>
                  </a:cubicBezTo>
                  <a:cubicBezTo>
                    <a:pt x="118" y="258"/>
                    <a:pt x="118" y="260"/>
                    <a:pt x="120" y="261"/>
                  </a:cubicBezTo>
                  <a:cubicBezTo>
                    <a:pt x="122" y="262"/>
                    <a:pt x="126" y="260"/>
                    <a:pt x="127" y="262"/>
                  </a:cubicBezTo>
                  <a:cubicBezTo>
                    <a:pt x="128" y="264"/>
                    <a:pt x="128" y="265"/>
                    <a:pt x="130" y="267"/>
                  </a:cubicBezTo>
                  <a:cubicBezTo>
                    <a:pt x="132" y="268"/>
                    <a:pt x="132" y="269"/>
                    <a:pt x="132" y="272"/>
                  </a:cubicBezTo>
                  <a:cubicBezTo>
                    <a:pt x="134" y="271"/>
                    <a:pt x="135" y="270"/>
                    <a:pt x="136" y="268"/>
                  </a:cubicBezTo>
                  <a:cubicBezTo>
                    <a:pt x="138" y="267"/>
                    <a:pt x="140" y="272"/>
                    <a:pt x="143" y="272"/>
                  </a:cubicBezTo>
                  <a:cubicBezTo>
                    <a:pt x="143" y="274"/>
                    <a:pt x="143" y="275"/>
                    <a:pt x="143" y="277"/>
                  </a:cubicBezTo>
                  <a:cubicBezTo>
                    <a:pt x="146" y="277"/>
                    <a:pt x="152" y="275"/>
                    <a:pt x="153" y="279"/>
                  </a:cubicBezTo>
                  <a:cubicBezTo>
                    <a:pt x="156" y="280"/>
                    <a:pt x="156" y="275"/>
                    <a:pt x="157" y="273"/>
                  </a:cubicBezTo>
                  <a:cubicBezTo>
                    <a:pt x="158" y="271"/>
                    <a:pt x="161" y="272"/>
                    <a:pt x="163" y="273"/>
                  </a:cubicBezTo>
                  <a:cubicBezTo>
                    <a:pt x="163" y="275"/>
                    <a:pt x="162" y="277"/>
                    <a:pt x="163" y="278"/>
                  </a:cubicBezTo>
                  <a:cubicBezTo>
                    <a:pt x="164" y="279"/>
                    <a:pt x="166" y="278"/>
                    <a:pt x="167" y="279"/>
                  </a:cubicBezTo>
                  <a:cubicBezTo>
                    <a:pt x="164" y="281"/>
                    <a:pt x="161" y="281"/>
                    <a:pt x="160" y="285"/>
                  </a:cubicBezTo>
                  <a:cubicBezTo>
                    <a:pt x="160" y="288"/>
                    <a:pt x="162" y="292"/>
                    <a:pt x="165" y="291"/>
                  </a:cubicBezTo>
                  <a:cubicBezTo>
                    <a:pt x="164" y="295"/>
                    <a:pt x="166" y="297"/>
                    <a:pt x="169" y="294"/>
                  </a:cubicBezTo>
                  <a:cubicBezTo>
                    <a:pt x="172" y="290"/>
                    <a:pt x="176" y="295"/>
                    <a:pt x="175" y="299"/>
                  </a:cubicBezTo>
                  <a:cubicBezTo>
                    <a:pt x="174" y="301"/>
                    <a:pt x="167" y="305"/>
                    <a:pt x="169" y="308"/>
                  </a:cubicBezTo>
                  <a:cubicBezTo>
                    <a:pt x="170" y="310"/>
                    <a:pt x="172" y="309"/>
                    <a:pt x="173" y="310"/>
                  </a:cubicBezTo>
                  <a:cubicBezTo>
                    <a:pt x="175" y="312"/>
                    <a:pt x="173" y="315"/>
                    <a:pt x="175" y="317"/>
                  </a:cubicBezTo>
                  <a:cubicBezTo>
                    <a:pt x="184" y="312"/>
                    <a:pt x="177" y="322"/>
                    <a:pt x="181" y="325"/>
                  </a:cubicBezTo>
                  <a:cubicBezTo>
                    <a:pt x="182" y="327"/>
                    <a:pt x="186" y="326"/>
                    <a:pt x="188" y="326"/>
                  </a:cubicBezTo>
                  <a:cubicBezTo>
                    <a:pt x="190" y="327"/>
                    <a:pt x="190" y="331"/>
                    <a:pt x="193" y="330"/>
                  </a:cubicBezTo>
                  <a:cubicBezTo>
                    <a:pt x="193" y="331"/>
                    <a:pt x="193" y="331"/>
                    <a:pt x="193" y="331"/>
                  </a:cubicBezTo>
                  <a:cubicBezTo>
                    <a:pt x="195" y="331"/>
                    <a:pt x="198" y="330"/>
                    <a:pt x="200" y="332"/>
                  </a:cubicBezTo>
                  <a:cubicBezTo>
                    <a:pt x="202" y="334"/>
                    <a:pt x="201" y="335"/>
                    <a:pt x="200" y="338"/>
                  </a:cubicBezTo>
                  <a:cubicBezTo>
                    <a:pt x="200" y="341"/>
                    <a:pt x="205" y="339"/>
                    <a:pt x="206" y="339"/>
                  </a:cubicBezTo>
                  <a:cubicBezTo>
                    <a:pt x="208" y="339"/>
                    <a:pt x="208" y="342"/>
                    <a:pt x="208" y="344"/>
                  </a:cubicBezTo>
                  <a:cubicBezTo>
                    <a:pt x="209" y="344"/>
                    <a:pt x="209" y="344"/>
                    <a:pt x="209" y="344"/>
                  </a:cubicBezTo>
                  <a:cubicBezTo>
                    <a:pt x="210" y="344"/>
                    <a:pt x="210" y="344"/>
                    <a:pt x="210" y="343"/>
                  </a:cubicBezTo>
                  <a:cubicBezTo>
                    <a:pt x="210" y="342"/>
                    <a:pt x="214" y="343"/>
                    <a:pt x="215" y="344"/>
                  </a:cubicBezTo>
                  <a:cubicBezTo>
                    <a:pt x="217" y="340"/>
                    <a:pt x="224" y="342"/>
                    <a:pt x="227" y="338"/>
                  </a:cubicBezTo>
                  <a:cubicBezTo>
                    <a:pt x="229" y="335"/>
                    <a:pt x="221" y="333"/>
                    <a:pt x="219" y="332"/>
                  </a:cubicBezTo>
                  <a:cubicBezTo>
                    <a:pt x="222" y="330"/>
                    <a:pt x="220" y="329"/>
                    <a:pt x="221" y="327"/>
                  </a:cubicBezTo>
                  <a:cubicBezTo>
                    <a:pt x="225" y="325"/>
                    <a:pt x="230" y="324"/>
                    <a:pt x="235" y="322"/>
                  </a:cubicBezTo>
                  <a:cubicBezTo>
                    <a:pt x="238" y="320"/>
                    <a:pt x="239" y="316"/>
                    <a:pt x="239" y="313"/>
                  </a:cubicBezTo>
                  <a:cubicBezTo>
                    <a:pt x="239" y="311"/>
                    <a:pt x="238" y="309"/>
                    <a:pt x="238" y="307"/>
                  </a:cubicBezTo>
                  <a:cubicBezTo>
                    <a:pt x="239" y="304"/>
                    <a:pt x="240" y="303"/>
                    <a:pt x="242" y="301"/>
                  </a:cubicBezTo>
                  <a:cubicBezTo>
                    <a:pt x="243" y="299"/>
                    <a:pt x="242" y="298"/>
                    <a:pt x="241" y="296"/>
                  </a:cubicBezTo>
                  <a:cubicBezTo>
                    <a:pt x="240" y="294"/>
                    <a:pt x="240" y="291"/>
                    <a:pt x="240" y="289"/>
                  </a:cubicBezTo>
                  <a:cubicBezTo>
                    <a:pt x="237" y="288"/>
                    <a:pt x="235" y="288"/>
                    <a:pt x="232" y="288"/>
                  </a:cubicBezTo>
                  <a:cubicBezTo>
                    <a:pt x="233" y="287"/>
                    <a:pt x="235" y="286"/>
                    <a:pt x="235" y="284"/>
                  </a:cubicBezTo>
                  <a:cubicBezTo>
                    <a:pt x="236" y="283"/>
                    <a:pt x="234" y="280"/>
                    <a:pt x="237" y="279"/>
                  </a:cubicBezTo>
                  <a:cubicBezTo>
                    <a:pt x="236" y="278"/>
                    <a:pt x="234" y="277"/>
                    <a:pt x="232" y="277"/>
                  </a:cubicBezTo>
                  <a:cubicBezTo>
                    <a:pt x="232" y="275"/>
                    <a:pt x="231" y="273"/>
                    <a:pt x="232" y="272"/>
                  </a:cubicBezTo>
                  <a:cubicBezTo>
                    <a:pt x="233" y="270"/>
                    <a:pt x="236" y="270"/>
                    <a:pt x="236" y="269"/>
                  </a:cubicBezTo>
                  <a:cubicBezTo>
                    <a:pt x="236" y="266"/>
                    <a:pt x="232" y="262"/>
                    <a:pt x="238" y="263"/>
                  </a:cubicBezTo>
                  <a:cubicBezTo>
                    <a:pt x="237" y="265"/>
                    <a:pt x="239" y="264"/>
                    <a:pt x="240" y="265"/>
                  </a:cubicBezTo>
                  <a:cubicBezTo>
                    <a:pt x="241" y="266"/>
                    <a:pt x="242" y="268"/>
                    <a:pt x="244" y="267"/>
                  </a:cubicBezTo>
                  <a:cubicBezTo>
                    <a:pt x="244" y="262"/>
                    <a:pt x="235" y="258"/>
                    <a:pt x="238" y="253"/>
                  </a:cubicBezTo>
                  <a:cubicBezTo>
                    <a:pt x="241" y="253"/>
                    <a:pt x="241" y="256"/>
                    <a:pt x="242" y="257"/>
                  </a:cubicBezTo>
                  <a:cubicBezTo>
                    <a:pt x="243" y="259"/>
                    <a:pt x="247" y="259"/>
                    <a:pt x="248" y="258"/>
                  </a:cubicBezTo>
                  <a:cubicBezTo>
                    <a:pt x="251" y="257"/>
                    <a:pt x="250" y="254"/>
                    <a:pt x="251" y="252"/>
                  </a:cubicBezTo>
                  <a:cubicBezTo>
                    <a:pt x="253" y="249"/>
                    <a:pt x="258" y="250"/>
                    <a:pt x="261" y="250"/>
                  </a:cubicBezTo>
                  <a:cubicBezTo>
                    <a:pt x="261" y="253"/>
                    <a:pt x="261" y="255"/>
                    <a:pt x="260" y="257"/>
                  </a:cubicBezTo>
                  <a:cubicBezTo>
                    <a:pt x="257" y="256"/>
                    <a:pt x="258" y="260"/>
                    <a:pt x="258" y="262"/>
                  </a:cubicBezTo>
                  <a:cubicBezTo>
                    <a:pt x="254" y="262"/>
                    <a:pt x="253" y="266"/>
                    <a:pt x="257" y="267"/>
                  </a:cubicBezTo>
                  <a:cubicBezTo>
                    <a:pt x="261" y="268"/>
                    <a:pt x="266" y="268"/>
                    <a:pt x="270" y="268"/>
                  </a:cubicBezTo>
                  <a:cubicBezTo>
                    <a:pt x="269" y="273"/>
                    <a:pt x="273" y="270"/>
                    <a:pt x="275" y="268"/>
                  </a:cubicBezTo>
                  <a:cubicBezTo>
                    <a:pt x="278" y="267"/>
                    <a:pt x="279" y="266"/>
                    <a:pt x="282" y="267"/>
                  </a:cubicBezTo>
                  <a:cubicBezTo>
                    <a:pt x="283" y="269"/>
                    <a:pt x="282" y="272"/>
                    <a:pt x="282" y="275"/>
                  </a:cubicBezTo>
                  <a:cubicBezTo>
                    <a:pt x="284" y="275"/>
                    <a:pt x="285" y="275"/>
                    <a:pt x="287" y="275"/>
                  </a:cubicBezTo>
                  <a:cubicBezTo>
                    <a:pt x="287" y="278"/>
                    <a:pt x="286" y="286"/>
                    <a:pt x="282" y="281"/>
                  </a:cubicBezTo>
                  <a:cubicBezTo>
                    <a:pt x="279" y="281"/>
                    <a:pt x="278" y="284"/>
                    <a:pt x="279" y="286"/>
                  </a:cubicBezTo>
                  <a:cubicBezTo>
                    <a:pt x="279" y="288"/>
                    <a:pt x="281" y="287"/>
                    <a:pt x="281" y="290"/>
                  </a:cubicBezTo>
                  <a:cubicBezTo>
                    <a:pt x="281" y="292"/>
                    <a:pt x="280" y="293"/>
                    <a:pt x="280" y="295"/>
                  </a:cubicBezTo>
                  <a:cubicBezTo>
                    <a:pt x="281" y="298"/>
                    <a:pt x="284" y="297"/>
                    <a:pt x="284" y="299"/>
                  </a:cubicBezTo>
                  <a:cubicBezTo>
                    <a:pt x="281" y="300"/>
                    <a:pt x="280" y="302"/>
                    <a:pt x="276" y="302"/>
                  </a:cubicBezTo>
                  <a:cubicBezTo>
                    <a:pt x="274" y="303"/>
                    <a:pt x="272" y="302"/>
                    <a:pt x="270" y="301"/>
                  </a:cubicBezTo>
                  <a:cubicBezTo>
                    <a:pt x="266" y="299"/>
                    <a:pt x="266" y="307"/>
                    <a:pt x="267" y="309"/>
                  </a:cubicBezTo>
                  <a:cubicBezTo>
                    <a:pt x="272" y="309"/>
                    <a:pt x="271" y="312"/>
                    <a:pt x="275" y="314"/>
                  </a:cubicBezTo>
                  <a:cubicBezTo>
                    <a:pt x="275" y="312"/>
                    <a:pt x="275" y="310"/>
                    <a:pt x="276" y="309"/>
                  </a:cubicBezTo>
                  <a:cubicBezTo>
                    <a:pt x="278" y="308"/>
                    <a:pt x="282" y="309"/>
                    <a:pt x="285" y="309"/>
                  </a:cubicBezTo>
                  <a:cubicBezTo>
                    <a:pt x="285" y="308"/>
                    <a:pt x="286" y="307"/>
                    <a:pt x="288" y="308"/>
                  </a:cubicBezTo>
                  <a:cubicBezTo>
                    <a:pt x="288" y="305"/>
                    <a:pt x="287" y="304"/>
                    <a:pt x="287" y="302"/>
                  </a:cubicBezTo>
                  <a:cubicBezTo>
                    <a:pt x="289" y="302"/>
                    <a:pt x="291" y="302"/>
                    <a:pt x="292" y="300"/>
                  </a:cubicBezTo>
                  <a:cubicBezTo>
                    <a:pt x="294" y="298"/>
                    <a:pt x="296" y="295"/>
                    <a:pt x="296" y="292"/>
                  </a:cubicBezTo>
                  <a:cubicBezTo>
                    <a:pt x="299" y="291"/>
                    <a:pt x="302" y="293"/>
                    <a:pt x="306" y="294"/>
                  </a:cubicBezTo>
                  <a:cubicBezTo>
                    <a:pt x="309" y="294"/>
                    <a:pt x="312" y="294"/>
                    <a:pt x="315" y="296"/>
                  </a:cubicBezTo>
                  <a:cubicBezTo>
                    <a:pt x="315" y="295"/>
                    <a:pt x="316" y="294"/>
                    <a:pt x="316" y="293"/>
                  </a:cubicBezTo>
                  <a:cubicBezTo>
                    <a:pt x="317" y="293"/>
                    <a:pt x="318" y="293"/>
                    <a:pt x="320" y="293"/>
                  </a:cubicBezTo>
                  <a:cubicBezTo>
                    <a:pt x="320" y="292"/>
                    <a:pt x="320" y="292"/>
                    <a:pt x="320" y="292"/>
                  </a:cubicBezTo>
                  <a:cubicBezTo>
                    <a:pt x="320" y="293"/>
                    <a:pt x="320" y="295"/>
                    <a:pt x="320" y="296"/>
                  </a:cubicBezTo>
                  <a:cubicBezTo>
                    <a:pt x="322" y="296"/>
                    <a:pt x="323" y="298"/>
                    <a:pt x="325" y="297"/>
                  </a:cubicBezTo>
                  <a:cubicBezTo>
                    <a:pt x="325" y="299"/>
                    <a:pt x="326" y="301"/>
                    <a:pt x="328" y="301"/>
                  </a:cubicBezTo>
                  <a:cubicBezTo>
                    <a:pt x="328" y="298"/>
                    <a:pt x="333" y="298"/>
                    <a:pt x="333" y="296"/>
                  </a:cubicBezTo>
                  <a:cubicBezTo>
                    <a:pt x="329" y="295"/>
                    <a:pt x="331" y="283"/>
                    <a:pt x="330" y="280"/>
                  </a:cubicBezTo>
                  <a:cubicBezTo>
                    <a:pt x="333" y="279"/>
                    <a:pt x="334" y="282"/>
                    <a:pt x="336" y="283"/>
                  </a:cubicBezTo>
                  <a:cubicBezTo>
                    <a:pt x="340" y="284"/>
                    <a:pt x="341" y="279"/>
                    <a:pt x="341" y="277"/>
                  </a:cubicBezTo>
                  <a:cubicBezTo>
                    <a:pt x="341" y="273"/>
                    <a:pt x="340" y="272"/>
                    <a:pt x="337" y="271"/>
                  </a:cubicBezTo>
                  <a:cubicBezTo>
                    <a:pt x="333" y="270"/>
                    <a:pt x="331" y="269"/>
                    <a:pt x="330" y="266"/>
                  </a:cubicBezTo>
                  <a:cubicBezTo>
                    <a:pt x="332" y="266"/>
                    <a:pt x="336" y="266"/>
                    <a:pt x="335" y="263"/>
                  </a:cubicBezTo>
                  <a:cubicBezTo>
                    <a:pt x="335" y="261"/>
                    <a:pt x="333" y="261"/>
                    <a:pt x="333" y="259"/>
                  </a:cubicBezTo>
                  <a:cubicBezTo>
                    <a:pt x="332" y="258"/>
                    <a:pt x="333" y="256"/>
                    <a:pt x="333" y="255"/>
                  </a:cubicBezTo>
                  <a:cubicBezTo>
                    <a:pt x="337" y="254"/>
                    <a:pt x="340" y="255"/>
                    <a:pt x="344" y="255"/>
                  </a:cubicBezTo>
                  <a:cubicBezTo>
                    <a:pt x="347" y="254"/>
                    <a:pt x="349" y="253"/>
                    <a:pt x="352" y="252"/>
                  </a:cubicBezTo>
                  <a:cubicBezTo>
                    <a:pt x="352" y="252"/>
                    <a:pt x="352" y="254"/>
                    <a:pt x="352" y="254"/>
                  </a:cubicBezTo>
                  <a:cubicBezTo>
                    <a:pt x="354" y="254"/>
                    <a:pt x="355" y="253"/>
                    <a:pt x="357" y="254"/>
                  </a:cubicBezTo>
                  <a:cubicBezTo>
                    <a:pt x="357" y="250"/>
                    <a:pt x="357" y="247"/>
                    <a:pt x="357" y="243"/>
                  </a:cubicBezTo>
                  <a:cubicBezTo>
                    <a:pt x="354" y="244"/>
                    <a:pt x="355" y="240"/>
                    <a:pt x="355" y="238"/>
                  </a:cubicBezTo>
                  <a:cubicBezTo>
                    <a:pt x="351" y="238"/>
                    <a:pt x="350" y="239"/>
                    <a:pt x="349" y="243"/>
                  </a:cubicBezTo>
                  <a:cubicBezTo>
                    <a:pt x="348" y="243"/>
                    <a:pt x="347" y="242"/>
                    <a:pt x="346" y="241"/>
                  </a:cubicBezTo>
                  <a:cubicBezTo>
                    <a:pt x="344" y="241"/>
                    <a:pt x="343" y="242"/>
                    <a:pt x="341" y="242"/>
                  </a:cubicBezTo>
                  <a:cubicBezTo>
                    <a:pt x="336" y="243"/>
                    <a:pt x="330" y="242"/>
                    <a:pt x="325" y="240"/>
                  </a:cubicBezTo>
                  <a:cubicBezTo>
                    <a:pt x="322" y="239"/>
                    <a:pt x="321" y="238"/>
                    <a:pt x="320" y="235"/>
                  </a:cubicBezTo>
                  <a:cubicBezTo>
                    <a:pt x="319" y="231"/>
                    <a:pt x="318" y="226"/>
                    <a:pt x="316" y="222"/>
                  </a:cubicBezTo>
                  <a:cubicBezTo>
                    <a:pt x="320" y="223"/>
                    <a:pt x="318" y="218"/>
                    <a:pt x="320" y="216"/>
                  </a:cubicBezTo>
                  <a:cubicBezTo>
                    <a:pt x="324" y="216"/>
                    <a:pt x="328" y="215"/>
                    <a:pt x="331" y="211"/>
                  </a:cubicBezTo>
                  <a:cubicBezTo>
                    <a:pt x="333" y="208"/>
                    <a:pt x="336" y="203"/>
                    <a:pt x="341" y="202"/>
                  </a:cubicBezTo>
                  <a:cubicBezTo>
                    <a:pt x="343" y="202"/>
                    <a:pt x="346" y="202"/>
                    <a:pt x="348" y="200"/>
                  </a:cubicBezTo>
                  <a:cubicBezTo>
                    <a:pt x="349" y="198"/>
                    <a:pt x="349" y="197"/>
                    <a:pt x="351" y="196"/>
                  </a:cubicBezTo>
                  <a:cubicBezTo>
                    <a:pt x="354" y="195"/>
                    <a:pt x="359" y="195"/>
                    <a:pt x="361" y="192"/>
                  </a:cubicBezTo>
                  <a:cubicBezTo>
                    <a:pt x="364" y="192"/>
                    <a:pt x="367" y="191"/>
                    <a:pt x="369" y="189"/>
                  </a:cubicBezTo>
                  <a:cubicBezTo>
                    <a:pt x="370" y="188"/>
                    <a:pt x="371" y="187"/>
                    <a:pt x="372" y="186"/>
                  </a:cubicBezTo>
                  <a:cubicBezTo>
                    <a:pt x="374" y="185"/>
                    <a:pt x="376" y="185"/>
                    <a:pt x="378" y="185"/>
                  </a:cubicBezTo>
                  <a:cubicBezTo>
                    <a:pt x="379" y="177"/>
                    <a:pt x="389" y="180"/>
                    <a:pt x="394" y="179"/>
                  </a:cubicBezTo>
                  <a:cubicBezTo>
                    <a:pt x="395" y="176"/>
                    <a:pt x="395" y="176"/>
                    <a:pt x="395" y="176"/>
                  </a:cubicBezTo>
                  <a:cubicBezTo>
                    <a:pt x="396" y="174"/>
                    <a:pt x="398" y="173"/>
                    <a:pt x="399" y="172"/>
                  </a:cubicBezTo>
                  <a:cubicBezTo>
                    <a:pt x="398" y="172"/>
                    <a:pt x="398" y="170"/>
                    <a:pt x="399" y="169"/>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6" name="Freeform 432">
              <a:extLst>
                <a:ext uri="{FF2B5EF4-FFF2-40B4-BE49-F238E27FC236}">
                  <a16:creationId xmlns:a16="http://schemas.microsoft.com/office/drawing/2014/main" id="{C7C2CEA6-1911-47E8-8854-E1E0A291999F}"/>
                </a:ext>
              </a:extLst>
            </p:cNvPr>
            <p:cNvSpPr>
              <a:spLocks/>
            </p:cNvSpPr>
            <p:nvPr/>
          </p:nvSpPr>
          <p:spPr bwMode="auto">
            <a:xfrm>
              <a:off x="3533776" y="2422526"/>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7" name="Freeform 433">
              <a:extLst>
                <a:ext uri="{FF2B5EF4-FFF2-40B4-BE49-F238E27FC236}">
                  <a16:creationId xmlns:a16="http://schemas.microsoft.com/office/drawing/2014/main" id="{E5760A58-ED26-4829-AFA9-AC17672EEE34}"/>
                </a:ext>
              </a:extLst>
            </p:cNvPr>
            <p:cNvSpPr>
              <a:spLocks/>
            </p:cNvSpPr>
            <p:nvPr/>
          </p:nvSpPr>
          <p:spPr bwMode="auto">
            <a:xfrm>
              <a:off x="3248026" y="2344738"/>
              <a:ext cx="6350"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1"/>
                    <a:pt x="1" y="1"/>
                    <a:pt x="0"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8" name="Freeform 434">
              <a:extLst>
                <a:ext uri="{FF2B5EF4-FFF2-40B4-BE49-F238E27FC236}">
                  <a16:creationId xmlns:a16="http://schemas.microsoft.com/office/drawing/2014/main" id="{879EF234-E371-4ED5-B7BA-BA13BF0D0807}"/>
                </a:ext>
              </a:extLst>
            </p:cNvPr>
            <p:cNvSpPr>
              <a:spLocks/>
            </p:cNvSpPr>
            <p:nvPr/>
          </p:nvSpPr>
          <p:spPr bwMode="auto">
            <a:xfrm>
              <a:off x="3536951" y="4133851"/>
              <a:ext cx="1401763" cy="1258888"/>
            </a:xfrm>
            <a:custGeom>
              <a:avLst/>
              <a:gdLst>
                <a:gd name="T0" fmla="*/ 381 w 396"/>
                <a:gd name="T1" fmla="*/ 69 h 356"/>
                <a:gd name="T2" fmla="*/ 360 w 396"/>
                <a:gd name="T3" fmla="*/ 91 h 356"/>
                <a:gd name="T4" fmla="*/ 325 w 396"/>
                <a:gd name="T5" fmla="*/ 118 h 356"/>
                <a:gd name="T6" fmla="*/ 291 w 396"/>
                <a:gd name="T7" fmla="*/ 138 h 356"/>
                <a:gd name="T8" fmla="*/ 278 w 396"/>
                <a:gd name="T9" fmla="*/ 150 h 356"/>
                <a:gd name="T10" fmla="*/ 276 w 396"/>
                <a:gd name="T11" fmla="*/ 166 h 356"/>
                <a:gd name="T12" fmla="*/ 248 w 396"/>
                <a:gd name="T13" fmla="*/ 176 h 356"/>
                <a:gd name="T14" fmla="*/ 233 w 396"/>
                <a:gd name="T15" fmla="*/ 177 h 356"/>
                <a:gd name="T16" fmla="*/ 221 w 396"/>
                <a:gd name="T17" fmla="*/ 194 h 356"/>
                <a:gd name="T18" fmla="*/ 211 w 396"/>
                <a:gd name="T19" fmla="*/ 204 h 356"/>
                <a:gd name="T20" fmla="*/ 203 w 396"/>
                <a:gd name="T21" fmla="*/ 198 h 356"/>
                <a:gd name="T22" fmla="*/ 176 w 396"/>
                <a:gd name="T23" fmla="*/ 215 h 356"/>
                <a:gd name="T24" fmla="*/ 173 w 396"/>
                <a:gd name="T25" fmla="*/ 261 h 356"/>
                <a:gd name="T26" fmla="*/ 170 w 396"/>
                <a:gd name="T27" fmla="*/ 283 h 356"/>
                <a:gd name="T28" fmla="*/ 174 w 396"/>
                <a:gd name="T29" fmla="*/ 315 h 356"/>
                <a:gd name="T30" fmla="*/ 165 w 396"/>
                <a:gd name="T31" fmla="*/ 296 h 356"/>
                <a:gd name="T32" fmla="*/ 163 w 396"/>
                <a:gd name="T33" fmla="*/ 314 h 356"/>
                <a:gd name="T34" fmla="*/ 154 w 396"/>
                <a:gd name="T35" fmla="*/ 324 h 356"/>
                <a:gd name="T36" fmla="*/ 130 w 396"/>
                <a:gd name="T37" fmla="*/ 324 h 356"/>
                <a:gd name="T38" fmla="*/ 106 w 396"/>
                <a:gd name="T39" fmla="*/ 332 h 356"/>
                <a:gd name="T40" fmla="*/ 75 w 396"/>
                <a:gd name="T41" fmla="*/ 354 h 356"/>
                <a:gd name="T42" fmla="*/ 79 w 396"/>
                <a:gd name="T43" fmla="*/ 342 h 356"/>
                <a:gd name="T44" fmla="*/ 76 w 396"/>
                <a:gd name="T45" fmla="*/ 317 h 356"/>
                <a:gd name="T46" fmla="*/ 66 w 396"/>
                <a:gd name="T47" fmla="*/ 303 h 356"/>
                <a:gd name="T48" fmla="*/ 58 w 396"/>
                <a:gd name="T49" fmla="*/ 288 h 356"/>
                <a:gd name="T50" fmla="*/ 46 w 396"/>
                <a:gd name="T51" fmla="*/ 295 h 356"/>
                <a:gd name="T52" fmla="*/ 30 w 396"/>
                <a:gd name="T53" fmla="*/ 292 h 356"/>
                <a:gd name="T54" fmla="*/ 12 w 396"/>
                <a:gd name="T55" fmla="*/ 284 h 356"/>
                <a:gd name="T56" fmla="*/ 18 w 396"/>
                <a:gd name="T57" fmla="*/ 285 h 356"/>
                <a:gd name="T58" fmla="*/ 33 w 396"/>
                <a:gd name="T59" fmla="*/ 273 h 356"/>
                <a:gd name="T60" fmla="*/ 25 w 396"/>
                <a:gd name="T61" fmla="*/ 268 h 356"/>
                <a:gd name="T62" fmla="*/ 6 w 396"/>
                <a:gd name="T63" fmla="*/ 265 h 356"/>
                <a:gd name="T64" fmla="*/ 1 w 396"/>
                <a:gd name="T65" fmla="*/ 257 h 356"/>
                <a:gd name="T66" fmla="*/ 3 w 396"/>
                <a:gd name="T67" fmla="*/ 231 h 356"/>
                <a:gd name="T68" fmla="*/ 19 w 396"/>
                <a:gd name="T69" fmla="*/ 223 h 356"/>
                <a:gd name="T70" fmla="*/ 41 w 396"/>
                <a:gd name="T71" fmla="*/ 194 h 356"/>
                <a:gd name="T72" fmla="*/ 37 w 396"/>
                <a:gd name="T73" fmla="*/ 165 h 356"/>
                <a:gd name="T74" fmla="*/ 41 w 396"/>
                <a:gd name="T75" fmla="*/ 146 h 356"/>
                <a:gd name="T76" fmla="*/ 46 w 396"/>
                <a:gd name="T77" fmla="*/ 116 h 356"/>
                <a:gd name="T78" fmla="*/ 56 w 396"/>
                <a:gd name="T79" fmla="*/ 90 h 356"/>
                <a:gd name="T80" fmla="*/ 50 w 396"/>
                <a:gd name="T81" fmla="*/ 77 h 356"/>
                <a:gd name="T82" fmla="*/ 61 w 396"/>
                <a:gd name="T83" fmla="*/ 57 h 356"/>
                <a:gd name="T84" fmla="*/ 70 w 396"/>
                <a:gd name="T85" fmla="*/ 26 h 356"/>
                <a:gd name="T86" fmla="*/ 78 w 396"/>
                <a:gd name="T87" fmla="*/ 24 h 356"/>
                <a:gd name="T88" fmla="*/ 91 w 396"/>
                <a:gd name="T89" fmla="*/ 0 h 356"/>
                <a:gd name="T90" fmla="*/ 120 w 396"/>
                <a:gd name="T91" fmla="*/ 16 h 356"/>
                <a:gd name="T92" fmla="*/ 134 w 396"/>
                <a:gd name="T93" fmla="*/ 15 h 356"/>
                <a:gd name="T94" fmla="*/ 147 w 396"/>
                <a:gd name="T95" fmla="*/ 22 h 356"/>
                <a:gd name="T96" fmla="*/ 168 w 396"/>
                <a:gd name="T97" fmla="*/ 25 h 356"/>
                <a:gd name="T98" fmla="*/ 170 w 396"/>
                <a:gd name="T99" fmla="*/ 60 h 356"/>
                <a:gd name="T100" fmla="*/ 205 w 396"/>
                <a:gd name="T101" fmla="*/ 85 h 356"/>
                <a:gd name="T102" fmla="*/ 215 w 396"/>
                <a:gd name="T103" fmla="*/ 97 h 356"/>
                <a:gd name="T104" fmla="*/ 251 w 396"/>
                <a:gd name="T105" fmla="*/ 106 h 356"/>
                <a:gd name="T106" fmla="*/ 278 w 396"/>
                <a:gd name="T107" fmla="*/ 99 h 356"/>
                <a:gd name="T108" fmla="*/ 282 w 396"/>
                <a:gd name="T109" fmla="*/ 86 h 356"/>
                <a:gd name="T110" fmla="*/ 301 w 396"/>
                <a:gd name="T111" fmla="*/ 84 h 356"/>
                <a:gd name="T112" fmla="*/ 317 w 396"/>
                <a:gd name="T113" fmla="*/ 78 h 356"/>
                <a:gd name="T114" fmla="*/ 327 w 396"/>
                <a:gd name="T115" fmla="*/ 63 h 356"/>
                <a:gd name="T116" fmla="*/ 338 w 396"/>
                <a:gd name="T117" fmla="*/ 53 h 356"/>
                <a:gd name="T118" fmla="*/ 354 w 396"/>
                <a:gd name="T119" fmla="*/ 60 h 356"/>
                <a:gd name="T120" fmla="*/ 379 w 396"/>
                <a:gd name="T121" fmla="*/ 55 h 356"/>
                <a:gd name="T122" fmla="*/ 396 w 396"/>
                <a:gd name="T123" fmla="*/ 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356">
                  <a:moveTo>
                    <a:pt x="396" y="52"/>
                  </a:moveTo>
                  <a:cubicBezTo>
                    <a:pt x="396" y="53"/>
                    <a:pt x="396" y="54"/>
                    <a:pt x="395" y="55"/>
                  </a:cubicBezTo>
                  <a:cubicBezTo>
                    <a:pt x="394" y="57"/>
                    <a:pt x="392" y="58"/>
                    <a:pt x="390" y="59"/>
                  </a:cubicBezTo>
                  <a:cubicBezTo>
                    <a:pt x="389" y="60"/>
                    <a:pt x="387" y="62"/>
                    <a:pt x="386" y="63"/>
                  </a:cubicBezTo>
                  <a:cubicBezTo>
                    <a:pt x="385" y="64"/>
                    <a:pt x="385" y="66"/>
                    <a:pt x="384" y="67"/>
                  </a:cubicBezTo>
                  <a:cubicBezTo>
                    <a:pt x="383" y="68"/>
                    <a:pt x="382" y="68"/>
                    <a:pt x="381" y="69"/>
                  </a:cubicBezTo>
                  <a:cubicBezTo>
                    <a:pt x="380" y="71"/>
                    <a:pt x="379" y="73"/>
                    <a:pt x="378" y="75"/>
                  </a:cubicBezTo>
                  <a:cubicBezTo>
                    <a:pt x="377" y="75"/>
                    <a:pt x="376" y="75"/>
                    <a:pt x="376" y="76"/>
                  </a:cubicBezTo>
                  <a:cubicBezTo>
                    <a:pt x="374" y="76"/>
                    <a:pt x="372" y="79"/>
                    <a:pt x="370" y="80"/>
                  </a:cubicBezTo>
                  <a:cubicBezTo>
                    <a:pt x="368" y="81"/>
                    <a:pt x="367" y="81"/>
                    <a:pt x="366" y="82"/>
                  </a:cubicBezTo>
                  <a:cubicBezTo>
                    <a:pt x="366" y="83"/>
                    <a:pt x="367" y="87"/>
                    <a:pt x="364" y="88"/>
                  </a:cubicBezTo>
                  <a:cubicBezTo>
                    <a:pt x="362" y="88"/>
                    <a:pt x="362" y="90"/>
                    <a:pt x="360" y="91"/>
                  </a:cubicBezTo>
                  <a:cubicBezTo>
                    <a:pt x="358" y="93"/>
                    <a:pt x="356" y="94"/>
                    <a:pt x="353" y="95"/>
                  </a:cubicBezTo>
                  <a:cubicBezTo>
                    <a:pt x="352" y="95"/>
                    <a:pt x="351" y="96"/>
                    <a:pt x="350" y="96"/>
                  </a:cubicBezTo>
                  <a:cubicBezTo>
                    <a:pt x="349" y="97"/>
                    <a:pt x="348" y="98"/>
                    <a:pt x="347" y="99"/>
                  </a:cubicBezTo>
                  <a:cubicBezTo>
                    <a:pt x="342" y="102"/>
                    <a:pt x="338" y="103"/>
                    <a:pt x="334" y="107"/>
                  </a:cubicBezTo>
                  <a:cubicBezTo>
                    <a:pt x="331" y="109"/>
                    <a:pt x="329" y="111"/>
                    <a:pt x="327" y="114"/>
                  </a:cubicBezTo>
                  <a:cubicBezTo>
                    <a:pt x="326" y="115"/>
                    <a:pt x="326" y="117"/>
                    <a:pt x="325" y="118"/>
                  </a:cubicBezTo>
                  <a:cubicBezTo>
                    <a:pt x="325" y="119"/>
                    <a:pt x="323" y="120"/>
                    <a:pt x="322" y="121"/>
                  </a:cubicBezTo>
                  <a:cubicBezTo>
                    <a:pt x="320" y="122"/>
                    <a:pt x="320" y="123"/>
                    <a:pt x="318" y="124"/>
                  </a:cubicBezTo>
                  <a:cubicBezTo>
                    <a:pt x="317" y="125"/>
                    <a:pt x="314" y="126"/>
                    <a:pt x="312" y="126"/>
                  </a:cubicBezTo>
                  <a:cubicBezTo>
                    <a:pt x="309" y="127"/>
                    <a:pt x="306" y="128"/>
                    <a:pt x="303" y="130"/>
                  </a:cubicBezTo>
                  <a:cubicBezTo>
                    <a:pt x="300" y="131"/>
                    <a:pt x="298" y="132"/>
                    <a:pt x="296" y="134"/>
                  </a:cubicBezTo>
                  <a:cubicBezTo>
                    <a:pt x="295" y="136"/>
                    <a:pt x="293" y="137"/>
                    <a:pt x="291" y="138"/>
                  </a:cubicBezTo>
                  <a:cubicBezTo>
                    <a:pt x="289" y="140"/>
                    <a:pt x="287" y="142"/>
                    <a:pt x="284" y="143"/>
                  </a:cubicBezTo>
                  <a:cubicBezTo>
                    <a:pt x="282" y="144"/>
                    <a:pt x="280" y="145"/>
                    <a:pt x="278" y="147"/>
                  </a:cubicBezTo>
                  <a:cubicBezTo>
                    <a:pt x="277" y="148"/>
                    <a:pt x="273" y="159"/>
                    <a:pt x="278" y="158"/>
                  </a:cubicBezTo>
                  <a:cubicBezTo>
                    <a:pt x="279" y="156"/>
                    <a:pt x="278" y="154"/>
                    <a:pt x="278" y="152"/>
                  </a:cubicBezTo>
                  <a:cubicBezTo>
                    <a:pt x="278" y="152"/>
                    <a:pt x="278" y="152"/>
                    <a:pt x="278" y="152"/>
                  </a:cubicBezTo>
                  <a:cubicBezTo>
                    <a:pt x="277" y="151"/>
                    <a:pt x="277" y="150"/>
                    <a:pt x="278" y="150"/>
                  </a:cubicBezTo>
                  <a:cubicBezTo>
                    <a:pt x="279" y="150"/>
                    <a:pt x="281" y="152"/>
                    <a:pt x="281" y="153"/>
                  </a:cubicBezTo>
                  <a:cubicBezTo>
                    <a:pt x="281" y="155"/>
                    <a:pt x="280" y="156"/>
                    <a:pt x="279" y="158"/>
                  </a:cubicBezTo>
                  <a:cubicBezTo>
                    <a:pt x="278" y="159"/>
                    <a:pt x="278" y="162"/>
                    <a:pt x="277" y="163"/>
                  </a:cubicBezTo>
                  <a:cubicBezTo>
                    <a:pt x="277" y="164"/>
                    <a:pt x="278" y="169"/>
                    <a:pt x="277" y="169"/>
                  </a:cubicBezTo>
                  <a:cubicBezTo>
                    <a:pt x="277" y="169"/>
                    <a:pt x="277" y="169"/>
                    <a:pt x="276" y="169"/>
                  </a:cubicBezTo>
                  <a:cubicBezTo>
                    <a:pt x="276" y="168"/>
                    <a:pt x="276" y="167"/>
                    <a:pt x="276" y="166"/>
                  </a:cubicBezTo>
                  <a:cubicBezTo>
                    <a:pt x="275" y="167"/>
                    <a:pt x="276" y="168"/>
                    <a:pt x="275" y="170"/>
                  </a:cubicBezTo>
                  <a:cubicBezTo>
                    <a:pt x="274" y="171"/>
                    <a:pt x="274" y="171"/>
                    <a:pt x="273" y="172"/>
                  </a:cubicBezTo>
                  <a:cubicBezTo>
                    <a:pt x="270" y="173"/>
                    <a:pt x="267" y="173"/>
                    <a:pt x="265" y="175"/>
                  </a:cubicBezTo>
                  <a:cubicBezTo>
                    <a:pt x="262" y="176"/>
                    <a:pt x="261" y="178"/>
                    <a:pt x="258" y="179"/>
                  </a:cubicBezTo>
                  <a:cubicBezTo>
                    <a:pt x="255" y="180"/>
                    <a:pt x="252" y="181"/>
                    <a:pt x="249" y="180"/>
                  </a:cubicBezTo>
                  <a:cubicBezTo>
                    <a:pt x="249" y="179"/>
                    <a:pt x="250" y="177"/>
                    <a:pt x="248" y="176"/>
                  </a:cubicBezTo>
                  <a:cubicBezTo>
                    <a:pt x="248" y="178"/>
                    <a:pt x="248" y="179"/>
                    <a:pt x="248" y="180"/>
                  </a:cubicBezTo>
                  <a:cubicBezTo>
                    <a:pt x="248" y="179"/>
                    <a:pt x="248" y="179"/>
                    <a:pt x="248" y="179"/>
                  </a:cubicBezTo>
                  <a:cubicBezTo>
                    <a:pt x="246" y="179"/>
                    <a:pt x="244" y="177"/>
                    <a:pt x="243" y="177"/>
                  </a:cubicBezTo>
                  <a:cubicBezTo>
                    <a:pt x="241" y="176"/>
                    <a:pt x="239" y="176"/>
                    <a:pt x="237" y="176"/>
                  </a:cubicBezTo>
                  <a:cubicBezTo>
                    <a:pt x="235" y="176"/>
                    <a:pt x="229" y="176"/>
                    <a:pt x="229" y="178"/>
                  </a:cubicBezTo>
                  <a:cubicBezTo>
                    <a:pt x="231" y="179"/>
                    <a:pt x="231" y="177"/>
                    <a:pt x="233" y="177"/>
                  </a:cubicBezTo>
                  <a:cubicBezTo>
                    <a:pt x="235" y="176"/>
                    <a:pt x="238" y="176"/>
                    <a:pt x="238" y="178"/>
                  </a:cubicBezTo>
                  <a:cubicBezTo>
                    <a:pt x="236" y="179"/>
                    <a:pt x="233" y="179"/>
                    <a:pt x="231" y="179"/>
                  </a:cubicBezTo>
                  <a:cubicBezTo>
                    <a:pt x="228" y="180"/>
                    <a:pt x="227" y="180"/>
                    <a:pt x="227" y="183"/>
                  </a:cubicBezTo>
                  <a:cubicBezTo>
                    <a:pt x="226" y="186"/>
                    <a:pt x="227" y="186"/>
                    <a:pt x="225" y="187"/>
                  </a:cubicBezTo>
                  <a:cubicBezTo>
                    <a:pt x="224" y="188"/>
                    <a:pt x="223" y="189"/>
                    <a:pt x="222" y="190"/>
                  </a:cubicBezTo>
                  <a:cubicBezTo>
                    <a:pt x="221" y="191"/>
                    <a:pt x="222" y="192"/>
                    <a:pt x="221" y="194"/>
                  </a:cubicBezTo>
                  <a:cubicBezTo>
                    <a:pt x="220" y="197"/>
                    <a:pt x="217" y="197"/>
                    <a:pt x="215" y="200"/>
                  </a:cubicBezTo>
                  <a:cubicBezTo>
                    <a:pt x="213" y="201"/>
                    <a:pt x="213" y="204"/>
                    <a:pt x="215" y="204"/>
                  </a:cubicBezTo>
                  <a:cubicBezTo>
                    <a:pt x="214" y="204"/>
                    <a:pt x="213" y="204"/>
                    <a:pt x="212" y="203"/>
                  </a:cubicBezTo>
                  <a:cubicBezTo>
                    <a:pt x="213" y="204"/>
                    <a:pt x="212" y="205"/>
                    <a:pt x="212" y="205"/>
                  </a:cubicBezTo>
                  <a:cubicBezTo>
                    <a:pt x="212" y="205"/>
                    <a:pt x="212" y="205"/>
                    <a:pt x="211" y="205"/>
                  </a:cubicBezTo>
                  <a:cubicBezTo>
                    <a:pt x="211" y="204"/>
                    <a:pt x="211" y="204"/>
                    <a:pt x="211" y="204"/>
                  </a:cubicBezTo>
                  <a:cubicBezTo>
                    <a:pt x="209" y="205"/>
                    <a:pt x="209" y="202"/>
                    <a:pt x="209" y="201"/>
                  </a:cubicBezTo>
                  <a:cubicBezTo>
                    <a:pt x="208" y="203"/>
                    <a:pt x="209" y="207"/>
                    <a:pt x="206" y="207"/>
                  </a:cubicBezTo>
                  <a:cubicBezTo>
                    <a:pt x="206" y="206"/>
                    <a:pt x="207" y="205"/>
                    <a:pt x="207" y="203"/>
                  </a:cubicBezTo>
                  <a:cubicBezTo>
                    <a:pt x="205" y="204"/>
                    <a:pt x="205" y="205"/>
                    <a:pt x="205" y="206"/>
                  </a:cubicBezTo>
                  <a:cubicBezTo>
                    <a:pt x="203" y="207"/>
                    <a:pt x="204" y="204"/>
                    <a:pt x="204" y="203"/>
                  </a:cubicBezTo>
                  <a:cubicBezTo>
                    <a:pt x="203" y="201"/>
                    <a:pt x="203" y="200"/>
                    <a:pt x="203" y="198"/>
                  </a:cubicBezTo>
                  <a:cubicBezTo>
                    <a:pt x="199" y="198"/>
                    <a:pt x="196" y="197"/>
                    <a:pt x="193" y="199"/>
                  </a:cubicBezTo>
                  <a:cubicBezTo>
                    <a:pt x="193" y="200"/>
                    <a:pt x="193" y="200"/>
                    <a:pt x="193" y="200"/>
                  </a:cubicBezTo>
                  <a:cubicBezTo>
                    <a:pt x="191" y="200"/>
                    <a:pt x="191" y="201"/>
                    <a:pt x="189" y="202"/>
                  </a:cubicBezTo>
                  <a:cubicBezTo>
                    <a:pt x="188" y="202"/>
                    <a:pt x="187" y="201"/>
                    <a:pt x="185" y="202"/>
                  </a:cubicBezTo>
                  <a:cubicBezTo>
                    <a:pt x="183" y="202"/>
                    <a:pt x="182" y="205"/>
                    <a:pt x="181" y="206"/>
                  </a:cubicBezTo>
                  <a:cubicBezTo>
                    <a:pt x="179" y="209"/>
                    <a:pt x="179" y="212"/>
                    <a:pt x="176" y="215"/>
                  </a:cubicBezTo>
                  <a:cubicBezTo>
                    <a:pt x="173" y="217"/>
                    <a:pt x="172" y="222"/>
                    <a:pt x="171" y="226"/>
                  </a:cubicBezTo>
                  <a:cubicBezTo>
                    <a:pt x="170" y="227"/>
                    <a:pt x="170" y="227"/>
                    <a:pt x="169" y="229"/>
                  </a:cubicBezTo>
                  <a:cubicBezTo>
                    <a:pt x="168" y="232"/>
                    <a:pt x="167" y="236"/>
                    <a:pt x="168" y="239"/>
                  </a:cubicBezTo>
                  <a:cubicBezTo>
                    <a:pt x="168" y="242"/>
                    <a:pt x="169" y="246"/>
                    <a:pt x="170" y="249"/>
                  </a:cubicBezTo>
                  <a:cubicBezTo>
                    <a:pt x="171" y="252"/>
                    <a:pt x="172" y="255"/>
                    <a:pt x="173" y="258"/>
                  </a:cubicBezTo>
                  <a:cubicBezTo>
                    <a:pt x="173" y="259"/>
                    <a:pt x="173" y="260"/>
                    <a:pt x="173" y="261"/>
                  </a:cubicBezTo>
                  <a:cubicBezTo>
                    <a:pt x="173" y="264"/>
                    <a:pt x="173" y="267"/>
                    <a:pt x="172" y="269"/>
                  </a:cubicBezTo>
                  <a:cubicBezTo>
                    <a:pt x="172" y="271"/>
                    <a:pt x="171" y="271"/>
                    <a:pt x="170" y="272"/>
                  </a:cubicBezTo>
                  <a:cubicBezTo>
                    <a:pt x="169" y="273"/>
                    <a:pt x="169" y="274"/>
                    <a:pt x="169" y="275"/>
                  </a:cubicBezTo>
                  <a:cubicBezTo>
                    <a:pt x="167" y="275"/>
                    <a:pt x="165" y="275"/>
                    <a:pt x="166" y="277"/>
                  </a:cubicBezTo>
                  <a:cubicBezTo>
                    <a:pt x="166" y="276"/>
                    <a:pt x="167" y="276"/>
                    <a:pt x="169" y="276"/>
                  </a:cubicBezTo>
                  <a:cubicBezTo>
                    <a:pt x="169" y="279"/>
                    <a:pt x="170" y="280"/>
                    <a:pt x="170" y="283"/>
                  </a:cubicBezTo>
                  <a:cubicBezTo>
                    <a:pt x="170" y="285"/>
                    <a:pt x="171" y="288"/>
                    <a:pt x="171" y="290"/>
                  </a:cubicBezTo>
                  <a:cubicBezTo>
                    <a:pt x="172" y="293"/>
                    <a:pt x="171" y="295"/>
                    <a:pt x="172" y="297"/>
                  </a:cubicBezTo>
                  <a:cubicBezTo>
                    <a:pt x="172" y="301"/>
                    <a:pt x="173" y="304"/>
                    <a:pt x="173" y="307"/>
                  </a:cubicBezTo>
                  <a:cubicBezTo>
                    <a:pt x="174" y="309"/>
                    <a:pt x="173" y="311"/>
                    <a:pt x="173" y="313"/>
                  </a:cubicBezTo>
                  <a:cubicBezTo>
                    <a:pt x="173" y="313"/>
                    <a:pt x="175" y="314"/>
                    <a:pt x="174" y="315"/>
                  </a:cubicBezTo>
                  <a:cubicBezTo>
                    <a:pt x="174" y="315"/>
                    <a:pt x="174" y="315"/>
                    <a:pt x="174" y="315"/>
                  </a:cubicBezTo>
                  <a:cubicBezTo>
                    <a:pt x="173" y="315"/>
                    <a:pt x="173" y="315"/>
                    <a:pt x="172" y="314"/>
                  </a:cubicBezTo>
                  <a:cubicBezTo>
                    <a:pt x="172" y="314"/>
                    <a:pt x="172" y="314"/>
                    <a:pt x="172" y="313"/>
                  </a:cubicBezTo>
                  <a:cubicBezTo>
                    <a:pt x="171" y="312"/>
                    <a:pt x="172" y="311"/>
                    <a:pt x="171" y="310"/>
                  </a:cubicBezTo>
                  <a:cubicBezTo>
                    <a:pt x="171" y="309"/>
                    <a:pt x="170" y="309"/>
                    <a:pt x="170" y="307"/>
                  </a:cubicBezTo>
                  <a:cubicBezTo>
                    <a:pt x="170" y="303"/>
                    <a:pt x="167" y="300"/>
                    <a:pt x="167" y="296"/>
                  </a:cubicBezTo>
                  <a:cubicBezTo>
                    <a:pt x="165" y="296"/>
                    <a:pt x="165" y="296"/>
                    <a:pt x="165" y="296"/>
                  </a:cubicBezTo>
                  <a:cubicBezTo>
                    <a:pt x="165" y="298"/>
                    <a:pt x="165" y="301"/>
                    <a:pt x="165" y="303"/>
                  </a:cubicBezTo>
                  <a:cubicBezTo>
                    <a:pt x="165" y="304"/>
                    <a:pt x="169" y="309"/>
                    <a:pt x="166" y="309"/>
                  </a:cubicBezTo>
                  <a:cubicBezTo>
                    <a:pt x="166" y="310"/>
                    <a:pt x="167" y="311"/>
                    <a:pt x="168" y="313"/>
                  </a:cubicBezTo>
                  <a:cubicBezTo>
                    <a:pt x="168" y="312"/>
                    <a:pt x="168" y="312"/>
                    <a:pt x="168" y="312"/>
                  </a:cubicBezTo>
                  <a:cubicBezTo>
                    <a:pt x="167" y="312"/>
                    <a:pt x="167" y="312"/>
                    <a:pt x="166" y="312"/>
                  </a:cubicBezTo>
                  <a:cubicBezTo>
                    <a:pt x="165" y="313"/>
                    <a:pt x="165" y="314"/>
                    <a:pt x="163" y="314"/>
                  </a:cubicBezTo>
                  <a:cubicBezTo>
                    <a:pt x="163" y="313"/>
                    <a:pt x="163" y="312"/>
                    <a:pt x="163" y="312"/>
                  </a:cubicBezTo>
                  <a:cubicBezTo>
                    <a:pt x="162" y="311"/>
                    <a:pt x="162" y="311"/>
                    <a:pt x="162" y="311"/>
                  </a:cubicBezTo>
                  <a:cubicBezTo>
                    <a:pt x="161" y="311"/>
                    <a:pt x="160" y="310"/>
                    <a:pt x="159" y="311"/>
                  </a:cubicBezTo>
                  <a:cubicBezTo>
                    <a:pt x="159" y="312"/>
                    <a:pt x="159" y="314"/>
                    <a:pt x="159" y="315"/>
                  </a:cubicBezTo>
                  <a:cubicBezTo>
                    <a:pt x="155" y="315"/>
                    <a:pt x="156" y="319"/>
                    <a:pt x="153" y="321"/>
                  </a:cubicBezTo>
                  <a:cubicBezTo>
                    <a:pt x="152" y="322"/>
                    <a:pt x="154" y="323"/>
                    <a:pt x="154" y="324"/>
                  </a:cubicBezTo>
                  <a:cubicBezTo>
                    <a:pt x="150" y="324"/>
                    <a:pt x="147" y="323"/>
                    <a:pt x="147" y="328"/>
                  </a:cubicBezTo>
                  <a:cubicBezTo>
                    <a:pt x="146" y="328"/>
                    <a:pt x="144" y="328"/>
                    <a:pt x="143" y="328"/>
                  </a:cubicBezTo>
                  <a:cubicBezTo>
                    <a:pt x="143" y="325"/>
                    <a:pt x="139" y="321"/>
                    <a:pt x="139" y="325"/>
                  </a:cubicBezTo>
                  <a:cubicBezTo>
                    <a:pt x="138" y="326"/>
                    <a:pt x="137" y="326"/>
                    <a:pt x="136" y="326"/>
                  </a:cubicBezTo>
                  <a:cubicBezTo>
                    <a:pt x="136" y="323"/>
                    <a:pt x="136" y="322"/>
                    <a:pt x="132" y="321"/>
                  </a:cubicBezTo>
                  <a:cubicBezTo>
                    <a:pt x="129" y="321"/>
                    <a:pt x="125" y="322"/>
                    <a:pt x="130" y="324"/>
                  </a:cubicBezTo>
                  <a:cubicBezTo>
                    <a:pt x="127" y="325"/>
                    <a:pt x="130" y="328"/>
                    <a:pt x="127" y="329"/>
                  </a:cubicBezTo>
                  <a:cubicBezTo>
                    <a:pt x="125" y="329"/>
                    <a:pt x="125" y="330"/>
                    <a:pt x="124" y="332"/>
                  </a:cubicBezTo>
                  <a:cubicBezTo>
                    <a:pt x="122" y="335"/>
                    <a:pt x="119" y="328"/>
                    <a:pt x="119" y="334"/>
                  </a:cubicBezTo>
                  <a:cubicBezTo>
                    <a:pt x="118" y="334"/>
                    <a:pt x="117" y="334"/>
                    <a:pt x="117" y="334"/>
                  </a:cubicBezTo>
                  <a:cubicBezTo>
                    <a:pt x="117" y="336"/>
                    <a:pt x="114" y="337"/>
                    <a:pt x="112" y="336"/>
                  </a:cubicBezTo>
                  <a:cubicBezTo>
                    <a:pt x="109" y="336"/>
                    <a:pt x="109" y="333"/>
                    <a:pt x="106" y="332"/>
                  </a:cubicBezTo>
                  <a:cubicBezTo>
                    <a:pt x="101" y="331"/>
                    <a:pt x="94" y="333"/>
                    <a:pt x="89" y="335"/>
                  </a:cubicBezTo>
                  <a:cubicBezTo>
                    <a:pt x="89" y="336"/>
                    <a:pt x="88" y="337"/>
                    <a:pt x="89" y="338"/>
                  </a:cubicBezTo>
                  <a:cubicBezTo>
                    <a:pt x="89" y="338"/>
                    <a:pt x="89" y="338"/>
                    <a:pt x="89" y="338"/>
                  </a:cubicBezTo>
                  <a:cubicBezTo>
                    <a:pt x="89" y="340"/>
                    <a:pt x="89" y="342"/>
                    <a:pt x="89" y="344"/>
                  </a:cubicBezTo>
                  <a:cubicBezTo>
                    <a:pt x="86" y="344"/>
                    <a:pt x="85" y="349"/>
                    <a:pt x="83" y="350"/>
                  </a:cubicBezTo>
                  <a:cubicBezTo>
                    <a:pt x="81" y="352"/>
                    <a:pt x="78" y="356"/>
                    <a:pt x="75" y="354"/>
                  </a:cubicBezTo>
                  <a:cubicBezTo>
                    <a:pt x="73" y="353"/>
                    <a:pt x="70" y="352"/>
                    <a:pt x="69" y="350"/>
                  </a:cubicBezTo>
                  <a:cubicBezTo>
                    <a:pt x="69" y="350"/>
                    <a:pt x="69" y="348"/>
                    <a:pt x="68" y="347"/>
                  </a:cubicBezTo>
                  <a:cubicBezTo>
                    <a:pt x="69" y="346"/>
                    <a:pt x="69" y="344"/>
                    <a:pt x="71" y="343"/>
                  </a:cubicBezTo>
                  <a:cubicBezTo>
                    <a:pt x="72" y="342"/>
                    <a:pt x="75" y="342"/>
                    <a:pt x="75" y="341"/>
                  </a:cubicBezTo>
                  <a:cubicBezTo>
                    <a:pt x="73" y="341"/>
                    <a:pt x="70" y="338"/>
                    <a:pt x="73" y="337"/>
                  </a:cubicBezTo>
                  <a:cubicBezTo>
                    <a:pt x="76" y="337"/>
                    <a:pt x="77" y="342"/>
                    <a:pt x="79" y="342"/>
                  </a:cubicBezTo>
                  <a:cubicBezTo>
                    <a:pt x="82" y="342"/>
                    <a:pt x="79" y="336"/>
                    <a:pt x="80" y="335"/>
                  </a:cubicBezTo>
                  <a:cubicBezTo>
                    <a:pt x="80" y="332"/>
                    <a:pt x="82" y="332"/>
                    <a:pt x="84" y="332"/>
                  </a:cubicBezTo>
                  <a:cubicBezTo>
                    <a:pt x="84" y="331"/>
                    <a:pt x="84" y="329"/>
                    <a:pt x="85" y="329"/>
                  </a:cubicBezTo>
                  <a:cubicBezTo>
                    <a:pt x="86" y="327"/>
                    <a:pt x="87" y="321"/>
                    <a:pt x="86" y="321"/>
                  </a:cubicBezTo>
                  <a:cubicBezTo>
                    <a:pt x="83" y="319"/>
                    <a:pt x="80" y="320"/>
                    <a:pt x="77" y="320"/>
                  </a:cubicBezTo>
                  <a:cubicBezTo>
                    <a:pt x="77" y="319"/>
                    <a:pt x="77" y="318"/>
                    <a:pt x="76" y="317"/>
                  </a:cubicBezTo>
                  <a:cubicBezTo>
                    <a:pt x="76" y="316"/>
                    <a:pt x="76" y="314"/>
                    <a:pt x="76" y="313"/>
                  </a:cubicBezTo>
                  <a:cubicBezTo>
                    <a:pt x="76" y="312"/>
                    <a:pt x="78" y="308"/>
                    <a:pt x="76" y="307"/>
                  </a:cubicBezTo>
                  <a:cubicBezTo>
                    <a:pt x="75" y="306"/>
                    <a:pt x="68" y="306"/>
                    <a:pt x="68" y="308"/>
                  </a:cubicBezTo>
                  <a:cubicBezTo>
                    <a:pt x="67" y="308"/>
                    <a:pt x="67" y="308"/>
                    <a:pt x="67" y="308"/>
                  </a:cubicBezTo>
                  <a:cubicBezTo>
                    <a:pt x="67" y="307"/>
                    <a:pt x="68" y="305"/>
                    <a:pt x="67" y="304"/>
                  </a:cubicBezTo>
                  <a:cubicBezTo>
                    <a:pt x="67" y="304"/>
                    <a:pt x="66" y="303"/>
                    <a:pt x="66" y="303"/>
                  </a:cubicBezTo>
                  <a:cubicBezTo>
                    <a:pt x="65" y="303"/>
                    <a:pt x="64" y="304"/>
                    <a:pt x="63" y="303"/>
                  </a:cubicBezTo>
                  <a:cubicBezTo>
                    <a:pt x="61" y="302"/>
                    <a:pt x="63" y="301"/>
                    <a:pt x="64" y="302"/>
                  </a:cubicBezTo>
                  <a:cubicBezTo>
                    <a:pt x="64" y="300"/>
                    <a:pt x="66" y="294"/>
                    <a:pt x="63" y="293"/>
                  </a:cubicBezTo>
                  <a:cubicBezTo>
                    <a:pt x="62" y="292"/>
                    <a:pt x="58" y="292"/>
                    <a:pt x="58" y="294"/>
                  </a:cubicBezTo>
                  <a:cubicBezTo>
                    <a:pt x="58" y="294"/>
                    <a:pt x="57" y="294"/>
                    <a:pt x="57" y="294"/>
                  </a:cubicBezTo>
                  <a:cubicBezTo>
                    <a:pt x="57" y="292"/>
                    <a:pt x="58" y="291"/>
                    <a:pt x="58" y="288"/>
                  </a:cubicBezTo>
                  <a:cubicBezTo>
                    <a:pt x="58" y="288"/>
                    <a:pt x="57" y="288"/>
                    <a:pt x="57" y="288"/>
                  </a:cubicBezTo>
                  <a:cubicBezTo>
                    <a:pt x="56" y="289"/>
                    <a:pt x="57" y="290"/>
                    <a:pt x="56" y="290"/>
                  </a:cubicBezTo>
                  <a:cubicBezTo>
                    <a:pt x="56" y="290"/>
                    <a:pt x="55" y="290"/>
                    <a:pt x="55" y="290"/>
                  </a:cubicBezTo>
                  <a:cubicBezTo>
                    <a:pt x="55" y="288"/>
                    <a:pt x="51" y="289"/>
                    <a:pt x="49" y="289"/>
                  </a:cubicBezTo>
                  <a:cubicBezTo>
                    <a:pt x="50" y="290"/>
                    <a:pt x="50" y="291"/>
                    <a:pt x="50" y="292"/>
                  </a:cubicBezTo>
                  <a:cubicBezTo>
                    <a:pt x="48" y="292"/>
                    <a:pt x="47" y="293"/>
                    <a:pt x="46" y="295"/>
                  </a:cubicBezTo>
                  <a:cubicBezTo>
                    <a:pt x="45" y="296"/>
                    <a:pt x="43" y="296"/>
                    <a:pt x="42" y="296"/>
                  </a:cubicBezTo>
                  <a:cubicBezTo>
                    <a:pt x="42" y="297"/>
                    <a:pt x="42" y="297"/>
                    <a:pt x="42" y="297"/>
                  </a:cubicBezTo>
                  <a:cubicBezTo>
                    <a:pt x="39" y="297"/>
                    <a:pt x="36" y="296"/>
                    <a:pt x="34" y="296"/>
                  </a:cubicBezTo>
                  <a:cubicBezTo>
                    <a:pt x="34" y="297"/>
                    <a:pt x="34" y="298"/>
                    <a:pt x="33" y="299"/>
                  </a:cubicBezTo>
                  <a:cubicBezTo>
                    <a:pt x="33" y="297"/>
                    <a:pt x="33" y="297"/>
                    <a:pt x="33" y="297"/>
                  </a:cubicBezTo>
                  <a:cubicBezTo>
                    <a:pt x="29" y="297"/>
                    <a:pt x="30" y="294"/>
                    <a:pt x="30" y="292"/>
                  </a:cubicBezTo>
                  <a:cubicBezTo>
                    <a:pt x="28" y="292"/>
                    <a:pt x="23" y="292"/>
                    <a:pt x="21" y="290"/>
                  </a:cubicBezTo>
                  <a:cubicBezTo>
                    <a:pt x="20" y="289"/>
                    <a:pt x="19" y="287"/>
                    <a:pt x="17" y="288"/>
                  </a:cubicBezTo>
                  <a:cubicBezTo>
                    <a:pt x="16" y="289"/>
                    <a:pt x="17" y="295"/>
                    <a:pt x="16" y="295"/>
                  </a:cubicBezTo>
                  <a:cubicBezTo>
                    <a:pt x="14" y="295"/>
                    <a:pt x="11" y="295"/>
                    <a:pt x="9" y="294"/>
                  </a:cubicBezTo>
                  <a:cubicBezTo>
                    <a:pt x="9" y="293"/>
                    <a:pt x="10" y="291"/>
                    <a:pt x="10" y="289"/>
                  </a:cubicBezTo>
                  <a:cubicBezTo>
                    <a:pt x="14" y="289"/>
                    <a:pt x="14" y="286"/>
                    <a:pt x="12" y="284"/>
                  </a:cubicBezTo>
                  <a:cubicBezTo>
                    <a:pt x="11" y="283"/>
                    <a:pt x="10" y="283"/>
                    <a:pt x="9" y="282"/>
                  </a:cubicBezTo>
                  <a:cubicBezTo>
                    <a:pt x="8" y="281"/>
                    <a:pt x="9" y="280"/>
                    <a:pt x="9" y="278"/>
                  </a:cubicBezTo>
                  <a:cubicBezTo>
                    <a:pt x="8" y="278"/>
                    <a:pt x="6" y="277"/>
                    <a:pt x="5" y="277"/>
                  </a:cubicBezTo>
                  <a:cubicBezTo>
                    <a:pt x="5" y="276"/>
                    <a:pt x="5" y="275"/>
                    <a:pt x="5" y="274"/>
                  </a:cubicBezTo>
                  <a:cubicBezTo>
                    <a:pt x="9" y="275"/>
                    <a:pt x="12" y="277"/>
                    <a:pt x="13" y="280"/>
                  </a:cubicBezTo>
                  <a:cubicBezTo>
                    <a:pt x="14" y="283"/>
                    <a:pt x="17" y="281"/>
                    <a:pt x="18" y="285"/>
                  </a:cubicBezTo>
                  <a:cubicBezTo>
                    <a:pt x="19" y="286"/>
                    <a:pt x="19" y="285"/>
                    <a:pt x="20" y="284"/>
                  </a:cubicBezTo>
                  <a:cubicBezTo>
                    <a:pt x="23" y="283"/>
                    <a:pt x="26" y="285"/>
                    <a:pt x="28" y="288"/>
                  </a:cubicBezTo>
                  <a:cubicBezTo>
                    <a:pt x="30" y="292"/>
                    <a:pt x="35" y="287"/>
                    <a:pt x="30" y="285"/>
                  </a:cubicBezTo>
                  <a:cubicBezTo>
                    <a:pt x="28" y="284"/>
                    <a:pt x="27" y="280"/>
                    <a:pt x="29" y="278"/>
                  </a:cubicBezTo>
                  <a:cubicBezTo>
                    <a:pt x="31" y="277"/>
                    <a:pt x="36" y="279"/>
                    <a:pt x="36" y="276"/>
                  </a:cubicBezTo>
                  <a:cubicBezTo>
                    <a:pt x="34" y="276"/>
                    <a:pt x="33" y="274"/>
                    <a:pt x="33" y="273"/>
                  </a:cubicBezTo>
                  <a:cubicBezTo>
                    <a:pt x="32" y="272"/>
                    <a:pt x="32" y="272"/>
                    <a:pt x="32" y="271"/>
                  </a:cubicBezTo>
                  <a:cubicBezTo>
                    <a:pt x="32" y="269"/>
                    <a:pt x="31" y="270"/>
                    <a:pt x="30" y="269"/>
                  </a:cubicBezTo>
                  <a:cubicBezTo>
                    <a:pt x="30" y="270"/>
                    <a:pt x="31" y="274"/>
                    <a:pt x="30" y="274"/>
                  </a:cubicBezTo>
                  <a:cubicBezTo>
                    <a:pt x="30" y="275"/>
                    <a:pt x="27" y="272"/>
                    <a:pt x="26" y="272"/>
                  </a:cubicBezTo>
                  <a:cubicBezTo>
                    <a:pt x="26" y="271"/>
                    <a:pt x="26" y="270"/>
                    <a:pt x="26" y="268"/>
                  </a:cubicBezTo>
                  <a:cubicBezTo>
                    <a:pt x="25" y="268"/>
                    <a:pt x="25" y="268"/>
                    <a:pt x="25" y="268"/>
                  </a:cubicBezTo>
                  <a:cubicBezTo>
                    <a:pt x="25" y="270"/>
                    <a:pt x="22" y="269"/>
                    <a:pt x="20" y="269"/>
                  </a:cubicBezTo>
                  <a:cubicBezTo>
                    <a:pt x="17" y="269"/>
                    <a:pt x="17" y="271"/>
                    <a:pt x="17" y="273"/>
                  </a:cubicBezTo>
                  <a:cubicBezTo>
                    <a:pt x="16" y="273"/>
                    <a:pt x="15" y="273"/>
                    <a:pt x="14" y="273"/>
                  </a:cubicBezTo>
                  <a:cubicBezTo>
                    <a:pt x="13" y="272"/>
                    <a:pt x="11" y="273"/>
                    <a:pt x="9" y="273"/>
                  </a:cubicBezTo>
                  <a:cubicBezTo>
                    <a:pt x="7" y="272"/>
                    <a:pt x="8" y="269"/>
                    <a:pt x="8" y="268"/>
                  </a:cubicBezTo>
                  <a:cubicBezTo>
                    <a:pt x="6" y="268"/>
                    <a:pt x="6" y="267"/>
                    <a:pt x="6" y="265"/>
                  </a:cubicBezTo>
                  <a:cubicBezTo>
                    <a:pt x="6" y="265"/>
                    <a:pt x="6" y="265"/>
                    <a:pt x="6" y="265"/>
                  </a:cubicBezTo>
                  <a:cubicBezTo>
                    <a:pt x="7" y="265"/>
                    <a:pt x="7" y="265"/>
                    <a:pt x="7" y="264"/>
                  </a:cubicBezTo>
                  <a:cubicBezTo>
                    <a:pt x="7" y="263"/>
                    <a:pt x="8" y="263"/>
                    <a:pt x="10" y="263"/>
                  </a:cubicBezTo>
                  <a:cubicBezTo>
                    <a:pt x="10" y="261"/>
                    <a:pt x="9" y="261"/>
                    <a:pt x="7" y="261"/>
                  </a:cubicBezTo>
                  <a:cubicBezTo>
                    <a:pt x="5" y="262"/>
                    <a:pt x="5" y="260"/>
                    <a:pt x="3" y="259"/>
                  </a:cubicBezTo>
                  <a:cubicBezTo>
                    <a:pt x="3" y="258"/>
                    <a:pt x="2" y="258"/>
                    <a:pt x="1" y="257"/>
                  </a:cubicBezTo>
                  <a:cubicBezTo>
                    <a:pt x="0" y="256"/>
                    <a:pt x="0" y="254"/>
                    <a:pt x="0" y="252"/>
                  </a:cubicBezTo>
                  <a:cubicBezTo>
                    <a:pt x="1" y="252"/>
                    <a:pt x="2" y="247"/>
                    <a:pt x="2" y="247"/>
                  </a:cubicBezTo>
                  <a:cubicBezTo>
                    <a:pt x="2" y="247"/>
                    <a:pt x="3" y="246"/>
                    <a:pt x="3" y="247"/>
                  </a:cubicBezTo>
                  <a:cubicBezTo>
                    <a:pt x="4" y="243"/>
                    <a:pt x="4" y="240"/>
                    <a:pt x="5" y="237"/>
                  </a:cubicBezTo>
                  <a:cubicBezTo>
                    <a:pt x="1" y="237"/>
                    <a:pt x="1" y="236"/>
                    <a:pt x="1" y="233"/>
                  </a:cubicBezTo>
                  <a:cubicBezTo>
                    <a:pt x="2" y="233"/>
                    <a:pt x="2" y="232"/>
                    <a:pt x="3" y="231"/>
                  </a:cubicBezTo>
                  <a:cubicBezTo>
                    <a:pt x="4" y="232"/>
                    <a:pt x="5" y="235"/>
                    <a:pt x="8" y="235"/>
                  </a:cubicBezTo>
                  <a:cubicBezTo>
                    <a:pt x="10" y="235"/>
                    <a:pt x="12" y="234"/>
                    <a:pt x="14" y="235"/>
                  </a:cubicBezTo>
                  <a:cubicBezTo>
                    <a:pt x="16" y="235"/>
                    <a:pt x="17" y="237"/>
                    <a:pt x="18" y="234"/>
                  </a:cubicBezTo>
                  <a:cubicBezTo>
                    <a:pt x="20" y="232"/>
                    <a:pt x="23" y="232"/>
                    <a:pt x="21" y="229"/>
                  </a:cubicBezTo>
                  <a:cubicBezTo>
                    <a:pt x="21" y="229"/>
                    <a:pt x="20" y="228"/>
                    <a:pt x="20" y="228"/>
                  </a:cubicBezTo>
                  <a:cubicBezTo>
                    <a:pt x="19" y="227"/>
                    <a:pt x="19" y="224"/>
                    <a:pt x="19" y="223"/>
                  </a:cubicBezTo>
                  <a:cubicBezTo>
                    <a:pt x="19" y="220"/>
                    <a:pt x="16" y="218"/>
                    <a:pt x="14" y="216"/>
                  </a:cubicBezTo>
                  <a:cubicBezTo>
                    <a:pt x="12" y="214"/>
                    <a:pt x="16" y="213"/>
                    <a:pt x="16" y="211"/>
                  </a:cubicBezTo>
                  <a:cubicBezTo>
                    <a:pt x="16" y="208"/>
                    <a:pt x="16" y="206"/>
                    <a:pt x="20" y="206"/>
                  </a:cubicBezTo>
                  <a:cubicBezTo>
                    <a:pt x="20" y="205"/>
                    <a:pt x="20" y="204"/>
                    <a:pt x="20" y="203"/>
                  </a:cubicBezTo>
                  <a:cubicBezTo>
                    <a:pt x="17" y="203"/>
                    <a:pt x="17" y="200"/>
                    <a:pt x="18" y="197"/>
                  </a:cubicBezTo>
                  <a:cubicBezTo>
                    <a:pt x="21" y="188"/>
                    <a:pt x="34" y="194"/>
                    <a:pt x="41" y="194"/>
                  </a:cubicBezTo>
                  <a:cubicBezTo>
                    <a:pt x="41" y="189"/>
                    <a:pt x="39" y="180"/>
                    <a:pt x="43" y="176"/>
                  </a:cubicBezTo>
                  <a:cubicBezTo>
                    <a:pt x="45" y="176"/>
                    <a:pt x="47" y="176"/>
                    <a:pt x="47" y="173"/>
                  </a:cubicBezTo>
                  <a:cubicBezTo>
                    <a:pt x="47" y="173"/>
                    <a:pt x="46" y="173"/>
                    <a:pt x="45" y="173"/>
                  </a:cubicBezTo>
                  <a:cubicBezTo>
                    <a:pt x="44" y="171"/>
                    <a:pt x="40" y="171"/>
                    <a:pt x="39" y="171"/>
                  </a:cubicBezTo>
                  <a:cubicBezTo>
                    <a:pt x="35" y="171"/>
                    <a:pt x="32" y="169"/>
                    <a:pt x="29" y="168"/>
                  </a:cubicBezTo>
                  <a:cubicBezTo>
                    <a:pt x="28" y="164"/>
                    <a:pt x="34" y="166"/>
                    <a:pt x="37" y="165"/>
                  </a:cubicBezTo>
                  <a:cubicBezTo>
                    <a:pt x="37" y="164"/>
                    <a:pt x="39" y="162"/>
                    <a:pt x="40" y="162"/>
                  </a:cubicBezTo>
                  <a:cubicBezTo>
                    <a:pt x="40" y="161"/>
                    <a:pt x="40" y="160"/>
                    <a:pt x="41" y="160"/>
                  </a:cubicBezTo>
                  <a:cubicBezTo>
                    <a:pt x="41" y="158"/>
                    <a:pt x="41" y="158"/>
                    <a:pt x="39" y="158"/>
                  </a:cubicBezTo>
                  <a:cubicBezTo>
                    <a:pt x="40" y="156"/>
                    <a:pt x="39" y="154"/>
                    <a:pt x="39" y="152"/>
                  </a:cubicBezTo>
                  <a:cubicBezTo>
                    <a:pt x="40" y="152"/>
                    <a:pt x="41" y="152"/>
                    <a:pt x="42" y="152"/>
                  </a:cubicBezTo>
                  <a:cubicBezTo>
                    <a:pt x="42" y="150"/>
                    <a:pt x="39" y="148"/>
                    <a:pt x="41" y="146"/>
                  </a:cubicBezTo>
                  <a:cubicBezTo>
                    <a:pt x="43" y="143"/>
                    <a:pt x="43" y="141"/>
                    <a:pt x="43" y="138"/>
                  </a:cubicBezTo>
                  <a:cubicBezTo>
                    <a:pt x="44" y="134"/>
                    <a:pt x="42" y="135"/>
                    <a:pt x="40" y="134"/>
                  </a:cubicBezTo>
                  <a:cubicBezTo>
                    <a:pt x="37" y="132"/>
                    <a:pt x="40" y="129"/>
                    <a:pt x="42" y="130"/>
                  </a:cubicBezTo>
                  <a:cubicBezTo>
                    <a:pt x="43" y="124"/>
                    <a:pt x="51" y="119"/>
                    <a:pt x="56" y="119"/>
                  </a:cubicBezTo>
                  <a:cubicBezTo>
                    <a:pt x="57" y="116"/>
                    <a:pt x="52" y="116"/>
                    <a:pt x="51" y="116"/>
                  </a:cubicBezTo>
                  <a:cubicBezTo>
                    <a:pt x="49" y="116"/>
                    <a:pt x="48" y="116"/>
                    <a:pt x="46" y="116"/>
                  </a:cubicBezTo>
                  <a:cubicBezTo>
                    <a:pt x="44" y="115"/>
                    <a:pt x="44" y="114"/>
                    <a:pt x="42" y="114"/>
                  </a:cubicBezTo>
                  <a:cubicBezTo>
                    <a:pt x="41" y="111"/>
                    <a:pt x="43" y="111"/>
                    <a:pt x="45" y="111"/>
                  </a:cubicBezTo>
                  <a:cubicBezTo>
                    <a:pt x="46" y="108"/>
                    <a:pt x="46" y="108"/>
                    <a:pt x="49" y="107"/>
                  </a:cubicBezTo>
                  <a:cubicBezTo>
                    <a:pt x="49" y="106"/>
                    <a:pt x="49" y="105"/>
                    <a:pt x="49" y="104"/>
                  </a:cubicBezTo>
                  <a:cubicBezTo>
                    <a:pt x="51" y="104"/>
                    <a:pt x="55" y="100"/>
                    <a:pt x="55" y="99"/>
                  </a:cubicBezTo>
                  <a:cubicBezTo>
                    <a:pt x="56" y="96"/>
                    <a:pt x="52" y="90"/>
                    <a:pt x="56" y="90"/>
                  </a:cubicBezTo>
                  <a:cubicBezTo>
                    <a:pt x="56" y="89"/>
                    <a:pt x="56" y="88"/>
                    <a:pt x="56" y="87"/>
                  </a:cubicBezTo>
                  <a:cubicBezTo>
                    <a:pt x="55" y="87"/>
                    <a:pt x="55" y="83"/>
                    <a:pt x="55" y="82"/>
                  </a:cubicBezTo>
                  <a:cubicBezTo>
                    <a:pt x="56" y="82"/>
                    <a:pt x="56" y="82"/>
                    <a:pt x="57" y="82"/>
                  </a:cubicBezTo>
                  <a:cubicBezTo>
                    <a:pt x="56" y="79"/>
                    <a:pt x="56" y="79"/>
                    <a:pt x="56" y="79"/>
                  </a:cubicBezTo>
                  <a:cubicBezTo>
                    <a:pt x="56" y="79"/>
                    <a:pt x="51" y="78"/>
                    <a:pt x="49" y="78"/>
                  </a:cubicBezTo>
                  <a:cubicBezTo>
                    <a:pt x="50" y="78"/>
                    <a:pt x="50" y="77"/>
                    <a:pt x="50" y="77"/>
                  </a:cubicBezTo>
                  <a:cubicBezTo>
                    <a:pt x="51" y="75"/>
                    <a:pt x="52" y="73"/>
                    <a:pt x="51" y="71"/>
                  </a:cubicBezTo>
                  <a:cubicBezTo>
                    <a:pt x="51" y="69"/>
                    <a:pt x="50" y="69"/>
                    <a:pt x="50" y="67"/>
                  </a:cubicBezTo>
                  <a:cubicBezTo>
                    <a:pt x="51" y="67"/>
                    <a:pt x="51" y="65"/>
                    <a:pt x="51" y="64"/>
                  </a:cubicBezTo>
                  <a:cubicBezTo>
                    <a:pt x="52" y="65"/>
                    <a:pt x="53" y="64"/>
                    <a:pt x="53" y="62"/>
                  </a:cubicBezTo>
                  <a:cubicBezTo>
                    <a:pt x="55" y="62"/>
                    <a:pt x="57" y="63"/>
                    <a:pt x="59" y="63"/>
                  </a:cubicBezTo>
                  <a:cubicBezTo>
                    <a:pt x="59" y="62"/>
                    <a:pt x="60" y="58"/>
                    <a:pt x="61" y="57"/>
                  </a:cubicBezTo>
                  <a:cubicBezTo>
                    <a:pt x="62" y="54"/>
                    <a:pt x="64" y="52"/>
                    <a:pt x="67" y="51"/>
                  </a:cubicBezTo>
                  <a:cubicBezTo>
                    <a:pt x="68" y="50"/>
                    <a:pt x="69" y="49"/>
                    <a:pt x="69" y="47"/>
                  </a:cubicBezTo>
                  <a:cubicBezTo>
                    <a:pt x="67" y="47"/>
                    <a:pt x="67" y="47"/>
                    <a:pt x="67" y="47"/>
                  </a:cubicBezTo>
                  <a:cubicBezTo>
                    <a:pt x="67" y="44"/>
                    <a:pt x="58" y="39"/>
                    <a:pt x="65" y="37"/>
                  </a:cubicBezTo>
                  <a:cubicBezTo>
                    <a:pt x="68" y="36"/>
                    <a:pt x="66" y="33"/>
                    <a:pt x="67" y="31"/>
                  </a:cubicBezTo>
                  <a:cubicBezTo>
                    <a:pt x="68" y="29"/>
                    <a:pt x="71" y="29"/>
                    <a:pt x="70" y="26"/>
                  </a:cubicBezTo>
                  <a:cubicBezTo>
                    <a:pt x="71" y="26"/>
                    <a:pt x="72" y="26"/>
                    <a:pt x="73" y="26"/>
                  </a:cubicBezTo>
                  <a:cubicBezTo>
                    <a:pt x="73" y="29"/>
                    <a:pt x="77" y="29"/>
                    <a:pt x="75" y="32"/>
                  </a:cubicBezTo>
                  <a:cubicBezTo>
                    <a:pt x="77" y="30"/>
                    <a:pt x="80" y="31"/>
                    <a:pt x="82" y="31"/>
                  </a:cubicBezTo>
                  <a:cubicBezTo>
                    <a:pt x="83" y="30"/>
                    <a:pt x="83" y="30"/>
                    <a:pt x="83" y="30"/>
                  </a:cubicBezTo>
                  <a:cubicBezTo>
                    <a:pt x="82" y="29"/>
                    <a:pt x="82" y="27"/>
                    <a:pt x="80" y="26"/>
                  </a:cubicBezTo>
                  <a:cubicBezTo>
                    <a:pt x="79" y="26"/>
                    <a:pt x="78" y="25"/>
                    <a:pt x="78" y="24"/>
                  </a:cubicBezTo>
                  <a:cubicBezTo>
                    <a:pt x="83" y="24"/>
                    <a:pt x="85" y="24"/>
                    <a:pt x="88" y="21"/>
                  </a:cubicBezTo>
                  <a:cubicBezTo>
                    <a:pt x="90" y="20"/>
                    <a:pt x="90" y="14"/>
                    <a:pt x="90" y="12"/>
                  </a:cubicBezTo>
                  <a:cubicBezTo>
                    <a:pt x="90" y="11"/>
                    <a:pt x="88" y="11"/>
                    <a:pt x="89" y="10"/>
                  </a:cubicBezTo>
                  <a:cubicBezTo>
                    <a:pt x="89" y="9"/>
                    <a:pt x="91" y="9"/>
                    <a:pt x="91" y="8"/>
                  </a:cubicBezTo>
                  <a:cubicBezTo>
                    <a:pt x="94" y="5"/>
                    <a:pt x="89" y="4"/>
                    <a:pt x="89" y="1"/>
                  </a:cubicBezTo>
                  <a:cubicBezTo>
                    <a:pt x="90" y="1"/>
                    <a:pt x="91" y="1"/>
                    <a:pt x="91" y="0"/>
                  </a:cubicBezTo>
                  <a:cubicBezTo>
                    <a:pt x="93" y="1"/>
                    <a:pt x="99" y="4"/>
                    <a:pt x="99" y="6"/>
                  </a:cubicBezTo>
                  <a:cubicBezTo>
                    <a:pt x="102" y="6"/>
                    <a:pt x="105" y="4"/>
                    <a:pt x="108" y="6"/>
                  </a:cubicBezTo>
                  <a:cubicBezTo>
                    <a:pt x="110" y="7"/>
                    <a:pt x="113" y="6"/>
                    <a:pt x="116" y="6"/>
                  </a:cubicBezTo>
                  <a:cubicBezTo>
                    <a:pt x="116" y="9"/>
                    <a:pt x="115" y="11"/>
                    <a:pt x="115" y="13"/>
                  </a:cubicBezTo>
                  <a:cubicBezTo>
                    <a:pt x="118" y="14"/>
                    <a:pt x="120" y="13"/>
                    <a:pt x="122" y="13"/>
                  </a:cubicBezTo>
                  <a:cubicBezTo>
                    <a:pt x="122" y="15"/>
                    <a:pt x="122" y="15"/>
                    <a:pt x="120" y="16"/>
                  </a:cubicBezTo>
                  <a:cubicBezTo>
                    <a:pt x="119" y="17"/>
                    <a:pt x="119" y="19"/>
                    <a:pt x="119" y="20"/>
                  </a:cubicBezTo>
                  <a:cubicBezTo>
                    <a:pt x="122" y="21"/>
                    <a:pt x="125" y="20"/>
                    <a:pt x="127" y="20"/>
                  </a:cubicBezTo>
                  <a:cubicBezTo>
                    <a:pt x="127" y="20"/>
                    <a:pt x="127" y="20"/>
                    <a:pt x="127" y="20"/>
                  </a:cubicBezTo>
                  <a:cubicBezTo>
                    <a:pt x="130" y="19"/>
                    <a:pt x="131" y="23"/>
                    <a:pt x="134" y="22"/>
                  </a:cubicBezTo>
                  <a:cubicBezTo>
                    <a:pt x="133" y="21"/>
                    <a:pt x="132" y="19"/>
                    <a:pt x="134" y="19"/>
                  </a:cubicBezTo>
                  <a:cubicBezTo>
                    <a:pt x="134" y="17"/>
                    <a:pt x="134" y="16"/>
                    <a:pt x="134" y="15"/>
                  </a:cubicBezTo>
                  <a:cubicBezTo>
                    <a:pt x="134" y="15"/>
                    <a:pt x="135" y="15"/>
                    <a:pt x="135" y="15"/>
                  </a:cubicBezTo>
                  <a:cubicBezTo>
                    <a:pt x="136" y="15"/>
                    <a:pt x="136" y="17"/>
                    <a:pt x="136" y="17"/>
                  </a:cubicBezTo>
                  <a:cubicBezTo>
                    <a:pt x="137" y="18"/>
                    <a:pt x="139" y="17"/>
                    <a:pt x="141" y="17"/>
                  </a:cubicBezTo>
                  <a:cubicBezTo>
                    <a:pt x="141" y="18"/>
                    <a:pt x="141" y="19"/>
                    <a:pt x="141" y="19"/>
                  </a:cubicBezTo>
                  <a:cubicBezTo>
                    <a:pt x="141" y="19"/>
                    <a:pt x="142" y="19"/>
                    <a:pt x="143" y="19"/>
                  </a:cubicBezTo>
                  <a:cubicBezTo>
                    <a:pt x="142" y="21"/>
                    <a:pt x="145" y="24"/>
                    <a:pt x="147" y="22"/>
                  </a:cubicBezTo>
                  <a:cubicBezTo>
                    <a:pt x="148" y="21"/>
                    <a:pt x="146" y="20"/>
                    <a:pt x="147" y="19"/>
                  </a:cubicBezTo>
                  <a:cubicBezTo>
                    <a:pt x="149" y="18"/>
                    <a:pt x="149" y="20"/>
                    <a:pt x="149" y="21"/>
                  </a:cubicBezTo>
                  <a:cubicBezTo>
                    <a:pt x="151" y="21"/>
                    <a:pt x="151" y="19"/>
                    <a:pt x="152" y="18"/>
                  </a:cubicBezTo>
                  <a:cubicBezTo>
                    <a:pt x="154" y="18"/>
                    <a:pt x="156" y="19"/>
                    <a:pt x="158" y="19"/>
                  </a:cubicBezTo>
                  <a:cubicBezTo>
                    <a:pt x="159" y="18"/>
                    <a:pt x="160" y="18"/>
                    <a:pt x="160" y="19"/>
                  </a:cubicBezTo>
                  <a:cubicBezTo>
                    <a:pt x="162" y="22"/>
                    <a:pt x="165" y="24"/>
                    <a:pt x="168" y="25"/>
                  </a:cubicBezTo>
                  <a:cubicBezTo>
                    <a:pt x="168" y="26"/>
                    <a:pt x="170" y="27"/>
                    <a:pt x="170" y="28"/>
                  </a:cubicBezTo>
                  <a:cubicBezTo>
                    <a:pt x="170" y="30"/>
                    <a:pt x="169" y="31"/>
                    <a:pt x="168" y="33"/>
                  </a:cubicBezTo>
                  <a:cubicBezTo>
                    <a:pt x="167" y="36"/>
                    <a:pt x="169" y="39"/>
                    <a:pt x="166" y="41"/>
                  </a:cubicBezTo>
                  <a:cubicBezTo>
                    <a:pt x="164" y="43"/>
                    <a:pt x="163" y="46"/>
                    <a:pt x="166" y="47"/>
                  </a:cubicBezTo>
                  <a:cubicBezTo>
                    <a:pt x="168" y="48"/>
                    <a:pt x="169" y="54"/>
                    <a:pt x="169" y="56"/>
                  </a:cubicBezTo>
                  <a:cubicBezTo>
                    <a:pt x="166" y="57"/>
                    <a:pt x="169" y="59"/>
                    <a:pt x="170" y="60"/>
                  </a:cubicBezTo>
                  <a:cubicBezTo>
                    <a:pt x="172" y="62"/>
                    <a:pt x="176" y="63"/>
                    <a:pt x="179" y="64"/>
                  </a:cubicBezTo>
                  <a:cubicBezTo>
                    <a:pt x="180" y="64"/>
                    <a:pt x="182" y="63"/>
                    <a:pt x="183" y="64"/>
                  </a:cubicBezTo>
                  <a:cubicBezTo>
                    <a:pt x="184" y="65"/>
                    <a:pt x="184" y="66"/>
                    <a:pt x="185" y="67"/>
                  </a:cubicBezTo>
                  <a:cubicBezTo>
                    <a:pt x="186" y="68"/>
                    <a:pt x="190" y="69"/>
                    <a:pt x="191" y="68"/>
                  </a:cubicBezTo>
                  <a:cubicBezTo>
                    <a:pt x="194" y="64"/>
                    <a:pt x="201" y="75"/>
                    <a:pt x="202" y="77"/>
                  </a:cubicBezTo>
                  <a:cubicBezTo>
                    <a:pt x="203" y="80"/>
                    <a:pt x="204" y="82"/>
                    <a:pt x="205" y="85"/>
                  </a:cubicBezTo>
                  <a:cubicBezTo>
                    <a:pt x="206" y="87"/>
                    <a:pt x="203" y="88"/>
                    <a:pt x="204" y="91"/>
                  </a:cubicBezTo>
                  <a:cubicBezTo>
                    <a:pt x="206" y="92"/>
                    <a:pt x="208" y="89"/>
                    <a:pt x="211" y="89"/>
                  </a:cubicBezTo>
                  <a:cubicBezTo>
                    <a:pt x="211" y="90"/>
                    <a:pt x="211" y="91"/>
                    <a:pt x="211" y="92"/>
                  </a:cubicBezTo>
                  <a:cubicBezTo>
                    <a:pt x="213" y="93"/>
                    <a:pt x="213" y="91"/>
                    <a:pt x="215" y="91"/>
                  </a:cubicBezTo>
                  <a:cubicBezTo>
                    <a:pt x="215" y="92"/>
                    <a:pt x="215" y="92"/>
                    <a:pt x="215" y="92"/>
                  </a:cubicBezTo>
                  <a:cubicBezTo>
                    <a:pt x="216" y="93"/>
                    <a:pt x="213" y="95"/>
                    <a:pt x="215" y="97"/>
                  </a:cubicBezTo>
                  <a:cubicBezTo>
                    <a:pt x="217" y="99"/>
                    <a:pt x="217" y="102"/>
                    <a:pt x="217" y="105"/>
                  </a:cubicBezTo>
                  <a:cubicBezTo>
                    <a:pt x="216" y="113"/>
                    <a:pt x="220" y="107"/>
                    <a:pt x="225" y="107"/>
                  </a:cubicBezTo>
                  <a:cubicBezTo>
                    <a:pt x="227" y="107"/>
                    <a:pt x="229" y="109"/>
                    <a:pt x="231" y="108"/>
                  </a:cubicBezTo>
                  <a:cubicBezTo>
                    <a:pt x="234" y="108"/>
                    <a:pt x="237" y="107"/>
                    <a:pt x="241" y="108"/>
                  </a:cubicBezTo>
                  <a:cubicBezTo>
                    <a:pt x="243" y="108"/>
                    <a:pt x="244" y="107"/>
                    <a:pt x="247" y="106"/>
                  </a:cubicBezTo>
                  <a:cubicBezTo>
                    <a:pt x="248" y="106"/>
                    <a:pt x="250" y="107"/>
                    <a:pt x="251" y="106"/>
                  </a:cubicBezTo>
                  <a:cubicBezTo>
                    <a:pt x="252" y="106"/>
                    <a:pt x="253" y="106"/>
                    <a:pt x="254" y="105"/>
                  </a:cubicBezTo>
                  <a:cubicBezTo>
                    <a:pt x="255" y="101"/>
                    <a:pt x="257" y="102"/>
                    <a:pt x="260" y="102"/>
                  </a:cubicBezTo>
                  <a:cubicBezTo>
                    <a:pt x="264" y="101"/>
                    <a:pt x="264" y="97"/>
                    <a:pt x="268" y="97"/>
                  </a:cubicBezTo>
                  <a:cubicBezTo>
                    <a:pt x="270" y="98"/>
                    <a:pt x="272" y="97"/>
                    <a:pt x="273" y="99"/>
                  </a:cubicBezTo>
                  <a:cubicBezTo>
                    <a:pt x="273" y="100"/>
                    <a:pt x="273" y="102"/>
                    <a:pt x="275" y="102"/>
                  </a:cubicBezTo>
                  <a:cubicBezTo>
                    <a:pt x="277" y="102"/>
                    <a:pt x="277" y="100"/>
                    <a:pt x="278" y="99"/>
                  </a:cubicBezTo>
                  <a:cubicBezTo>
                    <a:pt x="278" y="97"/>
                    <a:pt x="279" y="98"/>
                    <a:pt x="280" y="98"/>
                  </a:cubicBezTo>
                  <a:cubicBezTo>
                    <a:pt x="281" y="96"/>
                    <a:pt x="280" y="94"/>
                    <a:pt x="282" y="95"/>
                  </a:cubicBezTo>
                  <a:cubicBezTo>
                    <a:pt x="282" y="94"/>
                    <a:pt x="282" y="93"/>
                    <a:pt x="282" y="93"/>
                  </a:cubicBezTo>
                  <a:cubicBezTo>
                    <a:pt x="281" y="93"/>
                    <a:pt x="281" y="92"/>
                    <a:pt x="280" y="92"/>
                  </a:cubicBezTo>
                  <a:cubicBezTo>
                    <a:pt x="280" y="91"/>
                    <a:pt x="279" y="88"/>
                    <a:pt x="281" y="88"/>
                  </a:cubicBezTo>
                  <a:cubicBezTo>
                    <a:pt x="282" y="87"/>
                    <a:pt x="283" y="87"/>
                    <a:pt x="282" y="86"/>
                  </a:cubicBezTo>
                  <a:cubicBezTo>
                    <a:pt x="282" y="86"/>
                    <a:pt x="282" y="86"/>
                    <a:pt x="282" y="86"/>
                  </a:cubicBezTo>
                  <a:cubicBezTo>
                    <a:pt x="282" y="84"/>
                    <a:pt x="281" y="82"/>
                    <a:pt x="281" y="80"/>
                  </a:cubicBezTo>
                  <a:cubicBezTo>
                    <a:pt x="284" y="79"/>
                    <a:pt x="285" y="78"/>
                    <a:pt x="287" y="76"/>
                  </a:cubicBezTo>
                  <a:cubicBezTo>
                    <a:pt x="290" y="77"/>
                    <a:pt x="292" y="81"/>
                    <a:pt x="293" y="84"/>
                  </a:cubicBezTo>
                  <a:cubicBezTo>
                    <a:pt x="295" y="85"/>
                    <a:pt x="292" y="86"/>
                    <a:pt x="291" y="87"/>
                  </a:cubicBezTo>
                  <a:cubicBezTo>
                    <a:pt x="293" y="93"/>
                    <a:pt x="299" y="84"/>
                    <a:pt x="301" y="84"/>
                  </a:cubicBezTo>
                  <a:cubicBezTo>
                    <a:pt x="302" y="83"/>
                    <a:pt x="302" y="82"/>
                    <a:pt x="302" y="81"/>
                  </a:cubicBezTo>
                  <a:cubicBezTo>
                    <a:pt x="303" y="80"/>
                    <a:pt x="305" y="81"/>
                    <a:pt x="306" y="82"/>
                  </a:cubicBezTo>
                  <a:cubicBezTo>
                    <a:pt x="307" y="83"/>
                    <a:pt x="308" y="85"/>
                    <a:pt x="309" y="85"/>
                  </a:cubicBezTo>
                  <a:cubicBezTo>
                    <a:pt x="311" y="85"/>
                    <a:pt x="312" y="82"/>
                    <a:pt x="315" y="82"/>
                  </a:cubicBezTo>
                  <a:cubicBezTo>
                    <a:pt x="315" y="81"/>
                    <a:pt x="315" y="81"/>
                    <a:pt x="314" y="81"/>
                  </a:cubicBezTo>
                  <a:cubicBezTo>
                    <a:pt x="314" y="79"/>
                    <a:pt x="314" y="77"/>
                    <a:pt x="317" y="78"/>
                  </a:cubicBezTo>
                  <a:cubicBezTo>
                    <a:pt x="317" y="77"/>
                    <a:pt x="317" y="76"/>
                    <a:pt x="315" y="76"/>
                  </a:cubicBezTo>
                  <a:cubicBezTo>
                    <a:pt x="315" y="74"/>
                    <a:pt x="312" y="74"/>
                    <a:pt x="313" y="72"/>
                  </a:cubicBezTo>
                  <a:cubicBezTo>
                    <a:pt x="313" y="70"/>
                    <a:pt x="314" y="69"/>
                    <a:pt x="315" y="69"/>
                  </a:cubicBezTo>
                  <a:cubicBezTo>
                    <a:pt x="318" y="68"/>
                    <a:pt x="316" y="64"/>
                    <a:pt x="317" y="64"/>
                  </a:cubicBezTo>
                  <a:cubicBezTo>
                    <a:pt x="319" y="64"/>
                    <a:pt x="320" y="64"/>
                    <a:pt x="322" y="64"/>
                  </a:cubicBezTo>
                  <a:cubicBezTo>
                    <a:pt x="324" y="64"/>
                    <a:pt x="326" y="64"/>
                    <a:pt x="327" y="63"/>
                  </a:cubicBezTo>
                  <a:cubicBezTo>
                    <a:pt x="329" y="62"/>
                    <a:pt x="330" y="58"/>
                    <a:pt x="332" y="58"/>
                  </a:cubicBezTo>
                  <a:cubicBezTo>
                    <a:pt x="331" y="58"/>
                    <a:pt x="331" y="58"/>
                    <a:pt x="331" y="58"/>
                  </a:cubicBezTo>
                  <a:cubicBezTo>
                    <a:pt x="331" y="57"/>
                    <a:pt x="326" y="56"/>
                    <a:pt x="328" y="54"/>
                  </a:cubicBezTo>
                  <a:cubicBezTo>
                    <a:pt x="331" y="51"/>
                    <a:pt x="332" y="55"/>
                    <a:pt x="334" y="56"/>
                  </a:cubicBezTo>
                  <a:cubicBezTo>
                    <a:pt x="334" y="54"/>
                    <a:pt x="335" y="51"/>
                    <a:pt x="336" y="50"/>
                  </a:cubicBezTo>
                  <a:cubicBezTo>
                    <a:pt x="337" y="50"/>
                    <a:pt x="337" y="52"/>
                    <a:pt x="338" y="53"/>
                  </a:cubicBezTo>
                  <a:cubicBezTo>
                    <a:pt x="338" y="52"/>
                    <a:pt x="338" y="52"/>
                    <a:pt x="339" y="51"/>
                  </a:cubicBezTo>
                  <a:cubicBezTo>
                    <a:pt x="342" y="54"/>
                    <a:pt x="342" y="48"/>
                    <a:pt x="342" y="46"/>
                  </a:cubicBezTo>
                  <a:cubicBezTo>
                    <a:pt x="343" y="46"/>
                    <a:pt x="343" y="46"/>
                    <a:pt x="343" y="47"/>
                  </a:cubicBezTo>
                  <a:cubicBezTo>
                    <a:pt x="343" y="49"/>
                    <a:pt x="345" y="54"/>
                    <a:pt x="348" y="53"/>
                  </a:cubicBezTo>
                  <a:cubicBezTo>
                    <a:pt x="348" y="52"/>
                    <a:pt x="349" y="52"/>
                    <a:pt x="350" y="52"/>
                  </a:cubicBezTo>
                  <a:cubicBezTo>
                    <a:pt x="351" y="55"/>
                    <a:pt x="353" y="57"/>
                    <a:pt x="354" y="60"/>
                  </a:cubicBezTo>
                  <a:cubicBezTo>
                    <a:pt x="354" y="63"/>
                    <a:pt x="357" y="62"/>
                    <a:pt x="359" y="62"/>
                  </a:cubicBezTo>
                  <a:cubicBezTo>
                    <a:pt x="362" y="62"/>
                    <a:pt x="364" y="63"/>
                    <a:pt x="367" y="65"/>
                  </a:cubicBezTo>
                  <a:cubicBezTo>
                    <a:pt x="369" y="65"/>
                    <a:pt x="372" y="65"/>
                    <a:pt x="375" y="65"/>
                  </a:cubicBezTo>
                  <a:cubicBezTo>
                    <a:pt x="375" y="64"/>
                    <a:pt x="375" y="64"/>
                    <a:pt x="375" y="63"/>
                  </a:cubicBezTo>
                  <a:cubicBezTo>
                    <a:pt x="379" y="63"/>
                    <a:pt x="378" y="59"/>
                    <a:pt x="382" y="59"/>
                  </a:cubicBezTo>
                  <a:cubicBezTo>
                    <a:pt x="381" y="59"/>
                    <a:pt x="379" y="56"/>
                    <a:pt x="379" y="55"/>
                  </a:cubicBezTo>
                  <a:cubicBezTo>
                    <a:pt x="380" y="54"/>
                    <a:pt x="381" y="55"/>
                    <a:pt x="382" y="55"/>
                  </a:cubicBezTo>
                  <a:cubicBezTo>
                    <a:pt x="383" y="55"/>
                    <a:pt x="383" y="54"/>
                    <a:pt x="384" y="53"/>
                  </a:cubicBezTo>
                  <a:cubicBezTo>
                    <a:pt x="385" y="52"/>
                    <a:pt x="392" y="53"/>
                    <a:pt x="391" y="50"/>
                  </a:cubicBezTo>
                  <a:cubicBezTo>
                    <a:pt x="390" y="50"/>
                    <a:pt x="389" y="49"/>
                    <a:pt x="390" y="48"/>
                  </a:cubicBezTo>
                  <a:cubicBezTo>
                    <a:pt x="391" y="47"/>
                    <a:pt x="392" y="47"/>
                    <a:pt x="395" y="47"/>
                  </a:cubicBezTo>
                  <a:cubicBezTo>
                    <a:pt x="395" y="49"/>
                    <a:pt x="394" y="51"/>
                    <a:pt x="396" y="52"/>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9" name="Freeform 435">
              <a:extLst>
                <a:ext uri="{FF2B5EF4-FFF2-40B4-BE49-F238E27FC236}">
                  <a16:creationId xmlns:a16="http://schemas.microsoft.com/office/drawing/2014/main" id="{06C9B1F9-C030-4165-83F6-5C2C3213C7BF}"/>
                </a:ext>
              </a:extLst>
            </p:cNvPr>
            <p:cNvSpPr>
              <a:spLocks/>
            </p:cNvSpPr>
            <p:nvPr/>
          </p:nvSpPr>
          <p:spPr bwMode="auto">
            <a:xfrm>
              <a:off x="5451476" y="2743201"/>
              <a:ext cx="144463" cy="184150"/>
            </a:xfrm>
            <a:custGeom>
              <a:avLst/>
              <a:gdLst>
                <a:gd name="T0" fmla="*/ 0 w 41"/>
                <a:gd name="T1" fmla="*/ 44 h 52"/>
                <a:gd name="T2" fmla="*/ 0 w 41"/>
                <a:gd name="T3" fmla="*/ 44 h 52"/>
                <a:gd name="T4" fmla="*/ 1 w 41"/>
                <a:gd name="T5" fmla="*/ 38 h 52"/>
                <a:gd name="T6" fmla="*/ 2 w 41"/>
                <a:gd name="T7" fmla="*/ 35 h 52"/>
                <a:gd name="T8" fmla="*/ 2 w 41"/>
                <a:gd name="T9" fmla="*/ 29 h 52"/>
                <a:gd name="T10" fmla="*/ 5 w 41"/>
                <a:gd name="T11" fmla="*/ 26 h 52"/>
                <a:gd name="T12" fmla="*/ 5 w 41"/>
                <a:gd name="T13" fmla="*/ 23 h 52"/>
                <a:gd name="T14" fmla="*/ 6 w 41"/>
                <a:gd name="T15" fmla="*/ 21 h 52"/>
                <a:gd name="T16" fmla="*/ 8 w 41"/>
                <a:gd name="T17" fmla="*/ 18 h 52"/>
                <a:gd name="T18" fmla="*/ 9 w 41"/>
                <a:gd name="T19" fmla="*/ 13 h 52"/>
                <a:gd name="T20" fmla="*/ 7 w 41"/>
                <a:gd name="T21" fmla="*/ 9 h 52"/>
                <a:gd name="T22" fmla="*/ 10 w 41"/>
                <a:gd name="T23" fmla="*/ 9 h 52"/>
                <a:gd name="T24" fmla="*/ 14 w 41"/>
                <a:gd name="T25" fmla="*/ 9 h 52"/>
                <a:gd name="T26" fmla="*/ 18 w 41"/>
                <a:gd name="T27" fmla="*/ 6 h 52"/>
                <a:gd name="T28" fmla="*/ 20 w 41"/>
                <a:gd name="T29" fmla="*/ 8 h 52"/>
                <a:gd name="T30" fmla="*/ 20 w 41"/>
                <a:gd name="T31" fmla="*/ 6 h 52"/>
                <a:gd name="T32" fmla="*/ 22 w 41"/>
                <a:gd name="T33" fmla="*/ 4 h 52"/>
                <a:gd name="T34" fmla="*/ 25 w 41"/>
                <a:gd name="T35" fmla="*/ 5 h 52"/>
                <a:gd name="T36" fmla="*/ 25 w 41"/>
                <a:gd name="T37" fmla="*/ 2 h 52"/>
                <a:gd name="T38" fmla="*/ 27 w 41"/>
                <a:gd name="T39" fmla="*/ 2 h 52"/>
                <a:gd name="T40" fmla="*/ 27 w 41"/>
                <a:gd name="T41" fmla="*/ 1 h 52"/>
                <a:gd name="T42" fmla="*/ 30 w 41"/>
                <a:gd name="T43" fmla="*/ 1 h 52"/>
                <a:gd name="T44" fmla="*/ 31 w 41"/>
                <a:gd name="T45" fmla="*/ 3 h 52"/>
                <a:gd name="T46" fmla="*/ 33 w 41"/>
                <a:gd name="T47" fmla="*/ 3 h 52"/>
                <a:gd name="T48" fmla="*/ 36 w 41"/>
                <a:gd name="T49" fmla="*/ 4 h 52"/>
                <a:gd name="T50" fmla="*/ 38 w 41"/>
                <a:gd name="T51" fmla="*/ 8 h 52"/>
                <a:gd name="T52" fmla="*/ 40 w 41"/>
                <a:gd name="T53" fmla="*/ 12 h 52"/>
                <a:gd name="T54" fmla="*/ 39 w 41"/>
                <a:gd name="T55" fmla="*/ 16 h 52"/>
                <a:gd name="T56" fmla="*/ 40 w 41"/>
                <a:gd name="T57" fmla="*/ 19 h 52"/>
                <a:gd name="T58" fmla="*/ 38 w 41"/>
                <a:gd name="T59" fmla="*/ 23 h 52"/>
                <a:gd name="T60" fmla="*/ 36 w 41"/>
                <a:gd name="T61" fmla="*/ 28 h 52"/>
                <a:gd name="T62" fmla="*/ 35 w 41"/>
                <a:gd name="T63" fmla="*/ 28 h 52"/>
                <a:gd name="T64" fmla="*/ 35 w 41"/>
                <a:gd name="T65" fmla="*/ 29 h 52"/>
                <a:gd name="T66" fmla="*/ 36 w 41"/>
                <a:gd name="T67" fmla="*/ 30 h 52"/>
                <a:gd name="T68" fmla="*/ 38 w 41"/>
                <a:gd name="T69" fmla="*/ 37 h 52"/>
                <a:gd name="T70" fmla="*/ 41 w 41"/>
                <a:gd name="T71" fmla="*/ 39 h 52"/>
                <a:gd name="T72" fmla="*/ 40 w 41"/>
                <a:gd name="T73" fmla="*/ 44 h 52"/>
                <a:gd name="T74" fmla="*/ 37 w 41"/>
                <a:gd name="T75" fmla="*/ 47 h 52"/>
                <a:gd name="T76" fmla="*/ 35 w 41"/>
                <a:gd name="T77" fmla="*/ 46 h 52"/>
                <a:gd name="T78" fmla="*/ 33 w 41"/>
                <a:gd name="T79" fmla="*/ 48 h 52"/>
                <a:gd name="T80" fmla="*/ 29 w 41"/>
                <a:gd name="T81" fmla="*/ 47 h 52"/>
                <a:gd name="T82" fmla="*/ 23 w 41"/>
                <a:gd name="T83" fmla="*/ 46 h 52"/>
                <a:gd name="T84" fmla="*/ 23 w 41"/>
                <a:gd name="T85" fmla="*/ 48 h 52"/>
                <a:gd name="T86" fmla="*/ 15 w 41"/>
                <a:gd name="T87" fmla="*/ 50 h 52"/>
                <a:gd name="T88" fmla="*/ 11 w 41"/>
                <a:gd name="T89" fmla="*/ 49 h 52"/>
                <a:gd name="T90" fmla="*/ 5 w 41"/>
                <a:gd name="T91" fmla="*/ 49 h 52"/>
                <a:gd name="T92" fmla="*/ 4 w 41"/>
                <a:gd name="T93" fmla="*/ 48 h 52"/>
                <a:gd name="T94" fmla="*/ 0 w 41"/>
                <a:gd name="T95"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52">
                  <a:moveTo>
                    <a:pt x="0" y="44"/>
                  </a:moveTo>
                  <a:cubicBezTo>
                    <a:pt x="0" y="44"/>
                    <a:pt x="0" y="44"/>
                    <a:pt x="0" y="44"/>
                  </a:cubicBezTo>
                  <a:cubicBezTo>
                    <a:pt x="3" y="42"/>
                    <a:pt x="2" y="41"/>
                    <a:pt x="1" y="38"/>
                  </a:cubicBezTo>
                  <a:cubicBezTo>
                    <a:pt x="1" y="37"/>
                    <a:pt x="2" y="36"/>
                    <a:pt x="2" y="35"/>
                  </a:cubicBezTo>
                  <a:cubicBezTo>
                    <a:pt x="3" y="33"/>
                    <a:pt x="2" y="31"/>
                    <a:pt x="2" y="29"/>
                  </a:cubicBezTo>
                  <a:cubicBezTo>
                    <a:pt x="2" y="27"/>
                    <a:pt x="4" y="27"/>
                    <a:pt x="5" y="26"/>
                  </a:cubicBezTo>
                  <a:cubicBezTo>
                    <a:pt x="5" y="25"/>
                    <a:pt x="5" y="24"/>
                    <a:pt x="5" y="23"/>
                  </a:cubicBezTo>
                  <a:cubicBezTo>
                    <a:pt x="6" y="22"/>
                    <a:pt x="6" y="22"/>
                    <a:pt x="6" y="21"/>
                  </a:cubicBezTo>
                  <a:cubicBezTo>
                    <a:pt x="7" y="20"/>
                    <a:pt x="8" y="19"/>
                    <a:pt x="8" y="18"/>
                  </a:cubicBezTo>
                  <a:cubicBezTo>
                    <a:pt x="8" y="17"/>
                    <a:pt x="9" y="14"/>
                    <a:pt x="9" y="13"/>
                  </a:cubicBezTo>
                  <a:cubicBezTo>
                    <a:pt x="8" y="12"/>
                    <a:pt x="7" y="11"/>
                    <a:pt x="7" y="9"/>
                  </a:cubicBezTo>
                  <a:cubicBezTo>
                    <a:pt x="8" y="9"/>
                    <a:pt x="9" y="9"/>
                    <a:pt x="10" y="9"/>
                  </a:cubicBezTo>
                  <a:cubicBezTo>
                    <a:pt x="10" y="7"/>
                    <a:pt x="13" y="9"/>
                    <a:pt x="14" y="9"/>
                  </a:cubicBezTo>
                  <a:cubicBezTo>
                    <a:pt x="16" y="8"/>
                    <a:pt x="15" y="5"/>
                    <a:pt x="18" y="6"/>
                  </a:cubicBezTo>
                  <a:cubicBezTo>
                    <a:pt x="19" y="6"/>
                    <a:pt x="18" y="9"/>
                    <a:pt x="20" y="8"/>
                  </a:cubicBezTo>
                  <a:cubicBezTo>
                    <a:pt x="20" y="6"/>
                    <a:pt x="20" y="6"/>
                    <a:pt x="20" y="6"/>
                  </a:cubicBezTo>
                  <a:cubicBezTo>
                    <a:pt x="21" y="5"/>
                    <a:pt x="22" y="5"/>
                    <a:pt x="22" y="4"/>
                  </a:cubicBezTo>
                  <a:cubicBezTo>
                    <a:pt x="23" y="4"/>
                    <a:pt x="24" y="5"/>
                    <a:pt x="25" y="5"/>
                  </a:cubicBezTo>
                  <a:cubicBezTo>
                    <a:pt x="25" y="4"/>
                    <a:pt x="25" y="3"/>
                    <a:pt x="25" y="2"/>
                  </a:cubicBezTo>
                  <a:cubicBezTo>
                    <a:pt x="26" y="2"/>
                    <a:pt x="27" y="2"/>
                    <a:pt x="27" y="2"/>
                  </a:cubicBezTo>
                  <a:cubicBezTo>
                    <a:pt x="27" y="2"/>
                    <a:pt x="27" y="1"/>
                    <a:pt x="27" y="1"/>
                  </a:cubicBezTo>
                  <a:cubicBezTo>
                    <a:pt x="28" y="1"/>
                    <a:pt x="29" y="0"/>
                    <a:pt x="30" y="1"/>
                  </a:cubicBezTo>
                  <a:cubicBezTo>
                    <a:pt x="31" y="2"/>
                    <a:pt x="29" y="3"/>
                    <a:pt x="31" y="3"/>
                  </a:cubicBezTo>
                  <a:cubicBezTo>
                    <a:pt x="32" y="3"/>
                    <a:pt x="32" y="3"/>
                    <a:pt x="33" y="3"/>
                  </a:cubicBezTo>
                  <a:cubicBezTo>
                    <a:pt x="34" y="3"/>
                    <a:pt x="35" y="3"/>
                    <a:pt x="36" y="4"/>
                  </a:cubicBezTo>
                  <a:cubicBezTo>
                    <a:pt x="38" y="5"/>
                    <a:pt x="38" y="6"/>
                    <a:pt x="38" y="8"/>
                  </a:cubicBezTo>
                  <a:cubicBezTo>
                    <a:pt x="38" y="10"/>
                    <a:pt x="37" y="12"/>
                    <a:pt x="40" y="12"/>
                  </a:cubicBezTo>
                  <a:cubicBezTo>
                    <a:pt x="40" y="13"/>
                    <a:pt x="40" y="14"/>
                    <a:pt x="39" y="16"/>
                  </a:cubicBezTo>
                  <a:cubicBezTo>
                    <a:pt x="39" y="16"/>
                    <a:pt x="37" y="19"/>
                    <a:pt x="40" y="19"/>
                  </a:cubicBezTo>
                  <a:cubicBezTo>
                    <a:pt x="40" y="20"/>
                    <a:pt x="39" y="22"/>
                    <a:pt x="38" y="23"/>
                  </a:cubicBezTo>
                  <a:cubicBezTo>
                    <a:pt x="38" y="25"/>
                    <a:pt x="36" y="26"/>
                    <a:pt x="36" y="28"/>
                  </a:cubicBezTo>
                  <a:cubicBezTo>
                    <a:pt x="35" y="28"/>
                    <a:pt x="35" y="28"/>
                    <a:pt x="35" y="28"/>
                  </a:cubicBezTo>
                  <a:cubicBezTo>
                    <a:pt x="35" y="28"/>
                    <a:pt x="35" y="29"/>
                    <a:pt x="35" y="29"/>
                  </a:cubicBezTo>
                  <a:cubicBezTo>
                    <a:pt x="36" y="30"/>
                    <a:pt x="36" y="30"/>
                    <a:pt x="36" y="30"/>
                  </a:cubicBezTo>
                  <a:cubicBezTo>
                    <a:pt x="36" y="32"/>
                    <a:pt x="36" y="35"/>
                    <a:pt x="38" y="37"/>
                  </a:cubicBezTo>
                  <a:cubicBezTo>
                    <a:pt x="39" y="38"/>
                    <a:pt x="40" y="38"/>
                    <a:pt x="41" y="39"/>
                  </a:cubicBezTo>
                  <a:cubicBezTo>
                    <a:pt x="41" y="41"/>
                    <a:pt x="40" y="42"/>
                    <a:pt x="40" y="44"/>
                  </a:cubicBezTo>
                  <a:cubicBezTo>
                    <a:pt x="37" y="43"/>
                    <a:pt x="37" y="45"/>
                    <a:pt x="37" y="47"/>
                  </a:cubicBezTo>
                  <a:cubicBezTo>
                    <a:pt x="36" y="47"/>
                    <a:pt x="36" y="47"/>
                    <a:pt x="35" y="46"/>
                  </a:cubicBezTo>
                  <a:cubicBezTo>
                    <a:pt x="34" y="47"/>
                    <a:pt x="34" y="48"/>
                    <a:pt x="33" y="48"/>
                  </a:cubicBezTo>
                  <a:cubicBezTo>
                    <a:pt x="32" y="45"/>
                    <a:pt x="32" y="48"/>
                    <a:pt x="29" y="47"/>
                  </a:cubicBezTo>
                  <a:cubicBezTo>
                    <a:pt x="27" y="47"/>
                    <a:pt x="26" y="44"/>
                    <a:pt x="23" y="46"/>
                  </a:cubicBezTo>
                  <a:cubicBezTo>
                    <a:pt x="23" y="47"/>
                    <a:pt x="23" y="47"/>
                    <a:pt x="23" y="48"/>
                  </a:cubicBezTo>
                  <a:cubicBezTo>
                    <a:pt x="20" y="50"/>
                    <a:pt x="19" y="52"/>
                    <a:pt x="15" y="50"/>
                  </a:cubicBezTo>
                  <a:cubicBezTo>
                    <a:pt x="13" y="49"/>
                    <a:pt x="13" y="49"/>
                    <a:pt x="11" y="49"/>
                  </a:cubicBezTo>
                  <a:cubicBezTo>
                    <a:pt x="9" y="49"/>
                    <a:pt x="7" y="49"/>
                    <a:pt x="5" y="49"/>
                  </a:cubicBezTo>
                  <a:cubicBezTo>
                    <a:pt x="4" y="48"/>
                    <a:pt x="4" y="48"/>
                    <a:pt x="4" y="48"/>
                  </a:cubicBezTo>
                  <a:cubicBezTo>
                    <a:pt x="2" y="46"/>
                    <a:pt x="4" y="45"/>
                    <a:pt x="0" y="4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0" name="Freeform 436">
              <a:extLst>
                <a:ext uri="{FF2B5EF4-FFF2-40B4-BE49-F238E27FC236}">
                  <a16:creationId xmlns:a16="http://schemas.microsoft.com/office/drawing/2014/main" id="{9F4E31C2-C3AA-4555-BD20-3187AE327609}"/>
                </a:ext>
              </a:extLst>
            </p:cNvPr>
            <p:cNvSpPr>
              <a:spLocks/>
            </p:cNvSpPr>
            <p:nvPr/>
          </p:nvSpPr>
          <p:spPr bwMode="auto">
            <a:xfrm>
              <a:off x="3179763" y="5332413"/>
              <a:ext cx="434975" cy="806450"/>
            </a:xfrm>
            <a:custGeom>
              <a:avLst/>
              <a:gdLst>
                <a:gd name="T0" fmla="*/ 95 w 123"/>
                <a:gd name="T1" fmla="*/ 222 h 228"/>
                <a:gd name="T2" fmla="*/ 81 w 123"/>
                <a:gd name="T3" fmla="*/ 201 h 228"/>
                <a:gd name="T4" fmla="*/ 77 w 123"/>
                <a:gd name="T5" fmla="*/ 196 h 228"/>
                <a:gd name="T6" fmla="*/ 76 w 123"/>
                <a:gd name="T7" fmla="*/ 193 h 228"/>
                <a:gd name="T8" fmla="*/ 73 w 123"/>
                <a:gd name="T9" fmla="*/ 188 h 228"/>
                <a:gd name="T10" fmla="*/ 71 w 123"/>
                <a:gd name="T11" fmla="*/ 181 h 228"/>
                <a:gd name="T12" fmla="*/ 72 w 123"/>
                <a:gd name="T13" fmla="*/ 189 h 228"/>
                <a:gd name="T14" fmla="*/ 67 w 123"/>
                <a:gd name="T15" fmla="*/ 175 h 228"/>
                <a:gd name="T16" fmla="*/ 64 w 123"/>
                <a:gd name="T17" fmla="*/ 153 h 228"/>
                <a:gd name="T18" fmla="*/ 64 w 123"/>
                <a:gd name="T19" fmla="*/ 147 h 228"/>
                <a:gd name="T20" fmla="*/ 67 w 123"/>
                <a:gd name="T21" fmla="*/ 159 h 228"/>
                <a:gd name="T22" fmla="*/ 71 w 123"/>
                <a:gd name="T23" fmla="*/ 162 h 228"/>
                <a:gd name="T24" fmla="*/ 68 w 123"/>
                <a:gd name="T25" fmla="*/ 152 h 228"/>
                <a:gd name="T26" fmla="*/ 61 w 123"/>
                <a:gd name="T27" fmla="*/ 140 h 228"/>
                <a:gd name="T28" fmla="*/ 61 w 123"/>
                <a:gd name="T29" fmla="*/ 132 h 228"/>
                <a:gd name="T30" fmla="*/ 61 w 123"/>
                <a:gd name="T31" fmla="*/ 131 h 228"/>
                <a:gd name="T32" fmla="*/ 57 w 123"/>
                <a:gd name="T33" fmla="*/ 125 h 228"/>
                <a:gd name="T34" fmla="*/ 54 w 123"/>
                <a:gd name="T35" fmla="*/ 115 h 228"/>
                <a:gd name="T36" fmla="*/ 54 w 123"/>
                <a:gd name="T37" fmla="*/ 115 h 228"/>
                <a:gd name="T38" fmla="*/ 49 w 123"/>
                <a:gd name="T39" fmla="*/ 106 h 228"/>
                <a:gd name="T40" fmla="*/ 50 w 123"/>
                <a:gd name="T41" fmla="*/ 102 h 228"/>
                <a:gd name="T42" fmla="*/ 48 w 123"/>
                <a:gd name="T43" fmla="*/ 105 h 228"/>
                <a:gd name="T44" fmla="*/ 45 w 123"/>
                <a:gd name="T45" fmla="*/ 92 h 228"/>
                <a:gd name="T46" fmla="*/ 45 w 123"/>
                <a:gd name="T47" fmla="*/ 80 h 228"/>
                <a:gd name="T48" fmla="*/ 41 w 123"/>
                <a:gd name="T49" fmla="*/ 75 h 228"/>
                <a:gd name="T50" fmla="*/ 38 w 123"/>
                <a:gd name="T51" fmla="*/ 70 h 228"/>
                <a:gd name="T52" fmla="*/ 34 w 123"/>
                <a:gd name="T53" fmla="*/ 65 h 228"/>
                <a:gd name="T54" fmla="*/ 33 w 123"/>
                <a:gd name="T55" fmla="*/ 60 h 228"/>
                <a:gd name="T56" fmla="*/ 26 w 123"/>
                <a:gd name="T57" fmla="*/ 50 h 228"/>
                <a:gd name="T58" fmla="*/ 22 w 123"/>
                <a:gd name="T59" fmla="*/ 43 h 228"/>
                <a:gd name="T60" fmla="*/ 14 w 123"/>
                <a:gd name="T61" fmla="*/ 38 h 228"/>
                <a:gd name="T62" fmla="*/ 9 w 123"/>
                <a:gd name="T63" fmla="*/ 23 h 228"/>
                <a:gd name="T64" fmla="*/ 3 w 123"/>
                <a:gd name="T65" fmla="*/ 1 h 228"/>
                <a:gd name="T66" fmla="*/ 11 w 123"/>
                <a:gd name="T67" fmla="*/ 7 h 228"/>
                <a:gd name="T68" fmla="*/ 18 w 123"/>
                <a:gd name="T69" fmla="*/ 12 h 228"/>
                <a:gd name="T70" fmla="*/ 25 w 123"/>
                <a:gd name="T71" fmla="*/ 16 h 228"/>
                <a:gd name="T72" fmla="*/ 30 w 123"/>
                <a:gd name="T73" fmla="*/ 26 h 228"/>
                <a:gd name="T74" fmla="*/ 51 w 123"/>
                <a:gd name="T75" fmla="*/ 45 h 228"/>
                <a:gd name="T76" fmla="*/ 66 w 123"/>
                <a:gd name="T77" fmla="*/ 49 h 228"/>
                <a:gd name="T78" fmla="*/ 77 w 123"/>
                <a:gd name="T79" fmla="*/ 57 h 228"/>
                <a:gd name="T80" fmla="*/ 73 w 123"/>
                <a:gd name="T81" fmla="*/ 64 h 228"/>
                <a:gd name="T82" fmla="*/ 76 w 123"/>
                <a:gd name="T83" fmla="*/ 72 h 228"/>
                <a:gd name="T84" fmla="*/ 76 w 123"/>
                <a:gd name="T85" fmla="*/ 83 h 228"/>
                <a:gd name="T86" fmla="*/ 87 w 123"/>
                <a:gd name="T87" fmla="*/ 98 h 228"/>
                <a:gd name="T88" fmla="*/ 95 w 123"/>
                <a:gd name="T89" fmla="*/ 125 h 228"/>
                <a:gd name="T90" fmla="*/ 108 w 123"/>
                <a:gd name="T91" fmla="*/ 129 h 228"/>
                <a:gd name="T92" fmla="*/ 113 w 123"/>
                <a:gd name="T93" fmla="*/ 152 h 228"/>
                <a:gd name="T94" fmla="*/ 116 w 123"/>
                <a:gd name="T95" fmla="*/ 166 h 228"/>
                <a:gd name="T96" fmla="*/ 112 w 123"/>
                <a:gd name="T97" fmla="*/ 189 h 228"/>
                <a:gd name="T98" fmla="*/ 109 w 123"/>
                <a:gd name="T99" fmla="*/ 207 h 228"/>
                <a:gd name="T100" fmla="*/ 109 w 123"/>
                <a:gd name="T101" fmla="*/ 221 h 228"/>
                <a:gd name="T102" fmla="*/ 102 w 123"/>
                <a:gd name="T10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 h="228">
                  <a:moveTo>
                    <a:pt x="102" y="228"/>
                  </a:moveTo>
                  <a:cubicBezTo>
                    <a:pt x="102" y="228"/>
                    <a:pt x="102" y="228"/>
                    <a:pt x="102" y="228"/>
                  </a:cubicBezTo>
                  <a:cubicBezTo>
                    <a:pt x="101" y="227"/>
                    <a:pt x="100" y="226"/>
                    <a:pt x="99" y="225"/>
                  </a:cubicBezTo>
                  <a:cubicBezTo>
                    <a:pt x="97" y="224"/>
                    <a:pt x="96" y="224"/>
                    <a:pt x="95" y="222"/>
                  </a:cubicBezTo>
                  <a:cubicBezTo>
                    <a:pt x="94" y="220"/>
                    <a:pt x="94" y="219"/>
                    <a:pt x="92" y="217"/>
                  </a:cubicBezTo>
                  <a:cubicBezTo>
                    <a:pt x="90" y="214"/>
                    <a:pt x="87" y="212"/>
                    <a:pt x="85" y="209"/>
                  </a:cubicBezTo>
                  <a:cubicBezTo>
                    <a:pt x="83" y="207"/>
                    <a:pt x="79" y="203"/>
                    <a:pt x="79" y="200"/>
                  </a:cubicBezTo>
                  <a:cubicBezTo>
                    <a:pt x="80" y="200"/>
                    <a:pt x="80" y="200"/>
                    <a:pt x="81" y="201"/>
                  </a:cubicBezTo>
                  <a:cubicBezTo>
                    <a:pt x="81" y="200"/>
                    <a:pt x="81" y="199"/>
                    <a:pt x="81" y="199"/>
                  </a:cubicBezTo>
                  <a:cubicBezTo>
                    <a:pt x="81" y="199"/>
                    <a:pt x="78" y="199"/>
                    <a:pt x="78" y="199"/>
                  </a:cubicBezTo>
                  <a:cubicBezTo>
                    <a:pt x="77" y="198"/>
                    <a:pt x="75" y="197"/>
                    <a:pt x="76" y="196"/>
                  </a:cubicBezTo>
                  <a:cubicBezTo>
                    <a:pt x="76" y="196"/>
                    <a:pt x="77" y="196"/>
                    <a:pt x="77" y="196"/>
                  </a:cubicBezTo>
                  <a:cubicBezTo>
                    <a:pt x="77" y="196"/>
                    <a:pt x="77" y="195"/>
                    <a:pt x="76" y="195"/>
                  </a:cubicBezTo>
                  <a:cubicBezTo>
                    <a:pt x="77" y="194"/>
                    <a:pt x="79" y="194"/>
                    <a:pt x="80" y="193"/>
                  </a:cubicBezTo>
                  <a:cubicBezTo>
                    <a:pt x="79" y="192"/>
                    <a:pt x="78" y="191"/>
                    <a:pt x="76" y="191"/>
                  </a:cubicBezTo>
                  <a:cubicBezTo>
                    <a:pt x="76" y="192"/>
                    <a:pt x="76" y="192"/>
                    <a:pt x="76" y="193"/>
                  </a:cubicBezTo>
                  <a:cubicBezTo>
                    <a:pt x="75" y="193"/>
                    <a:pt x="74" y="193"/>
                    <a:pt x="74" y="194"/>
                  </a:cubicBezTo>
                  <a:cubicBezTo>
                    <a:pt x="73" y="192"/>
                    <a:pt x="74" y="191"/>
                    <a:pt x="72" y="190"/>
                  </a:cubicBezTo>
                  <a:cubicBezTo>
                    <a:pt x="72" y="190"/>
                    <a:pt x="73" y="190"/>
                    <a:pt x="73" y="189"/>
                  </a:cubicBezTo>
                  <a:cubicBezTo>
                    <a:pt x="73" y="189"/>
                    <a:pt x="73" y="188"/>
                    <a:pt x="73" y="188"/>
                  </a:cubicBezTo>
                  <a:cubicBezTo>
                    <a:pt x="73" y="187"/>
                    <a:pt x="73" y="187"/>
                    <a:pt x="73" y="186"/>
                  </a:cubicBezTo>
                  <a:cubicBezTo>
                    <a:pt x="72" y="185"/>
                    <a:pt x="72" y="185"/>
                    <a:pt x="72" y="184"/>
                  </a:cubicBezTo>
                  <a:cubicBezTo>
                    <a:pt x="72" y="184"/>
                    <a:pt x="72" y="183"/>
                    <a:pt x="71" y="182"/>
                  </a:cubicBezTo>
                  <a:cubicBezTo>
                    <a:pt x="71" y="182"/>
                    <a:pt x="71" y="182"/>
                    <a:pt x="71" y="181"/>
                  </a:cubicBezTo>
                  <a:cubicBezTo>
                    <a:pt x="71" y="182"/>
                    <a:pt x="71" y="182"/>
                    <a:pt x="72" y="183"/>
                  </a:cubicBezTo>
                  <a:cubicBezTo>
                    <a:pt x="72" y="184"/>
                    <a:pt x="72" y="184"/>
                    <a:pt x="72" y="185"/>
                  </a:cubicBezTo>
                  <a:cubicBezTo>
                    <a:pt x="72" y="185"/>
                    <a:pt x="72" y="186"/>
                    <a:pt x="72" y="187"/>
                  </a:cubicBezTo>
                  <a:cubicBezTo>
                    <a:pt x="72" y="187"/>
                    <a:pt x="72" y="188"/>
                    <a:pt x="72" y="189"/>
                  </a:cubicBezTo>
                  <a:cubicBezTo>
                    <a:pt x="71" y="189"/>
                    <a:pt x="71" y="188"/>
                    <a:pt x="71" y="187"/>
                  </a:cubicBezTo>
                  <a:cubicBezTo>
                    <a:pt x="71" y="186"/>
                    <a:pt x="71" y="185"/>
                    <a:pt x="71" y="184"/>
                  </a:cubicBezTo>
                  <a:cubicBezTo>
                    <a:pt x="70" y="183"/>
                    <a:pt x="69" y="181"/>
                    <a:pt x="69" y="179"/>
                  </a:cubicBezTo>
                  <a:cubicBezTo>
                    <a:pt x="68" y="178"/>
                    <a:pt x="67" y="176"/>
                    <a:pt x="67" y="175"/>
                  </a:cubicBezTo>
                  <a:cubicBezTo>
                    <a:pt x="66" y="173"/>
                    <a:pt x="67" y="171"/>
                    <a:pt x="66" y="170"/>
                  </a:cubicBezTo>
                  <a:cubicBezTo>
                    <a:pt x="65" y="168"/>
                    <a:pt x="65" y="167"/>
                    <a:pt x="64" y="165"/>
                  </a:cubicBezTo>
                  <a:cubicBezTo>
                    <a:pt x="64" y="163"/>
                    <a:pt x="64" y="161"/>
                    <a:pt x="64" y="159"/>
                  </a:cubicBezTo>
                  <a:cubicBezTo>
                    <a:pt x="64" y="157"/>
                    <a:pt x="64" y="155"/>
                    <a:pt x="64" y="153"/>
                  </a:cubicBezTo>
                  <a:cubicBezTo>
                    <a:pt x="63" y="149"/>
                    <a:pt x="61" y="145"/>
                    <a:pt x="61" y="141"/>
                  </a:cubicBezTo>
                  <a:cubicBezTo>
                    <a:pt x="61" y="142"/>
                    <a:pt x="62" y="142"/>
                    <a:pt x="62" y="143"/>
                  </a:cubicBezTo>
                  <a:cubicBezTo>
                    <a:pt x="62" y="143"/>
                    <a:pt x="63" y="144"/>
                    <a:pt x="63" y="144"/>
                  </a:cubicBezTo>
                  <a:cubicBezTo>
                    <a:pt x="63" y="145"/>
                    <a:pt x="64" y="146"/>
                    <a:pt x="64" y="147"/>
                  </a:cubicBezTo>
                  <a:cubicBezTo>
                    <a:pt x="64" y="148"/>
                    <a:pt x="65" y="150"/>
                    <a:pt x="65" y="151"/>
                  </a:cubicBezTo>
                  <a:cubicBezTo>
                    <a:pt x="66" y="152"/>
                    <a:pt x="65" y="153"/>
                    <a:pt x="66" y="154"/>
                  </a:cubicBezTo>
                  <a:cubicBezTo>
                    <a:pt x="66" y="156"/>
                    <a:pt x="68" y="155"/>
                    <a:pt x="68" y="157"/>
                  </a:cubicBezTo>
                  <a:cubicBezTo>
                    <a:pt x="68" y="158"/>
                    <a:pt x="67" y="159"/>
                    <a:pt x="67" y="159"/>
                  </a:cubicBezTo>
                  <a:cubicBezTo>
                    <a:pt x="66" y="161"/>
                    <a:pt x="66" y="162"/>
                    <a:pt x="66" y="163"/>
                  </a:cubicBezTo>
                  <a:cubicBezTo>
                    <a:pt x="66" y="165"/>
                    <a:pt x="68" y="165"/>
                    <a:pt x="69" y="165"/>
                  </a:cubicBezTo>
                  <a:cubicBezTo>
                    <a:pt x="71" y="165"/>
                    <a:pt x="72" y="166"/>
                    <a:pt x="74" y="166"/>
                  </a:cubicBezTo>
                  <a:cubicBezTo>
                    <a:pt x="74" y="164"/>
                    <a:pt x="73" y="163"/>
                    <a:pt x="71" y="162"/>
                  </a:cubicBezTo>
                  <a:cubicBezTo>
                    <a:pt x="71" y="163"/>
                    <a:pt x="71" y="163"/>
                    <a:pt x="71" y="163"/>
                  </a:cubicBezTo>
                  <a:cubicBezTo>
                    <a:pt x="71" y="163"/>
                    <a:pt x="70" y="163"/>
                    <a:pt x="69" y="163"/>
                  </a:cubicBezTo>
                  <a:cubicBezTo>
                    <a:pt x="69" y="161"/>
                    <a:pt x="69" y="158"/>
                    <a:pt x="69" y="155"/>
                  </a:cubicBezTo>
                  <a:cubicBezTo>
                    <a:pt x="69" y="154"/>
                    <a:pt x="68" y="154"/>
                    <a:pt x="68" y="152"/>
                  </a:cubicBezTo>
                  <a:cubicBezTo>
                    <a:pt x="68" y="151"/>
                    <a:pt x="68" y="150"/>
                    <a:pt x="68" y="149"/>
                  </a:cubicBezTo>
                  <a:cubicBezTo>
                    <a:pt x="68" y="147"/>
                    <a:pt x="67" y="147"/>
                    <a:pt x="66" y="146"/>
                  </a:cubicBezTo>
                  <a:cubicBezTo>
                    <a:pt x="65" y="145"/>
                    <a:pt x="65" y="144"/>
                    <a:pt x="64" y="143"/>
                  </a:cubicBezTo>
                  <a:cubicBezTo>
                    <a:pt x="63" y="142"/>
                    <a:pt x="62" y="141"/>
                    <a:pt x="61" y="140"/>
                  </a:cubicBezTo>
                  <a:cubicBezTo>
                    <a:pt x="60" y="139"/>
                    <a:pt x="60" y="138"/>
                    <a:pt x="60" y="136"/>
                  </a:cubicBezTo>
                  <a:cubicBezTo>
                    <a:pt x="60" y="136"/>
                    <a:pt x="60" y="135"/>
                    <a:pt x="59" y="134"/>
                  </a:cubicBezTo>
                  <a:cubicBezTo>
                    <a:pt x="60" y="134"/>
                    <a:pt x="60" y="134"/>
                    <a:pt x="60" y="134"/>
                  </a:cubicBezTo>
                  <a:cubicBezTo>
                    <a:pt x="60" y="133"/>
                    <a:pt x="60" y="131"/>
                    <a:pt x="61" y="132"/>
                  </a:cubicBezTo>
                  <a:cubicBezTo>
                    <a:pt x="61" y="132"/>
                    <a:pt x="61" y="132"/>
                    <a:pt x="61" y="132"/>
                  </a:cubicBezTo>
                  <a:cubicBezTo>
                    <a:pt x="62" y="132"/>
                    <a:pt x="62" y="134"/>
                    <a:pt x="63" y="133"/>
                  </a:cubicBezTo>
                  <a:cubicBezTo>
                    <a:pt x="62" y="134"/>
                    <a:pt x="61" y="129"/>
                    <a:pt x="60" y="128"/>
                  </a:cubicBezTo>
                  <a:cubicBezTo>
                    <a:pt x="60" y="129"/>
                    <a:pt x="61" y="130"/>
                    <a:pt x="61" y="131"/>
                  </a:cubicBezTo>
                  <a:cubicBezTo>
                    <a:pt x="60" y="131"/>
                    <a:pt x="59" y="130"/>
                    <a:pt x="58" y="131"/>
                  </a:cubicBezTo>
                  <a:cubicBezTo>
                    <a:pt x="58" y="130"/>
                    <a:pt x="58" y="128"/>
                    <a:pt x="58" y="127"/>
                  </a:cubicBezTo>
                  <a:cubicBezTo>
                    <a:pt x="57" y="126"/>
                    <a:pt x="57" y="126"/>
                    <a:pt x="57" y="126"/>
                  </a:cubicBezTo>
                  <a:cubicBezTo>
                    <a:pt x="57" y="125"/>
                    <a:pt x="57" y="125"/>
                    <a:pt x="57" y="125"/>
                  </a:cubicBezTo>
                  <a:cubicBezTo>
                    <a:pt x="57" y="124"/>
                    <a:pt x="57" y="123"/>
                    <a:pt x="57" y="123"/>
                  </a:cubicBezTo>
                  <a:cubicBezTo>
                    <a:pt x="57" y="122"/>
                    <a:pt x="56" y="122"/>
                    <a:pt x="56" y="121"/>
                  </a:cubicBezTo>
                  <a:cubicBezTo>
                    <a:pt x="56" y="120"/>
                    <a:pt x="56" y="120"/>
                    <a:pt x="55" y="119"/>
                  </a:cubicBezTo>
                  <a:cubicBezTo>
                    <a:pt x="55" y="118"/>
                    <a:pt x="54" y="117"/>
                    <a:pt x="54" y="115"/>
                  </a:cubicBezTo>
                  <a:cubicBezTo>
                    <a:pt x="55" y="115"/>
                    <a:pt x="55" y="115"/>
                    <a:pt x="55" y="115"/>
                  </a:cubicBezTo>
                  <a:cubicBezTo>
                    <a:pt x="55" y="117"/>
                    <a:pt x="55" y="117"/>
                    <a:pt x="57" y="117"/>
                  </a:cubicBezTo>
                  <a:cubicBezTo>
                    <a:pt x="56" y="117"/>
                    <a:pt x="56" y="115"/>
                    <a:pt x="55" y="115"/>
                  </a:cubicBezTo>
                  <a:cubicBezTo>
                    <a:pt x="55" y="114"/>
                    <a:pt x="54" y="114"/>
                    <a:pt x="54" y="115"/>
                  </a:cubicBezTo>
                  <a:cubicBezTo>
                    <a:pt x="52" y="115"/>
                    <a:pt x="52" y="113"/>
                    <a:pt x="52" y="113"/>
                  </a:cubicBezTo>
                  <a:cubicBezTo>
                    <a:pt x="52" y="112"/>
                    <a:pt x="52" y="111"/>
                    <a:pt x="51" y="111"/>
                  </a:cubicBezTo>
                  <a:cubicBezTo>
                    <a:pt x="51" y="110"/>
                    <a:pt x="50" y="108"/>
                    <a:pt x="49" y="108"/>
                  </a:cubicBezTo>
                  <a:cubicBezTo>
                    <a:pt x="49" y="107"/>
                    <a:pt x="49" y="107"/>
                    <a:pt x="49" y="106"/>
                  </a:cubicBezTo>
                  <a:cubicBezTo>
                    <a:pt x="49" y="106"/>
                    <a:pt x="50" y="106"/>
                    <a:pt x="51" y="106"/>
                  </a:cubicBezTo>
                  <a:cubicBezTo>
                    <a:pt x="51" y="106"/>
                    <a:pt x="50" y="105"/>
                    <a:pt x="50" y="104"/>
                  </a:cubicBezTo>
                  <a:cubicBezTo>
                    <a:pt x="51" y="104"/>
                    <a:pt x="51" y="104"/>
                    <a:pt x="51" y="103"/>
                  </a:cubicBezTo>
                  <a:cubicBezTo>
                    <a:pt x="51" y="102"/>
                    <a:pt x="50" y="102"/>
                    <a:pt x="50" y="102"/>
                  </a:cubicBezTo>
                  <a:cubicBezTo>
                    <a:pt x="49" y="102"/>
                    <a:pt x="49" y="102"/>
                    <a:pt x="49" y="102"/>
                  </a:cubicBezTo>
                  <a:cubicBezTo>
                    <a:pt x="49" y="102"/>
                    <a:pt x="49" y="103"/>
                    <a:pt x="49" y="103"/>
                  </a:cubicBezTo>
                  <a:cubicBezTo>
                    <a:pt x="49" y="103"/>
                    <a:pt x="49" y="103"/>
                    <a:pt x="49" y="103"/>
                  </a:cubicBezTo>
                  <a:cubicBezTo>
                    <a:pt x="48" y="104"/>
                    <a:pt x="48" y="105"/>
                    <a:pt x="48" y="105"/>
                  </a:cubicBezTo>
                  <a:cubicBezTo>
                    <a:pt x="48" y="105"/>
                    <a:pt x="48" y="103"/>
                    <a:pt x="48" y="102"/>
                  </a:cubicBezTo>
                  <a:cubicBezTo>
                    <a:pt x="48" y="101"/>
                    <a:pt x="47" y="100"/>
                    <a:pt x="47" y="99"/>
                  </a:cubicBezTo>
                  <a:cubicBezTo>
                    <a:pt x="47" y="98"/>
                    <a:pt x="47" y="96"/>
                    <a:pt x="47" y="95"/>
                  </a:cubicBezTo>
                  <a:cubicBezTo>
                    <a:pt x="46" y="94"/>
                    <a:pt x="46" y="93"/>
                    <a:pt x="45" y="92"/>
                  </a:cubicBezTo>
                  <a:cubicBezTo>
                    <a:pt x="45" y="91"/>
                    <a:pt x="45" y="90"/>
                    <a:pt x="45" y="89"/>
                  </a:cubicBezTo>
                  <a:cubicBezTo>
                    <a:pt x="45" y="88"/>
                    <a:pt x="45" y="87"/>
                    <a:pt x="44" y="86"/>
                  </a:cubicBezTo>
                  <a:cubicBezTo>
                    <a:pt x="44" y="85"/>
                    <a:pt x="43" y="83"/>
                    <a:pt x="43" y="83"/>
                  </a:cubicBezTo>
                  <a:cubicBezTo>
                    <a:pt x="43" y="81"/>
                    <a:pt x="45" y="82"/>
                    <a:pt x="45" y="80"/>
                  </a:cubicBezTo>
                  <a:cubicBezTo>
                    <a:pt x="44" y="80"/>
                    <a:pt x="43" y="80"/>
                    <a:pt x="43" y="81"/>
                  </a:cubicBezTo>
                  <a:cubicBezTo>
                    <a:pt x="42" y="81"/>
                    <a:pt x="42" y="81"/>
                    <a:pt x="42" y="81"/>
                  </a:cubicBezTo>
                  <a:cubicBezTo>
                    <a:pt x="42" y="79"/>
                    <a:pt x="41" y="78"/>
                    <a:pt x="41" y="77"/>
                  </a:cubicBezTo>
                  <a:cubicBezTo>
                    <a:pt x="41" y="76"/>
                    <a:pt x="41" y="75"/>
                    <a:pt x="41" y="75"/>
                  </a:cubicBezTo>
                  <a:cubicBezTo>
                    <a:pt x="41" y="74"/>
                    <a:pt x="40" y="74"/>
                    <a:pt x="40" y="73"/>
                  </a:cubicBezTo>
                  <a:cubicBezTo>
                    <a:pt x="41" y="73"/>
                    <a:pt x="42" y="73"/>
                    <a:pt x="43" y="73"/>
                  </a:cubicBezTo>
                  <a:cubicBezTo>
                    <a:pt x="43" y="72"/>
                    <a:pt x="40" y="73"/>
                    <a:pt x="39" y="72"/>
                  </a:cubicBezTo>
                  <a:cubicBezTo>
                    <a:pt x="39" y="72"/>
                    <a:pt x="39" y="71"/>
                    <a:pt x="38" y="70"/>
                  </a:cubicBezTo>
                  <a:cubicBezTo>
                    <a:pt x="38" y="70"/>
                    <a:pt x="37" y="69"/>
                    <a:pt x="37" y="69"/>
                  </a:cubicBezTo>
                  <a:cubicBezTo>
                    <a:pt x="36" y="68"/>
                    <a:pt x="37" y="68"/>
                    <a:pt x="35" y="68"/>
                  </a:cubicBezTo>
                  <a:cubicBezTo>
                    <a:pt x="35" y="68"/>
                    <a:pt x="34" y="67"/>
                    <a:pt x="34" y="67"/>
                  </a:cubicBezTo>
                  <a:cubicBezTo>
                    <a:pt x="34" y="66"/>
                    <a:pt x="34" y="65"/>
                    <a:pt x="34" y="65"/>
                  </a:cubicBezTo>
                  <a:cubicBezTo>
                    <a:pt x="34" y="64"/>
                    <a:pt x="33" y="63"/>
                    <a:pt x="33" y="62"/>
                  </a:cubicBezTo>
                  <a:cubicBezTo>
                    <a:pt x="33" y="62"/>
                    <a:pt x="34" y="62"/>
                    <a:pt x="35" y="62"/>
                  </a:cubicBezTo>
                  <a:cubicBezTo>
                    <a:pt x="35" y="62"/>
                    <a:pt x="35" y="62"/>
                    <a:pt x="35" y="62"/>
                  </a:cubicBezTo>
                  <a:cubicBezTo>
                    <a:pt x="33" y="62"/>
                    <a:pt x="33" y="60"/>
                    <a:pt x="33" y="60"/>
                  </a:cubicBezTo>
                  <a:cubicBezTo>
                    <a:pt x="32" y="58"/>
                    <a:pt x="33" y="58"/>
                    <a:pt x="32" y="56"/>
                  </a:cubicBezTo>
                  <a:cubicBezTo>
                    <a:pt x="32" y="55"/>
                    <a:pt x="30" y="54"/>
                    <a:pt x="30" y="54"/>
                  </a:cubicBezTo>
                  <a:cubicBezTo>
                    <a:pt x="29" y="53"/>
                    <a:pt x="28" y="52"/>
                    <a:pt x="28" y="51"/>
                  </a:cubicBezTo>
                  <a:cubicBezTo>
                    <a:pt x="27" y="51"/>
                    <a:pt x="26" y="50"/>
                    <a:pt x="26" y="50"/>
                  </a:cubicBezTo>
                  <a:cubicBezTo>
                    <a:pt x="25" y="49"/>
                    <a:pt x="24" y="49"/>
                    <a:pt x="22" y="48"/>
                  </a:cubicBezTo>
                  <a:cubicBezTo>
                    <a:pt x="21" y="47"/>
                    <a:pt x="22" y="47"/>
                    <a:pt x="21" y="45"/>
                  </a:cubicBezTo>
                  <a:cubicBezTo>
                    <a:pt x="21" y="45"/>
                    <a:pt x="19" y="44"/>
                    <a:pt x="20" y="43"/>
                  </a:cubicBezTo>
                  <a:cubicBezTo>
                    <a:pt x="20" y="43"/>
                    <a:pt x="21" y="43"/>
                    <a:pt x="22" y="43"/>
                  </a:cubicBezTo>
                  <a:cubicBezTo>
                    <a:pt x="21" y="43"/>
                    <a:pt x="17" y="40"/>
                    <a:pt x="17" y="40"/>
                  </a:cubicBezTo>
                  <a:cubicBezTo>
                    <a:pt x="18" y="40"/>
                    <a:pt x="18" y="39"/>
                    <a:pt x="18" y="39"/>
                  </a:cubicBezTo>
                  <a:cubicBezTo>
                    <a:pt x="18" y="38"/>
                    <a:pt x="16" y="39"/>
                    <a:pt x="16" y="39"/>
                  </a:cubicBezTo>
                  <a:cubicBezTo>
                    <a:pt x="15" y="39"/>
                    <a:pt x="15" y="38"/>
                    <a:pt x="14" y="38"/>
                  </a:cubicBezTo>
                  <a:cubicBezTo>
                    <a:pt x="14" y="38"/>
                    <a:pt x="14" y="39"/>
                    <a:pt x="13" y="38"/>
                  </a:cubicBezTo>
                  <a:cubicBezTo>
                    <a:pt x="13" y="37"/>
                    <a:pt x="13" y="35"/>
                    <a:pt x="13" y="34"/>
                  </a:cubicBezTo>
                  <a:cubicBezTo>
                    <a:pt x="13" y="33"/>
                    <a:pt x="12" y="32"/>
                    <a:pt x="12" y="31"/>
                  </a:cubicBezTo>
                  <a:cubicBezTo>
                    <a:pt x="10" y="28"/>
                    <a:pt x="10" y="25"/>
                    <a:pt x="9" y="23"/>
                  </a:cubicBezTo>
                  <a:cubicBezTo>
                    <a:pt x="8" y="20"/>
                    <a:pt x="7" y="17"/>
                    <a:pt x="6" y="14"/>
                  </a:cubicBezTo>
                  <a:cubicBezTo>
                    <a:pt x="6" y="10"/>
                    <a:pt x="4" y="7"/>
                    <a:pt x="2" y="5"/>
                  </a:cubicBezTo>
                  <a:cubicBezTo>
                    <a:pt x="1" y="3"/>
                    <a:pt x="1" y="2"/>
                    <a:pt x="0" y="1"/>
                  </a:cubicBezTo>
                  <a:cubicBezTo>
                    <a:pt x="1" y="1"/>
                    <a:pt x="2" y="1"/>
                    <a:pt x="3" y="1"/>
                  </a:cubicBezTo>
                  <a:cubicBezTo>
                    <a:pt x="5" y="1"/>
                    <a:pt x="5" y="0"/>
                    <a:pt x="7" y="0"/>
                  </a:cubicBezTo>
                  <a:cubicBezTo>
                    <a:pt x="8" y="0"/>
                    <a:pt x="7" y="3"/>
                    <a:pt x="7" y="3"/>
                  </a:cubicBezTo>
                  <a:cubicBezTo>
                    <a:pt x="9" y="3"/>
                    <a:pt x="11" y="5"/>
                    <a:pt x="9" y="5"/>
                  </a:cubicBezTo>
                  <a:cubicBezTo>
                    <a:pt x="9" y="6"/>
                    <a:pt x="10" y="7"/>
                    <a:pt x="11" y="7"/>
                  </a:cubicBezTo>
                  <a:cubicBezTo>
                    <a:pt x="11" y="5"/>
                    <a:pt x="12" y="5"/>
                    <a:pt x="14" y="6"/>
                  </a:cubicBezTo>
                  <a:cubicBezTo>
                    <a:pt x="17" y="8"/>
                    <a:pt x="14" y="8"/>
                    <a:pt x="15" y="9"/>
                  </a:cubicBezTo>
                  <a:cubicBezTo>
                    <a:pt x="16" y="10"/>
                    <a:pt x="17" y="10"/>
                    <a:pt x="18" y="10"/>
                  </a:cubicBezTo>
                  <a:cubicBezTo>
                    <a:pt x="18" y="10"/>
                    <a:pt x="18" y="11"/>
                    <a:pt x="18" y="12"/>
                  </a:cubicBezTo>
                  <a:cubicBezTo>
                    <a:pt x="18" y="11"/>
                    <a:pt x="20" y="9"/>
                    <a:pt x="21" y="9"/>
                  </a:cubicBezTo>
                  <a:cubicBezTo>
                    <a:pt x="21" y="11"/>
                    <a:pt x="21" y="12"/>
                    <a:pt x="20" y="13"/>
                  </a:cubicBezTo>
                  <a:cubicBezTo>
                    <a:pt x="22" y="13"/>
                    <a:pt x="23" y="15"/>
                    <a:pt x="23" y="16"/>
                  </a:cubicBezTo>
                  <a:cubicBezTo>
                    <a:pt x="25" y="16"/>
                    <a:pt x="25" y="16"/>
                    <a:pt x="25" y="16"/>
                  </a:cubicBezTo>
                  <a:cubicBezTo>
                    <a:pt x="25" y="15"/>
                    <a:pt x="28" y="15"/>
                    <a:pt x="27" y="16"/>
                  </a:cubicBezTo>
                  <a:cubicBezTo>
                    <a:pt x="27" y="18"/>
                    <a:pt x="25" y="18"/>
                    <a:pt x="25" y="19"/>
                  </a:cubicBezTo>
                  <a:cubicBezTo>
                    <a:pt x="25" y="21"/>
                    <a:pt x="26" y="21"/>
                    <a:pt x="26" y="23"/>
                  </a:cubicBezTo>
                  <a:cubicBezTo>
                    <a:pt x="26" y="26"/>
                    <a:pt x="27" y="25"/>
                    <a:pt x="30" y="26"/>
                  </a:cubicBezTo>
                  <a:cubicBezTo>
                    <a:pt x="32" y="26"/>
                    <a:pt x="34" y="31"/>
                    <a:pt x="34" y="33"/>
                  </a:cubicBezTo>
                  <a:cubicBezTo>
                    <a:pt x="37" y="33"/>
                    <a:pt x="38" y="35"/>
                    <a:pt x="40" y="36"/>
                  </a:cubicBezTo>
                  <a:cubicBezTo>
                    <a:pt x="41" y="38"/>
                    <a:pt x="46" y="37"/>
                    <a:pt x="47" y="39"/>
                  </a:cubicBezTo>
                  <a:cubicBezTo>
                    <a:pt x="47" y="42"/>
                    <a:pt x="48" y="43"/>
                    <a:pt x="51" y="45"/>
                  </a:cubicBezTo>
                  <a:cubicBezTo>
                    <a:pt x="52" y="45"/>
                    <a:pt x="54" y="45"/>
                    <a:pt x="55" y="45"/>
                  </a:cubicBezTo>
                  <a:cubicBezTo>
                    <a:pt x="57" y="45"/>
                    <a:pt x="59" y="44"/>
                    <a:pt x="61" y="44"/>
                  </a:cubicBezTo>
                  <a:cubicBezTo>
                    <a:pt x="61" y="45"/>
                    <a:pt x="61" y="47"/>
                    <a:pt x="61" y="48"/>
                  </a:cubicBezTo>
                  <a:cubicBezTo>
                    <a:pt x="62" y="48"/>
                    <a:pt x="65" y="48"/>
                    <a:pt x="66" y="49"/>
                  </a:cubicBezTo>
                  <a:cubicBezTo>
                    <a:pt x="66" y="50"/>
                    <a:pt x="67" y="52"/>
                    <a:pt x="67" y="52"/>
                  </a:cubicBezTo>
                  <a:cubicBezTo>
                    <a:pt x="67" y="52"/>
                    <a:pt x="67" y="52"/>
                    <a:pt x="67" y="52"/>
                  </a:cubicBezTo>
                  <a:cubicBezTo>
                    <a:pt x="69" y="51"/>
                    <a:pt x="70" y="54"/>
                    <a:pt x="72" y="55"/>
                  </a:cubicBezTo>
                  <a:cubicBezTo>
                    <a:pt x="74" y="55"/>
                    <a:pt x="77" y="55"/>
                    <a:pt x="77" y="57"/>
                  </a:cubicBezTo>
                  <a:cubicBezTo>
                    <a:pt x="77" y="57"/>
                    <a:pt x="78" y="58"/>
                    <a:pt x="78" y="59"/>
                  </a:cubicBezTo>
                  <a:cubicBezTo>
                    <a:pt x="78" y="59"/>
                    <a:pt x="78" y="59"/>
                    <a:pt x="78" y="59"/>
                  </a:cubicBezTo>
                  <a:cubicBezTo>
                    <a:pt x="77" y="59"/>
                    <a:pt x="77" y="59"/>
                    <a:pt x="77" y="59"/>
                  </a:cubicBezTo>
                  <a:cubicBezTo>
                    <a:pt x="77" y="63"/>
                    <a:pt x="73" y="61"/>
                    <a:pt x="73" y="64"/>
                  </a:cubicBezTo>
                  <a:cubicBezTo>
                    <a:pt x="70" y="64"/>
                    <a:pt x="69" y="63"/>
                    <a:pt x="67" y="62"/>
                  </a:cubicBezTo>
                  <a:cubicBezTo>
                    <a:pt x="67" y="65"/>
                    <a:pt x="67" y="67"/>
                    <a:pt x="67" y="70"/>
                  </a:cubicBezTo>
                  <a:cubicBezTo>
                    <a:pt x="69" y="70"/>
                    <a:pt x="71" y="69"/>
                    <a:pt x="72" y="71"/>
                  </a:cubicBezTo>
                  <a:cubicBezTo>
                    <a:pt x="73" y="72"/>
                    <a:pt x="75" y="71"/>
                    <a:pt x="76" y="72"/>
                  </a:cubicBezTo>
                  <a:cubicBezTo>
                    <a:pt x="77" y="73"/>
                    <a:pt x="78" y="74"/>
                    <a:pt x="79" y="75"/>
                  </a:cubicBezTo>
                  <a:cubicBezTo>
                    <a:pt x="80" y="75"/>
                    <a:pt x="82" y="75"/>
                    <a:pt x="82" y="77"/>
                  </a:cubicBezTo>
                  <a:cubicBezTo>
                    <a:pt x="80" y="77"/>
                    <a:pt x="77" y="82"/>
                    <a:pt x="77" y="83"/>
                  </a:cubicBezTo>
                  <a:cubicBezTo>
                    <a:pt x="76" y="83"/>
                    <a:pt x="76" y="83"/>
                    <a:pt x="76" y="83"/>
                  </a:cubicBezTo>
                  <a:cubicBezTo>
                    <a:pt x="80" y="84"/>
                    <a:pt x="85" y="82"/>
                    <a:pt x="89" y="84"/>
                  </a:cubicBezTo>
                  <a:cubicBezTo>
                    <a:pt x="92" y="85"/>
                    <a:pt x="91" y="90"/>
                    <a:pt x="90" y="92"/>
                  </a:cubicBezTo>
                  <a:cubicBezTo>
                    <a:pt x="90" y="92"/>
                    <a:pt x="89" y="92"/>
                    <a:pt x="88" y="92"/>
                  </a:cubicBezTo>
                  <a:cubicBezTo>
                    <a:pt x="87" y="94"/>
                    <a:pt x="88" y="96"/>
                    <a:pt x="87" y="98"/>
                  </a:cubicBezTo>
                  <a:cubicBezTo>
                    <a:pt x="89" y="98"/>
                    <a:pt x="95" y="101"/>
                    <a:pt x="96" y="102"/>
                  </a:cubicBezTo>
                  <a:cubicBezTo>
                    <a:pt x="98" y="104"/>
                    <a:pt x="98" y="108"/>
                    <a:pt x="97" y="110"/>
                  </a:cubicBezTo>
                  <a:cubicBezTo>
                    <a:pt x="95" y="112"/>
                    <a:pt x="96" y="115"/>
                    <a:pt x="95" y="118"/>
                  </a:cubicBezTo>
                  <a:cubicBezTo>
                    <a:pt x="94" y="120"/>
                    <a:pt x="94" y="122"/>
                    <a:pt x="95" y="125"/>
                  </a:cubicBezTo>
                  <a:cubicBezTo>
                    <a:pt x="95" y="127"/>
                    <a:pt x="95" y="130"/>
                    <a:pt x="97" y="131"/>
                  </a:cubicBezTo>
                  <a:cubicBezTo>
                    <a:pt x="98" y="132"/>
                    <a:pt x="100" y="131"/>
                    <a:pt x="101" y="134"/>
                  </a:cubicBezTo>
                  <a:cubicBezTo>
                    <a:pt x="101" y="134"/>
                    <a:pt x="102" y="134"/>
                    <a:pt x="102" y="133"/>
                  </a:cubicBezTo>
                  <a:cubicBezTo>
                    <a:pt x="102" y="130"/>
                    <a:pt x="106" y="131"/>
                    <a:pt x="108" y="129"/>
                  </a:cubicBezTo>
                  <a:cubicBezTo>
                    <a:pt x="109" y="127"/>
                    <a:pt x="112" y="127"/>
                    <a:pt x="114" y="128"/>
                  </a:cubicBezTo>
                  <a:cubicBezTo>
                    <a:pt x="117" y="129"/>
                    <a:pt x="118" y="139"/>
                    <a:pt x="113" y="138"/>
                  </a:cubicBezTo>
                  <a:cubicBezTo>
                    <a:pt x="113" y="140"/>
                    <a:pt x="114" y="140"/>
                    <a:pt x="114" y="141"/>
                  </a:cubicBezTo>
                  <a:cubicBezTo>
                    <a:pt x="121" y="143"/>
                    <a:pt x="113" y="148"/>
                    <a:pt x="113" y="152"/>
                  </a:cubicBezTo>
                  <a:cubicBezTo>
                    <a:pt x="114" y="152"/>
                    <a:pt x="114" y="152"/>
                    <a:pt x="114" y="152"/>
                  </a:cubicBezTo>
                  <a:cubicBezTo>
                    <a:pt x="114" y="153"/>
                    <a:pt x="114" y="154"/>
                    <a:pt x="114" y="155"/>
                  </a:cubicBezTo>
                  <a:cubicBezTo>
                    <a:pt x="110" y="156"/>
                    <a:pt x="113" y="163"/>
                    <a:pt x="110" y="163"/>
                  </a:cubicBezTo>
                  <a:cubicBezTo>
                    <a:pt x="112" y="163"/>
                    <a:pt x="113" y="166"/>
                    <a:pt x="116" y="166"/>
                  </a:cubicBezTo>
                  <a:cubicBezTo>
                    <a:pt x="117" y="165"/>
                    <a:pt x="117" y="164"/>
                    <a:pt x="119" y="164"/>
                  </a:cubicBezTo>
                  <a:cubicBezTo>
                    <a:pt x="119" y="167"/>
                    <a:pt x="123" y="168"/>
                    <a:pt x="120" y="170"/>
                  </a:cubicBezTo>
                  <a:cubicBezTo>
                    <a:pt x="118" y="171"/>
                    <a:pt x="117" y="176"/>
                    <a:pt x="117" y="178"/>
                  </a:cubicBezTo>
                  <a:cubicBezTo>
                    <a:pt x="113" y="177"/>
                    <a:pt x="114" y="186"/>
                    <a:pt x="112" y="189"/>
                  </a:cubicBezTo>
                  <a:cubicBezTo>
                    <a:pt x="111" y="191"/>
                    <a:pt x="108" y="190"/>
                    <a:pt x="109" y="192"/>
                  </a:cubicBezTo>
                  <a:cubicBezTo>
                    <a:pt x="109" y="194"/>
                    <a:pt x="111" y="198"/>
                    <a:pt x="113" y="198"/>
                  </a:cubicBezTo>
                  <a:cubicBezTo>
                    <a:pt x="113" y="200"/>
                    <a:pt x="113" y="202"/>
                    <a:pt x="113" y="203"/>
                  </a:cubicBezTo>
                  <a:cubicBezTo>
                    <a:pt x="111" y="203"/>
                    <a:pt x="109" y="206"/>
                    <a:pt x="109" y="207"/>
                  </a:cubicBezTo>
                  <a:cubicBezTo>
                    <a:pt x="108" y="209"/>
                    <a:pt x="111" y="211"/>
                    <a:pt x="111" y="213"/>
                  </a:cubicBezTo>
                  <a:cubicBezTo>
                    <a:pt x="111" y="213"/>
                    <a:pt x="111" y="213"/>
                    <a:pt x="111" y="213"/>
                  </a:cubicBezTo>
                  <a:cubicBezTo>
                    <a:pt x="112" y="216"/>
                    <a:pt x="114" y="220"/>
                    <a:pt x="109" y="218"/>
                  </a:cubicBezTo>
                  <a:cubicBezTo>
                    <a:pt x="109" y="219"/>
                    <a:pt x="109" y="220"/>
                    <a:pt x="109" y="221"/>
                  </a:cubicBezTo>
                  <a:cubicBezTo>
                    <a:pt x="108" y="221"/>
                    <a:pt x="108" y="221"/>
                    <a:pt x="108" y="221"/>
                  </a:cubicBezTo>
                  <a:cubicBezTo>
                    <a:pt x="108" y="223"/>
                    <a:pt x="108" y="225"/>
                    <a:pt x="108" y="226"/>
                  </a:cubicBezTo>
                  <a:cubicBezTo>
                    <a:pt x="106" y="226"/>
                    <a:pt x="106" y="226"/>
                    <a:pt x="106" y="226"/>
                  </a:cubicBezTo>
                  <a:cubicBezTo>
                    <a:pt x="106" y="227"/>
                    <a:pt x="104" y="228"/>
                    <a:pt x="102" y="228"/>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1" name="Freeform 437">
              <a:extLst>
                <a:ext uri="{FF2B5EF4-FFF2-40B4-BE49-F238E27FC236}">
                  <a16:creationId xmlns:a16="http://schemas.microsoft.com/office/drawing/2014/main" id="{ABA4816B-414A-4C93-BE08-13408B5A83A4}"/>
                </a:ext>
              </a:extLst>
            </p:cNvPr>
            <p:cNvSpPr>
              <a:spLocks/>
            </p:cNvSpPr>
            <p:nvPr/>
          </p:nvSpPr>
          <p:spPr bwMode="auto">
            <a:xfrm>
              <a:off x="2992438" y="4787901"/>
              <a:ext cx="123825" cy="158750"/>
            </a:xfrm>
            <a:custGeom>
              <a:avLst/>
              <a:gdLst>
                <a:gd name="T0" fmla="*/ 19 w 35"/>
                <a:gd name="T1" fmla="*/ 45 h 45"/>
                <a:gd name="T2" fmla="*/ 18 w 35"/>
                <a:gd name="T3" fmla="*/ 41 h 45"/>
                <a:gd name="T4" fmla="*/ 15 w 35"/>
                <a:gd name="T5" fmla="*/ 37 h 45"/>
                <a:gd name="T6" fmla="*/ 13 w 35"/>
                <a:gd name="T7" fmla="*/ 34 h 45"/>
                <a:gd name="T8" fmla="*/ 14 w 35"/>
                <a:gd name="T9" fmla="*/ 33 h 45"/>
                <a:gd name="T10" fmla="*/ 9 w 35"/>
                <a:gd name="T11" fmla="*/ 21 h 45"/>
                <a:gd name="T12" fmla="*/ 14 w 35"/>
                <a:gd name="T13" fmla="*/ 21 h 45"/>
                <a:gd name="T14" fmla="*/ 8 w 35"/>
                <a:gd name="T15" fmla="*/ 20 h 45"/>
                <a:gd name="T16" fmla="*/ 12 w 35"/>
                <a:gd name="T17" fmla="*/ 17 h 45"/>
                <a:gd name="T18" fmla="*/ 6 w 35"/>
                <a:gd name="T19" fmla="*/ 15 h 45"/>
                <a:gd name="T20" fmla="*/ 3 w 35"/>
                <a:gd name="T21" fmla="*/ 10 h 45"/>
                <a:gd name="T22" fmla="*/ 0 w 35"/>
                <a:gd name="T23" fmla="*/ 2 h 45"/>
                <a:gd name="T24" fmla="*/ 7 w 35"/>
                <a:gd name="T25" fmla="*/ 2 h 45"/>
                <a:gd name="T26" fmla="*/ 12 w 35"/>
                <a:gd name="T27" fmla="*/ 0 h 45"/>
                <a:gd name="T28" fmla="*/ 16 w 35"/>
                <a:gd name="T29" fmla="*/ 9 h 45"/>
                <a:gd name="T30" fmla="*/ 26 w 35"/>
                <a:gd name="T31" fmla="*/ 11 h 45"/>
                <a:gd name="T32" fmla="*/ 26 w 35"/>
                <a:gd name="T33" fmla="*/ 11 h 45"/>
                <a:gd name="T34" fmla="*/ 27 w 35"/>
                <a:gd name="T35" fmla="*/ 11 h 45"/>
                <a:gd name="T36" fmla="*/ 29 w 35"/>
                <a:gd name="T37" fmla="*/ 11 h 45"/>
                <a:gd name="T38" fmla="*/ 31 w 35"/>
                <a:gd name="T39" fmla="*/ 13 h 45"/>
                <a:gd name="T40" fmla="*/ 32 w 35"/>
                <a:gd name="T41" fmla="*/ 18 h 45"/>
                <a:gd name="T42" fmla="*/ 31 w 35"/>
                <a:gd name="T43" fmla="*/ 25 h 45"/>
                <a:gd name="T44" fmla="*/ 34 w 35"/>
                <a:gd name="T45" fmla="*/ 29 h 45"/>
                <a:gd name="T46" fmla="*/ 33 w 35"/>
                <a:gd name="T47" fmla="*/ 30 h 45"/>
                <a:gd name="T48" fmla="*/ 30 w 35"/>
                <a:gd name="T49" fmla="*/ 31 h 45"/>
                <a:gd name="T50" fmla="*/ 32 w 35"/>
                <a:gd name="T51" fmla="*/ 35 h 45"/>
                <a:gd name="T52" fmla="*/ 32 w 35"/>
                <a:gd name="T53" fmla="*/ 35 h 45"/>
                <a:gd name="T54" fmla="*/ 30 w 35"/>
                <a:gd name="T55" fmla="*/ 41 h 45"/>
                <a:gd name="T56" fmla="*/ 29 w 35"/>
                <a:gd name="T57" fmla="*/ 45 h 45"/>
                <a:gd name="T58" fmla="*/ 25 w 35"/>
                <a:gd name="T59" fmla="*/ 43 h 45"/>
                <a:gd name="T60" fmla="*/ 25 w 35"/>
                <a:gd name="T61" fmla="*/ 45 h 45"/>
                <a:gd name="T62" fmla="*/ 19 w 35"/>
                <a:gd name="T6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45">
                  <a:moveTo>
                    <a:pt x="19" y="45"/>
                  </a:moveTo>
                  <a:cubicBezTo>
                    <a:pt x="18" y="44"/>
                    <a:pt x="19" y="43"/>
                    <a:pt x="18" y="41"/>
                  </a:cubicBezTo>
                  <a:cubicBezTo>
                    <a:pt x="17" y="40"/>
                    <a:pt x="16" y="38"/>
                    <a:pt x="15" y="37"/>
                  </a:cubicBezTo>
                  <a:cubicBezTo>
                    <a:pt x="15" y="36"/>
                    <a:pt x="13" y="35"/>
                    <a:pt x="13" y="34"/>
                  </a:cubicBezTo>
                  <a:cubicBezTo>
                    <a:pt x="14" y="33"/>
                    <a:pt x="14" y="33"/>
                    <a:pt x="14" y="33"/>
                  </a:cubicBezTo>
                  <a:cubicBezTo>
                    <a:pt x="14" y="29"/>
                    <a:pt x="11" y="25"/>
                    <a:pt x="9" y="21"/>
                  </a:cubicBezTo>
                  <a:cubicBezTo>
                    <a:pt x="10" y="20"/>
                    <a:pt x="12" y="21"/>
                    <a:pt x="14" y="21"/>
                  </a:cubicBezTo>
                  <a:cubicBezTo>
                    <a:pt x="13" y="19"/>
                    <a:pt x="10" y="21"/>
                    <a:pt x="8" y="20"/>
                  </a:cubicBezTo>
                  <a:cubicBezTo>
                    <a:pt x="6" y="17"/>
                    <a:pt x="10" y="17"/>
                    <a:pt x="12" y="17"/>
                  </a:cubicBezTo>
                  <a:cubicBezTo>
                    <a:pt x="11" y="17"/>
                    <a:pt x="6" y="16"/>
                    <a:pt x="6" y="15"/>
                  </a:cubicBezTo>
                  <a:cubicBezTo>
                    <a:pt x="4" y="14"/>
                    <a:pt x="4" y="12"/>
                    <a:pt x="3" y="10"/>
                  </a:cubicBezTo>
                  <a:cubicBezTo>
                    <a:pt x="2" y="7"/>
                    <a:pt x="1" y="5"/>
                    <a:pt x="0" y="2"/>
                  </a:cubicBezTo>
                  <a:cubicBezTo>
                    <a:pt x="2" y="2"/>
                    <a:pt x="5" y="2"/>
                    <a:pt x="7" y="2"/>
                  </a:cubicBezTo>
                  <a:cubicBezTo>
                    <a:pt x="8" y="0"/>
                    <a:pt x="10" y="0"/>
                    <a:pt x="12" y="0"/>
                  </a:cubicBezTo>
                  <a:cubicBezTo>
                    <a:pt x="13" y="4"/>
                    <a:pt x="16" y="5"/>
                    <a:pt x="16" y="9"/>
                  </a:cubicBezTo>
                  <a:cubicBezTo>
                    <a:pt x="19" y="10"/>
                    <a:pt x="23" y="11"/>
                    <a:pt x="26" y="11"/>
                  </a:cubicBezTo>
                  <a:cubicBezTo>
                    <a:pt x="26" y="11"/>
                    <a:pt x="26" y="11"/>
                    <a:pt x="26" y="11"/>
                  </a:cubicBezTo>
                  <a:cubicBezTo>
                    <a:pt x="27" y="11"/>
                    <a:pt x="27" y="11"/>
                    <a:pt x="27" y="11"/>
                  </a:cubicBezTo>
                  <a:cubicBezTo>
                    <a:pt x="29" y="11"/>
                    <a:pt x="29" y="11"/>
                    <a:pt x="29" y="11"/>
                  </a:cubicBezTo>
                  <a:cubicBezTo>
                    <a:pt x="29" y="12"/>
                    <a:pt x="30" y="12"/>
                    <a:pt x="31" y="13"/>
                  </a:cubicBezTo>
                  <a:cubicBezTo>
                    <a:pt x="32" y="14"/>
                    <a:pt x="35" y="17"/>
                    <a:pt x="32" y="18"/>
                  </a:cubicBezTo>
                  <a:cubicBezTo>
                    <a:pt x="33" y="20"/>
                    <a:pt x="31" y="23"/>
                    <a:pt x="31" y="25"/>
                  </a:cubicBezTo>
                  <a:cubicBezTo>
                    <a:pt x="33" y="25"/>
                    <a:pt x="35" y="27"/>
                    <a:pt x="34" y="29"/>
                  </a:cubicBezTo>
                  <a:cubicBezTo>
                    <a:pt x="34" y="29"/>
                    <a:pt x="33" y="29"/>
                    <a:pt x="33" y="30"/>
                  </a:cubicBezTo>
                  <a:cubicBezTo>
                    <a:pt x="33" y="31"/>
                    <a:pt x="30" y="31"/>
                    <a:pt x="30" y="31"/>
                  </a:cubicBezTo>
                  <a:cubicBezTo>
                    <a:pt x="29" y="33"/>
                    <a:pt x="33" y="32"/>
                    <a:pt x="32" y="35"/>
                  </a:cubicBezTo>
                  <a:cubicBezTo>
                    <a:pt x="32" y="35"/>
                    <a:pt x="32" y="35"/>
                    <a:pt x="32" y="35"/>
                  </a:cubicBezTo>
                  <a:cubicBezTo>
                    <a:pt x="31" y="37"/>
                    <a:pt x="32" y="40"/>
                    <a:pt x="30" y="41"/>
                  </a:cubicBezTo>
                  <a:cubicBezTo>
                    <a:pt x="29" y="42"/>
                    <a:pt x="29" y="43"/>
                    <a:pt x="29" y="45"/>
                  </a:cubicBezTo>
                  <a:cubicBezTo>
                    <a:pt x="27" y="45"/>
                    <a:pt x="26" y="43"/>
                    <a:pt x="25" y="43"/>
                  </a:cubicBezTo>
                  <a:cubicBezTo>
                    <a:pt x="25" y="44"/>
                    <a:pt x="25" y="45"/>
                    <a:pt x="25" y="45"/>
                  </a:cubicBezTo>
                  <a:cubicBezTo>
                    <a:pt x="23" y="45"/>
                    <a:pt x="21" y="45"/>
                    <a:pt x="19" y="45"/>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2" name="Freeform 438">
              <a:extLst>
                <a:ext uri="{FF2B5EF4-FFF2-40B4-BE49-F238E27FC236}">
                  <a16:creationId xmlns:a16="http://schemas.microsoft.com/office/drawing/2014/main" id="{21806660-0A89-464E-A0D6-3A9404C038C3}"/>
                </a:ext>
              </a:extLst>
            </p:cNvPr>
            <p:cNvSpPr>
              <a:spLocks/>
            </p:cNvSpPr>
            <p:nvPr/>
          </p:nvSpPr>
          <p:spPr bwMode="auto">
            <a:xfrm>
              <a:off x="3248026" y="1955801"/>
              <a:ext cx="476250" cy="512763"/>
            </a:xfrm>
            <a:custGeom>
              <a:avLst/>
              <a:gdLst>
                <a:gd name="T0" fmla="*/ 129 w 135"/>
                <a:gd name="T1" fmla="*/ 89 h 145"/>
                <a:gd name="T2" fmla="*/ 127 w 135"/>
                <a:gd name="T3" fmla="*/ 85 h 145"/>
                <a:gd name="T4" fmla="*/ 131 w 135"/>
                <a:gd name="T5" fmla="*/ 83 h 145"/>
                <a:gd name="T6" fmla="*/ 129 w 135"/>
                <a:gd name="T7" fmla="*/ 76 h 145"/>
                <a:gd name="T8" fmla="*/ 121 w 135"/>
                <a:gd name="T9" fmla="*/ 62 h 145"/>
                <a:gd name="T10" fmla="*/ 113 w 135"/>
                <a:gd name="T11" fmla="*/ 54 h 145"/>
                <a:gd name="T12" fmla="*/ 102 w 135"/>
                <a:gd name="T13" fmla="*/ 49 h 145"/>
                <a:gd name="T14" fmla="*/ 91 w 135"/>
                <a:gd name="T15" fmla="*/ 25 h 145"/>
                <a:gd name="T16" fmla="*/ 82 w 135"/>
                <a:gd name="T17" fmla="*/ 20 h 145"/>
                <a:gd name="T18" fmla="*/ 90 w 135"/>
                <a:gd name="T19" fmla="*/ 9 h 145"/>
                <a:gd name="T20" fmla="*/ 91 w 135"/>
                <a:gd name="T21" fmla="*/ 0 h 145"/>
                <a:gd name="T22" fmla="*/ 87 w 135"/>
                <a:gd name="T23" fmla="*/ 4 h 145"/>
                <a:gd name="T24" fmla="*/ 75 w 135"/>
                <a:gd name="T25" fmla="*/ 6 h 145"/>
                <a:gd name="T26" fmla="*/ 72 w 135"/>
                <a:gd name="T27" fmla="*/ 6 h 145"/>
                <a:gd name="T28" fmla="*/ 67 w 135"/>
                <a:gd name="T29" fmla="*/ 20 h 145"/>
                <a:gd name="T30" fmla="*/ 49 w 135"/>
                <a:gd name="T31" fmla="*/ 23 h 145"/>
                <a:gd name="T32" fmla="*/ 38 w 135"/>
                <a:gd name="T33" fmla="*/ 32 h 145"/>
                <a:gd name="T34" fmla="*/ 38 w 135"/>
                <a:gd name="T35" fmla="*/ 45 h 145"/>
                <a:gd name="T36" fmla="*/ 38 w 135"/>
                <a:gd name="T37" fmla="*/ 50 h 145"/>
                <a:gd name="T38" fmla="*/ 35 w 135"/>
                <a:gd name="T39" fmla="*/ 63 h 145"/>
                <a:gd name="T40" fmla="*/ 40 w 135"/>
                <a:gd name="T41" fmla="*/ 62 h 145"/>
                <a:gd name="T42" fmla="*/ 36 w 135"/>
                <a:gd name="T43" fmla="*/ 66 h 145"/>
                <a:gd name="T44" fmla="*/ 31 w 135"/>
                <a:gd name="T45" fmla="*/ 70 h 145"/>
                <a:gd name="T46" fmla="*/ 21 w 135"/>
                <a:gd name="T47" fmla="*/ 80 h 145"/>
                <a:gd name="T48" fmla="*/ 13 w 135"/>
                <a:gd name="T49" fmla="*/ 88 h 145"/>
                <a:gd name="T50" fmla="*/ 4 w 135"/>
                <a:gd name="T51" fmla="*/ 93 h 145"/>
                <a:gd name="T52" fmla="*/ 5 w 135"/>
                <a:gd name="T53" fmla="*/ 100 h 145"/>
                <a:gd name="T54" fmla="*/ 0 w 135"/>
                <a:gd name="T55" fmla="*/ 111 h 145"/>
                <a:gd name="T56" fmla="*/ 16 w 135"/>
                <a:gd name="T57" fmla="*/ 120 h 145"/>
                <a:gd name="T58" fmla="*/ 36 w 135"/>
                <a:gd name="T59" fmla="*/ 121 h 145"/>
                <a:gd name="T60" fmla="*/ 57 w 135"/>
                <a:gd name="T61" fmla="*/ 131 h 145"/>
                <a:gd name="T62" fmla="*/ 55 w 135"/>
                <a:gd name="T63" fmla="*/ 139 h 145"/>
                <a:gd name="T64" fmla="*/ 62 w 135"/>
                <a:gd name="T65" fmla="*/ 142 h 145"/>
                <a:gd name="T66" fmla="*/ 80 w 135"/>
                <a:gd name="T67" fmla="*/ 134 h 145"/>
                <a:gd name="T68" fmla="*/ 97 w 135"/>
                <a:gd name="T69" fmla="*/ 135 h 145"/>
                <a:gd name="T70" fmla="*/ 100 w 135"/>
                <a:gd name="T71" fmla="*/ 132 h 145"/>
                <a:gd name="T72" fmla="*/ 103 w 135"/>
                <a:gd name="T73" fmla="*/ 125 h 145"/>
                <a:gd name="T74" fmla="*/ 112 w 135"/>
                <a:gd name="T75" fmla="*/ 116 h 145"/>
                <a:gd name="T76" fmla="*/ 119 w 135"/>
                <a:gd name="T77" fmla="*/ 118 h 145"/>
                <a:gd name="T78" fmla="*/ 119 w 135"/>
                <a:gd name="T79" fmla="*/ 111 h 145"/>
                <a:gd name="T80" fmla="*/ 126 w 135"/>
                <a:gd name="T81" fmla="*/ 105 h 145"/>
                <a:gd name="T82" fmla="*/ 131 w 135"/>
                <a:gd name="T83" fmla="*/ 103 h 145"/>
                <a:gd name="T84" fmla="*/ 134 w 135"/>
                <a:gd name="T85" fmla="*/ 9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45">
                  <a:moveTo>
                    <a:pt x="134" y="94"/>
                  </a:moveTo>
                  <a:cubicBezTo>
                    <a:pt x="132" y="92"/>
                    <a:pt x="130" y="93"/>
                    <a:pt x="129" y="90"/>
                  </a:cubicBezTo>
                  <a:cubicBezTo>
                    <a:pt x="129" y="89"/>
                    <a:pt x="129" y="89"/>
                    <a:pt x="129" y="89"/>
                  </a:cubicBezTo>
                  <a:cubicBezTo>
                    <a:pt x="129" y="89"/>
                    <a:pt x="128" y="89"/>
                    <a:pt x="128" y="89"/>
                  </a:cubicBezTo>
                  <a:cubicBezTo>
                    <a:pt x="127" y="87"/>
                    <a:pt x="127" y="87"/>
                    <a:pt x="127" y="87"/>
                  </a:cubicBezTo>
                  <a:cubicBezTo>
                    <a:pt x="126" y="87"/>
                    <a:pt x="127" y="86"/>
                    <a:pt x="127" y="85"/>
                  </a:cubicBezTo>
                  <a:cubicBezTo>
                    <a:pt x="126" y="85"/>
                    <a:pt x="125" y="84"/>
                    <a:pt x="126" y="83"/>
                  </a:cubicBezTo>
                  <a:cubicBezTo>
                    <a:pt x="126" y="82"/>
                    <a:pt x="128" y="83"/>
                    <a:pt x="130" y="83"/>
                  </a:cubicBezTo>
                  <a:cubicBezTo>
                    <a:pt x="130" y="83"/>
                    <a:pt x="130" y="83"/>
                    <a:pt x="131" y="83"/>
                  </a:cubicBezTo>
                  <a:cubicBezTo>
                    <a:pt x="131" y="82"/>
                    <a:pt x="131" y="82"/>
                    <a:pt x="131" y="82"/>
                  </a:cubicBezTo>
                  <a:cubicBezTo>
                    <a:pt x="131" y="81"/>
                    <a:pt x="130" y="80"/>
                    <a:pt x="129" y="79"/>
                  </a:cubicBezTo>
                  <a:cubicBezTo>
                    <a:pt x="129" y="78"/>
                    <a:pt x="129" y="77"/>
                    <a:pt x="129" y="76"/>
                  </a:cubicBezTo>
                  <a:cubicBezTo>
                    <a:pt x="127" y="75"/>
                    <a:pt x="123" y="75"/>
                    <a:pt x="121" y="72"/>
                  </a:cubicBezTo>
                  <a:cubicBezTo>
                    <a:pt x="120" y="70"/>
                    <a:pt x="121" y="69"/>
                    <a:pt x="122" y="67"/>
                  </a:cubicBezTo>
                  <a:cubicBezTo>
                    <a:pt x="122" y="66"/>
                    <a:pt x="121" y="63"/>
                    <a:pt x="121" y="62"/>
                  </a:cubicBezTo>
                  <a:cubicBezTo>
                    <a:pt x="121" y="61"/>
                    <a:pt x="121" y="61"/>
                    <a:pt x="121" y="61"/>
                  </a:cubicBezTo>
                  <a:cubicBezTo>
                    <a:pt x="121" y="58"/>
                    <a:pt x="119" y="60"/>
                    <a:pt x="117" y="59"/>
                  </a:cubicBezTo>
                  <a:cubicBezTo>
                    <a:pt x="115" y="59"/>
                    <a:pt x="114" y="55"/>
                    <a:pt x="113" y="54"/>
                  </a:cubicBezTo>
                  <a:cubicBezTo>
                    <a:pt x="111" y="51"/>
                    <a:pt x="110" y="51"/>
                    <a:pt x="109" y="54"/>
                  </a:cubicBezTo>
                  <a:cubicBezTo>
                    <a:pt x="109" y="57"/>
                    <a:pt x="105" y="56"/>
                    <a:pt x="102" y="56"/>
                  </a:cubicBezTo>
                  <a:cubicBezTo>
                    <a:pt x="102" y="54"/>
                    <a:pt x="103" y="51"/>
                    <a:pt x="102" y="49"/>
                  </a:cubicBezTo>
                  <a:cubicBezTo>
                    <a:pt x="101" y="47"/>
                    <a:pt x="100" y="45"/>
                    <a:pt x="98" y="43"/>
                  </a:cubicBezTo>
                  <a:cubicBezTo>
                    <a:pt x="97" y="42"/>
                    <a:pt x="89" y="32"/>
                    <a:pt x="96" y="33"/>
                  </a:cubicBezTo>
                  <a:cubicBezTo>
                    <a:pt x="96" y="32"/>
                    <a:pt x="92" y="26"/>
                    <a:pt x="91" y="25"/>
                  </a:cubicBezTo>
                  <a:cubicBezTo>
                    <a:pt x="90" y="24"/>
                    <a:pt x="87" y="23"/>
                    <a:pt x="85" y="22"/>
                  </a:cubicBezTo>
                  <a:cubicBezTo>
                    <a:pt x="83" y="21"/>
                    <a:pt x="81" y="22"/>
                    <a:pt x="79" y="21"/>
                  </a:cubicBezTo>
                  <a:cubicBezTo>
                    <a:pt x="80" y="20"/>
                    <a:pt x="81" y="20"/>
                    <a:pt x="82" y="20"/>
                  </a:cubicBezTo>
                  <a:cubicBezTo>
                    <a:pt x="84" y="19"/>
                    <a:pt x="83" y="17"/>
                    <a:pt x="83" y="15"/>
                  </a:cubicBezTo>
                  <a:cubicBezTo>
                    <a:pt x="82" y="12"/>
                    <a:pt x="86" y="13"/>
                    <a:pt x="88" y="13"/>
                  </a:cubicBezTo>
                  <a:cubicBezTo>
                    <a:pt x="90" y="9"/>
                    <a:pt x="90" y="9"/>
                    <a:pt x="90" y="9"/>
                  </a:cubicBezTo>
                  <a:cubicBezTo>
                    <a:pt x="91" y="7"/>
                    <a:pt x="93" y="7"/>
                    <a:pt x="95" y="7"/>
                  </a:cubicBezTo>
                  <a:cubicBezTo>
                    <a:pt x="95" y="5"/>
                    <a:pt x="93" y="4"/>
                    <a:pt x="92" y="2"/>
                  </a:cubicBezTo>
                  <a:cubicBezTo>
                    <a:pt x="91" y="2"/>
                    <a:pt x="91" y="1"/>
                    <a:pt x="91" y="0"/>
                  </a:cubicBezTo>
                  <a:cubicBezTo>
                    <a:pt x="91" y="0"/>
                    <a:pt x="91" y="0"/>
                    <a:pt x="91" y="0"/>
                  </a:cubicBezTo>
                  <a:cubicBezTo>
                    <a:pt x="90" y="0"/>
                    <a:pt x="90" y="0"/>
                    <a:pt x="89" y="2"/>
                  </a:cubicBezTo>
                  <a:cubicBezTo>
                    <a:pt x="89" y="3"/>
                    <a:pt x="89" y="4"/>
                    <a:pt x="87" y="4"/>
                  </a:cubicBezTo>
                  <a:cubicBezTo>
                    <a:pt x="85" y="4"/>
                    <a:pt x="84" y="4"/>
                    <a:pt x="82" y="4"/>
                  </a:cubicBezTo>
                  <a:cubicBezTo>
                    <a:pt x="82" y="6"/>
                    <a:pt x="80" y="5"/>
                    <a:pt x="80" y="7"/>
                  </a:cubicBezTo>
                  <a:cubicBezTo>
                    <a:pt x="78" y="8"/>
                    <a:pt x="77" y="7"/>
                    <a:pt x="75" y="6"/>
                  </a:cubicBezTo>
                  <a:cubicBezTo>
                    <a:pt x="74" y="6"/>
                    <a:pt x="73" y="6"/>
                    <a:pt x="72" y="6"/>
                  </a:cubicBezTo>
                  <a:cubicBezTo>
                    <a:pt x="72" y="6"/>
                    <a:pt x="72" y="6"/>
                    <a:pt x="72" y="6"/>
                  </a:cubicBezTo>
                  <a:cubicBezTo>
                    <a:pt x="72" y="6"/>
                    <a:pt x="72" y="6"/>
                    <a:pt x="72" y="6"/>
                  </a:cubicBezTo>
                  <a:cubicBezTo>
                    <a:pt x="73" y="9"/>
                    <a:pt x="71" y="12"/>
                    <a:pt x="71" y="14"/>
                  </a:cubicBezTo>
                  <a:cubicBezTo>
                    <a:pt x="71" y="16"/>
                    <a:pt x="71" y="16"/>
                    <a:pt x="69" y="17"/>
                  </a:cubicBezTo>
                  <a:cubicBezTo>
                    <a:pt x="68" y="18"/>
                    <a:pt x="67" y="18"/>
                    <a:pt x="67" y="20"/>
                  </a:cubicBezTo>
                  <a:cubicBezTo>
                    <a:pt x="64" y="20"/>
                    <a:pt x="60" y="20"/>
                    <a:pt x="57" y="20"/>
                  </a:cubicBezTo>
                  <a:cubicBezTo>
                    <a:pt x="55" y="20"/>
                    <a:pt x="53" y="19"/>
                    <a:pt x="52" y="20"/>
                  </a:cubicBezTo>
                  <a:cubicBezTo>
                    <a:pt x="51" y="21"/>
                    <a:pt x="51" y="23"/>
                    <a:pt x="49" y="23"/>
                  </a:cubicBezTo>
                  <a:cubicBezTo>
                    <a:pt x="49" y="27"/>
                    <a:pt x="46" y="25"/>
                    <a:pt x="43" y="26"/>
                  </a:cubicBezTo>
                  <a:cubicBezTo>
                    <a:pt x="42" y="26"/>
                    <a:pt x="41" y="27"/>
                    <a:pt x="40" y="29"/>
                  </a:cubicBezTo>
                  <a:cubicBezTo>
                    <a:pt x="38" y="30"/>
                    <a:pt x="39" y="30"/>
                    <a:pt x="38" y="32"/>
                  </a:cubicBezTo>
                  <a:cubicBezTo>
                    <a:pt x="37" y="34"/>
                    <a:pt x="36" y="32"/>
                    <a:pt x="35" y="33"/>
                  </a:cubicBezTo>
                  <a:cubicBezTo>
                    <a:pt x="34" y="34"/>
                    <a:pt x="36" y="37"/>
                    <a:pt x="37" y="38"/>
                  </a:cubicBezTo>
                  <a:cubicBezTo>
                    <a:pt x="38" y="40"/>
                    <a:pt x="39" y="42"/>
                    <a:pt x="38" y="45"/>
                  </a:cubicBezTo>
                  <a:cubicBezTo>
                    <a:pt x="38" y="45"/>
                    <a:pt x="37" y="45"/>
                    <a:pt x="37" y="45"/>
                  </a:cubicBezTo>
                  <a:cubicBezTo>
                    <a:pt x="39" y="45"/>
                    <a:pt x="40" y="46"/>
                    <a:pt x="40" y="49"/>
                  </a:cubicBezTo>
                  <a:cubicBezTo>
                    <a:pt x="40" y="49"/>
                    <a:pt x="38" y="49"/>
                    <a:pt x="38" y="50"/>
                  </a:cubicBezTo>
                  <a:cubicBezTo>
                    <a:pt x="37" y="50"/>
                    <a:pt x="36" y="52"/>
                    <a:pt x="35" y="53"/>
                  </a:cubicBezTo>
                  <a:cubicBezTo>
                    <a:pt x="35" y="54"/>
                    <a:pt x="32" y="63"/>
                    <a:pt x="35" y="63"/>
                  </a:cubicBezTo>
                  <a:cubicBezTo>
                    <a:pt x="35" y="63"/>
                    <a:pt x="35" y="63"/>
                    <a:pt x="35" y="63"/>
                  </a:cubicBezTo>
                  <a:cubicBezTo>
                    <a:pt x="35" y="64"/>
                    <a:pt x="36" y="64"/>
                    <a:pt x="37" y="64"/>
                  </a:cubicBezTo>
                  <a:cubicBezTo>
                    <a:pt x="37" y="62"/>
                    <a:pt x="37" y="62"/>
                    <a:pt x="37" y="62"/>
                  </a:cubicBezTo>
                  <a:cubicBezTo>
                    <a:pt x="38" y="62"/>
                    <a:pt x="39" y="62"/>
                    <a:pt x="40" y="62"/>
                  </a:cubicBezTo>
                  <a:cubicBezTo>
                    <a:pt x="40" y="63"/>
                    <a:pt x="41" y="64"/>
                    <a:pt x="40" y="65"/>
                  </a:cubicBezTo>
                  <a:cubicBezTo>
                    <a:pt x="40" y="65"/>
                    <a:pt x="38" y="65"/>
                    <a:pt x="38" y="65"/>
                  </a:cubicBezTo>
                  <a:cubicBezTo>
                    <a:pt x="37" y="65"/>
                    <a:pt x="37" y="66"/>
                    <a:pt x="36" y="66"/>
                  </a:cubicBezTo>
                  <a:cubicBezTo>
                    <a:pt x="35" y="67"/>
                    <a:pt x="35" y="67"/>
                    <a:pt x="34" y="67"/>
                  </a:cubicBezTo>
                  <a:cubicBezTo>
                    <a:pt x="33" y="68"/>
                    <a:pt x="33" y="68"/>
                    <a:pt x="33" y="69"/>
                  </a:cubicBezTo>
                  <a:cubicBezTo>
                    <a:pt x="32" y="69"/>
                    <a:pt x="32" y="70"/>
                    <a:pt x="31" y="70"/>
                  </a:cubicBezTo>
                  <a:cubicBezTo>
                    <a:pt x="30" y="72"/>
                    <a:pt x="29" y="73"/>
                    <a:pt x="27" y="74"/>
                  </a:cubicBezTo>
                  <a:cubicBezTo>
                    <a:pt x="26" y="76"/>
                    <a:pt x="25" y="76"/>
                    <a:pt x="23" y="77"/>
                  </a:cubicBezTo>
                  <a:cubicBezTo>
                    <a:pt x="20" y="77"/>
                    <a:pt x="22" y="79"/>
                    <a:pt x="21" y="80"/>
                  </a:cubicBezTo>
                  <a:cubicBezTo>
                    <a:pt x="20" y="82"/>
                    <a:pt x="18" y="82"/>
                    <a:pt x="17" y="83"/>
                  </a:cubicBezTo>
                  <a:cubicBezTo>
                    <a:pt x="16" y="85"/>
                    <a:pt x="16" y="85"/>
                    <a:pt x="13" y="85"/>
                  </a:cubicBezTo>
                  <a:cubicBezTo>
                    <a:pt x="13" y="86"/>
                    <a:pt x="13" y="87"/>
                    <a:pt x="13" y="88"/>
                  </a:cubicBezTo>
                  <a:cubicBezTo>
                    <a:pt x="12" y="88"/>
                    <a:pt x="11" y="91"/>
                    <a:pt x="10" y="91"/>
                  </a:cubicBezTo>
                  <a:cubicBezTo>
                    <a:pt x="9" y="91"/>
                    <a:pt x="9" y="91"/>
                    <a:pt x="9" y="91"/>
                  </a:cubicBezTo>
                  <a:cubicBezTo>
                    <a:pt x="8" y="91"/>
                    <a:pt x="4" y="91"/>
                    <a:pt x="4" y="93"/>
                  </a:cubicBezTo>
                  <a:cubicBezTo>
                    <a:pt x="6" y="93"/>
                    <a:pt x="7" y="94"/>
                    <a:pt x="6" y="95"/>
                  </a:cubicBezTo>
                  <a:cubicBezTo>
                    <a:pt x="6" y="95"/>
                    <a:pt x="3" y="96"/>
                    <a:pt x="3" y="96"/>
                  </a:cubicBezTo>
                  <a:cubicBezTo>
                    <a:pt x="1" y="98"/>
                    <a:pt x="3" y="99"/>
                    <a:pt x="5" y="100"/>
                  </a:cubicBezTo>
                  <a:cubicBezTo>
                    <a:pt x="5" y="103"/>
                    <a:pt x="4" y="105"/>
                    <a:pt x="4" y="107"/>
                  </a:cubicBezTo>
                  <a:cubicBezTo>
                    <a:pt x="3" y="109"/>
                    <a:pt x="4" y="110"/>
                    <a:pt x="2" y="110"/>
                  </a:cubicBezTo>
                  <a:cubicBezTo>
                    <a:pt x="1" y="111"/>
                    <a:pt x="1" y="111"/>
                    <a:pt x="0" y="111"/>
                  </a:cubicBezTo>
                  <a:cubicBezTo>
                    <a:pt x="2" y="112"/>
                    <a:pt x="3" y="113"/>
                    <a:pt x="3" y="117"/>
                  </a:cubicBezTo>
                  <a:cubicBezTo>
                    <a:pt x="2" y="119"/>
                    <a:pt x="6" y="118"/>
                    <a:pt x="8" y="118"/>
                  </a:cubicBezTo>
                  <a:cubicBezTo>
                    <a:pt x="11" y="118"/>
                    <a:pt x="13" y="119"/>
                    <a:pt x="16" y="120"/>
                  </a:cubicBezTo>
                  <a:cubicBezTo>
                    <a:pt x="19" y="121"/>
                    <a:pt x="22" y="120"/>
                    <a:pt x="25" y="121"/>
                  </a:cubicBezTo>
                  <a:cubicBezTo>
                    <a:pt x="29" y="121"/>
                    <a:pt x="31" y="124"/>
                    <a:pt x="34" y="123"/>
                  </a:cubicBezTo>
                  <a:cubicBezTo>
                    <a:pt x="35" y="122"/>
                    <a:pt x="36" y="122"/>
                    <a:pt x="36" y="121"/>
                  </a:cubicBezTo>
                  <a:cubicBezTo>
                    <a:pt x="40" y="121"/>
                    <a:pt x="46" y="121"/>
                    <a:pt x="48" y="124"/>
                  </a:cubicBezTo>
                  <a:cubicBezTo>
                    <a:pt x="52" y="130"/>
                    <a:pt x="52" y="123"/>
                    <a:pt x="54" y="126"/>
                  </a:cubicBezTo>
                  <a:cubicBezTo>
                    <a:pt x="54" y="126"/>
                    <a:pt x="53" y="135"/>
                    <a:pt x="57" y="131"/>
                  </a:cubicBezTo>
                  <a:cubicBezTo>
                    <a:pt x="57" y="131"/>
                    <a:pt x="56" y="130"/>
                    <a:pt x="58" y="130"/>
                  </a:cubicBezTo>
                  <a:cubicBezTo>
                    <a:pt x="59" y="130"/>
                    <a:pt x="59" y="132"/>
                    <a:pt x="58" y="133"/>
                  </a:cubicBezTo>
                  <a:cubicBezTo>
                    <a:pt x="58" y="135"/>
                    <a:pt x="55" y="136"/>
                    <a:pt x="55" y="139"/>
                  </a:cubicBezTo>
                  <a:cubicBezTo>
                    <a:pt x="55" y="139"/>
                    <a:pt x="57" y="140"/>
                    <a:pt x="57" y="141"/>
                  </a:cubicBezTo>
                  <a:cubicBezTo>
                    <a:pt x="58" y="142"/>
                    <a:pt x="59" y="143"/>
                    <a:pt x="59" y="145"/>
                  </a:cubicBezTo>
                  <a:cubicBezTo>
                    <a:pt x="62" y="145"/>
                    <a:pt x="62" y="144"/>
                    <a:pt x="62" y="142"/>
                  </a:cubicBezTo>
                  <a:cubicBezTo>
                    <a:pt x="62" y="139"/>
                    <a:pt x="65" y="138"/>
                    <a:pt x="66" y="136"/>
                  </a:cubicBezTo>
                  <a:cubicBezTo>
                    <a:pt x="68" y="134"/>
                    <a:pt x="69" y="131"/>
                    <a:pt x="72" y="133"/>
                  </a:cubicBezTo>
                  <a:cubicBezTo>
                    <a:pt x="75" y="134"/>
                    <a:pt x="77" y="135"/>
                    <a:pt x="80" y="134"/>
                  </a:cubicBezTo>
                  <a:cubicBezTo>
                    <a:pt x="80" y="130"/>
                    <a:pt x="89" y="131"/>
                    <a:pt x="89" y="136"/>
                  </a:cubicBezTo>
                  <a:cubicBezTo>
                    <a:pt x="91" y="136"/>
                    <a:pt x="93" y="136"/>
                    <a:pt x="94" y="136"/>
                  </a:cubicBezTo>
                  <a:cubicBezTo>
                    <a:pt x="97" y="137"/>
                    <a:pt x="96" y="136"/>
                    <a:pt x="97" y="135"/>
                  </a:cubicBezTo>
                  <a:cubicBezTo>
                    <a:pt x="97" y="134"/>
                    <a:pt x="98" y="134"/>
                    <a:pt x="98" y="133"/>
                  </a:cubicBezTo>
                  <a:cubicBezTo>
                    <a:pt x="98" y="134"/>
                    <a:pt x="99" y="134"/>
                    <a:pt x="99" y="134"/>
                  </a:cubicBezTo>
                  <a:cubicBezTo>
                    <a:pt x="100" y="134"/>
                    <a:pt x="99" y="133"/>
                    <a:pt x="100" y="132"/>
                  </a:cubicBezTo>
                  <a:cubicBezTo>
                    <a:pt x="101" y="132"/>
                    <a:pt x="102" y="132"/>
                    <a:pt x="103" y="132"/>
                  </a:cubicBezTo>
                  <a:cubicBezTo>
                    <a:pt x="103" y="131"/>
                    <a:pt x="104" y="130"/>
                    <a:pt x="104" y="130"/>
                  </a:cubicBezTo>
                  <a:cubicBezTo>
                    <a:pt x="102" y="130"/>
                    <a:pt x="102" y="126"/>
                    <a:pt x="103" y="125"/>
                  </a:cubicBezTo>
                  <a:cubicBezTo>
                    <a:pt x="103" y="124"/>
                    <a:pt x="103" y="123"/>
                    <a:pt x="104" y="122"/>
                  </a:cubicBezTo>
                  <a:cubicBezTo>
                    <a:pt x="104" y="120"/>
                    <a:pt x="104" y="117"/>
                    <a:pt x="105" y="115"/>
                  </a:cubicBezTo>
                  <a:cubicBezTo>
                    <a:pt x="106" y="116"/>
                    <a:pt x="111" y="119"/>
                    <a:pt x="112" y="116"/>
                  </a:cubicBezTo>
                  <a:cubicBezTo>
                    <a:pt x="112" y="114"/>
                    <a:pt x="114" y="113"/>
                    <a:pt x="115" y="116"/>
                  </a:cubicBezTo>
                  <a:cubicBezTo>
                    <a:pt x="115" y="117"/>
                    <a:pt x="115" y="118"/>
                    <a:pt x="116" y="119"/>
                  </a:cubicBezTo>
                  <a:cubicBezTo>
                    <a:pt x="118" y="121"/>
                    <a:pt x="118" y="119"/>
                    <a:pt x="119" y="118"/>
                  </a:cubicBezTo>
                  <a:cubicBezTo>
                    <a:pt x="121" y="117"/>
                    <a:pt x="122" y="117"/>
                    <a:pt x="122" y="115"/>
                  </a:cubicBezTo>
                  <a:cubicBezTo>
                    <a:pt x="122" y="113"/>
                    <a:pt x="121" y="112"/>
                    <a:pt x="119" y="112"/>
                  </a:cubicBezTo>
                  <a:cubicBezTo>
                    <a:pt x="119" y="111"/>
                    <a:pt x="119" y="111"/>
                    <a:pt x="119" y="111"/>
                  </a:cubicBezTo>
                  <a:cubicBezTo>
                    <a:pt x="121" y="112"/>
                    <a:pt x="121" y="110"/>
                    <a:pt x="122" y="109"/>
                  </a:cubicBezTo>
                  <a:cubicBezTo>
                    <a:pt x="123" y="109"/>
                    <a:pt x="125" y="108"/>
                    <a:pt x="126" y="108"/>
                  </a:cubicBezTo>
                  <a:cubicBezTo>
                    <a:pt x="126" y="107"/>
                    <a:pt x="126" y="106"/>
                    <a:pt x="126" y="105"/>
                  </a:cubicBezTo>
                  <a:cubicBezTo>
                    <a:pt x="125" y="104"/>
                    <a:pt x="125" y="103"/>
                    <a:pt x="125" y="102"/>
                  </a:cubicBezTo>
                  <a:cubicBezTo>
                    <a:pt x="126" y="101"/>
                    <a:pt x="127" y="101"/>
                    <a:pt x="128" y="102"/>
                  </a:cubicBezTo>
                  <a:cubicBezTo>
                    <a:pt x="128" y="103"/>
                    <a:pt x="130" y="103"/>
                    <a:pt x="131" y="103"/>
                  </a:cubicBezTo>
                  <a:cubicBezTo>
                    <a:pt x="133" y="104"/>
                    <a:pt x="132" y="106"/>
                    <a:pt x="133" y="107"/>
                  </a:cubicBezTo>
                  <a:cubicBezTo>
                    <a:pt x="135" y="107"/>
                    <a:pt x="134" y="100"/>
                    <a:pt x="134" y="99"/>
                  </a:cubicBezTo>
                  <a:cubicBezTo>
                    <a:pt x="134" y="97"/>
                    <a:pt x="135" y="95"/>
                    <a:pt x="134" y="9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3" name="Freeform 439">
              <a:extLst>
                <a:ext uri="{FF2B5EF4-FFF2-40B4-BE49-F238E27FC236}">
                  <a16:creationId xmlns:a16="http://schemas.microsoft.com/office/drawing/2014/main" id="{2C411C8A-6233-4AD3-B564-9C0ECD36E6AE}"/>
                </a:ext>
              </a:extLst>
            </p:cNvPr>
            <p:cNvSpPr>
              <a:spLocks/>
            </p:cNvSpPr>
            <p:nvPr/>
          </p:nvSpPr>
          <p:spPr bwMode="auto">
            <a:xfrm>
              <a:off x="3125419" y="1215708"/>
              <a:ext cx="1160463" cy="838201"/>
            </a:xfrm>
            <a:custGeom>
              <a:avLst/>
              <a:gdLst>
                <a:gd name="T0" fmla="*/ 93 w 328"/>
                <a:gd name="T1" fmla="*/ 219 h 237"/>
                <a:gd name="T2" fmla="*/ 87 w 328"/>
                <a:gd name="T3" fmla="*/ 220 h 237"/>
                <a:gd name="T4" fmla="*/ 78 w 328"/>
                <a:gd name="T5" fmla="*/ 208 h 237"/>
                <a:gd name="T6" fmla="*/ 66 w 328"/>
                <a:gd name="T7" fmla="*/ 203 h 237"/>
                <a:gd name="T8" fmla="*/ 40 w 328"/>
                <a:gd name="T9" fmla="*/ 191 h 237"/>
                <a:gd name="T10" fmla="*/ 34 w 328"/>
                <a:gd name="T11" fmla="*/ 175 h 237"/>
                <a:gd name="T12" fmla="*/ 36 w 328"/>
                <a:gd name="T13" fmla="*/ 156 h 237"/>
                <a:gd name="T14" fmla="*/ 33 w 328"/>
                <a:gd name="T15" fmla="*/ 132 h 237"/>
                <a:gd name="T16" fmla="*/ 41 w 328"/>
                <a:gd name="T17" fmla="*/ 115 h 237"/>
                <a:gd name="T18" fmla="*/ 50 w 328"/>
                <a:gd name="T19" fmla="*/ 104 h 237"/>
                <a:gd name="T20" fmla="*/ 61 w 328"/>
                <a:gd name="T21" fmla="*/ 97 h 237"/>
                <a:gd name="T22" fmla="*/ 52 w 328"/>
                <a:gd name="T23" fmla="*/ 83 h 237"/>
                <a:gd name="T24" fmla="*/ 41 w 328"/>
                <a:gd name="T25" fmla="*/ 68 h 237"/>
                <a:gd name="T26" fmla="*/ 26 w 328"/>
                <a:gd name="T27" fmla="*/ 59 h 237"/>
                <a:gd name="T28" fmla="*/ 18 w 328"/>
                <a:gd name="T29" fmla="*/ 50 h 237"/>
                <a:gd name="T30" fmla="*/ 1 w 328"/>
                <a:gd name="T31" fmla="*/ 48 h 237"/>
                <a:gd name="T32" fmla="*/ 4 w 328"/>
                <a:gd name="T33" fmla="*/ 33 h 237"/>
                <a:gd name="T34" fmla="*/ 24 w 328"/>
                <a:gd name="T35" fmla="*/ 18 h 237"/>
                <a:gd name="T36" fmla="*/ 52 w 328"/>
                <a:gd name="T37" fmla="*/ 14 h 237"/>
                <a:gd name="T38" fmla="*/ 51 w 328"/>
                <a:gd name="T39" fmla="*/ 5 h 237"/>
                <a:gd name="T40" fmla="*/ 87 w 328"/>
                <a:gd name="T41" fmla="*/ 3 h 237"/>
                <a:gd name="T42" fmla="*/ 106 w 328"/>
                <a:gd name="T43" fmla="*/ 4 h 237"/>
                <a:gd name="T44" fmla="*/ 125 w 328"/>
                <a:gd name="T45" fmla="*/ 9 h 237"/>
                <a:gd name="T46" fmla="*/ 144 w 328"/>
                <a:gd name="T47" fmla="*/ 27 h 237"/>
                <a:gd name="T48" fmla="*/ 168 w 328"/>
                <a:gd name="T49" fmla="*/ 47 h 237"/>
                <a:gd name="T50" fmla="*/ 193 w 328"/>
                <a:gd name="T51" fmla="*/ 66 h 237"/>
                <a:gd name="T52" fmla="*/ 206 w 328"/>
                <a:gd name="T53" fmla="*/ 74 h 237"/>
                <a:gd name="T54" fmla="*/ 216 w 328"/>
                <a:gd name="T55" fmla="*/ 81 h 237"/>
                <a:gd name="T56" fmla="*/ 237 w 328"/>
                <a:gd name="T57" fmla="*/ 76 h 237"/>
                <a:gd name="T58" fmla="*/ 254 w 328"/>
                <a:gd name="T59" fmla="*/ 70 h 237"/>
                <a:gd name="T60" fmla="*/ 286 w 328"/>
                <a:gd name="T61" fmla="*/ 63 h 237"/>
                <a:gd name="T62" fmla="*/ 320 w 328"/>
                <a:gd name="T63" fmla="*/ 80 h 237"/>
                <a:gd name="T64" fmla="*/ 323 w 328"/>
                <a:gd name="T65" fmla="*/ 100 h 237"/>
                <a:gd name="T66" fmla="*/ 307 w 328"/>
                <a:gd name="T67" fmla="*/ 124 h 237"/>
                <a:gd name="T68" fmla="*/ 293 w 328"/>
                <a:gd name="T69" fmla="*/ 138 h 237"/>
                <a:gd name="T70" fmla="*/ 287 w 328"/>
                <a:gd name="T71" fmla="*/ 154 h 237"/>
                <a:gd name="T72" fmla="*/ 266 w 328"/>
                <a:gd name="T73" fmla="*/ 155 h 237"/>
                <a:gd name="T74" fmla="*/ 265 w 328"/>
                <a:gd name="T75" fmla="*/ 181 h 237"/>
                <a:gd name="T76" fmla="*/ 286 w 328"/>
                <a:gd name="T77" fmla="*/ 211 h 237"/>
                <a:gd name="T78" fmla="*/ 282 w 328"/>
                <a:gd name="T79" fmla="*/ 226 h 237"/>
                <a:gd name="T80" fmla="*/ 269 w 328"/>
                <a:gd name="T81" fmla="*/ 233 h 237"/>
                <a:gd name="T82" fmla="*/ 257 w 328"/>
                <a:gd name="T83" fmla="*/ 228 h 237"/>
                <a:gd name="T84" fmla="*/ 243 w 328"/>
                <a:gd name="T85" fmla="*/ 225 h 237"/>
                <a:gd name="T86" fmla="*/ 242 w 328"/>
                <a:gd name="T87" fmla="*/ 230 h 237"/>
                <a:gd name="T88" fmla="*/ 234 w 328"/>
                <a:gd name="T89" fmla="*/ 217 h 237"/>
                <a:gd name="T90" fmla="*/ 221 w 328"/>
                <a:gd name="T91" fmla="*/ 214 h 237"/>
                <a:gd name="T92" fmla="*/ 198 w 328"/>
                <a:gd name="T93" fmla="*/ 206 h 237"/>
                <a:gd name="T94" fmla="*/ 176 w 328"/>
                <a:gd name="T95" fmla="*/ 195 h 237"/>
                <a:gd name="T96" fmla="*/ 146 w 328"/>
                <a:gd name="T97" fmla="*/ 197 h 237"/>
                <a:gd name="T98" fmla="*/ 133 w 328"/>
                <a:gd name="T99" fmla="*/ 202 h 237"/>
                <a:gd name="T100" fmla="*/ 131 w 328"/>
                <a:gd name="T101" fmla="*/ 211 h 237"/>
                <a:gd name="T102" fmla="*/ 122 w 328"/>
                <a:gd name="T103" fmla="*/ 223 h 237"/>
                <a:gd name="T104" fmla="*/ 105 w 328"/>
                <a:gd name="T105" fmla="*/ 22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237">
                  <a:moveTo>
                    <a:pt x="105" y="227"/>
                  </a:moveTo>
                  <a:cubicBezTo>
                    <a:pt x="105" y="225"/>
                    <a:pt x="102" y="223"/>
                    <a:pt x="101" y="223"/>
                  </a:cubicBezTo>
                  <a:cubicBezTo>
                    <a:pt x="100" y="222"/>
                    <a:pt x="98" y="223"/>
                    <a:pt x="97" y="223"/>
                  </a:cubicBezTo>
                  <a:cubicBezTo>
                    <a:pt x="97" y="221"/>
                    <a:pt x="95" y="220"/>
                    <a:pt x="95" y="219"/>
                  </a:cubicBezTo>
                  <a:cubicBezTo>
                    <a:pt x="94" y="219"/>
                    <a:pt x="93" y="219"/>
                    <a:pt x="93" y="219"/>
                  </a:cubicBezTo>
                  <a:cubicBezTo>
                    <a:pt x="92" y="219"/>
                    <a:pt x="92" y="219"/>
                    <a:pt x="92" y="219"/>
                  </a:cubicBezTo>
                  <a:cubicBezTo>
                    <a:pt x="91" y="219"/>
                    <a:pt x="91" y="220"/>
                    <a:pt x="91" y="221"/>
                  </a:cubicBezTo>
                  <a:cubicBezTo>
                    <a:pt x="90" y="221"/>
                    <a:pt x="89" y="221"/>
                    <a:pt x="89" y="221"/>
                  </a:cubicBezTo>
                  <a:cubicBezTo>
                    <a:pt x="88" y="220"/>
                    <a:pt x="88" y="220"/>
                    <a:pt x="88" y="220"/>
                  </a:cubicBezTo>
                  <a:cubicBezTo>
                    <a:pt x="87" y="220"/>
                    <a:pt x="87" y="220"/>
                    <a:pt x="87" y="220"/>
                  </a:cubicBezTo>
                  <a:cubicBezTo>
                    <a:pt x="87" y="219"/>
                    <a:pt x="86" y="218"/>
                    <a:pt x="86" y="217"/>
                  </a:cubicBezTo>
                  <a:cubicBezTo>
                    <a:pt x="84" y="217"/>
                    <a:pt x="79" y="216"/>
                    <a:pt x="77" y="218"/>
                  </a:cubicBezTo>
                  <a:cubicBezTo>
                    <a:pt x="77" y="218"/>
                    <a:pt x="77" y="216"/>
                    <a:pt x="77" y="215"/>
                  </a:cubicBezTo>
                  <a:cubicBezTo>
                    <a:pt x="74" y="215"/>
                    <a:pt x="77" y="213"/>
                    <a:pt x="77" y="212"/>
                  </a:cubicBezTo>
                  <a:cubicBezTo>
                    <a:pt x="78" y="211"/>
                    <a:pt x="78" y="210"/>
                    <a:pt x="78" y="208"/>
                  </a:cubicBezTo>
                  <a:cubicBezTo>
                    <a:pt x="77" y="208"/>
                    <a:pt x="77" y="208"/>
                    <a:pt x="77" y="208"/>
                  </a:cubicBezTo>
                  <a:cubicBezTo>
                    <a:pt x="77" y="206"/>
                    <a:pt x="79" y="204"/>
                    <a:pt x="79" y="201"/>
                  </a:cubicBezTo>
                  <a:cubicBezTo>
                    <a:pt x="77" y="201"/>
                    <a:pt x="76" y="202"/>
                    <a:pt x="75" y="202"/>
                  </a:cubicBezTo>
                  <a:cubicBezTo>
                    <a:pt x="75" y="203"/>
                    <a:pt x="75" y="204"/>
                    <a:pt x="75" y="205"/>
                  </a:cubicBezTo>
                  <a:cubicBezTo>
                    <a:pt x="72" y="205"/>
                    <a:pt x="70" y="203"/>
                    <a:pt x="66" y="203"/>
                  </a:cubicBezTo>
                  <a:cubicBezTo>
                    <a:pt x="66" y="204"/>
                    <a:pt x="66" y="204"/>
                    <a:pt x="66" y="204"/>
                  </a:cubicBezTo>
                  <a:cubicBezTo>
                    <a:pt x="61" y="205"/>
                    <a:pt x="63" y="200"/>
                    <a:pt x="60" y="198"/>
                  </a:cubicBezTo>
                  <a:cubicBezTo>
                    <a:pt x="59" y="198"/>
                    <a:pt x="58" y="199"/>
                    <a:pt x="56" y="198"/>
                  </a:cubicBezTo>
                  <a:cubicBezTo>
                    <a:pt x="55" y="197"/>
                    <a:pt x="55" y="195"/>
                    <a:pt x="53" y="195"/>
                  </a:cubicBezTo>
                  <a:cubicBezTo>
                    <a:pt x="52" y="191"/>
                    <a:pt x="43" y="191"/>
                    <a:pt x="40" y="191"/>
                  </a:cubicBezTo>
                  <a:cubicBezTo>
                    <a:pt x="41" y="187"/>
                    <a:pt x="38" y="186"/>
                    <a:pt x="35" y="186"/>
                  </a:cubicBezTo>
                  <a:cubicBezTo>
                    <a:pt x="35" y="184"/>
                    <a:pt x="35" y="183"/>
                    <a:pt x="35" y="181"/>
                  </a:cubicBezTo>
                  <a:cubicBezTo>
                    <a:pt x="35" y="181"/>
                    <a:pt x="35" y="181"/>
                    <a:pt x="35" y="181"/>
                  </a:cubicBezTo>
                  <a:cubicBezTo>
                    <a:pt x="35" y="180"/>
                    <a:pt x="35" y="179"/>
                    <a:pt x="35" y="178"/>
                  </a:cubicBezTo>
                  <a:cubicBezTo>
                    <a:pt x="34" y="177"/>
                    <a:pt x="34" y="177"/>
                    <a:pt x="34" y="175"/>
                  </a:cubicBezTo>
                  <a:cubicBezTo>
                    <a:pt x="34" y="175"/>
                    <a:pt x="35" y="174"/>
                    <a:pt x="36" y="173"/>
                  </a:cubicBezTo>
                  <a:cubicBezTo>
                    <a:pt x="36" y="172"/>
                    <a:pt x="36" y="170"/>
                    <a:pt x="36" y="170"/>
                  </a:cubicBezTo>
                  <a:cubicBezTo>
                    <a:pt x="36" y="168"/>
                    <a:pt x="36" y="167"/>
                    <a:pt x="35" y="165"/>
                  </a:cubicBezTo>
                  <a:cubicBezTo>
                    <a:pt x="35" y="165"/>
                    <a:pt x="34" y="163"/>
                    <a:pt x="34" y="163"/>
                  </a:cubicBezTo>
                  <a:cubicBezTo>
                    <a:pt x="34" y="160"/>
                    <a:pt x="36" y="159"/>
                    <a:pt x="36" y="156"/>
                  </a:cubicBezTo>
                  <a:cubicBezTo>
                    <a:pt x="36" y="156"/>
                    <a:pt x="36" y="155"/>
                    <a:pt x="36" y="155"/>
                  </a:cubicBezTo>
                  <a:cubicBezTo>
                    <a:pt x="36" y="154"/>
                    <a:pt x="35" y="154"/>
                    <a:pt x="35" y="153"/>
                  </a:cubicBezTo>
                  <a:cubicBezTo>
                    <a:pt x="35" y="152"/>
                    <a:pt x="35" y="152"/>
                    <a:pt x="36" y="151"/>
                  </a:cubicBezTo>
                  <a:cubicBezTo>
                    <a:pt x="36" y="149"/>
                    <a:pt x="35" y="147"/>
                    <a:pt x="34" y="145"/>
                  </a:cubicBezTo>
                  <a:cubicBezTo>
                    <a:pt x="33" y="141"/>
                    <a:pt x="33" y="137"/>
                    <a:pt x="33" y="132"/>
                  </a:cubicBezTo>
                  <a:cubicBezTo>
                    <a:pt x="32" y="132"/>
                    <a:pt x="32" y="132"/>
                    <a:pt x="32" y="132"/>
                  </a:cubicBezTo>
                  <a:cubicBezTo>
                    <a:pt x="32" y="130"/>
                    <a:pt x="32" y="127"/>
                    <a:pt x="32" y="125"/>
                  </a:cubicBezTo>
                  <a:cubicBezTo>
                    <a:pt x="30" y="124"/>
                    <a:pt x="32" y="120"/>
                    <a:pt x="32" y="119"/>
                  </a:cubicBezTo>
                  <a:cubicBezTo>
                    <a:pt x="32" y="118"/>
                    <a:pt x="32" y="116"/>
                    <a:pt x="33" y="115"/>
                  </a:cubicBezTo>
                  <a:cubicBezTo>
                    <a:pt x="34" y="114"/>
                    <a:pt x="39" y="115"/>
                    <a:pt x="41" y="115"/>
                  </a:cubicBezTo>
                  <a:cubicBezTo>
                    <a:pt x="43" y="115"/>
                    <a:pt x="42" y="116"/>
                    <a:pt x="43" y="113"/>
                  </a:cubicBezTo>
                  <a:cubicBezTo>
                    <a:pt x="44" y="112"/>
                    <a:pt x="44" y="111"/>
                    <a:pt x="45" y="110"/>
                  </a:cubicBezTo>
                  <a:cubicBezTo>
                    <a:pt x="45" y="109"/>
                    <a:pt x="44" y="106"/>
                    <a:pt x="45" y="106"/>
                  </a:cubicBezTo>
                  <a:cubicBezTo>
                    <a:pt x="45" y="105"/>
                    <a:pt x="48" y="105"/>
                    <a:pt x="49" y="105"/>
                  </a:cubicBezTo>
                  <a:cubicBezTo>
                    <a:pt x="49" y="105"/>
                    <a:pt x="50" y="104"/>
                    <a:pt x="50" y="104"/>
                  </a:cubicBezTo>
                  <a:cubicBezTo>
                    <a:pt x="51" y="103"/>
                    <a:pt x="52" y="103"/>
                    <a:pt x="53" y="103"/>
                  </a:cubicBezTo>
                  <a:cubicBezTo>
                    <a:pt x="54" y="103"/>
                    <a:pt x="55" y="104"/>
                    <a:pt x="56" y="103"/>
                  </a:cubicBezTo>
                  <a:cubicBezTo>
                    <a:pt x="57" y="103"/>
                    <a:pt x="57" y="102"/>
                    <a:pt x="58" y="101"/>
                  </a:cubicBezTo>
                  <a:cubicBezTo>
                    <a:pt x="58" y="101"/>
                    <a:pt x="60" y="101"/>
                    <a:pt x="60" y="100"/>
                  </a:cubicBezTo>
                  <a:cubicBezTo>
                    <a:pt x="61" y="99"/>
                    <a:pt x="60" y="98"/>
                    <a:pt x="61" y="97"/>
                  </a:cubicBezTo>
                  <a:cubicBezTo>
                    <a:pt x="61" y="96"/>
                    <a:pt x="61" y="96"/>
                    <a:pt x="62" y="95"/>
                  </a:cubicBezTo>
                  <a:cubicBezTo>
                    <a:pt x="63" y="94"/>
                    <a:pt x="64" y="91"/>
                    <a:pt x="63" y="90"/>
                  </a:cubicBezTo>
                  <a:cubicBezTo>
                    <a:pt x="62" y="88"/>
                    <a:pt x="60" y="89"/>
                    <a:pt x="58" y="88"/>
                  </a:cubicBezTo>
                  <a:cubicBezTo>
                    <a:pt x="57" y="86"/>
                    <a:pt x="55" y="86"/>
                    <a:pt x="54" y="85"/>
                  </a:cubicBezTo>
                  <a:cubicBezTo>
                    <a:pt x="53" y="84"/>
                    <a:pt x="53" y="83"/>
                    <a:pt x="52" y="83"/>
                  </a:cubicBezTo>
                  <a:cubicBezTo>
                    <a:pt x="51" y="82"/>
                    <a:pt x="50" y="83"/>
                    <a:pt x="49" y="83"/>
                  </a:cubicBezTo>
                  <a:cubicBezTo>
                    <a:pt x="46" y="81"/>
                    <a:pt x="47" y="74"/>
                    <a:pt x="50" y="74"/>
                  </a:cubicBezTo>
                  <a:cubicBezTo>
                    <a:pt x="50" y="73"/>
                    <a:pt x="51" y="72"/>
                    <a:pt x="52" y="72"/>
                  </a:cubicBezTo>
                  <a:cubicBezTo>
                    <a:pt x="52" y="72"/>
                    <a:pt x="52" y="71"/>
                    <a:pt x="52" y="70"/>
                  </a:cubicBezTo>
                  <a:cubicBezTo>
                    <a:pt x="49" y="68"/>
                    <a:pt x="45" y="69"/>
                    <a:pt x="41" y="68"/>
                  </a:cubicBezTo>
                  <a:cubicBezTo>
                    <a:pt x="40" y="68"/>
                    <a:pt x="39" y="68"/>
                    <a:pt x="39" y="67"/>
                  </a:cubicBezTo>
                  <a:cubicBezTo>
                    <a:pt x="38" y="67"/>
                    <a:pt x="37" y="66"/>
                    <a:pt x="36" y="65"/>
                  </a:cubicBezTo>
                  <a:cubicBezTo>
                    <a:pt x="35" y="64"/>
                    <a:pt x="33" y="65"/>
                    <a:pt x="32" y="64"/>
                  </a:cubicBezTo>
                  <a:cubicBezTo>
                    <a:pt x="30" y="64"/>
                    <a:pt x="30" y="62"/>
                    <a:pt x="29" y="61"/>
                  </a:cubicBezTo>
                  <a:cubicBezTo>
                    <a:pt x="28" y="60"/>
                    <a:pt x="27" y="61"/>
                    <a:pt x="26" y="59"/>
                  </a:cubicBezTo>
                  <a:cubicBezTo>
                    <a:pt x="26" y="58"/>
                    <a:pt x="26" y="57"/>
                    <a:pt x="26" y="55"/>
                  </a:cubicBezTo>
                  <a:cubicBezTo>
                    <a:pt x="25" y="54"/>
                    <a:pt x="24" y="53"/>
                    <a:pt x="24" y="52"/>
                  </a:cubicBezTo>
                  <a:cubicBezTo>
                    <a:pt x="23" y="52"/>
                    <a:pt x="21" y="52"/>
                    <a:pt x="21" y="52"/>
                  </a:cubicBezTo>
                  <a:cubicBezTo>
                    <a:pt x="20" y="51"/>
                    <a:pt x="19" y="52"/>
                    <a:pt x="19" y="52"/>
                  </a:cubicBezTo>
                  <a:cubicBezTo>
                    <a:pt x="18" y="51"/>
                    <a:pt x="19" y="50"/>
                    <a:pt x="18" y="50"/>
                  </a:cubicBezTo>
                  <a:cubicBezTo>
                    <a:pt x="16" y="50"/>
                    <a:pt x="15" y="52"/>
                    <a:pt x="12" y="51"/>
                  </a:cubicBezTo>
                  <a:cubicBezTo>
                    <a:pt x="12" y="51"/>
                    <a:pt x="12" y="51"/>
                    <a:pt x="12" y="51"/>
                  </a:cubicBezTo>
                  <a:cubicBezTo>
                    <a:pt x="10" y="50"/>
                    <a:pt x="10" y="53"/>
                    <a:pt x="8" y="52"/>
                  </a:cubicBezTo>
                  <a:cubicBezTo>
                    <a:pt x="8" y="50"/>
                    <a:pt x="4" y="51"/>
                    <a:pt x="4" y="48"/>
                  </a:cubicBezTo>
                  <a:cubicBezTo>
                    <a:pt x="4" y="48"/>
                    <a:pt x="2" y="48"/>
                    <a:pt x="1" y="48"/>
                  </a:cubicBezTo>
                  <a:cubicBezTo>
                    <a:pt x="0" y="47"/>
                    <a:pt x="2" y="47"/>
                    <a:pt x="2" y="46"/>
                  </a:cubicBezTo>
                  <a:cubicBezTo>
                    <a:pt x="2" y="44"/>
                    <a:pt x="3" y="43"/>
                    <a:pt x="2" y="41"/>
                  </a:cubicBezTo>
                  <a:cubicBezTo>
                    <a:pt x="2" y="40"/>
                    <a:pt x="1" y="40"/>
                    <a:pt x="1" y="39"/>
                  </a:cubicBezTo>
                  <a:cubicBezTo>
                    <a:pt x="1" y="39"/>
                    <a:pt x="3" y="37"/>
                    <a:pt x="3" y="36"/>
                  </a:cubicBezTo>
                  <a:cubicBezTo>
                    <a:pt x="3" y="35"/>
                    <a:pt x="3" y="34"/>
                    <a:pt x="4" y="33"/>
                  </a:cubicBezTo>
                  <a:cubicBezTo>
                    <a:pt x="5" y="31"/>
                    <a:pt x="7" y="33"/>
                    <a:pt x="9" y="33"/>
                  </a:cubicBezTo>
                  <a:cubicBezTo>
                    <a:pt x="10" y="32"/>
                    <a:pt x="10" y="32"/>
                    <a:pt x="10" y="32"/>
                  </a:cubicBezTo>
                  <a:cubicBezTo>
                    <a:pt x="10" y="27"/>
                    <a:pt x="18" y="28"/>
                    <a:pt x="17" y="23"/>
                  </a:cubicBezTo>
                  <a:cubicBezTo>
                    <a:pt x="19" y="23"/>
                    <a:pt x="21" y="23"/>
                    <a:pt x="22" y="23"/>
                  </a:cubicBezTo>
                  <a:cubicBezTo>
                    <a:pt x="23" y="22"/>
                    <a:pt x="23" y="20"/>
                    <a:pt x="24" y="18"/>
                  </a:cubicBezTo>
                  <a:cubicBezTo>
                    <a:pt x="26" y="18"/>
                    <a:pt x="27" y="17"/>
                    <a:pt x="27" y="15"/>
                  </a:cubicBezTo>
                  <a:cubicBezTo>
                    <a:pt x="28" y="14"/>
                    <a:pt x="29" y="13"/>
                    <a:pt x="30" y="12"/>
                  </a:cubicBezTo>
                  <a:cubicBezTo>
                    <a:pt x="31" y="12"/>
                    <a:pt x="33" y="12"/>
                    <a:pt x="34" y="12"/>
                  </a:cubicBezTo>
                  <a:cubicBezTo>
                    <a:pt x="37" y="12"/>
                    <a:pt x="40" y="11"/>
                    <a:pt x="43" y="12"/>
                  </a:cubicBezTo>
                  <a:cubicBezTo>
                    <a:pt x="46" y="13"/>
                    <a:pt x="48" y="15"/>
                    <a:pt x="52" y="14"/>
                  </a:cubicBezTo>
                  <a:cubicBezTo>
                    <a:pt x="53" y="14"/>
                    <a:pt x="54" y="13"/>
                    <a:pt x="56" y="13"/>
                  </a:cubicBezTo>
                  <a:cubicBezTo>
                    <a:pt x="58" y="13"/>
                    <a:pt x="59" y="13"/>
                    <a:pt x="60" y="13"/>
                  </a:cubicBezTo>
                  <a:cubicBezTo>
                    <a:pt x="60" y="12"/>
                    <a:pt x="60" y="11"/>
                    <a:pt x="60" y="10"/>
                  </a:cubicBezTo>
                  <a:cubicBezTo>
                    <a:pt x="59" y="10"/>
                    <a:pt x="59" y="10"/>
                    <a:pt x="58" y="9"/>
                  </a:cubicBezTo>
                  <a:cubicBezTo>
                    <a:pt x="57" y="5"/>
                    <a:pt x="54" y="7"/>
                    <a:pt x="51" y="5"/>
                  </a:cubicBezTo>
                  <a:cubicBezTo>
                    <a:pt x="53" y="4"/>
                    <a:pt x="59" y="6"/>
                    <a:pt x="62" y="6"/>
                  </a:cubicBezTo>
                  <a:cubicBezTo>
                    <a:pt x="66" y="7"/>
                    <a:pt x="68" y="9"/>
                    <a:pt x="72" y="8"/>
                  </a:cubicBezTo>
                  <a:cubicBezTo>
                    <a:pt x="72" y="8"/>
                    <a:pt x="72" y="7"/>
                    <a:pt x="72" y="6"/>
                  </a:cubicBezTo>
                  <a:cubicBezTo>
                    <a:pt x="75" y="6"/>
                    <a:pt x="77" y="5"/>
                    <a:pt x="80" y="4"/>
                  </a:cubicBezTo>
                  <a:cubicBezTo>
                    <a:pt x="82" y="4"/>
                    <a:pt x="84" y="2"/>
                    <a:pt x="87" y="3"/>
                  </a:cubicBezTo>
                  <a:cubicBezTo>
                    <a:pt x="88" y="3"/>
                    <a:pt x="89" y="4"/>
                    <a:pt x="90" y="4"/>
                  </a:cubicBezTo>
                  <a:cubicBezTo>
                    <a:pt x="92" y="3"/>
                    <a:pt x="92" y="1"/>
                    <a:pt x="93" y="1"/>
                  </a:cubicBezTo>
                  <a:cubicBezTo>
                    <a:pt x="94" y="1"/>
                    <a:pt x="96" y="0"/>
                    <a:pt x="97" y="1"/>
                  </a:cubicBezTo>
                  <a:cubicBezTo>
                    <a:pt x="98" y="1"/>
                    <a:pt x="98" y="2"/>
                    <a:pt x="100" y="3"/>
                  </a:cubicBezTo>
                  <a:cubicBezTo>
                    <a:pt x="101" y="6"/>
                    <a:pt x="103" y="5"/>
                    <a:pt x="106" y="4"/>
                  </a:cubicBezTo>
                  <a:cubicBezTo>
                    <a:pt x="107" y="3"/>
                    <a:pt x="109" y="4"/>
                    <a:pt x="110" y="4"/>
                  </a:cubicBezTo>
                  <a:cubicBezTo>
                    <a:pt x="111" y="4"/>
                    <a:pt x="112" y="3"/>
                    <a:pt x="112" y="4"/>
                  </a:cubicBezTo>
                  <a:cubicBezTo>
                    <a:pt x="113" y="4"/>
                    <a:pt x="113" y="4"/>
                    <a:pt x="113" y="5"/>
                  </a:cubicBezTo>
                  <a:cubicBezTo>
                    <a:pt x="115" y="6"/>
                    <a:pt x="118" y="6"/>
                    <a:pt x="120" y="6"/>
                  </a:cubicBezTo>
                  <a:cubicBezTo>
                    <a:pt x="124" y="6"/>
                    <a:pt x="125" y="6"/>
                    <a:pt x="125" y="9"/>
                  </a:cubicBezTo>
                  <a:cubicBezTo>
                    <a:pt x="125" y="11"/>
                    <a:pt x="124" y="14"/>
                    <a:pt x="125" y="16"/>
                  </a:cubicBezTo>
                  <a:cubicBezTo>
                    <a:pt x="125" y="17"/>
                    <a:pt x="126" y="18"/>
                    <a:pt x="128" y="18"/>
                  </a:cubicBezTo>
                  <a:cubicBezTo>
                    <a:pt x="129" y="17"/>
                    <a:pt x="129" y="16"/>
                    <a:pt x="130" y="16"/>
                  </a:cubicBezTo>
                  <a:cubicBezTo>
                    <a:pt x="135" y="14"/>
                    <a:pt x="139" y="18"/>
                    <a:pt x="142" y="21"/>
                  </a:cubicBezTo>
                  <a:cubicBezTo>
                    <a:pt x="143" y="23"/>
                    <a:pt x="143" y="25"/>
                    <a:pt x="144" y="27"/>
                  </a:cubicBezTo>
                  <a:cubicBezTo>
                    <a:pt x="145" y="29"/>
                    <a:pt x="146" y="31"/>
                    <a:pt x="147" y="33"/>
                  </a:cubicBezTo>
                  <a:cubicBezTo>
                    <a:pt x="148" y="34"/>
                    <a:pt x="150" y="34"/>
                    <a:pt x="151" y="35"/>
                  </a:cubicBezTo>
                  <a:cubicBezTo>
                    <a:pt x="152" y="36"/>
                    <a:pt x="152" y="38"/>
                    <a:pt x="154" y="39"/>
                  </a:cubicBezTo>
                  <a:cubicBezTo>
                    <a:pt x="157" y="40"/>
                    <a:pt x="161" y="37"/>
                    <a:pt x="163" y="41"/>
                  </a:cubicBezTo>
                  <a:cubicBezTo>
                    <a:pt x="164" y="43"/>
                    <a:pt x="164" y="46"/>
                    <a:pt x="168" y="47"/>
                  </a:cubicBezTo>
                  <a:cubicBezTo>
                    <a:pt x="171" y="48"/>
                    <a:pt x="172" y="47"/>
                    <a:pt x="174" y="49"/>
                  </a:cubicBezTo>
                  <a:cubicBezTo>
                    <a:pt x="175" y="50"/>
                    <a:pt x="176" y="52"/>
                    <a:pt x="177" y="54"/>
                  </a:cubicBezTo>
                  <a:cubicBezTo>
                    <a:pt x="177" y="57"/>
                    <a:pt x="176" y="60"/>
                    <a:pt x="179" y="63"/>
                  </a:cubicBezTo>
                  <a:cubicBezTo>
                    <a:pt x="181" y="65"/>
                    <a:pt x="182" y="65"/>
                    <a:pt x="186" y="65"/>
                  </a:cubicBezTo>
                  <a:cubicBezTo>
                    <a:pt x="188" y="65"/>
                    <a:pt x="191" y="65"/>
                    <a:pt x="193" y="66"/>
                  </a:cubicBezTo>
                  <a:cubicBezTo>
                    <a:pt x="194" y="67"/>
                    <a:pt x="194" y="68"/>
                    <a:pt x="195" y="69"/>
                  </a:cubicBezTo>
                  <a:cubicBezTo>
                    <a:pt x="195" y="69"/>
                    <a:pt x="197" y="70"/>
                    <a:pt x="198" y="70"/>
                  </a:cubicBezTo>
                  <a:cubicBezTo>
                    <a:pt x="200" y="70"/>
                    <a:pt x="202" y="70"/>
                    <a:pt x="204" y="72"/>
                  </a:cubicBezTo>
                  <a:cubicBezTo>
                    <a:pt x="204" y="72"/>
                    <a:pt x="204" y="73"/>
                    <a:pt x="205" y="73"/>
                  </a:cubicBezTo>
                  <a:cubicBezTo>
                    <a:pt x="205" y="73"/>
                    <a:pt x="206" y="73"/>
                    <a:pt x="206" y="74"/>
                  </a:cubicBezTo>
                  <a:cubicBezTo>
                    <a:pt x="207" y="75"/>
                    <a:pt x="207" y="75"/>
                    <a:pt x="207" y="77"/>
                  </a:cubicBezTo>
                  <a:cubicBezTo>
                    <a:pt x="205" y="77"/>
                    <a:pt x="197" y="80"/>
                    <a:pt x="201" y="82"/>
                  </a:cubicBezTo>
                  <a:cubicBezTo>
                    <a:pt x="202" y="82"/>
                    <a:pt x="205" y="81"/>
                    <a:pt x="206" y="81"/>
                  </a:cubicBezTo>
                  <a:cubicBezTo>
                    <a:pt x="208" y="81"/>
                    <a:pt x="209" y="81"/>
                    <a:pt x="211" y="81"/>
                  </a:cubicBezTo>
                  <a:cubicBezTo>
                    <a:pt x="213" y="81"/>
                    <a:pt x="214" y="82"/>
                    <a:pt x="216" y="81"/>
                  </a:cubicBezTo>
                  <a:cubicBezTo>
                    <a:pt x="218" y="81"/>
                    <a:pt x="218" y="80"/>
                    <a:pt x="220" y="81"/>
                  </a:cubicBezTo>
                  <a:cubicBezTo>
                    <a:pt x="222" y="82"/>
                    <a:pt x="223" y="83"/>
                    <a:pt x="225" y="81"/>
                  </a:cubicBezTo>
                  <a:cubicBezTo>
                    <a:pt x="226" y="79"/>
                    <a:pt x="225" y="78"/>
                    <a:pt x="228" y="77"/>
                  </a:cubicBezTo>
                  <a:cubicBezTo>
                    <a:pt x="230" y="77"/>
                    <a:pt x="233" y="78"/>
                    <a:pt x="236" y="78"/>
                  </a:cubicBezTo>
                  <a:cubicBezTo>
                    <a:pt x="236" y="77"/>
                    <a:pt x="237" y="77"/>
                    <a:pt x="237" y="76"/>
                  </a:cubicBezTo>
                  <a:cubicBezTo>
                    <a:pt x="238" y="76"/>
                    <a:pt x="239" y="76"/>
                    <a:pt x="239" y="75"/>
                  </a:cubicBezTo>
                  <a:cubicBezTo>
                    <a:pt x="240" y="75"/>
                    <a:pt x="241" y="74"/>
                    <a:pt x="242" y="73"/>
                  </a:cubicBezTo>
                  <a:cubicBezTo>
                    <a:pt x="243" y="73"/>
                    <a:pt x="244" y="74"/>
                    <a:pt x="245" y="74"/>
                  </a:cubicBezTo>
                  <a:cubicBezTo>
                    <a:pt x="246" y="73"/>
                    <a:pt x="247" y="73"/>
                    <a:pt x="248" y="72"/>
                  </a:cubicBezTo>
                  <a:cubicBezTo>
                    <a:pt x="250" y="71"/>
                    <a:pt x="252" y="71"/>
                    <a:pt x="254" y="70"/>
                  </a:cubicBezTo>
                  <a:cubicBezTo>
                    <a:pt x="256" y="69"/>
                    <a:pt x="258" y="68"/>
                    <a:pt x="260" y="67"/>
                  </a:cubicBezTo>
                  <a:cubicBezTo>
                    <a:pt x="263" y="66"/>
                    <a:pt x="269" y="68"/>
                    <a:pt x="272" y="68"/>
                  </a:cubicBezTo>
                  <a:cubicBezTo>
                    <a:pt x="274" y="68"/>
                    <a:pt x="277" y="69"/>
                    <a:pt x="278" y="68"/>
                  </a:cubicBezTo>
                  <a:cubicBezTo>
                    <a:pt x="280" y="68"/>
                    <a:pt x="280" y="66"/>
                    <a:pt x="281" y="64"/>
                  </a:cubicBezTo>
                  <a:cubicBezTo>
                    <a:pt x="282" y="64"/>
                    <a:pt x="283" y="62"/>
                    <a:pt x="286" y="63"/>
                  </a:cubicBezTo>
                  <a:cubicBezTo>
                    <a:pt x="287" y="64"/>
                    <a:pt x="288" y="65"/>
                    <a:pt x="288" y="67"/>
                  </a:cubicBezTo>
                  <a:cubicBezTo>
                    <a:pt x="291" y="67"/>
                    <a:pt x="295" y="69"/>
                    <a:pt x="298" y="70"/>
                  </a:cubicBezTo>
                  <a:cubicBezTo>
                    <a:pt x="302" y="72"/>
                    <a:pt x="304" y="73"/>
                    <a:pt x="308" y="72"/>
                  </a:cubicBezTo>
                  <a:cubicBezTo>
                    <a:pt x="313" y="71"/>
                    <a:pt x="314" y="72"/>
                    <a:pt x="316" y="76"/>
                  </a:cubicBezTo>
                  <a:cubicBezTo>
                    <a:pt x="317" y="77"/>
                    <a:pt x="318" y="79"/>
                    <a:pt x="320" y="80"/>
                  </a:cubicBezTo>
                  <a:cubicBezTo>
                    <a:pt x="321" y="80"/>
                    <a:pt x="322" y="80"/>
                    <a:pt x="323" y="80"/>
                  </a:cubicBezTo>
                  <a:cubicBezTo>
                    <a:pt x="323" y="81"/>
                    <a:pt x="324" y="81"/>
                    <a:pt x="324" y="81"/>
                  </a:cubicBezTo>
                  <a:cubicBezTo>
                    <a:pt x="325" y="83"/>
                    <a:pt x="326" y="84"/>
                    <a:pt x="326" y="85"/>
                  </a:cubicBezTo>
                  <a:cubicBezTo>
                    <a:pt x="328" y="88"/>
                    <a:pt x="326" y="88"/>
                    <a:pt x="325" y="90"/>
                  </a:cubicBezTo>
                  <a:cubicBezTo>
                    <a:pt x="323" y="93"/>
                    <a:pt x="325" y="97"/>
                    <a:pt x="323" y="100"/>
                  </a:cubicBezTo>
                  <a:cubicBezTo>
                    <a:pt x="319" y="101"/>
                    <a:pt x="321" y="107"/>
                    <a:pt x="320" y="110"/>
                  </a:cubicBezTo>
                  <a:cubicBezTo>
                    <a:pt x="319" y="110"/>
                    <a:pt x="319" y="112"/>
                    <a:pt x="319" y="113"/>
                  </a:cubicBezTo>
                  <a:cubicBezTo>
                    <a:pt x="318" y="115"/>
                    <a:pt x="318" y="115"/>
                    <a:pt x="317" y="116"/>
                  </a:cubicBezTo>
                  <a:cubicBezTo>
                    <a:pt x="315" y="119"/>
                    <a:pt x="315" y="121"/>
                    <a:pt x="315" y="124"/>
                  </a:cubicBezTo>
                  <a:cubicBezTo>
                    <a:pt x="312" y="124"/>
                    <a:pt x="310" y="123"/>
                    <a:pt x="307" y="124"/>
                  </a:cubicBezTo>
                  <a:cubicBezTo>
                    <a:pt x="305" y="126"/>
                    <a:pt x="303" y="127"/>
                    <a:pt x="302" y="129"/>
                  </a:cubicBezTo>
                  <a:cubicBezTo>
                    <a:pt x="302" y="130"/>
                    <a:pt x="303" y="132"/>
                    <a:pt x="302" y="133"/>
                  </a:cubicBezTo>
                  <a:cubicBezTo>
                    <a:pt x="301" y="134"/>
                    <a:pt x="298" y="133"/>
                    <a:pt x="297" y="133"/>
                  </a:cubicBezTo>
                  <a:cubicBezTo>
                    <a:pt x="295" y="133"/>
                    <a:pt x="293" y="134"/>
                    <a:pt x="291" y="134"/>
                  </a:cubicBezTo>
                  <a:cubicBezTo>
                    <a:pt x="292" y="135"/>
                    <a:pt x="293" y="137"/>
                    <a:pt x="293" y="138"/>
                  </a:cubicBezTo>
                  <a:cubicBezTo>
                    <a:pt x="293" y="140"/>
                    <a:pt x="292" y="141"/>
                    <a:pt x="292" y="142"/>
                  </a:cubicBezTo>
                  <a:cubicBezTo>
                    <a:pt x="292" y="143"/>
                    <a:pt x="293" y="144"/>
                    <a:pt x="293" y="145"/>
                  </a:cubicBezTo>
                  <a:cubicBezTo>
                    <a:pt x="293" y="147"/>
                    <a:pt x="291" y="149"/>
                    <a:pt x="289" y="150"/>
                  </a:cubicBezTo>
                  <a:cubicBezTo>
                    <a:pt x="288" y="151"/>
                    <a:pt x="287" y="150"/>
                    <a:pt x="287" y="152"/>
                  </a:cubicBezTo>
                  <a:cubicBezTo>
                    <a:pt x="287" y="152"/>
                    <a:pt x="287" y="154"/>
                    <a:pt x="287" y="154"/>
                  </a:cubicBezTo>
                  <a:cubicBezTo>
                    <a:pt x="285" y="154"/>
                    <a:pt x="284" y="154"/>
                    <a:pt x="282" y="154"/>
                  </a:cubicBezTo>
                  <a:cubicBezTo>
                    <a:pt x="279" y="155"/>
                    <a:pt x="278" y="154"/>
                    <a:pt x="276" y="153"/>
                  </a:cubicBezTo>
                  <a:cubicBezTo>
                    <a:pt x="275" y="153"/>
                    <a:pt x="274" y="153"/>
                    <a:pt x="273" y="153"/>
                  </a:cubicBezTo>
                  <a:cubicBezTo>
                    <a:pt x="272" y="153"/>
                    <a:pt x="271" y="152"/>
                    <a:pt x="270" y="152"/>
                  </a:cubicBezTo>
                  <a:cubicBezTo>
                    <a:pt x="269" y="152"/>
                    <a:pt x="267" y="154"/>
                    <a:pt x="266" y="155"/>
                  </a:cubicBezTo>
                  <a:cubicBezTo>
                    <a:pt x="266" y="155"/>
                    <a:pt x="266" y="155"/>
                    <a:pt x="266" y="155"/>
                  </a:cubicBezTo>
                  <a:cubicBezTo>
                    <a:pt x="268" y="160"/>
                    <a:pt x="269" y="165"/>
                    <a:pt x="271" y="169"/>
                  </a:cubicBezTo>
                  <a:cubicBezTo>
                    <a:pt x="272" y="171"/>
                    <a:pt x="272" y="171"/>
                    <a:pt x="271" y="172"/>
                  </a:cubicBezTo>
                  <a:cubicBezTo>
                    <a:pt x="265" y="173"/>
                    <a:pt x="265" y="173"/>
                    <a:pt x="265" y="173"/>
                  </a:cubicBezTo>
                  <a:cubicBezTo>
                    <a:pt x="266" y="175"/>
                    <a:pt x="265" y="178"/>
                    <a:pt x="265" y="181"/>
                  </a:cubicBezTo>
                  <a:cubicBezTo>
                    <a:pt x="266" y="185"/>
                    <a:pt x="270" y="189"/>
                    <a:pt x="274" y="190"/>
                  </a:cubicBezTo>
                  <a:cubicBezTo>
                    <a:pt x="278" y="190"/>
                    <a:pt x="287" y="190"/>
                    <a:pt x="283" y="196"/>
                  </a:cubicBezTo>
                  <a:cubicBezTo>
                    <a:pt x="282" y="198"/>
                    <a:pt x="280" y="199"/>
                    <a:pt x="281" y="202"/>
                  </a:cubicBezTo>
                  <a:cubicBezTo>
                    <a:pt x="281" y="205"/>
                    <a:pt x="284" y="206"/>
                    <a:pt x="285" y="208"/>
                  </a:cubicBezTo>
                  <a:cubicBezTo>
                    <a:pt x="286" y="209"/>
                    <a:pt x="286" y="210"/>
                    <a:pt x="286" y="211"/>
                  </a:cubicBezTo>
                  <a:cubicBezTo>
                    <a:pt x="287" y="212"/>
                    <a:pt x="288" y="213"/>
                    <a:pt x="289" y="213"/>
                  </a:cubicBezTo>
                  <a:cubicBezTo>
                    <a:pt x="290" y="215"/>
                    <a:pt x="289" y="217"/>
                    <a:pt x="291" y="219"/>
                  </a:cubicBezTo>
                  <a:cubicBezTo>
                    <a:pt x="289" y="219"/>
                    <a:pt x="288" y="220"/>
                    <a:pt x="287" y="221"/>
                  </a:cubicBezTo>
                  <a:cubicBezTo>
                    <a:pt x="285" y="221"/>
                    <a:pt x="285" y="222"/>
                    <a:pt x="284" y="223"/>
                  </a:cubicBezTo>
                  <a:cubicBezTo>
                    <a:pt x="283" y="225"/>
                    <a:pt x="283" y="226"/>
                    <a:pt x="282" y="226"/>
                  </a:cubicBezTo>
                  <a:cubicBezTo>
                    <a:pt x="280" y="226"/>
                    <a:pt x="279" y="225"/>
                    <a:pt x="279" y="224"/>
                  </a:cubicBezTo>
                  <a:cubicBezTo>
                    <a:pt x="277" y="225"/>
                    <a:pt x="274" y="227"/>
                    <a:pt x="275" y="229"/>
                  </a:cubicBezTo>
                  <a:cubicBezTo>
                    <a:pt x="275" y="229"/>
                    <a:pt x="271" y="230"/>
                    <a:pt x="271" y="230"/>
                  </a:cubicBezTo>
                  <a:cubicBezTo>
                    <a:pt x="270" y="230"/>
                    <a:pt x="270" y="231"/>
                    <a:pt x="269" y="232"/>
                  </a:cubicBezTo>
                  <a:cubicBezTo>
                    <a:pt x="269" y="232"/>
                    <a:pt x="269" y="232"/>
                    <a:pt x="269" y="233"/>
                  </a:cubicBezTo>
                  <a:cubicBezTo>
                    <a:pt x="268" y="233"/>
                    <a:pt x="268" y="233"/>
                    <a:pt x="268" y="233"/>
                  </a:cubicBezTo>
                  <a:cubicBezTo>
                    <a:pt x="266" y="234"/>
                    <a:pt x="265" y="234"/>
                    <a:pt x="265" y="236"/>
                  </a:cubicBezTo>
                  <a:cubicBezTo>
                    <a:pt x="265" y="237"/>
                    <a:pt x="262" y="234"/>
                    <a:pt x="262" y="234"/>
                  </a:cubicBezTo>
                  <a:cubicBezTo>
                    <a:pt x="260" y="233"/>
                    <a:pt x="259" y="231"/>
                    <a:pt x="257" y="231"/>
                  </a:cubicBezTo>
                  <a:cubicBezTo>
                    <a:pt x="257" y="230"/>
                    <a:pt x="257" y="229"/>
                    <a:pt x="257" y="228"/>
                  </a:cubicBezTo>
                  <a:cubicBezTo>
                    <a:pt x="256" y="228"/>
                    <a:pt x="256" y="227"/>
                    <a:pt x="255" y="227"/>
                  </a:cubicBezTo>
                  <a:cubicBezTo>
                    <a:pt x="254" y="224"/>
                    <a:pt x="256" y="221"/>
                    <a:pt x="256" y="218"/>
                  </a:cubicBezTo>
                  <a:cubicBezTo>
                    <a:pt x="255" y="218"/>
                    <a:pt x="255" y="218"/>
                    <a:pt x="255" y="218"/>
                  </a:cubicBezTo>
                  <a:cubicBezTo>
                    <a:pt x="254" y="219"/>
                    <a:pt x="253" y="219"/>
                    <a:pt x="253" y="221"/>
                  </a:cubicBezTo>
                  <a:cubicBezTo>
                    <a:pt x="250" y="221"/>
                    <a:pt x="244" y="221"/>
                    <a:pt x="243" y="225"/>
                  </a:cubicBezTo>
                  <a:cubicBezTo>
                    <a:pt x="242" y="225"/>
                    <a:pt x="240" y="225"/>
                    <a:pt x="241" y="227"/>
                  </a:cubicBezTo>
                  <a:cubicBezTo>
                    <a:pt x="241" y="227"/>
                    <a:pt x="243" y="228"/>
                    <a:pt x="243" y="228"/>
                  </a:cubicBezTo>
                  <a:cubicBezTo>
                    <a:pt x="244" y="229"/>
                    <a:pt x="245" y="230"/>
                    <a:pt x="245" y="231"/>
                  </a:cubicBezTo>
                  <a:cubicBezTo>
                    <a:pt x="244" y="231"/>
                    <a:pt x="244" y="231"/>
                    <a:pt x="244" y="231"/>
                  </a:cubicBezTo>
                  <a:cubicBezTo>
                    <a:pt x="243" y="231"/>
                    <a:pt x="243" y="231"/>
                    <a:pt x="242" y="230"/>
                  </a:cubicBezTo>
                  <a:cubicBezTo>
                    <a:pt x="241" y="229"/>
                    <a:pt x="241" y="228"/>
                    <a:pt x="239" y="228"/>
                  </a:cubicBezTo>
                  <a:cubicBezTo>
                    <a:pt x="238" y="228"/>
                    <a:pt x="236" y="228"/>
                    <a:pt x="235" y="229"/>
                  </a:cubicBezTo>
                  <a:cubicBezTo>
                    <a:pt x="236" y="228"/>
                    <a:pt x="236" y="226"/>
                    <a:pt x="238" y="227"/>
                  </a:cubicBezTo>
                  <a:cubicBezTo>
                    <a:pt x="239" y="224"/>
                    <a:pt x="242" y="212"/>
                    <a:pt x="235" y="216"/>
                  </a:cubicBezTo>
                  <a:cubicBezTo>
                    <a:pt x="234" y="216"/>
                    <a:pt x="234" y="217"/>
                    <a:pt x="234" y="217"/>
                  </a:cubicBezTo>
                  <a:cubicBezTo>
                    <a:pt x="233" y="217"/>
                    <a:pt x="232" y="217"/>
                    <a:pt x="232" y="217"/>
                  </a:cubicBezTo>
                  <a:cubicBezTo>
                    <a:pt x="231" y="218"/>
                    <a:pt x="231" y="219"/>
                    <a:pt x="229" y="219"/>
                  </a:cubicBezTo>
                  <a:cubicBezTo>
                    <a:pt x="228" y="220"/>
                    <a:pt x="227" y="219"/>
                    <a:pt x="225" y="219"/>
                  </a:cubicBezTo>
                  <a:cubicBezTo>
                    <a:pt x="224" y="218"/>
                    <a:pt x="223" y="219"/>
                    <a:pt x="221" y="218"/>
                  </a:cubicBezTo>
                  <a:cubicBezTo>
                    <a:pt x="221" y="217"/>
                    <a:pt x="222" y="215"/>
                    <a:pt x="221" y="214"/>
                  </a:cubicBezTo>
                  <a:cubicBezTo>
                    <a:pt x="221" y="212"/>
                    <a:pt x="219" y="211"/>
                    <a:pt x="218" y="210"/>
                  </a:cubicBezTo>
                  <a:cubicBezTo>
                    <a:pt x="217" y="208"/>
                    <a:pt x="215" y="208"/>
                    <a:pt x="214" y="206"/>
                  </a:cubicBezTo>
                  <a:cubicBezTo>
                    <a:pt x="213" y="205"/>
                    <a:pt x="214" y="203"/>
                    <a:pt x="214" y="202"/>
                  </a:cubicBezTo>
                  <a:cubicBezTo>
                    <a:pt x="211" y="201"/>
                    <a:pt x="209" y="204"/>
                    <a:pt x="207" y="204"/>
                  </a:cubicBezTo>
                  <a:cubicBezTo>
                    <a:pt x="204" y="205"/>
                    <a:pt x="201" y="206"/>
                    <a:pt x="198" y="206"/>
                  </a:cubicBezTo>
                  <a:cubicBezTo>
                    <a:pt x="195" y="206"/>
                    <a:pt x="192" y="206"/>
                    <a:pt x="190" y="204"/>
                  </a:cubicBezTo>
                  <a:cubicBezTo>
                    <a:pt x="189" y="202"/>
                    <a:pt x="189" y="201"/>
                    <a:pt x="187" y="201"/>
                  </a:cubicBezTo>
                  <a:cubicBezTo>
                    <a:pt x="186" y="201"/>
                    <a:pt x="184" y="201"/>
                    <a:pt x="182" y="201"/>
                  </a:cubicBezTo>
                  <a:cubicBezTo>
                    <a:pt x="182" y="200"/>
                    <a:pt x="180" y="199"/>
                    <a:pt x="179" y="197"/>
                  </a:cubicBezTo>
                  <a:cubicBezTo>
                    <a:pt x="178" y="195"/>
                    <a:pt x="179" y="195"/>
                    <a:pt x="176" y="195"/>
                  </a:cubicBezTo>
                  <a:cubicBezTo>
                    <a:pt x="175" y="195"/>
                    <a:pt x="173" y="195"/>
                    <a:pt x="172" y="194"/>
                  </a:cubicBezTo>
                  <a:cubicBezTo>
                    <a:pt x="170" y="193"/>
                    <a:pt x="171" y="191"/>
                    <a:pt x="171" y="190"/>
                  </a:cubicBezTo>
                  <a:cubicBezTo>
                    <a:pt x="167" y="189"/>
                    <a:pt x="163" y="189"/>
                    <a:pt x="159" y="189"/>
                  </a:cubicBezTo>
                  <a:cubicBezTo>
                    <a:pt x="155" y="189"/>
                    <a:pt x="151" y="188"/>
                    <a:pt x="150" y="192"/>
                  </a:cubicBezTo>
                  <a:cubicBezTo>
                    <a:pt x="148" y="193"/>
                    <a:pt x="149" y="196"/>
                    <a:pt x="146" y="197"/>
                  </a:cubicBezTo>
                  <a:cubicBezTo>
                    <a:pt x="145" y="198"/>
                    <a:pt x="142" y="197"/>
                    <a:pt x="140" y="197"/>
                  </a:cubicBezTo>
                  <a:cubicBezTo>
                    <a:pt x="139" y="198"/>
                    <a:pt x="139" y="199"/>
                    <a:pt x="139" y="200"/>
                  </a:cubicBezTo>
                  <a:cubicBezTo>
                    <a:pt x="138" y="200"/>
                    <a:pt x="138" y="200"/>
                    <a:pt x="137" y="200"/>
                  </a:cubicBezTo>
                  <a:cubicBezTo>
                    <a:pt x="137" y="201"/>
                    <a:pt x="137" y="201"/>
                    <a:pt x="136" y="202"/>
                  </a:cubicBezTo>
                  <a:cubicBezTo>
                    <a:pt x="135" y="203"/>
                    <a:pt x="135" y="203"/>
                    <a:pt x="133" y="202"/>
                  </a:cubicBezTo>
                  <a:cubicBezTo>
                    <a:pt x="132" y="202"/>
                    <a:pt x="132" y="201"/>
                    <a:pt x="131" y="200"/>
                  </a:cubicBezTo>
                  <a:cubicBezTo>
                    <a:pt x="130" y="200"/>
                    <a:pt x="130" y="200"/>
                    <a:pt x="129" y="200"/>
                  </a:cubicBezTo>
                  <a:cubicBezTo>
                    <a:pt x="128" y="202"/>
                    <a:pt x="128" y="203"/>
                    <a:pt x="128" y="204"/>
                  </a:cubicBezTo>
                  <a:cubicBezTo>
                    <a:pt x="130" y="204"/>
                    <a:pt x="131" y="204"/>
                    <a:pt x="131" y="206"/>
                  </a:cubicBezTo>
                  <a:cubicBezTo>
                    <a:pt x="132" y="208"/>
                    <a:pt x="131" y="209"/>
                    <a:pt x="131" y="211"/>
                  </a:cubicBezTo>
                  <a:cubicBezTo>
                    <a:pt x="130" y="214"/>
                    <a:pt x="131" y="217"/>
                    <a:pt x="128" y="219"/>
                  </a:cubicBezTo>
                  <a:cubicBezTo>
                    <a:pt x="128" y="219"/>
                    <a:pt x="127" y="219"/>
                    <a:pt x="127" y="220"/>
                  </a:cubicBezTo>
                  <a:cubicBezTo>
                    <a:pt x="126" y="220"/>
                    <a:pt x="126" y="220"/>
                    <a:pt x="126" y="220"/>
                  </a:cubicBezTo>
                  <a:cubicBezTo>
                    <a:pt x="125" y="220"/>
                    <a:pt x="126" y="221"/>
                    <a:pt x="125" y="221"/>
                  </a:cubicBezTo>
                  <a:cubicBezTo>
                    <a:pt x="123" y="222"/>
                    <a:pt x="123" y="220"/>
                    <a:pt x="122" y="223"/>
                  </a:cubicBezTo>
                  <a:cubicBezTo>
                    <a:pt x="122" y="224"/>
                    <a:pt x="122" y="225"/>
                    <a:pt x="120" y="225"/>
                  </a:cubicBezTo>
                  <a:cubicBezTo>
                    <a:pt x="118" y="225"/>
                    <a:pt x="117" y="225"/>
                    <a:pt x="115" y="225"/>
                  </a:cubicBezTo>
                  <a:cubicBezTo>
                    <a:pt x="115" y="227"/>
                    <a:pt x="113" y="226"/>
                    <a:pt x="113" y="228"/>
                  </a:cubicBezTo>
                  <a:cubicBezTo>
                    <a:pt x="111" y="229"/>
                    <a:pt x="110" y="228"/>
                    <a:pt x="108" y="227"/>
                  </a:cubicBezTo>
                  <a:cubicBezTo>
                    <a:pt x="107" y="227"/>
                    <a:pt x="106" y="227"/>
                    <a:pt x="105" y="227"/>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4" name="Freeform 440">
              <a:extLst>
                <a:ext uri="{FF2B5EF4-FFF2-40B4-BE49-F238E27FC236}">
                  <a16:creationId xmlns:a16="http://schemas.microsoft.com/office/drawing/2014/main" id="{7D6CEA7A-6009-4AB1-B4DF-D83CE3491407}"/>
                </a:ext>
              </a:extLst>
            </p:cNvPr>
            <p:cNvSpPr>
              <a:spLocks/>
            </p:cNvSpPr>
            <p:nvPr/>
          </p:nvSpPr>
          <p:spPr bwMode="auto">
            <a:xfrm>
              <a:off x="5988051" y="3355976"/>
              <a:ext cx="187325" cy="257175"/>
            </a:xfrm>
            <a:custGeom>
              <a:avLst/>
              <a:gdLst>
                <a:gd name="T0" fmla="*/ 51 w 53"/>
                <a:gd name="T1" fmla="*/ 19 h 73"/>
                <a:gd name="T2" fmla="*/ 52 w 53"/>
                <a:gd name="T3" fmla="*/ 15 h 73"/>
                <a:gd name="T4" fmla="*/ 50 w 53"/>
                <a:gd name="T5" fmla="*/ 12 h 73"/>
                <a:gd name="T6" fmla="*/ 50 w 53"/>
                <a:gd name="T7" fmla="*/ 7 h 73"/>
                <a:gd name="T8" fmla="*/ 45 w 53"/>
                <a:gd name="T9" fmla="*/ 7 h 73"/>
                <a:gd name="T10" fmla="*/ 45 w 53"/>
                <a:gd name="T11" fmla="*/ 1 h 73"/>
                <a:gd name="T12" fmla="*/ 44 w 53"/>
                <a:gd name="T13" fmla="*/ 0 h 73"/>
                <a:gd name="T14" fmla="*/ 41 w 53"/>
                <a:gd name="T15" fmla="*/ 3 h 73"/>
                <a:gd name="T16" fmla="*/ 41 w 53"/>
                <a:gd name="T17" fmla="*/ 3 h 73"/>
                <a:gd name="T18" fmla="*/ 40 w 53"/>
                <a:gd name="T19" fmla="*/ 6 h 73"/>
                <a:gd name="T20" fmla="*/ 36 w 53"/>
                <a:gd name="T21" fmla="*/ 4 h 73"/>
                <a:gd name="T22" fmla="*/ 35 w 53"/>
                <a:gd name="T23" fmla="*/ 7 h 73"/>
                <a:gd name="T24" fmla="*/ 35 w 53"/>
                <a:gd name="T25" fmla="*/ 9 h 73"/>
                <a:gd name="T26" fmla="*/ 33 w 53"/>
                <a:gd name="T27" fmla="*/ 10 h 73"/>
                <a:gd name="T28" fmla="*/ 32 w 53"/>
                <a:gd name="T29" fmla="*/ 16 h 73"/>
                <a:gd name="T30" fmla="*/ 28 w 53"/>
                <a:gd name="T31" fmla="*/ 13 h 73"/>
                <a:gd name="T32" fmla="*/ 25 w 53"/>
                <a:gd name="T33" fmla="*/ 16 h 73"/>
                <a:gd name="T34" fmla="*/ 22 w 53"/>
                <a:gd name="T35" fmla="*/ 14 h 73"/>
                <a:gd name="T36" fmla="*/ 21 w 53"/>
                <a:gd name="T37" fmla="*/ 17 h 73"/>
                <a:gd name="T38" fmla="*/ 18 w 53"/>
                <a:gd name="T39" fmla="*/ 20 h 73"/>
                <a:gd name="T40" fmla="*/ 14 w 53"/>
                <a:gd name="T41" fmla="*/ 20 h 73"/>
                <a:gd name="T42" fmla="*/ 10 w 53"/>
                <a:gd name="T43" fmla="*/ 19 h 73"/>
                <a:gd name="T44" fmla="*/ 10 w 53"/>
                <a:gd name="T45" fmla="*/ 22 h 73"/>
                <a:gd name="T46" fmla="*/ 5 w 53"/>
                <a:gd name="T47" fmla="*/ 24 h 73"/>
                <a:gd name="T48" fmla="*/ 4 w 53"/>
                <a:gd name="T49" fmla="*/ 30 h 73"/>
                <a:gd name="T50" fmla="*/ 1 w 53"/>
                <a:gd name="T51" fmla="*/ 35 h 73"/>
                <a:gd name="T52" fmla="*/ 4 w 53"/>
                <a:gd name="T53" fmla="*/ 41 h 73"/>
                <a:gd name="T54" fmla="*/ 4 w 53"/>
                <a:gd name="T55" fmla="*/ 43 h 73"/>
                <a:gd name="T56" fmla="*/ 5 w 53"/>
                <a:gd name="T57" fmla="*/ 47 h 73"/>
                <a:gd name="T58" fmla="*/ 7 w 53"/>
                <a:gd name="T59" fmla="*/ 50 h 73"/>
                <a:gd name="T60" fmla="*/ 7 w 53"/>
                <a:gd name="T61" fmla="*/ 54 h 73"/>
                <a:gd name="T62" fmla="*/ 9 w 53"/>
                <a:gd name="T63" fmla="*/ 58 h 73"/>
                <a:gd name="T64" fmla="*/ 8 w 53"/>
                <a:gd name="T65" fmla="*/ 62 h 73"/>
                <a:gd name="T66" fmla="*/ 9 w 53"/>
                <a:gd name="T67" fmla="*/ 66 h 73"/>
                <a:gd name="T68" fmla="*/ 12 w 53"/>
                <a:gd name="T69" fmla="*/ 67 h 73"/>
                <a:gd name="T70" fmla="*/ 15 w 53"/>
                <a:gd name="T71" fmla="*/ 57 h 73"/>
                <a:gd name="T72" fmla="*/ 19 w 53"/>
                <a:gd name="T73" fmla="*/ 70 h 73"/>
                <a:gd name="T74" fmla="*/ 30 w 53"/>
                <a:gd name="T75" fmla="*/ 65 h 73"/>
                <a:gd name="T76" fmla="*/ 29 w 53"/>
                <a:gd name="T77" fmla="*/ 61 h 73"/>
                <a:gd name="T78" fmla="*/ 28 w 53"/>
                <a:gd name="T79" fmla="*/ 56 h 73"/>
                <a:gd name="T80" fmla="*/ 31 w 53"/>
                <a:gd name="T81" fmla="*/ 51 h 73"/>
                <a:gd name="T82" fmla="*/ 36 w 53"/>
                <a:gd name="T83" fmla="*/ 48 h 73"/>
                <a:gd name="T84" fmla="*/ 34 w 53"/>
                <a:gd name="T85" fmla="*/ 42 h 73"/>
                <a:gd name="T86" fmla="*/ 34 w 53"/>
                <a:gd name="T87" fmla="*/ 35 h 73"/>
                <a:gd name="T88" fmla="*/ 37 w 53"/>
                <a:gd name="T89" fmla="*/ 39 h 73"/>
                <a:gd name="T90" fmla="*/ 44 w 53"/>
                <a:gd name="T91" fmla="*/ 35 h 73"/>
                <a:gd name="T92" fmla="*/ 46 w 53"/>
                <a:gd name="T93" fmla="*/ 38 h 73"/>
                <a:gd name="T94" fmla="*/ 48 w 53"/>
                <a:gd name="T95" fmla="*/ 36 h 73"/>
                <a:gd name="T96" fmla="*/ 50 w 53"/>
                <a:gd name="T97" fmla="*/ 33 h 73"/>
                <a:gd name="T98" fmla="*/ 51 w 53"/>
                <a:gd name="T99" fmla="*/ 33 h 73"/>
                <a:gd name="T100" fmla="*/ 53 w 53"/>
                <a:gd name="T101" fmla="*/ 23 h 73"/>
                <a:gd name="T102" fmla="*/ 51 w 53"/>
                <a:gd name="T103" fmla="*/ 1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 h="73">
                  <a:moveTo>
                    <a:pt x="51" y="19"/>
                  </a:moveTo>
                  <a:cubicBezTo>
                    <a:pt x="51" y="17"/>
                    <a:pt x="52" y="16"/>
                    <a:pt x="52" y="15"/>
                  </a:cubicBezTo>
                  <a:cubicBezTo>
                    <a:pt x="52" y="13"/>
                    <a:pt x="50" y="13"/>
                    <a:pt x="50" y="12"/>
                  </a:cubicBezTo>
                  <a:cubicBezTo>
                    <a:pt x="49" y="10"/>
                    <a:pt x="49" y="9"/>
                    <a:pt x="50" y="7"/>
                  </a:cubicBezTo>
                  <a:cubicBezTo>
                    <a:pt x="48" y="7"/>
                    <a:pt x="45" y="7"/>
                    <a:pt x="45" y="7"/>
                  </a:cubicBezTo>
                  <a:cubicBezTo>
                    <a:pt x="46" y="5"/>
                    <a:pt x="46" y="3"/>
                    <a:pt x="45" y="1"/>
                  </a:cubicBezTo>
                  <a:cubicBezTo>
                    <a:pt x="44" y="0"/>
                    <a:pt x="44" y="0"/>
                    <a:pt x="44" y="0"/>
                  </a:cubicBezTo>
                  <a:cubicBezTo>
                    <a:pt x="42" y="1"/>
                    <a:pt x="42" y="2"/>
                    <a:pt x="41" y="3"/>
                  </a:cubicBezTo>
                  <a:cubicBezTo>
                    <a:pt x="41" y="3"/>
                    <a:pt x="41" y="3"/>
                    <a:pt x="41" y="3"/>
                  </a:cubicBezTo>
                  <a:cubicBezTo>
                    <a:pt x="41" y="4"/>
                    <a:pt x="41" y="6"/>
                    <a:pt x="40" y="6"/>
                  </a:cubicBezTo>
                  <a:cubicBezTo>
                    <a:pt x="38" y="7"/>
                    <a:pt x="37" y="5"/>
                    <a:pt x="36" y="4"/>
                  </a:cubicBezTo>
                  <a:cubicBezTo>
                    <a:pt x="36" y="5"/>
                    <a:pt x="35" y="5"/>
                    <a:pt x="35" y="7"/>
                  </a:cubicBezTo>
                  <a:cubicBezTo>
                    <a:pt x="35" y="7"/>
                    <a:pt x="35" y="8"/>
                    <a:pt x="35" y="9"/>
                  </a:cubicBezTo>
                  <a:cubicBezTo>
                    <a:pt x="34" y="9"/>
                    <a:pt x="34" y="9"/>
                    <a:pt x="33" y="10"/>
                  </a:cubicBezTo>
                  <a:cubicBezTo>
                    <a:pt x="32" y="12"/>
                    <a:pt x="34" y="14"/>
                    <a:pt x="32" y="16"/>
                  </a:cubicBezTo>
                  <a:cubicBezTo>
                    <a:pt x="31" y="15"/>
                    <a:pt x="30" y="13"/>
                    <a:pt x="28" y="13"/>
                  </a:cubicBezTo>
                  <a:cubicBezTo>
                    <a:pt x="26" y="13"/>
                    <a:pt x="25" y="14"/>
                    <a:pt x="25" y="16"/>
                  </a:cubicBezTo>
                  <a:cubicBezTo>
                    <a:pt x="24" y="16"/>
                    <a:pt x="23" y="15"/>
                    <a:pt x="22" y="14"/>
                  </a:cubicBezTo>
                  <a:cubicBezTo>
                    <a:pt x="21" y="15"/>
                    <a:pt x="22" y="16"/>
                    <a:pt x="21" y="17"/>
                  </a:cubicBezTo>
                  <a:cubicBezTo>
                    <a:pt x="20" y="18"/>
                    <a:pt x="19" y="19"/>
                    <a:pt x="18" y="20"/>
                  </a:cubicBezTo>
                  <a:cubicBezTo>
                    <a:pt x="17" y="21"/>
                    <a:pt x="16" y="20"/>
                    <a:pt x="14" y="20"/>
                  </a:cubicBezTo>
                  <a:cubicBezTo>
                    <a:pt x="13" y="19"/>
                    <a:pt x="12" y="19"/>
                    <a:pt x="10" y="19"/>
                  </a:cubicBezTo>
                  <a:cubicBezTo>
                    <a:pt x="10" y="20"/>
                    <a:pt x="10" y="21"/>
                    <a:pt x="10" y="22"/>
                  </a:cubicBezTo>
                  <a:cubicBezTo>
                    <a:pt x="8" y="22"/>
                    <a:pt x="7" y="24"/>
                    <a:pt x="5" y="24"/>
                  </a:cubicBezTo>
                  <a:cubicBezTo>
                    <a:pt x="4" y="26"/>
                    <a:pt x="5" y="28"/>
                    <a:pt x="4" y="30"/>
                  </a:cubicBezTo>
                  <a:cubicBezTo>
                    <a:pt x="4" y="32"/>
                    <a:pt x="2" y="33"/>
                    <a:pt x="1" y="35"/>
                  </a:cubicBezTo>
                  <a:cubicBezTo>
                    <a:pt x="0" y="38"/>
                    <a:pt x="3" y="38"/>
                    <a:pt x="4" y="41"/>
                  </a:cubicBezTo>
                  <a:cubicBezTo>
                    <a:pt x="4" y="42"/>
                    <a:pt x="3" y="42"/>
                    <a:pt x="4" y="43"/>
                  </a:cubicBezTo>
                  <a:cubicBezTo>
                    <a:pt x="4" y="44"/>
                    <a:pt x="5" y="46"/>
                    <a:pt x="5" y="47"/>
                  </a:cubicBezTo>
                  <a:cubicBezTo>
                    <a:pt x="6" y="48"/>
                    <a:pt x="6" y="49"/>
                    <a:pt x="7" y="50"/>
                  </a:cubicBezTo>
                  <a:cubicBezTo>
                    <a:pt x="7" y="51"/>
                    <a:pt x="7" y="52"/>
                    <a:pt x="7" y="54"/>
                  </a:cubicBezTo>
                  <a:cubicBezTo>
                    <a:pt x="7" y="55"/>
                    <a:pt x="9" y="56"/>
                    <a:pt x="9" y="58"/>
                  </a:cubicBezTo>
                  <a:cubicBezTo>
                    <a:pt x="9" y="59"/>
                    <a:pt x="8" y="61"/>
                    <a:pt x="8" y="62"/>
                  </a:cubicBezTo>
                  <a:cubicBezTo>
                    <a:pt x="8" y="63"/>
                    <a:pt x="8" y="65"/>
                    <a:pt x="9" y="66"/>
                  </a:cubicBezTo>
                  <a:cubicBezTo>
                    <a:pt x="9" y="66"/>
                    <a:pt x="12" y="68"/>
                    <a:pt x="12" y="67"/>
                  </a:cubicBezTo>
                  <a:cubicBezTo>
                    <a:pt x="12" y="65"/>
                    <a:pt x="11" y="54"/>
                    <a:pt x="15" y="57"/>
                  </a:cubicBezTo>
                  <a:cubicBezTo>
                    <a:pt x="19" y="60"/>
                    <a:pt x="16" y="67"/>
                    <a:pt x="19" y="70"/>
                  </a:cubicBezTo>
                  <a:cubicBezTo>
                    <a:pt x="22" y="73"/>
                    <a:pt x="30" y="69"/>
                    <a:pt x="30" y="65"/>
                  </a:cubicBezTo>
                  <a:cubicBezTo>
                    <a:pt x="30" y="64"/>
                    <a:pt x="29" y="62"/>
                    <a:pt x="29" y="61"/>
                  </a:cubicBezTo>
                  <a:cubicBezTo>
                    <a:pt x="28" y="60"/>
                    <a:pt x="27" y="57"/>
                    <a:pt x="28" y="56"/>
                  </a:cubicBezTo>
                  <a:cubicBezTo>
                    <a:pt x="29" y="54"/>
                    <a:pt x="31" y="53"/>
                    <a:pt x="31" y="51"/>
                  </a:cubicBezTo>
                  <a:cubicBezTo>
                    <a:pt x="32" y="49"/>
                    <a:pt x="33" y="48"/>
                    <a:pt x="36" y="48"/>
                  </a:cubicBezTo>
                  <a:cubicBezTo>
                    <a:pt x="36" y="45"/>
                    <a:pt x="34" y="44"/>
                    <a:pt x="34" y="42"/>
                  </a:cubicBezTo>
                  <a:cubicBezTo>
                    <a:pt x="34" y="40"/>
                    <a:pt x="33" y="37"/>
                    <a:pt x="34" y="35"/>
                  </a:cubicBezTo>
                  <a:cubicBezTo>
                    <a:pt x="37" y="34"/>
                    <a:pt x="35" y="38"/>
                    <a:pt x="37" y="39"/>
                  </a:cubicBezTo>
                  <a:cubicBezTo>
                    <a:pt x="40" y="41"/>
                    <a:pt x="42" y="36"/>
                    <a:pt x="44" y="35"/>
                  </a:cubicBezTo>
                  <a:cubicBezTo>
                    <a:pt x="46" y="35"/>
                    <a:pt x="46" y="37"/>
                    <a:pt x="46" y="38"/>
                  </a:cubicBezTo>
                  <a:cubicBezTo>
                    <a:pt x="46" y="37"/>
                    <a:pt x="48" y="36"/>
                    <a:pt x="48" y="36"/>
                  </a:cubicBezTo>
                  <a:cubicBezTo>
                    <a:pt x="49" y="35"/>
                    <a:pt x="49" y="33"/>
                    <a:pt x="50" y="33"/>
                  </a:cubicBezTo>
                  <a:cubicBezTo>
                    <a:pt x="51" y="32"/>
                    <a:pt x="51" y="32"/>
                    <a:pt x="51" y="33"/>
                  </a:cubicBezTo>
                  <a:cubicBezTo>
                    <a:pt x="52" y="29"/>
                    <a:pt x="53" y="26"/>
                    <a:pt x="53" y="23"/>
                  </a:cubicBezTo>
                  <a:cubicBezTo>
                    <a:pt x="53" y="21"/>
                    <a:pt x="52" y="20"/>
                    <a:pt x="51" y="19"/>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5" name="Freeform 441">
              <a:extLst>
                <a:ext uri="{FF2B5EF4-FFF2-40B4-BE49-F238E27FC236}">
                  <a16:creationId xmlns:a16="http://schemas.microsoft.com/office/drawing/2014/main" id="{2B5E827F-03A0-4B41-ADF6-047F5252AEFE}"/>
                </a:ext>
              </a:extLst>
            </p:cNvPr>
            <p:cNvSpPr>
              <a:spLocks/>
            </p:cNvSpPr>
            <p:nvPr/>
          </p:nvSpPr>
          <p:spPr bwMode="auto">
            <a:xfrm>
              <a:off x="4173538" y="3408363"/>
              <a:ext cx="700088" cy="1125538"/>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6" name="Freeform 442">
              <a:extLst>
                <a:ext uri="{FF2B5EF4-FFF2-40B4-BE49-F238E27FC236}">
                  <a16:creationId xmlns:a16="http://schemas.microsoft.com/office/drawing/2014/main" id="{AC5B4918-41F7-489C-9E08-F22C2BC07F89}"/>
                </a:ext>
              </a:extLst>
            </p:cNvPr>
            <p:cNvSpPr>
              <a:spLocks/>
            </p:cNvSpPr>
            <p:nvPr/>
          </p:nvSpPr>
          <p:spPr bwMode="auto">
            <a:xfrm>
              <a:off x="5716588" y="2711451"/>
              <a:ext cx="1011238" cy="685800"/>
            </a:xfrm>
            <a:custGeom>
              <a:avLst/>
              <a:gdLst>
                <a:gd name="T0" fmla="*/ 13 w 286"/>
                <a:gd name="T1" fmla="*/ 76 h 194"/>
                <a:gd name="T2" fmla="*/ 12 w 286"/>
                <a:gd name="T3" fmla="*/ 92 h 194"/>
                <a:gd name="T4" fmla="*/ 2 w 286"/>
                <a:gd name="T5" fmla="*/ 104 h 194"/>
                <a:gd name="T6" fmla="*/ 3 w 286"/>
                <a:gd name="T7" fmla="*/ 129 h 194"/>
                <a:gd name="T8" fmla="*/ 15 w 286"/>
                <a:gd name="T9" fmla="*/ 124 h 194"/>
                <a:gd name="T10" fmla="*/ 32 w 286"/>
                <a:gd name="T11" fmla="*/ 113 h 194"/>
                <a:gd name="T12" fmla="*/ 53 w 286"/>
                <a:gd name="T13" fmla="*/ 114 h 194"/>
                <a:gd name="T14" fmla="*/ 70 w 286"/>
                <a:gd name="T15" fmla="*/ 120 h 194"/>
                <a:gd name="T16" fmla="*/ 80 w 286"/>
                <a:gd name="T17" fmla="*/ 123 h 194"/>
                <a:gd name="T18" fmla="*/ 90 w 286"/>
                <a:gd name="T19" fmla="*/ 113 h 194"/>
                <a:gd name="T20" fmla="*/ 101 w 286"/>
                <a:gd name="T21" fmla="*/ 110 h 194"/>
                <a:gd name="T22" fmla="*/ 124 w 286"/>
                <a:gd name="T23" fmla="*/ 106 h 194"/>
                <a:gd name="T24" fmla="*/ 121 w 286"/>
                <a:gd name="T25" fmla="*/ 122 h 194"/>
                <a:gd name="T26" fmla="*/ 143 w 286"/>
                <a:gd name="T27" fmla="*/ 125 h 194"/>
                <a:gd name="T28" fmla="*/ 145 w 286"/>
                <a:gd name="T29" fmla="*/ 144 h 194"/>
                <a:gd name="T30" fmla="*/ 118 w 286"/>
                <a:gd name="T31" fmla="*/ 158 h 194"/>
                <a:gd name="T32" fmla="*/ 122 w 286"/>
                <a:gd name="T33" fmla="*/ 181 h 194"/>
                <a:gd name="T34" fmla="*/ 132 w 286"/>
                <a:gd name="T35" fmla="*/ 194 h 194"/>
                <a:gd name="T36" fmla="*/ 141 w 286"/>
                <a:gd name="T37" fmla="*/ 185 h 194"/>
                <a:gd name="T38" fmla="*/ 154 w 286"/>
                <a:gd name="T39" fmla="*/ 180 h 194"/>
                <a:gd name="T40" fmla="*/ 162 w 286"/>
                <a:gd name="T41" fmla="*/ 159 h 194"/>
                <a:gd name="T42" fmla="*/ 170 w 286"/>
                <a:gd name="T43" fmla="*/ 148 h 194"/>
                <a:gd name="T44" fmla="*/ 178 w 286"/>
                <a:gd name="T45" fmla="*/ 137 h 194"/>
                <a:gd name="T46" fmla="*/ 171 w 286"/>
                <a:gd name="T47" fmla="*/ 123 h 194"/>
                <a:gd name="T48" fmla="*/ 186 w 286"/>
                <a:gd name="T49" fmla="*/ 109 h 194"/>
                <a:gd name="T50" fmla="*/ 194 w 286"/>
                <a:gd name="T51" fmla="*/ 109 h 194"/>
                <a:gd name="T52" fmla="*/ 203 w 286"/>
                <a:gd name="T53" fmla="*/ 86 h 194"/>
                <a:gd name="T54" fmla="*/ 212 w 286"/>
                <a:gd name="T55" fmla="*/ 79 h 194"/>
                <a:gd name="T56" fmla="*/ 219 w 286"/>
                <a:gd name="T57" fmla="*/ 72 h 194"/>
                <a:gd name="T58" fmla="*/ 238 w 286"/>
                <a:gd name="T59" fmla="*/ 55 h 194"/>
                <a:gd name="T60" fmla="*/ 249 w 286"/>
                <a:gd name="T61" fmla="*/ 49 h 194"/>
                <a:gd name="T62" fmla="*/ 256 w 286"/>
                <a:gd name="T63" fmla="*/ 46 h 194"/>
                <a:gd name="T64" fmla="*/ 265 w 286"/>
                <a:gd name="T65" fmla="*/ 36 h 194"/>
                <a:gd name="T66" fmla="*/ 285 w 286"/>
                <a:gd name="T67" fmla="*/ 30 h 194"/>
                <a:gd name="T68" fmla="*/ 278 w 286"/>
                <a:gd name="T69" fmla="*/ 24 h 194"/>
                <a:gd name="T70" fmla="*/ 277 w 286"/>
                <a:gd name="T71" fmla="*/ 7 h 194"/>
                <a:gd name="T72" fmla="*/ 269 w 286"/>
                <a:gd name="T73" fmla="*/ 2 h 194"/>
                <a:gd name="T74" fmla="*/ 256 w 286"/>
                <a:gd name="T75" fmla="*/ 7 h 194"/>
                <a:gd name="T76" fmla="*/ 248 w 286"/>
                <a:gd name="T77" fmla="*/ 10 h 194"/>
                <a:gd name="T78" fmla="*/ 239 w 286"/>
                <a:gd name="T79" fmla="*/ 13 h 194"/>
                <a:gd name="T80" fmla="*/ 233 w 286"/>
                <a:gd name="T81" fmla="*/ 17 h 194"/>
                <a:gd name="T82" fmla="*/ 229 w 286"/>
                <a:gd name="T83" fmla="*/ 19 h 194"/>
                <a:gd name="T84" fmla="*/ 215 w 286"/>
                <a:gd name="T85" fmla="*/ 25 h 194"/>
                <a:gd name="T86" fmla="*/ 203 w 286"/>
                <a:gd name="T87" fmla="*/ 25 h 194"/>
                <a:gd name="T88" fmla="*/ 203 w 286"/>
                <a:gd name="T89" fmla="*/ 34 h 194"/>
                <a:gd name="T90" fmla="*/ 195 w 286"/>
                <a:gd name="T91" fmla="*/ 40 h 194"/>
                <a:gd name="T92" fmla="*/ 187 w 286"/>
                <a:gd name="T93" fmla="*/ 52 h 194"/>
                <a:gd name="T94" fmla="*/ 177 w 286"/>
                <a:gd name="T95" fmla="*/ 57 h 194"/>
                <a:gd name="T96" fmla="*/ 159 w 286"/>
                <a:gd name="T97" fmla="*/ 61 h 194"/>
                <a:gd name="T98" fmla="*/ 138 w 286"/>
                <a:gd name="T99" fmla="*/ 59 h 194"/>
                <a:gd name="T100" fmla="*/ 125 w 286"/>
                <a:gd name="T101" fmla="*/ 63 h 194"/>
                <a:gd name="T102" fmla="*/ 110 w 286"/>
                <a:gd name="T103" fmla="*/ 65 h 194"/>
                <a:gd name="T104" fmla="*/ 66 w 286"/>
                <a:gd name="T105" fmla="*/ 56 h 194"/>
                <a:gd name="T106" fmla="*/ 14 w 286"/>
                <a:gd name="T107" fmla="*/ 7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6" h="194">
                  <a:moveTo>
                    <a:pt x="14" y="74"/>
                  </a:moveTo>
                  <a:cubicBezTo>
                    <a:pt x="8" y="78"/>
                    <a:pt x="8" y="78"/>
                    <a:pt x="8" y="78"/>
                  </a:cubicBezTo>
                  <a:cubicBezTo>
                    <a:pt x="8" y="77"/>
                    <a:pt x="9" y="77"/>
                    <a:pt x="10" y="77"/>
                  </a:cubicBezTo>
                  <a:cubicBezTo>
                    <a:pt x="11" y="77"/>
                    <a:pt x="12" y="77"/>
                    <a:pt x="13" y="76"/>
                  </a:cubicBezTo>
                  <a:cubicBezTo>
                    <a:pt x="13" y="77"/>
                    <a:pt x="13" y="78"/>
                    <a:pt x="12" y="79"/>
                  </a:cubicBezTo>
                  <a:cubicBezTo>
                    <a:pt x="11" y="81"/>
                    <a:pt x="10" y="85"/>
                    <a:pt x="11" y="87"/>
                  </a:cubicBezTo>
                  <a:cubicBezTo>
                    <a:pt x="12" y="88"/>
                    <a:pt x="12" y="89"/>
                    <a:pt x="14" y="89"/>
                  </a:cubicBezTo>
                  <a:cubicBezTo>
                    <a:pt x="13" y="90"/>
                    <a:pt x="13" y="91"/>
                    <a:pt x="12" y="92"/>
                  </a:cubicBezTo>
                  <a:cubicBezTo>
                    <a:pt x="11" y="93"/>
                    <a:pt x="10" y="94"/>
                    <a:pt x="9" y="96"/>
                  </a:cubicBezTo>
                  <a:cubicBezTo>
                    <a:pt x="8" y="96"/>
                    <a:pt x="7" y="97"/>
                    <a:pt x="6" y="98"/>
                  </a:cubicBezTo>
                  <a:cubicBezTo>
                    <a:pt x="4" y="99"/>
                    <a:pt x="3" y="101"/>
                    <a:pt x="3" y="103"/>
                  </a:cubicBezTo>
                  <a:cubicBezTo>
                    <a:pt x="2" y="104"/>
                    <a:pt x="2" y="104"/>
                    <a:pt x="2" y="104"/>
                  </a:cubicBezTo>
                  <a:cubicBezTo>
                    <a:pt x="1" y="105"/>
                    <a:pt x="0" y="105"/>
                    <a:pt x="0" y="105"/>
                  </a:cubicBezTo>
                  <a:cubicBezTo>
                    <a:pt x="2" y="108"/>
                    <a:pt x="2" y="108"/>
                    <a:pt x="2" y="108"/>
                  </a:cubicBezTo>
                  <a:cubicBezTo>
                    <a:pt x="2" y="114"/>
                    <a:pt x="2" y="120"/>
                    <a:pt x="2" y="125"/>
                  </a:cubicBezTo>
                  <a:cubicBezTo>
                    <a:pt x="2" y="127"/>
                    <a:pt x="2" y="128"/>
                    <a:pt x="3" y="129"/>
                  </a:cubicBezTo>
                  <a:cubicBezTo>
                    <a:pt x="4" y="131"/>
                    <a:pt x="6" y="131"/>
                    <a:pt x="8" y="131"/>
                  </a:cubicBezTo>
                  <a:cubicBezTo>
                    <a:pt x="10" y="131"/>
                    <a:pt x="16" y="132"/>
                    <a:pt x="17" y="131"/>
                  </a:cubicBezTo>
                  <a:cubicBezTo>
                    <a:pt x="19" y="130"/>
                    <a:pt x="17" y="125"/>
                    <a:pt x="16" y="124"/>
                  </a:cubicBezTo>
                  <a:cubicBezTo>
                    <a:pt x="16" y="124"/>
                    <a:pt x="15" y="124"/>
                    <a:pt x="15" y="124"/>
                  </a:cubicBezTo>
                  <a:cubicBezTo>
                    <a:pt x="15" y="123"/>
                    <a:pt x="15" y="122"/>
                    <a:pt x="15" y="120"/>
                  </a:cubicBezTo>
                  <a:cubicBezTo>
                    <a:pt x="17" y="120"/>
                    <a:pt x="18" y="118"/>
                    <a:pt x="19" y="117"/>
                  </a:cubicBezTo>
                  <a:cubicBezTo>
                    <a:pt x="20" y="116"/>
                    <a:pt x="20" y="116"/>
                    <a:pt x="22" y="116"/>
                  </a:cubicBezTo>
                  <a:cubicBezTo>
                    <a:pt x="24" y="115"/>
                    <a:pt x="32" y="117"/>
                    <a:pt x="32" y="113"/>
                  </a:cubicBezTo>
                  <a:cubicBezTo>
                    <a:pt x="34" y="113"/>
                    <a:pt x="36" y="113"/>
                    <a:pt x="38" y="112"/>
                  </a:cubicBezTo>
                  <a:cubicBezTo>
                    <a:pt x="40" y="112"/>
                    <a:pt x="41" y="112"/>
                    <a:pt x="43" y="112"/>
                  </a:cubicBezTo>
                  <a:cubicBezTo>
                    <a:pt x="44" y="113"/>
                    <a:pt x="45" y="114"/>
                    <a:pt x="46" y="114"/>
                  </a:cubicBezTo>
                  <a:cubicBezTo>
                    <a:pt x="48" y="114"/>
                    <a:pt x="51" y="114"/>
                    <a:pt x="53" y="114"/>
                  </a:cubicBezTo>
                  <a:cubicBezTo>
                    <a:pt x="55" y="114"/>
                    <a:pt x="56" y="113"/>
                    <a:pt x="58" y="113"/>
                  </a:cubicBezTo>
                  <a:cubicBezTo>
                    <a:pt x="60" y="113"/>
                    <a:pt x="61" y="114"/>
                    <a:pt x="63" y="115"/>
                  </a:cubicBezTo>
                  <a:cubicBezTo>
                    <a:pt x="65" y="116"/>
                    <a:pt x="66" y="114"/>
                    <a:pt x="68" y="116"/>
                  </a:cubicBezTo>
                  <a:cubicBezTo>
                    <a:pt x="69" y="117"/>
                    <a:pt x="69" y="119"/>
                    <a:pt x="70" y="120"/>
                  </a:cubicBezTo>
                  <a:cubicBezTo>
                    <a:pt x="72" y="120"/>
                    <a:pt x="72" y="118"/>
                    <a:pt x="73" y="117"/>
                  </a:cubicBezTo>
                  <a:cubicBezTo>
                    <a:pt x="74" y="117"/>
                    <a:pt x="75" y="117"/>
                    <a:pt x="76" y="117"/>
                  </a:cubicBezTo>
                  <a:cubicBezTo>
                    <a:pt x="76" y="118"/>
                    <a:pt x="75" y="120"/>
                    <a:pt x="76" y="122"/>
                  </a:cubicBezTo>
                  <a:cubicBezTo>
                    <a:pt x="77" y="124"/>
                    <a:pt x="78" y="123"/>
                    <a:pt x="80" y="123"/>
                  </a:cubicBezTo>
                  <a:cubicBezTo>
                    <a:pt x="80" y="122"/>
                    <a:pt x="80" y="121"/>
                    <a:pt x="81" y="120"/>
                  </a:cubicBezTo>
                  <a:cubicBezTo>
                    <a:pt x="82" y="120"/>
                    <a:pt x="83" y="120"/>
                    <a:pt x="83" y="120"/>
                  </a:cubicBezTo>
                  <a:cubicBezTo>
                    <a:pt x="84" y="116"/>
                    <a:pt x="87" y="117"/>
                    <a:pt x="89" y="117"/>
                  </a:cubicBezTo>
                  <a:cubicBezTo>
                    <a:pt x="93" y="116"/>
                    <a:pt x="89" y="115"/>
                    <a:pt x="90" y="113"/>
                  </a:cubicBezTo>
                  <a:cubicBezTo>
                    <a:pt x="90" y="111"/>
                    <a:pt x="93" y="111"/>
                    <a:pt x="93" y="109"/>
                  </a:cubicBezTo>
                  <a:cubicBezTo>
                    <a:pt x="94" y="109"/>
                    <a:pt x="96" y="109"/>
                    <a:pt x="97" y="110"/>
                  </a:cubicBezTo>
                  <a:cubicBezTo>
                    <a:pt x="98" y="111"/>
                    <a:pt x="98" y="114"/>
                    <a:pt x="100" y="114"/>
                  </a:cubicBezTo>
                  <a:cubicBezTo>
                    <a:pt x="100" y="112"/>
                    <a:pt x="101" y="112"/>
                    <a:pt x="101" y="110"/>
                  </a:cubicBezTo>
                  <a:cubicBezTo>
                    <a:pt x="102" y="108"/>
                    <a:pt x="101" y="107"/>
                    <a:pt x="103" y="106"/>
                  </a:cubicBezTo>
                  <a:cubicBezTo>
                    <a:pt x="106" y="104"/>
                    <a:pt x="110" y="110"/>
                    <a:pt x="113" y="106"/>
                  </a:cubicBezTo>
                  <a:cubicBezTo>
                    <a:pt x="114" y="106"/>
                    <a:pt x="116" y="106"/>
                    <a:pt x="118" y="106"/>
                  </a:cubicBezTo>
                  <a:cubicBezTo>
                    <a:pt x="120" y="106"/>
                    <a:pt x="122" y="106"/>
                    <a:pt x="124" y="106"/>
                  </a:cubicBezTo>
                  <a:cubicBezTo>
                    <a:pt x="124" y="108"/>
                    <a:pt x="122" y="107"/>
                    <a:pt x="121" y="108"/>
                  </a:cubicBezTo>
                  <a:cubicBezTo>
                    <a:pt x="120" y="108"/>
                    <a:pt x="119" y="110"/>
                    <a:pt x="119" y="111"/>
                  </a:cubicBezTo>
                  <a:cubicBezTo>
                    <a:pt x="122" y="112"/>
                    <a:pt x="122" y="114"/>
                    <a:pt x="121" y="116"/>
                  </a:cubicBezTo>
                  <a:cubicBezTo>
                    <a:pt x="121" y="118"/>
                    <a:pt x="120" y="120"/>
                    <a:pt x="121" y="122"/>
                  </a:cubicBezTo>
                  <a:cubicBezTo>
                    <a:pt x="123" y="123"/>
                    <a:pt x="124" y="121"/>
                    <a:pt x="126" y="120"/>
                  </a:cubicBezTo>
                  <a:cubicBezTo>
                    <a:pt x="128" y="120"/>
                    <a:pt x="131" y="119"/>
                    <a:pt x="133" y="120"/>
                  </a:cubicBezTo>
                  <a:cubicBezTo>
                    <a:pt x="135" y="120"/>
                    <a:pt x="135" y="123"/>
                    <a:pt x="137" y="124"/>
                  </a:cubicBezTo>
                  <a:cubicBezTo>
                    <a:pt x="138" y="125"/>
                    <a:pt x="141" y="125"/>
                    <a:pt x="143" y="125"/>
                  </a:cubicBezTo>
                  <a:cubicBezTo>
                    <a:pt x="141" y="125"/>
                    <a:pt x="141" y="130"/>
                    <a:pt x="141" y="132"/>
                  </a:cubicBezTo>
                  <a:cubicBezTo>
                    <a:pt x="142" y="135"/>
                    <a:pt x="146" y="135"/>
                    <a:pt x="148" y="137"/>
                  </a:cubicBezTo>
                  <a:cubicBezTo>
                    <a:pt x="149" y="139"/>
                    <a:pt x="149" y="141"/>
                    <a:pt x="148" y="143"/>
                  </a:cubicBezTo>
                  <a:cubicBezTo>
                    <a:pt x="148" y="143"/>
                    <a:pt x="146" y="143"/>
                    <a:pt x="145" y="144"/>
                  </a:cubicBezTo>
                  <a:cubicBezTo>
                    <a:pt x="143" y="145"/>
                    <a:pt x="142" y="148"/>
                    <a:pt x="139" y="149"/>
                  </a:cubicBezTo>
                  <a:cubicBezTo>
                    <a:pt x="137" y="150"/>
                    <a:pt x="135" y="150"/>
                    <a:pt x="133" y="151"/>
                  </a:cubicBezTo>
                  <a:cubicBezTo>
                    <a:pt x="131" y="153"/>
                    <a:pt x="131" y="155"/>
                    <a:pt x="129" y="156"/>
                  </a:cubicBezTo>
                  <a:cubicBezTo>
                    <a:pt x="125" y="157"/>
                    <a:pt x="121" y="155"/>
                    <a:pt x="118" y="158"/>
                  </a:cubicBezTo>
                  <a:cubicBezTo>
                    <a:pt x="116" y="160"/>
                    <a:pt x="115" y="165"/>
                    <a:pt x="115" y="168"/>
                  </a:cubicBezTo>
                  <a:cubicBezTo>
                    <a:pt x="114" y="170"/>
                    <a:pt x="115" y="172"/>
                    <a:pt x="117" y="174"/>
                  </a:cubicBezTo>
                  <a:cubicBezTo>
                    <a:pt x="117" y="174"/>
                    <a:pt x="123" y="178"/>
                    <a:pt x="123" y="177"/>
                  </a:cubicBezTo>
                  <a:cubicBezTo>
                    <a:pt x="123" y="178"/>
                    <a:pt x="123" y="180"/>
                    <a:pt x="122" y="181"/>
                  </a:cubicBezTo>
                  <a:cubicBezTo>
                    <a:pt x="122" y="181"/>
                    <a:pt x="121" y="181"/>
                    <a:pt x="121" y="181"/>
                  </a:cubicBezTo>
                  <a:cubicBezTo>
                    <a:pt x="122" y="183"/>
                    <a:pt x="123" y="187"/>
                    <a:pt x="122" y="189"/>
                  </a:cubicBezTo>
                  <a:cubicBezTo>
                    <a:pt x="122" y="189"/>
                    <a:pt x="131" y="188"/>
                    <a:pt x="132" y="188"/>
                  </a:cubicBezTo>
                  <a:cubicBezTo>
                    <a:pt x="132" y="190"/>
                    <a:pt x="132" y="192"/>
                    <a:pt x="132" y="194"/>
                  </a:cubicBezTo>
                  <a:cubicBezTo>
                    <a:pt x="134" y="194"/>
                    <a:pt x="136" y="193"/>
                    <a:pt x="137" y="192"/>
                  </a:cubicBezTo>
                  <a:cubicBezTo>
                    <a:pt x="138" y="191"/>
                    <a:pt x="138" y="190"/>
                    <a:pt x="138" y="188"/>
                  </a:cubicBezTo>
                  <a:cubicBezTo>
                    <a:pt x="139" y="188"/>
                    <a:pt x="140" y="188"/>
                    <a:pt x="141" y="188"/>
                  </a:cubicBezTo>
                  <a:cubicBezTo>
                    <a:pt x="141" y="187"/>
                    <a:pt x="141" y="185"/>
                    <a:pt x="141" y="185"/>
                  </a:cubicBezTo>
                  <a:cubicBezTo>
                    <a:pt x="142" y="183"/>
                    <a:pt x="143" y="184"/>
                    <a:pt x="144" y="183"/>
                  </a:cubicBezTo>
                  <a:cubicBezTo>
                    <a:pt x="145" y="181"/>
                    <a:pt x="145" y="178"/>
                    <a:pt x="145" y="176"/>
                  </a:cubicBezTo>
                  <a:cubicBezTo>
                    <a:pt x="146" y="178"/>
                    <a:pt x="149" y="179"/>
                    <a:pt x="150" y="182"/>
                  </a:cubicBezTo>
                  <a:cubicBezTo>
                    <a:pt x="152" y="182"/>
                    <a:pt x="153" y="180"/>
                    <a:pt x="154" y="180"/>
                  </a:cubicBezTo>
                  <a:cubicBezTo>
                    <a:pt x="156" y="179"/>
                    <a:pt x="158" y="180"/>
                    <a:pt x="159" y="180"/>
                  </a:cubicBezTo>
                  <a:cubicBezTo>
                    <a:pt x="159" y="178"/>
                    <a:pt x="160" y="177"/>
                    <a:pt x="160" y="175"/>
                  </a:cubicBezTo>
                  <a:cubicBezTo>
                    <a:pt x="161" y="173"/>
                    <a:pt x="162" y="172"/>
                    <a:pt x="162" y="170"/>
                  </a:cubicBezTo>
                  <a:cubicBezTo>
                    <a:pt x="162" y="166"/>
                    <a:pt x="162" y="163"/>
                    <a:pt x="162" y="159"/>
                  </a:cubicBezTo>
                  <a:cubicBezTo>
                    <a:pt x="164" y="159"/>
                    <a:pt x="166" y="160"/>
                    <a:pt x="167" y="160"/>
                  </a:cubicBezTo>
                  <a:cubicBezTo>
                    <a:pt x="168" y="158"/>
                    <a:pt x="168" y="156"/>
                    <a:pt x="168" y="154"/>
                  </a:cubicBezTo>
                  <a:cubicBezTo>
                    <a:pt x="169" y="152"/>
                    <a:pt x="169" y="151"/>
                    <a:pt x="168" y="149"/>
                  </a:cubicBezTo>
                  <a:cubicBezTo>
                    <a:pt x="169" y="148"/>
                    <a:pt x="170" y="148"/>
                    <a:pt x="170" y="148"/>
                  </a:cubicBezTo>
                  <a:cubicBezTo>
                    <a:pt x="171" y="147"/>
                    <a:pt x="172" y="146"/>
                    <a:pt x="172" y="145"/>
                  </a:cubicBezTo>
                  <a:cubicBezTo>
                    <a:pt x="172" y="144"/>
                    <a:pt x="172" y="142"/>
                    <a:pt x="172" y="141"/>
                  </a:cubicBezTo>
                  <a:cubicBezTo>
                    <a:pt x="173" y="140"/>
                    <a:pt x="174" y="139"/>
                    <a:pt x="175" y="138"/>
                  </a:cubicBezTo>
                  <a:cubicBezTo>
                    <a:pt x="176" y="137"/>
                    <a:pt x="176" y="137"/>
                    <a:pt x="178" y="137"/>
                  </a:cubicBezTo>
                  <a:cubicBezTo>
                    <a:pt x="177" y="135"/>
                    <a:pt x="177" y="133"/>
                    <a:pt x="177" y="131"/>
                  </a:cubicBezTo>
                  <a:cubicBezTo>
                    <a:pt x="177" y="127"/>
                    <a:pt x="176" y="129"/>
                    <a:pt x="173" y="127"/>
                  </a:cubicBezTo>
                  <a:cubicBezTo>
                    <a:pt x="172" y="125"/>
                    <a:pt x="172" y="125"/>
                    <a:pt x="172" y="125"/>
                  </a:cubicBezTo>
                  <a:cubicBezTo>
                    <a:pt x="171" y="124"/>
                    <a:pt x="171" y="125"/>
                    <a:pt x="171" y="123"/>
                  </a:cubicBezTo>
                  <a:cubicBezTo>
                    <a:pt x="172" y="122"/>
                    <a:pt x="175" y="121"/>
                    <a:pt x="177" y="121"/>
                  </a:cubicBezTo>
                  <a:cubicBezTo>
                    <a:pt x="177" y="119"/>
                    <a:pt x="178" y="119"/>
                    <a:pt x="179" y="118"/>
                  </a:cubicBezTo>
                  <a:cubicBezTo>
                    <a:pt x="179" y="116"/>
                    <a:pt x="178" y="115"/>
                    <a:pt x="179" y="114"/>
                  </a:cubicBezTo>
                  <a:cubicBezTo>
                    <a:pt x="181" y="112"/>
                    <a:pt x="185" y="112"/>
                    <a:pt x="186" y="109"/>
                  </a:cubicBezTo>
                  <a:cubicBezTo>
                    <a:pt x="185" y="108"/>
                    <a:pt x="185" y="107"/>
                    <a:pt x="185" y="106"/>
                  </a:cubicBezTo>
                  <a:cubicBezTo>
                    <a:pt x="187" y="105"/>
                    <a:pt x="189" y="105"/>
                    <a:pt x="190" y="104"/>
                  </a:cubicBezTo>
                  <a:cubicBezTo>
                    <a:pt x="189" y="105"/>
                    <a:pt x="190" y="107"/>
                    <a:pt x="190" y="108"/>
                  </a:cubicBezTo>
                  <a:cubicBezTo>
                    <a:pt x="191" y="110"/>
                    <a:pt x="192" y="110"/>
                    <a:pt x="194" y="109"/>
                  </a:cubicBezTo>
                  <a:cubicBezTo>
                    <a:pt x="198" y="109"/>
                    <a:pt x="199" y="106"/>
                    <a:pt x="198" y="102"/>
                  </a:cubicBezTo>
                  <a:cubicBezTo>
                    <a:pt x="198" y="100"/>
                    <a:pt x="198" y="100"/>
                    <a:pt x="200" y="98"/>
                  </a:cubicBezTo>
                  <a:cubicBezTo>
                    <a:pt x="202" y="96"/>
                    <a:pt x="200" y="96"/>
                    <a:pt x="199" y="94"/>
                  </a:cubicBezTo>
                  <a:cubicBezTo>
                    <a:pt x="199" y="94"/>
                    <a:pt x="203" y="87"/>
                    <a:pt x="203" y="86"/>
                  </a:cubicBezTo>
                  <a:cubicBezTo>
                    <a:pt x="205" y="85"/>
                    <a:pt x="206" y="85"/>
                    <a:pt x="207" y="84"/>
                  </a:cubicBezTo>
                  <a:cubicBezTo>
                    <a:pt x="209" y="81"/>
                    <a:pt x="208" y="78"/>
                    <a:pt x="210" y="76"/>
                  </a:cubicBezTo>
                  <a:cubicBezTo>
                    <a:pt x="210" y="75"/>
                    <a:pt x="212" y="75"/>
                    <a:pt x="212" y="75"/>
                  </a:cubicBezTo>
                  <a:cubicBezTo>
                    <a:pt x="213" y="76"/>
                    <a:pt x="212" y="78"/>
                    <a:pt x="212" y="79"/>
                  </a:cubicBezTo>
                  <a:cubicBezTo>
                    <a:pt x="213" y="79"/>
                    <a:pt x="213" y="80"/>
                    <a:pt x="214" y="79"/>
                  </a:cubicBezTo>
                  <a:cubicBezTo>
                    <a:pt x="215" y="79"/>
                    <a:pt x="215" y="79"/>
                    <a:pt x="215" y="78"/>
                  </a:cubicBezTo>
                  <a:cubicBezTo>
                    <a:pt x="216" y="77"/>
                    <a:pt x="218" y="77"/>
                    <a:pt x="218" y="75"/>
                  </a:cubicBezTo>
                  <a:cubicBezTo>
                    <a:pt x="218" y="74"/>
                    <a:pt x="218" y="73"/>
                    <a:pt x="219" y="72"/>
                  </a:cubicBezTo>
                  <a:cubicBezTo>
                    <a:pt x="221" y="67"/>
                    <a:pt x="227" y="66"/>
                    <a:pt x="231" y="63"/>
                  </a:cubicBezTo>
                  <a:cubicBezTo>
                    <a:pt x="232" y="63"/>
                    <a:pt x="234" y="62"/>
                    <a:pt x="235" y="61"/>
                  </a:cubicBezTo>
                  <a:cubicBezTo>
                    <a:pt x="235" y="60"/>
                    <a:pt x="236" y="58"/>
                    <a:pt x="237" y="58"/>
                  </a:cubicBezTo>
                  <a:cubicBezTo>
                    <a:pt x="238" y="57"/>
                    <a:pt x="237" y="55"/>
                    <a:pt x="238" y="55"/>
                  </a:cubicBezTo>
                  <a:cubicBezTo>
                    <a:pt x="239" y="54"/>
                    <a:pt x="241" y="54"/>
                    <a:pt x="242" y="54"/>
                  </a:cubicBezTo>
                  <a:cubicBezTo>
                    <a:pt x="243" y="53"/>
                    <a:pt x="244" y="54"/>
                    <a:pt x="245" y="53"/>
                  </a:cubicBezTo>
                  <a:cubicBezTo>
                    <a:pt x="245" y="53"/>
                    <a:pt x="246" y="52"/>
                    <a:pt x="247" y="52"/>
                  </a:cubicBezTo>
                  <a:cubicBezTo>
                    <a:pt x="247" y="51"/>
                    <a:pt x="249" y="50"/>
                    <a:pt x="249" y="49"/>
                  </a:cubicBezTo>
                  <a:cubicBezTo>
                    <a:pt x="250" y="49"/>
                    <a:pt x="250" y="48"/>
                    <a:pt x="251" y="48"/>
                  </a:cubicBezTo>
                  <a:cubicBezTo>
                    <a:pt x="252" y="47"/>
                    <a:pt x="253" y="48"/>
                    <a:pt x="254" y="48"/>
                  </a:cubicBezTo>
                  <a:cubicBezTo>
                    <a:pt x="255" y="47"/>
                    <a:pt x="256" y="47"/>
                    <a:pt x="256" y="46"/>
                  </a:cubicBezTo>
                  <a:cubicBezTo>
                    <a:pt x="256" y="46"/>
                    <a:pt x="256" y="46"/>
                    <a:pt x="256" y="46"/>
                  </a:cubicBezTo>
                  <a:cubicBezTo>
                    <a:pt x="256" y="46"/>
                    <a:pt x="258" y="44"/>
                    <a:pt x="259" y="43"/>
                  </a:cubicBezTo>
                  <a:cubicBezTo>
                    <a:pt x="259" y="43"/>
                    <a:pt x="262" y="42"/>
                    <a:pt x="262" y="42"/>
                  </a:cubicBezTo>
                  <a:cubicBezTo>
                    <a:pt x="262" y="41"/>
                    <a:pt x="262" y="39"/>
                    <a:pt x="262" y="38"/>
                  </a:cubicBezTo>
                  <a:cubicBezTo>
                    <a:pt x="263" y="36"/>
                    <a:pt x="263" y="36"/>
                    <a:pt x="265" y="36"/>
                  </a:cubicBezTo>
                  <a:cubicBezTo>
                    <a:pt x="266" y="37"/>
                    <a:pt x="271" y="37"/>
                    <a:pt x="272" y="37"/>
                  </a:cubicBezTo>
                  <a:cubicBezTo>
                    <a:pt x="273" y="36"/>
                    <a:pt x="274" y="36"/>
                    <a:pt x="275" y="36"/>
                  </a:cubicBezTo>
                  <a:cubicBezTo>
                    <a:pt x="276" y="35"/>
                    <a:pt x="278" y="35"/>
                    <a:pt x="278" y="34"/>
                  </a:cubicBezTo>
                  <a:cubicBezTo>
                    <a:pt x="281" y="35"/>
                    <a:pt x="284" y="33"/>
                    <a:pt x="285" y="30"/>
                  </a:cubicBezTo>
                  <a:cubicBezTo>
                    <a:pt x="285" y="28"/>
                    <a:pt x="286" y="25"/>
                    <a:pt x="284" y="26"/>
                  </a:cubicBezTo>
                  <a:cubicBezTo>
                    <a:pt x="283" y="26"/>
                    <a:pt x="283" y="27"/>
                    <a:pt x="282" y="27"/>
                  </a:cubicBezTo>
                  <a:cubicBezTo>
                    <a:pt x="281" y="28"/>
                    <a:pt x="280" y="28"/>
                    <a:pt x="280" y="28"/>
                  </a:cubicBezTo>
                  <a:cubicBezTo>
                    <a:pt x="279" y="26"/>
                    <a:pt x="279" y="25"/>
                    <a:pt x="278" y="24"/>
                  </a:cubicBezTo>
                  <a:cubicBezTo>
                    <a:pt x="278" y="23"/>
                    <a:pt x="278" y="22"/>
                    <a:pt x="278" y="20"/>
                  </a:cubicBezTo>
                  <a:cubicBezTo>
                    <a:pt x="274" y="19"/>
                    <a:pt x="274" y="16"/>
                    <a:pt x="274" y="13"/>
                  </a:cubicBezTo>
                  <a:cubicBezTo>
                    <a:pt x="274" y="11"/>
                    <a:pt x="274" y="9"/>
                    <a:pt x="275" y="8"/>
                  </a:cubicBezTo>
                  <a:cubicBezTo>
                    <a:pt x="275" y="7"/>
                    <a:pt x="276" y="7"/>
                    <a:pt x="277" y="7"/>
                  </a:cubicBezTo>
                  <a:cubicBezTo>
                    <a:pt x="278" y="6"/>
                    <a:pt x="278" y="6"/>
                    <a:pt x="279" y="5"/>
                  </a:cubicBezTo>
                  <a:cubicBezTo>
                    <a:pt x="279" y="4"/>
                    <a:pt x="281" y="3"/>
                    <a:pt x="280" y="2"/>
                  </a:cubicBezTo>
                  <a:cubicBezTo>
                    <a:pt x="279" y="0"/>
                    <a:pt x="275" y="1"/>
                    <a:pt x="273" y="1"/>
                  </a:cubicBezTo>
                  <a:cubicBezTo>
                    <a:pt x="272" y="1"/>
                    <a:pt x="271" y="2"/>
                    <a:pt x="269" y="2"/>
                  </a:cubicBezTo>
                  <a:cubicBezTo>
                    <a:pt x="268" y="2"/>
                    <a:pt x="267" y="2"/>
                    <a:pt x="266" y="3"/>
                  </a:cubicBezTo>
                  <a:cubicBezTo>
                    <a:pt x="264" y="4"/>
                    <a:pt x="264" y="4"/>
                    <a:pt x="263" y="5"/>
                  </a:cubicBezTo>
                  <a:cubicBezTo>
                    <a:pt x="261" y="5"/>
                    <a:pt x="261" y="5"/>
                    <a:pt x="259" y="6"/>
                  </a:cubicBezTo>
                  <a:cubicBezTo>
                    <a:pt x="258" y="7"/>
                    <a:pt x="257" y="7"/>
                    <a:pt x="256" y="7"/>
                  </a:cubicBezTo>
                  <a:cubicBezTo>
                    <a:pt x="255" y="7"/>
                    <a:pt x="253" y="7"/>
                    <a:pt x="252" y="8"/>
                  </a:cubicBezTo>
                  <a:cubicBezTo>
                    <a:pt x="251" y="8"/>
                    <a:pt x="252" y="8"/>
                    <a:pt x="251" y="9"/>
                  </a:cubicBezTo>
                  <a:cubicBezTo>
                    <a:pt x="251" y="9"/>
                    <a:pt x="250" y="9"/>
                    <a:pt x="249" y="9"/>
                  </a:cubicBezTo>
                  <a:cubicBezTo>
                    <a:pt x="249" y="9"/>
                    <a:pt x="248" y="10"/>
                    <a:pt x="248" y="10"/>
                  </a:cubicBezTo>
                  <a:cubicBezTo>
                    <a:pt x="247" y="11"/>
                    <a:pt x="247" y="11"/>
                    <a:pt x="246" y="11"/>
                  </a:cubicBezTo>
                  <a:cubicBezTo>
                    <a:pt x="246" y="11"/>
                    <a:pt x="245" y="11"/>
                    <a:pt x="244" y="11"/>
                  </a:cubicBezTo>
                  <a:cubicBezTo>
                    <a:pt x="244" y="12"/>
                    <a:pt x="243" y="12"/>
                    <a:pt x="243" y="12"/>
                  </a:cubicBezTo>
                  <a:cubicBezTo>
                    <a:pt x="241" y="13"/>
                    <a:pt x="240" y="13"/>
                    <a:pt x="239" y="13"/>
                  </a:cubicBezTo>
                  <a:cubicBezTo>
                    <a:pt x="239" y="14"/>
                    <a:pt x="239" y="14"/>
                    <a:pt x="238" y="14"/>
                  </a:cubicBezTo>
                  <a:cubicBezTo>
                    <a:pt x="237" y="15"/>
                    <a:pt x="237" y="15"/>
                    <a:pt x="236" y="15"/>
                  </a:cubicBezTo>
                  <a:cubicBezTo>
                    <a:pt x="236" y="16"/>
                    <a:pt x="235" y="16"/>
                    <a:pt x="234" y="16"/>
                  </a:cubicBezTo>
                  <a:cubicBezTo>
                    <a:pt x="234" y="16"/>
                    <a:pt x="234" y="16"/>
                    <a:pt x="233" y="17"/>
                  </a:cubicBezTo>
                  <a:cubicBezTo>
                    <a:pt x="233" y="17"/>
                    <a:pt x="233" y="17"/>
                    <a:pt x="233" y="17"/>
                  </a:cubicBezTo>
                  <a:cubicBezTo>
                    <a:pt x="232" y="17"/>
                    <a:pt x="232" y="17"/>
                    <a:pt x="232" y="17"/>
                  </a:cubicBezTo>
                  <a:cubicBezTo>
                    <a:pt x="231" y="17"/>
                    <a:pt x="231" y="17"/>
                    <a:pt x="231" y="17"/>
                  </a:cubicBezTo>
                  <a:cubicBezTo>
                    <a:pt x="230" y="18"/>
                    <a:pt x="229" y="18"/>
                    <a:pt x="229" y="19"/>
                  </a:cubicBezTo>
                  <a:cubicBezTo>
                    <a:pt x="228" y="20"/>
                    <a:pt x="227" y="20"/>
                    <a:pt x="226" y="21"/>
                  </a:cubicBezTo>
                  <a:cubicBezTo>
                    <a:pt x="224" y="21"/>
                    <a:pt x="223" y="22"/>
                    <a:pt x="222" y="23"/>
                  </a:cubicBezTo>
                  <a:cubicBezTo>
                    <a:pt x="220" y="24"/>
                    <a:pt x="219" y="23"/>
                    <a:pt x="218" y="24"/>
                  </a:cubicBezTo>
                  <a:cubicBezTo>
                    <a:pt x="218" y="25"/>
                    <a:pt x="216" y="25"/>
                    <a:pt x="215" y="25"/>
                  </a:cubicBezTo>
                  <a:cubicBezTo>
                    <a:pt x="213" y="25"/>
                    <a:pt x="213" y="26"/>
                    <a:pt x="211" y="26"/>
                  </a:cubicBezTo>
                  <a:cubicBezTo>
                    <a:pt x="210" y="26"/>
                    <a:pt x="209" y="25"/>
                    <a:pt x="208" y="24"/>
                  </a:cubicBezTo>
                  <a:cubicBezTo>
                    <a:pt x="207" y="24"/>
                    <a:pt x="205" y="23"/>
                    <a:pt x="204" y="24"/>
                  </a:cubicBezTo>
                  <a:cubicBezTo>
                    <a:pt x="204" y="24"/>
                    <a:pt x="203" y="24"/>
                    <a:pt x="203" y="25"/>
                  </a:cubicBezTo>
                  <a:cubicBezTo>
                    <a:pt x="204" y="26"/>
                    <a:pt x="204" y="25"/>
                    <a:pt x="205" y="26"/>
                  </a:cubicBezTo>
                  <a:cubicBezTo>
                    <a:pt x="206" y="27"/>
                    <a:pt x="206" y="30"/>
                    <a:pt x="206" y="31"/>
                  </a:cubicBezTo>
                  <a:cubicBezTo>
                    <a:pt x="205" y="31"/>
                    <a:pt x="205" y="31"/>
                    <a:pt x="205" y="32"/>
                  </a:cubicBezTo>
                  <a:cubicBezTo>
                    <a:pt x="204" y="32"/>
                    <a:pt x="203" y="33"/>
                    <a:pt x="203" y="34"/>
                  </a:cubicBezTo>
                  <a:cubicBezTo>
                    <a:pt x="202" y="35"/>
                    <a:pt x="201" y="35"/>
                    <a:pt x="200" y="36"/>
                  </a:cubicBezTo>
                  <a:cubicBezTo>
                    <a:pt x="200" y="37"/>
                    <a:pt x="199" y="37"/>
                    <a:pt x="198" y="38"/>
                  </a:cubicBezTo>
                  <a:cubicBezTo>
                    <a:pt x="197" y="39"/>
                    <a:pt x="197" y="39"/>
                    <a:pt x="197" y="39"/>
                  </a:cubicBezTo>
                  <a:cubicBezTo>
                    <a:pt x="196" y="40"/>
                    <a:pt x="196" y="40"/>
                    <a:pt x="195" y="40"/>
                  </a:cubicBezTo>
                  <a:cubicBezTo>
                    <a:pt x="194" y="42"/>
                    <a:pt x="193" y="43"/>
                    <a:pt x="191" y="45"/>
                  </a:cubicBezTo>
                  <a:cubicBezTo>
                    <a:pt x="191" y="46"/>
                    <a:pt x="190" y="47"/>
                    <a:pt x="190" y="48"/>
                  </a:cubicBezTo>
                  <a:cubicBezTo>
                    <a:pt x="190" y="49"/>
                    <a:pt x="191" y="50"/>
                    <a:pt x="190" y="51"/>
                  </a:cubicBezTo>
                  <a:cubicBezTo>
                    <a:pt x="189" y="51"/>
                    <a:pt x="188" y="51"/>
                    <a:pt x="187" y="52"/>
                  </a:cubicBezTo>
                  <a:cubicBezTo>
                    <a:pt x="187" y="53"/>
                    <a:pt x="186" y="54"/>
                    <a:pt x="186" y="55"/>
                  </a:cubicBezTo>
                  <a:cubicBezTo>
                    <a:pt x="185" y="56"/>
                    <a:pt x="184" y="57"/>
                    <a:pt x="182" y="57"/>
                  </a:cubicBezTo>
                  <a:cubicBezTo>
                    <a:pt x="181" y="57"/>
                    <a:pt x="180" y="57"/>
                    <a:pt x="178" y="57"/>
                  </a:cubicBezTo>
                  <a:cubicBezTo>
                    <a:pt x="178" y="57"/>
                    <a:pt x="177" y="57"/>
                    <a:pt x="177" y="57"/>
                  </a:cubicBezTo>
                  <a:cubicBezTo>
                    <a:pt x="176" y="57"/>
                    <a:pt x="175" y="58"/>
                    <a:pt x="175" y="58"/>
                  </a:cubicBezTo>
                  <a:cubicBezTo>
                    <a:pt x="174" y="58"/>
                    <a:pt x="172" y="58"/>
                    <a:pt x="171" y="58"/>
                  </a:cubicBezTo>
                  <a:cubicBezTo>
                    <a:pt x="168" y="58"/>
                    <a:pt x="166" y="58"/>
                    <a:pt x="163" y="60"/>
                  </a:cubicBezTo>
                  <a:cubicBezTo>
                    <a:pt x="162" y="61"/>
                    <a:pt x="160" y="61"/>
                    <a:pt x="159" y="61"/>
                  </a:cubicBezTo>
                  <a:cubicBezTo>
                    <a:pt x="157" y="61"/>
                    <a:pt x="155" y="61"/>
                    <a:pt x="153" y="60"/>
                  </a:cubicBezTo>
                  <a:cubicBezTo>
                    <a:pt x="152" y="59"/>
                    <a:pt x="150" y="59"/>
                    <a:pt x="149" y="59"/>
                  </a:cubicBezTo>
                  <a:cubicBezTo>
                    <a:pt x="146" y="58"/>
                    <a:pt x="144" y="57"/>
                    <a:pt x="141" y="57"/>
                  </a:cubicBezTo>
                  <a:cubicBezTo>
                    <a:pt x="139" y="57"/>
                    <a:pt x="139" y="58"/>
                    <a:pt x="138" y="59"/>
                  </a:cubicBezTo>
                  <a:cubicBezTo>
                    <a:pt x="137" y="59"/>
                    <a:pt x="137" y="59"/>
                    <a:pt x="136" y="59"/>
                  </a:cubicBezTo>
                  <a:cubicBezTo>
                    <a:pt x="135" y="59"/>
                    <a:pt x="135" y="60"/>
                    <a:pt x="134" y="60"/>
                  </a:cubicBezTo>
                  <a:cubicBezTo>
                    <a:pt x="132" y="61"/>
                    <a:pt x="131" y="62"/>
                    <a:pt x="129" y="62"/>
                  </a:cubicBezTo>
                  <a:cubicBezTo>
                    <a:pt x="128" y="62"/>
                    <a:pt x="126" y="62"/>
                    <a:pt x="125" y="63"/>
                  </a:cubicBezTo>
                  <a:cubicBezTo>
                    <a:pt x="124" y="63"/>
                    <a:pt x="123" y="64"/>
                    <a:pt x="122" y="64"/>
                  </a:cubicBezTo>
                  <a:cubicBezTo>
                    <a:pt x="121" y="64"/>
                    <a:pt x="120" y="64"/>
                    <a:pt x="120" y="64"/>
                  </a:cubicBezTo>
                  <a:cubicBezTo>
                    <a:pt x="118" y="65"/>
                    <a:pt x="117" y="65"/>
                    <a:pt x="116" y="65"/>
                  </a:cubicBezTo>
                  <a:cubicBezTo>
                    <a:pt x="114" y="66"/>
                    <a:pt x="112" y="66"/>
                    <a:pt x="110" y="65"/>
                  </a:cubicBezTo>
                  <a:cubicBezTo>
                    <a:pt x="108" y="65"/>
                    <a:pt x="107" y="63"/>
                    <a:pt x="105" y="62"/>
                  </a:cubicBezTo>
                  <a:cubicBezTo>
                    <a:pt x="102" y="61"/>
                    <a:pt x="100" y="61"/>
                    <a:pt x="98" y="60"/>
                  </a:cubicBezTo>
                  <a:cubicBezTo>
                    <a:pt x="92" y="58"/>
                    <a:pt x="87" y="59"/>
                    <a:pt x="80" y="59"/>
                  </a:cubicBezTo>
                  <a:cubicBezTo>
                    <a:pt x="75" y="58"/>
                    <a:pt x="71" y="56"/>
                    <a:pt x="66" y="56"/>
                  </a:cubicBezTo>
                  <a:cubicBezTo>
                    <a:pt x="57" y="55"/>
                    <a:pt x="49" y="52"/>
                    <a:pt x="41" y="53"/>
                  </a:cubicBezTo>
                  <a:cubicBezTo>
                    <a:pt x="33" y="54"/>
                    <a:pt x="29" y="60"/>
                    <a:pt x="21" y="63"/>
                  </a:cubicBezTo>
                  <a:cubicBezTo>
                    <a:pt x="20" y="64"/>
                    <a:pt x="16" y="64"/>
                    <a:pt x="14" y="65"/>
                  </a:cubicBezTo>
                  <a:cubicBezTo>
                    <a:pt x="13" y="67"/>
                    <a:pt x="14" y="72"/>
                    <a:pt x="14" y="7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7" name="Freeform 443">
              <a:extLst>
                <a:ext uri="{FF2B5EF4-FFF2-40B4-BE49-F238E27FC236}">
                  <a16:creationId xmlns:a16="http://schemas.microsoft.com/office/drawing/2014/main" id="{61F4968A-365C-48FD-8DE5-B40F1CC052D9}"/>
                </a:ext>
              </a:extLst>
            </p:cNvPr>
            <p:cNvSpPr>
              <a:spLocks/>
            </p:cNvSpPr>
            <p:nvPr/>
          </p:nvSpPr>
          <p:spPr bwMode="auto">
            <a:xfrm>
              <a:off x="3332163" y="2224088"/>
              <a:ext cx="495300" cy="593725"/>
            </a:xfrm>
            <a:custGeom>
              <a:avLst/>
              <a:gdLst>
                <a:gd name="T0" fmla="*/ 129 w 140"/>
                <a:gd name="T1" fmla="*/ 29 h 168"/>
                <a:gd name="T2" fmla="*/ 117 w 140"/>
                <a:gd name="T3" fmla="*/ 13 h 168"/>
                <a:gd name="T4" fmla="*/ 105 w 140"/>
                <a:gd name="T5" fmla="*/ 0 h 168"/>
                <a:gd name="T6" fmla="*/ 107 w 140"/>
                <a:gd name="T7" fmla="*/ 7 h 168"/>
                <a:gd name="T8" fmla="*/ 103 w 140"/>
                <a:gd name="T9" fmla="*/ 9 h 168"/>
                <a:gd name="T10" fmla="*/ 105 w 140"/>
                <a:gd name="T11" fmla="*/ 13 h 168"/>
                <a:gd name="T12" fmla="*/ 110 w 140"/>
                <a:gd name="T13" fmla="*/ 23 h 168"/>
                <a:gd name="T14" fmla="*/ 104 w 140"/>
                <a:gd name="T15" fmla="*/ 26 h 168"/>
                <a:gd name="T16" fmla="*/ 102 w 140"/>
                <a:gd name="T17" fmla="*/ 32 h 168"/>
                <a:gd name="T18" fmla="*/ 95 w 140"/>
                <a:gd name="T19" fmla="*/ 36 h 168"/>
                <a:gd name="T20" fmla="*/ 92 w 140"/>
                <a:gd name="T21" fmla="*/ 43 h 168"/>
                <a:gd name="T22" fmla="*/ 81 w 140"/>
                <a:gd name="T23" fmla="*/ 39 h 168"/>
                <a:gd name="T24" fmla="*/ 80 w 140"/>
                <a:gd name="T25" fmla="*/ 54 h 168"/>
                <a:gd name="T26" fmla="*/ 75 w 140"/>
                <a:gd name="T27" fmla="*/ 58 h 168"/>
                <a:gd name="T28" fmla="*/ 70 w 140"/>
                <a:gd name="T29" fmla="*/ 60 h 168"/>
                <a:gd name="T30" fmla="*/ 48 w 140"/>
                <a:gd name="T31" fmla="*/ 57 h 168"/>
                <a:gd name="T32" fmla="*/ 35 w 140"/>
                <a:gd name="T33" fmla="*/ 69 h 168"/>
                <a:gd name="T34" fmla="*/ 34 w 140"/>
                <a:gd name="T35" fmla="*/ 57 h 168"/>
                <a:gd name="T36" fmla="*/ 30 w 140"/>
                <a:gd name="T37" fmla="*/ 50 h 168"/>
                <a:gd name="T38" fmla="*/ 10 w 140"/>
                <a:gd name="T39" fmla="*/ 47 h 168"/>
                <a:gd name="T40" fmla="*/ 1 w 140"/>
                <a:gd name="T41" fmla="*/ 46 h 168"/>
                <a:gd name="T42" fmla="*/ 5 w 140"/>
                <a:gd name="T43" fmla="*/ 53 h 168"/>
                <a:gd name="T44" fmla="*/ 5 w 140"/>
                <a:gd name="T45" fmla="*/ 66 h 168"/>
                <a:gd name="T46" fmla="*/ 4 w 140"/>
                <a:gd name="T47" fmla="*/ 76 h 168"/>
                <a:gd name="T48" fmla="*/ 22 w 140"/>
                <a:gd name="T49" fmla="*/ 79 h 168"/>
                <a:gd name="T50" fmla="*/ 37 w 140"/>
                <a:gd name="T51" fmla="*/ 83 h 168"/>
                <a:gd name="T52" fmla="*/ 41 w 140"/>
                <a:gd name="T53" fmla="*/ 95 h 168"/>
                <a:gd name="T54" fmla="*/ 47 w 140"/>
                <a:gd name="T55" fmla="*/ 121 h 168"/>
                <a:gd name="T56" fmla="*/ 65 w 140"/>
                <a:gd name="T57" fmla="*/ 138 h 168"/>
                <a:gd name="T58" fmla="*/ 72 w 140"/>
                <a:gd name="T59" fmla="*/ 156 h 168"/>
                <a:gd name="T60" fmla="*/ 78 w 140"/>
                <a:gd name="T61" fmla="*/ 142 h 168"/>
                <a:gd name="T62" fmla="*/ 93 w 140"/>
                <a:gd name="T63" fmla="*/ 148 h 168"/>
                <a:gd name="T64" fmla="*/ 100 w 140"/>
                <a:gd name="T65" fmla="*/ 140 h 168"/>
                <a:gd name="T66" fmla="*/ 104 w 140"/>
                <a:gd name="T67" fmla="*/ 157 h 168"/>
                <a:gd name="T68" fmla="*/ 110 w 140"/>
                <a:gd name="T69" fmla="*/ 160 h 168"/>
                <a:gd name="T70" fmla="*/ 125 w 140"/>
                <a:gd name="T71" fmla="*/ 155 h 168"/>
                <a:gd name="T72" fmla="*/ 131 w 140"/>
                <a:gd name="T73" fmla="*/ 154 h 168"/>
                <a:gd name="T74" fmla="*/ 132 w 140"/>
                <a:gd name="T75" fmla="*/ 152 h 168"/>
                <a:gd name="T76" fmla="*/ 131 w 140"/>
                <a:gd name="T77" fmla="*/ 148 h 168"/>
                <a:gd name="T78" fmla="*/ 129 w 140"/>
                <a:gd name="T79" fmla="*/ 139 h 168"/>
                <a:gd name="T80" fmla="*/ 121 w 140"/>
                <a:gd name="T81" fmla="*/ 123 h 168"/>
                <a:gd name="T82" fmla="*/ 118 w 140"/>
                <a:gd name="T83" fmla="*/ 125 h 168"/>
                <a:gd name="T84" fmla="*/ 115 w 140"/>
                <a:gd name="T85" fmla="*/ 125 h 168"/>
                <a:gd name="T86" fmla="*/ 114 w 140"/>
                <a:gd name="T87" fmla="*/ 123 h 168"/>
                <a:gd name="T88" fmla="*/ 112 w 140"/>
                <a:gd name="T89" fmla="*/ 122 h 168"/>
                <a:gd name="T90" fmla="*/ 110 w 140"/>
                <a:gd name="T91" fmla="*/ 122 h 168"/>
                <a:gd name="T92" fmla="*/ 106 w 140"/>
                <a:gd name="T93" fmla="*/ 122 h 168"/>
                <a:gd name="T94" fmla="*/ 104 w 140"/>
                <a:gd name="T95" fmla="*/ 119 h 168"/>
                <a:gd name="T96" fmla="*/ 107 w 140"/>
                <a:gd name="T97" fmla="*/ 117 h 168"/>
                <a:gd name="T98" fmla="*/ 108 w 140"/>
                <a:gd name="T99" fmla="*/ 115 h 168"/>
                <a:gd name="T100" fmla="*/ 108 w 140"/>
                <a:gd name="T101" fmla="*/ 110 h 168"/>
                <a:gd name="T102" fmla="*/ 112 w 140"/>
                <a:gd name="T103" fmla="*/ 108 h 168"/>
                <a:gd name="T104" fmla="*/ 115 w 140"/>
                <a:gd name="T105" fmla="*/ 109 h 168"/>
                <a:gd name="T106" fmla="*/ 115 w 140"/>
                <a:gd name="T107" fmla="*/ 70 h 168"/>
                <a:gd name="T108" fmla="*/ 120 w 140"/>
                <a:gd name="T109" fmla="*/ 61 h 168"/>
                <a:gd name="T110" fmla="*/ 130 w 140"/>
                <a:gd name="T111" fmla="*/ 50 h 168"/>
                <a:gd name="T112" fmla="*/ 140 w 140"/>
                <a:gd name="T113" fmla="*/ 3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0" h="168">
                  <a:moveTo>
                    <a:pt x="139" y="33"/>
                  </a:moveTo>
                  <a:cubicBezTo>
                    <a:pt x="137" y="34"/>
                    <a:pt x="136" y="34"/>
                    <a:pt x="136" y="31"/>
                  </a:cubicBezTo>
                  <a:cubicBezTo>
                    <a:pt x="134" y="30"/>
                    <a:pt x="131" y="31"/>
                    <a:pt x="129" y="29"/>
                  </a:cubicBezTo>
                  <a:cubicBezTo>
                    <a:pt x="127" y="26"/>
                    <a:pt x="125" y="26"/>
                    <a:pt x="122" y="25"/>
                  </a:cubicBezTo>
                  <a:cubicBezTo>
                    <a:pt x="122" y="23"/>
                    <a:pt x="122" y="20"/>
                    <a:pt x="122" y="18"/>
                  </a:cubicBezTo>
                  <a:cubicBezTo>
                    <a:pt x="122" y="16"/>
                    <a:pt x="119" y="15"/>
                    <a:pt x="117" y="13"/>
                  </a:cubicBezTo>
                  <a:cubicBezTo>
                    <a:pt x="116" y="12"/>
                    <a:pt x="114" y="10"/>
                    <a:pt x="112" y="8"/>
                  </a:cubicBezTo>
                  <a:cubicBezTo>
                    <a:pt x="110" y="6"/>
                    <a:pt x="109" y="3"/>
                    <a:pt x="107" y="1"/>
                  </a:cubicBezTo>
                  <a:cubicBezTo>
                    <a:pt x="107" y="1"/>
                    <a:pt x="106" y="0"/>
                    <a:pt x="105" y="0"/>
                  </a:cubicBezTo>
                  <a:cubicBezTo>
                    <a:pt x="105" y="1"/>
                    <a:pt x="105" y="2"/>
                    <a:pt x="105" y="3"/>
                  </a:cubicBezTo>
                  <a:cubicBezTo>
                    <a:pt x="106" y="4"/>
                    <a:pt x="107" y="5"/>
                    <a:pt x="107" y="6"/>
                  </a:cubicBezTo>
                  <a:cubicBezTo>
                    <a:pt x="107" y="7"/>
                    <a:pt x="107" y="7"/>
                    <a:pt x="107" y="7"/>
                  </a:cubicBezTo>
                  <a:cubicBezTo>
                    <a:pt x="106" y="7"/>
                    <a:pt x="106" y="7"/>
                    <a:pt x="106" y="7"/>
                  </a:cubicBezTo>
                  <a:cubicBezTo>
                    <a:pt x="104" y="7"/>
                    <a:pt x="102" y="6"/>
                    <a:pt x="102" y="7"/>
                  </a:cubicBezTo>
                  <a:cubicBezTo>
                    <a:pt x="101" y="8"/>
                    <a:pt x="102" y="9"/>
                    <a:pt x="103" y="9"/>
                  </a:cubicBezTo>
                  <a:cubicBezTo>
                    <a:pt x="103" y="10"/>
                    <a:pt x="102" y="11"/>
                    <a:pt x="103" y="11"/>
                  </a:cubicBezTo>
                  <a:cubicBezTo>
                    <a:pt x="104" y="13"/>
                    <a:pt x="104" y="13"/>
                    <a:pt x="104" y="13"/>
                  </a:cubicBezTo>
                  <a:cubicBezTo>
                    <a:pt x="104" y="13"/>
                    <a:pt x="105" y="13"/>
                    <a:pt x="105" y="13"/>
                  </a:cubicBezTo>
                  <a:cubicBezTo>
                    <a:pt x="105" y="14"/>
                    <a:pt x="105" y="14"/>
                    <a:pt x="105" y="14"/>
                  </a:cubicBezTo>
                  <a:cubicBezTo>
                    <a:pt x="106" y="17"/>
                    <a:pt x="108" y="16"/>
                    <a:pt x="110" y="18"/>
                  </a:cubicBezTo>
                  <a:cubicBezTo>
                    <a:pt x="111" y="19"/>
                    <a:pt x="110" y="21"/>
                    <a:pt x="110" y="23"/>
                  </a:cubicBezTo>
                  <a:cubicBezTo>
                    <a:pt x="110" y="24"/>
                    <a:pt x="111" y="31"/>
                    <a:pt x="109" y="31"/>
                  </a:cubicBezTo>
                  <a:cubicBezTo>
                    <a:pt x="108" y="30"/>
                    <a:pt x="109" y="28"/>
                    <a:pt x="107" y="27"/>
                  </a:cubicBezTo>
                  <a:cubicBezTo>
                    <a:pt x="106" y="27"/>
                    <a:pt x="104" y="27"/>
                    <a:pt x="104" y="26"/>
                  </a:cubicBezTo>
                  <a:cubicBezTo>
                    <a:pt x="103" y="25"/>
                    <a:pt x="102" y="25"/>
                    <a:pt x="101" y="26"/>
                  </a:cubicBezTo>
                  <a:cubicBezTo>
                    <a:pt x="101" y="27"/>
                    <a:pt x="101" y="28"/>
                    <a:pt x="102" y="29"/>
                  </a:cubicBezTo>
                  <a:cubicBezTo>
                    <a:pt x="102" y="30"/>
                    <a:pt x="102" y="31"/>
                    <a:pt x="102" y="32"/>
                  </a:cubicBezTo>
                  <a:cubicBezTo>
                    <a:pt x="101" y="32"/>
                    <a:pt x="99" y="33"/>
                    <a:pt x="98" y="33"/>
                  </a:cubicBezTo>
                  <a:cubicBezTo>
                    <a:pt x="97" y="34"/>
                    <a:pt x="97" y="36"/>
                    <a:pt x="95" y="35"/>
                  </a:cubicBezTo>
                  <a:cubicBezTo>
                    <a:pt x="95" y="36"/>
                    <a:pt x="95" y="36"/>
                    <a:pt x="95" y="36"/>
                  </a:cubicBezTo>
                  <a:cubicBezTo>
                    <a:pt x="97" y="36"/>
                    <a:pt x="98" y="37"/>
                    <a:pt x="98" y="39"/>
                  </a:cubicBezTo>
                  <a:cubicBezTo>
                    <a:pt x="98" y="41"/>
                    <a:pt x="97" y="41"/>
                    <a:pt x="95" y="42"/>
                  </a:cubicBezTo>
                  <a:cubicBezTo>
                    <a:pt x="94" y="43"/>
                    <a:pt x="94" y="45"/>
                    <a:pt x="92" y="43"/>
                  </a:cubicBezTo>
                  <a:cubicBezTo>
                    <a:pt x="91" y="42"/>
                    <a:pt x="91" y="41"/>
                    <a:pt x="91" y="40"/>
                  </a:cubicBezTo>
                  <a:cubicBezTo>
                    <a:pt x="90" y="37"/>
                    <a:pt x="88" y="38"/>
                    <a:pt x="88" y="40"/>
                  </a:cubicBezTo>
                  <a:cubicBezTo>
                    <a:pt x="87" y="43"/>
                    <a:pt x="82" y="40"/>
                    <a:pt x="81" y="39"/>
                  </a:cubicBezTo>
                  <a:cubicBezTo>
                    <a:pt x="80" y="41"/>
                    <a:pt x="80" y="44"/>
                    <a:pt x="80" y="46"/>
                  </a:cubicBezTo>
                  <a:cubicBezTo>
                    <a:pt x="79" y="47"/>
                    <a:pt x="79" y="48"/>
                    <a:pt x="79" y="49"/>
                  </a:cubicBezTo>
                  <a:cubicBezTo>
                    <a:pt x="78" y="50"/>
                    <a:pt x="78" y="54"/>
                    <a:pt x="80" y="54"/>
                  </a:cubicBezTo>
                  <a:cubicBezTo>
                    <a:pt x="80" y="54"/>
                    <a:pt x="79" y="55"/>
                    <a:pt x="79" y="56"/>
                  </a:cubicBezTo>
                  <a:cubicBezTo>
                    <a:pt x="78" y="56"/>
                    <a:pt x="77" y="56"/>
                    <a:pt x="76" y="56"/>
                  </a:cubicBezTo>
                  <a:cubicBezTo>
                    <a:pt x="75" y="57"/>
                    <a:pt x="76" y="58"/>
                    <a:pt x="75" y="58"/>
                  </a:cubicBezTo>
                  <a:cubicBezTo>
                    <a:pt x="75" y="58"/>
                    <a:pt x="74" y="58"/>
                    <a:pt x="74" y="57"/>
                  </a:cubicBezTo>
                  <a:cubicBezTo>
                    <a:pt x="74" y="58"/>
                    <a:pt x="73" y="58"/>
                    <a:pt x="73" y="59"/>
                  </a:cubicBezTo>
                  <a:cubicBezTo>
                    <a:pt x="72" y="60"/>
                    <a:pt x="73" y="61"/>
                    <a:pt x="70" y="60"/>
                  </a:cubicBezTo>
                  <a:cubicBezTo>
                    <a:pt x="69" y="60"/>
                    <a:pt x="67" y="60"/>
                    <a:pt x="65" y="60"/>
                  </a:cubicBezTo>
                  <a:cubicBezTo>
                    <a:pt x="65" y="55"/>
                    <a:pt x="56" y="54"/>
                    <a:pt x="56" y="58"/>
                  </a:cubicBezTo>
                  <a:cubicBezTo>
                    <a:pt x="53" y="59"/>
                    <a:pt x="51" y="58"/>
                    <a:pt x="48" y="57"/>
                  </a:cubicBezTo>
                  <a:cubicBezTo>
                    <a:pt x="45" y="55"/>
                    <a:pt x="44" y="58"/>
                    <a:pt x="42" y="60"/>
                  </a:cubicBezTo>
                  <a:cubicBezTo>
                    <a:pt x="41" y="62"/>
                    <a:pt x="38" y="63"/>
                    <a:pt x="38" y="66"/>
                  </a:cubicBezTo>
                  <a:cubicBezTo>
                    <a:pt x="38" y="68"/>
                    <a:pt x="38" y="69"/>
                    <a:pt x="35" y="69"/>
                  </a:cubicBezTo>
                  <a:cubicBezTo>
                    <a:pt x="35" y="67"/>
                    <a:pt x="34" y="66"/>
                    <a:pt x="33" y="65"/>
                  </a:cubicBezTo>
                  <a:cubicBezTo>
                    <a:pt x="33" y="64"/>
                    <a:pt x="31" y="63"/>
                    <a:pt x="31" y="63"/>
                  </a:cubicBezTo>
                  <a:cubicBezTo>
                    <a:pt x="31" y="60"/>
                    <a:pt x="34" y="59"/>
                    <a:pt x="34" y="57"/>
                  </a:cubicBezTo>
                  <a:cubicBezTo>
                    <a:pt x="35" y="56"/>
                    <a:pt x="35" y="54"/>
                    <a:pt x="34" y="54"/>
                  </a:cubicBezTo>
                  <a:cubicBezTo>
                    <a:pt x="32" y="54"/>
                    <a:pt x="33" y="55"/>
                    <a:pt x="33" y="55"/>
                  </a:cubicBezTo>
                  <a:cubicBezTo>
                    <a:pt x="29" y="59"/>
                    <a:pt x="30" y="50"/>
                    <a:pt x="30" y="50"/>
                  </a:cubicBezTo>
                  <a:cubicBezTo>
                    <a:pt x="28" y="47"/>
                    <a:pt x="28" y="54"/>
                    <a:pt x="24" y="48"/>
                  </a:cubicBezTo>
                  <a:cubicBezTo>
                    <a:pt x="22" y="45"/>
                    <a:pt x="16" y="45"/>
                    <a:pt x="12" y="45"/>
                  </a:cubicBezTo>
                  <a:cubicBezTo>
                    <a:pt x="12" y="46"/>
                    <a:pt x="11" y="46"/>
                    <a:pt x="10" y="47"/>
                  </a:cubicBezTo>
                  <a:cubicBezTo>
                    <a:pt x="7" y="48"/>
                    <a:pt x="5" y="45"/>
                    <a:pt x="1" y="45"/>
                  </a:cubicBezTo>
                  <a:cubicBezTo>
                    <a:pt x="0" y="44"/>
                    <a:pt x="0" y="44"/>
                    <a:pt x="0" y="44"/>
                  </a:cubicBezTo>
                  <a:cubicBezTo>
                    <a:pt x="0" y="45"/>
                    <a:pt x="0" y="45"/>
                    <a:pt x="1" y="46"/>
                  </a:cubicBezTo>
                  <a:cubicBezTo>
                    <a:pt x="1" y="47"/>
                    <a:pt x="1" y="49"/>
                    <a:pt x="2" y="50"/>
                  </a:cubicBezTo>
                  <a:cubicBezTo>
                    <a:pt x="3" y="50"/>
                    <a:pt x="5" y="50"/>
                    <a:pt x="5" y="50"/>
                  </a:cubicBezTo>
                  <a:cubicBezTo>
                    <a:pt x="6" y="51"/>
                    <a:pt x="6" y="53"/>
                    <a:pt x="5" y="53"/>
                  </a:cubicBezTo>
                  <a:cubicBezTo>
                    <a:pt x="2" y="53"/>
                    <a:pt x="2" y="57"/>
                    <a:pt x="3" y="59"/>
                  </a:cubicBezTo>
                  <a:cubicBezTo>
                    <a:pt x="4" y="60"/>
                    <a:pt x="5" y="60"/>
                    <a:pt x="6" y="60"/>
                  </a:cubicBezTo>
                  <a:cubicBezTo>
                    <a:pt x="7" y="62"/>
                    <a:pt x="7" y="64"/>
                    <a:pt x="5" y="66"/>
                  </a:cubicBezTo>
                  <a:cubicBezTo>
                    <a:pt x="4" y="68"/>
                    <a:pt x="5" y="71"/>
                    <a:pt x="5" y="73"/>
                  </a:cubicBezTo>
                  <a:cubicBezTo>
                    <a:pt x="4" y="73"/>
                    <a:pt x="2" y="73"/>
                    <a:pt x="1" y="73"/>
                  </a:cubicBezTo>
                  <a:cubicBezTo>
                    <a:pt x="1" y="75"/>
                    <a:pt x="3" y="76"/>
                    <a:pt x="4" y="76"/>
                  </a:cubicBezTo>
                  <a:cubicBezTo>
                    <a:pt x="4" y="77"/>
                    <a:pt x="5" y="77"/>
                    <a:pt x="5" y="78"/>
                  </a:cubicBezTo>
                  <a:cubicBezTo>
                    <a:pt x="8" y="77"/>
                    <a:pt x="10" y="78"/>
                    <a:pt x="13" y="79"/>
                  </a:cubicBezTo>
                  <a:cubicBezTo>
                    <a:pt x="14" y="74"/>
                    <a:pt x="19" y="78"/>
                    <a:pt x="22" y="79"/>
                  </a:cubicBezTo>
                  <a:cubicBezTo>
                    <a:pt x="22" y="80"/>
                    <a:pt x="22" y="81"/>
                    <a:pt x="22" y="82"/>
                  </a:cubicBezTo>
                  <a:cubicBezTo>
                    <a:pt x="23" y="82"/>
                    <a:pt x="23" y="83"/>
                    <a:pt x="24" y="82"/>
                  </a:cubicBezTo>
                  <a:cubicBezTo>
                    <a:pt x="25" y="88"/>
                    <a:pt x="34" y="83"/>
                    <a:pt x="37" y="83"/>
                  </a:cubicBezTo>
                  <a:cubicBezTo>
                    <a:pt x="37" y="84"/>
                    <a:pt x="37" y="84"/>
                    <a:pt x="37" y="85"/>
                  </a:cubicBezTo>
                  <a:cubicBezTo>
                    <a:pt x="41" y="85"/>
                    <a:pt x="41" y="88"/>
                    <a:pt x="41" y="91"/>
                  </a:cubicBezTo>
                  <a:cubicBezTo>
                    <a:pt x="41" y="92"/>
                    <a:pt x="40" y="94"/>
                    <a:pt x="41" y="95"/>
                  </a:cubicBezTo>
                  <a:cubicBezTo>
                    <a:pt x="41" y="95"/>
                    <a:pt x="44" y="97"/>
                    <a:pt x="44" y="96"/>
                  </a:cubicBezTo>
                  <a:cubicBezTo>
                    <a:pt x="43" y="102"/>
                    <a:pt x="42" y="109"/>
                    <a:pt x="45" y="115"/>
                  </a:cubicBezTo>
                  <a:cubicBezTo>
                    <a:pt x="46" y="117"/>
                    <a:pt x="47" y="119"/>
                    <a:pt x="47" y="121"/>
                  </a:cubicBezTo>
                  <a:cubicBezTo>
                    <a:pt x="48" y="124"/>
                    <a:pt x="52" y="123"/>
                    <a:pt x="54" y="123"/>
                  </a:cubicBezTo>
                  <a:cubicBezTo>
                    <a:pt x="54" y="126"/>
                    <a:pt x="55" y="128"/>
                    <a:pt x="58" y="129"/>
                  </a:cubicBezTo>
                  <a:cubicBezTo>
                    <a:pt x="61" y="131"/>
                    <a:pt x="64" y="134"/>
                    <a:pt x="65" y="138"/>
                  </a:cubicBezTo>
                  <a:cubicBezTo>
                    <a:pt x="67" y="142"/>
                    <a:pt x="56" y="154"/>
                    <a:pt x="66" y="156"/>
                  </a:cubicBezTo>
                  <a:cubicBezTo>
                    <a:pt x="67" y="156"/>
                    <a:pt x="68" y="155"/>
                    <a:pt x="68" y="155"/>
                  </a:cubicBezTo>
                  <a:cubicBezTo>
                    <a:pt x="70" y="155"/>
                    <a:pt x="71" y="156"/>
                    <a:pt x="72" y="156"/>
                  </a:cubicBezTo>
                  <a:cubicBezTo>
                    <a:pt x="72" y="154"/>
                    <a:pt x="71" y="151"/>
                    <a:pt x="71" y="149"/>
                  </a:cubicBezTo>
                  <a:cubicBezTo>
                    <a:pt x="72" y="146"/>
                    <a:pt x="77" y="148"/>
                    <a:pt x="79" y="148"/>
                  </a:cubicBezTo>
                  <a:cubicBezTo>
                    <a:pt x="78" y="146"/>
                    <a:pt x="77" y="144"/>
                    <a:pt x="78" y="142"/>
                  </a:cubicBezTo>
                  <a:cubicBezTo>
                    <a:pt x="78" y="142"/>
                    <a:pt x="79" y="142"/>
                    <a:pt x="79" y="142"/>
                  </a:cubicBezTo>
                  <a:cubicBezTo>
                    <a:pt x="77" y="142"/>
                    <a:pt x="76" y="141"/>
                    <a:pt x="76" y="140"/>
                  </a:cubicBezTo>
                  <a:cubicBezTo>
                    <a:pt x="85" y="138"/>
                    <a:pt x="86" y="149"/>
                    <a:pt x="93" y="148"/>
                  </a:cubicBezTo>
                  <a:cubicBezTo>
                    <a:pt x="94" y="147"/>
                    <a:pt x="93" y="145"/>
                    <a:pt x="94" y="144"/>
                  </a:cubicBezTo>
                  <a:cubicBezTo>
                    <a:pt x="95" y="143"/>
                    <a:pt x="98" y="144"/>
                    <a:pt x="99" y="144"/>
                  </a:cubicBezTo>
                  <a:cubicBezTo>
                    <a:pt x="99" y="142"/>
                    <a:pt x="100" y="141"/>
                    <a:pt x="100" y="140"/>
                  </a:cubicBezTo>
                  <a:cubicBezTo>
                    <a:pt x="102" y="138"/>
                    <a:pt x="104" y="143"/>
                    <a:pt x="107" y="144"/>
                  </a:cubicBezTo>
                  <a:cubicBezTo>
                    <a:pt x="107" y="145"/>
                    <a:pt x="107" y="145"/>
                    <a:pt x="107" y="145"/>
                  </a:cubicBezTo>
                  <a:cubicBezTo>
                    <a:pt x="103" y="146"/>
                    <a:pt x="104" y="154"/>
                    <a:pt x="104" y="157"/>
                  </a:cubicBezTo>
                  <a:cubicBezTo>
                    <a:pt x="103" y="159"/>
                    <a:pt x="101" y="168"/>
                    <a:pt x="106" y="166"/>
                  </a:cubicBezTo>
                  <a:cubicBezTo>
                    <a:pt x="106" y="163"/>
                    <a:pt x="108" y="163"/>
                    <a:pt x="111" y="163"/>
                  </a:cubicBezTo>
                  <a:cubicBezTo>
                    <a:pt x="111" y="162"/>
                    <a:pt x="111" y="161"/>
                    <a:pt x="110" y="160"/>
                  </a:cubicBezTo>
                  <a:cubicBezTo>
                    <a:pt x="113" y="161"/>
                    <a:pt x="118" y="161"/>
                    <a:pt x="120" y="159"/>
                  </a:cubicBezTo>
                  <a:cubicBezTo>
                    <a:pt x="122" y="158"/>
                    <a:pt x="123" y="156"/>
                    <a:pt x="125" y="155"/>
                  </a:cubicBezTo>
                  <a:cubicBezTo>
                    <a:pt x="125" y="155"/>
                    <a:pt x="125" y="155"/>
                    <a:pt x="125" y="155"/>
                  </a:cubicBezTo>
                  <a:cubicBezTo>
                    <a:pt x="126" y="155"/>
                    <a:pt x="126" y="155"/>
                    <a:pt x="126" y="155"/>
                  </a:cubicBezTo>
                  <a:cubicBezTo>
                    <a:pt x="126" y="155"/>
                    <a:pt x="126" y="155"/>
                    <a:pt x="126" y="155"/>
                  </a:cubicBezTo>
                  <a:cubicBezTo>
                    <a:pt x="127" y="154"/>
                    <a:pt x="129" y="155"/>
                    <a:pt x="131" y="154"/>
                  </a:cubicBezTo>
                  <a:cubicBezTo>
                    <a:pt x="132" y="154"/>
                    <a:pt x="132" y="154"/>
                    <a:pt x="132" y="154"/>
                  </a:cubicBezTo>
                  <a:cubicBezTo>
                    <a:pt x="132" y="154"/>
                    <a:pt x="132" y="154"/>
                    <a:pt x="132" y="154"/>
                  </a:cubicBezTo>
                  <a:cubicBezTo>
                    <a:pt x="132" y="153"/>
                    <a:pt x="132" y="153"/>
                    <a:pt x="132" y="152"/>
                  </a:cubicBezTo>
                  <a:cubicBezTo>
                    <a:pt x="132" y="151"/>
                    <a:pt x="132" y="151"/>
                    <a:pt x="132" y="151"/>
                  </a:cubicBezTo>
                  <a:cubicBezTo>
                    <a:pt x="131" y="151"/>
                    <a:pt x="131" y="150"/>
                    <a:pt x="131" y="149"/>
                  </a:cubicBezTo>
                  <a:cubicBezTo>
                    <a:pt x="131" y="148"/>
                    <a:pt x="131" y="148"/>
                    <a:pt x="131" y="148"/>
                  </a:cubicBezTo>
                  <a:cubicBezTo>
                    <a:pt x="131" y="145"/>
                    <a:pt x="131" y="143"/>
                    <a:pt x="129" y="140"/>
                  </a:cubicBezTo>
                  <a:cubicBezTo>
                    <a:pt x="129" y="139"/>
                    <a:pt x="129" y="139"/>
                    <a:pt x="129" y="139"/>
                  </a:cubicBezTo>
                  <a:cubicBezTo>
                    <a:pt x="129" y="139"/>
                    <a:pt x="129" y="139"/>
                    <a:pt x="129" y="139"/>
                  </a:cubicBezTo>
                  <a:cubicBezTo>
                    <a:pt x="128" y="136"/>
                    <a:pt x="126" y="134"/>
                    <a:pt x="124" y="131"/>
                  </a:cubicBezTo>
                  <a:cubicBezTo>
                    <a:pt x="122" y="129"/>
                    <a:pt x="123" y="127"/>
                    <a:pt x="122" y="125"/>
                  </a:cubicBezTo>
                  <a:cubicBezTo>
                    <a:pt x="122" y="124"/>
                    <a:pt x="121" y="124"/>
                    <a:pt x="121" y="123"/>
                  </a:cubicBezTo>
                  <a:cubicBezTo>
                    <a:pt x="120" y="123"/>
                    <a:pt x="120" y="123"/>
                    <a:pt x="120" y="123"/>
                  </a:cubicBezTo>
                  <a:cubicBezTo>
                    <a:pt x="120" y="123"/>
                    <a:pt x="119" y="123"/>
                    <a:pt x="118" y="123"/>
                  </a:cubicBezTo>
                  <a:cubicBezTo>
                    <a:pt x="117" y="124"/>
                    <a:pt x="119" y="124"/>
                    <a:pt x="118" y="125"/>
                  </a:cubicBezTo>
                  <a:cubicBezTo>
                    <a:pt x="118" y="126"/>
                    <a:pt x="116" y="127"/>
                    <a:pt x="115" y="126"/>
                  </a:cubicBezTo>
                  <a:cubicBezTo>
                    <a:pt x="115" y="126"/>
                    <a:pt x="115" y="126"/>
                    <a:pt x="115" y="126"/>
                  </a:cubicBezTo>
                  <a:cubicBezTo>
                    <a:pt x="115" y="125"/>
                    <a:pt x="115" y="125"/>
                    <a:pt x="115" y="125"/>
                  </a:cubicBezTo>
                  <a:cubicBezTo>
                    <a:pt x="115" y="125"/>
                    <a:pt x="114" y="125"/>
                    <a:pt x="114" y="124"/>
                  </a:cubicBezTo>
                  <a:cubicBezTo>
                    <a:pt x="114" y="124"/>
                    <a:pt x="114" y="124"/>
                    <a:pt x="114" y="123"/>
                  </a:cubicBezTo>
                  <a:cubicBezTo>
                    <a:pt x="114" y="123"/>
                    <a:pt x="114" y="123"/>
                    <a:pt x="114" y="123"/>
                  </a:cubicBezTo>
                  <a:cubicBezTo>
                    <a:pt x="113" y="122"/>
                    <a:pt x="113" y="122"/>
                    <a:pt x="113" y="122"/>
                  </a:cubicBezTo>
                  <a:cubicBezTo>
                    <a:pt x="113" y="122"/>
                    <a:pt x="113" y="122"/>
                    <a:pt x="113" y="122"/>
                  </a:cubicBezTo>
                  <a:cubicBezTo>
                    <a:pt x="112" y="122"/>
                    <a:pt x="112" y="122"/>
                    <a:pt x="112" y="122"/>
                  </a:cubicBezTo>
                  <a:cubicBezTo>
                    <a:pt x="111" y="122"/>
                    <a:pt x="111" y="121"/>
                    <a:pt x="111" y="121"/>
                  </a:cubicBezTo>
                  <a:cubicBezTo>
                    <a:pt x="110" y="121"/>
                    <a:pt x="109" y="121"/>
                    <a:pt x="110" y="121"/>
                  </a:cubicBezTo>
                  <a:cubicBezTo>
                    <a:pt x="111" y="121"/>
                    <a:pt x="110" y="122"/>
                    <a:pt x="110" y="122"/>
                  </a:cubicBezTo>
                  <a:cubicBezTo>
                    <a:pt x="109" y="122"/>
                    <a:pt x="109" y="122"/>
                    <a:pt x="109" y="122"/>
                  </a:cubicBezTo>
                  <a:cubicBezTo>
                    <a:pt x="108" y="122"/>
                    <a:pt x="108" y="122"/>
                    <a:pt x="107" y="122"/>
                  </a:cubicBezTo>
                  <a:cubicBezTo>
                    <a:pt x="107" y="122"/>
                    <a:pt x="106" y="122"/>
                    <a:pt x="106" y="122"/>
                  </a:cubicBezTo>
                  <a:cubicBezTo>
                    <a:pt x="105" y="123"/>
                    <a:pt x="106" y="122"/>
                    <a:pt x="106" y="121"/>
                  </a:cubicBezTo>
                  <a:cubicBezTo>
                    <a:pt x="105" y="120"/>
                    <a:pt x="105" y="120"/>
                    <a:pt x="105" y="120"/>
                  </a:cubicBezTo>
                  <a:cubicBezTo>
                    <a:pt x="104" y="120"/>
                    <a:pt x="104" y="120"/>
                    <a:pt x="104" y="119"/>
                  </a:cubicBezTo>
                  <a:cubicBezTo>
                    <a:pt x="104" y="118"/>
                    <a:pt x="105" y="119"/>
                    <a:pt x="105" y="118"/>
                  </a:cubicBezTo>
                  <a:cubicBezTo>
                    <a:pt x="105" y="118"/>
                    <a:pt x="105" y="117"/>
                    <a:pt x="106" y="117"/>
                  </a:cubicBezTo>
                  <a:cubicBezTo>
                    <a:pt x="107" y="117"/>
                    <a:pt x="107" y="117"/>
                    <a:pt x="107" y="117"/>
                  </a:cubicBezTo>
                  <a:cubicBezTo>
                    <a:pt x="107" y="117"/>
                    <a:pt x="107" y="116"/>
                    <a:pt x="107" y="116"/>
                  </a:cubicBezTo>
                  <a:cubicBezTo>
                    <a:pt x="107" y="115"/>
                    <a:pt x="108" y="116"/>
                    <a:pt x="108" y="115"/>
                  </a:cubicBezTo>
                  <a:cubicBezTo>
                    <a:pt x="108" y="115"/>
                    <a:pt x="108" y="115"/>
                    <a:pt x="108" y="115"/>
                  </a:cubicBezTo>
                  <a:cubicBezTo>
                    <a:pt x="109" y="114"/>
                    <a:pt x="108" y="114"/>
                    <a:pt x="108" y="114"/>
                  </a:cubicBezTo>
                  <a:cubicBezTo>
                    <a:pt x="108" y="114"/>
                    <a:pt x="109" y="113"/>
                    <a:pt x="108" y="112"/>
                  </a:cubicBezTo>
                  <a:cubicBezTo>
                    <a:pt x="108" y="110"/>
                    <a:pt x="108" y="110"/>
                    <a:pt x="108" y="110"/>
                  </a:cubicBezTo>
                  <a:cubicBezTo>
                    <a:pt x="108" y="109"/>
                    <a:pt x="109" y="109"/>
                    <a:pt x="109" y="109"/>
                  </a:cubicBezTo>
                  <a:cubicBezTo>
                    <a:pt x="110" y="109"/>
                    <a:pt x="111" y="109"/>
                    <a:pt x="111" y="109"/>
                  </a:cubicBezTo>
                  <a:cubicBezTo>
                    <a:pt x="111" y="109"/>
                    <a:pt x="112" y="108"/>
                    <a:pt x="112" y="108"/>
                  </a:cubicBezTo>
                  <a:cubicBezTo>
                    <a:pt x="113" y="107"/>
                    <a:pt x="114" y="108"/>
                    <a:pt x="114" y="108"/>
                  </a:cubicBezTo>
                  <a:cubicBezTo>
                    <a:pt x="114" y="108"/>
                    <a:pt x="114" y="108"/>
                    <a:pt x="114" y="108"/>
                  </a:cubicBezTo>
                  <a:cubicBezTo>
                    <a:pt x="115" y="109"/>
                    <a:pt x="115" y="109"/>
                    <a:pt x="115" y="109"/>
                  </a:cubicBezTo>
                  <a:cubicBezTo>
                    <a:pt x="115" y="102"/>
                    <a:pt x="115" y="102"/>
                    <a:pt x="115" y="102"/>
                  </a:cubicBezTo>
                  <a:cubicBezTo>
                    <a:pt x="115" y="97"/>
                    <a:pt x="115" y="92"/>
                    <a:pt x="113" y="87"/>
                  </a:cubicBezTo>
                  <a:cubicBezTo>
                    <a:pt x="112" y="82"/>
                    <a:pt x="114" y="75"/>
                    <a:pt x="115" y="70"/>
                  </a:cubicBezTo>
                  <a:cubicBezTo>
                    <a:pt x="116" y="70"/>
                    <a:pt x="116" y="70"/>
                    <a:pt x="116" y="70"/>
                  </a:cubicBezTo>
                  <a:cubicBezTo>
                    <a:pt x="117" y="68"/>
                    <a:pt x="117" y="67"/>
                    <a:pt x="118" y="65"/>
                  </a:cubicBezTo>
                  <a:cubicBezTo>
                    <a:pt x="119" y="64"/>
                    <a:pt x="120" y="63"/>
                    <a:pt x="120" y="61"/>
                  </a:cubicBezTo>
                  <a:cubicBezTo>
                    <a:pt x="121" y="59"/>
                    <a:pt x="120" y="55"/>
                    <a:pt x="124" y="55"/>
                  </a:cubicBezTo>
                  <a:cubicBezTo>
                    <a:pt x="124" y="54"/>
                    <a:pt x="125" y="54"/>
                    <a:pt x="126" y="52"/>
                  </a:cubicBezTo>
                  <a:cubicBezTo>
                    <a:pt x="126" y="50"/>
                    <a:pt x="128" y="51"/>
                    <a:pt x="130" y="50"/>
                  </a:cubicBezTo>
                  <a:cubicBezTo>
                    <a:pt x="130" y="45"/>
                    <a:pt x="136" y="42"/>
                    <a:pt x="138" y="38"/>
                  </a:cubicBezTo>
                  <a:cubicBezTo>
                    <a:pt x="139" y="37"/>
                    <a:pt x="139" y="36"/>
                    <a:pt x="139" y="35"/>
                  </a:cubicBezTo>
                  <a:cubicBezTo>
                    <a:pt x="140" y="35"/>
                    <a:pt x="140" y="35"/>
                    <a:pt x="140" y="35"/>
                  </a:cubicBezTo>
                  <a:cubicBezTo>
                    <a:pt x="139" y="34"/>
                    <a:pt x="139" y="33"/>
                    <a:pt x="139" y="33"/>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8" name="Rectangle 127">
              <a:extLst>
                <a:ext uri="{FF2B5EF4-FFF2-40B4-BE49-F238E27FC236}">
                  <a16:creationId xmlns:a16="http://schemas.microsoft.com/office/drawing/2014/main" id="{44625747-CD33-41A6-A736-D1AD0AB8ACBF}"/>
                </a:ext>
              </a:extLst>
            </p:cNvPr>
            <p:cNvSpPr>
              <a:spLocks noChangeArrowheads="1"/>
            </p:cNvSpPr>
            <p:nvPr/>
          </p:nvSpPr>
          <p:spPr bwMode="auto">
            <a:xfrm>
              <a:off x="3703638" y="2224088"/>
              <a:ext cx="1588" cy="1588"/>
            </a:xfrm>
            <a:prstGeom prst="rect">
              <a:avLst/>
            </a:prstGeom>
            <a:grpFill/>
            <a:ln w="3175">
              <a:solidFill>
                <a:schemeClr val="bg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9" name="Freeform 445">
              <a:extLst>
                <a:ext uri="{FF2B5EF4-FFF2-40B4-BE49-F238E27FC236}">
                  <a16:creationId xmlns:a16="http://schemas.microsoft.com/office/drawing/2014/main" id="{5B7C5C76-812E-4937-BD92-C5FE82095A9F}"/>
                </a:ext>
              </a:extLst>
            </p:cNvPr>
            <p:cNvSpPr>
              <a:spLocks/>
            </p:cNvSpPr>
            <p:nvPr/>
          </p:nvSpPr>
          <p:spPr bwMode="auto">
            <a:xfrm>
              <a:off x="3729038" y="2347913"/>
              <a:ext cx="1195388" cy="1092200"/>
            </a:xfrm>
            <a:custGeom>
              <a:avLst/>
              <a:gdLst>
                <a:gd name="T0" fmla="*/ 317 w 338"/>
                <a:gd name="T1" fmla="*/ 205 h 309"/>
                <a:gd name="T2" fmla="*/ 325 w 338"/>
                <a:gd name="T3" fmla="*/ 189 h 309"/>
                <a:gd name="T4" fmla="*/ 311 w 338"/>
                <a:gd name="T5" fmla="*/ 168 h 309"/>
                <a:gd name="T6" fmla="*/ 280 w 338"/>
                <a:gd name="T7" fmla="*/ 151 h 309"/>
                <a:gd name="T8" fmla="*/ 252 w 338"/>
                <a:gd name="T9" fmla="*/ 139 h 309"/>
                <a:gd name="T10" fmla="*/ 217 w 338"/>
                <a:gd name="T11" fmla="*/ 125 h 309"/>
                <a:gd name="T12" fmla="*/ 189 w 338"/>
                <a:gd name="T13" fmla="*/ 112 h 309"/>
                <a:gd name="T14" fmla="*/ 173 w 338"/>
                <a:gd name="T15" fmla="*/ 97 h 309"/>
                <a:gd name="T16" fmla="*/ 148 w 338"/>
                <a:gd name="T17" fmla="*/ 87 h 309"/>
                <a:gd name="T18" fmla="*/ 129 w 338"/>
                <a:gd name="T19" fmla="*/ 82 h 309"/>
                <a:gd name="T20" fmla="*/ 95 w 338"/>
                <a:gd name="T21" fmla="*/ 69 h 309"/>
                <a:gd name="T22" fmla="*/ 78 w 338"/>
                <a:gd name="T23" fmla="*/ 46 h 309"/>
                <a:gd name="T24" fmla="*/ 42 w 338"/>
                <a:gd name="T25" fmla="*/ 37 h 309"/>
                <a:gd name="T26" fmla="*/ 43 w 338"/>
                <a:gd name="T27" fmla="*/ 8 h 309"/>
                <a:gd name="T28" fmla="*/ 14 w 338"/>
                <a:gd name="T29" fmla="*/ 17 h 309"/>
                <a:gd name="T30" fmla="*/ 1 w 338"/>
                <a:gd name="T31" fmla="*/ 52 h 309"/>
                <a:gd name="T32" fmla="*/ 5 w 338"/>
                <a:gd name="T33" fmla="*/ 76 h 309"/>
                <a:gd name="T34" fmla="*/ 8 w 338"/>
                <a:gd name="T35" fmla="*/ 79 h 309"/>
                <a:gd name="T36" fmla="*/ 9 w 338"/>
                <a:gd name="T37" fmla="*/ 88 h 309"/>
                <a:gd name="T38" fmla="*/ 17 w 338"/>
                <a:gd name="T39" fmla="*/ 105 h 309"/>
                <a:gd name="T40" fmla="*/ 20 w 338"/>
                <a:gd name="T41" fmla="*/ 119 h 309"/>
                <a:gd name="T42" fmla="*/ 19 w 338"/>
                <a:gd name="T43" fmla="*/ 119 h 309"/>
                <a:gd name="T44" fmla="*/ 19 w 338"/>
                <a:gd name="T45" fmla="*/ 119 h 309"/>
                <a:gd name="T46" fmla="*/ 19 w 338"/>
                <a:gd name="T47" fmla="*/ 119 h 309"/>
                <a:gd name="T48" fmla="*/ 14 w 338"/>
                <a:gd name="T49" fmla="*/ 120 h 309"/>
                <a:gd name="T50" fmla="*/ 13 w 338"/>
                <a:gd name="T51" fmla="*/ 120 h 309"/>
                <a:gd name="T52" fmla="*/ 13 w 338"/>
                <a:gd name="T53" fmla="*/ 120 h 309"/>
                <a:gd name="T54" fmla="*/ 14 w 338"/>
                <a:gd name="T55" fmla="*/ 142 h 309"/>
                <a:gd name="T56" fmla="*/ 20 w 338"/>
                <a:gd name="T57" fmla="*/ 161 h 309"/>
                <a:gd name="T58" fmla="*/ 26 w 338"/>
                <a:gd name="T59" fmla="*/ 171 h 309"/>
                <a:gd name="T60" fmla="*/ 45 w 338"/>
                <a:gd name="T61" fmla="*/ 167 h 309"/>
                <a:gd name="T62" fmla="*/ 71 w 338"/>
                <a:gd name="T63" fmla="*/ 174 h 309"/>
                <a:gd name="T64" fmla="*/ 87 w 338"/>
                <a:gd name="T65" fmla="*/ 199 h 309"/>
                <a:gd name="T66" fmla="*/ 72 w 338"/>
                <a:gd name="T67" fmla="*/ 224 h 309"/>
                <a:gd name="T68" fmla="*/ 51 w 338"/>
                <a:gd name="T69" fmla="*/ 238 h 309"/>
                <a:gd name="T70" fmla="*/ 42 w 338"/>
                <a:gd name="T71" fmla="*/ 265 h 309"/>
                <a:gd name="T72" fmla="*/ 62 w 338"/>
                <a:gd name="T73" fmla="*/ 292 h 309"/>
                <a:gd name="T74" fmla="*/ 76 w 338"/>
                <a:gd name="T75" fmla="*/ 286 h 309"/>
                <a:gd name="T76" fmla="*/ 66 w 338"/>
                <a:gd name="T77" fmla="*/ 265 h 309"/>
                <a:gd name="T78" fmla="*/ 71 w 338"/>
                <a:gd name="T79" fmla="*/ 240 h 309"/>
                <a:gd name="T80" fmla="*/ 74 w 338"/>
                <a:gd name="T81" fmla="*/ 247 h 309"/>
                <a:gd name="T82" fmla="*/ 79 w 338"/>
                <a:gd name="T83" fmla="*/ 250 h 309"/>
                <a:gd name="T84" fmla="*/ 95 w 338"/>
                <a:gd name="T85" fmla="*/ 252 h 309"/>
                <a:gd name="T86" fmla="*/ 106 w 338"/>
                <a:gd name="T87" fmla="*/ 256 h 309"/>
                <a:gd name="T88" fmla="*/ 140 w 338"/>
                <a:gd name="T89" fmla="*/ 243 h 309"/>
                <a:gd name="T90" fmla="*/ 142 w 338"/>
                <a:gd name="T91" fmla="*/ 261 h 309"/>
                <a:gd name="T92" fmla="*/ 153 w 338"/>
                <a:gd name="T93" fmla="*/ 259 h 309"/>
                <a:gd name="T94" fmla="*/ 164 w 338"/>
                <a:gd name="T95" fmla="*/ 257 h 309"/>
                <a:gd name="T96" fmla="*/ 164 w 338"/>
                <a:gd name="T97" fmla="*/ 268 h 309"/>
                <a:gd name="T98" fmla="*/ 191 w 338"/>
                <a:gd name="T99" fmla="*/ 257 h 309"/>
                <a:gd name="T100" fmla="*/ 206 w 338"/>
                <a:gd name="T101" fmla="*/ 263 h 309"/>
                <a:gd name="T102" fmla="*/ 229 w 338"/>
                <a:gd name="T103" fmla="*/ 281 h 309"/>
                <a:gd name="T104" fmla="*/ 252 w 338"/>
                <a:gd name="T105" fmla="*/ 282 h 309"/>
                <a:gd name="T106" fmla="*/ 252 w 338"/>
                <a:gd name="T107" fmla="*/ 296 h 309"/>
                <a:gd name="T108" fmla="*/ 283 w 338"/>
                <a:gd name="T109" fmla="*/ 297 h 309"/>
                <a:gd name="T110" fmla="*/ 280 w 338"/>
                <a:gd name="T111" fmla="*/ 259 h 309"/>
                <a:gd name="T112" fmla="*/ 313 w 338"/>
                <a:gd name="T113" fmla="*/ 23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8" h="309">
                  <a:moveTo>
                    <a:pt x="333" y="226"/>
                  </a:moveTo>
                  <a:cubicBezTo>
                    <a:pt x="328" y="225"/>
                    <a:pt x="325" y="222"/>
                    <a:pt x="321" y="220"/>
                  </a:cubicBezTo>
                  <a:cubicBezTo>
                    <a:pt x="319" y="219"/>
                    <a:pt x="318" y="219"/>
                    <a:pt x="317" y="218"/>
                  </a:cubicBezTo>
                  <a:cubicBezTo>
                    <a:pt x="316" y="217"/>
                    <a:pt x="316" y="216"/>
                    <a:pt x="316" y="214"/>
                  </a:cubicBezTo>
                  <a:cubicBezTo>
                    <a:pt x="314" y="211"/>
                    <a:pt x="311" y="210"/>
                    <a:pt x="309" y="207"/>
                  </a:cubicBezTo>
                  <a:cubicBezTo>
                    <a:pt x="312" y="207"/>
                    <a:pt x="315" y="206"/>
                    <a:pt x="317" y="205"/>
                  </a:cubicBezTo>
                  <a:cubicBezTo>
                    <a:pt x="318" y="204"/>
                    <a:pt x="317" y="202"/>
                    <a:pt x="317" y="200"/>
                  </a:cubicBezTo>
                  <a:cubicBezTo>
                    <a:pt x="316" y="199"/>
                    <a:pt x="315" y="199"/>
                    <a:pt x="313" y="199"/>
                  </a:cubicBezTo>
                  <a:cubicBezTo>
                    <a:pt x="311" y="198"/>
                    <a:pt x="309" y="197"/>
                    <a:pt x="307" y="197"/>
                  </a:cubicBezTo>
                  <a:cubicBezTo>
                    <a:pt x="305" y="194"/>
                    <a:pt x="306" y="192"/>
                    <a:pt x="309" y="192"/>
                  </a:cubicBezTo>
                  <a:cubicBezTo>
                    <a:pt x="313" y="191"/>
                    <a:pt x="311" y="190"/>
                    <a:pt x="314" y="189"/>
                  </a:cubicBezTo>
                  <a:cubicBezTo>
                    <a:pt x="318" y="188"/>
                    <a:pt x="322" y="189"/>
                    <a:pt x="325" y="189"/>
                  </a:cubicBezTo>
                  <a:cubicBezTo>
                    <a:pt x="327" y="189"/>
                    <a:pt x="328" y="188"/>
                    <a:pt x="327" y="186"/>
                  </a:cubicBezTo>
                  <a:cubicBezTo>
                    <a:pt x="326" y="185"/>
                    <a:pt x="324" y="185"/>
                    <a:pt x="323" y="185"/>
                  </a:cubicBezTo>
                  <a:cubicBezTo>
                    <a:pt x="323" y="184"/>
                    <a:pt x="322" y="183"/>
                    <a:pt x="321" y="183"/>
                  </a:cubicBezTo>
                  <a:cubicBezTo>
                    <a:pt x="320" y="181"/>
                    <a:pt x="320" y="179"/>
                    <a:pt x="320" y="177"/>
                  </a:cubicBezTo>
                  <a:cubicBezTo>
                    <a:pt x="318" y="177"/>
                    <a:pt x="315" y="178"/>
                    <a:pt x="312" y="176"/>
                  </a:cubicBezTo>
                  <a:cubicBezTo>
                    <a:pt x="310" y="174"/>
                    <a:pt x="312" y="171"/>
                    <a:pt x="311" y="168"/>
                  </a:cubicBezTo>
                  <a:cubicBezTo>
                    <a:pt x="310" y="165"/>
                    <a:pt x="306" y="166"/>
                    <a:pt x="307" y="163"/>
                  </a:cubicBezTo>
                  <a:cubicBezTo>
                    <a:pt x="308" y="160"/>
                    <a:pt x="304" y="158"/>
                    <a:pt x="305" y="155"/>
                  </a:cubicBezTo>
                  <a:cubicBezTo>
                    <a:pt x="302" y="155"/>
                    <a:pt x="301" y="153"/>
                    <a:pt x="301" y="152"/>
                  </a:cubicBezTo>
                  <a:cubicBezTo>
                    <a:pt x="298" y="152"/>
                    <a:pt x="296" y="150"/>
                    <a:pt x="294" y="149"/>
                  </a:cubicBezTo>
                  <a:cubicBezTo>
                    <a:pt x="290" y="147"/>
                    <a:pt x="286" y="147"/>
                    <a:pt x="282" y="148"/>
                  </a:cubicBezTo>
                  <a:cubicBezTo>
                    <a:pt x="282" y="149"/>
                    <a:pt x="281" y="150"/>
                    <a:pt x="280" y="151"/>
                  </a:cubicBezTo>
                  <a:cubicBezTo>
                    <a:pt x="280" y="152"/>
                    <a:pt x="277" y="152"/>
                    <a:pt x="277" y="153"/>
                  </a:cubicBezTo>
                  <a:cubicBezTo>
                    <a:pt x="274" y="154"/>
                    <a:pt x="274" y="151"/>
                    <a:pt x="273" y="150"/>
                  </a:cubicBezTo>
                  <a:cubicBezTo>
                    <a:pt x="273" y="149"/>
                    <a:pt x="272" y="147"/>
                    <a:pt x="270" y="147"/>
                  </a:cubicBezTo>
                  <a:cubicBezTo>
                    <a:pt x="267" y="146"/>
                    <a:pt x="264" y="147"/>
                    <a:pt x="261" y="147"/>
                  </a:cubicBezTo>
                  <a:cubicBezTo>
                    <a:pt x="260" y="144"/>
                    <a:pt x="254" y="145"/>
                    <a:pt x="252" y="145"/>
                  </a:cubicBezTo>
                  <a:cubicBezTo>
                    <a:pt x="252" y="143"/>
                    <a:pt x="252" y="141"/>
                    <a:pt x="252" y="139"/>
                  </a:cubicBezTo>
                  <a:cubicBezTo>
                    <a:pt x="252" y="138"/>
                    <a:pt x="250" y="136"/>
                    <a:pt x="250" y="134"/>
                  </a:cubicBezTo>
                  <a:cubicBezTo>
                    <a:pt x="246" y="134"/>
                    <a:pt x="242" y="136"/>
                    <a:pt x="238" y="136"/>
                  </a:cubicBezTo>
                  <a:cubicBezTo>
                    <a:pt x="236" y="135"/>
                    <a:pt x="236" y="134"/>
                    <a:pt x="235" y="132"/>
                  </a:cubicBezTo>
                  <a:cubicBezTo>
                    <a:pt x="233" y="131"/>
                    <a:pt x="232" y="131"/>
                    <a:pt x="230" y="130"/>
                  </a:cubicBezTo>
                  <a:cubicBezTo>
                    <a:pt x="227" y="129"/>
                    <a:pt x="224" y="127"/>
                    <a:pt x="221" y="125"/>
                  </a:cubicBezTo>
                  <a:cubicBezTo>
                    <a:pt x="219" y="124"/>
                    <a:pt x="219" y="124"/>
                    <a:pt x="217" y="125"/>
                  </a:cubicBezTo>
                  <a:cubicBezTo>
                    <a:pt x="216" y="126"/>
                    <a:pt x="215" y="128"/>
                    <a:pt x="213" y="127"/>
                  </a:cubicBezTo>
                  <a:cubicBezTo>
                    <a:pt x="212" y="125"/>
                    <a:pt x="209" y="124"/>
                    <a:pt x="207" y="123"/>
                  </a:cubicBezTo>
                  <a:cubicBezTo>
                    <a:pt x="205" y="122"/>
                    <a:pt x="203" y="122"/>
                    <a:pt x="201" y="121"/>
                  </a:cubicBezTo>
                  <a:cubicBezTo>
                    <a:pt x="201" y="120"/>
                    <a:pt x="201" y="119"/>
                    <a:pt x="201" y="119"/>
                  </a:cubicBezTo>
                  <a:cubicBezTo>
                    <a:pt x="199" y="118"/>
                    <a:pt x="197" y="117"/>
                    <a:pt x="195" y="115"/>
                  </a:cubicBezTo>
                  <a:cubicBezTo>
                    <a:pt x="193" y="113"/>
                    <a:pt x="192" y="111"/>
                    <a:pt x="189" y="112"/>
                  </a:cubicBezTo>
                  <a:cubicBezTo>
                    <a:pt x="189" y="113"/>
                    <a:pt x="189" y="113"/>
                    <a:pt x="189" y="113"/>
                  </a:cubicBezTo>
                  <a:cubicBezTo>
                    <a:pt x="186" y="113"/>
                    <a:pt x="187" y="108"/>
                    <a:pt x="187" y="107"/>
                  </a:cubicBezTo>
                  <a:cubicBezTo>
                    <a:pt x="186" y="105"/>
                    <a:pt x="185" y="103"/>
                    <a:pt x="183" y="102"/>
                  </a:cubicBezTo>
                  <a:cubicBezTo>
                    <a:pt x="182" y="101"/>
                    <a:pt x="181" y="102"/>
                    <a:pt x="179" y="101"/>
                  </a:cubicBezTo>
                  <a:cubicBezTo>
                    <a:pt x="178" y="100"/>
                    <a:pt x="178" y="100"/>
                    <a:pt x="176" y="99"/>
                  </a:cubicBezTo>
                  <a:cubicBezTo>
                    <a:pt x="175" y="99"/>
                    <a:pt x="174" y="97"/>
                    <a:pt x="173" y="97"/>
                  </a:cubicBezTo>
                  <a:cubicBezTo>
                    <a:pt x="172" y="97"/>
                    <a:pt x="170" y="97"/>
                    <a:pt x="169" y="97"/>
                  </a:cubicBezTo>
                  <a:cubicBezTo>
                    <a:pt x="169" y="96"/>
                    <a:pt x="169" y="95"/>
                    <a:pt x="169" y="95"/>
                  </a:cubicBezTo>
                  <a:cubicBezTo>
                    <a:pt x="164" y="95"/>
                    <a:pt x="162" y="92"/>
                    <a:pt x="159" y="89"/>
                  </a:cubicBezTo>
                  <a:cubicBezTo>
                    <a:pt x="158" y="88"/>
                    <a:pt x="157" y="86"/>
                    <a:pt x="155" y="86"/>
                  </a:cubicBezTo>
                  <a:cubicBezTo>
                    <a:pt x="152" y="86"/>
                    <a:pt x="153" y="89"/>
                    <a:pt x="153" y="91"/>
                  </a:cubicBezTo>
                  <a:cubicBezTo>
                    <a:pt x="151" y="91"/>
                    <a:pt x="150" y="88"/>
                    <a:pt x="148" y="87"/>
                  </a:cubicBezTo>
                  <a:cubicBezTo>
                    <a:pt x="146" y="86"/>
                    <a:pt x="145" y="88"/>
                    <a:pt x="143" y="86"/>
                  </a:cubicBezTo>
                  <a:cubicBezTo>
                    <a:pt x="142" y="85"/>
                    <a:pt x="142" y="84"/>
                    <a:pt x="142" y="83"/>
                  </a:cubicBezTo>
                  <a:cubicBezTo>
                    <a:pt x="141" y="82"/>
                    <a:pt x="140" y="81"/>
                    <a:pt x="139" y="81"/>
                  </a:cubicBezTo>
                  <a:cubicBezTo>
                    <a:pt x="137" y="82"/>
                    <a:pt x="137" y="84"/>
                    <a:pt x="136" y="85"/>
                  </a:cubicBezTo>
                  <a:cubicBezTo>
                    <a:pt x="135" y="86"/>
                    <a:pt x="133" y="85"/>
                    <a:pt x="132" y="85"/>
                  </a:cubicBezTo>
                  <a:cubicBezTo>
                    <a:pt x="133" y="82"/>
                    <a:pt x="129" y="84"/>
                    <a:pt x="129" y="82"/>
                  </a:cubicBezTo>
                  <a:cubicBezTo>
                    <a:pt x="128" y="81"/>
                    <a:pt x="127" y="81"/>
                    <a:pt x="126" y="82"/>
                  </a:cubicBezTo>
                  <a:cubicBezTo>
                    <a:pt x="126" y="80"/>
                    <a:pt x="126" y="79"/>
                    <a:pt x="126" y="77"/>
                  </a:cubicBezTo>
                  <a:cubicBezTo>
                    <a:pt x="123" y="77"/>
                    <a:pt x="120" y="79"/>
                    <a:pt x="116" y="78"/>
                  </a:cubicBezTo>
                  <a:cubicBezTo>
                    <a:pt x="113" y="77"/>
                    <a:pt x="111" y="77"/>
                    <a:pt x="108" y="77"/>
                  </a:cubicBezTo>
                  <a:cubicBezTo>
                    <a:pt x="108" y="74"/>
                    <a:pt x="107" y="74"/>
                    <a:pt x="104" y="73"/>
                  </a:cubicBezTo>
                  <a:cubicBezTo>
                    <a:pt x="101" y="72"/>
                    <a:pt x="98" y="69"/>
                    <a:pt x="95" y="69"/>
                  </a:cubicBezTo>
                  <a:cubicBezTo>
                    <a:pt x="95" y="66"/>
                    <a:pt x="95" y="64"/>
                    <a:pt x="90" y="63"/>
                  </a:cubicBezTo>
                  <a:cubicBezTo>
                    <a:pt x="87" y="63"/>
                    <a:pt x="83" y="65"/>
                    <a:pt x="83" y="61"/>
                  </a:cubicBezTo>
                  <a:cubicBezTo>
                    <a:pt x="80" y="60"/>
                    <a:pt x="80" y="57"/>
                    <a:pt x="77" y="56"/>
                  </a:cubicBezTo>
                  <a:cubicBezTo>
                    <a:pt x="77" y="55"/>
                    <a:pt x="78" y="54"/>
                    <a:pt x="78" y="53"/>
                  </a:cubicBezTo>
                  <a:cubicBezTo>
                    <a:pt x="80" y="53"/>
                    <a:pt x="85" y="53"/>
                    <a:pt x="85" y="51"/>
                  </a:cubicBezTo>
                  <a:cubicBezTo>
                    <a:pt x="84" y="49"/>
                    <a:pt x="79" y="47"/>
                    <a:pt x="78" y="46"/>
                  </a:cubicBezTo>
                  <a:cubicBezTo>
                    <a:pt x="75" y="44"/>
                    <a:pt x="71" y="41"/>
                    <a:pt x="68" y="38"/>
                  </a:cubicBezTo>
                  <a:cubicBezTo>
                    <a:pt x="66" y="36"/>
                    <a:pt x="66" y="33"/>
                    <a:pt x="63" y="31"/>
                  </a:cubicBezTo>
                  <a:cubicBezTo>
                    <a:pt x="60" y="29"/>
                    <a:pt x="58" y="32"/>
                    <a:pt x="55" y="31"/>
                  </a:cubicBezTo>
                  <a:cubicBezTo>
                    <a:pt x="53" y="31"/>
                    <a:pt x="53" y="34"/>
                    <a:pt x="51" y="35"/>
                  </a:cubicBezTo>
                  <a:cubicBezTo>
                    <a:pt x="48" y="36"/>
                    <a:pt x="49" y="38"/>
                    <a:pt x="47" y="40"/>
                  </a:cubicBezTo>
                  <a:cubicBezTo>
                    <a:pt x="45" y="41"/>
                    <a:pt x="43" y="37"/>
                    <a:pt x="42" y="37"/>
                  </a:cubicBezTo>
                  <a:cubicBezTo>
                    <a:pt x="43" y="35"/>
                    <a:pt x="42" y="33"/>
                    <a:pt x="42" y="32"/>
                  </a:cubicBezTo>
                  <a:cubicBezTo>
                    <a:pt x="40" y="33"/>
                    <a:pt x="36" y="34"/>
                    <a:pt x="33" y="33"/>
                  </a:cubicBezTo>
                  <a:cubicBezTo>
                    <a:pt x="32" y="32"/>
                    <a:pt x="32" y="28"/>
                    <a:pt x="31" y="26"/>
                  </a:cubicBezTo>
                  <a:cubicBezTo>
                    <a:pt x="29" y="23"/>
                    <a:pt x="33" y="20"/>
                    <a:pt x="35" y="18"/>
                  </a:cubicBezTo>
                  <a:cubicBezTo>
                    <a:pt x="37" y="16"/>
                    <a:pt x="38" y="12"/>
                    <a:pt x="39" y="9"/>
                  </a:cubicBezTo>
                  <a:cubicBezTo>
                    <a:pt x="40" y="9"/>
                    <a:pt x="41" y="8"/>
                    <a:pt x="43" y="8"/>
                  </a:cubicBezTo>
                  <a:cubicBezTo>
                    <a:pt x="39" y="6"/>
                    <a:pt x="35" y="6"/>
                    <a:pt x="32" y="3"/>
                  </a:cubicBezTo>
                  <a:cubicBezTo>
                    <a:pt x="31" y="2"/>
                    <a:pt x="29" y="1"/>
                    <a:pt x="28" y="0"/>
                  </a:cubicBezTo>
                  <a:cubicBezTo>
                    <a:pt x="27" y="0"/>
                    <a:pt x="27" y="0"/>
                    <a:pt x="27" y="0"/>
                  </a:cubicBezTo>
                  <a:cubicBezTo>
                    <a:pt x="27" y="1"/>
                    <a:pt x="27" y="2"/>
                    <a:pt x="26" y="3"/>
                  </a:cubicBezTo>
                  <a:cubicBezTo>
                    <a:pt x="24" y="7"/>
                    <a:pt x="18" y="10"/>
                    <a:pt x="18" y="15"/>
                  </a:cubicBezTo>
                  <a:cubicBezTo>
                    <a:pt x="16" y="16"/>
                    <a:pt x="14" y="15"/>
                    <a:pt x="14" y="17"/>
                  </a:cubicBezTo>
                  <a:cubicBezTo>
                    <a:pt x="13" y="19"/>
                    <a:pt x="12" y="19"/>
                    <a:pt x="12" y="20"/>
                  </a:cubicBezTo>
                  <a:cubicBezTo>
                    <a:pt x="8" y="20"/>
                    <a:pt x="9" y="24"/>
                    <a:pt x="8" y="26"/>
                  </a:cubicBezTo>
                  <a:cubicBezTo>
                    <a:pt x="8" y="28"/>
                    <a:pt x="7" y="29"/>
                    <a:pt x="6" y="30"/>
                  </a:cubicBezTo>
                  <a:cubicBezTo>
                    <a:pt x="5" y="32"/>
                    <a:pt x="5" y="33"/>
                    <a:pt x="4" y="35"/>
                  </a:cubicBezTo>
                  <a:cubicBezTo>
                    <a:pt x="3" y="35"/>
                    <a:pt x="3" y="35"/>
                    <a:pt x="3" y="35"/>
                  </a:cubicBezTo>
                  <a:cubicBezTo>
                    <a:pt x="2" y="40"/>
                    <a:pt x="0" y="47"/>
                    <a:pt x="1" y="52"/>
                  </a:cubicBezTo>
                  <a:cubicBezTo>
                    <a:pt x="3" y="57"/>
                    <a:pt x="3" y="62"/>
                    <a:pt x="3" y="67"/>
                  </a:cubicBezTo>
                  <a:cubicBezTo>
                    <a:pt x="3" y="74"/>
                    <a:pt x="3" y="74"/>
                    <a:pt x="3" y="74"/>
                  </a:cubicBezTo>
                  <a:cubicBezTo>
                    <a:pt x="4" y="74"/>
                    <a:pt x="4" y="73"/>
                    <a:pt x="5" y="73"/>
                  </a:cubicBezTo>
                  <a:cubicBezTo>
                    <a:pt x="6" y="74"/>
                    <a:pt x="6" y="74"/>
                    <a:pt x="6" y="74"/>
                  </a:cubicBezTo>
                  <a:cubicBezTo>
                    <a:pt x="6" y="76"/>
                    <a:pt x="5" y="75"/>
                    <a:pt x="5" y="75"/>
                  </a:cubicBezTo>
                  <a:cubicBezTo>
                    <a:pt x="5" y="76"/>
                    <a:pt x="5" y="76"/>
                    <a:pt x="5" y="76"/>
                  </a:cubicBezTo>
                  <a:cubicBezTo>
                    <a:pt x="6" y="76"/>
                    <a:pt x="6" y="76"/>
                    <a:pt x="6" y="76"/>
                  </a:cubicBezTo>
                  <a:cubicBezTo>
                    <a:pt x="6" y="77"/>
                    <a:pt x="6" y="77"/>
                    <a:pt x="6" y="77"/>
                  </a:cubicBezTo>
                  <a:cubicBezTo>
                    <a:pt x="6" y="77"/>
                    <a:pt x="6" y="77"/>
                    <a:pt x="6" y="77"/>
                  </a:cubicBezTo>
                  <a:cubicBezTo>
                    <a:pt x="7" y="78"/>
                    <a:pt x="7" y="78"/>
                    <a:pt x="7" y="78"/>
                  </a:cubicBezTo>
                  <a:cubicBezTo>
                    <a:pt x="7" y="78"/>
                    <a:pt x="7" y="78"/>
                    <a:pt x="7" y="78"/>
                  </a:cubicBezTo>
                  <a:cubicBezTo>
                    <a:pt x="7" y="79"/>
                    <a:pt x="8" y="79"/>
                    <a:pt x="8" y="79"/>
                  </a:cubicBezTo>
                  <a:cubicBezTo>
                    <a:pt x="8" y="80"/>
                    <a:pt x="9" y="79"/>
                    <a:pt x="9" y="79"/>
                  </a:cubicBezTo>
                  <a:cubicBezTo>
                    <a:pt x="9" y="81"/>
                    <a:pt x="9" y="81"/>
                    <a:pt x="9" y="81"/>
                  </a:cubicBezTo>
                  <a:cubicBezTo>
                    <a:pt x="9" y="81"/>
                    <a:pt x="9" y="82"/>
                    <a:pt x="9" y="82"/>
                  </a:cubicBezTo>
                  <a:cubicBezTo>
                    <a:pt x="9" y="83"/>
                    <a:pt x="11" y="83"/>
                    <a:pt x="9" y="84"/>
                  </a:cubicBezTo>
                  <a:cubicBezTo>
                    <a:pt x="8" y="84"/>
                    <a:pt x="8" y="85"/>
                    <a:pt x="9" y="86"/>
                  </a:cubicBezTo>
                  <a:cubicBezTo>
                    <a:pt x="10" y="87"/>
                    <a:pt x="10" y="88"/>
                    <a:pt x="9" y="88"/>
                  </a:cubicBezTo>
                  <a:cubicBezTo>
                    <a:pt x="9" y="88"/>
                    <a:pt x="9" y="88"/>
                    <a:pt x="9" y="88"/>
                  </a:cubicBezTo>
                  <a:cubicBezTo>
                    <a:pt x="9" y="89"/>
                    <a:pt x="10" y="89"/>
                    <a:pt x="10" y="90"/>
                  </a:cubicBezTo>
                  <a:cubicBezTo>
                    <a:pt x="11" y="92"/>
                    <a:pt x="10" y="94"/>
                    <a:pt x="12" y="96"/>
                  </a:cubicBezTo>
                  <a:cubicBezTo>
                    <a:pt x="14" y="99"/>
                    <a:pt x="16" y="101"/>
                    <a:pt x="17" y="104"/>
                  </a:cubicBezTo>
                  <a:cubicBezTo>
                    <a:pt x="17" y="104"/>
                    <a:pt x="17" y="104"/>
                    <a:pt x="17" y="104"/>
                  </a:cubicBezTo>
                  <a:cubicBezTo>
                    <a:pt x="17" y="105"/>
                    <a:pt x="17" y="105"/>
                    <a:pt x="17" y="105"/>
                  </a:cubicBezTo>
                  <a:cubicBezTo>
                    <a:pt x="19" y="108"/>
                    <a:pt x="19" y="110"/>
                    <a:pt x="19" y="113"/>
                  </a:cubicBezTo>
                  <a:cubicBezTo>
                    <a:pt x="19" y="114"/>
                    <a:pt x="19" y="114"/>
                    <a:pt x="19" y="114"/>
                  </a:cubicBezTo>
                  <a:cubicBezTo>
                    <a:pt x="19" y="115"/>
                    <a:pt x="19" y="116"/>
                    <a:pt x="20" y="116"/>
                  </a:cubicBezTo>
                  <a:cubicBezTo>
                    <a:pt x="20" y="117"/>
                    <a:pt x="20" y="117"/>
                    <a:pt x="20" y="117"/>
                  </a:cubicBezTo>
                  <a:cubicBezTo>
                    <a:pt x="20" y="118"/>
                    <a:pt x="20" y="118"/>
                    <a:pt x="20" y="119"/>
                  </a:cubicBezTo>
                  <a:cubicBezTo>
                    <a:pt x="20" y="119"/>
                    <a:pt x="20" y="119"/>
                    <a:pt x="20" y="119"/>
                  </a:cubicBezTo>
                  <a:cubicBezTo>
                    <a:pt x="20" y="119"/>
                    <a:pt x="20" y="119"/>
                    <a:pt x="20"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7" y="120"/>
                    <a:pt x="15" y="119"/>
                    <a:pt x="14" y="120"/>
                  </a:cubicBezTo>
                  <a:cubicBezTo>
                    <a:pt x="14" y="120"/>
                    <a:pt x="14" y="120"/>
                    <a:pt x="14" y="120"/>
                  </a:cubicBezTo>
                  <a:cubicBezTo>
                    <a:pt x="14" y="120"/>
                    <a:pt x="14" y="120"/>
                    <a:pt x="14" y="120"/>
                  </a:cubicBezTo>
                  <a:cubicBezTo>
                    <a:pt x="14" y="120"/>
                    <a:pt x="14" y="120"/>
                    <a:pt x="14"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5" y="122"/>
                    <a:pt x="14" y="122"/>
                    <a:pt x="12" y="124"/>
                  </a:cubicBezTo>
                  <a:cubicBezTo>
                    <a:pt x="7" y="129"/>
                    <a:pt x="14" y="137"/>
                    <a:pt x="14" y="142"/>
                  </a:cubicBezTo>
                  <a:cubicBezTo>
                    <a:pt x="14" y="145"/>
                    <a:pt x="18" y="145"/>
                    <a:pt x="20" y="146"/>
                  </a:cubicBezTo>
                  <a:cubicBezTo>
                    <a:pt x="21" y="146"/>
                    <a:pt x="22" y="146"/>
                    <a:pt x="23" y="147"/>
                  </a:cubicBezTo>
                  <a:cubicBezTo>
                    <a:pt x="25" y="149"/>
                    <a:pt x="21" y="149"/>
                    <a:pt x="21" y="149"/>
                  </a:cubicBezTo>
                  <a:cubicBezTo>
                    <a:pt x="21" y="152"/>
                    <a:pt x="26" y="149"/>
                    <a:pt x="25" y="154"/>
                  </a:cubicBezTo>
                  <a:cubicBezTo>
                    <a:pt x="23" y="154"/>
                    <a:pt x="23" y="155"/>
                    <a:pt x="23" y="156"/>
                  </a:cubicBezTo>
                  <a:cubicBezTo>
                    <a:pt x="20" y="156"/>
                    <a:pt x="20" y="158"/>
                    <a:pt x="20" y="161"/>
                  </a:cubicBezTo>
                  <a:cubicBezTo>
                    <a:pt x="23" y="161"/>
                    <a:pt x="28" y="160"/>
                    <a:pt x="29" y="164"/>
                  </a:cubicBezTo>
                  <a:cubicBezTo>
                    <a:pt x="27" y="164"/>
                    <a:pt x="23" y="164"/>
                    <a:pt x="23" y="166"/>
                  </a:cubicBezTo>
                  <a:cubicBezTo>
                    <a:pt x="21" y="166"/>
                    <a:pt x="19" y="166"/>
                    <a:pt x="17" y="166"/>
                  </a:cubicBezTo>
                  <a:cubicBezTo>
                    <a:pt x="17" y="167"/>
                    <a:pt x="17" y="167"/>
                    <a:pt x="17" y="167"/>
                  </a:cubicBezTo>
                  <a:cubicBezTo>
                    <a:pt x="13" y="167"/>
                    <a:pt x="11" y="175"/>
                    <a:pt x="15" y="175"/>
                  </a:cubicBezTo>
                  <a:cubicBezTo>
                    <a:pt x="14" y="168"/>
                    <a:pt x="21" y="171"/>
                    <a:pt x="26" y="171"/>
                  </a:cubicBezTo>
                  <a:cubicBezTo>
                    <a:pt x="26" y="169"/>
                    <a:pt x="26" y="168"/>
                    <a:pt x="26" y="167"/>
                  </a:cubicBezTo>
                  <a:cubicBezTo>
                    <a:pt x="29" y="167"/>
                    <a:pt x="31" y="167"/>
                    <a:pt x="33" y="169"/>
                  </a:cubicBezTo>
                  <a:cubicBezTo>
                    <a:pt x="34" y="171"/>
                    <a:pt x="37" y="167"/>
                    <a:pt x="39" y="167"/>
                  </a:cubicBezTo>
                  <a:cubicBezTo>
                    <a:pt x="40" y="169"/>
                    <a:pt x="40" y="171"/>
                    <a:pt x="42" y="171"/>
                  </a:cubicBezTo>
                  <a:cubicBezTo>
                    <a:pt x="42" y="170"/>
                    <a:pt x="43" y="168"/>
                    <a:pt x="43" y="167"/>
                  </a:cubicBezTo>
                  <a:cubicBezTo>
                    <a:pt x="44" y="167"/>
                    <a:pt x="44" y="167"/>
                    <a:pt x="45" y="167"/>
                  </a:cubicBezTo>
                  <a:cubicBezTo>
                    <a:pt x="45" y="166"/>
                    <a:pt x="46" y="165"/>
                    <a:pt x="47" y="165"/>
                  </a:cubicBezTo>
                  <a:cubicBezTo>
                    <a:pt x="47" y="167"/>
                    <a:pt x="49" y="169"/>
                    <a:pt x="50" y="169"/>
                  </a:cubicBezTo>
                  <a:cubicBezTo>
                    <a:pt x="49" y="170"/>
                    <a:pt x="49" y="172"/>
                    <a:pt x="51" y="172"/>
                  </a:cubicBezTo>
                  <a:cubicBezTo>
                    <a:pt x="53" y="173"/>
                    <a:pt x="55" y="172"/>
                    <a:pt x="57" y="172"/>
                  </a:cubicBezTo>
                  <a:cubicBezTo>
                    <a:pt x="59" y="172"/>
                    <a:pt x="61" y="174"/>
                    <a:pt x="64" y="174"/>
                  </a:cubicBezTo>
                  <a:cubicBezTo>
                    <a:pt x="66" y="174"/>
                    <a:pt x="68" y="174"/>
                    <a:pt x="71" y="174"/>
                  </a:cubicBezTo>
                  <a:cubicBezTo>
                    <a:pt x="71" y="173"/>
                    <a:pt x="71" y="173"/>
                    <a:pt x="71" y="173"/>
                  </a:cubicBezTo>
                  <a:cubicBezTo>
                    <a:pt x="75" y="173"/>
                    <a:pt x="76" y="174"/>
                    <a:pt x="78" y="176"/>
                  </a:cubicBezTo>
                  <a:cubicBezTo>
                    <a:pt x="78" y="178"/>
                    <a:pt x="80" y="178"/>
                    <a:pt x="82" y="179"/>
                  </a:cubicBezTo>
                  <a:cubicBezTo>
                    <a:pt x="84" y="179"/>
                    <a:pt x="84" y="181"/>
                    <a:pt x="84" y="183"/>
                  </a:cubicBezTo>
                  <a:cubicBezTo>
                    <a:pt x="84" y="186"/>
                    <a:pt x="86" y="188"/>
                    <a:pt x="87" y="190"/>
                  </a:cubicBezTo>
                  <a:cubicBezTo>
                    <a:pt x="89" y="193"/>
                    <a:pt x="87" y="196"/>
                    <a:pt x="87" y="199"/>
                  </a:cubicBezTo>
                  <a:cubicBezTo>
                    <a:pt x="83" y="200"/>
                    <a:pt x="85" y="203"/>
                    <a:pt x="83" y="203"/>
                  </a:cubicBezTo>
                  <a:cubicBezTo>
                    <a:pt x="82" y="205"/>
                    <a:pt x="83" y="206"/>
                    <a:pt x="82" y="208"/>
                  </a:cubicBezTo>
                  <a:cubicBezTo>
                    <a:pt x="80" y="209"/>
                    <a:pt x="80" y="213"/>
                    <a:pt x="78" y="215"/>
                  </a:cubicBezTo>
                  <a:cubicBezTo>
                    <a:pt x="77" y="217"/>
                    <a:pt x="75" y="219"/>
                    <a:pt x="75" y="221"/>
                  </a:cubicBezTo>
                  <a:cubicBezTo>
                    <a:pt x="73" y="219"/>
                    <a:pt x="73" y="223"/>
                    <a:pt x="73" y="224"/>
                  </a:cubicBezTo>
                  <a:cubicBezTo>
                    <a:pt x="72" y="224"/>
                    <a:pt x="72" y="224"/>
                    <a:pt x="72" y="224"/>
                  </a:cubicBezTo>
                  <a:cubicBezTo>
                    <a:pt x="72" y="226"/>
                    <a:pt x="75" y="228"/>
                    <a:pt x="74" y="229"/>
                  </a:cubicBezTo>
                  <a:cubicBezTo>
                    <a:pt x="73" y="231"/>
                    <a:pt x="72" y="230"/>
                    <a:pt x="70" y="230"/>
                  </a:cubicBezTo>
                  <a:cubicBezTo>
                    <a:pt x="69" y="230"/>
                    <a:pt x="68" y="231"/>
                    <a:pt x="67" y="232"/>
                  </a:cubicBezTo>
                  <a:cubicBezTo>
                    <a:pt x="64" y="233"/>
                    <a:pt x="61" y="232"/>
                    <a:pt x="58" y="232"/>
                  </a:cubicBezTo>
                  <a:cubicBezTo>
                    <a:pt x="55" y="232"/>
                    <a:pt x="56" y="236"/>
                    <a:pt x="55" y="238"/>
                  </a:cubicBezTo>
                  <a:cubicBezTo>
                    <a:pt x="54" y="238"/>
                    <a:pt x="52" y="237"/>
                    <a:pt x="51" y="238"/>
                  </a:cubicBezTo>
                  <a:cubicBezTo>
                    <a:pt x="51" y="239"/>
                    <a:pt x="51" y="241"/>
                    <a:pt x="51" y="242"/>
                  </a:cubicBezTo>
                  <a:cubicBezTo>
                    <a:pt x="51" y="244"/>
                    <a:pt x="50" y="249"/>
                    <a:pt x="54" y="249"/>
                  </a:cubicBezTo>
                  <a:cubicBezTo>
                    <a:pt x="54" y="250"/>
                    <a:pt x="55" y="251"/>
                    <a:pt x="55" y="253"/>
                  </a:cubicBezTo>
                  <a:cubicBezTo>
                    <a:pt x="52" y="252"/>
                    <a:pt x="53" y="256"/>
                    <a:pt x="50" y="255"/>
                  </a:cubicBezTo>
                  <a:cubicBezTo>
                    <a:pt x="50" y="258"/>
                    <a:pt x="50" y="260"/>
                    <a:pt x="48" y="262"/>
                  </a:cubicBezTo>
                  <a:cubicBezTo>
                    <a:pt x="47" y="263"/>
                    <a:pt x="44" y="265"/>
                    <a:pt x="42" y="265"/>
                  </a:cubicBezTo>
                  <a:cubicBezTo>
                    <a:pt x="42" y="268"/>
                    <a:pt x="51" y="280"/>
                    <a:pt x="45" y="282"/>
                  </a:cubicBezTo>
                  <a:cubicBezTo>
                    <a:pt x="44" y="284"/>
                    <a:pt x="46" y="284"/>
                    <a:pt x="48" y="285"/>
                  </a:cubicBezTo>
                  <a:cubicBezTo>
                    <a:pt x="53" y="286"/>
                    <a:pt x="50" y="291"/>
                    <a:pt x="50" y="294"/>
                  </a:cubicBezTo>
                  <a:cubicBezTo>
                    <a:pt x="51" y="294"/>
                    <a:pt x="52" y="295"/>
                    <a:pt x="54" y="295"/>
                  </a:cubicBezTo>
                  <a:cubicBezTo>
                    <a:pt x="54" y="292"/>
                    <a:pt x="54" y="290"/>
                    <a:pt x="57" y="289"/>
                  </a:cubicBezTo>
                  <a:cubicBezTo>
                    <a:pt x="57" y="292"/>
                    <a:pt x="60" y="290"/>
                    <a:pt x="62" y="292"/>
                  </a:cubicBezTo>
                  <a:cubicBezTo>
                    <a:pt x="64" y="293"/>
                    <a:pt x="62" y="298"/>
                    <a:pt x="66" y="298"/>
                  </a:cubicBezTo>
                  <a:cubicBezTo>
                    <a:pt x="66" y="298"/>
                    <a:pt x="67" y="297"/>
                    <a:pt x="66" y="297"/>
                  </a:cubicBezTo>
                  <a:cubicBezTo>
                    <a:pt x="68" y="296"/>
                    <a:pt x="71" y="296"/>
                    <a:pt x="71" y="299"/>
                  </a:cubicBezTo>
                  <a:cubicBezTo>
                    <a:pt x="74" y="298"/>
                    <a:pt x="75" y="296"/>
                    <a:pt x="78" y="295"/>
                  </a:cubicBezTo>
                  <a:cubicBezTo>
                    <a:pt x="78" y="293"/>
                    <a:pt x="79" y="291"/>
                    <a:pt x="80" y="290"/>
                  </a:cubicBezTo>
                  <a:cubicBezTo>
                    <a:pt x="79" y="289"/>
                    <a:pt x="78" y="287"/>
                    <a:pt x="76" y="286"/>
                  </a:cubicBezTo>
                  <a:cubicBezTo>
                    <a:pt x="76" y="285"/>
                    <a:pt x="77" y="284"/>
                    <a:pt x="78" y="284"/>
                  </a:cubicBezTo>
                  <a:cubicBezTo>
                    <a:pt x="78" y="283"/>
                    <a:pt x="78" y="282"/>
                    <a:pt x="78" y="281"/>
                  </a:cubicBezTo>
                  <a:cubicBezTo>
                    <a:pt x="78" y="280"/>
                    <a:pt x="76" y="280"/>
                    <a:pt x="76" y="278"/>
                  </a:cubicBezTo>
                  <a:cubicBezTo>
                    <a:pt x="74" y="278"/>
                    <a:pt x="72" y="280"/>
                    <a:pt x="69" y="279"/>
                  </a:cubicBezTo>
                  <a:cubicBezTo>
                    <a:pt x="69" y="275"/>
                    <a:pt x="71" y="271"/>
                    <a:pt x="71" y="268"/>
                  </a:cubicBezTo>
                  <a:cubicBezTo>
                    <a:pt x="70" y="265"/>
                    <a:pt x="67" y="267"/>
                    <a:pt x="66" y="265"/>
                  </a:cubicBezTo>
                  <a:cubicBezTo>
                    <a:pt x="65" y="263"/>
                    <a:pt x="68" y="254"/>
                    <a:pt x="63" y="254"/>
                  </a:cubicBezTo>
                  <a:cubicBezTo>
                    <a:pt x="62" y="252"/>
                    <a:pt x="64" y="248"/>
                    <a:pt x="61" y="246"/>
                  </a:cubicBezTo>
                  <a:cubicBezTo>
                    <a:pt x="60" y="246"/>
                    <a:pt x="56" y="246"/>
                    <a:pt x="57" y="244"/>
                  </a:cubicBezTo>
                  <a:cubicBezTo>
                    <a:pt x="59" y="244"/>
                    <a:pt x="60" y="242"/>
                    <a:pt x="62" y="240"/>
                  </a:cubicBezTo>
                  <a:cubicBezTo>
                    <a:pt x="65" y="239"/>
                    <a:pt x="67" y="239"/>
                    <a:pt x="67" y="243"/>
                  </a:cubicBezTo>
                  <a:cubicBezTo>
                    <a:pt x="70" y="243"/>
                    <a:pt x="71" y="243"/>
                    <a:pt x="71" y="240"/>
                  </a:cubicBezTo>
                  <a:cubicBezTo>
                    <a:pt x="72" y="240"/>
                    <a:pt x="73" y="240"/>
                    <a:pt x="73" y="240"/>
                  </a:cubicBezTo>
                  <a:cubicBezTo>
                    <a:pt x="73" y="239"/>
                    <a:pt x="73" y="238"/>
                    <a:pt x="73" y="237"/>
                  </a:cubicBezTo>
                  <a:cubicBezTo>
                    <a:pt x="76" y="237"/>
                    <a:pt x="77" y="234"/>
                    <a:pt x="79" y="234"/>
                  </a:cubicBezTo>
                  <a:cubicBezTo>
                    <a:pt x="80" y="235"/>
                    <a:pt x="79" y="236"/>
                    <a:pt x="78" y="237"/>
                  </a:cubicBezTo>
                  <a:cubicBezTo>
                    <a:pt x="77" y="239"/>
                    <a:pt x="80" y="241"/>
                    <a:pt x="80" y="243"/>
                  </a:cubicBezTo>
                  <a:cubicBezTo>
                    <a:pt x="77" y="243"/>
                    <a:pt x="74" y="243"/>
                    <a:pt x="74" y="247"/>
                  </a:cubicBezTo>
                  <a:cubicBezTo>
                    <a:pt x="75" y="247"/>
                    <a:pt x="76" y="248"/>
                    <a:pt x="76" y="248"/>
                  </a:cubicBezTo>
                  <a:cubicBezTo>
                    <a:pt x="76" y="247"/>
                    <a:pt x="77" y="246"/>
                    <a:pt x="77" y="245"/>
                  </a:cubicBezTo>
                  <a:cubicBezTo>
                    <a:pt x="77" y="245"/>
                    <a:pt x="78" y="245"/>
                    <a:pt x="79" y="245"/>
                  </a:cubicBezTo>
                  <a:cubicBezTo>
                    <a:pt x="79" y="247"/>
                    <a:pt x="79" y="249"/>
                    <a:pt x="77" y="250"/>
                  </a:cubicBezTo>
                  <a:cubicBezTo>
                    <a:pt x="77" y="250"/>
                    <a:pt x="77" y="251"/>
                    <a:pt x="77" y="252"/>
                  </a:cubicBezTo>
                  <a:cubicBezTo>
                    <a:pt x="78" y="252"/>
                    <a:pt x="79" y="251"/>
                    <a:pt x="79" y="250"/>
                  </a:cubicBezTo>
                  <a:cubicBezTo>
                    <a:pt x="80" y="250"/>
                    <a:pt x="82" y="249"/>
                    <a:pt x="83" y="249"/>
                  </a:cubicBezTo>
                  <a:cubicBezTo>
                    <a:pt x="84" y="250"/>
                    <a:pt x="82" y="252"/>
                    <a:pt x="85" y="253"/>
                  </a:cubicBezTo>
                  <a:cubicBezTo>
                    <a:pt x="84" y="253"/>
                    <a:pt x="85" y="254"/>
                    <a:pt x="85" y="254"/>
                  </a:cubicBezTo>
                  <a:cubicBezTo>
                    <a:pt x="86" y="254"/>
                    <a:pt x="87" y="253"/>
                    <a:pt x="89" y="253"/>
                  </a:cubicBezTo>
                  <a:cubicBezTo>
                    <a:pt x="91" y="254"/>
                    <a:pt x="92" y="255"/>
                    <a:pt x="95" y="254"/>
                  </a:cubicBezTo>
                  <a:cubicBezTo>
                    <a:pt x="95" y="254"/>
                    <a:pt x="95" y="253"/>
                    <a:pt x="95" y="252"/>
                  </a:cubicBezTo>
                  <a:cubicBezTo>
                    <a:pt x="97" y="252"/>
                    <a:pt x="94" y="246"/>
                    <a:pt x="94" y="245"/>
                  </a:cubicBezTo>
                  <a:cubicBezTo>
                    <a:pt x="96" y="245"/>
                    <a:pt x="97" y="247"/>
                    <a:pt x="99" y="246"/>
                  </a:cubicBezTo>
                  <a:cubicBezTo>
                    <a:pt x="98" y="250"/>
                    <a:pt x="101" y="249"/>
                    <a:pt x="103" y="249"/>
                  </a:cubicBezTo>
                  <a:cubicBezTo>
                    <a:pt x="104" y="251"/>
                    <a:pt x="93" y="259"/>
                    <a:pt x="100" y="260"/>
                  </a:cubicBezTo>
                  <a:cubicBezTo>
                    <a:pt x="101" y="258"/>
                    <a:pt x="99" y="257"/>
                    <a:pt x="101" y="256"/>
                  </a:cubicBezTo>
                  <a:cubicBezTo>
                    <a:pt x="102" y="255"/>
                    <a:pt x="104" y="256"/>
                    <a:pt x="106" y="256"/>
                  </a:cubicBezTo>
                  <a:cubicBezTo>
                    <a:pt x="106" y="252"/>
                    <a:pt x="109" y="253"/>
                    <a:pt x="109" y="256"/>
                  </a:cubicBezTo>
                  <a:cubicBezTo>
                    <a:pt x="113" y="256"/>
                    <a:pt x="117" y="256"/>
                    <a:pt x="121" y="256"/>
                  </a:cubicBezTo>
                  <a:cubicBezTo>
                    <a:pt x="121" y="255"/>
                    <a:pt x="120" y="248"/>
                    <a:pt x="123" y="250"/>
                  </a:cubicBezTo>
                  <a:cubicBezTo>
                    <a:pt x="125" y="251"/>
                    <a:pt x="131" y="248"/>
                    <a:pt x="129" y="245"/>
                  </a:cubicBezTo>
                  <a:cubicBezTo>
                    <a:pt x="131" y="245"/>
                    <a:pt x="133" y="245"/>
                    <a:pt x="134" y="246"/>
                  </a:cubicBezTo>
                  <a:cubicBezTo>
                    <a:pt x="134" y="244"/>
                    <a:pt x="139" y="243"/>
                    <a:pt x="140" y="243"/>
                  </a:cubicBezTo>
                  <a:cubicBezTo>
                    <a:pt x="140" y="245"/>
                    <a:pt x="140" y="247"/>
                    <a:pt x="142" y="248"/>
                  </a:cubicBezTo>
                  <a:cubicBezTo>
                    <a:pt x="143" y="249"/>
                    <a:pt x="145" y="251"/>
                    <a:pt x="147" y="252"/>
                  </a:cubicBezTo>
                  <a:cubicBezTo>
                    <a:pt x="147" y="256"/>
                    <a:pt x="142" y="255"/>
                    <a:pt x="143" y="258"/>
                  </a:cubicBezTo>
                  <a:cubicBezTo>
                    <a:pt x="144" y="259"/>
                    <a:pt x="144" y="259"/>
                    <a:pt x="144" y="259"/>
                  </a:cubicBezTo>
                  <a:cubicBezTo>
                    <a:pt x="143" y="260"/>
                    <a:pt x="143" y="260"/>
                    <a:pt x="143" y="260"/>
                  </a:cubicBezTo>
                  <a:cubicBezTo>
                    <a:pt x="142" y="260"/>
                    <a:pt x="142" y="260"/>
                    <a:pt x="142" y="261"/>
                  </a:cubicBezTo>
                  <a:cubicBezTo>
                    <a:pt x="141" y="261"/>
                    <a:pt x="140" y="262"/>
                    <a:pt x="140" y="263"/>
                  </a:cubicBezTo>
                  <a:cubicBezTo>
                    <a:pt x="141" y="263"/>
                    <a:pt x="142" y="263"/>
                    <a:pt x="143" y="262"/>
                  </a:cubicBezTo>
                  <a:cubicBezTo>
                    <a:pt x="143" y="261"/>
                    <a:pt x="145" y="259"/>
                    <a:pt x="147" y="260"/>
                  </a:cubicBezTo>
                  <a:cubicBezTo>
                    <a:pt x="148" y="261"/>
                    <a:pt x="148" y="263"/>
                    <a:pt x="148" y="264"/>
                  </a:cubicBezTo>
                  <a:cubicBezTo>
                    <a:pt x="151" y="265"/>
                    <a:pt x="150" y="260"/>
                    <a:pt x="150" y="259"/>
                  </a:cubicBezTo>
                  <a:cubicBezTo>
                    <a:pt x="151" y="258"/>
                    <a:pt x="152" y="258"/>
                    <a:pt x="153" y="259"/>
                  </a:cubicBezTo>
                  <a:cubicBezTo>
                    <a:pt x="153" y="258"/>
                    <a:pt x="154" y="258"/>
                    <a:pt x="154" y="257"/>
                  </a:cubicBezTo>
                  <a:cubicBezTo>
                    <a:pt x="156" y="257"/>
                    <a:pt x="155" y="258"/>
                    <a:pt x="156" y="259"/>
                  </a:cubicBezTo>
                  <a:cubicBezTo>
                    <a:pt x="157" y="261"/>
                    <a:pt x="160" y="260"/>
                    <a:pt x="161" y="260"/>
                  </a:cubicBezTo>
                  <a:cubicBezTo>
                    <a:pt x="161" y="259"/>
                    <a:pt x="161" y="259"/>
                    <a:pt x="161" y="259"/>
                  </a:cubicBezTo>
                  <a:cubicBezTo>
                    <a:pt x="160" y="259"/>
                    <a:pt x="160" y="258"/>
                    <a:pt x="160" y="257"/>
                  </a:cubicBezTo>
                  <a:cubicBezTo>
                    <a:pt x="161" y="257"/>
                    <a:pt x="163" y="257"/>
                    <a:pt x="164" y="257"/>
                  </a:cubicBezTo>
                  <a:cubicBezTo>
                    <a:pt x="164" y="258"/>
                    <a:pt x="164" y="259"/>
                    <a:pt x="164" y="259"/>
                  </a:cubicBezTo>
                  <a:cubicBezTo>
                    <a:pt x="165" y="258"/>
                    <a:pt x="165" y="257"/>
                    <a:pt x="165" y="257"/>
                  </a:cubicBezTo>
                  <a:cubicBezTo>
                    <a:pt x="166" y="257"/>
                    <a:pt x="167" y="257"/>
                    <a:pt x="168" y="257"/>
                  </a:cubicBezTo>
                  <a:cubicBezTo>
                    <a:pt x="168" y="257"/>
                    <a:pt x="168" y="258"/>
                    <a:pt x="167" y="258"/>
                  </a:cubicBezTo>
                  <a:cubicBezTo>
                    <a:pt x="166" y="259"/>
                    <a:pt x="166" y="260"/>
                    <a:pt x="166" y="262"/>
                  </a:cubicBezTo>
                  <a:cubicBezTo>
                    <a:pt x="166" y="264"/>
                    <a:pt x="165" y="266"/>
                    <a:pt x="164" y="268"/>
                  </a:cubicBezTo>
                  <a:cubicBezTo>
                    <a:pt x="167" y="269"/>
                    <a:pt x="168" y="266"/>
                    <a:pt x="170" y="266"/>
                  </a:cubicBezTo>
                  <a:cubicBezTo>
                    <a:pt x="170" y="268"/>
                    <a:pt x="180" y="267"/>
                    <a:pt x="182" y="267"/>
                  </a:cubicBezTo>
                  <a:cubicBezTo>
                    <a:pt x="180" y="263"/>
                    <a:pt x="186" y="261"/>
                    <a:pt x="184" y="258"/>
                  </a:cubicBezTo>
                  <a:cubicBezTo>
                    <a:pt x="184" y="257"/>
                    <a:pt x="185" y="257"/>
                    <a:pt x="186" y="257"/>
                  </a:cubicBezTo>
                  <a:cubicBezTo>
                    <a:pt x="186" y="258"/>
                    <a:pt x="186" y="259"/>
                    <a:pt x="187" y="259"/>
                  </a:cubicBezTo>
                  <a:cubicBezTo>
                    <a:pt x="187" y="258"/>
                    <a:pt x="189" y="256"/>
                    <a:pt x="191" y="257"/>
                  </a:cubicBezTo>
                  <a:cubicBezTo>
                    <a:pt x="191" y="257"/>
                    <a:pt x="191" y="258"/>
                    <a:pt x="191" y="258"/>
                  </a:cubicBezTo>
                  <a:cubicBezTo>
                    <a:pt x="192" y="259"/>
                    <a:pt x="193" y="260"/>
                    <a:pt x="195" y="260"/>
                  </a:cubicBezTo>
                  <a:cubicBezTo>
                    <a:pt x="194" y="258"/>
                    <a:pt x="196" y="257"/>
                    <a:pt x="196" y="255"/>
                  </a:cubicBezTo>
                  <a:cubicBezTo>
                    <a:pt x="197" y="255"/>
                    <a:pt x="199" y="254"/>
                    <a:pt x="201" y="255"/>
                  </a:cubicBezTo>
                  <a:cubicBezTo>
                    <a:pt x="203" y="257"/>
                    <a:pt x="200" y="260"/>
                    <a:pt x="201" y="262"/>
                  </a:cubicBezTo>
                  <a:cubicBezTo>
                    <a:pt x="202" y="262"/>
                    <a:pt x="206" y="261"/>
                    <a:pt x="206" y="263"/>
                  </a:cubicBezTo>
                  <a:cubicBezTo>
                    <a:pt x="207" y="267"/>
                    <a:pt x="212" y="265"/>
                    <a:pt x="215" y="266"/>
                  </a:cubicBezTo>
                  <a:cubicBezTo>
                    <a:pt x="215" y="268"/>
                    <a:pt x="214" y="271"/>
                    <a:pt x="215" y="273"/>
                  </a:cubicBezTo>
                  <a:cubicBezTo>
                    <a:pt x="217" y="275"/>
                    <a:pt x="221" y="273"/>
                    <a:pt x="224" y="274"/>
                  </a:cubicBezTo>
                  <a:cubicBezTo>
                    <a:pt x="224" y="274"/>
                    <a:pt x="224" y="275"/>
                    <a:pt x="224" y="276"/>
                  </a:cubicBezTo>
                  <a:cubicBezTo>
                    <a:pt x="225" y="276"/>
                    <a:pt x="227" y="276"/>
                    <a:pt x="229" y="276"/>
                  </a:cubicBezTo>
                  <a:cubicBezTo>
                    <a:pt x="229" y="278"/>
                    <a:pt x="229" y="280"/>
                    <a:pt x="229" y="281"/>
                  </a:cubicBezTo>
                  <a:cubicBezTo>
                    <a:pt x="230" y="281"/>
                    <a:pt x="231" y="281"/>
                    <a:pt x="232" y="281"/>
                  </a:cubicBezTo>
                  <a:cubicBezTo>
                    <a:pt x="232" y="282"/>
                    <a:pt x="232" y="283"/>
                    <a:pt x="232" y="284"/>
                  </a:cubicBezTo>
                  <a:cubicBezTo>
                    <a:pt x="234" y="284"/>
                    <a:pt x="234" y="286"/>
                    <a:pt x="236" y="286"/>
                  </a:cubicBezTo>
                  <a:cubicBezTo>
                    <a:pt x="236" y="284"/>
                    <a:pt x="235" y="283"/>
                    <a:pt x="236" y="282"/>
                  </a:cubicBezTo>
                  <a:cubicBezTo>
                    <a:pt x="239" y="282"/>
                    <a:pt x="246" y="283"/>
                    <a:pt x="248" y="281"/>
                  </a:cubicBezTo>
                  <a:cubicBezTo>
                    <a:pt x="249" y="280"/>
                    <a:pt x="251" y="281"/>
                    <a:pt x="252" y="282"/>
                  </a:cubicBezTo>
                  <a:cubicBezTo>
                    <a:pt x="252" y="282"/>
                    <a:pt x="252" y="283"/>
                    <a:pt x="252" y="284"/>
                  </a:cubicBezTo>
                  <a:cubicBezTo>
                    <a:pt x="253" y="285"/>
                    <a:pt x="254" y="284"/>
                    <a:pt x="255" y="285"/>
                  </a:cubicBezTo>
                  <a:cubicBezTo>
                    <a:pt x="258" y="288"/>
                    <a:pt x="253" y="290"/>
                    <a:pt x="251" y="288"/>
                  </a:cubicBezTo>
                  <a:cubicBezTo>
                    <a:pt x="250" y="290"/>
                    <a:pt x="250" y="291"/>
                    <a:pt x="250" y="292"/>
                  </a:cubicBezTo>
                  <a:cubicBezTo>
                    <a:pt x="251" y="292"/>
                    <a:pt x="251" y="292"/>
                    <a:pt x="252" y="292"/>
                  </a:cubicBezTo>
                  <a:cubicBezTo>
                    <a:pt x="252" y="294"/>
                    <a:pt x="252" y="295"/>
                    <a:pt x="252" y="296"/>
                  </a:cubicBezTo>
                  <a:cubicBezTo>
                    <a:pt x="255" y="296"/>
                    <a:pt x="255" y="298"/>
                    <a:pt x="254" y="300"/>
                  </a:cubicBezTo>
                  <a:cubicBezTo>
                    <a:pt x="280" y="309"/>
                    <a:pt x="280" y="309"/>
                    <a:pt x="280" y="309"/>
                  </a:cubicBezTo>
                  <a:cubicBezTo>
                    <a:pt x="280" y="309"/>
                    <a:pt x="280" y="309"/>
                    <a:pt x="280" y="309"/>
                  </a:cubicBezTo>
                  <a:cubicBezTo>
                    <a:pt x="279" y="308"/>
                    <a:pt x="278" y="307"/>
                    <a:pt x="280" y="306"/>
                  </a:cubicBezTo>
                  <a:cubicBezTo>
                    <a:pt x="281" y="305"/>
                    <a:pt x="284" y="304"/>
                    <a:pt x="282" y="302"/>
                  </a:cubicBezTo>
                  <a:cubicBezTo>
                    <a:pt x="280" y="300"/>
                    <a:pt x="281" y="298"/>
                    <a:pt x="283" y="297"/>
                  </a:cubicBezTo>
                  <a:cubicBezTo>
                    <a:pt x="284" y="295"/>
                    <a:pt x="282" y="295"/>
                    <a:pt x="282" y="294"/>
                  </a:cubicBezTo>
                  <a:cubicBezTo>
                    <a:pt x="282" y="293"/>
                    <a:pt x="282" y="291"/>
                    <a:pt x="282" y="290"/>
                  </a:cubicBezTo>
                  <a:cubicBezTo>
                    <a:pt x="285" y="290"/>
                    <a:pt x="288" y="289"/>
                    <a:pt x="288" y="285"/>
                  </a:cubicBezTo>
                  <a:cubicBezTo>
                    <a:pt x="288" y="282"/>
                    <a:pt x="286" y="280"/>
                    <a:pt x="283" y="278"/>
                  </a:cubicBezTo>
                  <a:cubicBezTo>
                    <a:pt x="280" y="276"/>
                    <a:pt x="281" y="272"/>
                    <a:pt x="280" y="269"/>
                  </a:cubicBezTo>
                  <a:cubicBezTo>
                    <a:pt x="278" y="266"/>
                    <a:pt x="278" y="263"/>
                    <a:pt x="280" y="259"/>
                  </a:cubicBezTo>
                  <a:cubicBezTo>
                    <a:pt x="281" y="257"/>
                    <a:pt x="282" y="254"/>
                    <a:pt x="285" y="253"/>
                  </a:cubicBezTo>
                  <a:cubicBezTo>
                    <a:pt x="289" y="253"/>
                    <a:pt x="290" y="251"/>
                    <a:pt x="294" y="249"/>
                  </a:cubicBezTo>
                  <a:cubicBezTo>
                    <a:pt x="296" y="248"/>
                    <a:pt x="300" y="248"/>
                    <a:pt x="301" y="245"/>
                  </a:cubicBezTo>
                  <a:cubicBezTo>
                    <a:pt x="303" y="243"/>
                    <a:pt x="304" y="239"/>
                    <a:pt x="307" y="239"/>
                  </a:cubicBezTo>
                  <a:cubicBezTo>
                    <a:pt x="308" y="238"/>
                    <a:pt x="310" y="238"/>
                    <a:pt x="311" y="237"/>
                  </a:cubicBezTo>
                  <a:cubicBezTo>
                    <a:pt x="313" y="236"/>
                    <a:pt x="313" y="235"/>
                    <a:pt x="313" y="233"/>
                  </a:cubicBezTo>
                  <a:cubicBezTo>
                    <a:pt x="314" y="230"/>
                    <a:pt x="319" y="231"/>
                    <a:pt x="319" y="234"/>
                  </a:cubicBezTo>
                  <a:cubicBezTo>
                    <a:pt x="321" y="235"/>
                    <a:pt x="322" y="233"/>
                    <a:pt x="323" y="232"/>
                  </a:cubicBezTo>
                  <a:cubicBezTo>
                    <a:pt x="326" y="230"/>
                    <a:pt x="329" y="233"/>
                    <a:pt x="332" y="233"/>
                  </a:cubicBezTo>
                  <a:cubicBezTo>
                    <a:pt x="338" y="234"/>
                    <a:pt x="338" y="228"/>
                    <a:pt x="333" y="226"/>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0" name="Freeform 446">
              <a:extLst>
                <a:ext uri="{FF2B5EF4-FFF2-40B4-BE49-F238E27FC236}">
                  <a16:creationId xmlns:a16="http://schemas.microsoft.com/office/drawing/2014/main" id="{4A5B64C8-34F4-4364-B2CA-C993D1E1817D}"/>
                </a:ext>
              </a:extLst>
            </p:cNvPr>
            <p:cNvSpPr>
              <a:spLocks/>
            </p:cNvSpPr>
            <p:nvPr/>
          </p:nvSpPr>
          <p:spPr bwMode="auto">
            <a:xfrm>
              <a:off x="3700463" y="2601913"/>
              <a:ext cx="66675" cy="71438"/>
            </a:xfrm>
            <a:custGeom>
              <a:avLst/>
              <a:gdLst>
                <a:gd name="T0" fmla="*/ 10 w 19"/>
                <a:gd name="T1" fmla="*/ 1 h 20"/>
                <a:gd name="T2" fmla="*/ 11 w 19"/>
                <a:gd name="T3" fmla="*/ 2 h 20"/>
                <a:gd name="T4" fmla="*/ 13 w 19"/>
                <a:gd name="T5" fmla="*/ 1 h 20"/>
                <a:gd name="T6" fmla="*/ 14 w 19"/>
                <a:gd name="T7" fmla="*/ 2 h 20"/>
                <a:gd name="T8" fmla="*/ 13 w 19"/>
                <a:gd name="T9" fmla="*/ 3 h 20"/>
                <a:gd name="T10" fmla="*/ 13 w 19"/>
                <a:gd name="T11" fmla="*/ 4 h 20"/>
                <a:gd name="T12" fmla="*/ 14 w 19"/>
                <a:gd name="T13" fmla="*/ 4 h 20"/>
                <a:gd name="T14" fmla="*/ 14 w 19"/>
                <a:gd name="T15" fmla="*/ 5 h 20"/>
                <a:gd name="T16" fmla="*/ 14 w 19"/>
                <a:gd name="T17" fmla="*/ 5 h 20"/>
                <a:gd name="T18" fmla="*/ 15 w 19"/>
                <a:gd name="T19" fmla="*/ 6 h 20"/>
                <a:gd name="T20" fmla="*/ 15 w 19"/>
                <a:gd name="T21" fmla="*/ 6 h 20"/>
                <a:gd name="T22" fmla="*/ 16 w 19"/>
                <a:gd name="T23" fmla="*/ 7 h 20"/>
                <a:gd name="T24" fmla="*/ 17 w 19"/>
                <a:gd name="T25" fmla="*/ 7 h 20"/>
                <a:gd name="T26" fmla="*/ 17 w 19"/>
                <a:gd name="T27" fmla="*/ 9 h 20"/>
                <a:gd name="T28" fmla="*/ 17 w 19"/>
                <a:gd name="T29" fmla="*/ 10 h 20"/>
                <a:gd name="T30" fmla="*/ 17 w 19"/>
                <a:gd name="T31" fmla="*/ 12 h 20"/>
                <a:gd name="T32" fmla="*/ 17 w 19"/>
                <a:gd name="T33" fmla="*/ 14 h 20"/>
                <a:gd name="T34" fmla="*/ 17 w 19"/>
                <a:gd name="T35" fmla="*/ 16 h 20"/>
                <a:gd name="T36" fmla="*/ 16 w 19"/>
                <a:gd name="T37" fmla="*/ 16 h 20"/>
                <a:gd name="T38" fmla="*/ 14 w 19"/>
                <a:gd name="T39" fmla="*/ 16 h 20"/>
                <a:gd name="T40" fmla="*/ 14 w 19"/>
                <a:gd name="T41" fmla="*/ 18 h 20"/>
                <a:gd name="T42" fmla="*/ 11 w 19"/>
                <a:gd name="T43" fmla="*/ 19 h 20"/>
                <a:gd name="T44" fmla="*/ 11 w 19"/>
                <a:gd name="T45" fmla="*/ 19 h 20"/>
                <a:gd name="T46" fmla="*/ 11 w 19"/>
                <a:gd name="T47" fmla="*/ 18 h 20"/>
                <a:gd name="T48" fmla="*/ 10 w 19"/>
                <a:gd name="T49" fmla="*/ 17 h 20"/>
                <a:gd name="T50" fmla="*/ 10 w 19"/>
                <a:gd name="T51" fmla="*/ 16 h 20"/>
                <a:gd name="T52" fmla="*/ 10 w 19"/>
                <a:gd name="T53" fmla="*/ 16 h 20"/>
                <a:gd name="T54" fmla="*/ 9 w 19"/>
                <a:gd name="T55" fmla="*/ 15 h 20"/>
                <a:gd name="T56" fmla="*/ 9 w 19"/>
                <a:gd name="T57" fmla="*/ 15 h 20"/>
                <a:gd name="T58" fmla="*/ 8 w 19"/>
                <a:gd name="T59" fmla="*/ 15 h 20"/>
                <a:gd name="T60" fmla="*/ 7 w 19"/>
                <a:gd name="T61" fmla="*/ 14 h 20"/>
                <a:gd name="T62" fmla="*/ 6 w 19"/>
                <a:gd name="T63" fmla="*/ 14 h 20"/>
                <a:gd name="T64" fmla="*/ 6 w 19"/>
                <a:gd name="T65" fmla="*/ 15 h 20"/>
                <a:gd name="T66" fmla="*/ 5 w 19"/>
                <a:gd name="T67" fmla="*/ 15 h 20"/>
                <a:gd name="T68" fmla="*/ 3 w 19"/>
                <a:gd name="T69" fmla="*/ 15 h 20"/>
                <a:gd name="T70" fmla="*/ 2 w 19"/>
                <a:gd name="T71" fmla="*/ 15 h 20"/>
                <a:gd name="T72" fmla="*/ 2 w 19"/>
                <a:gd name="T73" fmla="*/ 14 h 20"/>
                <a:gd name="T74" fmla="*/ 1 w 19"/>
                <a:gd name="T75" fmla="*/ 13 h 20"/>
                <a:gd name="T76" fmla="*/ 0 w 19"/>
                <a:gd name="T77" fmla="*/ 12 h 20"/>
                <a:gd name="T78" fmla="*/ 1 w 19"/>
                <a:gd name="T79" fmla="*/ 11 h 20"/>
                <a:gd name="T80" fmla="*/ 2 w 19"/>
                <a:gd name="T81" fmla="*/ 10 h 20"/>
                <a:gd name="T82" fmla="*/ 3 w 19"/>
                <a:gd name="T83" fmla="*/ 10 h 20"/>
                <a:gd name="T84" fmla="*/ 3 w 19"/>
                <a:gd name="T85" fmla="*/ 9 h 20"/>
                <a:gd name="T86" fmla="*/ 4 w 19"/>
                <a:gd name="T87" fmla="*/ 8 h 20"/>
                <a:gd name="T88" fmla="*/ 4 w 19"/>
                <a:gd name="T89" fmla="*/ 8 h 20"/>
                <a:gd name="T90" fmla="*/ 4 w 19"/>
                <a:gd name="T91" fmla="*/ 7 h 20"/>
                <a:gd name="T92" fmla="*/ 4 w 19"/>
                <a:gd name="T93" fmla="*/ 5 h 20"/>
                <a:gd name="T94" fmla="*/ 4 w 19"/>
                <a:gd name="T95" fmla="*/ 3 h 20"/>
                <a:gd name="T96" fmla="*/ 5 w 19"/>
                <a:gd name="T97" fmla="*/ 2 h 20"/>
                <a:gd name="T98" fmla="*/ 7 w 19"/>
                <a:gd name="T99" fmla="*/ 2 h 20"/>
                <a:gd name="T100" fmla="*/ 8 w 19"/>
                <a:gd name="T101" fmla="*/ 1 h 20"/>
                <a:gd name="T102" fmla="*/ 10 w 19"/>
                <a:gd name="T103"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 h="20">
                  <a:moveTo>
                    <a:pt x="10" y="1"/>
                  </a:moveTo>
                  <a:cubicBezTo>
                    <a:pt x="11" y="2"/>
                    <a:pt x="11" y="2"/>
                    <a:pt x="11" y="2"/>
                  </a:cubicBezTo>
                  <a:cubicBezTo>
                    <a:pt x="12" y="2"/>
                    <a:pt x="12" y="1"/>
                    <a:pt x="13" y="1"/>
                  </a:cubicBezTo>
                  <a:cubicBezTo>
                    <a:pt x="14" y="2"/>
                    <a:pt x="14" y="2"/>
                    <a:pt x="14" y="2"/>
                  </a:cubicBezTo>
                  <a:cubicBezTo>
                    <a:pt x="14" y="4"/>
                    <a:pt x="13" y="3"/>
                    <a:pt x="13" y="3"/>
                  </a:cubicBezTo>
                  <a:cubicBezTo>
                    <a:pt x="13" y="4"/>
                    <a:pt x="13" y="4"/>
                    <a:pt x="13" y="4"/>
                  </a:cubicBezTo>
                  <a:cubicBezTo>
                    <a:pt x="14" y="4"/>
                    <a:pt x="14" y="4"/>
                    <a:pt x="14" y="4"/>
                  </a:cubicBezTo>
                  <a:cubicBezTo>
                    <a:pt x="14" y="5"/>
                    <a:pt x="14" y="5"/>
                    <a:pt x="14" y="5"/>
                  </a:cubicBezTo>
                  <a:cubicBezTo>
                    <a:pt x="14" y="5"/>
                    <a:pt x="14" y="5"/>
                    <a:pt x="14" y="5"/>
                  </a:cubicBezTo>
                  <a:cubicBezTo>
                    <a:pt x="15" y="6"/>
                    <a:pt x="15" y="6"/>
                    <a:pt x="15" y="6"/>
                  </a:cubicBezTo>
                  <a:cubicBezTo>
                    <a:pt x="15" y="6"/>
                    <a:pt x="15" y="6"/>
                    <a:pt x="15" y="6"/>
                  </a:cubicBezTo>
                  <a:cubicBezTo>
                    <a:pt x="15" y="7"/>
                    <a:pt x="16" y="7"/>
                    <a:pt x="16" y="7"/>
                  </a:cubicBezTo>
                  <a:cubicBezTo>
                    <a:pt x="16" y="8"/>
                    <a:pt x="17" y="7"/>
                    <a:pt x="17" y="7"/>
                  </a:cubicBezTo>
                  <a:cubicBezTo>
                    <a:pt x="17" y="9"/>
                    <a:pt x="17" y="9"/>
                    <a:pt x="17" y="9"/>
                  </a:cubicBezTo>
                  <a:cubicBezTo>
                    <a:pt x="17" y="9"/>
                    <a:pt x="17" y="10"/>
                    <a:pt x="17" y="10"/>
                  </a:cubicBezTo>
                  <a:cubicBezTo>
                    <a:pt x="17" y="11"/>
                    <a:pt x="19" y="11"/>
                    <a:pt x="17" y="12"/>
                  </a:cubicBezTo>
                  <a:cubicBezTo>
                    <a:pt x="16" y="12"/>
                    <a:pt x="16" y="13"/>
                    <a:pt x="17" y="14"/>
                  </a:cubicBezTo>
                  <a:cubicBezTo>
                    <a:pt x="18" y="15"/>
                    <a:pt x="18" y="16"/>
                    <a:pt x="17" y="16"/>
                  </a:cubicBezTo>
                  <a:cubicBezTo>
                    <a:pt x="16" y="16"/>
                    <a:pt x="16" y="16"/>
                    <a:pt x="16" y="16"/>
                  </a:cubicBezTo>
                  <a:cubicBezTo>
                    <a:pt x="16" y="16"/>
                    <a:pt x="15" y="16"/>
                    <a:pt x="14" y="16"/>
                  </a:cubicBezTo>
                  <a:cubicBezTo>
                    <a:pt x="13" y="17"/>
                    <a:pt x="15" y="17"/>
                    <a:pt x="14" y="18"/>
                  </a:cubicBezTo>
                  <a:cubicBezTo>
                    <a:pt x="14" y="19"/>
                    <a:pt x="12" y="20"/>
                    <a:pt x="11" y="19"/>
                  </a:cubicBezTo>
                  <a:cubicBezTo>
                    <a:pt x="11" y="19"/>
                    <a:pt x="11" y="19"/>
                    <a:pt x="11" y="19"/>
                  </a:cubicBezTo>
                  <a:cubicBezTo>
                    <a:pt x="11" y="18"/>
                    <a:pt x="11" y="18"/>
                    <a:pt x="11" y="18"/>
                  </a:cubicBezTo>
                  <a:cubicBezTo>
                    <a:pt x="11" y="18"/>
                    <a:pt x="10" y="18"/>
                    <a:pt x="10" y="17"/>
                  </a:cubicBezTo>
                  <a:cubicBezTo>
                    <a:pt x="10" y="17"/>
                    <a:pt x="10" y="17"/>
                    <a:pt x="10" y="16"/>
                  </a:cubicBezTo>
                  <a:cubicBezTo>
                    <a:pt x="10" y="16"/>
                    <a:pt x="10" y="16"/>
                    <a:pt x="10" y="16"/>
                  </a:cubicBezTo>
                  <a:cubicBezTo>
                    <a:pt x="9" y="15"/>
                    <a:pt x="9" y="15"/>
                    <a:pt x="9" y="15"/>
                  </a:cubicBezTo>
                  <a:cubicBezTo>
                    <a:pt x="9" y="15"/>
                    <a:pt x="9" y="15"/>
                    <a:pt x="9" y="15"/>
                  </a:cubicBezTo>
                  <a:cubicBezTo>
                    <a:pt x="8" y="15"/>
                    <a:pt x="8" y="15"/>
                    <a:pt x="8" y="15"/>
                  </a:cubicBezTo>
                  <a:cubicBezTo>
                    <a:pt x="7" y="15"/>
                    <a:pt x="7" y="14"/>
                    <a:pt x="7" y="14"/>
                  </a:cubicBezTo>
                  <a:cubicBezTo>
                    <a:pt x="6" y="14"/>
                    <a:pt x="5" y="14"/>
                    <a:pt x="6" y="14"/>
                  </a:cubicBezTo>
                  <a:cubicBezTo>
                    <a:pt x="7" y="14"/>
                    <a:pt x="6" y="15"/>
                    <a:pt x="6" y="15"/>
                  </a:cubicBezTo>
                  <a:cubicBezTo>
                    <a:pt x="5" y="15"/>
                    <a:pt x="5" y="15"/>
                    <a:pt x="5" y="15"/>
                  </a:cubicBezTo>
                  <a:cubicBezTo>
                    <a:pt x="4" y="15"/>
                    <a:pt x="4" y="15"/>
                    <a:pt x="3" y="15"/>
                  </a:cubicBezTo>
                  <a:cubicBezTo>
                    <a:pt x="3" y="15"/>
                    <a:pt x="2" y="15"/>
                    <a:pt x="2" y="15"/>
                  </a:cubicBezTo>
                  <a:cubicBezTo>
                    <a:pt x="1" y="16"/>
                    <a:pt x="2" y="15"/>
                    <a:pt x="2" y="14"/>
                  </a:cubicBezTo>
                  <a:cubicBezTo>
                    <a:pt x="1" y="13"/>
                    <a:pt x="1" y="13"/>
                    <a:pt x="1" y="13"/>
                  </a:cubicBezTo>
                  <a:cubicBezTo>
                    <a:pt x="0" y="13"/>
                    <a:pt x="0" y="13"/>
                    <a:pt x="0" y="12"/>
                  </a:cubicBezTo>
                  <a:cubicBezTo>
                    <a:pt x="0" y="11"/>
                    <a:pt x="1" y="12"/>
                    <a:pt x="1" y="11"/>
                  </a:cubicBezTo>
                  <a:cubicBezTo>
                    <a:pt x="1" y="11"/>
                    <a:pt x="1" y="10"/>
                    <a:pt x="2" y="10"/>
                  </a:cubicBezTo>
                  <a:cubicBezTo>
                    <a:pt x="3" y="10"/>
                    <a:pt x="3" y="10"/>
                    <a:pt x="3" y="10"/>
                  </a:cubicBezTo>
                  <a:cubicBezTo>
                    <a:pt x="3" y="10"/>
                    <a:pt x="3" y="9"/>
                    <a:pt x="3" y="9"/>
                  </a:cubicBezTo>
                  <a:cubicBezTo>
                    <a:pt x="3" y="8"/>
                    <a:pt x="4" y="9"/>
                    <a:pt x="4" y="8"/>
                  </a:cubicBezTo>
                  <a:cubicBezTo>
                    <a:pt x="4" y="8"/>
                    <a:pt x="4" y="8"/>
                    <a:pt x="4" y="8"/>
                  </a:cubicBezTo>
                  <a:cubicBezTo>
                    <a:pt x="5" y="7"/>
                    <a:pt x="4" y="7"/>
                    <a:pt x="4" y="7"/>
                  </a:cubicBezTo>
                  <a:cubicBezTo>
                    <a:pt x="4" y="7"/>
                    <a:pt x="5" y="6"/>
                    <a:pt x="4" y="5"/>
                  </a:cubicBezTo>
                  <a:cubicBezTo>
                    <a:pt x="4" y="3"/>
                    <a:pt x="4" y="3"/>
                    <a:pt x="4" y="3"/>
                  </a:cubicBezTo>
                  <a:cubicBezTo>
                    <a:pt x="4" y="2"/>
                    <a:pt x="5" y="2"/>
                    <a:pt x="5" y="2"/>
                  </a:cubicBezTo>
                  <a:cubicBezTo>
                    <a:pt x="6" y="2"/>
                    <a:pt x="7" y="2"/>
                    <a:pt x="7" y="2"/>
                  </a:cubicBezTo>
                  <a:cubicBezTo>
                    <a:pt x="7" y="2"/>
                    <a:pt x="8" y="1"/>
                    <a:pt x="8" y="1"/>
                  </a:cubicBezTo>
                  <a:cubicBezTo>
                    <a:pt x="9" y="0"/>
                    <a:pt x="10" y="1"/>
                    <a:pt x="10" y="1"/>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217" name="Rectangle 216">
            <a:extLst>
              <a:ext uri="{FF2B5EF4-FFF2-40B4-BE49-F238E27FC236}">
                <a16:creationId xmlns:a16="http://schemas.microsoft.com/office/drawing/2014/main" id="{0590D1A3-F4A7-4101-BBD8-D6ECEF299437}"/>
              </a:ext>
            </a:extLst>
          </p:cNvPr>
          <p:cNvSpPr/>
          <p:nvPr/>
        </p:nvSpPr>
        <p:spPr bwMode="gray">
          <a:xfrm rot="5400000">
            <a:off x="1111385" y="1756275"/>
            <a:ext cx="221715" cy="268711"/>
          </a:xfrm>
          <a:prstGeom prst="rect">
            <a:avLst/>
          </a:prstGeom>
          <a:noFill/>
          <a:ln w="19050" algn="ctr">
            <a:solidFill>
              <a:schemeClr val="accent5"/>
            </a:solidFill>
            <a:miter lim="800000"/>
            <a:headEnd/>
            <a:tailEnd/>
          </a:ln>
        </p:spPr>
        <p:txBody>
          <a:bodyPr wrap="square" lIns="88900" tIns="88900" rIns="88900" bIns="88900"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6000"/>
              </a:lnSpc>
              <a:spcBef>
                <a:spcPts val="0"/>
              </a:spcBef>
              <a:spcAft>
                <a:spcPts val="0"/>
              </a:spcAft>
              <a:buClrTx/>
              <a:buSzTx/>
              <a:buFont typeface="Wingdings 2" pitchFamily="18" charset="2"/>
              <a:buNone/>
              <a:tabLst/>
              <a:defRPr/>
            </a:pPr>
            <a:endParaRPr kumimoji="0" lang="en-IN" sz="16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0" name="Flowchart: Manual Operation 164">
            <a:extLst>
              <a:ext uri="{FF2B5EF4-FFF2-40B4-BE49-F238E27FC236}">
                <a16:creationId xmlns:a16="http://schemas.microsoft.com/office/drawing/2014/main" id="{40A956AB-C6EE-4CBB-94A7-5BBEEBECD54F}"/>
              </a:ext>
            </a:extLst>
          </p:cNvPr>
          <p:cNvSpPr/>
          <p:nvPr/>
        </p:nvSpPr>
        <p:spPr bwMode="gray">
          <a:xfrm rot="9278840">
            <a:off x="1415947" y="2128247"/>
            <a:ext cx="479715" cy="1058997"/>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1957"/>
              <a:gd name="connsiteY0" fmla="*/ 196 h 10000"/>
              <a:gd name="connsiteX1" fmla="*/ 11957 w 11957"/>
              <a:gd name="connsiteY1" fmla="*/ 0 h 10000"/>
              <a:gd name="connsiteX2" fmla="*/ 9957 w 11957"/>
              <a:gd name="connsiteY2" fmla="*/ 10000 h 10000"/>
              <a:gd name="connsiteX3" fmla="*/ 3957 w 11957"/>
              <a:gd name="connsiteY3" fmla="*/ 10000 h 10000"/>
              <a:gd name="connsiteX4" fmla="*/ 0 w 11957"/>
              <a:gd name="connsiteY4" fmla="*/ 196 h 10000"/>
              <a:gd name="connsiteX0" fmla="*/ 0 w 13479"/>
              <a:gd name="connsiteY0" fmla="*/ 294 h 10098"/>
              <a:gd name="connsiteX1" fmla="*/ 13479 w 13479"/>
              <a:gd name="connsiteY1" fmla="*/ 0 h 10098"/>
              <a:gd name="connsiteX2" fmla="*/ 9957 w 13479"/>
              <a:gd name="connsiteY2" fmla="*/ 10098 h 10098"/>
              <a:gd name="connsiteX3" fmla="*/ 3957 w 13479"/>
              <a:gd name="connsiteY3" fmla="*/ 10098 h 10098"/>
              <a:gd name="connsiteX4" fmla="*/ 0 w 13479"/>
              <a:gd name="connsiteY4" fmla="*/ 294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9" h="10098">
                <a:moveTo>
                  <a:pt x="0" y="294"/>
                </a:moveTo>
                <a:lnTo>
                  <a:pt x="13479" y="0"/>
                </a:lnTo>
                <a:lnTo>
                  <a:pt x="9957" y="10098"/>
                </a:lnTo>
                <a:lnTo>
                  <a:pt x="3957" y="10098"/>
                </a:lnTo>
                <a:lnTo>
                  <a:pt x="0" y="294"/>
                </a:lnTo>
                <a:close/>
              </a:path>
            </a:pathLst>
          </a:custGeom>
          <a:gradFill>
            <a:gsLst>
              <a:gs pos="0">
                <a:schemeClr val="accent1">
                  <a:lumMod val="5000"/>
                  <a:lumOff val="95000"/>
                  <a:alpha val="0"/>
                </a:schemeClr>
              </a:gs>
              <a:gs pos="74000">
                <a:schemeClr val="bg1">
                  <a:lumMod val="85000"/>
                </a:schemeClr>
              </a:gs>
              <a:gs pos="83000">
                <a:schemeClr val="bg1">
                  <a:lumMod val="85000"/>
                </a:schemeClr>
              </a:gs>
              <a:gs pos="100000">
                <a:schemeClr val="bg1">
                  <a:lumMod val="65000"/>
                </a:schemeClr>
              </a:gs>
            </a:gsLst>
            <a:lin ang="5400000" scaled="1"/>
          </a:gra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IN" sz="1600" b="1" dirty="0">
              <a:solidFill>
                <a:schemeClr val="bg1"/>
              </a:solidFill>
            </a:endParaRPr>
          </a:p>
        </p:txBody>
      </p:sp>
      <p:grpSp>
        <p:nvGrpSpPr>
          <p:cNvPr id="6" name="Group 5">
            <a:extLst>
              <a:ext uri="{FF2B5EF4-FFF2-40B4-BE49-F238E27FC236}">
                <a16:creationId xmlns:a16="http://schemas.microsoft.com/office/drawing/2014/main" id="{B4DA9F6E-66FB-4164-BBA4-757658355A70}"/>
              </a:ext>
            </a:extLst>
          </p:cNvPr>
          <p:cNvGrpSpPr/>
          <p:nvPr/>
        </p:nvGrpSpPr>
        <p:grpSpPr>
          <a:xfrm>
            <a:off x="713320" y="2548997"/>
            <a:ext cx="3795105" cy="3768859"/>
            <a:chOff x="2056777" y="2950389"/>
            <a:chExt cx="747964" cy="684424"/>
          </a:xfrm>
          <a:solidFill>
            <a:schemeClr val="accent6"/>
          </a:solidFill>
        </p:grpSpPr>
        <p:sp>
          <p:nvSpPr>
            <p:cNvPr id="218" name="Freeform 335">
              <a:extLst>
                <a:ext uri="{FF2B5EF4-FFF2-40B4-BE49-F238E27FC236}">
                  <a16:creationId xmlns:a16="http://schemas.microsoft.com/office/drawing/2014/main" id="{28D7C434-7BAC-46D9-911A-2A07EA9E8254}"/>
                </a:ext>
              </a:extLst>
            </p:cNvPr>
            <p:cNvSpPr>
              <a:spLocks/>
            </p:cNvSpPr>
            <p:nvPr/>
          </p:nvSpPr>
          <p:spPr bwMode="auto">
            <a:xfrm>
              <a:off x="2056777" y="2950389"/>
              <a:ext cx="646157" cy="420019"/>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9" name="Freeform 441">
              <a:extLst>
                <a:ext uri="{FF2B5EF4-FFF2-40B4-BE49-F238E27FC236}">
                  <a16:creationId xmlns:a16="http://schemas.microsoft.com/office/drawing/2014/main" id="{6A87224A-17F7-4D1F-858C-5ACD7D74B952}"/>
                </a:ext>
              </a:extLst>
            </p:cNvPr>
            <p:cNvSpPr>
              <a:spLocks/>
            </p:cNvSpPr>
            <p:nvPr/>
          </p:nvSpPr>
          <p:spPr bwMode="auto">
            <a:xfrm>
              <a:off x="2499322" y="3146627"/>
              <a:ext cx="305419" cy="488186"/>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grp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221" name="Group 220">
            <a:extLst>
              <a:ext uri="{FF2B5EF4-FFF2-40B4-BE49-F238E27FC236}">
                <a16:creationId xmlns:a16="http://schemas.microsoft.com/office/drawing/2014/main" id="{634CA3F6-CDF6-48E3-BBEA-39B77CFDBABE}"/>
              </a:ext>
            </a:extLst>
          </p:cNvPr>
          <p:cNvGrpSpPr/>
          <p:nvPr/>
        </p:nvGrpSpPr>
        <p:grpSpPr>
          <a:xfrm>
            <a:off x="3404443" y="4486806"/>
            <a:ext cx="2978460" cy="1913500"/>
            <a:chOff x="5175999" y="4687344"/>
            <a:chExt cx="3410420" cy="1913500"/>
          </a:xfrm>
        </p:grpSpPr>
        <p:graphicFrame>
          <p:nvGraphicFramePr>
            <p:cNvPr id="222" name="Chart 221">
              <a:extLst>
                <a:ext uri="{FF2B5EF4-FFF2-40B4-BE49-F238E27FC236}">
                  <a16:creationId xmlns:a16="http://schemas.microsoft.com/office/drawing/2014/main" id="{1EF75DDE-4CF8-4246-A357-4ABAF2848D86}"/>
                </a:ext>
              </a:extLst>
            </p:cNvPr>
            <p:cNvGraphicFramePr>
              <a:graphicFrameLocks/>
            </p:cNvGraphicFramePr>
            <p:nvPr/>
          </p:nvGraphicFramePr>
          <p:xfrm>
            <a:off x="5954744" y="4809925"/>
            <a:ext cx="987283" cy="997075"/>
          </p:xfrm>
          <a:graphic>
            <a:graphicData uri="http://schemas.openxmlformats.org/drawingml/2006/chart">
              <c:chart xmlns:c="http://schemas.openxmlformats.org/drawingml/2006/chart" xmlns:r="http://schemas.openxmlformats.org/officeDocument/2006/relationships" r:id="rId10"/>
            </a:graphicData>
          </a:graphic>
        </p:graphicFrame>
        <p:cxnSp>
          <p:nvCxnSpPr>
            <p:cNvPr id="223" name="Straight Connector 222">
              <a:extLst>
                <a:ext uri="{FF2B5EF4-FFF2-40B4-BE49-F238E27FC236}">
                  <a16:creationId xmlns:a16="http://schemas.microsoft.com/office/drawing/2014/main" id="{3D041A7B-1D27-4402-BC40-BB5A576F88DE}"/>
                </a:ext>
              </a:extLst>
            </p:cNvPr>
            <p:cNvCxnSpPr>
              <a:cxnSpLocks/>
            </p:cNvCxnSpPr>
            <p:nvPr/>
          </p:nvCxnSpPr>
          <p:spPr>
            <a:xfrm flipH="1" flipV="1">
              <a:off x="5175999" y="5400428"/>
              <a:ext cx="851688" cy="252684"/>
            </a:xfrm>
            <a:prstGeom prst="line">
              <a:avLst/>
            </a:prstGeom>
            <a:noFill/>
            <a:ln w="19050" cap="flat" cmpd="sng" algn="ctr">
              <a:solidFill>
                <a:schemeClr val="accent1">
                  <a:lumMod val="60000"/>
                  <a:lumOff val="40000"/>
                </a:schemeClr>
              </a:solidFill>
              <a:prstDash val="solid"/>
              <a:tailEnd type="oval" w="lg" len="lg"/>
            </a:ln>
            <a:effectLst/>
          </p:spPr>
        </p:cxnSp>
        <p:sp>
          <p:nvSpPr>
            <p:cNvPr id="224" name="Rounded Rectangle 249">
              <a:extLst>
                <a:ext uri="{FF2B5EF4-FFF2-40B4-BE49-F238E27FC236}">
                  <a16:creationId xmlns:a16="http://schemas.microsoft.com/office/drawing/2014/main" id="{D59A6E49-694E-45F9-8B2F-1881200F9985}"/>
                </a:ext>
              </a:extLst>
            </p:cNvPr>
            <p:cNvSpPr/>
            <p:nvPr/>
          </p:nvSpPr>
          <p:spPr bwMode="gray">
            <a:xfrm>
              <a:off x="6050071" y="4687344"/>
              <a:ext cx="2536348" cy="1913500"/>
            </a:xfrm>
            <a:prstGeom prst="roundRect">
              <a:avLst>
                <a:gd name="adj" fmla="val 7502"/>
              </a:avLst>
            </a:prstGeom>
            <a:noFill/>
            <a:ln w="19050" algn="ctr">
              <a:solidFill>
                <a:schemeClr val="accent1">
                  <a:lumMod val="60000"/>
                  <a:lumOff val="40000"/>
                </a:schemeClr>
              </a:solidFill>
              <a:miter lim="800000"/>
              <a:headEnd/>
              <a:tailEnd/>
            </a:ln>
          </p:spPr>
          <p:txBody>
            <a:bodyPr wrap="square" lIns="88900" tIns="88900" rIns="88900" bIns="88900"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1200" cap="none" spc="0" normalizeH="0" baseline="0" noProof="0" dirty="0">
                <a:ln>
                  <a:noFill/>
                </a:ln>
                <a:solidFill>
                  <a:prstClr val="white"/>
                </a:solidFill>
                <a:effectLst/>
                <a:uLnTx/>
                <a:uFillTx/>
                <a:latin typeface="Verdana"/>
                <a:ea typeface="+mn-ea"/>
                <a:cs typeface="+mn-cs"/>
              </a:endParaRPr>
            </a:p>
          </p:txBody>
        </p:sp>
        <p:sp>
          <p:nvSpPr>
            <p:cNvPr id="225" name="Rectangle 224">
              <a:extLst>
                <a:ext uri="{FF2B5EF4-FFF2-40B4-BE49-F238E27FC236}">
                  <a16:creationId xmlns:a16="http://schemas.microsoft.com/office/drawing/2014/main" id="{98DFBFA4-E9EA-49F6-88D6-70D5EC857B25}"/>
                </a:ext>
              </a:extLst>
            </p:cNvPr>
            <p:cNvSpPr/>
            <p:nvPr/>
          </p:nvSpPr>
          <p:spPr>
            <a:xfrm>
              <a:off x="6742352" y="4713347"/>
              <a:ext cx="1427989" cy="215444"/>
            </a:xfrm>
            <a:prstGeom prst="rect">
              <a:avLst/>
            </a:prstGeom>
            <a:solidFill>
              <a:schemeClr val="accent1">
                <a:lumMod val="20000"/>
                <a:lumOff val="8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Verdana"/>
                  <a:ea typeface="+mn-ea"/>
                  <a:cs typeface="+mn-cs"/>
                </a:rPr>
                <a:t>Chhattisgarh</a:t>
              </a:r>
              <a:endParaRPr kumimoji="0" lang="en-IN" sz="800" b="1" i="0" u="none" strike="noStrike" kern="1200" cap="none" spc="0" normalizeH="0" baseline="0" noProof="0" dirty="0">
                <a:ln>
                  <a:noFill/>
                </a:ln>
                <a:solidFill>
                  <a:prstClr val="black"/>
                </a:solidFill>
                <a:effectLst/>
                <a:uLnTx/>
                <a:uFillTx/>
                <a:latin typeface="Verdana"/>
                <a:ea typeface="+mn-ea"/>
                <a:cs typeface="+mn-cs"/>
              </a:endParaRPr>
            </a:p>
          </p:txBody>
        </p:sp>
        <p:sp>
          <p:nvSpPr>
            <p:cNvPr id="226" name="TextBox 251">
              <a:extLst>
                <a:ext uri="{FF2B5EF4-FFF2-40B4-BE49-F238E27FC236}">
                  <a16:creationId xmlns:a16="http://schemas.microsoft.com/office/drawing/2014/main" id="{802FE41F-4E2B-472F-9B9B-DA693AA9EF74}"/>
                </a:ext>
              </a:extLst>
            </p:cNvPr>
            <p:cNvSpPr txBox="1"/>
            <p:nvPr/>
          </p:nvSpPr>
          <p:spPr bwMode="gray">
            <a:xfrm>
              <a:off x="5857294" y="5020086"/>
              <a:ext cx="1182183" cy="300082"/>
            </a:xfrm>
            <a:prstGeom prst="rect">
              <a:avLst/>
            </a:prstGeom>
            <a:noFill/>
          </p:spPr>
          <p:txBody>
            <a:bodyPr wrap="square" lIns="0" tIns="0" rIns="0" bIns="0" rtlCol="0" anchor="ct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rgbClr val="86BC25"/>
                  </a:solidFill>
                  <a:effectLst/>
                  <a:uLnTx/>
                  <a:uFillTx/>
                  <a:latin typeface="Verdana"/>
                  <a:ea typeface="+mn-ea"/>
                  <a:cs typeface="+mn-cs"/>
                </a:rPr>
                <a:t>132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86BC25"/>
                  </a:solidFill>
                  <a:effectLst/>
                  <a:uLnTx/>
                  <a:uFillTx/>
                  <a:latin typeface="Verdana"/>
                  <a:ea typeface="+mn-ea"/>
                  <a:cs typeface="+mn-cs"/>
                </a:rPr>
                <a:t>Mt</a:t>
              </a:r>
              <a:endParaRPr kumimoji="0" lang="en-US" sz="800" b="1" i="0" u="none" strike="noStrike" kern="0" cap="none" spc="0" normalizeH="0" baseline="0" noProof="0" dirty="0">
                <a:ln>
                  <a:noFill/>
                </a:ln>
                <a:solidFill>
                  <a:srgbClr val="86BC25"/>
                </a:solidFill>
                <a:effectLst/>
                <a:uLnTx/>
                <a:uFillTx/>
                <a:latin typeface="Verdana"/>
                <a:ea typeface="+mn-ea"/>
                <a:cs typeface="+mn-cs"/>
              </a:endParaRPr>
            </a:p>
          </p:txBody>
        </p:sp>
        <p:graphicFrame>
          <p:nvGraphicFramePr>
            <p:cNvPr id="227" name="Chart 226">
              <a:extLst>
                <a:ext uri="{FF2B5EF4-FFF2-40B4-BE49-F238E27FC236}">
                  <a16:creationId xmlns:a16="http://schemas.microsoft.com/office/drawing/2014/main" id="{1F50E17F-EBED-4E77-9121-98AAAE839BCB}"/>
                </a:ext>
              </a:extLst>
            </p:cNvPr>
            <p:cNvGraphicFramePr>
              <a:graphicFrameLocks/>
            </p:cNvGraphicFramePr>
            <p:nvPr/>
          </p:nvGraphicFramePr>
          <p:xfrm>
            <a:off x="5938891" y="5420899"/>
            <a:ext cx="987283" cy="997075"/>
          </p:xfrm>
          <a:graphic>
            <a:graphicData uri="http://schemas.openxmlformats.org/drawingml/2006/chart">
              <c:chart xmlns:c="http://schemas.openxmlformats.org/drawingml/2006/chart" xmlns:r="http://schemas.openxmlformats.org/officeDocument/2006/relationships" r:id="rId11"/>
            </a:graphicData>
          </a:graphic>
        </p:graphicFrame>
        <p:sp>
          <p:nvSpPr>
            <p:cNvPr id="228" name="TextBox 253">
              <a:extLst>
                <a:ext uri="{FF2B5EF4-FFF2-40B4-BE49-F238E27FC236}">
                  <a16:creationId xmlns:a16="http://schemas.microsoft.com/office/drawing/2014/main" id="{33F9BD46-4B5C-4383-B77E-7933D1E47E8A}"/>
                </a:ext>
              </a:extLst>
            </p:cNvPr>
            <p:cNvSpPr txBox="1"/>
            <p:nvPr/>
          </p:nvSpPr>
          <p:spPr bwMode="gray">
            <a:xfrm>
              <a:off x="5857293" y="5663086"/>
              <a:ext cx="1182184" cy="276999"/>
            </a:xfrm>
            <a:prstGeom prst="rect">
              <a:avLst/>
            </a:prstGeom>
            <a:noFill/>
          </p:spPr>
          <p:txBody>
            <a:bodyPr wrap="square" lIns="0" tIns="0" rIns="0" bIns="0" rtlCol="0" anchor="ct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86BC25"/>
                  </a:solidFill>
                  <a:effectLst/>
                  <a:uLnTx/>
                  <a:uFillTx/>
                  <a:latin typeface="Verdana"/>
                  <a:ea typeface="+mn-ea"/>
                  <a:cs typeface="+mn-cs"/>
                </a:rPr>
                <a:t>722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0" dirty="0">
                  <a:solidFill>
                    <a:srgbClr val="86BC25"/>
                  </a:solidFill>
                  <a:latin typeface="Verdana"/>
                </a:rPr>
                <a:t>MU</a:t>
              </a:r>
              <a:endParaRPr kumimoji="0" lang="en-US" sz="600" b="1" i="0" u="none" strike="noStrike" kern="0" cap="none" spc="0" normalizeH="0" baseline="0" noProof="0" dirty="0">
                <a:ln>
                  <a:noFill/>
                </a:ln>
                <a:solidFill>
                  <a:srgbClr val="86BC25"/>
                </a:solidFill>
                <a:effectLst/>
                <a:uLnTx/>
                <a:uFillTx/>
                <a:latin typeface="Verdana"/>
                <a:ea typeface="+mn-ea"/>
                <a:cs typeface="+mn-cs"/>
              </a:endParaRPr>
            </a:p>
          </p:txBody>
        </p:sp>
        <p:sp>
          <p:nvSpPr>
            <p:cNvPr id="229" name="Rectangle 228">
              <a:extLst>
                <a:ext uri="{FF2B5EF4-FFF2-40B4-BE49-F238E27FC236}">
                  <a16:creationId xmlns:a16="http://schemas.microsoft.com/office/drawing/2014/main" id="{618988C1-54E9-4BCD-8E18-DF0145F6F370}"/>
                </a:ext>
              </a:extLst>
            </p:cNvPr>
            <p:cNvSpPr/>
            <p:nvPr/>
          </p:nvSpPr>
          <p:spPr>
            <a:xfrm>
              <a:off x="6742351" y="4959568"/>
              <a:ext cx="1766028" cy="553998"/>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SECL’s 41 mines in CG produced 132.35 MT coal in FY22</a:t>
              </a:r>
              <a:endParaRPr kumimoji="0" lang="en-IN" sz="7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0" name="Rectangle 229">
              <a:extLst>
                <a:ext uri="{FF2B5EF4-FFF2-40B4-BE49-F238E27FC236}">
                  <a16:creationId xmlns:a16="http://schemas.microsoft.com/office/drawing/2014/main" id="{25766553-A18B-4B3C-B8E2-E612A8BB22A3}"/>
                </a:ext>
              </a:extLst>
            </p:cNvPr>
            <p:cNvSpPr/>
            <p:nvPr/>
          </p:nvSpPr>
          <p:spPr>
            <a:xfrm>
              <a:off x="6742351" y="5675357"/>
              <a:ext cx="1766028" cy="553998"/>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SECL mines in CG consumed 721.5 MU electricity in FY22</a:t>
              </a:r>
              <a:endParaRPr kumimoji="0" lang="en-US" sz="700" b="0"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231" name="Group 230">
            <a:extLst>
              <a:ext uri="{FF2B5EF4-FFF2-40B4-BE49-F238E27FC236}">
                <a16:creationId xmlns:a16="http://schemas.microsoft.com/office/drawing/2014/main" id="{0F2849A4-33E8-4E06-9699-D5063FF1D4E3}"/>
              </a:ext>
            </a:extLst>
          </p:cNvPr>
          <p:cNvGrpSpPr/>
          <p:nvPr/>
        </p:nvGrpSpPr>
        <p:grpSpPr>
          <a:xfrm>
            <a:off x="2263748" y="2421437"/>
            <a:ext cx="4123253" cy="1913500"/>
            <a:chOff x="3865179" y="4687344"/>
            <a:chExt cx="4721240" cy="1913500"/>
          </a:xfrm>
        </p:grpSpPr>
        <p:graphicFrame>
          <p:nvGraphicFramePr>
            <p:cNvPr id="232" name="Chart 231">
              <a:extLst>
                <a:ext uri="{FF2B5EF4-FFF2-40B4-BE49-F238E27FC236}">
                  <a16:creationId xmlns:a16="http://schemas.microsoft.com/office/drawing/2014/main" id="{69E1643D-C0AE-414D-9F2A-CE5BF2CE0FB5}"/>
                </a:ext>
              </a:extLst>
            </p:cNvPr>
            <p:cNvGraphicFramePr>
              <a:graphicFrameLocks/>
            </p:cNvGraphicFramePr>
            <p:nvPr/>
          </p:nvGraphicFramePr>
          <p:xfrm>
            <a:off x="5954744" y="4809925"/>
            <a:ext cx="987283" cy="997075"/>
          </p:xfrm>
          <a:graphic>
            <a:graphicData uri="http://schemas.openxmlformats.org/drawingml/2006/chart">
              <c:chart xmlns:c="http://schemas.openxmlformats.org/drawingml/2006/chart" xmlns:r="http://schemas.openxmlformats.org/officeDocument/2006/relationships" r:id="rId12"/>
            </a:graphicData>
          </a:graphic>
        </p:graphicFrame>
        <p:cxnSp>
          <p:nvCxnSpPr>
            <p:cNvPr id="233" name="Straight Connector 232">
              <a:extLst>
                <a:ext uri="{FF2B5EF4-FFF2-40B4-BE49-F238E27FC236}">
                  <a16:creationId xmlns:a16="http://schemas.microsoft.com/office/drawing/2014/main" id="{172D44EF-06E8-4AE4-9665-3F33A1E240DF}"/>
                </a:ext>
              </a:extLst>
            </p:cNvPr>
            <p:cNvCxnSpPr>
              <a:cxnSpLocks/>
            </p:cNvCxnSpPr>
            <p:nvPr/>
          </p:nvCxnSpPr>
          <p:spPr>
            <a:xfrm flipH="1">
              <a:off x="3865179" y="5653112"/>
              <a:ext cx="2162508" cy="740941"/>
            </a:xfrm>
            <a:prstGeom prst="line">
              <a:avLst/>
            </a:prstGeom>
            <a:noFill/>
            <a:ln w="19050" cap="flat" cmpd="sng" algn="ctr">
              <a:solidFill>
                <a:schemeClr val="accent1">
                  <a:lumMod val="60000"/>
                  <a:lumOff val="40000"/>
                </a:schemeClr>
              </a:solidFill>
              <a:prstDash val="solid"/>
              <a:tailEnd type="oval" w="lg" len="lg"/>
            </a:ln>
            <a:effectLst/>
          </p:spPr>
        </p:cxnSp>
        <p:sp>
          <p:nvSpPr>
            <p:cNvPr id="234" name="Rounded Rectangle 249">
              <a:extLst>
                <a:ext uri="{FF2B5EF4-FFF2-40B4-BE49-F238E27FC236}">
                  <a16:creationId xmlns:a16="http://schemas.microsoft.com/office/drawing/2014/main" id="{3434793E-5D34-4A43-84E3-84751E201B3A}"/>
                </a:ext>
              </a:extLst>
            </p:cNvPr>
            <p:cNvSpPr/>
            <p:nvPr/>
          </p:nvSpPr>
          <p:spPr bwMode="gray">
            <a:xfrm>
              <a:off x="6050071" y="4687344"/>
              <a:ext cx="2536348" cy="1913500"/>
            </a:xfrm>
            <a:prstGeom prst="roundRect">
              <a:avLst>
                <a:gd name="adj" fmla="val 7502"/>
              </a:avLst>
            </a:prstGeom>
            <a:noFill/>
            <a:ln w="19050" algn="ctr">
              <a:solidFill>
                <a:schemeClr val="accent1">
                  <a:lumMod val="60000"/>
                  <a:lumOff val="40000"/>
                </a:schemeClr>
              </a:solidFill>
              <a:miter lim="800000"/>
              <a:headEnd/>
              <a:tailEnd/>
            </a:ln>
          </p:spPr>
          <p:txBody>
            <a:bodyPr wrap="square" lIns="88900" tIns="88900" rIns="88900" bIns="88900"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6000"/>
                </a:lnSpc>
                <a:spcBef>
                  <a:spcPts val="0"/>
                </a:spcBef>
                <a:spcAft>
                  <a:spcPts val="0"/>
                </a:spcAft>
                <a:buClrTx/>
                <a:buSzTx/>
                <a:buFont typeface="Wingdings 2" pitchFamily="18" charset="2"/>
                <a:buNone/>
                <a:tabLst/>
                <a:defRPr/>
              </a:pPr>
              <a:endParaRPr kumimoji="0" lang="en-IN" sz="1200" b="1" i="0" u="none" strike="noStrike" kern="1200" cap="none" spc="0" normalizeH="0" baseline="0" noProof="0" dirty="0">
                <a:ln>
                  <a:noFill/>
                </a:ln>
                <a:solidFill>
                  <a:prstClr val="white"/>
                </a:solidFill>
                <a:effectLst/>
                <a:uLnTx/>
                <a:uFillTx/>
                <a:latin typeface="Verdana"/>
                <a:ea typeface="+mn-ea"/>
                <a:cs typeface="+mn-cs"/>
              </a:endParaRPr>
            </a:p>
          </p:txBody>
        </p:sp>
        <p:sp>
          <p:nvSpPr>
            <p:cNvPr id="235" name="Rectangle 234">
              <a:extLst>
                <a:ext uri="{FF2B5EF4-FFF2-40B4-BE49-F238E27FC236}">
                  <a16:creationId xmlns:a16="http://schemas.microsoft.com/office/drawing/2014/main" id="{018FB659-A608-4CCE-8C15-DB2C9AD0723A}"/>
                </a:ext>
              </a:extLst>
            </p:cNvPr>
            <p:cNvSpPr/>
            <p:nvPr/>
          </p:nvSpPr>
          <p:spPr>
            <a:xfrm>
              <a:off x="6742352" y="4713347"/>
              <a:ext cx="1427989" cy="215444"/>
            </a:xfrm>
            <a:prstGeom prst="rect">
              <a:avLst/>
            </a:prstGeom>
            <a:solidFill>
              <a:schemeClr val="accent1">
                <a:lumMod val="20000"/>
                <a:lumOff val="8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Verdana"/>
                  <a:ea typeface="+mn-ea"/>
                  <a:cs typeface="+mn-cs"/>
                </a:rPr>
                <a:t>Madhya Pradesh</a:t>
              </a:r>
              <a:endParaRPr kumimoji="0" lang="en-IN" sz="800" b="1" i="0" u="none" strike="noStrike" kern="1200" cap="none" spc="0" normalizeH="0" baseline="0" noProof="0" dirty="0">
                <a:ln>
                  <a:noFill/>
                </a:ln>
                <a:solidFill>
                  <a:prstClr val="black"/>
                </a:solidFill>
                <a:effectLst/>
                <a:uLnTx/>
                <a:uFillTx/>
                <a:latin typeface="Verdana"/>
                <a:ea typeface="+mn-ea"/>
                <a:cs typeface="+mn-cs"/>
              </a:endParaRPr>
            </a:p>
          </p:txBody>
        </p:sp>
        <p:sp>
          <p:nvSpPr>
            <p:cNvPr id="236" name="TextBox 251">
              <a:extLst>
                <a:ext uri="{FF2B5EF4-FFF2-40B4-BE49-F238E27FC236}">
                  <a16:creationId xmlns:a16="http://schemas.microsoft.com/office/drawing/2014/main" id="{FA126DCF-8C8C-42F7-AEC5-C27C027861F2}"/>
                </a:ext>
              </a:extLst>
            </p:cNvPr>
            <p:cNvSpPr txBox="1"/>
            <p:nvPr/>
          </p:nvSpPr>
          <p:spPr bwMode="gray">
            <a:xfrm>
              <a:off x="5857294" y="5031627"/>
              <a:ext cx="1182183" cy="276999"/>
            </a:xfrm>
            <a:prstGeom prst="rect">
              <a:avLst/>
            </a:prstGeom>
            <a:noFill/>
          </p:spPr>
          <p:txBody>
            <a:bodyPr wrap="square" lIns="0" tIns="0" rIns="0" bIns="0" rtlCol="0" anchor="ct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86BC25"/>
                  </a:solidFill>
                  <a:effectLst/>
                  <a:uLnTx/>
                  <a:uFillTx/>
                  <a:latin typeface="Verdana"/>
                  <a:ea typeface="+mn-ea"/>
                  <a:cs typeface="+mn-cs"/>
                </a:rPr>
                <a:t>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rgbClr val="86BC25"/>
                  </a:solidFill>
                  <a:effectLst/>
                  <a:uLnTx/>
                  <a:uFillTx/>
                  <a:latin typeface="Verdana"/>
                  <a:ea typeface="+mn-ea"/>
                  <a:cs typeface="+mn-cs"/>
                </a:rPr>
                <a:t>Mt</a:t>
              </a:r>
              <a:endParaRPr kumimoji="0" lang="en-US" sz="700" b="1" i="0" u="none" strike="noStrike" kern="0" cap="none" spc="0" normalizeH="0" baseline="0" noProof="0" dirty="0">
                <a:ln>
                  <a:noFill/>
                </a:ln>
                <a:solidFill>
                  <a:srgbClr val="86BC25"/>
                </a:solidFill>
                <a:effectLst/>
                <a:uLnTx/>
                <a:uFillTx/>
                <a:latin typeface="Verdana"/>
                <a:ea typeface="+mn-ea"/>
                <a:cs typeface="+mn-cs"/>
              </a:endParaRPr>
            </a:p>
          </p:txBody>
        </p:sp>
        <p:graphicFrame>
          <p:nvGraphicFramePr>
            <p:cNvPr id="237" name="Chart 236">
              <a:extLst>
                <a:ext uri="{FF2B5EF4-FFF2-40B4-BE49-F238E27FC236}">
                  <a16:creationId xmlns:a16="http://schemas.microsoft.com/office/drawing/2014/main" id="{D17180B3-CAD6-45C2-A3AC-0C4F2007905C}"/>
                </a:ext>
              </a:extLst>
            </p:cNvPr>
            <p:cNvGraphicFramePr>
              <a:graphicFrameLocks/>
            </p:cNvGraphicFramePr>
            <p:nvPr/>
          </p:nvGraphicFramePr>
          <p:xfrm>
            <a:off x="5938891" y="5420899"/>
            <a:ext cx="987283" cy="997075"/>
          </p:xfrm>
          <a:graphic>
            <a:graphicData uri="http://schemas.openxmlformats.org/drawingml/2006/chart">
              <c:chart xmlns:c="http://schemas.openxmlformats.org/drawingml/2006/chart" xmlns:r="http://schemas.openxmlformats.org/officeDocument/2006/relationships" r:id="rId13"/>
            </a:graphicData>
          </a:graphic>
        </p:graphicFrame>
        <p:sp>
          <p:nvSpPr>
            <p:cNvPr id="238" name="TextBox 253">
              <a:extLst>
                <a:ext uri="{FF2B5EF4-FFF2-40B4-BE49-F238E27FC236}">
                  <a16:creationId xmlns:a16="http://schemas.microsoft.com/office/drawing/2014/main" id="{BDEB4C33-6675-43E0-8072-CC2D414AFA06}"/>
                </a:ext>
              </a:extLst>
            </p:cNvPr>
            <p:cNvSpPr txBox="1"/>
            <p:nvPr/>
          </p:nvSpPr>
          <p:spPr bwMode="gray">
            <a:xfrm>
              <a:off x="5857293" y="5663084"/>
              <a:ext cx="1182184" cy="276999"/>
            </a:xfrm>
            <a:prstGeom prst="rect">
              <a:avLst/>
            </a:prstGeom>
            <a:noFill/>
          </p:spPr>
          <p:txBody>
            <a:bodyPr wrap="square" lIns="0" tIns="0" rIns="0" bIns="0" rtlCol="0" anchor="ct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86BC25"/>
                  </a:solidFill>
                  <a:effectLst/>
                  <a:uLnTx/>
                  <a:uFillTx/>
                  <a:latin typeface="Verdana"/>
                  <a:ea typeface="+mn-ea"/>
                  <a:cs typeface="+mn-cs"/>
                </a:rPr>
                <a:t>263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86BC25"/>
                  </a:solidFill>
                  <a:effectLst/>
                  <a:uLnTx/>
                  <a:uFillTx/>
                  <a:latin typeface="Verdana"/>
                  <a:ea typeface="+mn-ea"/>
                  <a:cs typeface="+mn-cs"/>
                </a:rPr>
                <a:t>MU</a:t>
              </a:r>
              <a:endParaRPr kumimoji="0" lang="en-US" sz="600" b="1" i="0" u="none" strike="noStrike" kern="0" cap="none" spc="0" normalizeH="0" baseline="0" noProof="0" dirty="0">
                <a:ln>
                  <a:noFill/>
                </a:ln>
                <a:solidFill>
                  <a:srgbClr val="86BC25"/>
                </a:solidFill>
                <a:effectLst/>
                <a:uLnTx/>
                <a:uFillTx/>
                <a:latin typeface="Verdana"/>
                <a:ea typeface="+mn-ea"/>
                <a:cs typeface="+mn-cs"/>
              </a:endParaRPr>
            </a:p>
          </p:txBody>
        </p:sp>
        <p:sp>
          <p:nvSpPr>
            <p:cNvPr id="239" name="Rectangle 238">
              <a:extLst>
                <a:ext uri="{FF2B5EF4-FFF2-40B4-BE49-F238E27FC236}">
                  <a16:creationId xmlns:a16="http://schemas.microsoft.com/office/drawing/2014/main" id="{81A4DA5E-C59B-4B0C-AD2D-CF516C6C11D1}"/>
                </a:ext>
              </a:extLst>
            </p:cNvPr>
            <p:cNvSpPr/>
            <p:nvPr/>
          </p:nvSpPr>
          <p:spPr>
            <a:xfrm>
              <a:off x="6742351" y="4959568"/>
              <a:ext cx="1839375" cy="553998"/>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000" dirty="0">
                  <a:solidFill>
                    <a:prstClr val="black"/>
                  </a:solidFill>
                  <a:latin typeface="Verdana"/>
                </a:rPr>
                <a:t>SECL has 26 mines in MP producing 10.17 Mt Coal in FY22</a:t>
              </a:r>
              <a:endParaRPr kumimoji="0" lang="en-IN" sz="7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0" name="Rectangle 239">
              <a:extLst>
                <a:ext uri="{FF2B5EF4-FFF2-40B4-BE49-F238E27FC236}">
                  <a16:creationId xmlns:a16="http://schemas.microsoft.com/office/drawing/2014/main" id="{5FF9D62C-936D-4813-84D7-39CB2180EAAD}"/>
                </a:ext>
              </a:extLst>
            </p:cNvPr>
            <p:cNvSpPr/>
            <p:nvPr/>
          </p:nvSpPr>
          <p:spPr>
            <a:xfrm>
              <a:off x="6743382" y="5579507"/>
              <a:ext cx="1838345" cy="553998"/>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Verdana"/>
                  <a:ea typeface="+mn-ea"/>
                  <a:cs typeface="+mn-cs"/>
                </a:rPr>
                <a:t>SECL mines in MP consumed 263 MU electricity in FY22</a:t>
              </a:r>
              <a:endParaRPr kumimoji="0" lang="en-IN" sz="700" b="0" i="0" u="none" strike="noStrike" kern="1200" cap="none" spc="0" normalizeH="0" baseline="0" noProof="0" dirty="0">
                <a:ln>
                  <a:noFill/>
                </a:ln>
                <a:solidFill>
                  <a:prstClr val="black"/>
                </a:solidFill>
                <a:effectLst/>
                <a:uLnTx/>
                <a:uFillTx/>
                <a:latin typeface="Verdana"/>
                <a:ea typeface="+mn-ea"/>
                <a:cs typeface="+mn-cs"/>
              </a:endParaRPr>
            </a:p>
          </p:txBody>
        </p:sp>
      </p:grpSp>
      <p:graphicFrame>
        <p:nvGraphicFramePr>
          <p:cNvPr id="11" name="Table 10">
            <a:extLst>
              <a:ext uri="{FF2B5EF4-FFF2-40B4-BE49-F238E27FC236}">
                <a16:creationId xmlns:a16="http://schemas.microsoft.com/office/drawing/2014/main" id="{E95C1962-F2DB-4001-BE40-9015F08EC965}"/>
              </a:ext>
            </a:extLst>
          </p:cNvPr>
          <p:cNvGraphicFramePr>
            <a:graphicFrameLocks noGrp="1"/>
          </p:cNvGraphicFramePr>
          <p:nvPr>
            <p:extLst>
              <p:ext uri="{D42A27DB-BD31-4B8C-83A1-F6EECF244321}">
                <p14:modId xmlns:p14="http://schemas.microsoft.com/office/powerpoint/2010/main" val="3470722724"/>
              </p:ext>
            </p:extLst>
          </p:nvPr>
        </p:nvGraphicFramePr>
        <p:xfrm>
          <a:off x="6875446" y="3049747"/>
          <a:ext cx="4784401" cy="3252597"/>
        </p:xfrm>
        <a:graphic>
          <a:graphicData uri="http://schemas.openxmlformats.org/drawingml/2006/table">
            <a:tbl>
              <a:tblPr firstRow="1" firstCol="1" bandRow="1">
                <a:tableStyleId>{69012ECD-51FC-41F1-AA8D-1B2483CD663E}</a:tableStyleId>
              </a:tblPr>
              <a:tblGrid>
                <a:gridCol w="1195987">
                  <a:extLst>
                    <a:ext uri="{9D8B030D-6E8A-4147-A177-3AD203B41FA5}">
                      <a16:colId xmlns:a16="http://schemas.microsoft.com/office/drawing/2014/main" val="1089286289"/>
                    </a:ext>
                  </a:extLst>
                </a:gridCol>
                <a:gridCol w="1195987">
                  <a:extLst>
                    <a:ext uri="{9D8B030D-6E8A-4147-A177-3AD203B41FA5}">
                      <a16:colId xmlns:a16="http://schemas.microsoft.com/office/drawing/2014/main" val="3708672385"/>
                    </a:ext>
                  </a:extLst>
                </a:gridCol>
                <a:gridCol w="1195987">
                  <a:extLst>
                    <a:ext uri="{9D8B030D-6E8A-4147-A177-3AD203B41FA5}">
                      <a16:colId xmlns:a16="http://schemas.microsoft.com/office/drawing/2014/main" val="3282366707"/>
                    </a:ext>
                  </a:extLst>
                </a:gridCol>
                <a:gridCol w="1196440">
                  <a:extLst>
                    <a:ext uri="{9D8B030D-6E8A-4147-A177-3AD203B41FA5}">
                      <a16:colId xmlns:a16="http://schemas.microsoft.com/office/drawing/2014/main" val="1402456533"/>
                    </a:ext>
                  </a:extLst>
                </a:gridCol>
              </a:tblGrid>
              <a:tr h="0">
                <a:tc>
                  <a:txBody>
                    <a:bodyPr/>
                    <a:lstStyle/>
                    <a:p>
                      <a:pPr marL="0" marR="0" algn="ctr">
                        <a:lnSpc>
                          <a:spcPct val="107000"/>
                        </a:lnSpc>
                        <a:spcBef>
                          <a:spcPts val="600"/>
                        </a:spcBef>
                        <a:spcAft>
                          <a:spcPts val="0"/>
                        </a:spcAft>
                      </a:pPr>
                      <a:r>
                        <a:rPr lang="en-IN" sz="1400" dirty="0">
                          <a:effectLst/>
                          <a:latin typeface="Calibri Light" panose="020F0302020204030204" pitchFamily="34" charset="0"/>
                          <a:cs typeface="Calibri Light" panose="020F0302020204030204" pitchFamily="34" charset="0"/>
                        </a:rPr>
                        <a:t>Central India Coalfields</a:t>
                      </a:r>
                      <a:endParaRPr lang="en-US" sz="140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ctr">
                        <a:lnSpc>
                          <a:spcPct val="107000"/>
                        </a:lnSpc>
                        <a:spcBef>
                          <a:spcPts val="600"/>
                        </a:spcBef>
                        <a:spcAft>
                          <a:spcPts val="0"/>
                        </a:spcAft>
                      </a:pPr>
                      <a:r>
                        <a:rPr lang="en-IN" sz="1400" dirty="0">
                          <a:effectLst/>
                          <a:latin typeface="Calibri Light" panose="020F0302020204030204" pitchFamily="34" charset="0"/>
                          <a:cs typeface="Calibri Light" panose="020F0302020204030204" pitchFamily="34" charset="0"/>
                        </a:rPr>
                        <a:t>Korba Coalfields</a:t>
                      </a:r>
                      <a:endParaRPr lang="en-US" sz="140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ctr">
                        <a:lnSpc>
                          <a:spcPct val="107000"/>
                        </a:lnSpc>
                        <a:spcBef>
                          <a:spcPts val="600"/>
                        </a:spcBef>
                        <a:spcAft>
                          <a:spcPts val="0"/>
                        </a:spcAft>
                      </a:pPr>
                      <a:r>
                        <a:rPr lang="en-IN" sz="1400" dirty="0">
                          <a:effectLst/>
                          <a:latin typeface="Calibri Light" panose="020F0302020204030204" pitchFamily="34" charset="0"/>
                          <a:cs typeface="Calibri Light" panose="020F0302020204030204" pitchFamily="34" charset="0"/>
                        </a:rPr>
                        <a:t>Mand-</a:t>
                      </a:r>
                      <a:r>
                        <a:rPr lang="en-IN" sz="1400" dirty="0" err="1">
                          <a:effectLst/>
                          <a:latin typeface="Calibri Light" panose="020F0302020204030204" pitchFamily="34" charset="0"/>
                          <a:cs typeface="Calibri Light" panose="020F0302020204030204" pitchFamily="34" charset="0"/>
                        </a:rPr>
                        <a:t>Raigarh</a:t>
                      </a:r>
                      <a:r>
                        <a:rPr lang="en-IN" sz="1400" dirty="0">
                          <a:effectLst/>
                          <a:latin typeface="Calibri Light" panose="020F0302020204030204" pitchFamily="34" charset="0"/>
                          <a:cs typeface="Calibri Light" panose="020F0302020204030204" pitchFamily="34" charset="0"/>
                        </a:rPr>
                        <a:t> Coalfields</a:t>
                      </a:r>
                      <a:endParaRPr lang="en-US" sz="140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ctr">
                        <a:lnSpc>
                          <a:spcPct val="107000"/>
                        </a:lnSpc>
                        <a:spcBef>
                          <a:spcPts val="600"/>
                        </a:spcBef>
                        <a:spcAft>
                          <a:spcPts val="0"/>
                        </a:spcAft>
                      </a:pPr>
                      <a:r>
                        <a:rPr lang="en-IN" sz="1400" dirty="0">
                          <a:effectLst/>
                          <a:latin typeface="Calibri Light" panose="020F0302020204030204" pitchFamily="34" charset="0"/>
                          <a:cs typeface="Calibri Light" panose="020F0302020204030204" pitchFamily="34" charset="0"/>
                        </a:rPr>
                        <a:t>Coal Carbonization Plant</a:t>
                      </a:r>
                      <a:endParaRPr lang="en-US" sz="140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extLst>
                  <a:ext uri="{0D108BD9-81ED-4DB2-BD59-A6C34878D82A}">
                    <a16:rowId xmlns:a16="http://schemas.microsoft.com/office/drawing/2014/main" val="3043563626"/>
                  </a:ext>
                </a:extLst>
              </a:tr>
              <a:tr h="0">
                <a:tc>
                  <a:txBody>
                    <a:bodyPr/>
                    <a:lstStyle/>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1. Chirimiri</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2. Baikunthpur</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3. </a:t>
                      </a:r>
                      <a:r>
                        <a:rPr lang="en-IN" sz="1400" b="0" dirty="0" err="1">
                          <a:effectLst/>
                          <a:latin typeface="Calibri Light" panose="020F0302020204030204" pitchFamily="34" charset="0"/>
                          <a:cs typeface="Calibri Light" panose="020F0302020204030204" pitchFamily="34" charset="0"/>
                        </a:rPr>
                        <a:t>Bisrampur</a:t>
                      </a:r>
                      <a:r>
                        <a:rPr lang="en-IN" sz="1400" b="0" dirty="0">
                          <a:effectLst/>
                          <a:latin typeface="Calibri Light" panose="020F0302020204030204" pitchFamily="34" charset="0"/>
                          <a:cs typeface="Calibri Light" panose="020F0302020204030204" pitchFamily="34" charset="0"/>
                        </a:rPr>
                        <a:t> </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4. </a:t>
                      </a:r>
                      <a:r>
                        <a:rPr lang="en-IN" sz="1400" b="0" dirty="0" err="1">
                          <a:effectLst/>
                          <a:latin typeface="Calibri Light" panose="020F0302020204030204" pitchFamily="34" charset="0"/>
                          <a:cs typeface="Calibri Light" panose="020F0302020204030204" pitchFamily="34" charset="0"/>
                        </a:rPr>
                        <a:t>Hasdeo</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5. Bhatgaon</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6. Jamuna &amp; </a:t>
                      </a:r>
                      <a:r>
                        <a:rPr lang="en-IN" sz="1400" b="0" dirty="0" err="1">
                          <a:effectLst/>
                          <a:latin typeface="Calibri Light" panose="020F0302020204030204" pitchFamily="34" charset="0"/>
                          <a:cs typeface="Calibri Light" panose="020F0302020204030204" pitchFamily="34" charset="0"/>
                        </a:rPr>
                        <a:t>Kotma</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7. </a:t>
                      </a:r>
                      <a:r>
                        <a:rPr lang="en-IN" sz="1400" b="0" dirty="0" err="1">
                          <a:effectLst/>
                          <a:latin typeface="Calibri Light" panose="020F0302020204030204" pitchFamily="34" charset="0"/>
                          <a:cs typeface="Calibri Light" panose="020F0302020204030204" pitchFamily="34" charset="0"/>
                        </a:rPr>
                        <a:t>Sohagpur</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8. </a:t>
                      </a:r>
                      <a:r>
                        <a:rPr lang="en-IN" sz="1400" b="0" dirty="0" err="1">
                          <a:effectLst/>
                          <a:latin typeface="Calibri Light" panose="020F0302020204030204" pitchFamily="34" charset="0"/>
                          <a:cs typeface="Calibri Light" panose="020F0302020204030204" pitchFamily="34" charset="0"/>
                        </a:rPr>
                        <a:t>Johilla</a:t>
                      </a:r>
                      <a:endParaRPr lang="en-US" sz="1400" b="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1. Korba</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2. Kusmunda</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3. </a:t>
                      </a:r>
                      <a:r>
                        <a:rPr lang="en-IN" sz="1400" b="0" dirty="0" err="1">
                          <a:effectLst/>
                          <a:latin typeface="Calibri Light" panose="020F0302020204030204" pitchFamily="34" charset="0"/>
                          <a:cs typeface="Calibri Light" panose="020F0302020204030204" pitchFamily="34" charset="0"/>
                        </a:rPr>
                        <a:t>Dipka</a:t>
                      </a:r>
                      <a:r>
                        <a:rPr lang="en-IN" sz="1400" b="0" dirty="0">
                          <a:effectLst/>
                          <a:latin typeface="Calibri Light" panose="020F0302020204030204" pitchFamily="34" charset="0"/>
                          <a:cs typeface="Calibri Light" panose="020F0302020204030204" pitchFamily="34" charset="0"/>
                        </a:rPr>
                        <a:t> </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4. Gevra</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 </a:t>
                      </a:r>
                      <a:endParaRPr lang="en-US" sz="1400" b="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1. Raigarh</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 </a:t>
                      </a:r>
                      <a:endParaRPr lang="en-US" sz="1400" b="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tc>
                  <a:txBody>
                    <a:bodyPr/>
                    <a:lstStyle/>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1. Dankuni Coal Complex, Dankuni, West Bengal.</a:t>
                      </a:r>
                      <a:endParaRPr lang="en-US" sz="1400" b="0" dirty="0">
                        <a:effectLst/>
                        <a:latin typeface="Calibri Light" panose="020F0302020204030204" pitchFamily="34" charset="0"/>
                        <a:cs typeface="Calibri Light" panose="020F0302020204030204" pitchFamily="34" charset="0"/>
                      </a:endParaRPr>
                    </a:p>
                    <a:p>
                      <a:pPr marL="0" marR="0" algn="l">
                        <a:lnSpc>
                          <a:spcPct val="107000"/>
                        </a:lnSpc>
                        <a:spcBef>
                          <a:spcPts val="600"/>
                        </a:spcBef>
                        <a:spcAft>
                          <a:spcPts val="0"/>
                        </a:spcAft>
                      </a:pPr>
                      <a:r>
                        <a:rPr lang="en-IN" sz="1400" b="0" dirty="0">
                          <a:effectLst/>
                          <a:latin typeface="Calibri Light" panose="020F0302020204030204" pitchFamily="34" charset="0"/>
                          <a:cs typeface="Calibri Light" panose="020F0302020204030204" pitchFamily="34" charset="0"/>
                        </a:rPr>
                        <a:t> </a:t>
                      </a:r>
                      <a:endParaRPr lang="en-US" sz="1400" b="0" dirty="0">
                        <a:effectLst/>
                        <a:latin typeface="Calibri Light" panose="020F0302020204030204" pitchFamily="34" charset="0"/>
                        <a:ea typeface="Calibri" panose="020F0502020204030204" pitchFamily="34" charset="0"/>
                        <a:cs typeface="Calibri Light" panose="020F0302020204030204" pitchFamily="34" charset="0"/>
                      </a:endParaRPr>
                    </a:p>
                  </a:txBody>
                  <a:tcPr marL="68580" marR="68580" marT="0" marB="0"/>
                </a:tc>
                <a:extLst>
                  <a:ext uri="{0D108BD9-81ED-4DB2-BD59-A6C34878D82A}">
                    <a16:rowId xmlns:a16="http://schemas.microsoft.com/office/drawing/2014/main" val="1502906874"/>
                  </a:ext>
                </a:extLst>
              </a:tr>
            </a:tbl>
          </a:graphicData>
        </a:graphic>
      </p:graphicFrame>
    </p:spTree>
    <p:extLst>
      <p:ext uri="{BB962C8B-B14F-4D97-AF65-F5344CB8AC3E}">
        <p14:creationId xmlns:p14="http://schemas.microsoft.com/office/powerpoint/2010/main" val="391031595"/>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16180"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Project Background</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pSp>
        <p:nvGrpSpPr>
          <p:cNvPr id="25" name="Group 24">
            <a:extLst>
              <a:ext uri="{FF2B5EF4-FFF2-40B4-BE49-F238E27FC236}">
                <a16:creationId xmlns:a16="http://schemas.microsoft.com/office/drawing/2014/main" id="{96A1EBCF-E755-4123-92E7-C6490D2AAD30}"/>
              </a:ext>
            </a:extLst>
          </p:cNvPr>
          <p:cNvGrpSpPr/>
          <p:nvPr/>
        </p:nvGrpSpPr>
        <p:grpSpPr>
          <a:xfrm>
            <a:off x="509327" y="1171074"/>
            <a:ext cx="11177418" cy="5187341"/>
            <a:chOff x="396000" y="1832828"/>
            <a:chExt cx="9112372" cy="4130526"/>
          </a:xfrm>
        </p:grpSpPr>
        <p:cxnSp>
          <p:nvCxnSpPr>
            <p:cNvPr id="26" name="Straight Connector 25">
              <a:extLst>
                <a:ext uri="{FF2B5EF4-FFF2-40B4-BE49-F238E27FC236}">
                  <a16:creationId xmlns:a16="http://schemas.microsoft.com/office/drawing/2014/main" id="{875C5082-DCA7-4F22-BD49-814692075FDB}"/>
                </a:ext>
              </a:extLst>
            </p:cNvPr>
            <p:cNvCxnSpPr/>
            <p:nvPr/>
          </p:nvCxnSpPr>
          <p:spPr>
            <a:xfrm>
              <a:off x="396000" y="3835400"/>
              <a:ext cx="8746317" cy="0"/>
            </a:xfrm>
            <a:prstGeom prst="line">
              <a:avLst/>
            </a:prstGeom>
            <a:ln w="19050">
              <a:solidFill>
                <a:srgbClr val="BBBCBC"/>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62AB7156-5B30-4065-AF05-DB3E054D4384}"/>
                </a:ext>
              </a:extLst>
            </p:cNvPr>
            <p:cNvSpPr/>
            <p:nvPr/>
          </p:nvSpPr>
          <p:spPr bwMode="gray">
            <a:xfrm>
              <a:off x="1414818" y="3551497"/>
              <a:ext cx="567806" cy="567806"/>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sp>
          <p:nvSpPr>
            <p:cNvPr id="28" name="Oval 27">
              <a:extLst>
                <a:ext uri="{FF2B5EF4-FFF2-40B4-BE49-F238E27FC236}">
                  <a16:creationId xmlns:a16="http://schemas.microsoft.com/office/drawing/2014/main" id="{BAC78F5D-1491-4A59-B415-CF28FF041BDF}"/>
                </a:ext>
              </a:extLst>
            </p:cNvPr>
            <p:cNvSpPr/>
            <p:nvPr/>
          </p:nvSpPr>
          <p:spPr bwMode="gray">
            <a:xfrm>
              <a:off x="2483658" y="3759200"/>
              <a:ext cx="152400" cy="15240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29" name="Straight Connector 28">
              <a:extLst>
                <a:ext uri="{FF2B5EF4-FFF2-40B4-BE49-F238E27FC236}">
                  <a16:creationId xmlns:a16="http://schemas.microsoft.com/office/drawing/2014/main" id="{D13285D7-AED7-4243-892C-1AF7CD2D9E34}"/>
                </a:ext>
              </a:extLst>
            </p:cNvPr>
            <p:cNvCxnSpPr>
              <a:stCxn id="28" idx="0"/>
            </p:cNvCxnSpPr>
            <p:nvPr/>
          </p:nvCxnSpPr>
          <p:spPr>
            <a:xfrm flipV="1">
              <a:off x="2559858" y="1863050"/>
              <a:ext cx="0" cy="18961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872E7B3C-F100-4884-A2E5-B5651FAB3CC9}"/>
                </a:ext>
              </a:extLst>
            </p:cNvPr>
            <p:cNvSpPr/>
            <p:nvPr/>
          </p:nvSpPr>
          <p:spPr bwMode="gray">
            <a:xfrm>
              <a:off x="4288097" y="3551497"/>
              <a:ext cx="567806" cy="567806"/>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sp>
          <p:nvSpPr>
            <p:cNvPr id="31" name="Oval 30">
              <a:extLst>
                <a:ext uri="{FF2B5EF4-FFF2-40B4-BE49-F238E27FC236}">
                  <a16:creationId xmlns:a16="http://schemas.microsoft.com/office/drawing/2014/main" id="{BF5574AA-D477-440F-BAED-1EA69755C041}"/>
                </a:ext>
              </a:extLst>
            </p:cNvPr>
            <p:cNvSpPr/>
            <p:nvPr/>
          </p:nvSpPr>
          <p:spPr bwMode="gray">
            <a:xfrm>
              <a:off x="7161376" y="3551497"/>
              <a:ext cx="567806" cy="567806"/>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sp>
          <p:nvSpPr>
            <p:cNvPr id="32" name="TextBox 31">
              <a:extLst>
                <a:ext uri="{FF2B5EF4-FFF2-40B4-BE49-F238E27FC236}">
                  <a16:creationId xmlns:a16="http://schemas.microsoft.com/office/drawing/2014/main" id="{B186EFE2-097C-41E0-BF07-E9A5FC87B51D}"/>
                </a:ext>
              </a:extLst>
            </p:cNvPr>
            <p:cNvSpPr txBox="1"/>
            <p:nvPr/>
          </p:nvSpPr>
          <p:spPr>
            <a:xfrm>
              <a:off x="2637357" y="1832828"/>
              <a:ext cx="1265975" cy="612683"/>
            </a:xfrm>
            <a:prstGeom prst="rect">
              <a:avLst/>
            </a:prstGeom>
            <a:noFill/>
          </p:spPr>
          <p:txBody>
            <a:bodyPr wrap="square" lIns="0" tIns="0" rIns="0" bIns="0" rtlCol="0">
              <a:spAutoFit/>
            </a:bodyPr>
            <a:lstStyle/>
            <a:p>
              <a:pP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rPr>
                <a:t>MoC mandate to CIL</a:t>
              </a:r>
            </a:p>
            <a:p>
              <a:r>
                <a:rPr lang="en-GB" sz="1200" dirty="0">
                  <a:solidFill>
                    <a:schemeClr val="accent3"/>
                  </a:solidFill>
                  <a:latin typeface="Calibri Light" panose="020F0302020204030204" pitchFamily="34" charset="0"/>
                  <a:cs typeface="Calibri Light" panose="020F0302020204030204" pitchFamily="34" charset="0"/>
                </a:rPr>
                <a:t>MoC mandated CIL to take up de-carbonization initiatives </a:t>
              </a:r>
            </a:p>
          </p:txBody>
        </p:sp>
        <p:sp>
          <p:nvSpPr>
            <p:cNvPr id="33" name="Oval 32">
              <a:extLst>
                <a:ext uri="{FF2B5EF4-FFF2-40B4-BE49-F238E27FC236}">
                  <a16:creationId xmlns:a16="http://schemas.microsoft.com/office/drawing/2014/main" id="{A16E88DE-29A4-4B3B-9C69-B7C1C91A6CD0}"/>
                </a:ext>
              </a:extLst>
            </p:cNvPr>
            <p:cNvSpPr/>
            <p:nvPr/>
          </p:nvSpPr>
          <p:spPr bwMode="gray">
            <a:xfrm>
              <a:off x="3482263" y="3759200"/>
              <a:ext cx="152400" cy="15240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34" name="Straight Connector 33">
              <a:extLst>
                <a:ext uri="{FF2B5EF4-FFF2-40B4-BE49-F238E27FC236}">
                  <a16:creationId xmlns:a16="http://schemas.microsoft.com/office/drawing/2014/main" id="{C70D5F0B-45F5-4A28-B5AA-42FDCD5222BD}"/>
                </a:ext>
              </a:extLst>
            </p:cNvPr>
            <p:cNvCxnSpPr>
              <a:stCxn id="33" idx="0"/>
            </p:cNvCxnSpPr>
            <p:nvPr/>
          </p:nvCxnSpPr>
          <p:spPr>
            <a:xfrm flipV="1">
              <a:off x="3558463"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B7C76329-2A51-4A90-B0E0-55A3465BE498}"/>
                </a:ext>
              </a:extLst>
            </p:cNvPr>
            <p:cNvSpPr txBox="1"/>
            <p:nvPr/>
          </p:nvSpPr>
          <p:spPr>
            <a:xfrm>
              <a:off x="3627994" y="2452454"/>
              <a:ext cx="1265974" cy="759727"/>
            </a:xfrm>
            <a:prstGeom prst="rect">
              <a:avLst/>
            </a:prstGeom>
            <a:noFill/>
          </p:spPr>
          <p:txBody>
            <a:bodyPr wrap="square" lIns="0" tIns="0" rIns="0" bIns="0" rtlCol="0">
              <a:spAutoFit/>
            </a:bodyPr>
            <a:lstStyle/>
            <a:p>
              <a:pP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rPr>
                <a:t>CIL Directives</a:t>
              </a:r>
            </a:p>
            <a:p>
              <a:r>
                <a:rPr lang="en-GB" sz="1200" dirty="0">
                  <a:solidFill>
                    <a:schemeClr val="accent3"/>
                  </a:solidFill>
                  <a:latin typeface="Calibri Light" panose="020F0302020204030204" pitchFamily="34" charset="0"/>
                  <a:cs typeface="Calibri Light" panose="020F0302020204030204" pitchFamily="34" charset="0"/>
                </a:rPr>
                <a:t>CIL directed its subsidiaries to come up with a plan to implement solar in their portfolio</a:t>
              </a:r>
            </a:p>
          </p:txBody>
        </p:sp>
        <p:sp>
          <p:nvSpPr>
            <p:cNvPr id="36" name="Oval 35">
              <a:extLst>
                <a:ext uri="{FF2B5EF4-FFF2-40B4-BE49-F238E27FC236}">
                  <a16:creationId xmlns:a16="http://schemas.microsoft.com/office/drawing/2014/main" id="{369B31D6-B79D-4E7B-B007-27BF174E574F}"/>
                </a:ext>
              </a:extLst>
            </p:cNvPr>
            <p:cNvSpPr/>
            <p:nvPr/>
          </p:nvSpPr>
          <p:spPr bwMode="gray">
            <a:xfrm>
              <a:off x="6490315" y="3759200"/>
              <a:ext cx="152400" cy="15240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38" name="Straight Connector 37">
              <a:extLst>
                <a:ext uri="{FF2B5EF4-FFF2-40B4-BE49-F238E27FC236}">
                  <a16:creationId xmlns:a16="http://schemas.microsoft.com/office/drawing/2014/main" id="{57CFE4CE-6EB8-4B85-8C46-A8C89639AF71}"/>
                </a:ext>
              </a:extLst>
            </p:cNvPr>
            <p:cNvCxnSpPr>
              <a:stCxn id="36" idx="0"/>
            </p:cNvCxnSpPr>
            <p:nvPr/>
          </p:nvCxnSpPr>
          <p:spPr>
            <a:xfrm flipV="1">
              <a:off x="6566515" y="1863050"/>
              <a:ext cx="0" cy="18961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1B027CDC-B8A1-4ABB-9719-EB4501E3252C}"/>
                </a:ext>
              </a:extLst>
            </p:cNvPr>
            <p:cNvSpPr txBox="1"/>
            <p:nvPr/>
          </p:nvSpPr>
          <p:spPr>
            <a:xfrm>
              <a:off x="6622201" y="1832828"/>
              <a:ext cx="1243030" cy="1519455"/>
            </a:xfrm>
            <a:prstGeom prst="rect">
              <a:avLst/>
            </a:prstGeom>
            <a:noFill/>
          </p:spPr>
          <p:txBody>
            <a:bodyPr wrap="square" lIns="0" tIns="0" rIns="0" bIns="0" rtlCol="0">
              <a:spAutoFit/>
            </a:bodyPr>
            <a:lstStyle/>
            <a:p>
              <a:pPr>
                <a:spcBef>
                  <a:spcPts val="600"/>
                </a:spcBef>
                <a:buSzPct val="100000"/>
              </a:pPr>
              <a:r>
                <a:rPr lang="en-GB" sz="1400" b="1" dirty="0">
                  <a:solidFill>
                    <a:schemeClr val="accent1"/>
                  </a:solidFill>
                  <a:latin typeface="Calibri Light" panose="020F0302020204030204" pitchFamily="34" charset="0"/>
                  <a:cs typeface="Calibri Light" panose="020F0302020204030204" pitchFamily="34" charset="0"/>
                </a:rPr>
                <a:t>Need to Identify the Business Options</a:t>
              </a:r>
            </a:p>
            <a:p>
              <a:r>
                <a:rPr lang="en-GB" sz="1200" dirty="0">
                  <a:solidFill>
                    <a:schemeClr val="accent1"/>
                  </a:solidFill>
                  <a:latin typeface="Calibri Light" panose="020F0302020204030204" pitchFamily="34" charset="0"/>
                  <a:cs typeface="Calibri Light" panose="020F0302020204030204" pitchFamily="34" charset="0"/>
                </a:rPr>
                <a:t>SECL now wants to assess various existing market practices like, capex-based, BOO-based, or government-scheme based models to identify the most suitable model</a:t>
              </a:r>
            </a:p>
          </p:txBody>
        </p:sp>
        <p:sp>
          <p:nvSpPr>
            <p:cNvPr id="40" name="Oval 39">
              <a:extLst>
                <a:ext uri="{FF2B5EF4-FFF2-40B4-BE49-F238E27FC236}">
                  <a16:creationId xmlns:a16="http://schemas.microsoft.com/office/drawing/2014/main" id="{EDB98BEC-8E7F-4FE8-A00F-2D17B3AA45E9}"/>
                </a:ext>
              </a:extLst>
            </p:cNvPr>
            <p:cNvSpPr/>
            <p:nvPr/>
          </p:nvSpPr>
          <p:spPr bwMode="gray">
            <a:xfrm>
              <a:off x="572528" y="3759200"/>
              <a:ext cx="152400" cy="152400"/>
            </a:xfrm>
            <a:prstGeom prst="ellipse">
              <a:avLst/>
            </a:prstGeom>
            <a:solidFill>
              <a:schemeClr val="accent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accent4"/>
                </a:solidFill>
                <a:latin typeface="Calibri Light" panose="020F0302020204030204" pitchFamily="34" charset="0"/>
                <a:cs typeface="Calibri Light" panose="020F0302020204030204" pitchFamily="34" charset="0"/>
              </a:endParaRPr>
            </a:p>
          </p:txBody>
        </p:sp>
        <p:cxnSp>
          <p:nvCxnSpPr>
            <p:cNvPr id="41" name="Straight Connector 40">
              <a:extLst>
                <a:ext uri="{FF2B5EF4-FFF2-40B4-BE49-F238E27FC236}">
                  <a16:creationId xmlns:a16="http://schemas.microsoft.com/office/drawing/2014/main" id="{D34EB9AD-ACF2-4865-BD96-8D0B15BA9A01}"/>
                </a:ext>
              </a:extLst>
            </p:cNvPr>
            <p:cNvCxnSpPr>
              <a:stCxn id="40" idx="0"/>
            </p:cNvCxnSpPr>
            <p:nvPr/>
          </p:nvCxnSpPr>
          <p:spPr>
            <a:xfrm flipV="1">
              <a:off x="648728" y="2494548"/>
              <a:ext cx="0" cy="126465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909D215-48EF-48F2-9E94-71012B7ED2BF}"/>
                </a:ext>
              </a:extLst>
            </p:cNvPr>
            <p:cNvSpPr txBox="1"/>
            <p:nvPr/>
          </p:nvSpPr>
          <p:spPr>
            <a:xfrm>
              <a:off x="718257" y="2452454"/>
              <a:ext cx="1372719" cy="612683"/>
            </a:xfrm>
            <a:prstGeom prst="rect">
              <a:avLst/>
            </a:prstGeom>
            <a:noFill/>
          </p:spPr>
          <p:txBody>
            <a:bodyPr wrap="square" lIns="0" tIns="0" rIns="0" bIns="0" rtlCol="0">
              <a:spAutoFit/>
            </a:bodyPr>
            <a:lstStyle/>
            <a:p>
              <a:pPr>
                <a:spcBef>
                  <a:spcPts val="600"/>
                </a:spcBef>
                <a:buSzPct val="100000"/>
              </a:pPr>
              <a:r>
                <a:rPr lang="en-GB" sz="1400" b="1" dirty="0">
                  <a:solidFill>
                    <a:schemeClr val="accent4"/>
                  </a:solidFill>
                  <a:latin typeface="Calibri Light" panose="020F0302020204030204" pitchFamily="34" charset="0"/>
                  <a:cs typeface="Calibri Light" panose="020F0302020204030204" pitchFamily="34" charset="0"/>
                </a:rPr>
                <a:t>500 GW RE by FY30</a:t>
              </a:r>
            </a:p>
            <a:p>
              <a:r>
                <a:rPr lang="en-GB" sz="1200" dirty="0" err="1">
                  <a:solidFill>
                    <a:schemeClr val="accent4"/>
                  </a:solidFill>
                  <a:latin typeface="Calibri Light" panose="020F0302020204030204" pitchFamily="34" charset="0"/>
                  <a:cs typeface="Calibri Light" panose="020F0302020204030204" pitchFamily="34" charset="0"/>
                </a:rPr>
                <a:t>GoI</a:t>
              </a:r>
              <a:r>
                <a:rPr lang="en-GB" sz="1200" dirty="0">
                  <a:solidFill>
                    <a:schemeClr val="accent4"/>
                  </a:solidFill>
                  <a:latin typeface="Calibri Light" panose="020F0302020204030204" pitchFamily="34" charset="0"/>
                  <a:cs typeface="Calibri Light" panose="020F0302020204030204" pitchFamily="34" charset="0"/>
                </a:rPr>
                <a:t> has taken a target of implementing Renewables and propelling it up</a:t>
              </a:r>
            </a:p>
          </p:txBody>
        </p:sp>
        <p:sp>
          <p:nvSpPr>
            <p:cNvPr id="43" name="Oval 42">
              <a:extLst>
                <a:ext uri="{FF2B5EF4-FFF2-40B4-BE49-F238E27FC236}">
                  <a16:creationId xmlns:a16="http://schemas.microsoft.com/office/drawing/2014/main" id="{B8B190DE-5201-4256-8CA0-5F19EC5D5FD5}"/>
                </a:ext>
              </a:extLst>
            </p:cNvPr>
            <p:cNvSpPr/>
            <p:nvPr/>
          </p:nvSpPr>
          <p:spPr bwMode="gray">
            <a:xfrm>
              <a:off x="5097651" y="3759200"/>
              <a:ext cx="152400" cy="15240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44" name="Straight Connector 43">
              <a:extLst>
                <a:ext uri="{FF2B5EF4-FFF2-40B4-BE49-F238E27FC236}">
                  <a16:creationId xmlns:a16="http://schemas.microsoft.com/office/drawing/2014/main" id="{A1B7A9A4-5F67-44A7-BCA3-BB1526632994}"/>
                </a:ext>
              </a:extLst>
            </p:cNvPr>
            <p:cNvCxnSpPr>
              <a:cxnSpLocks/>
              <a:stCxn id="43" idx="0"/>
            </p:cNvCxnSpPr>
            <p:nvPr/>
          </p:nvCxnSpPr>
          <p:spPr>
            <a:xfrm flipH="1" flipV="1">
              <a:off x="5173849" y="2123077"/>
              <a:ext cx="2" cy="163612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62B13FC-00E0-41AF-9212-F1BD6AEBB45A}"/>
                </a:ext>
              </a:extLst>
            </p:cNvPr>
            <p:cNvSpPr txBox="1"/>
            <p:nvPr/>
          </p:nvSpPr>
          <p:spPr>
            <a:xfrm>
              <a:off x="5211782" y="2079737"/>
              <a:ext cx="1216409" cy="1641992"/>
            </a:xfrm>
            <a:prstGeom prst="rect">
              <a:avLst/>
            </a:prstGeom>
            <a:noFill/>
          </p:spPr>
          <p:txBody>
            <a:bodyPr wrap="square" lIns="0" tIns="0" rIns="0" bIns="0" rtlCol="0">
              <a:spAutoFit/>
            </a:bodyPr>
            <a:lstStyle/>
            <a:p>
              <a:pPr>
                <a:spcBef>
                  <a:spcPts val="600"/>
                </a:spcBef>
                <a:buSzPct val="100000"/>
              </a:pPr>
              <a:r>
                <a:rPr lang="en-GB" sz="1400" b="1" dirty="0">
                  <a:solidFill>
                    <a:schemeClr val="accent1"/>
                  </a:solidFill>
                  <a:latin typeface="Calibri Light" panose="020F0302020204030204" pitchFamily="34" charset="0"/>
                  <a:cs typeface="Calibri Light" panose="020F0302020204030204" pitchFamily="34" charset="0"/>
                </a:rPr>
                <a:t>Existing Programs</a:t>
              </a:r>
            </a:p>
            <a:p>
              <a:r>
                <a:rPr lang="en-GB" sz="1200" dirty="0">
                  <a:solidFill>
                    <a:schemeClr val="accent1"/>
                  </a:solidFill>
                  <a:latin typeface="Calibri Light" panose="020F0302020204030204" pitchFamily="34" charset="0"/>
                  <a:cs typeface="Calibri Light" panose="020F0302020204030204" pitchFamily="34" charset="0"/>
                </a:rPr>
                <a:t>SECL already is in the process to implement 142.3 MW solar projects via 100 MW BOOT model through SECI, 40 MW on EPC based in own land and 2.3 MW of rooftop solar on non-residential buildings</a:t>
              </a:r>
            </a:p>
          </p:txBody>
        </p:sp>
        <p:sp>
          <p:nvSpPr>
            <p:cNvPr id="46" name="Oval 45">
              <a:extLst>
                <a:ext uri="{FF2B5EF4-FFF2-40B4-BE49-F238E27FC236}">
                  <a16:creationId xmlns:a16="http://schemas.microsoft.com/office/drawing/2014/main" id="{56520C9D-A0FA-4D09-9DB7-04366C30994F}"/>
                </a:ext>
              </a:extLst>
            </p:cNvPr>
            <p:cNvSpPr/>
            <p:nvPr/>
          </p:nvSpPr>
          <p:spPr bwMode="gray">
            <a:xfrm>
              <a:off x="8020032" y="3759200"/>
              <a:ext cx="152400" cy="15240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47" name="Straight Connector 46">
              <a:extLst>
                <a:ext uri="{FF2B5EF4-FFF2-40B4-BE49-F238E27FC236}">
                  <a16:creationId xmlns:a16="http://schemas.microsoft.com/office/drawing/2014/main" id="{33B8D71A-4A1A-4BD6-BB4C-8F36F2FC55AD}"/>
                </a:ext>
              </a:extLst>
            </p:cNvPr>
            <p:cNvCxnSpPr>
              <a:stCxn id="46" idx="0"/>
            </p:cNvCxnSpPr>
            <p:nvPr/>
          </p:nvCxnSpPr>
          <p:spPr>
            <a:xfrm flipV="1">
              <a:off x="8096232" y="2494548"/>
              <a:ext cx="0" cy="126465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178D925E-445D-4EF6-A573-6B5D9768B3F6}"/>
                </a:ext>
              </a:extLst>
            </p:cNvPr>
            <p:cNvSpPr txBox="1"/>
            <p:nvPr/>
          </p:nvSpPr>
          <p:spPr>
            <a:xfrm>
              <a:off x="8143040" y="2452459"/>
              <a:ext cx="1365332" cy="1053815"/>
            </a:xfrm>
            <a:prstGeom prst="rect">
              <a:avLst/>
            </a:prstGeom>
            <a:noFill/>
          </p:spPr>
          <p:txBody>
            <a:bodyPr wrap="square" lIns="0" tIns="0" rIns="0" bIns="0" rtlCol="0">
              <a:spAutoFit/>
            </a:bodyPr>
            <a:lstStyle/>
            <a:p>
              <a:pP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rPr>
                <a:t>Deloitte Report</a:t>
              </a:r>
            </a:p>
            <a:p>
              <a:r>
                <a:rPr lang="en-GB" sz="1200" dirty="0">
                  <a:solidFill>
                    <a:schemeClr val="accent3"/>
                  </a:solidFill>
                  <a:latin typeface="Calibri Light" panose="020F0302020204030204" pitchFamily="34" charset="0"/>
                  <a:cs typeface="Calibri Light" panose="020F0302020204030204" pitchFamily="34" charset="0"/>
                </a:rPr>
                <a:t>Analysis by Deloitte based on financial, procedural and risk assessment on the basis of the data provided by SECL, market trends, stakeholder interactions</a:t>
              </a:r>
            </a:p>
          </p:txBody>
        </p:sp>
        <p:sp>
          <p:nvSpPr>
            <p:cNvPr id="49" name="Oval 48">
              <a:extLst>
                <a:ext uri="{FF2B5EF4-FFF2-40B4-BE49-F238E27FC236}">
                  <a16:creationId xmlns:a16="http://schemas.microsoft.com/office/drawing/2014/main" id="{5E111B9C-532E-407E-95B7-D1CB880AF51A}"/>
                </a:ext>
              </a:extLst>
            </p:cNvPr>
            <p:cNvSpPr/>
            <p:nvPr/>
          </p:nvSpPr>
          <p:spPr bwMode="gray">
            <a:xfrm>
              <a:off x="3028738" y="3759200"/>
              <a:ext cx="152400" cy="152400"/>
            </a:xfrm>
            <a:prstGeom prst="ellipse">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50" name="Straight Connector 49">
              <a:extLst>
                <a:ext uri="{FF2B5EF4-FFF2-40B4-BE49-F238E27FC236}">
                  <a16:creationId xmlns:a16="http://schemas.microsoft.com/office/drawing/2014/main" id="{C71708BB-AB8C-420A-B645-C8786F79758D}"/>
                </a:ext>
              </a:extLst>
            </p:cNvPr>
            <p:cNvCxnSpPr>
              <a:endCxn id="49" idx="4"/>
            </p:cNvCxnSpPr>
            <p:nvPr/>
          </p:nvCxnSpPr>
          <p:spPr>
            <a:xfrm flipH="1" flipV="1">
              <a:off x="3104938" y="3911600"/>
              <a:ext cx="0" cy="189720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2538052D-12A5-4437-9964-01276A30F16D}"/>
                </a:ext>
              </a:extLst>
            </p:cNvPr>
            <p:cNvSpPr txBox="1"/>
            <p:nvPr/>
          </p:nvSpPr>
          <p:spPr>
            <a:xfrm>
              <a:off x="3173685" y="5171386"/>
              <a:ext cx="1014960" cy="465639"/>
            </a:xfrm>
            <a:prstGeom prst="rect">
              <a:avLst/>
            </a:prstGeom>
            <a:noFill/>
          </p:spPr>
          <p:txBody>
            <a:bodyPr wrap="square" lIns="0" tIns="0" rIns="0" bIns="0" rtlCol="0">
              <a:spAutoFit/>
            </a:bodyPr>
            <a:lstStyle/>
            <a:p>
              <a:pP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rPr>
                <a:t>CIL Target</a:t>
              </a:r>
            </a:p>
            <a:p>
              <a:r>
                <a:rPr lang="en-GB" sz="1200" dirty="0">
                  <a:solidFill>
                    <a:schemeClr val="accent3"/>
                  </a:solidFill>
                  <a:latin typeface="Calibri Light" panose="020F0302020204030204" pitchFamily="34" charset="0"/>
                  <a:cs typeface="Calibri Light" panose="020F0302020204030204" pitchFamily="34" charset="0"/>
                </a:rPr>
                <a:t>CIL targets 3 GW of solar capacity </a:t>
              </a:r>
            </a:p>
          </p:txBody>
        </p:sp>
        <p:sp>
          <p:nvSpPr>
            <p:cNvPr id="52" name="Oval 51">
              <a:extLst>
                <a:ext uri="{FF2B5EF4-FFF2-40B4-BE49-F238E27FC236}">
                  <a16:creationId xmlns:a16="http://schemas.microsoft.com/office/drawing/2014/main" id="{176EA7C1-A0A8-49F2-8AC9-E21AB8B209C2}"/>
                </a:ext>
              </a:extLst>
            </p:cNvPr>
            <p:cNvSpPr/>
            <p:nvPr/>
          </p:nvSpPr>
          <p:spPr bwMode="gray">
            <a:xfrm>
              <a:off x="5859203" y="3759200"/>
              <a:ext cx="152400" cy="152400"/>
            </a:xfrm>
            <a:prstGeom prst="ellipse">
              <a:avLst/>
            </a:prstGeom>
            <a:solidFill>
              <a:schemeClr val="accent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latin typeface="Calibri Light" panose="020F0302020204030204" pitchFamily="34" charset="0"/>
                <a:cs typeface="Calibri Light" panose="020F0302020204030204" pitchFamily="34" charset="0"/>
              </a:endParaRPr>
            </a:p>
          </p:txBody>
        </p:sp>
        <p:cxnSp>
          <p:nvCxnSpPr>
            <p:cNvPr id="53" name="Straight Connector 52">
              <a:extLst>
                <a:ext uri="{FF2B5EF4-FFF2-40B4-BE49-F238E27FC236}">
                  <a16:creationId xmlns:a16="http://schemas.microsoft.com/office/drawing/2014/main" id="{6949E960-FE42-4A34-8541-DF9836B44FF9}"/>
                </a:ext>
              </a:extLst>
            </p:cNvPr>
            <p:cNvCxnSpPr>
              <a:endCxn id="52" idx="4"/>
            </p:cNvCxnSpPr>
            <p:nvPr/>
          </p:nvCxnSpPr>
          <p:spPr>
            <a:xfrm flipH="1" flipV="1">
              <a:off x="5935403" y="3911600"/>
              <a:ext cx="0" cy="18972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78AFB2C9-ABF8-4B86-80E4-37B5ACBDF4B9}"/>
                </a:ext>
              </a:extLst>
            </p:cNvPr>
            <p:cNvSpPr txBox="1"/>
            <p:nvPr/>
          </p:nvSpPr>
          <p:spPr>
            <a:xfrm>
              <a:off x="6004150" y="4737987"/>
              <a:ext cx="1014960" cy="1225367"/>
            </a:xfrm>
            <a:prstGeom prst="rect">
              <a:avLst/>
            </a:prstGeom>
            <a:noFill/>
          </p:spPr>
          <p:txBody>
            <a:bodyPr wrap="square" lIns="0" tIns="0" rIns="0" bIns="0" rtlCol="0">
              <a:spAutoFit/>
            </a:bodyPr>
            <a:lstStyle/>
            <a:p>
              <a:pPr>
                <a:spcBef>
                  <a:spcPts val="600"/>
                </a:spcBef>
                <a:buSzPct val="100000"/>
              </a:pPr>
              <a:r>
                <a:rPr lang="en-GB" sz="1400" b="1" dirty="0">
                  <a:solidFill>
                    <a:schemeClr val="accent1"/>
                  </a:solidFill>
                  <a:latin typeface="Calibri Light" panose="020F0302020204030204" pitchFamily="34" charset="0"/>
                  <a:cs typeface="Calibri Light" panose="020F0302020204030204" pitchFamily="34" charset="0"/>
                </a:rPr>
                <a:t>Remaining 600 MW</a:t>
              </a:r>
            </a:p>
            <a:p>
              <a:r>
                <a:rPr lang="en-GB" sz="1200" dirty="0">
                  <a:solidFill>
                    <a:schemeClr val="accent1"/>
                  </a:solidFill>
                  <a:latin typeface="Calibri Light" panose="020F0302020204030204" pitchFamily="34" charset="0"/>
                  <a:cs typeface="Calibri Light" panose="020F0302020204030204" pitchFamily="34" charset="0"/>
                </a:rPr>
                <a:t>SECL internally assessed remaining capacity required to meet the Net-Surplus target is 600 MW</a:t>
              </a:r>
            </a:p>
          </p:txBody>
        </p:sp>
        <p:sp>
          <p:nvSpPr>
            <p:cNvPr id="55" name="TextBox 54">
              <a:extLst>
                <a:ext uri="{FF2B5EF4-FFF2-40B4-BE49-F238E27FC236}">
                  <a16:creationId xmlns:a16="http://schemas.microsoft.com/office/drawing/2014/main" id="{848821CE-D419-43DD-AFB3-A4F1D3B51F9E}"/>
                </a:ext>
              </a:extLst>
            </p:cNvPr>
            <p:cNvSpPr txBox="1"/>
            <p:nvPr/>
          </p:nvSpPr>
          <p:spPr>
            <a:xfrm rot="16200000">
              <a:off x="975677" y="4646452"/>
              <a:ext cx="1454219" cy="526920"/>
            </a:xfrm>
            <a:prstGeom prst="rect">
              <a:avLst/>
            </a:prstGeom>
            <a:noFill/>
          </p:spPr>
          <p:txBody>
            <a:bodyPr wrap="square" lIns="0" tIns="0" rIns="0" bIns="0" rtlCol="0">
              <a:spAutoFit/>
            </a:bodyPr>
            <a:lstStyle/>
            <a:p>
              <a:pPr algn="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sym typeface="Symbol" panose="05050102010706020507" pitchFamily="18" charset="2"/>
                </a:rPr>
                <a:t></a:t>
              </a:r>
              <a:r>
                <a:rPr lang="en-GB" sz="1400" b="1" dirty="0">
                  <a:solidFill>
                    <a:schemeClr val="accent3"/>
                  </a:solidFill>
                  <a:latin typeface="Calibri Light" panose="020F0302020204030204" pitchFamily="34" charset="0"/>
                  <a:cs typeface="Calibri Light" panose="020F0302020204030204" pitchFamily="34" charset="0"/>
                </a:rPr>
                <a:t>280-300 GW out of 500 GW targeted to be achieved from Solar</a:t>
              </a:r>
              <a:endParaRPr lang="en-GB" sz="800" dirty="0">
                <a:solidFill>
                  <a:schemeClr val="accent3"/>
                </a:solidFill>
                <a:latin typeface="Calibri Light" panose="020F0302020204030204" pitchFamily="34" charset="0"/>
                <a:cs typeface="Calibri Light" panose="020F0302020204030204" pitchFamily="34" charset="0"/>
              </a:endParaRPr>
            </a:p>
          </p:txBody>
        </p:sp>
        <p:sp>
          <p:nvSpPr>
            <p:cNvPr id="56" name="TextBox 55">
              <a:extLst>
                <a:ext uri="{FF2B5EF4-FFF2-40B4-BE49-F238E27FC236}">
                  <a16:creationId xmlns:a16="http://schemas.microsoft.com/office/drawing/2014/main" id="{C0DC24B5-BAB7-4F3F-A68E-225C8B51E909}"/>
                </a:ext>
              </a:extLst>
            </p:cNvPr>
            <p:cNvSpPr txBox="1"/>
            <p:nvPr/>
          </p:nvSpPr>
          <p:spPr>
            <a:xfrm rot="16200000">
              <a:off x="3893906" y="4597437"/>
              <a:ext cx="1356188" cy="526920"/>
            </a:xfrm>
            <a:prstGeom prst="rect">
              <a:avLst/>
            </a:prstGeom>
            <a:noFill/>
          </p:spPr>
          <p:txBody>
            <a:bodyPr wrap="square" lIns="0" tIns="0" rIns="0" bIns="0" rtlCol="0">
              <a:spAutoFit/>
            </a:bodyPr>
            <a:lstStyle/>
            <a:p>
              <a:pPr algn="r">
                <a:spcBef>
                  <a:spcPts val="600"/>
                </a:spcBef>
                <a:buSzPct val="100000"/>
              </a:pPr>
              <a:r>
                <a:rPr lang="en-GB" sz="1400" b="1" dirty="0">
                  <a:solidFill>
                    <a:schemeClr val="accent1"/>
                  </a:solidFill>
                  <a:latin typeface="Calibri Light" panose="020F0302020204030204" pitchFamily="34" charset="0"/>
                  <a:cs typeface="Calibri Light" panose="020F0302020204030204" pitchFamily="34" charset="0"/>
                </a:rPr>
                <a:t>SECL Targets to become Net-Surplus with solar by FY26</a:t>
              </a:r>
              <a:endParaRPr lang="en-GB" sz="800" dirty="0">
                <a:solidFill>
                  <a:schemeClr val="accent1"/>
                </a:solidFill>
                <a:latin typeface="Calibri Light" panose="020F0302020204030204" pitchFamily="34" charset="0"/>
                <a:cs typeface="Calibri Light" panose="020F0302020204030204" pitchFamily="34" charset="0"/>
              </a:endParaRPr>
            </a:p>
          </p:txBody>
        </p:sp>
        <p:sp>
          <p:nvSpPr>
            <p:cNvPr id="57" name="TextBox 56">
              <a:extLst>
                <a:ext uri="{FF2B5EF4-FFF2-40B4-BE49-F238E27FC236}">
                  <a16:creationId xmlns:a16="http://schemas.microsoft.com/office/drawing/2014/main" id="{CF32D205-A0AB-4B45-8BBB-714A2464D84B}"/>
                </a:ext>
              </a:extLst>
            </p:cNvPr>
            <p:cNvSpPr txBox="1"/>
            <p:nvPr/>
          </p:nvSpPr>
          <p:spPr>
            <a:xfrm rot="16200000">
              <a:off x="6906119" y="4546327"/>
              <a:ext cx="1078322" cy="351280"/>
            </a:xfrm>
            <a:prstGeom prst="rect">
              <a:avLst/>
            </a:prstGeom>
            <a:noFill/>
          </p:spPr>
          <p:txBody>
            <a:bodyPr wrap="square" lIns="0" tIns="0" rIns="0" bIns="0" rtlCol="0">
              <a:spAutoFit/>
            </a:bodyPr>
            <a:lstStyle/>
            <a:p>
              <a:pPr algn="r">
                <a:spcBef>
                  <a:spcPts val="600"/>
                </a:spcBef>
                <a:buSzPct val="100000"/>
              </a:pPr>
              <a:r>
                <a:rPr lang="en-GB" sz="1400" b="1" dirty="0">
                  <a:solidFill>
                    <a:schemeClr val="accent3"/>
                  </a:solidFill>
                  <a:latin typeface="Calibri Light" panose="020F0302020204030204" pitchFamily="34" charset="0"/>
                  <a:cs typeface="Calibri Light" panose="020F0302020204030204" pitchFamily="34" charset="0"/>
                </a:rPr>
                <a:t>Deloitte appointed by SECL</a:t>
              </a:r>
              <a:endParaRPr lang="en-GB" sz="800" dirty="0">
                <a:solidFill>
                  <a:schemeClr val="accent3"/>
                </a:solidFill>
                <a:latin typeface="Calibri Light" panose="020F0302020204030204" pitchFamily="34" charset="0"/>
                <a:cs typeface="Calibri Light" panose="020F0302020204030204" pitchFamily="34" charset="0"/>
              </a:endParaRPr>
            </a:p>
          </p:txBody>
        </p:sp>
      </p:grpSp>
    </p:spTree>
    <p:extLst>
      <p:ext uri="{BB962C8B-B14F-4D97-AF65-F5344CB8AC3E}">
        <p14:creationId xmlns:p14="http://schemas.microsoft.com/office/powerpoint/2010/main" val="3796436036"/>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29483"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7" name="Title 5">
            <a:extLst>
              <a:ext uri="{FF2B5EF4-FFF2-40B4-BE49-F238E27FC236}">
                <a16:creationId xmlns:a16="http://schemas.microsoft.com/office/drawing/2014/main" id="{1C773DC9-B674-4794-B0B3-16E87A7EB052}"/>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Process Adopted by Deloitte</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aphicFrame>
        <p:nvGraphicFramePr>
          <p:cNvPr id="3" name="Diagram 2">
            <a:extLst>
              <a:ext uri="{FF2B5EF4-FFF2-40B4-BE49-F238E27FC236}">
                <a16:creationId xmlns:a16="http://schemas.microsoft.com/office/drawing/2014/main" id="{AA592CEE-4029-406A-ADF7-8C01CABCC4AA}"/>
              </a:ext>
            </a:extLst>
          </p:cNvPr>
          <p:cNvGraphicFramePr/>
          <p:nvPr>
            <p:extLst>
              <p:ext uri="{D42A27DB-BD31-4B8C-83A1-F6EECF244321}">
                <p14:modId xmlns:p14="http://schemas.microsoft.com/office/powerpoint/2010/main" val="243313497"/>
              </p:ext>
            </p:extLst>
          </p:nvPr>
        </p:nvGraphicFramePr>
        <p:xfrm>
          <a:off x="501650" y="598714"/>
          <a:ext cx="11188700" cy="5691518"/>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8" name="Rectangle: Rounded Corners 7">
            <a:extLst>
              <a:ext uri="{FF2B5EF4-FFF2-40B4-BE49-F238E27FC236}">
                <a16:creationId xmlns:a16="http://schemas.microsoft.com/office/drawing/2014/main" id="{2147CDAB-8100-4233-BA83-2F643BB7FDFE}"/>
              </a:ext>
            </a:extLst>
          </p:cNvPr>
          <p:cNvSpPr/>
          <p:nvPr/>
        </p:nvSpPr>
        <p:spPr bwMode="gray">
          <a:xfrm>
            <a:off x="501651" y="6322890"/>
            <a:ext cx="11188700" cy="256854"/>
          </a:xfrm>
          <a:prstGeom prst="roundRect">
            <a:avLst/>
          </a:prstGeom>
          <a:solidFill>
            <a:schemeClr val="tx1"/>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rgbClr val="FFCD00"/>
                </a:solidFill>
                <a:latin typeface="Calibri Light" panose="020F0302020204030204" pitchFamily="34" charset="0"/>
                <a:cs typeface="Calibri Light" panose="020F0302020204030204" pitchFamily="34" charset="0"/>
              </a:rPr>
              <a:t>Based on above evaluation, best-fit models / options have been identified</a:t>
            </a:r>
          </a:p>
        </p:txBody>
      </p:sp>
    </p:spTree>
    <p:extLst>
      <p:ext uri="{BB962C8B-B14F-4D97-AF65-F5344CB8AC3E}">
        <p14:creationId xmlns:p14="http://schemas.microsoft.com/office/powerpoint/2010/main" val="1564882248"/>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Object 68" hidden="1"/>
          <p:cNvGraphicFramePr>
            <a:graphicFrameLocks noChangeAspect="1"/>
          </p:cNvGraphicFramePr>
          <p:nvPr>
            <p:custDataLst>
              <p:tags r:id="rId2"/>
            </p:custDataLst>
          </p:nvPr>
        </p:nvGraphicFramePr>
        <p:xfrm>
          <a:off x="1144290" y="644228"/>
          <a:ext cx="1290" cy="1290"/>
        </p:xfrm>
        <a:graphic>
          <a:graphicData uri="http://schemas.openxmlformats.org/presentationml/2006/ole">
            <mc:AlternateContent xmlns:mc="http://schemas.openxmlformats.org/markup-compatibility/2006">
              <mc:Choice xmlns:v="urn:schemas-microsoft-com:vml" Requires="v">
                <p:oleObj spid="_x0000_s723345" name="think-cell Slide" r:id="rId6" imgW="530" imgH="531" progId="TCLayout.ActiveDocument.1">
                  <p:embed/>
                </p:oleObj>
              </mc:Choice>
              <mc:Fallback>
                <p:oleObj name="think-cell Slide" r:id="rId6" imgW="530" imgH="531" progId="TCLayout.ActiveDocument.1">
                  <p:embed/>
                  <p:pic>
                    <p:nvPicPr>
                      <p:cNvPr id="69" name="Object 68" hidden="1"/>
                      <p:cNvPicPr/>
                      <p:nvPr/>
                    </p:nvPicPr>
                    <p:blipFill>
                      <a:blip r:embed="rId7"/>
                      <a:stretch>
                        <a:fillRect/>
                      </a:stretch>
                    </p:blipFill>
                    <p:spPr>
                      <a:xfrm>
                        <a:off x="1144290" y="644228"/>
                        <a:ext cx="1290" cy="1290"/>
                      </a:xfrm>
                      <a:prstGeom prst="rect">
                        <a:avLst/>
                      </a:prstGeom>
                    </p:spPr>
                  </p:pic>
                </p:oleObj>
              </mc:Fallback>
            </mc:AlternateContent>
          </a:graphicData>
        </a:graphic>
      </p:graphicFrame>
      <p:sp>
        <p:nvSpPr>
          <p:cNvPr id="68" name="Rectangle 67" hidden="1"/>
          <p:cNvSpPr/>
          <p:nvPr>
            <p:custDataLst>
              <p:tags r:id="rId3"/>
            </p:custDataLst>
          </p:nvPr>
        </p:nvSpPr>
        <p:spPr bwMode="gray">
          <a:xfrm>
            <a:off x="1143000" y="642938"/>
            <a:ext cx="128984" cy="128984"/>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rgbClr val="FFFFFF"/>
              </a:solidFill>
              <a:latin typeface="Verdana" panose="020B0604030504040204" pitchFamily="34" charset="0"/>
              <a:ea typeface="+mj-ea"/>
              <a:cs typeface="+mj-cs"/>
              <a:sym typeface="Verdana" panose="020B0604030504040204" pitchFamily="34" charset="0"/>
            </a:endParaRPr>
          </a:p>
        </p:txBody>
      </p:sp>
      <p:graphicFrame>
        <p:nvGraphicFramePr>
          <p:cNvPr id="145" name="Chart 144">
            <a:extLst>
              <a:ext uri="{FF2B5EF4-FFF2-40B4-BE49-F238E27FC236}">
                <a16:creationId xmlns:a16="http://schemas.microsoft.com/office/drawing/2014/main" id="{1F791B7C-FE29-467E-8DF3-F92F05A6F680}"/>
              </a:ext>
            </a:extLst>
          </p:cNvPr>
          <p:cNvGraphicFramePr/>
          <p:nvPr>
            <p:extLst>
              <p:ext uri="{D42A27DB-BD31-4B8C-83A1-F6EECF244321}">
                <p14:modId xmlns:p14="http://schemas.microsoft.com/office/powerpoint/2010/main" val="2515592167"/>
              </p:ext>
            </p:extLst>
          </p:nvPr>
        </p:nvGraphicFramePr>
        <p:xfrm>
          <a:off x="1733019" y="857397"/>
          <a:ext cx="8735971" cy="5233059"/>
        </p:xfrm>
        <a:graphic>
          <a:graphicData uri="http://schemas.openxmlformats.org/drawingml/2006/chart">
            <c:chart xmlns:c="http://schemas.openxmlformats.org/drawingml/2006/chart" xmlns:r="http://schemas.openxmlformats.org/officeDocument/2006/relationships" r:id="rId8"/>
          </a:graphicData>
        </a:graphic>
      </p:graphicFrame>
      <p:sp>
        <p:nvSpPr>
          <p:cNvPr id="146" name="Oval 145">
            <a:extLst>
              <a:ext uri="{FF2B5EF4-FFF2-40B4-BE49-F238E27FC236}">
                <a16:creationId xmlns:a16="http://schemas.microsoft.com/office/drawing/2014/main" id="{7B2D6BE6-6401-4130-BD6E-C88280B815E7}"/>
              </a:ext>
            </a:extLst>
          </p:cNvPr>
          <p:cNvSpPr/>
          <p:nvPr/>
        </p:nvSpPr>
        <p:spPr bwMode="gray">
          <a:xfrm>
            <a:off x="5310740" y="2576705"/>
            <a:ext cx="1884421" cy="1355900"/>
          </a:xfrm>
          <a:prstGeom prst="ellipse">
            <a:avLst/>
          </a:prstGeom>
          <a:solidFill>
            <a:srgbClr val="92D050"/>
          </a:solidFill>
          <a:ln w="19050" algn="ctr">
            <a:noFill/>
            <a:miter lim="800000"/>
            <a:headEnd/>
            <a:tailEnd/>
          </a:ln>
        </p:spPr>
        <p:txBody>
          <a:bodyPr wrap="square" lIns="78441" tIns="78441" rIns="78441" bIns="78441" rtlCol="0" anchor="ctr"/>
          <a:lstStyle/>
          <a:p>
            <a:pPr algn="ctr">
              <a:lnSpc>
                <a:spcPct val="106000"/>
              </a:lnSpc>
              <a:buFont typeface="Wingdings 2" pitchFamily="18" charset="2"/>
              <a:buNone/>
            </a:pPr>
            <a:endParaRPr lang="en-IN" sz="1412" b="1" dirty="0">
              <a:solidFill>
                <a:schemeClr val="bg1"/>
              </a:solidFill>
            </a:endParaRPr>
          </a:p>
        </p:txBody>
      </p:sp>
      <p:sp>
        <p:nvSpPr>
          <p:cNvPr id="147" name="Rectangle 146">
            <a:extLst>
              <a:ext uri="{FF2B5EF4-FFF2-40B4-BE49-F238E27FC236}">
                <a16:creationId xmlns:a16="http://schemas.microsoft.com/office/drawing/2014/main" id="{38965EB7-E614-4DE9-B286-F33F3337FC94}"/>
              </a:ext>
            </a:extLst>
          </p:cNvPr>
          <p:cNvSpPr/>
          <p:nvPr/>
        </p:nvSpPr>
        <p:spPr bwMode="gray">
          <a:xfrm>
            <a:off x="5273580" y="3089463"/>
            <a:ext cx="2014970" cy="603128"/>
          </a:xfrm>
          <a:prstGeom prst="rect">
            <a:avLst/>
          </a:prstGeom>
          <a:noFill/>
          <a:ln w="19050" algn="ctr">
            <a:noFill/>
            <a:miter lim="800000"/>
            <a:headEnd/>
            <a:tailEnd/>
          </a:ln>
        </p:spPr>
        <p:txBody>
          <a:bodyPr wrap="square" lIns="78441" tIns="78441" rIns="78441" bIns="78441" rtlCol="0" anchor="t"/>
          <a:lstStyle/>
          <a:p>
            <a:pPr algn="ctr"/>
            <a:r>
              <a:rPr lang="en-US" sz="1412" b="1" dirty="0">
                <a:solidFill>
                  <a:schemeClr val="bg1"/>
                </a:solidFill>
              </a:rPr>
              <a:t>Triangulation</a:t>
            </a:r>
          </a:p>
        </p:txBody>
      </p:sp>
      <p:sp>
        <p:nvSpPr>
          <p:cNvPr id="148" name="Freeform 418">
            <a:extLst>
              <a:ext uri="{FF2B5EF4-FFF2-40B4-BE49-F238E27FC236}">
                <a16:creationId xmlns:a16="http://schemas.microsoft.com/office/drawing/2014/main" id="{88FEAF5C-1C8F-4631-8C96-5868CCCC444A}"/>
              </a:ext>
            </a:extLst>
          </p:cNvPr>
          <p:cNvSpPr>
            <a:spLocks noEditPoints="1"/>
          </p:cNvSpPr>
          <p:nvPr/>
        </p:nvSpPr>
        <p:spPr bwMode="auto">
          <a:xfrm>
            <a:off x="5934834" y="2704852"/>
            <a:ext cx="588696" cy="408567"/>
          </a:xfrm>
          <a:custGeom>
            <a:avLst/>
            <a:gdLst>
              <a:gd name="T0" fmla="*/ 107702 w 113"/>
              <a:gd name="T1" fmla="*/ 215405 h 95"/>
              <a:gd name="T2" fmla="*/ 83224 w 113"/>
              <a:gd name="T3" fmla="*/ 190927 h 95"/>
              <a:gd name="T4" fmla="*/ 78328 w 113"/>
              <a:gd name="T5" fmla="*/ 132180 h 95"/>
              <a:gd name="T6" fmla="*/ 112597 w 113"/>
              <a:gd name="T7" fmla="*/ 122389 h 95"/>
              <a:gd name="T8" fmla="*/ 146866 w 113"/>
              <a:gd name="T9" fmla="*/ 151762 h 95"/>
              <a:gd name="T10" fmla="*/ 151761 w 113"/>
              <a:gd name="T11" fmla="*/ 190927 h 95"/>
              <a:gd name="T12" fmla="*/ 283941 w 113"/>
              <a:gd name="T13" fmla="*/ 230091 h 95"/>
              <a:gd name="T14" fmla="*/ 244777 w 113"/>
              <a:gd name="T15" fmla="*/ 230091 h 95"/>
              <a:gd name="T16" fmla="*/ 215403 w 113"/>
              <a:gd name="T17" fmla="*/ 274151 h 95"/>
              <a:gd name="T18" fmla="*/ 244777 w 113"/>
              <a:gd name="T19" fmla="*/ 303525 h 95"/>
              <a:gd name="T20" fmla="*/ 283941 w 113"/>
              <a:gd name="T21" fmla="*/ 288838 h 95"/>
              <a:gd name="T22" fmla="*/ 303523 w 113"/>
              <a:gd name="T23" fmla="*/ 269256 h 95"/>
              <a:gd name="T24" fmla="*/ 259463 w 113"/>
              <a:gd name="T25" fmla="*/ 396540 h 95"/>
              <a:gd name="T26" fmla="*/ 259463 w 113"/>
              <a:gd name="T27" fmla="*/ 367167 h 95"/>
              <a:gd name="T28" fmla="*/ 215403 w 113"/>
              <a:gd name="T29" fmla="*/ 337793 h 95"/>
              <a:gd name="T30" fmla="*/ 181135 w 113"/>
              <a:gd name="T31" fmla="*/ 357376 h 95"/>
              <a:gd name="T32" fmla="*/ 200717 w 113"/>
              <a:gd name="T33" fmla="*/ 396540 h 95"/>
              <a:gd name="T34" fmla="*/ 230090 w 113"/>
              <a:gd name="T35" fmla="*/ 421018 h 95"/>
              <a:gd name="T36" fmla="*/ 93015 w 113"/>
              <a:gd name="T37" fmla="*/ 386749 h 95"/>
              <a:gd name="T38" fmla="*/ 68537 w 113"/>
              <a:gd name="T39" fmla="*/ 421018 h 95"/>
              <a:gd name="T40" fmla="*/ 9791 w 113"/>
              <a:gd name="T41" fmla="*/ 425914 h 95"/>
              <a:gd name="T42" fmla="*/ 0 w 113"/>
              <a:gd name="T43" fmla="*/ 381854 h 95"/>
              <a:gd name="T44" fmla="*/ 39164 w 113"/>
              <a:gd name="T45" fmla="*/ 352480 h 95"/>
              <a:gd name="T46" fmla="*/ 78328 w 113"/>
              <a:gd name="T47" fmla="*/ 342689 h 95"/>
              <a:gd name="T48" fmla="*/ 298627 w 113"/>
              <a:gd name="T49" fmla="*/ 220300 h 95"/>
              <a:gd name="T50" fmla="*/ 283941 w 113"/>
              <a:gd name="T51" fmla="*/ 244778 h 95"/>
              <a:gd name="T52" fmla="*/ 220299 w 113"/>
              <a:gd name="T53" fmla="*/ 259465 h 95"/>
              <a:gd name="T54" fmla="*/ 249672 w 113"/>
              <a:gd name="T55" fmla="*/ 298629 h 95"/>
              <a:gd name="T56" fmla="*/ 288836 w 113"/>
              <a:gd name="T57" fmla="*/ 259465 h 95"/>
              <a:gd name="T58" fmla="*/ 367165 w 113"/>
              <a:gd name="T59" fmla="*/ 342689 h 95"/>
              <a:gd name="T60" fmla="*/ 435702 w 113"/>
              <a:gd name="T61" fmla="*/ 288838 h 95"/>
              <a:gd name="T62" fmla="*/ 396538 w 113"/>
              <a:gd name="T63" fmla="*/ 259465 h 95"/>
              <a:gd name="T64" fmla="*/ 411225 w 113"/>
              <a:gd name="T65" fmla="*/ 215405 h 95"/>
              <a:gd name="T66" fmla="*/ 440598 w 113"/>
              <a:gd name="T67" fmla="*/ 215405 h 95"/>
              <a:gd name="T68" fmla="*/ 465075 w 113"/>
              <a:gd name="T69" fmla="*/ 269256 h 95"/>
              <a:gd name="T70" fmla="*/ 553195 w 113"/>
              <a:gd name="T71" fmla="*/ 230091 h 95"/>
              <a:gd name="T72" fmla="*/ 494449 w 113"/>
              <a:gd name="T73" fmla="*/ 146867 h 95"/>
              <a:gd name="T74" fmla="*/ 469971 w 113"/>
              <a:gd name="T75" fmla="*/ 186031 h 95"/>
              <a:gd name="T76" fmla="*/ 425911 w 113"/>
              <a:gd name="T77" fmla="*/ 171345 h 95"/>
              <a:gd name="T78" fmla="*/ 416120 w 113"/>
              <a:gd name="T79" fmla="*/ 137076 h 95"/>
              <a:gd name="T80" fmla="*/ 479762 w 113"/>
              <a:gd name="T81" fmla="*/ 117493 h 95"/>
              <a:gd name="T82" fmla="*/ 440598 w 113"/>
              <a:gd name="T83" fmla="*/ 24478 h 95"/>
              <a:gd name="T84" fmla="*/ 347583 w 113"/>
              <a:gd name="T85" fmla="*/ 63642 h 95"/>
              <a:gd name="T86" fmla="*/ 342687 w 113"/>
              <a:gd name="T87" fmla="*/ 9791 h 95"/>
              <a:gd name="T88" fmla="*/ 288836 w 113"/>
              <a:gd name="T89" fmla="*/ 0 h 95"/>
              <a:gd name="T90" fmla="*/ 264359 w 113"/>
              <a:gd name="T91" fmla="*/ 34269 h 95"/>
              <a:gd name="T92" fmla="*/ 313314 w 113"/>
              <a:gd name="T93" fmla="*/ 88120 h 95"/>
              <a:gd name="T94" fmla="*/ 244777 w 113"/>
              <a:gd name="T95" fmla="*/ 137076 h 9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3" h="95">
                <a:moveTo>
                  <a:pt x="6" y="55"/>
                </a:moveTo>
                <a:lnTo>
                  <a:pt x="22" y="45"/>
                </a:lnTo>
                <a:lnTo>
                  <a:pt x="22" y="44"/>
                </a:lnTo>
                <a:lnTo>
                  <a:pt x="22" y="42"/>
                </a:lnTo>
                <a:lnTo>
                  <a:pt x="17" y="39"/>
                </a:lnTo>
                <a:lnTo>
                  <a:pt x="14" y="36"/>
                </a:lnTo>
                <a:lnTo>
                  <a:pt x="13" y="31"/>
                </a:lnTo>
                <a:lnTo>
                  <a:pt x="16" y="27"/>
                </a:lnTo>
                <a:lnTo>
                  <a:pt x="17" y="25"/>
                </a:lnTo>
                <a:lnTo>
                  <a:pt x="19" y="25"/>
                </a:lnTo>
                <a:lnTo>
                  <a:pt x="23" y="25"/>
                </a:lnTo>
                <a:lnTo>
                  <a:pt x="28" y="27"/>
                </a:lnTo>
                <a:lnTo>
                  <a:pt x="30" y="31"/>
                </a:lnTo>
                <a:lnTo>
                  <a:pt x="30" y="38"/>
                </a:lnTo>
                <a:lnTo>
                  <a:pt x="30" y="39"/>
                </a:lnTo>
                <a:lnTo>
                  <a:pt x="31" y="39"/>
                </a:lnTo>
                <a:lnTo>
                  <a:pt x="48" y="30"/>
                </a:lnTo>
                <a:lnTo>
                  <a:pt x="58" y="45"/>
                </a:lnTo>
                <a:lnTo>
                  <a:pt x="58" y="47"/>
                </a:lnTo>
                <a:lnTo>
                  <a:pt x="56" y="48"/>
                </a:lnTo>
                <a:lnTo>
                  <a:pt x="50" y="47"/>
                </a:lnTo>
                <a:lnTo>
                  <a:pt x="45" y="48"/>
                </a:lnTo>
                <a:lnTo>
                  <a:pt x="44" y="53"/>
                </a:lnTo>
                <a:lnTo>
                  <a:pt x="44" y="56"/>
                </a:lnTo>
                <a:lnTo>
                  <a:pt x="44" y="59"/>
                </a:lnTo>
                <a:lnTo>
                  <a:pt x="45" y="61"/>
                </a:lnTo>
                <a:lnTo>
                  <a:pt x="50" y="62"/>
                </a:lnTo>
                <a:lnTo>
                  <a:pt x="54" y="62"/>
                </a:lnTo>
                <a:lnTo>
                  <a:pt x="58" y="59"/>
                </a:lnTo>
                <a:lnTo>
                  <a:pt x="59" y="55"/>
                </a:lnTo>
                <a:lnTo>
                  <a:pt x="61" y="55"/>
                </a:lnTo>
                <a:lnTo>
                  <a:pt x="62" y="55"/>
                </a:lnTo>
                <a:lnTo>
                  <a:pt x="71" y="72"/>
                </a:lnTo>
                <a:lnTo>
                  <a:pt x="54" y="81"/>
                </a:lnTo>
                <a:lnTo>
                  <a:pt x="53" y="81"/>
                </a:lnTo>
                <a:lnTo>
                  <a:pt x="53" y="79"/>
                </a:lnTo>
                <a:lnTo>
                  <a:pt x="53" y="75"/>
                </a:lnTo>
                <a:lnTo>
                  <a:pt x="51" y="70"/>
                </a:lnTo>
                <a:lnTo>
                  <a:pt x="48" y="67"/>
                </a:lnTo>
                <a:lnTo>
                  <a:pt x="44" y="69"/>
                </a:lnTo>
                <a:lnTo>
                  <a:pt x="42" y="69"/>
                </a:lnTo>
                <a:lnTo>
                  <a:pt x="41" y="70"/>
                </a:lnTo>
                <a:lnTo>
                  <a:pt x="37" y="73"/>
                </a:lnTo>
                <a:lnTo>
                  <a:pt x="37" y="78"/>
                </a:lnTo>
                <a:lnTo>
                  <a:pt x="41" y="81"/>
                </a:lnTo>
                <a:lnTo>
                  <a:pt x="45" y="84"/>
                </a:lnTo>
                <a:lnTo>
                  <a:pt x="47" y="84"/>
                </a:lnTo>
                <a:lnTo>
                  <a:pt x="47" y="86"/>
                </a:lnTo>
                <a:lnTo>
                  <a:pt x="30" y="95"/>
                </a:lnTo>
                <a:lnTo>
                  <a:pt x="20" y="79"/>
                </a:lnTo>
                <a:lnTo>
                  <a:pt x="19" y="79"/>
                </a:lnTo>
                <a:lnTo>
                  <a:pt x="17" y="79"/>
                </a:lnTo>
                <a:lnTo>
                  <a:pt x="14" y="86"/>
                </a:lnTo>
                <a:lnTo>
                  <a:pt x="11" y="89"/>
                </a:lnTo>
                <a:lnTo>
                  <a:pt x="6" y="89"/>
                </a:lnTo>
                <a:lnTo>
                  <a:pt x="2" y="87"/>
                </a:lnTo>
                <a:lnTo>
                  <a:pt x="0" y="84"/>
                </a:lnTo>
                <a:lnTo>
                  <a:pt x="0" y="83"/>
                </a:lnTo>
                <a:lnTo>
                  <a:pt x="0" y="78"/>
                </a:lnTo>
                <a:lnTo>
                  <a:pt x="3" y="73"/>
                </a:lnTo>
                <a:lnTo>
                  <a:pt x="8" y="72"/>
                </a:lnTo>
                <a:lnTo>
                  <a:pt x="13" y="73"/>
                </a:lnTo>
                <a:lnTo>
                  <a:pt x="14" y="72"/>
                </a:lnTo>
                <a:lnTo>
                  <a:pt x="16" y="70"/>
                </a:lnTo>
                <a:lnTo>
                  <a:pt x="6" y="55"/>
                </a:lnTo>
                <a:close/>
                <a:moveTo>
                  <a:pt x="50" y="28"/>
                </a:moveTo>
                <a:lnTo>
                  <a:pt x="61" y="45"/>
                </a:lnTo>
                <a:lnTo>
                  <a:pt x="59" y="48"/>
                </a:lnTo>
                <a:lnTo>
                  <a:pt x="58" y="50"/>
                </a:lnTo>
                <a:lnTo>
                  <a:pt x="51" y="50"/>
                </a:lnTo>
                <a:lnTo>
                  <a:pt x="48" y="50"/>
                </a:lnTo>
                <a:lnTo>
                  <a:pt x="45" y="53"/>
                </a:lnTo>
                <a:lnTo>
                  <a:pt x="45" y="56"/>
                </a:lnTo>
                <a:lnTo>
                  <a:pt x="47" y="58"/>
                </a:lnTo>
                <a:lnTo>
                  <a:pt x="48" y="61"/>
                </a:lnTo>
                <a:lnTo>
                  <a:pt x="51" y="61"/>
                </a:lnTo>
                <a:lnTo>
                  <a:pt x="53" y="61"/>
                </a:lnTo>
                <a:lnTo>
                  <a:pt x="56" y="58"/>
                </a:lnTo>
                <a:lnTo>
                  <a:pt x="59" y="53"/>
                </a:lnTo>
                <a:lnTo>
                  <a:pt x="61" y="52"/>
                </a:lnTo>
                <a:lnTo>
                  <a:pt x="64" y="52"/>
                </a:lnTo>
                <a:lnTo>
                  <a:pt x="75" y="70"/>
                </a:lnTo>
                <a:lnTo>
                  <a:pt x="89" y="61"/>
                </a:lnTo>
                <a:lnTo>
                  <a:pt x="89" y="59"/>
                </a:lnTo>
                <a:lnTo>
                  <a:pt x="82" y="56"/>
                </a:lnTo>
                <a:lnTo>
                  <a:pt x="81" y="53"/>
                </a:lnTo>
                <a:lnTo>
                  <a:pt x="79" y="48"/>
                </a:lnTo>
                <a:lnTo>
                  <a:pt x="82" y="45"/>
                </a:lnTo>
                <a:lnTo>
                  <a:pt x="84" y="44"/>
                </a:lnTo>
                <a:lnTo>
                  <a:pt x="85" y="44"/>
                </a:lnTo>
                <a:lnTo>
                  <a:pt x="90" y="44"/>
                </a:lnTo>
                <a:lnTo>
                  <a:pt x="93" y="45"/>
                </a:lnTo>
                <a:lnTo>
                  <a:pt x="95" y="50"/>
                </a:lnTo>
                <a:lnTo>
                  <a:pt x="95" y="55"/>
                </a:lnTo>
                <a:lnTo>
                  <a:pt x="95" y="56"/>
                </a:lnTo>
                <a:lnTo>
                  <a:pt x="96" y="56"/>
                </a:lnTo>
                <a:lnTo>
                  <a:pt x="113" y="47"/>
                </a:lnTo>
                <a:lnTo>
                  <a:pt x="104" y="30"/>
                </a:lnTo>
                <a:lnTo>
                  <a:pt x="102" y="30"/>
                </a:lnTo>
                <a:lnTo>
                  <a:pt x="101" y="30"/>
                </a:lnTo>
                <a:lnTo>
                  <a:pt x="99" y="35"/>
                </a:lnTo>
                <a:lnTo>
                  <a:pt x="96" y="38"/>
                </a:lnTo>
                <a:lnTo>
                  <a:pt x="92" y="39"/>
                </a:lnTo>
                <a:lnTo>
                  <a:pt x="87" y="36"/>
                </a:lnTo>
                <a:lnTo>
                  <a:pt x="87" y="35"/>
                </a:lnTo>
                <a:lnTo>
                  <a:pt x="85" y="33"/>
                </a:lnTo>
                <a:lnTo>
                  <a:pt x="85" y="28"/>
                </a:lnTo>
                <a:lnTo>
                  <a:pt x="89" y="24"/>
                </a:lnTo>
                <a:lnTo>
                  <a:pt x="92" y="22"/>
                </a:lnTo>
                <a:lnTo>
                  <a:pt x="98" y="24"/>
                </a:lnTo>
                <a:lnTo>
                  <a:pt x="99" y="22"/>
                </a:lnTo>
                <a:lnTo>
                  <a:pt x="99" y="21"/>
                </a:lnTo>
                <a:lnTo>
                  <a:pt x="90" y="5"/>
                </a:lnTo>
                <a:lnTo>
                  <a:pt x="73" y="14"/>
                </a:lnTo>
                <a:lnTo>
                  <a:pt x="71" y="14"/>
                </a:lnTo>
                <a:lnTo>
                  <a:pt x="71" y="13"/>
                </a:lnTo>
                <a:lnTo>
                  <a:pt x="71" y="7"/>
                </a:lnTo>
                <a:lnTo>
                  <a:pt x="70" y="2"/>
                </a:lnTo>
                <a:lnTo>
                  <a:pt x="67" y="0"/>
                </a:lnTo>
                <a:lnTo>
                  <a:pt x="62" y="0"/>
                </a:lnTo>
                <a:lnTo>
                  <a:pt x="59" y="0"/>
                </a:lnTo>
                <a:lnTo>
                  <a:pt x="58" y="2"/>
                </a:lnTo>
                <a:lnTo>
                  <a:pt x="54" y="7"/>
                </a:lnTo>
                <a:lnTo>
                  <a:pt x="56" y="11"/>
                </a:lnTo>
                <a:lnTo>
                  <a:pt x="59" y="14"/>
                </a:lnTo>
                <a:lnTo>
                  <a:pt x="64" y="18"/>
                </a:lnTo>
                <a:lnTo>
                  <a:pt x="65" y="19"/>
                </a:lnTo>
                <a:lnTo>
                  <a:pt x="64" y="21"/>
                </a:lnTo>
                <a:lnTo>
                  <a:pt x="50" y="28"/>
                </a:lnTo>
                <a:close/>
              </a:path>
            </a:pathLst>
          </a:custGeom>
          <a:solidFill>
            <a:schemeClr val="bg1"/>
          </a:solidFill>
          <a:ln>
            <a:noFill/>
          </a:ln>
        </p:spPr>
        <p:txBody>
          <a:bodyPr/>
          <a:lstStyle/>
          <a:p>
            <a:pPr defTabSz="806867">
              <a:defRPr/>
            </a:pPr>
            <a:endParaRPr lang="en-US" sz="1588" kern="0" dirty="0">
              <a:solidFill>
                <a:sysClr val="windowText" lastClr="000000"/>
              </a:solidFill>
            </a:endParaRPr>
          </a:p>
        </p:txBody>
      </p:sp>
      <p:sp>
        <p:nvSpPr>
          <p:cNvPr id="149" name="Rectangle 148">
            <a:extLst>
              <a:ext uri="{FF2B5EF4-FFF2-40B4-BE49-F238E27FC236}">
                <a16:creationId xmlns:a16="http://schemas.microsoft.com/office/drawing/2014/main" id="{13898F1C-1AD8-4A4A-9906-6A87AC3CF3AF}"/>
              </a:ext>
            </a:extLst>
          </p:cNvPr>
          <p:cNvSpPr/>
          <p:nvPr/>
        </p:nvSpPr>
        <p:spPr>
          <a:xfrm>
            <a:off x="7001491" y="2569087"/>
            <a:ext cx="1614982" cy="309637"/>
          </a:xfrm>
          <a:prstGeom prst="rect">
            <a:avLst/>
          </a:prstGeom>
        </p:spPr>
        <p:txBody>
          <a:bodyPr wrap="square">
            <a:spAutoFit/>
          </a:bodyPr>
          <a:lstStyle/>
          <a:p>
            <a:pPr algn="ctr"/>
            <a:r>
              <a:rPr lang="en-US" sz="1412" b="1" dirty="0">
                <a:solidFill>
                  <a:schemeClr val="bg1"/>
                </a:solidFill>
              </a:rPr>
              <a:t>Secondary</a:t>
            </a:r>
          </a:p>
        </p:txBody>
      </p:sp>
      <p:sp>
        <p:nvSpPr>
          <p:cNvPr id="150" name="Freeform 818">
            <a:extLst>
              <a:ext uri="{FF2B5EF4-FFF2-40B4-BE49-F238E27FC236}">
                <a16:creationId xmlns:a16="http://schemas.microsoft.com/office/drawing/2014/main" id="{CCA4B28F-3A24-42E4-8281-E32CF079B715}"/>
              </a:ext>
            </a:extLst>
          </p:cNvPr>
          <p:cNvSpPr>
            <a:spLocks noEditPoints="1"/>
          </p:cNvSpPr>
          <p:nvPr/>
        </p:nvSpPr>
        <p:spPr bwMode="auto">
          <a:xfrm>
            <a:off x="4358644" y="2030505"/>
            <a:ext cx="588696" cy="419984"/>
          </a:xfrm>
          <a:custGeom>
            <a:avLst/>
            <a:gdLst>
              <a:gd name="T0" fmla="*/ 86 w 299"/>
              <a:gd name="T1" fmla="*/ 64 h 298"/>
              <a:gd name="T2" fmla="*/ 118 w 299"/>
              <a:gd name="T3" fmla="*/ 32 h 298"/>
              <a:gd name="T4" fmla="*/ 86 w 299"/>
              <a:gd name="T5" fmla="*/ 0 h 298"/>
              <a:gd name="T6" fmla="*/ 54 w 299"/>
              <a:gd name="T7" fmla="*/ 32 h 298"/>
              <a:gd name="T8" fmla="*/ 86 w 299"/>
              <a:gd name="T9" fmla="*/ 64 h 298"/>
              <a:gd name="T10" fmla="*/ 86 w 299"/>
              <a:gd name="T11" fmla="*/ 21 h 298"/>
              <a:gd name="T12" fmla="*/ 96 w 299"/>
              <a:gd name="T13" fmla="*/ 32 h 298"/>
              <a:gd name="T14" fmla="*/ 86 w 299"/>
              <a:gd name="T15" fmla="*/ 42 h 298"/>
              <a:gd name="T16" fmla="*/ 75 w 299"/>
              <a:gd name="T17" fmla="*/ 32 h 298"/>
              <a:gd name="T18" fmla="*/ 86 w 299"/>
              <a:gd name="T19" fmla="*/ 21 h 298"/>
              <a:gd name="T20" fmla="*/ 288 w 299"/>
              <a:gd name="T21" fmla="*/ 149 h 298"/>
              <a:gd name="T22" fmla="*/ 267 w 299"/>
              <a:gd name="T23" fmla="*/ 149 h 298"/>
              <a:gd name="T24" fmla="*/ 267 w 299"/>
              <a:gd name="T25" fmla="*/ 96 h 298"/>
              <a:gd name="T26" fmla="*/ 256 w 299"/>
              <a:gd name="T27" fmla="*/ 85 h 298"/>
              <a:gd name="T28" fmla="*/ 171 w 299"/>
              <a:gd name="T29" fmla="*/ 85 h 298"/>
              <a:gd name="T30" fmla="*/ 160 w 299"/>
              <a:gd name="T31" fmla="*/ 96 h 298"/>
              <a:gd name="T32" fmla="*/ 160 w 299"/>
              <a:gd name="T33" fmla="*/ 149 h 298"/>
              <a:gd name="T34" fmla="*/ 139 w 299"/>
              <a:gd name="T35" fmla="*/ 149 h 298"/>
              <a:gd name="T36" fmla="*/ 139 w 299"/>
              <a:gd name="T37" fmla="*/ 96 h 298"/>
              <a:gd name="T38" fmla="*/ 128 w 299"/>
              <a:gd name="T39" fmla="*/ 85 h 298"/>
              <a:gd name="T40" fmla="*/ 43 w 299"/>
              <a:gd name="T41" fmla="*/ 85 h 298"/>
              <a:gd name="T42" fmla="*/ 32 w 299"/>
              <a:gd name="T43" fmla="*/ 96 h 298"/>
              <a:gd name="T44" fmla="*/ 32 w 299"/>
              <a:gd name="T45" fmla="*/ 149 h 298"/>
              <a:gd name="T46" fmla="*/ 11 w 299"/>
              <a:gd name="T47" fmla="*/ 149 h 298"/>
              <a:gd name="T48" fmla="*/ 0 w 299"/>
              <a:gd name="T49" fmla="*/ 160 h 298"/>
              <a:gd name="T50" fmla="*/ 11 w 299"/>
              <a:gd name="T51" fmla="*/ 170 h 298"/>
              <a:gd name="T52" fmla="*/ 11 w 299"/>
              <a:gd name="T53" fmla="*/ 288 h 298"/>
              <a:gd name="T54" fmla="*/ 22 w 299"/>
              <a:gd name="T55" fmla="*/ 298 h 298"/>
              <a:gd name="T56" fmla="*/ 278 w 299"/>
              <a:gd name="T57" fmla="*/ 298 h 298"/>
              <a:gd name="T58" fmla="*/ 288 w 299"/>
              <a:gd name="T59" fmla="*/ 288 h 298"/>
              <a:gd name="T60" fmla="*/ 288 w 299"/>
              <a:gd name="T61" fmla="*/ 170 h 298"/>
              <a:gd name="T62" fmla="*/ 299 w 299"/>
              <a:gd name="T63" fmla="*/ 160 h 298"/>
              <a:gd name="T64" fmla="*/ 288 w 299"/>
              <a:gd name="T65" fmla="*/ 149 h 298"/>
              <a:gd name="T66" fmla="*/ 182 w 299"/>
              <a:gd name="T67" fmla="*/ 106 h 298"/>
              <a:gd name="T68" fmla="*/ 246 w 299"/>
              <a:gd name="T69" fmla="*/ 106 h 298"/>
              <a:gd name="T70" fmla="*/ 246 w 299"/>
              <a:gd name="T71" fmla="*/ 149 h 298"/>
              <a:gd name="T72" fmla="*/ 182 w 299"/>
              <a:gd name="T73" fmla="*/ 149 h 298"/>
              <a:gd name="T74" fmla="*/ 182 w 299"/>
              <a:gd name="T75" fmla="*/ 106 h 298"/>
              <a:gd name="T76" fmla="*/ 54 w 299"/>
              <a:gd name="T77" fmla="*/ 106 h 298"/>
              <a:gd name="T78" fmla="*/ 118 w 299"/>
              <a:gd name="T79" fmla="*/ 106 h 298"/>
              <a:gd name="T80" fmla="*/ 118 w 299"/>
              <a:gd name="T81" fmla="*/ 149 h 298"/>
              <a:gd name="T82" fmla="*/ 54 w 299"/>
              <a:gd name="T83" fmla="*/ 149 h 298"/>
              <a:gd name="T84" fmla="*/ 54 w 299"/>
              <a:gd name="T85" fmla="*/ 106 h 298"/>
              <a:gd name="T86" fmla="*/ 267 w 299"/>
              <a:gd name="T87" fmla="*/ 277 h 298"/>
              <a:gd name="T88" fmla="*/ 32 w 299"/>
              <a:gd name="T89" fmla="*/ 277 h 298"/>
              <a:gd name="T90" fmla="*/ 32 w 299"/>
              <a:gd name="T91" fmla="*/ 170 h 298"/>
              <a:gd name="T92" fmla="*/ 267 w 299"/>
              <a:gd name="T93" fmla="*/ 170 h 298"/>
              <a:gd name="T94" fmla="*/ 267 w 299"/>
              <a:gd name="T95" fmla="*/ 277 h 298"/>
              <a:gd name="T96" fmla="*/ 214 w 299"/>
              <a:gd name="T97" fmla="*/ 64 h 298"/>
              <a:gd name="T98" fmla="*/ 246 w 299"/>
              <a:gd name="T99" fmla="*/ 32 h 298"/>
              <a:gd name="T100" fmla="*/ 214 w 299"/>
              <a:gd name="T101" fmla="*/ 0 h 298"/>
              <a:gd name="T102" fmla="*/ 182 w 299"/>
              <a:gd name="T103" fmla="*/ 32 h 298"/>
              <a:gd name="T104" fmla="*/ 214 w 299"/>
              <a:gd name="T105" fmla="*/ 64 h 298"/>
              <a:gd name="T106" fmla="*/ 214 w 299"/>
              <a:gd name="T107" fmla="*/ 21 h 298"/>
              <a:gd name="T108" fmla="*/ 224 w 299"/>
              <a:gd name="T109" fmla="*/ 32 h 298"/>
              <a:gd name="T110" fmla="*/ 214 w 299"/>
              <a:gd name="T111" fmla="*/ 42 h 298"/>
              <a:gd name="T112" fmla="*/ 203 w 299"/>
              <a:gd name="T113" fmla="*/ 32 h 298"/>
              <a:gd name="T114" fmla="*/ 214 w 299"/>
              <a:gd name="T115" fmla="*/ 2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 h="298">
                <a:moveTo>
                  <a:pt x="86" y="64"/>
                </a:moveTo>
                <a:cubicBezTo>
                  <a:pt x="103" y="64"/>
                  <a:pt x="118" y="49"/>
                  <a:pt x="118" y="32"/>
                </a:cubicBezTo>
                <a:cubicBezTo>
                  <a:pt x="118" y="14"/>
                  <a:pt x="103" y="0"/>
                  <a:pt x="86" y="0"/>
                </a:cubicBezTo>
                <a:cubicBezTo>
                  <a:pt x="68" y="0"/>
                  <a:pt x="54" y="14"/>
                  <a:pt x="54" y="32"/>
                </a:cubicBezTo>
                <a:cubicBezTo>
                  <a:pt x="54" y="49"/>
                  <a:pt x="68" y="64"/>
                  <a:pt x="86" y="64"/>
                </a:cubicBezTo>
                <a:close/>
                <a:moveTo>
                  <a:pt x="86" y="21"/>
                </a:moveTo>
                <a:cubicBezTo>
                  <a:pt x="92" y="21"/>
                  <a:pt x="96" y="26"/>
                  <a:pt x="96" y="32"/>
                </a:cubicBezTo>
                <a:cubicBezTo>
                  <a:pt x="96" y="38"/>
                  <a:pt x="92" y="42"/>
                  <a:pt x="86" y="42"/>
                </a:cubicBezTo>
                <a:cubicBezTo>
                  <a:pt x="80" y="42"/>
                  <a:pt x="75" y="38"/>
                  <a:pt x="75" y="32"/>
                </a:cubicBezTo>
                <a:cubicBezTo>
                  <a:pt x="75" y="26"/>
                  <a:pt x="80" y="21"/>
                  <a:pt x="86" y="21"/>
                </a:cubicBezTo>
                <a:close/>
                <a:moveTo>
                  <a:pt x="288" y="149"/>
                </a:moveTo>
                <a:cubicBezTo>
                  <a:pt x="267" y="149"/>
                  <a:pt x="267" y="149"/>
                  <a:pt x="267" y="149"/>
                </a:cubicBezTo>
                <a:cubicBezTo>
                  <a:pt x="267" y="96"/>
                  <a:pt x="267" y="96"/>
                  <a:pt x="267" y="96"/>
                </a:cubicBezTo>
                <a:cubicBezTo>
                  <a:pt x="267" y="90"/>
                  <a:pt x="262" y="85"/>
                  <a:pt x="256" y="85"/>
                </a:cubicBezTo>
                <a:cubicBezTo>
                  <a:pt x="171" y="85"/>
                  <a:pt x="171" y="85"/>
                  <a:pt x="171" y="85"/>
                </a:cubicBezTo>
                <a:cubicBezTo>
                  <a:pt x="165" y="85"/>
                  <a:pt x="160" y="90"/>
                  <a:pt x="160" y="96"/>
                </a:cubicBezTo>
                <a:cubicBezTo>
                  <a:pt x="160" y="149"/>
                  <a:pt x="160" y="149"/>
                  <a:pt x="160" y="149"/>
                </a:cubicBezTo>
                <a:cubicBezTo>
                  <a:pt x="139" y="149"/>
                  <a:pt x="139" y="149"/>
                  <a:pt x="139" y="149"/>
                </a:cubicBezTo>
                <a:cubicBezTo>
                  <a:pt x="139" y="96"/>
                  <a:pt x="139" y="96"/>
                  <a:pt x="139" y="96"/>
                </a:cubicBezTo>
                <a:cubicBezTo>
                  <a:pt x="139" y="90"/>
                  <a:pt x="134" y="85"/>
                  <a:pt x="128" y="85"/>
                </a:cubicBezTo>
                <a:cubicBezTo>
                  <a:pt x="43" y="85"/>
                  <a:pt x="43" y="85"/>
                  <a:pt x="43" y="85"/>
                </a:cubicBezTo>
                <a:cubicBezTo>
                  <a:pt x="37" y="85"/>
                  <a:pt x="32" y="90"/>
                  <a:pt x="32" y="96"/>
                </a:cubicBezTo>
                <a:cubicBezTo>
                  <a:pt x="32" y="149"/>
                  <a:pt x="32" y="149"/>
                  <a:pt x="32" y="149"/>
                </a:cubicBezTo>
                <a:cubicBezTo>
                  <a:pt x="11" y="149"/>
                  <a:pt x="11" y="149"/>
                  <a:pt x="11" y="149"/>
                </a:cubicBezTo>
                <a:cubicBezTo>
                  <a:pt x="5" y="149"/>
                  <a:pt x="0" y="154"/>
                  <a:pt x="0" y="160"/>
                </a:cubicBezTo>
                <a:cubicBezTo>
                  <a:pt x="0" y="166"/>
                  <a:pt x="6" y="170"/>
                  <a:pt x="11" y="170"/>
                </a:cubicBezTo>
                <a:cubicBezTo>
                  <a:pt x="11" y="288"/>
                  <a:pt x="11" y="288"/>
                  <a:pt x="11" y="288"/>
                </a:cubicBezTo>
                <a:cubicBezTo>
                  <a:pt x="11" y="294"/>
                  <a:pt x="16" y="298"/>
                  <a:pt x="22" y="298"/>
                </a:cubicBezTo>
                <a:cubicBezTo>
                  <a:pt x="278" y="298"/>
                  <a:pt x="278" y="298"/>
                  <a:pt x="278" y="298"/>
                </a:cubicBezTo>
                <a:cubicBezTo>
                  <a:pt x="284" y="298"/>
                  <a:pt x="288" y="294"/>
                  <a:pt x="288" y="288"/>
                </a:cubicBezTo>
                <a:cubicBezTo>
                  <a:pt x="288" y="170"/>
                  <a:pt x="288" y="170"/>
                  <a:pt x="288" y="170"/>
                </a:cubicBezTo>
                <a:cubicBezTo>
                  <a:pt x="294" y="170"/>
                  <a:pt x="299" y="166"/>
                  <a:pt x="299" y="160"/>
                </a:cubicBezTo>
                <a:cubicBezTo>
                  <a:pt x="299" y="154"/>
                  <a:pt x="294" y="149"/>
                  <a:pt x="288" y="149"/>
                </a:cubicBezTo>
                <a:close/>
                <a:moveTo>
                  <a:pt x="182" y="106"/>
                </a:moveTo>
                <a:cubicBezTo>
                  <a:pt x="246" y="106"/>
                  <a:pt x="246" y="106"/>
                  <a:pt x="246" y="106"/>
                </a:cubicBezTo>
                <a:cubicBezTo>
                  <a:pt x="246" y="149"/>
                  <a:pt x="246" y="149"/>
                  <a:pt x="246" y="149"/>
                </a:cubicBezTo>
                <a:cubicBezTo>
                  <a:pt x="182" y="149"/>
                  <a:pt x="182" y="149"/>
                  <a:pt x="182" y="149"/>
                </a:cubicBezTo>
                <a:lnTo>
                  <a:pt x="182" y="106"/>
                </a:lnTo>
                <a:close/>
                <a:moveTo>
                  <a:pt x="54" y="106"/>
                </a:moveTo>
                <a:cubicBezTo>
                  <a:pt x="118" y="106"/>
                  <a:pt x="118" y="106"/>
                  <a:pt x="118" y="106"/>
                </a:cubicBezTo>
                <a:cubicBezTo>
                  <a:pt x="118" y="149"/>
                  <a:pt x="118" y="149"/>
                  <a:pt x="118" y="149"/>
                </a:cubicBezTo>
                <a:cubicBezTo>
                  <a:pt x="54" y="149"/>
                  <a:pt x="54" y="149"/>
                  <a:pt x="54" y="149"/>
                </a:cubicBezTo>
                <a:lnTo>
                  <a:pt x="54" y="106"/>
                </a:lnTo>
                <a:close/>
                <a:moveTo>
                  <a:pt x="267" y="277"/>
                </a:moveTo>
                <a:cubicBezTo>
                  <a:pt x="32" y="277"/>
                  <a:pt x="32" y="277"/>
                  <a:pt x="32" y="277"/>
                </a:cubicBezTo>
                <a:cubicBezTo>
                  <a:pt x="32" y="170"/>
                  <a:pt x="32" y="170"/>
                  <a:pt x="32" y="170"/>
                </a:cubicBezTo>
                <a:cubicBezTo>
                  <a:pt x="267" y="170"/>
                  <a:pt x="267" y="170"/>
                  <a:pt x="267" y="170"/>
                </a:cubicBezTo>
                <a:lnTo>
                  <a:pt x="267" y="277"/>
                </a:lnTo>
                <a:close/>
                <a:moveTo>
                  <a:pt x="214" y="64"/>
                </a:moveTo>
                <a:cubicBezTo>
                  <a:pt x="231" y="64"/>
                  <a:pt x="246" y="49"/>
                  <a:pt x="246" y="32"/>
                </a:cubicBezTo>
                <a:cubicBezTo>
                  <a:pt x="246" y="14"/>
                  <a:pt x="231" y="0"/>
                  <a:pt x="214" y="0"/>
                </a:cubicBezTo>
                <a:cubicBezTo>
                  <a:pt x="196" y="0"/>
                  <a:pt x="182" y="14"/>
                  <a:pt x="182" y="32"/>
                </a:cubicBezTo>
                <a:cubicBezTo>
                  <a:pt x="182" y="49"/>
                  <a:pt x="196" y="64"/>
                  <a:pt x="214" y="64"/>
                </a:cubicBezTo>
                <a:close/>
                <a:moveTo>
                  <a:pt x="214" y="21"/>
                </a:moveTo>
                <a:cubicBezTo>
                  <a:pt x="220" y="21"/>
                  <a:pt x="224" y="26"/>
                  <a:pt x="224" y="32"/>
                </a:cubicBezTo>
                <a:cubicBezTo>
                  <a:pt x="224" y="38"/>
                  <a:pt x="220" y="42"/>
                  <a:pt x="214" y="42"/>
                </a:cubicBezTo>
                <a:cubicBezTo>
                  <a:pt x="208" y="42"/>
                  <a:pt x="203" y="38"/>
                  <a:pt x="203" y="32"/>
                </a:cubicBezTo>
                <a:cubicBezTo>
                  <a:pt x="203" y="26"/>
                  <a:pt x="208" y="21"/>
                  <a:pt x="214" y="21"/>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GB" sz="1588" dirty="0"/>
          </a:p>
        </p:txBody>
      </p:sp>
      <p:grpSp>
        <p:nvGrpSpPr>
          <p:cNvPr id="151" name="Group 150">
            <a:extLst>
              <a:ext uri="{FF2B5EF4-FFF2-40B4-BE49-F238E27FC236}">
                <a16:creationId xmlns:a16="http://schemas.microsoft.com/office/drawing/2014/main" id="{D3E56CD0-7637-4E1E-9BDF-84175D510A70}"/>
              </a:ext>
            </a:extLst>
          </p:cNvPr>
          <p:cNvGrpSpPr/>
          <p:nvPr/>
        </p:nvGrpSpPr>
        <p:grpSpPr>
          <a:xfrm>
            <a:off x="7290394" y="1895894"/>
            <a:ext cx="854239" cy="622491"/>
            <a:chOff x="8711296" y="2479378"/>
            <a:chExt cx="968137" cy="705490"/>
          </a:xfrm>
        </p:grpSpPr>
        <p:sp>
          <p:nvSpPr>
            <p:cNvPr id="152" name="Freeform 63">
              <a:extLst>
                <a:ext uri="{FF2B5EF4-FFF2-40B4-BE49-F238E27FC236}">
                  <a16:creationId xmlns:a16="http://schemas.microsoft.com/office/drawing/2014/main" id="{49012782-F270-4216-9197-24CA7F07DDA3}"/>
                </a:ext>
              </a:extLst>
            </p:cNvPr>
            <p:cNvSpPr>
              <a:spLocks/>
            </p:cNvSpPr>
            <p:nvPr/>
          </p:nvSpPr>
          <p:spPr bwMode="auto">
            <a:xfrm>
              <a:off x="9422521" y="2722312"/>
              <a:ext cx="252558" cy="211033"/>
            </a:xfrm>
            <a:custGeom>
              <a:avLst/>
              <a:gdLst>
                <a:gd name="T0" fmla="*/ 134 w 134"/>
                <a:gd name="T1" fmla="*/ 70 h 133"/>
                <a:gd name="T2" fmla="*/ 115 w 134"/>
                <a:gd name="T3" fmla="*/ 85 h 133"/>
                <a:gd name="T4" fmla="*/ 78 w 134"/>
                <a:gd name="T5" fmla="*/ 117 h 133"/>
                <a:gd name="T6" fmla="*/ 59 w 134"/>
                <a:gd name="T7" fmla="*/ 133 h 133"/>
                <a:gd name="T8" fmla="*/ 23 w 134"/>
                <a:gd name="T9" fmla="*/ 90 h 133"/>
                <a:gd name="T10" fmla="*/ 3 w 134"/>
                <a:gd name="T11" fmla="*/ 41 h 133"/>
                <a:gd name="T12" fmla="*/ 28 w 134"/>
                <a:gd name="T13" fmla="*/ 20 h 133"/>
                <a:gd name="T14" fmla="*/ 52 w 134"/>
                <a:gd name="T15" fmla="*/ 0 h 133"/>
                <a:gd name="T16" fmla="*/ 97 w 134"/>
                <a:gd name="T17" fmla="*/ 27 h 133"/>
                <a:gd name="T18" fmla="*/ 134 w 134"/>
                <a:gd name="T19" fmla="*/ 7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33">
                  <a:moveTo>
                    <a:pt x="134" y="70"/>
                  </a:moveTo>
                  <a:cubicBezTo>
                    <a:pt x="115" y="85"/>
                    <a:pt x="115" y="85"/>
                    <a:pt x="115" y="85"/>
                  </a:cubicBezTo>
                  <a:cubicBezTo>
                    <a:pt x="78" y="117"/>
                    <a:pt x="78" y="117"/>
                    <a:pt x="78" y="117"/>
                  </a:cubicBezTo>
                  <a:cubicBezTo>
                    <a:pt x="59" y="133"/>
                    <a:pt x="59" y="133"/>
                    <a:pt x="59" y="133"/>
                  </a:cubicBezTo>
                  <a:cubicBezTo>
                    <a:pt x="59" y="133"/>
                    <a:pt x="45" y="116"/>
                    <a:pt x="23" y="90"/>
                  </a:cubicBezTo>
                  <a:cubicBezTo>
                    <a:pt x="0" y="63"/>
                    <a:pt x="3" y="41"/>
                    <a:pt x="3" y="41"/>
                  </a:cubicBezTo>
                  <a:cubicBezTo>
                    <a:pt x="28" y="20"/>
                    <a:pt x="28" y="20"/>
                    <a:pt x="28" y="20"/>
                  </a:cubicBezTo>
                  <a:cubicBezTo>
                    <a:pt x="52" y="0"/>
                    <a:pt x="52" y="0"/>
                    <a:pt x="52" y="0"/>
                  </a:cubicBezTo>
                  <a:cubicBezTo>
                    <a:pt x="52" y="0"/>
                    <a:pt x="75" y="0"/>
                    <a:pt x="97" y="27"/>
                  </a:cubicBezTo>
                  <a:cubicBezTo>
                    <a:pt x="120" y="53"/>
                    <a:pt x="134" y="70"/>
                    <a:pt x="134" y="7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3" name="Freeform 64">
              <a:extLst>
                <a:ext uri="{FF2B5EF4-FFF2-40B4-BE49-F238E27FC236}">
                  <a16:creationId xmlns:a16="http://schemas.microsoft.com/office/drawing/2014/main" id="{9D445743-9BE2-4F7E-B6C3-699C1C026B99}"/>
                </a:ext>
              </a:extLst>
            </p:cNvPr>
            <p:cNvSpPr>
              <a:spLocks/>
            </p:cNvSpPr>
            <p:nvPr/>
          </p:nvSpPr>
          <p:spPr bwMode="auto">
            <a:xfrm>
              <a:off x="9554606" y="2849913"/>
              <a:ext cx="124827" cy="95701"/>
            </a:xfrm>
            <a:custGeom>
              <a:avLst/>
              <a:gdLst>
                <a:gd name="T0" fmla="*/ 60 w 66"/>
                <a:gd name="T1" fmla="*/ 0 h 60"/>
                <a:gd name="T2" fmla="*/ 48 w 66"/>
                <a:gd name="T3" fmla="*/ 47 h 60"/>
                <a:gd name="T4" fmla="*/ 0 w 66"/>
                <a:gd name="T5" fmla="*/ 51 h 60"/>
                <a:gd name="T6" fmla="*/ 60 w 66"/>
                <a:gd name="T7" fmla="*/ 0 h 60"/>
              </a:gdLst>
              <a:ahLst/>
              <a:cxnLst>
                <a:cxn ang="0">
                  <a:pos x="T0" y="T1"/>
                </a:cxn>
                <a:cxn ang="0">
                  <a:pos x="T2" y="T3"/>
                </a:cxn>
                <a:cxn ang="0">
                  <a:pos x="T4" y="T5"/>
                </a:cxn>
                <a:cxn ang="0">
                  <a:pos x="T6" y="T7"/>
                </a:cxn>
              </a:cxnLst>
              <a:rect l="0" t="0" r="r" b="b"/>
              <a:pathLst>
                <a:path w="66" h="60">
                  <a:moveTo>
                    <a:pt x="60" y="0"/>
                  </a:moveTo>
                  <a:cubicBezTo>
                    <a:pt x="66" y="16"/>
                    <a:pt x="62" y="35"/>
                    <a:pt x="48" y="47"/>
                  </a:cubicBezTo>
                  <a:cubicBezTo>
                    <a:pt x="34" y="58"/>
                    <a:pt x="15" y="60"/>
                    <a:pt x="0" y="51"/>
                  </a:cubicBezTo>
                  <a:lnTo>
                    <a:pt x="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4" name="Freeform 65">
              <a:extLst>
                <a:ext uri="{FF2B5EF4-FFF2-40B4-BE49-F238E27FC236}">
                  <a16:creationId xmlns:a16="http://schemas.microsoft.com/office/drawing/2014/main" id="{98DA25AC-704F-43A8-B6A5-AE66009B6C62}"/>
                </a:ext>
              </a:extLst>
            </p:cNvPr>
            <p:cNvSpPr>
              <a:spLocks/>
            </p:cNvSpPr>
            <p:nvPr/>
          </p:nvSpPr>
          <p:spPr bwMode="auto">
            <a:xfrm>
              <a:off x="8856444" y="2734581"/>
              <a:ext cx="812830" cy="326366"/>
            </a:xfrm>
            <a:custGeom>
              <a:avLst/>
              <a:gdLst>
                <a:gd name="T0" fmla="*/ 418 w 432"/>
                <a:gd name="T1" fmla="*/ 155 h 205"/>
                <a:gd name="T2" fmla="*/ 432 w 432"/>
                <a:gd name="T3" fmla="*/ 169 h 205"/>
                <a:gd name="T4" fmla="*/ 418 w 432"/>
                <a:gd name="T5" fmla="*/ 183 h 205"/>
                <a:gd name="T6" fmla="*/ 326 w 432"/>
                <a:gd name="T7" fmla="*/ 183 h 205"/>
                <a:gd name="T8" fmla="*/ 324 w 432"/>
                <a:gd name="T9" fmla="*/ 183 h 205"/>
                <a:gd name="T10" fmla="*/ 310 w 432"/>
                <a:gd name="T11" fmla="*/ 176 h 205"/>
                <a:gd name="T12" fmla="*/ 268 w 432"/>
                <a:gd name="T13" fmla="*/ 106 h 205"/>
                <a:gd name="T14" fmla="*/ 162 w 432"/>
                <a:gd name="T15" fmla="*/ 200 h 205"/>
                <a:gd name="T16" fmla="*/ 142 w 432"/>
                <a:gd name="T17" fmla="*/ 198 h 205"/>
                <a:gd name="T18" fmla="*/ 140 w 432"/>
                <a:gd name="T19" fmla="*/ 196 h 205"/>
                <a:gd name="T20" fmla="*/ 136 w 432"/>
                <a:gd name="T21" fmla="*/ 191 h 205"/>
                <a:gd name="T22" fmla="*/ 82 w 432"/>
                <a:gd name="T23" fmla="*/ 51 h 205"/>
                <a:gd name="T24" fmla="*/ 29 w 432"/>
                <a:gd name="T25" fmla="*/ 191 h 205"/>
                <a:gd name="T26" fmla="*/ 10 w 432"/>
                <a:gd name="T27" fmla="*/ 199 h 205"/>
                <a:gd name="T28" fmla="*/ 2 w 432"/>
                <a:gd name="T29" fmla="*/ 181 h 205"/>
                <a:gd name="T30" fmla="*/ 68 w 432"/>
                <a:gd name="T31" fmla="*/ 10 h 205"/>
                <a:gd name="T32" fmla="*/ 82 w 432"/>
                <a:gd name="T33" fmla="*/ 1 h 205"/>
                <a:gd name="T34" fmla="*/ 97 w 432"/>
                <a:gd name="T35" fmla="*/ 10 h 205"/>
                <a:gd name="T36" fmla="*/ 157 w 432"/>
                <a:gd name="T37" fmla="*/ 166 h 205"/>
                <a:gd name="T38" fmla="*/ 259 w 432"/>
                <a:gd name="T39" fmla="*/ 76 h 205"/>
                <a:gd name="T40" fmla="*/ 271 w 432"/>
                <a:gd name="T41" fmla="*/ 73 h 205"/>
                <a:gd name="T42" fmla="*/ 285 w 432"/>
                <a:gd name="T43" fmla="*/ 80 h 205"/>
                <a:gd name="T44" fmla="*/ 330 w 432"/>
                <a:gd name="T45" fmla="*/ 155 h 205"/>
                <a:gd name="T46" fmla="*/ 418 w 432"/>
                <a:gd name="T47" fmla="*/ 15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2" h="205">
                  <a:moveTo>
                    <a:pt x="418" y="155"/>
                  </a:moveTo>
                  <a:cubicBezTo>
                    <a:pt x="426" y="155"/>
                    <a:pt x="432" y="161"/>
                    <a:pt x="432" y="169"/>
                  </a:cubicBezTo>
                  <a:cubicBezTo>
                    <a:pt x="432" y="177"/>
                    <a:pt x="426" y="183"/>
                    <a:pt x="418" y="183"/>
                  </a:cubicBezTo>
                  <a:cubicBezTo>
                    <a:pt x="326" y="183"/>
                    <a:pt x="326" y="183"/>
                    <a:pt x="326" y="183"/>
                  </a:cubicBezTo>
                  <a:cubicBezTo>
                    <a:pt x="325" y="183"/>
                    <a:pt x="324" y="183"/>
                    <a:pt x="324" y="183"/>
                  </a:cubicBezTo>
                  <a:cubicBezTo>
                    <a:pt x="318" y="184"/>
                    <a:pt x="313" y="181"/>
                    <a:pt x="310" y="176"/>
                  </a:cubicBezTo>
                  <a:cubicBezTo>
                    <a:pt x="268" y="106"/>
                    <a:pt x="268" y="106"/>
                    <a:pt x="268" y="106"/>
                  </a:cubicBezTo>
                  <a:cubicBezTo>
                    <a:pt x="162" y="200"/>
                    <a:pt x="162" y="200"/>
                    <a:pt x="162" y="200"/>
                  </a:cubicBezTo>
                  <a:cubicBezTo>
                    <a:pt x="156" y="205"/>
                    <a:pt x="147" y="204"/>
                    <a:pt x="142" y="198"/>
                  </a:cubicBezTo>
                  <a:cubicBezTo>
                    <a:pt x="141" y="198"/>
                    <a:pt x="140" y="197"/>
                    <a:pt x="140" y="196"/>
                  </a:cubicBezTo>
                  <a:cubicBezTo>
                    <a:pt x="138" y="195"/>
                    <a:pt x="137" y="193"/>
                    <a:pt x="136" y="191"/>
                  </a:cubicBezTo>
                  <a:cubicBezTo>
                    <a:pt x="82" y="51"/>
                    <a:pt x="82" y="51"/>
                    <a:pt x="82" y="51"/>
                  </a:cubicBezTo>
                  <a:cubicBezTo>
                    <a:pt x="29" y="191"/>
                    <a:pt x="29" y="191"/>
                    <a:pt x="29" y="191"/>
                  </a:cubicBezTo>
                  <a:cubicBezTo>
                    <a:pt x="26" y="198"/>
                    <a:pt x="18" y="202"/>
                    <a:pt x="10" y="199"/>
                  </a:cubicBezTo>
                  <a:cubicBezTo>
                    <a:pt x="3" y="196"/>
                    <a:pt x="0" y="188"/>
                    <a:pt x="2" y="181"/>
                  </a:cubicBezTo>
                  <a:cubicBezTo>
                    <a:pt x="68" y="10"/>
                    <a:pt x="68" y="10"/>
                    <a:pt x="68" y="10"/>
                  </a:cubicBezTo>
                  <a:cubicBezTo>
                    <a:pt x="71" y="4"/>
                    <a:pt x="76" y="0"/>
                    <a:pt x="82" y="1"/>
                  </a:cubicBezTo>
                  <a:cubicBezTo>
                    <a:pt x="88" y="0"/>
                    <a:pt x="94" y="4"/>
                    <a:pt x="97" y="10"/>
                  </a:cubicBezTo>
                  <a:cubicBezTo>
                    <a:pt x="157" y="166"/>
                    <a:pt x="157" y="166"/>
                    <a:pt x="157" y="166"/>
                  </a:cubicBezTo>
                  <a:cubicBezTo>
                    <a:pt x="259" y="76"/>
                    <a:pt x="259" y="76"/>
                    <a:pt x="259" y="76"/>
                  </a:cubicBezTo>
                  <a:cubicBezTo>
                    <a:pt x="263" y="73"/>
                    <a:pt x="267" y="72"/>
                    <a:pt x="271" y="73"/>
                  </a:cubicBezTo>
                  <a:cubicBezTo>
                    <a:pt x="277" y="73"/>
                    <a:pt x="282" y="75"/>
                    <a:pt x="285" y="80"/>
                  </a:cubicBezTo>
                  <a:cubicBezTo>
                    <a:pt x="330" y="155"/>
                    <a:pt x="330" y="155"/>
                    <a:pt x="330" y="155"/>
                  </a:cubicBezTo>
                  <a:lnTo>
                    <a:pt x="418" y="15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5" name="Freeform 66">
              <a:extLst>
                <a:ext uri="{FF2B5EF4-FFF2-40B4-BE49-F238E27FC236}">
                  <a16:creationId xmlns:a16="http://schemas.microsoft.com/office/drawing/2014/main" id="{B576677A-9E98-4E63-8624-D5CAF2FA81B2}"/>
                </a:ext>
              </a:extLst>
            </p:cNvPr>
            <p:cNvSpPr>
              <a:spLocks noEditPoints="1"/>
            </p:cNvSpPr>
            <p:nvPr/>
          </p:nvSpPr>
          <p:spPr bwMode="auto">
            <a:xfrm>
              <a:off x="9172867" y="2479378"/>
              <a:ext cx="344001" cy="292011"/>
            </a:xfrm>
            <a:custGeom>
              <a:avLst/>
              <a:gdLst>
                <a:gd name="T0" fmla="*/ 167 w 183"/>
                <a:gd name="T1" fmla="*/ 133 h 184"/>
                <a:gd name="T2" fmla="*/ 176 w 183"/>
                <a:gd name="T3" fmla="*/ 144 h 184"/>
                <a:gd name="T4" fmla="*/ 131 w 183"/>
                <a:gd name="T5" fmla="*/ 182 h 184"/>
                <a:gd name="T6" fmla="*/ 123 w 183"/>
                <a:gd name="T7" fmla="*/ 172 h 184"/>
                <a:gd name="T8" fmla="*/ 29 w 183"/>
                <a:gd name="T9" fmla="*/ 148 h 184"/>
                <a:gd name="T10" fmla="*/ 39 w 183"/>
                <a:gd name="T11" fmla="*/ 30 h 184"/>
                <a:gd name="T12" fmla="*/ 157 w 183"/>
                <a:gd name="T13" fmla="*/ 39 h 184"/>
                <a:gd name="T14" fmla="*/ 167 w 183"/>
                <a:gd name="T15" fmla="*/ 133 h 184"/>
                <a:gd name="T16" fmla="*/ 135 w 183"/>
                <a:gd name="T17" fmla="*/ 143 h 184"/>
                <a:gd name="T18" fmla="*/ 143 w 183"/>
                <a:gd name="T19" fmla="*/ 51 h 184"/>
                <a:gd name="T20" fmla="*/ 51 w 183"/>
                <a:gd name="T21" fmla="*/ 44 h 184"/>
                <a:gd name="T22" fmla="*/ 44 w 183"/>
                <a:gd name="T23" fmla="*/ 136 h 184"/>
                <a:gd name="T24" fmla="*/ 135 w 183"/>
                <a:gd name="T25" fmla="*/ 14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184">
                  <a:moveTo>
                    <a:pt x="167" y="133"/>
                  </a:moveTo>
                  <a:cubicBezTo>
                    <a:pt x="176" y="144"/>
                    <a:pt x="176" y="144"/>
                    <a:pt x="176" y="144"/>
                  </a:cubicBezTo>
                  <a:cubicBezTo>
                    <a:pt x="131" y="182"/>
                    <a:pt x="131" y="182"/>
                    <a:pt x="131" y="182"/>
                  </a:cubicBezTo>
                  <a:cubicBezTo>
                    <a:pt x="123" y="172"/>
                    <a:pt x="123" y="172"/>
                    <a:pt x="123" y="172"/>
                  </a:cubicBezTo>
                  <a:cubicBezTo>
                    <a:pt x="91" y="184"/>
                    <a:pt x="53" y="175"/>
                    <a:pt x="29" y="148"/>
                  </a:cubicBezTo>
                  <a:cubicBezTo>
                    <a:pt x="0" y="112"/>
                    <a:pt x="4" y="60"/>
                    <a:pt x="39" y="30"/>
                  </a:cubicBezTo>
                  <a:cubicBezTo>
                    <a:pt x="74" y="0"/>
                    <a:pt x="127" y="4"/>
                    <a:pt x="157" y="39"/>
                  </a:cubicBezTo>
                  <a:cubicBezTo>
                    <a:pt x="180" y="66"/>
                    <a:pt x="183" y="104"/>
                    <a:pt x="167" y="133"/>
                  </a:cubicBezTo>
                  <a:close/>
                  <a:moveTo>
                    <a:pt x="135" y="143"/>
                  </a:moveTo>
                  <a:cubicBezTo>
                    <a:pt x="163" y="120"/>
                    <a:pt x="166" y="79"/>
                    <a:pt x="143" y="51"/>
                  </a:cubicBezTo>
                  <a:cubicBezTo>
                    <a:pt x="120" y="24"/>
                    <a:pt x="79" y="21"/>
                    <a:pt x="51" y="44"/>
                  </a:cubicBezTo>
                  <a:cubicBezTo>
                    <a:pt x="24" y="67"/>
                    <a:pt x="20" y="108"/>
                    <a:pt x="44" y="136"/>
                  </a:cubicBezTo>
                  <a:cubicBezTo>
                    <a:pt x="67" y="163"/>
                    <a:pt x="108" y="166"/>
                    <a:pt x="135" y="14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6" name="Freeform 67">
              <a:extLst>
                <a:ext uri="{FF2B5EF4-FFF2-40B4-BE49-F238E27FC236}">
                  <a16:creationId xmlns:a16="http://schemas.microsoft.com/office/drawing/2014/main" id="{3188BAFA-82F3-4768-8662-9558601C05E4}"/>
                </a:ext>
              </a:extLst>
            </p:cNvPr>
            <p:cNvSpPr>
              <a:spLocks/>
            </p:cNvSpPr>
            <p:nvPr/>
          </p:nvSpPr>
          <p:spPr bwMode="auto">
            <a:xfrm>
              <a:off x="8711296" y="2550540"/>
              <a:ext cx="748964" cy="634328"/>
            </a:xfrm>
            <a:custGeom>
              <a:avLst/>
              <a:gdLst>
                <a:gd name="T0" fmla="*/ 516 w 516"/>
                <a:gd name="T1" fmla="*/ 447 h 517"/>
                <a:gd name="T2" fmla="*/ 516 w 516"/>
                <a:gd name="T3" fmla="*/ 463 h 517"/>
                <a:gd name="T4" fmla="*/ 83 w 516"/>
                <a:gd name="T5" fmla="*/ 463 h 517"/>
                <a:gd name="T6" fmla="*/ 83 w 516"/>
                <a:gd name="T7" fmla="*/ 517 h 517"/>
                <a:gd name="T8" fmla="*/ 66 w 516"/>
                <a:gd name="T9" fmla="*/ 517 h 517"/>
                <a:gd name="T10" fmla="*/ 66 w 516"/>
                <a:gd name="T11" fmla="*/ 463 h 517"/>
                <a:gd name="T12" fmla="*/ 0 w 516"/>
                <a:gd name="T13" fmla="*/ 463 h 517"/>
                <a:gd name="T14" fmla="*/ 0 w 516"/>
                <a:gd name="T15" fmla="*/ 447 h 517"/>
                <a:gd name="T16" fmla="*/ 66 w 516"/>
                <a:gd name="T17" fmla="*/ 447 h 517"/>
                <a:gd name="T18" fmla="*/ 66 w 516"/>
                <a:gd name="T19" fmla="*/ 0 h 517"/>
                <a:gd name="T20" fmla="*/ 83 w 516"/>
                <a:gd name="T21" fmla="*/ 0 h 517"/>
                <a:gd name="T22" fmla="*/ 83 w 516"/>
                <a:gd name="T23" fmla="*/ 447 h 517"/>
                <a:gd name="T24" fmla="*/ 516 w 516"/>
                <a:gd name="T25" fmla="*/ 447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6" h="517">
                  <a:moveTo>
                    <a:pt x="516" y="447"/>
                  </a:moveTo>
                  <a:lnTo>
                    <a:pt x="516" y="463"/>
                  </a:lnTo>
                  <a:lnTo>
                    <a:pt x="83" y="463"/>
                  </a:lnTo>
                  <a:lnTo>
                    <a:pt x="83" y="517"/>
                  </a:lnTo>
                  <a:lnTo>
                    <a:pt x="66" y="517"/>
                  </a:lnTo>
                  <a:lnTo>
                    <a:pt x="66" y="463"/>
                  </a:lnTo>
                  <a:lnTo>
                    <a:pt x="0" y="463"/>
                  </a:lnTo>
                  <a:lnTo>
                    <a:pt x="0" y="447"/>
                  </a:lnTo>
                  <a:lnTo>
                    <a:pt x="66" y="447"/>
                  </a:lnTo>
                  <a:lnTo>
                    <a:pt x="66" y="0"/>
                  </a:lnTo>
                  <a:lnTo>
                    <a:pt x="83" y="0"/>
                  </a:lnTo>
                  <a:lnTo>
                    <a:pt x="83" y="447"/>
                  </a:lnTo>
                  <a:lnTo>
                    <a:pt x="516" y="44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7" name="Rectangle 68">
              <a:extLst>
                <a:ext uri="{FF2B5EF4-FFF2-40B4-BE49-F238E27FC236}">
                  <a16:creationId xmlns:a16="http://schemas.microsoft.com/office/drawing/2014/main" id="{A6C51B9E-64C8-4249-97C4-A3A9693EF240}"/>
                </a:ext>
              </a:extLst>
            </p:cNvPr>
            <p:cNvSpPr>
              <a:spLocks noChangeArrowheads="1"/>
            </p:cNvSpPr>
            <p:nvPr/>
          </p:nvSpPr>
          <p:spPr bwMode="auto">
            <a:xfrm>
              <a:off x="8881119" y="2646242"/>
              <a:ext cx="55157" cy="2208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8" name="Rectangle 69">
              <a:extLst>
                <a:ext uri="{FF2B5EF4-FFF2-40B4-BE49-F238E27FC236}">
                  <a16:creationId xmlns:a16="http://schemas.microsoft.com/office/drawing/2014/main" id="{A0F4A89B-EE0F-46C7-92D8-C01054D98029}"/>
                </a:ext>
              </a:extLst>
            </p:cNvPr>
            <p:cNvSpPr>
              <a:spLocks noChangeArrowheads="1"/>
            </p:cNvSpPr>
            <p:nvPr/>
          </p:nvSpPr>
          <p:spPr bwMode="auto">
            <a:xfrm>
              <a:off x="8881119" y="2599618"/>
              <a:ext cx="55157" cy="2208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sp>
          <p:nvSpPr>
            <p:cNvPr id="159" name="Rectangle 70">
              <a:extLst>
                <a:ext uri="{FF2B5EF4-FFF2-40B4-BE49-F238E27FC236}">
                  <a16:creationId xmlns:a16="http://schemas.microsoft.com/office/drawing/2014/main" id="{D3CF6421-1684-4EEF-B28E-8C9FE8D99DD7}"/>
                </a:ext>
              </a:extLst>
            </p:cNvPr>
            <p:cNvSpPr>
              <a:spLocks noChangeArrowheads="1"/>
            </p:cNvSpPr>
            <p:nvPr/>
          </p:nvSpPr>
          <p:spPr bwMode="auto">
            <a:xfrm>
              <a:off x="8881119" y="2554222"/>
              <a:ext cx="55157" cy="2208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0682" tIns="40341" rIns="80682" bIns="40341" numCol="1" anchor="t" anchorCtr="0" compatLnSpc="1">
              <a:prstTxWarp prst="textNoShape">
                <a:avLst/>
              </a:prstTxWarp>
            </a:bodyPr>
            <a:lstStyle/>
            <a:p>
              <a:endParaRPr lang="en-US" sz="1588" dirty="0"/>
            </a:p>
          </p:txBody>
        </p:sp>
      </p:grpSp>
      <p:sp>
        <p:nvSpPr>
          <p:cNvPr id="160" name="Rectangle 159">
            <a:extLst>
              <a:ext uri="{FF2B5EF4-FFF2-40B4-BE49-F238E27FC236}">
                <a16:creationId xmlns:a16="http://schemas.microsoft.com/office/drawing/2014/main" id="{56E9A312-71A9-4C0A-9058-DADFA7000918}"/>
              </a:ext>
            </a:extLst>
          </p:cNvPr>
          <p:cNvSpPr/>
          <p:nvPr/>
        </p:nvSpPr>
        <p:spPr bwMode="gray">
          <a:xfrm>
            <a:off x="4156803" y="3410474"/>
            <a:ext cx="3890447" cy="813859"/>
          </a:xfrm>
          <a:prstGeom prst="rect">
            <a:avLst/>
          </a:prstGeom>
          <a:solidFill>
            <a:schemeClr val="bg1"/>
          </a:solidFill>
          <a:ln w="19050" algn="ctr">
            <a:noFill/>
            <a:miter lim="800000"/>
            <a:headEnd/>
            <a:tailEnd/>
          </a:ln>
        </p:spPr>
        <p:txBody>
          <a:bodyPr wrap="square" lIns="78441" tIns="78441" rIns="78441" bIns="78441" rtlCol="0" anchor="ctr"/>
          <a:lstStyle/>
          <a:p>
            <a:pPr algn="ctr">
              <a:lnSpc>
                <a:spcPct val="106000"/>
              </a:lnSpc>
              <a:buFont typeface="Wingdings 2" pitchFamily="18" charset="2"/>
              <a:buNone/>
            </a:pPr>
            <a:endParaRPr lang="en-IN" sz="1412" b="1" dirty="0">
              <a:solidFill>
                <a:schemeClr val="bg1"/>
              </a:solidFill>
            </a:endParaRPr>
          </a:p>
        </p:txBody>
      </p:sp>
      <p:sp>
        <p:nvSpPr>
          <p:cNvPr id="161" name="Rectangle 160">
            <a:extLst>
              <a:ext uri="{FF2B5EF4-FFF2-40B4-BE49-F238E27FC236}">
                <a16:creationId xmlns:a16="http://schemas.microsoft.com/office/drawing/2014/main" id="{D7143FE2-EF9D-47FF-8CC2-D35F192B6352}"/>
              </a:ext>
            </a:extLst>
          </p:cNvPr>
          <p:cNvSpPr/>
          <p:nvPr/>
        </p:nvSpPr>
        <p:spPr>
          <a:xfrm>
            <a:off x="520852" y="3464156"/>
            <a:ext cx="3635951" cy="307777"/>
          </a:xfrm>
          <a:prstGeom prst="rect">
            <a:avLst/>
          </a:prstGeom>
          <a:solidFill>
            <a:srgbClr val="0097A9"/>
          </a:solidFill>
        </p:spPr>
        <p:txBody>
          <a:bodyPr wrap="square">
            <a:spAutoFit/>
          </a:bodyPr>
          <a:lstStyle/>
          <a:p>
            <a:pPr algn="ctr"/>
            <a:r>
              <a:rPr lang="en-US" sz="1400" b="1" dirty="0">
                <a:solidFill>
                  <a:schemeClr val="bg1"/>
                </a:solidFill>
              </a:rPr>
              <a:t>Interactions with SECL</a:t>
            </a:r>
          </a:p>
        </p:txBody>
      </p:sp>
      <p:sp>
        <p:nvSpPr>
          <p:cNvPr id="162" name="Rectangle 161">
            <a:extLst>
              <a:ext uri="{FF2B5EF4-FFF2-40B4-BE49-F238E27FC236}">
                <a16:creationId xmlns:a16="http://schemas.microsoft.com/office/drawing/2014/main" id="{0817B77F-B947-4B3B-A683-31090640F207}"/>
              </a:ext>
            </a:extLst>
          </p:cNvPr>
          <p:cNvSpPr/>
          <p:nvPr/>
        </p:nvSpPr>
        <p:spPr>
          <a:xfrm>
            <a:off x="4284051" y="3464156"/>
            <a:ext cx="3635951" cy="307777"/>
          </a:xfrm>
          <a:prstGeom prst="rect">
            <a:avLst/>
          </a:prstGeom>
          <a:solidFill>
            <a:srgbClr val="009A44"/>
          </a:solidFill>
        </p:spPr>
        <p:txBody>
          <a:bodyPr wrap="square" lIns="0" rIns="0">
            <a:spAutoFit/>
          </a:bodyPr>
          <a:lstStyle/>
          <a:p>
            <a:pPr algn="ctr"/>
            <a:r>
              <a:rPr lang="en-US" sz="1400" b="1" dirty="0">
                <a:solidFill>
                  <a:schemeClr val="bg1"/>
                </a:solidFill>
              </a:rPr>
              <a:t>Interactions with Industry</a:t>
            </a:r>
          </a:p>
        </p:txBody>
      </p:sp>
      <p:sp>
        <p:nvSpPr>
          <p:cNvPr id="163" name="Rectangle 162">
            <a:extLst>
              <a:ext uri="{FF2B5EF4-FFF2-40B4-BE49-F238E27FC236}">
                <a16:creationId xmlns:a16="http://schemas.microsoft.com/office/drawing/2014/main" id="{F157A8C9-DDDB-44E5-AD43-EFC8C1A5E2DE}"/>
              </a:ext>
            </a:extLst>
          </p:cNvPr>
          <p:cNvSpPr/>
          <p:nvPr/>
        </p:nvSpPr>
        <p:spPr>
          <a:xfrm>
            <a:off x="8047250" y="3464156"/>
            <a:ext cx="3635951" cy="307777"/>
          </a:xfrm>
          <a:prstGeom prst="rect">
            <a:avLst/>
          </a:prstGeom>
          <a:solidFill>
            <a:srgbClr val="0070C0"/>
          </a:solidFill>
        </p:spPr>
        <p:txBody>
          <a:bodyPr wrap="square">
            <a:spAutoFit/>
          </a:bodyPr>
          <a:lstStyle/>
          <a:p>
            <a:pPr algn="ctr"/>
            <a:r>
              <a:rPr lang="en-US" sz="1400" b="1" dirty="0">
                <a:solidFill>
                  <a:schemeClr val="bg1"/>
                </a:solidFill>
              </a:rPr>
              <a:t>Secondary sources</a:t>
            </a:r>
            <a:endParaRPr lang="en-US" sz="1400" b="1" baseline="30000" dirty="0">
              <a:solidFill>
                <a:schemeClr val="bg1"/>
              </a:solidFill>
            </a:endParaRPr>
          </a:p>
        </p:txBody>
      </p:sp>
      <p:sp>
        <p:nvSpPr>
          <p:cNvPr id="164" name="Rectangle 163">
            <a:extLst>
              <a:ext uri="{FF2B5EF4-FFF2-40B4-BE49-F238E27FC236}">
                <a16:creationId xmlns:a16="http://schemas.microsoft.com/office/drawing/2014/main" id="{71D84068-9BDE-4E0F-91DF-65C8B7FC0AD0}"/>
              </a:ext>
            </a:extLst>
          </p:cNvPr>
          <p:cNvSpPr/>
          <p:nvPr/>
        </p:nvSpPr>
        <p:spPr>
          <a:xfrm>
            <a:off x="501232" y="2195219"/>
            <a:ext cx="3637995" cy="684803"/>
          </a:xfrm>
          <a:prstGeom prst="rect">
            <a:avLst/>
          </a:prstGeom>
          <a:noFill/>
        </p:spPr>
        <p:txBody>
          <a:bodyPr wrap="square" lIns="0" tIns="0" rIns="0" bIns="0">
            <a:spAutoFit/>
          </a:bodyPr>
          <a:lstStyle/>
          <a:p>
            <a:pPr>
              <a:spcAft>
                <a:spcPts val="265"/>
              </a:spcAft>
            </a:pPr>
            <a:r>
              <a:rPr lang="en-US" sz="1400" dirty="0">
                <a:solidFill>
                  <a:srgbClr val="0097A9"/>
                </a:solidFill>
              </a:rPr>
              <a:t>To understand the internal processes, electricity demand and trajectories, </a:t>
            </a:r>
          </a:p>
          <a:p>
            <a:pPr>
              <a:spcAft>
                <a:spcPts val="265"/>
              </a:spcAft>
            </a:pPr>
            <a:r>
              <a:rPr lang="en-US" sz="1400" dirty="0">
                <a:solidFill>
                  <a:srgbClr val="0097A9"/>
                </a:solidFill>
              </a:rPr>
              <a:t>coal production projection</a:t>
            </a:r>
          </a:p>
        </p:txBody>
      </p:sp>
      <p:sp>
        <p:nvSpPr>
          <p:cNvPr id="165" name="Rectangle 164">
            <a:extLst>
              <a:ext uri="{FF2B5EF4-FFF2-40B4-BE49-F238E27FC236}">
                <a16:creationId xmlns:a16="http://schemas.microsoft.com/office/drawing/2014/main" id="{E39A2D75-B9F0-448B-8953-0B5EB85E4C48}"/>
              </a:ext>
            </a:extLst>
          </p:cNvPr>
          <p:cNvSpPr/>
          <p:nvPr/>
        </p:nvSpPr>
        <p:spPr>
          <a:xfrm>
            <a:off x="869719" y="830037"/>
            <a:ext cx="8065733" cy="430887"/>
          </a:xfrm>
          <a:prstGeom prst="rect">
            <a:avLst/>
          </a:prstGeom>
          <a:noFill/>
        </p:spPr>
        <p:txBody>
          <a:bodyPr wrap="square" lIns="0" tIns="0" rIns="0" bIns="0">
            <a:spAutoFit/>
          </a:bodyPr>
          <a:lstStyle/>
          <a:p>
            <a:pPr>
              <a:spcAft>
                <a:spcPts val="265"/>
              </a:spcAft>
            </a:pPr>
            <a:r>
              <a:rPr lang="en-US" sz="1400" dirty="0">
                <a:solidFill>
                  <a:srgbClr val="009A44"/>
                </a:solidFill>
              </a:rPr>
              <a:t>To understand power and RE market dynamics, surplus power potential customers, channel partners, &amp; expectations from stakeholders</a:t>
            </a:r>
          </a:p>
        </p:txBody>
      </p:sp>
      <p:sp>
        <p:nvSpPr>
          <p:cNvPr id="166" name="Rectangle 165">
            <a:extLst>
              <a:ext uri="{FF2B5EF4-FFF2-40B4-BE49-F238E27FC236}">
                <a16:creationId xmlns:a16="http://schemas.microsoft.com/office/drawing/2014/main" id="{98C5FA77-9931-4D3E-9C55-DA0C38409684}"/>
              </a:ext>
            </a:extLst>
          </p:cNvPr>
          <p:cNvSpPr/>
          <p:nvPr/>
        </p:nvSpPr>
        <p:spPr>
          <a:xfrm>
            <a:off x="8616995" y="1804158"/>
            <a:ext cx="3085894" cy="861774"/>
          </a:xfrm>
          <a:prstGeom prst="rect">
            <a:avLst/>
          </a:prstGeom>
          <a:noFill/>
        </p:spPr>
        <p:txBody>
          <a:bodyPr wrap="square" tIns="0" bIns="0">
            <a:spAutoFit/>
          </a:bodyPr>
          <a:lstStyle/>
          <a:p>
            <a:pPr>
              <a:spcAft>
                <a:spcPts val="529"/>
              </a:spcAft>
            </a:pPr>
            <a:r>
              <a:rPr lang="en-US" sz="1400" dirty="0">
                <a:solidFill>
                  <a:srgbClr val="0070C0"/>
                </a:solidFill>
              </a:rPr>
              <a:t>To understand the regulatory landscape, charges, mechanism, trajectories etc. backed-up with data</a:t>
            </a:r>
          </a:p>
        </p:txBody>
      </p:sp>
      <p:sp>
        <p:nvSpPr>
          <p:cNvPr id="167" name="Rectangle 166">
            <a:extLst>
              <a:ext uri="{FF2B5EF4-FFF2-40B4-BE49-F238E27FC236}">
                <a16:creationId xmlns:a16="http://schemas.microsoft.com/office/drawing/2014/main" id="{56C15E36-1E48-4155-B0F0-617EAF53B0A7}"/>
              </a:ext>
            </a:extLst>
          </p:cNvPr>
          <p:cNvSpPr/>
          <p:nvPr/>
        </p:nvSpPr>
        <p:spPr>
          <a:xfrm>
            <a:off x="5395016" y="1878050"/>
            <a:ext cx="1807209" cy="307777"/>
          </a:xfrm>
          <a:prstGeom prst="rect">
            <a:avLst/>
          </a:prstGeom>
        </p:spPr>
        <p:txBody>
          <a:bodyPr wrap="square">
            <a:spAutoFit/>
          </a:bodyPr>
          <a:lstStyle/>
          <a:p>
            <a:pPr algn="ctr"/>
            <a:r>
              <a:rPr lang="en-US" sz="1400" b="1" dirty="0">
                <a:solidFill>
                  <a:schemeClr val="bg1"/>
                </a:solidFill>
              </a:rPr>
              <a:t>Industry</a:t>
            </a:r>
            <a:endParaRPr lang="en-US" sz="1200" dirty="0">
              <a:solidFill>
                <a:schemeClr val="bg1"/>
              </a:solidFill>
            </a:endParaRPr>
          </a:p>
        </p:txBody>
      </p:sp>
      <p:grpSp>
        <p:nvGrpSpPr>
          <p:cNvPr id="168" name="Group 167">
            <a:extLst>
              <a:ext uri="{FF2B5EF4-FFF2-40B4-BE49-F238E27FC236}">
                <a16:creationId xmlns:a16="http://schemas.microsoft.com/office/drawing/2014/main" id="{897A6E4A-9B44-4093-8A5F-4957FC62588A}"/>
              </a:ext>
            </a:extLst>
          </p:cNvPr>
          <p:cNvGrpSpPr/>
          <p:nvPr/>
        </p:nvGrpSpPr>
        <p:grpSpPr>
          <a:xfrm>
            <a:off x="5917768" y="1195687"/>
            <a:ext cx="579504" cy="679613"/>
            <a:chOff x="6685043" y="1500524"/>
            <a:chExt cx="656771" cy="770228"/>
          </a:xfrm>
        </p:grpSpPr>
        <p:sp>
          <p:nvSpPr>
            <p:cNvPr id="169" name="Freeform 5">
              <a:extLst>
                <a:ext uri="{FF2B5EF4-FFF2-40B4-BE49-F238E27FC236}">
                  <a16:creationId xmlns:a16="http://schemas.microsoft.com/office/drawing/2014/main" id="{38DB8594-D57E-4558-B9AB-ED6FEC5D8A09}"/>
                </a:ext>
              </a:extLst>
            </p:cNvPr>
            <p:cNvSpPr>
              <a:spLocks noChangeAspect="1" noEditPoints="1"/>
            </p:cNvSpPr>
            <p:nvPr/>
          </p:nvSpPr>
          <p:spPr bwMode="auto">
            <a:xfrm>
              <a:off x="6685043" y="1808295"/>
              <a:ext cx="596695" cy="462457"/>
            </a:xfrm>
            <a:custGeom>
              <a:avLst/>
              <a:gdLst>
                <a:gd name="T0" fmla="*/ 630 w 676"/>
                <a:gd name="T1" fmla="*/ 155 h 627"/>
                <a:gd name="T2" fmla="*/ 520 w 676"/>
                <a:gd name="T3" fmla="*/ 160 h 627"/>
                <a:gd name="T4" fmla="*/ 378 w 676"/>
                <a:gd name="T5" fmla="*/ 135 h 627"/>
                <a:gd name="T6" fmla="*/ 299 w 676"/>
                <a:gd name="T7" fmla="*/ 128 h 627"/>
                <a:gd name="T8" fmla="*/ 153 w 676"/>
                <a:gd name="T9" fmla="*/ 171 h 627"/>
                <a:gd name="T10" fmla="*/ 45 w 676"/>
                <a:gd name="T11" fmla="*/ 166 h 627"/>
                <a:gd name="T12" fmla="*/ 0 w 676"/>
                <a:gd name="T13" fmla="*/ 349 h 627"/>
                <a:gd name="T14" fmla="*/ 30 w 676"/>
                <a:gd name="T15" fmla="*/ 349 h 627"/>
                <a:gd name="T16" fmla="*/ 50 w 676"/>
                <a:gd name="T17" fmla="*/ 211 h 627"/>
                <a:gd name="T18" fmla="*/ 81 w 676"/>
                <a:gd name="T19" fmla="*/ 581 h 627"/>
                <a:gd name="T20" fmla="*/ 131 w 676"/>
                <a:gd name="T21" fmla="*/ 541 h 627"/>
                <a:gd name="T22" fmla="*/ 150 w 676"/>
                <a:gd name="T23" fmla="*/ 211 h 627"/>
                <a:gd name="T24" fmla="*/ 165 w 676"/>
                <a:gd name="T25" fmla="*/ 370 h 627"/>
                <a:gd name="T26" fmla="*/ 179 w 676"/>
                <a:gd name="T27" fmla="*/ 187 h 627"/>
                <a:gd name="T28" fmla="*/ 198 w 676"/>
                <a:gd name="T29" fmla="*/ 579 h 627"/>
                <a:gd name="T30" fmla="*/ 271 w 676"/>
                <a:gd name="T31" fmla="*/ 627 h 627"/>
                <a:gd name="T32" fmla="*/ 304 w 676"/>
                <a:gd name="T33" fmla="*/ 187 h 627"/>
                <a:gd name="T34" fmla="*/ 323 w 676"/>
                <a:gd name="T35" fmla="*/ 347 h 627"/>
                <a:gd name="T36" fmla="*/ 350 w 676"/>
                <a:gd name="T37" fmla="*/ 348 h 627"/>
                <a:gd name="T38" fmla="*/ 369 w 676"/>
                <a:gd name="T39" fmla="*/ 196 h 627"/>
                <a:gd name="T40" fmla="*/ 408 w 676"/>
                <a:gd name="T41" fmla="*/ 623 h 627"/>
                <a:gd name="T42" fmla="*/ 479 w 676"/>
                <a:gd name="T43" fmla="*/ 568 h 627"/>
                <a:gd name="T44" fmla="*/ 498 w 676"/>
                <a:gd name="T45" fmla="*/ 196 h 627"/>
                <a:gd name="T46" fmla="*/ 511 w 676"/>
                <a:gd name="T47" fmla="*/ 370 h 627"/>
                <a:gd name="T48" fmla="*/ 528 w 676"/>
                <a:gd name="T49" fmla="*/ 211 h 627"/>
                <a:gd name="T50" fmla="*/ 546 w 676"/>
                <a:gd name="T51" fmla="*/ 529 h 627"/>
                <a:gd name="T52" fmla="*/ 604 w 676"/>
                <a:gd name="T53" fmla="*/ 570 h 627"/>
                <a:gd name="T54" fmla="*/ 628 w 676"/>
                <a:gd name="T55" fmla="*/ 211 h 627"/>
                <a:gd name="T56" fmla="*/ 647 w 676"/>
                <a:gd name="T57" fmla="*/ 352 h 627"/>
                <a:gd name="T58" fmla="*/ 676 w 676"/>
                <a:gd name="T59" fmla="*/ 353 h 627"/>
                <a:gd name="T60" fmla="*/ 630 w 676"/>
                <a:gd name="T61" fmla="*/ 155 h 627"/>
                <a:gd name="T62" fmla="*/ 584 w 676"/>
                <a:gd name="T63" fmla="*/ 135 h 627"/>
                <a:gd name="T64" fmla="*/ 584 w 676"/>
                <a:gd name="T65" fmla="*/ 52 h 627"/>
                <a:gd name="T66" fmla="*/ 584 w 676"/>
                <a:gd name="T67" fmla="*/ 135 h 627"/>
                <a:gd name="T68" fmla="*/ 88 w 676"/>
                <a:gd name="T69" fmla="*/ 147 h 627"/>
                <a:gd name="T70" fmla="*/ 88 w 676"/>
                <a:gd name="T71" fmla="*/ 64 h 627"/>
                <a:gd name="T72" fmla="*/ 88 w 676"/>
                <a:gd name="T73" fmla="*/ 147 h 627"/>
                <a:gd name="T74" fmla="*/ 423 w 676"/>
                <a:gd name="T75" fmla="*/ 115 h 627"/>
                <a:gd name="T76" fmla="*/ 423 w 676"/>
                <a:gd name="T77" fmla="*/ 15 h 627"/>
                <a:gd name="T78" fmla="*/ 423 w 676"/>
                <a:gd name="T79" fmla="*/ 115 h 627"/>
                <a:gd name="T80" fmla="*/ 250 w 676"/>
                <a:gd name="T81" fmla="*/ 100 h 627"/>
                <a:gd name="T82" fmla="*/ 250 w 676"/>
                <a:gd name="T83" fmla="*/ 0 h 627"/>
                <a:gd name="T84" fmla="*/ 250 w 676"/>
                <a:gd name="T85" fmla="*/ 10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6" h="627">
                  <a:moveTo>
                    <a:pt x="630" y="155"/>
                  </a:moveTo>
                  <a:lnTo>
                    <a:pt x="630" y="155"/>
                  </a:lnTo>
                  <a:lnTo>
                    <a:pt x="538" y="155"/>
                  </a:lnTo>
                  <a:cubicBezTo>
                    <a:pt x="532" y="155"/>
                    <a:pt x="525" y="157"/>
                    <a:pt x="520" y="160"/>
                  </a:cubicBezTo>
                  <a:cubicBezTo>
                    <a:pt x="510" y="141"/>
                    <a:pt x="492" y="135"/>
                    <a:pt x="472" y="135"/>
                  </a:cubicBezTo>
                  <a:lnTo>
                    <a:pt x="378" y="135"/>
                  </a:lnTo>
                  <a:cubicBezTo>
                    <a:pt x="362" y="135"/>
                    <a:pt x="348" y="135"/>
                    <a:pt x="338" y="148"/>
                  </a:cubicBezTo>
                  <a:cubicBezTo>
                    <a:pt x="328" y="135"/>
                    <a:pt x="314" y="128"/>
                    <a:pt x="299" y="128"/>
                  </a:cubicBezTo>
                  <a:lnTo>
                    <a:pt x="204" y="128"/>
                  </a:lnTo>
                  <a:cubicBezTo>
                    <a:pt x="180" y="128"/>
                    <a:pt x="160" y="146"/>
                    <a:pt x="153" y="171"/>
                  </a:cubicBezTo>
                  <a:cubicBezTo>
                    <a:pt x="147" y="168"/>
                    <a:pt x="130" y="166"/>
                    <a:pt x="124" y="166"/>
                  </a:cubicBezTo>
                  <a:lnTo>
                    <a:pt x="45" y="166"/>
                  </a:lnTo>
                  <a:cubicBezTo>
                    <a:pt x="20" y="166"/>
                    <a:pt x="0" y="190"/>
                    <a:pt x="0" y="220"/>
                  </a:cubicBezTo>
                  <a:lnTo>
                    <a:pt x="0" y="349"/>
                  </a:lnTo>
                  <a:cubicBezTo>
                    <a:pt x="0" y="359"/>
                    <a:pt x="2" y="369"/>
                    <a:pt x="15" y="369"/>
                  </a:cubicBezTo>
                  <a:cubicBezTo>
                    <a:pt x="28" y="369"/>
                    <a:pt x="30" y="359"/>
                    <a:pt x="30" y="349"/>
                  </a:cubicBezTo>
                  <a:cubicBezTo>
                    <a:pt x="30" y="337"/>
                    <a:pt x="31" y="211"/>
                    <a:pt x="31" y="211"/>
                  </a:cubicBezTo>
                  <a:lnTo>
                    <a:pt x="50" y="211"/>
                  </a:lnTo>
                  <a:cubicBezTo>
                    <a:pt x="50" y="211"/>
                    <a:pt x="49" y="530"/>
                    <a:pt x="49" y="546"/>
                  </a:cubicBezTo>
                  <a:cubicBezTo>
                    <a:pt x="50" y="580"/>
                    <a:pt x="69" y="581"/>
                    <a:pt x="81" y="581"/>
                  </a:cubicBezTo>
                  <a:lnTo>
                    <a:pt x="101" y="581"/>
                  </a:lnTo>
                  <a:cubicBezTo>
                    <a:pt x="112" y="581"/>
                    <a:pt x="129" y="580"/>
                    <a:pt x="131" y="541"/>
                  </a:cubicBezTo>
                  <a:cubicBezTo>
                    <a:pt x="131" y="524"/>
                    <a:pt x="131" y="211"/>
                    <a:pt x="131" y="211"/>
                  </a:cubicBezTo>
                  <a:lnTo>
                    <a:pt x="150" y="211"/>
                  </a:lnTo>
                  <a:lnTo>
                    <a:pt x="150" y="353"/>
                  </a:lnTo>
                  <a:cubicBezTo>
                    <a:pt x="150" y="367"/>
                    <a:pt x="155" y="370"/>
                    <a:pt x="165" y="370"/>
                  </a:cubicBezTo>
                  <a:cubicBezTo>
                    <a:pt x="175" y="370"/>
                    <a:pt x="180" y="363"/>
                    <a:pt x="180" y="351"/>
                  </a:cubicBezTo>
                  <a:cubicBezTo>
                    <a:pt x="180" y="344"/>
                    <a:pt x="179" y="187"/>
                    <a:pt x="179" y="187"/>
                  </a:cubicBezTo>
                  <a:lnTo>
                    <a:pt x="198" y="187"/>
                  </a:lnTo>
                  <a:cubicBezTo>
                    <a:pt x="198" y="187"/>
                    <a:pt x="198" y="555"/>
                    <a:pt x="198" y="579"/>
                  </a:cubicBezTo>
                  <a:cubicBezTo>
                    <a:pt x="199" y="620"/>
                    <a:pt x="221" y="627"/>
                    <a:pt x="235" y="627"/>
                  </a:cubicBezTo>
                  <a:lnTo>
                    <a:pt x="271" y="627"/>
                  </a:lnTo>
                  <a:cubicBezTo>
                    <a:pt x="285" y="627"/>
                    <a:pt x="303" y="620"/>
                    <a:pt x="305" y="573"/>
                  </a:cubicBezTo>
                  <a:cubicBezTo>
                    <a:pt x="306" y="554"/>
                    <a:pt x="304" y="187"/>
                    <a:pt x="304" y="187"/>
                  </a:cubicBezTo>
                  <a:lnTo>
                    <a:pt x="323" y="187"/>
                  </a:lnTo>
                  <a:lnTo>
                    <a:pt x="323" y="347"/>
                  </a:lnTo>
                  <a:cubicBezTo>
                    <a:pt x="323" y="363"/>
                    <a:pt x="325" y="369"/>
                    <a:pt x="338" y="369"/>
                  </a:cubicBezTo>
                  <a:cubicBezTo>
                    <a:pt x="348" y="369"/>
                    <a:pt x="350" y="362"/>
                    <a:pt x="350" y="348"/>
                  </a:cubicBezTo>
                  <a:cubicBezTo>
                    <a:pt x="350" y="338"/>
                    <a:pt x="351" y="196"/>
                    <a:pt x="351" y="196"/>
                  </a:cubicBezTo>
                  <a:lnTo>
                    <a:pt x="369" y="196"/>
                  </a:lnTo>
                  <a:cubicBezTo>
                    <a:pt x="369" y="196"/>
                    <a:pt x="370" y="551"/>
                    <a:pt x="370" y="575"/>
                  </a:cubicBezTo>
                  <a:cubicBezTo>
                    <a:pt x="371" y="615"/>
                    <a:pt x="395" y="623"/>
                    <a:pt x="408" y="623"/>
                  </a:cubicBezTo>
                  <a:lnTo>
                    <a:pt x="445" y="623"/>
                  </a:lnTo>
                  <a:cubicBezTo>
                    <a:pt x="458" y="623"/>
                    <a:pt x="477" y="615"/>
                    <a:pt x="479" y="568"/>
                  </a:cubicBezTo>
                  <a:cubicBezTo>
                    <a:pt x="480" y="546"/>
                    <a:pt x="479" y="196"/>
                    <a:pt x="479" y="196"/>
                  </a:cubicBezTo>
                  <a:lnTo>
                    <a:pt x="498" y="196"/>
                  </a:lnTo>
                  <a:cubicBezTo>
                    <a:pt x="498" y="196"/>
                    <a:pt x="498" y="333"/>
                    <a:pt x="498" y="348"/>
                  </a:cubicBezTo>
                  <a:cubicBezTo>
                    <a:pt x="498" y="360"/>
                    <a:pt x="501" y="370"/>
                    <a:pt x="511" y="370"/>
                  </a:cubicBezTo>
                  <a:cubicBezTo>
                    <a:pt x="523" y="370"/>
                    <a:pt x="526" y="365"/>
                    <a:pt x="527" y="354"/>
                  </a:cubicBezTo>
                  <a:cubicBezTo>
                    <a:pt x="527" y="372"/>
                    <a:pt x="528" y="211"/>
                    <a:pt x="528" y="211"/>
                  </a:cubicBezTo>
                  <a:lnTo>
                    <a:pt x="546" y="211"/>
                  </a:lnTo>
                  <a:cubicBezTo>
                    <a:pt x="546" y="211"/>
                    <a:pt x="546" y="524"/>
                    <a:pt x="546" y="529"/>
                  </a:cubicBezTo>
                  <a:cubicBezTo>
                    <a:pt x="547" y="563"/>
                    <a:pt x="558" y="570"/>
                    <a:pt x="569" y="570"/>
                  </a:cubicBezTo>
                  <a:lnTo>
                    <a:pt x="604" y="570"/>
                  </a:lnTo>
                  <a:cubicBezTo>
                    <a:pt x="615" y="570"/>
                    <a:pt x="627" y="563"/>
                    <a:pt x="628" y="524"/>
                  </a:cubicBezTo>
                  <a:cubicBezTo>
                    <a:pt x="629" y="504"/>
                    <a:pt x="628" y="211"/>
                    <a:pt x="628" y="211"/>
                  </a:cubicBezTo>
                  <a:lnTo>
                    <a:pt x="647" y="211"/>
                  </a:lnTo>
                  <a:lnTo>
                    <a:pt x="647" y="352"/>
                  </a:lnTo>
                  <a:cubicBezTo>
                    <a:pt x="647" y="362"/>
                    <a:pt x="653" y="369"/>
                    <a:pt x="662" y="369"/>
                  </a:cubicBezTo>
                  <a:cubicBezTo>
                    <a:pt x="671" y="369"/>
                    <a:pt x="676" y="363"/>
                    <a:pt x="676" y="353"/>
                  </a:cubicBezTo>
                  <a:lnTo>
                    <a:pt x="676" y="215"/>
                  </a:lnTo>
                  <a:cubicBezTo>
                    <a:pt x="676" y="186"/>
                    <a:pt x="655" y="155"/>
                    <a:pt x="630" y="155"/>
                  </a:cubicBezTo>
                  <a:close/>
                  <a:moveTo>
                    <a:pt x="584" y="135"/>
                  </a:moveTo>
                  <a:lnTo>
                    <a:pt x="584" y="135"/>
                  </a:lnTo>
                  <a:cubicBezTo>
                    <a:pt x="607" y="135"/>
                    <a:pt x="626" y="116"/>
                    <a:pt x="626" y="93"/>
                  </a:cubicBezTo>
                  <a:cubicBezTo>
                    <a:pt x="626" y="70"/>
                    <a:pt x="607" y="52"/>
                    <a:pt x="584" y="52"/>
                  </a:cubicBezTo>
                  <a:cubicBezTo>
                    <a:pt x="562" y="52"/>
                    <a:pt x="543" y="70"/>
                    <a:pt x="543" y="93"/>
                  </a:cubicBezTo>
                  <a:cubicBezTo>
                    <a:pt x="543" y="116"/>
                    <a:pt x="562" y="135"/>
                    <a:pt x="584" y="135"/>
                  </a:cubicBezTo>
                  <a:close/>
                  <a:moveTo>
                    <a:pt x="88" y="147"/>
                  </a:moveTo>
                  <a:lnTo>
                    <a:pt x="88" y="147"/>
                  </a:lnTo>
                  <a:cubicBezTo>
                    <a:pt x="111" y="147"/>
                    <a:pt x="130" y="128"/>
                    <a:pt x="130" y="105"/>
                  </a:cubicBezTo>
                  <a:cubicBezTo>
                    <a:pt x="130" y="82"/>
                    <a:pt x="111" y="64"/>
                    <a:pt x="88" y="64"/>
                  </a:cubicBezTo>
                  <a:cubicBezTo>
                    <a:pt x="65" y="64"/>
                    <a:pt x="47" y="82"/>
                    <a:pt x="47" y="105"/>
                  </a:cubicBezTo>
                  <a:cubicBezTo>
                    <a:pt x="47" y="128"/>
                    <a:pt x="65" y="147"/>
                    <a:pt x="88" y="147"/>
                  </a:cubicBezTo>
                  <a:close/>
                  <a:moveTo>
                    <a:pt x="423" y="115"/>
                  </a:moveTo>
                  <a:lnTo>
                    <a:pt x="423" y="115"/>
                  </a:lnTo>
                  <a:cubicBezTo>
                    <a:pt x="451" y="115"/>
                    <a:pt x="473" y="93"/>
                    <a:pt x="473" y="65"/>
                  </a:cubicBezTo>
                  <a:cubicBezTo>
                    <a:pt x="473" y="37"/>
                    <a:pt x="451" y="15"/>
                    <a:pt x="423" y="15"/>
                  </a:cubicBezTo>
                  <a:cubicBezTo>
                    <a:pt x="396" y="15"/>
                    <a:pt x="373" y="37"/>
                    <a:pt x="373" y="65"/>
                  </a:cubicBezTo>
                  <a:cubicBezTo>
                    <a:pt x="373" y="93"/>
                    <a:pt x="396" y="115"/>
                    <a:pt x="423" y="115"/>
                  </a:cubicBezTo>
                  <a:close/>
                  <a:moveTo>
                    <a:pt x="250" y="100"/>
                  </a:moveTo>
                  <a:lnTo>
                    <a:pt x="250" y="100"/>
                  </a:lnTo>
                  <a:cubicBezTo>
                    <a:pt x="277" y="100"/>
                    <a:pt x="300" y="77"/>
                    <a:pt x="300" y="49"/>
                  </a:cubicBezTo>
                  <a:cubicBezTo>
                    <a:pt x="300" y="22"/>
                    <a:pt x="277" y="0"/>
                    <a:pt x="250" y="0"/>
                  </a:cubicBezTo>
                  <a:cubicBezTo>
                    <a:pt x="222" y="0"/>
                    <a:pt x="200" y="22"/>
                    <a:pt x="200" y="49"/>
                  </a:cubicBezTo>
                  <a:cubicBezTo>
                    <a:pt x="200" y="77"/>
                    <a:pt x="222" y="100"/>
                    <a:pt x="250" y="100"/>
                  </a:cubicBezTo>
                  <a:close/>
                </a:path>
              </a:pathLst>
            </a:custGeom>
            <a:solidFill>
              <a:schemeClr val="bg1"/>
            </a:solidFill>
            <a:ln w="0">
              <a:noFill/>
              <a:prstDash val="solid"/>
              <a:round/>
              <a:headEnd/>
              <a:tailEnd/>
            </a:ln>
          </p:spPr>
          <p:txBody>
            <a:bodyPr vert="horz" wrap="square" lIns="80682" tIns="40341" rIns="80682" bIns="40341" numCol="1" anchor="t" anchorCtr="0" compatLnSpc="1">
              <a:prstTxWarp prst="textNoShape">
                <a:avLst/>
              </a:prstTxWarp>
            </a:bodyPr>
            <a:lstStyle/>
            <a:p>
              <a:endParaRPr lang="en-US" sz="1588" dirty="0"/>
            </a:p>
          </p:txBody>
        </p:sp>
        <p:sp>
          <p:nvSpPr>
            <p:cNvPr id="170" name="Freeform 37">
              <a:extLst>
                <a:ext uri="{FF2B5EF4-FFF2-40B4-BE49-F238E27FC236}">
                  <a16:creationId xmlns:a16="http://schemas.microsoft.com/office/drawing/2014/main" id="{EA789234-9149-42C5-BD03-DCDCB1B75948}"/>
                </a:ext>
              </a:extLst>
            </p:cNvPr>
            <p:cNvSpPr>
              <a:spLocks noChangeAspect="1" noEditPoints="1"/>
            </p:cNvSpPr>
            <p:nvPr/>
          </p:nvSpPr>
          <p:spPr bwMode="auto">
            <a:xfrm>
              <a:off x="6948740" y="1500524"/>
              <a:ext cx="393074" cy="297957"/>
            </a:xfrm>
            <a:custGeom>
              <a:avLst/>
              <a:gdLst>
                <a:gd name="T0" fmla="*/ 43 w 148"/>
                <a:gd name="T1" fmla="*/ 83 h 133"/>
                <a:gd name="T2" fmla="*/ 43 w 148"/>
                <a:gd name="T3" fmla="*/ 37 h 133"/>
                <a:gd name="T4" fmla="*/ 15 w 148"/>
                <a:gd name="T5" fmla="*/ 37 h 133"/>
                <a:gd name="T6" fmla="*/ 0 w 148"/>
                <a:gd name="T7" fmla="*/ 52 h 133"/>
                <a:gd name="T8" fmla="*/ 0 w 148"/>
                <a:gd name="T9" fmla="*/ 96 h 133"/>
                <a:gd name="T10" fmla="*/ 15 w 148"/>
                <a:gd name="T11" fmla="*/ 111 h 133"/>
                <a:gd name="T12" fmla="*/ 22 w 148"/>
                <a:gd name="T13" fmla="*/ 111 h 133"/>
                <a:gd name="T14" fmla="*/ 22 w 148"/>
                <a:gd name="T15" fmla="*/ 133 h 133"/>
                <a:gd name="T16" fmla="*/ 45 w 148"/>
                <a:gd name="T17" fmla="*/ 111 h 133"/>
                <a:gd name="T18" fmla="*/ 81 w 148"/>
                <a:gd name="T19" fmla="*/ 111 h 133"/>
                <a:gd name="T20" fmla="*/ 96 w 148"/>
                <a:gd name="T21" fmla="*/ 96 h 133"/>
                <a:gd name="T22" fmla="*/ 96 w 148"/>
                <a:gd name="T23" fmla="*/ 82 h 133"/>
                <a:gd name="T24" fmla="*/ 95 w 148"/>
                <a:gd name="T25" fmla="*/ 83 h 133"/>
                <a:gd name="T26" fmla="*/ 43 w 148"/>
                <a:gd name="T27" fmla="*/ 83 h 133"/>
                <a:gd name="T28" fmla="*/ 133 w 148"/>
                <a:gd name="T29" fmla="*/ 0 h 133"/>
                <a:gd name="T30" fmla="*/ 67 w 148"/>
                <a:gd name="T31" fmla="*/ 0 h 133"/>
                <a:gd name="T32" fmla="*/ 52 w 148"/>
                <a:gd name="T33" fmla="*/ 15 h 133"/>
                <a:gd name="T34" fmla="*/ 52 w 148"/>
                <a:gd name="T35" fmla="*/ 74 h 133"/>
                <a:gd name="T36" fmla="*/ 104 w 148"/>
                <a:gd name="T37" fmla="*/ 74 h 133"/>
                <a:gd name="T38" fmla="*/ 126 w 148"/>
                <a:gd name="T39" fmla="*/ 96 h 133"/>
                <a:gd name="T40" fmla="*/ 126 w 148"/>
                <a:gd name="T41" fmla="*/ 74 h 133"/>
                <a:gd name="T42" fmla="*/ 133 w 148"/>
                <a:gd name="T43" fmla="*/ 74 h 133"/>
                <a:gd name="T44" fmla="*/ 148 w 148"/>
                <a:gd name="T45" fmla="*/ 59 h 133"/>
                <a:gd name="T46" fmla="*/ 148 w 148"/>
                <a:gd name="T47" fmla="*/ 15 h 133"/>
                <a:gd name="T48" fmla="*/ 133 w 148"/>
                <a:gd name="T4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33">
                  <a:moveTo>
                    <a:pt x="43" y="83"/>
                  </a:moveTo>
                  <a:cubicBezTo>
                    <a:pt x="43" y="37"/>
                    <a:pt x="43" y="37"/>
                    <a:pt x="43" y="37"/>
                  </a:cubicBezTo>
                  <a:cubicBezTo>
                    <a:pt x="15" y="37"/>
                    <a:pt x="15" y="37"/>
                    <a:pt x="15" y="37"/>
                  </a:cubicBezTo>
                  <a:cubicBezTo>
                    <a:pt x="7" y="37"/>
                    <a:pt x="0" y="44"/>
                    <a:pt x="0" y="52"/>
                  </a:cubicBezTo>
                  <a:cubicBezTo>
                    <a:pt x="0" y="96"/>
                    <a:pt x="0" y="96"/>
                    <a:pt x="0" y="96"/>
                  </a:cubicBezTo>
                  <a:cubicBezTo>
                    <a:pt x="0" y="104"/>
                    <a:pt x="7" y="111"/>
                    <a:pt x="15" y="111"/>
                  </a:cubicBezTo>
                  <a:cubicBezTo>
                    <a:pt x="22" y="111"/>
                    <a:pt x="22" y="111"/>
                    <a:pt x="22" y="111"/>
                  </a:cubicBezTo>
                  <a:cubicBezTo>
                    <a:pt x="22" y="133"/>
                    <a:pt x="22" y="133"/>
                    <a:pt x="22" y="133"/>
                  </a:cubicBezTo>
                  <a:cubicBezTo>
                    <a:pt x="45" y="111"/>
                    <a:pt x="45" y="111"/>
                    <a:pt x="45" y="111"/>
                  </a:cubicBezTo>
                  <a:cubicBezTo>
                    <a:pt x="81" y="111"/>
                    <a:pt x="81" y="111"/>
                    <a:pt x="81" y="111"/>
                  </a:cubicBezTo>
                  <a:cubicBezTo>
                    <a:pt x="90" y="111"/>
                    <a:pt x="96" y="104"/>
                    <a:pt x="96" y="96"/>
                  </a:cubicBezTo>
                  <a:cubicBezTo>
                    <a:pt x="96" y="82"/>
                    <a:pt x="96" y="82"/>
                    <a:pt x="96" y="82"/>
                  </a:cubicBezTo>
                  <a:cubicBezTo>
                    <a:pt x="96" y="83"/>
                    <a:pt x="95" y="83"/>
                    <a:pt x="95" y="83"/>
                  </a:cubicBezTo>
                  <a:lnTo>
                    <a:pt x="43" y="83"/>
                  </a:lnTo>
                  <a:close/>
                  <a:moveTo>
                    <a:pt x="133" y="0"/>
                  </a:moveTo>
                  <a:cubicBezTo>
                    <a:pt x="67" y="0"/>
                    <a:pt x="67" y="0"/>
                    <a:pt x="67" y="0"/>
                  </a:cubicBezTo>
                  <a:cubicBezTo>
                    <a:pt x="59" y="0"/>
                    <a:pt x="52" y="7"/>
                    <a:pt x="52" y="15"/>
                  </a:cubicBezTo>
                  <a:cubicBezTo>
                    <a:pt x="52" y="74"/>
                    <a:pt x="52" y="74"/>
                    <a:pt x="52" y="74"/>
                  </a:cubicBezTo>
                  <a:cubicBezTo>
                    <a:pt x="104" y="74"/>
                    <a:pt x="104" y="74"/>
                    <a:pt x="104" y="74"/>
                  </a:cubicBezTo>
                  <a:cubicBezTo>
                    <a:pt x="126" y="96"/>
                    <a:pt x="126" y="96"/>
                    <a:pt x="126" y="96"/>
                  </a:cubicBezTo>
                  <a:cubicBezTo>
                    <a:pt x="126" y="74"/>
                    <a:pt x="126" y="74"/>
                    <a:pt x="126" y="74"/>
                  </a:cubicBezTo>
                  <a:cubicBezTo>
                    <a:pt x="133" y="74"/>
                    <a:pt x="133" y="74"/>
                    <a:pt x="133" y="74"/>
                  </a:cubicBezTo>
                  <a:cubicBezTo>
                    <a:pt x="141" y="74"/>
                    <a:pt x="148" y="67"/>
                    <a:pt x="148" y="59"/>
                  </a:cubicBezTo>
                  <a:cubicBezTo>
                    <a:pt x="148" y="15"/>
                    <a:pt x="148" y="15"/>
                    <a:pt x="148" y="15"/>
                  </a:cubicBezTo>
                  <a:cubicBezTo>
                    <a:pt x="148" y="7"/>
                    <a:pt x="141" y="0"/>
                    <a:pt x="133" y="0"/>
                  </a:cubicBezTo>
                  <a:close/>
                </a:path>
              </a:pathLst>
            </a:custGeom>
            <a:solidFill>
              <a:schemeClr val="bg1"/>
            </a:solidFill>
            <a:ln>
              <a:noFill/>
            </a:ln>
          </p:spPr>
          <p:txBody>
            <a:bodyPr vert="horz" wrap="square" lIns="80682" tIns="40341" rIns="80682" bIns="40341" numCol="1" anchor="t" anchorCtr="0" compatLnSpc="1">
              <a:prstTxWarp prst="textNoShape">
                <a:avLst/>
              </a:prstTxWarp>
            </a:bodyPr>
            <a:lstStyle/>
            <a:p>
              <a:endParaRPr lang="en-US" sz="1588" dirty="0"/>
            </a:p>
          </p:txBody>
        </p:sp>
      </p:grpSp>
      <p:sp>
        <p:nvSpPr>
          <p:cNvPr id="171" name="Rectangle 170">
            <a:extLst>
              <a:ext uri="{FF2B5EF4-FFF2-40B4-BE49-F238E27FC236}">
                <a16:creationId xmlns:a16="http://schemas.microsoft.com/office/drawing/2014/main" id="{8B49B3B6-0A3D-43F9-A6A4-546C52D7F3B5}"/>
              </a:ext>
            </a:extLst>
          </p:cNvPr>
          <p:cNvSpPr/>
          <p:nvPr/>
        </p:nvSpPr>
        <p:spPr>
          <a:xfrm>
            <a:off x="3676329" y="2566108"/>
            <a:ext cx="1982622" cy="526939"/>
          </a:xfrm>
          <a:prstGeom prst="rect">
            <a:avLst/>
          </a:prstGeom>
        </p:spPr>
        <p:txBody>
          <a:bodyPr wrap="square">
            <a:spAutoFit/>
          </a:bodyPr>
          <a:lstStyle/>
          <a:p>
            <a:pPr algn="ctr"/>
            <a:r>
              <a:rPr lang="en-US" sz="1412" b="1" dirty="0">
                <a:solidFill>
                  <a:schemeClr val="bg1"/>
                </a:solidFill>
              </a:rPr>
              <a:t>Organization (SECL)</a:t>
            </a:r>
            <a:endParaRPr lang="en-US" sz="1235" dirty="0">
              <a:solidFill>
                <a:schemeClr val="bg1"/>
              </a:solidFill>
            </a:endParaRPr>
          </a:p>
        </p:txBody>
      </p:sp>
      <p:sp>
        <p:nvSpPr>
          <p:cNvPr id="172" name="TextBox 171">
            <a:extLst>
              <a:ext uri="{FF2B5EF4-FFF2-40B4-BE49-F238E27FC236}">
                <a16:creationId xmlns:a16="http://schemas.microsoft.com/office/drawing/2014/main" id="{836C4EF7-8990-470E-9959-758D5097F697}"/>
              </a:ext>
            </a:extLst>
          </p:cNvPr>
          <p:cNvSpPr txBox="1"/>
          <p:nvPr/>
        </p:nvSpPr>
        <p:spPr>
          <a:xfrm>
            <a:off x="518807" y="3938476"/>
            <a:ext cx="3637996" cy="1231106"/>
          </a:xfrm>
          <a:prstGeom prst="rect">
            <a:avLst/>
          </a:prstGeom>
          <a:noFill/>
        </p:spPr>
        <p:txBody>
          <a:bodyPr wrap="square" lIns="0" tIns="0" rIns="0" bIns="0" rtlCol="0">
            <a:spAutoFit/>
          </a:bodyPr>
          <a:lstStyle/>
          <a:p>
            <a:pPr marL="285750" indent="-285750">
              <a:spcBef>
                <a:spcPts val="600"/>
              </a:spcBef>
              <a:buSzPct val="100000"/>
              <a:buFont typeface="Arial" panose="020B0604020202020204" pitchFamily="34" charset="0"/>
              <a:buChar char="•"/>
            </a:pPr>
            <a:r>
              <a:rPr lang="en-US" sz="1400" dirty="0">
                <a:solidFill>
                  <a:srgbClr val="313131"/>
                </a:solidFill>
              </a:rPr>
              <a:t>Team interacted with SECL key stakeholders, accountable persons</a:t>
            </a:r>
          </a:p>
          <a:p>
            <a:pPr marL="285750" indent="-285750">
              <a:spcBef>
                <a:spcPts val="600"/>
              </a:spcBef>
              <a:buSzPct val="100000"/>
              <a:buFont typeface="Arial" panose="020B0604020202020204" pitchFamily="34" charset="0"/>
              <a:buChar char="•"/>
            </a:pPr>
            <a:r>
              <a:rPr lang="en-US" sz="1400" dirty="0">
                <a:solidFill>
                  <a:srgbClr val="313131"/>
                </a:solidFill>
              </a:rPr>
              <a:t>Interactions via Video / Tele – conferencing and Visit to SECL</a:t>
            </a:r>
          </a:p>
          <a:p>
            <a:pPr marL="285750" indent="-285750">
              <a:spcBef>
                <a:spcPts val="600"/>
              </a:spcBef>
              <a:buSzPct val="100000"/>
              <a:buFont typeface="Arial" panose="020B0604020202020204" pitchFamily="34" charset="0"/>
              <a:buChar char="•"/>
            </a:pPr>
            <a:r>
              <a:rPr lang="en-US" sz="1400" b="1" dirty="0">
                <a:solidFill>
                  <a:srgbClr val="313131"/>
                </a:solidFill>
              </a:rPr>
              <a:t>Data provided by SECL</a:t>
            </a:r>
          </a:p>
        </p:txBody>
      </p:sp>
      <p:sp>
        <p:nvSpPr>
          <p:cNvPr id="173" name="TextBox 172">
            <a:extLst>
              <a:ext uri="{FF2B5EF4-FFF2-40B4-BE49-F238E27FC236}">
                <a16:creationId xmlns:a16="http://schemas.microsoft.com/office/drawing/2014/main" id="{AE278BDD-EE5F-458F-A00D-8A19A681F9F1}"/>
              </a:ext>
            </a:extLst>
          </p:cNvPr>
          <p:cNvSpPr txBox="1"/>
          <p:nvPr/>
        </p:nvSpPr>
        <p:spPr>
          <a:xfrm>
            <a:off x="4269853" y="3948375"/>
            <a:ext cx="3637996" cy="861774"/>
          </a:xfrm>
          <a:prstGeom prst="rect">
            <a:avLst/>
          </a:prstGeom>
          <a:noFill/>
        </p:spPr>
        <p:txBody>
          <a:bodyPr wrap="square" lIns="0" tIns="0" rIns="0" bIns="0" rtlCol="0">
            <a:spAutoFit/>
          </a:bodyPr>
          <a:lstStyle/>
          <a:p>
            <a:pPr marL="285750" indent="-285750">
              <a:spcBef>
                <a:spcPts val="600"/>
              </a:spcBef>
              <a:buSzPct val="100000"/>
              <a:buFont typeface="Arial" panose="020B0604020202020204" pitchFamily="34" charset="0"/>
              <a:buChar char="•"/>
            </a:pPr>
            <a:r>
              <a:rPr lang="en-US" sz="1400" dirty="0">
                <a:solidFill>
                  <a:srgbClr val="313131"/>
                </a:solidFill>
              </a:rPr>
              <a:t>Team interacted with EPC players, Owner’s Engineers-cum-PMC players, regulators, </a:t>
            </a:r>
            <a:r>
              <a:rPr lang="en-US" sz="1400" dirty="0" err="1">
                <a:solidFill>
                  <a:srgbClr val="313131"/>
                </a:solidFill>
              </a:rPr>
              <a:t>discoms</a:t>
            </a:r>
            <a:r>
              <a:rPr lang="en-US" sz="1400" dirty="0">
                <a:solidFill>
                  <a:srgbClr val="313131"/>
                </a:solidFill>
              </a:rPr>
              <a:t>, market players, power exchange etc., as and when required</a:t>
            </a:r>
          </a:p>
        </p:txBody>
      </p:sp>
      <p:sp>
        <p:nvSpPr>
          <p:cNvPr id="174" name="Rectangle 173">
            <a:extLst>
              <a:ext uri="{FF2B5EF4-FFF2-40B4-BE49-F238E27FC236}">
                <a16:creationId xmlns:a16="http://schemas.microsoft.com/office/drawing/2014/main" id="{688A4A4D-4895-495C-8622-4FD52B849852}"/>
              </a:ext>
            </a:extLst>
          </p:cNvPr>
          <p:cNvSpPr/>
          <p:nvPr/>
        </p:nvSpPr>
        <p:spPr bwMode="gray">
          <a:xfrm>
            <a:off x="8073216" y="3888339"/>
            <a:ext cx="3617135" cy="2260007"/>
          </a:xfrm>
          <a:prstGeom prst="rect">
            <a:avLst/>
          </a:prstGeom>
          <a:noFill/>
          <a:ln w="19050" algn="ctr">
            <a:noFill/>
            <a:miter lim="800000"/>
            <a:headEnd/>
            <a:tailEnd/>
          </a:ln>
        </p:spPr>
        <p:txBody>
          <a:bodyPr wrap="square" lIns="0" tIns="78441" rIns="0" bIns="78441" rtlCol="0" anchor="t"/>
          <a:lstStyle/>
          <a:p>
            <a:pPr marL="171450" lvl="0" indent="-171450">
              <a:lnSpc>
                <a:spcPct val="106000"/>
              </a:lnSpc>
              <a:spcBef>
                <a:spcPts val="200"/>
              </a:spcBef>
              <a:spcAft>
                <a:spcPts val="200"/>
              </a:spcAft>
              <a:buFont typeface="Arial" panose="020B0604020202020204" pitchFamily="34" charset="0"/>
              <a:buChar char="•"/>
              <a:defRPr/>
            </a:pPr>
            <a:r>
              <a:rPr lang="en-US" sz="1400" kern="0" dirty="0">
                <a:solidFill>
                  <a:srgbClr val="000000">
                    <a:lumMod val="75000"/>
                    <a:lumOff val="25000"/>
                  </a:srgbClr>
                </a:solidFill>
              </a:rPr>
              <a:t>SERCs and Discoms websites</a:t>
            </a:r>
          </a:p>
          <a:p>
            <a:pPr marL="171450" lvl="0" indent="-171450">
              <a:lnSpc>
                <a:spcPct val="106000"/>
              </a:lnSpc>
              <a:spcBef>
                <a:spcPts val="200"/>
              </a:spcBef>
              <a:spcAft>
                <a:spcPts val="200"/>
              </a:spcAft>
              <a:buFont typeface="Arial" panose="020B0604020202020204" pitchFamily="34" charset="0"/>
              <a:buChar char="•"/>
              <a:defRPr/>
            </a:pPr>
            <a:r>
              <a:rPr lang="en-US" sz="1400" kern="0" dirty="0">
                <a:solidFill>
                  <a:srgbClr val="000000">
                    <a:lumMod val="75000"/>
                    <a:lumOff val="25000"/>
                  </a:srgbClr>
                </a:solidFill>
              </a:rPr>
              <a:t>Public Domain regulations, notifications, policies and other relevant information</a:t>
            </a:r>
          </a:p>
          <a:p>
            <a:pPr marL="171450" lvl="0" indent="-171450">
              <a:lnSpc>
                <a:spcPct val="106000"/>
              </a:lnSpc>
              <a:spcBef>
                <a:spcPts val="200"/>
              </a:spcBef>
              <a:spcAft>
                <a:spcPts val="200"/>
              </a:spcAft>
              <a:buFont typeface="Arial" panose="020B0604020202020204" pitchFamily="34" charset="0"/>
              <a:buChar char="•"/>
              <a:defRPr/>
            </a:pPr>
            <a:r>
              <a:rPr lang="en-US" sz="1400" kern="0" dirty="0">
                <a:solidFill>
                  <a:srgbClr val="000000">
                    <a:lumMod val="75000"/>
                    <a:lumOff val="25000"/>
                  </a:srgbClr>
                </a:solidFill>
              </a:rPr>
              <a:t>Market information  sources, publications, databases etc.</a:t>
            </a:r>
          </a:p>
          <a:p>
            <a:pPr marL="171450" indent="-171450">
              <a:lnSpc>
                <a:spcPct val="106000"/>
              </a:lnSpc>
              <a:spcBef>
                <a:spcPts val="200"/>
              </a:spcBef>
              <a:spcAft>
                <a:spcPts val="200"/>
              </a:spcAft>
              <a:buFont typeface="Arial" panose="020B0604020202020204" pitchFamily="34" charset="0"/>
              <a:buChar char="•"/>
              <a:defRPr/>
            </a:pPr>
            <a:r>
              <a:rPr lang="en-US" sz="1400" kern="0" dirty="0">
                <a:solidFill>
                  <a:srgbClr val="000000">
                    <a:lumMod val="75000"/>
                    <a:lumOff val="25000"/>
                  </a:srgbClr>
                </a:solidFill>
              </a:rPr>
              <a:t>Data from relevant third party data sources</a:t>
            </a:r>
          </a:p>
        </p:txBody>
      </p:sp>
      <p:sp>
        <p:nvSpPr>
          <p:cNvPr id="37" name="Title 5">
            <a:extLst>
              <a:ext uri="{FF2B5EF4-FFF2-40B4-BE49-F238E27FC236}">
                <a16:creationId xmlns:a16="http://schemas.microsoft.com/office/drawing/2014/main" id="{B68B9838-ADE4-48D2-AE84-31E8869BF75A}"/>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Our Approach-The Interactions</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Tree>
    <p:extLst>
      <p:ext uri="{BB962C8B-B14F-4D97-AF65-F5344CB8AC3E}">
        <p14:creationId xmlns:p14="http://schemas.microsoft.com/office/powerpoint/2010/main" val="495679329"/>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673333"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6" name="TextBox 5"/>
          <p:cNvSpPr txBox="1"/>
          <p:nvPr/>
        </p:nvSpPr>
        <p:spPr>
          <a:xfrm>
            <a:off x="481072" y="755381"/>
            <a:ext cx="5791200" cy="5585247"/>
          </a:xfrm>
          <a:prstGeom prst="rect">
            <a:avLst/>
          </a:prstGeom>
          <a:solidFill>
            <a:schemeClr val="bg1">
              <a:lumMod val="95000"/>
            </a:schemeClr>
          </a:solidFill>
        </p:spPr>
        <p:txBody>
          <a:bodyPr wrap="square" lIns="0" tIns="0" rIns="0" bIns="0" rtlCol="0">
            <a:spAutoFit/>
          </a:bodyPr>
          <a:lstStyle/>
          <a:p>
            <a:pPr marL="285750" indent="-285750">
              <a:lnSpc>
                <a:spcPct val="108000"/>
              </a:lnSpc>
              <a:spcAft>
                <a:spcPts val="600"/>
              </a:spcAft>
              <a:buSzPct val="100000"/>
              <a:buFont typeface="+mj-lt"/>
              <a:buAutoNum type="arabicPeriod"/>
            </a:pPr>
            <a:r>
              <a:rPr lang="en-US" sz="1200" dirty="0">
                <a:solidFill>
                  <a:srgbClr val="313131"/>
                </a:solidFill>
                <a:latin typeface="Calibri Light" panose="020F0302020204030204" pitchFamily="34" charset="0"/>
                <a:cs typeface="Calibri Light" panose="020F0302020204030204" pitchFamily="34" charset="0"/>
              </a:rPr>
              <a:t>The Transmission Losses of CG and MP are as follows and the same is estimated to remain for project period</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CG (T&amp;D Loss combined) for intra-state generation and consumption: 6%</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CG transmission loss (for multi-state drawl and consumption): 3%</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CG distribution loss (for multi-state drawl and consumption): 6%</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MP Transmission Loss: 4.5%</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MP Distribution Loss: 5.1%</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ISTS loss: 3.25 %</a:t>
            </a:r>
          </a:p>
          <a:p>
            <a:pPr lvl="1">
              <a:lnSpc>
                <a:spcPct val="108000"/>
              </a:lnSpc>
              <a:spcAft>
                <a:spcPts val="600"/>
              </a:spcAft>
              <a:buSzPct val="100000"/>
            </a:pPr>
            <a:r>
              <a:rPr lang="en-US" sz="1200" dirty="0">
                <a:solidFill>
                  <a:srgbClr val="313131"/>
                </a:solidFill>
                <a:latin typeface="Calibri Light" panose="020F0302020204030204" pitchFamily="34" charset="0"/>
                <a:cs typeface="Calibri Light" panose="020F0302020204030204" pitchFamily="34" charset="0"/>
              </a:rPr>
              <a:t>(all taken from Regulatory Orders by CSERC/ MPERC)</a:t>
            </a:r>
          </a:p>
          <a:p>
            <a:pPr marL="285750" indent="-285750">
              <a:lnSpc>
                <a:spcPct val="108000"/>
              </a:lnSpc>
              <a:spcAft>
                <a:spcPts val="600"/>
              </a:spcAft>
              <a:buSzPct val="100000"/>
              <a:buFont typeface="+mj-lt"/>
              <a:buAutoNum type="arabicPeriod"/>
            </a:pPr>
            <a:endParaRPr lang="en-US" sz="1200" dirty="0">
              <a:solidFill>
                <a:srgbClr val="313131"/>
              </a:solidFill>
              <a:latin typeface="Calibri Light" panose="020F0302020204030204" pitchFamily="34" charset="0"/>
              <a:cs typeface="Calibri Light" panose="020F0302020204030204" pitchFamily="34" charset="0"/>
            </a:endParaRPr>
          </a:p>
          <a:p>
            <a:pPr marL="285750" indent="-285750">
              <a:lnSpc>
                <a:spcPct val="108000"/>
              </a:lnSpc>
              <a:spcAft>
                <a:spcPts val="600"/>
              </a:spcAft>
              <a:buSzPct val="100000"/>
              <a:buFont typeface="+mj-lt"/>
              <a:buAutoNum type="arabicPeriod"/>
            </a:pPr>
            <a:r>
              <a:rPr lang="en-US" sz="1200" dirty="0">
                <a:solidFill>
                  <a:srgbClr val="313131"/>
                </a:solidFill>
                <a:latin typeface="Calibri Light" panose="020F0302020204030204" pitchFamily="34" charset="0"/>
                <a:cs typeface="Calibri Light" panose="020F0302020204030204" pitchFamily="34" charset="0"/>
              </a:rPr>
              <a:t>CUF: 26.50% (calculated from SECI’s presentation to SECL and SECI’s assessment for PFS and normalizing the same based on overloading)</a:t>
            </a:r>
          </a:p>
          <a:p>
            <a:pPr marL="285750" indent="-285750">
              <a:lnSpc>
                <a:spcPct val="108000"/>
              </a:lnSpc>
              <a:spcAft>
                <a:spcPts val="600"/>
              </a:spcAft>
              <a:buSzPct val="100000"/>
              <a:buFont typeface="+mj-lt"/>
              <a:buAutoNum type="arabicPeriod"/>
            </a:pPr>
            <a:r>
              <a:rPr lang="en-US" sz="1200" dirty="0">
                <a:solidFill>
                  <a:srgbClr val="313131"/>
                </a:solidFill>
                <a:latin typeface="Calibri Light" panose="020F0302020204030204" pitchFamily="34" charset="0"/>
                <a:cs typeface="Calibri Light" panose="020F0302020204030204" pitchFamily="34" charset="0"/>
              </a:rPr>
              <a:t>Solar Capacity Estimation is based on FY26 projected consumption details and the same has been considered for future years</a:t>
            </a:r>
          </a:p>
          <a:p>
            <a:pPr marL="285750" indent="-285750">
              <a:lnSpc>
                <a:spcPct val="108000"/>
              </a:lnSpc>
              <a:spcAft>
                <a:spcPts val="600"/>
              </a:spcAft>
              <a:buSzPct val="100000"/>
              <a:buFont typeface="+mj-lt"/>
              <a:buAutoNum type="arabicPeriod"/>
            </a:pPr>
            <a:r>
              <a:rPr lang="en-US" sz="1200" dirty="0">
                <a:solidFill>
                  <a:srgbClr val="313131"/>
                </a:solidFill>
                <a:latin typeface="Calibri Light" panose="020F0302020204030204" pitchFamily="34" charset="0"/>
                <a:cs typeface="Calibri Light" panose="020F0302020204030204" pitchFamily="34" charset="0"/>
              </a:rPr>
              <a:t>Interest Rate for Debt Financing: 6% interest rate (as discovered by CIL during GUVNL 100 MW tender) plus 40 basis points for repo rate correction twice, and rounding off i.e. a total of </a:t>
            </a:r>
            <a:r>
              <a:rPr lang="en-US" sz="1200" b="1" dirty="0">
                <a:solidFill>
                  <a:srgbClr val="313131"/>
                </a:solidFill>
                <a:latin typeface="Calibri Light" panose="020F0302020204030204" pitchFamily="34" charset="0"/>
                <a:cs typeface="Calibri Light" panose="020F0302020204030204" pitchFamily="34" charset="0"/>
              </a:rPr>
              <a:t>7.00% interest rate</a:t>
            </a:r>
          </a:p>
          <a:p>
            <a:pPr marL="285750" indent="-285750">
              <a:lnSpc>
                <a:spcPct val="108000"/>
              </a:lnSpc>
              <a:spcAft>
                <a:spcPts val="600"/>
              </a:spcAft>
              <a:buSzPct val="100000"/>
              <a:buFont typeface="+mj-lt"/>
              <a:buAutoNum type="arabicPeriod"/>
            </a:pPr>
            <a:r>
              <a:rPr lang="en-US" sz="1200" dirty="0">
                <a:solidFill>
                  <a:srgbClr val="313131"/>
                </a:solidFill>
                <a:latin typeface="Calibri Light" panose="020F0302020204030204" pitchFamily="34" charset="0"/>
                <a:cs typeface="Calibri Light" panose="020F0302020204030204" pitchFamily="34" charset="0"/>
              </a:rPr>
              <a:t>Debt: Equity Ratio: Three (3) scenarios has been taken, as follows:</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80:20 (most commonly practiced in the sector)</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50:50</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0:100 (complete equity funded project)</a:t>
            </a:r>
          </a:p>
          <a:p>
            <a:pPr lvl="1">
              <a:lnSpc>
                <a:spcPct val="108000"/>
              </a:lnSpc>
              <a:spcAft>
                <a:spcPts val="600"/>
              </a:spcAft>
              <a:buSzPct val="100000"/>
            </a:pPr>
            <a:endParaRPr lang="en-US" sz="1050" dirty="0">
              <a:solidFill>
                <a:srgbClr val="313131"/>
              </a:solidFill>
              <a:latin typeface="Calibri Light" panose="020F0302020204030204" pitchFamily="34" charset="0"/>
              <a:cs typeface="Calibri Light" panose="020F0302020204030204" pitchFamily="34" charset="0"/>
            </a:endParaRPr>
          </a:p>
        </p:txBody>
      </p:sp>
      <p:sp>
        <p:nvSpPr>
          <p:cNvPr id="9" name="TextBox 8">
            <a:extLst>
              <a:ext uri="{FF2B5EF4-FFF2-40B4-BE49-F238E27FC236}">
                <a16:creationId xmlns:a16="http://schemas.microsoft.com/office/drawing/2014/main" id="{D4E6337B-FFEF-43CF-9B95-DBC557B386F4}"/>
              </a:ext>
            </a:extLst>
          </p:cNvPr>
          <p:cNvSpPr txBox="1"/>
          <p:nvPr/>
        </p:nvSpPr>
        <p:spPr>
          <a:xfrm>
            <a:off x="6443329" y="755381"/>
            <a:ext cx="5267599" cy="5745291"/>
          </a:xfrm>
          <a:prstGeom prst="rect">
            <a:avLst/>
          </a:prstGeom>
          <a:solidFill>
            <a:schemeClr val="bg1">
              <a:lumMod val="95000"/>
            </a:schemeClr>
          </a:solidFill>
        </p:spPr>
        <p:txBody>
          <a:bodyPr wrap="square" lIns="0" tIns="0" rIns="0" bIns="0" rtlCol="0">
            <a:spAutoFit/>
          </a:bodyPr>
          <a:lstStyle/>
          <a:p>
            <a:pPr>
              <a:lnSpc>
                <a:spcPct val="108000"/>
              </a:lnSpc>
              <a:spcAft>
                <a:spcPts val="600"/>
              </a:spcAft>
              <a:buSzPct val="100000"/>
            </a:pPr>
            <a:r>
              <a:rPr lang="en-US" sz="1200" dirty="0">
                <a:solidFill>
                  <a:srgbClr val="313131"/>
                </a:solidFill>
                <a:latin typeface="Calibri Light" panose="020F0302020204030204" pitchFamily="34" charset="0"/>
                <a:cs typeface="Calibri Light" panose="020F0302020204030204" pitchFamily="34" charset="0"/>
              </a:rPr>
              <a:t>6. Capex Scenarios</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The module charge has been derived based on the cell cost, glass cost (source: </a:t>
            </a:r>
            <a:r>
              <a:rPr lang="en-US" sz="1200" dirty="0" err="1">
                <a:solidFill>
                  <a:srgbClr val="313131"/>
                </a:solidFill>
                <a:latin typeface="Calibri Light" panose="020F0302020204030204" pitchFamily="34" charset="0"/>
                <a:cs typeface="Calibri Light" panose="020F0302020204030204" pitchFamily="34" charset="0"/>
              </a:rPr>
              <a:t>pvinfolink</a:t>
            </a:r>
            <a:r>
              <a:rPr lang="en-US" sz="1200" dirty="0">
                <a:solidFill>
                  <a:srgbClr val="313131"/>
                </a:solidFill>
                <a:latin typeface="Calibri Light" panose="020F0302020204030204" pitchFamily="34" charset="0"/>
                <a:cs typeface="Calibri Light" panose="020F0302020204030204" pitchFamily="34" charset="0"/>
              </a:rPr>
              <a:t>) and copper, aluminium prices (source: LME)</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Tolling charge has been derived from primary industry interactions and intelligence</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Other BOS charges derived from the proportionate distribution of cost as discovered during CIL’s tendering for GUVNL 100 MW and MCL 50 MW</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The total base Capex (excluding land) is coming to Rs. 6.35 Cr/MW </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Also, another capex scenario is obtained from CIL’s experience of bidding for EPC selection, a scenario of 10% reduction in the cost is taken                                                                       </a:t>
            </a:r>
          </a:p>
          <a:p>
            <a:pPr>
              <a:lnSpc>
                <a:spcPct val="108000"/>
              </a:lnSpc>
              <a:spcAft>
                <a:spcPts val="600"/>
              </a:spcAft>
              <a:buSzPct val="100000"/>
            </a:pPr>
            <a:r>
              <a:rPr lang="en-US" sz="1200" dirty="0">
                <a:solidFill>
                  <a:srgbClr val="313131"/>
                </a:solidFill>
                <a:latin typeface="Calibri Light" panose="020F0302020204030204" pitchFamily="34" charset="0"/>
                <a:cs typeface="Calibri Light" panose="020F0302020204030204" pitchFamily="34" charset="0"/>
              </a:rPr>
              <a:t>7. ISTS Charges</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If ISTS charge is not waived, then the charge is estimated to be increasing in the CAGR of recent trend from the baseline value of Rs. 3.15/unit in FY22</a:t>
            </a:r>
          </a:p>
          <a:p>
            <a:pPr>
              <a:lnSpc>
                <a:spcPct val="108000"/>
              </a:lnSpc>
              <a:spcAft>
                <a:spcPts val="600"/>
              </a:spcAft>
              <a:buSzPct val="100000"/>
            </a:pPr>
            <a:r>
              <a:rPr lang="en-US" sz="1200" dirty="0">
                <a:solidFill>
                  <a:srgbClr val="313131"/>
                </a:solidFill>
                <a:latin typeface="Calibri Light" panose="020F0302020204030204" pitchFamily="34" charset="0"/>
                <a:cs typeface="Calibri Light" panose="020F0302020204030204" pitchFamily="34" charset="0"/>
              </a:rPr>
              <a:t>8. Solar Generation Hours</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Solar plant is expected to generate from 8 am to 4 pm, i.e. 8 hours a day (average for entire year, considering shorter winter days, less generation during monsoons etc.). The corresponding solar capacity has been considered for captive consumption of SECL.</a:t>
            </a:r>
          </a:p>
          <a:p>
            <a:pPr>
              <a:lnSpc>
                <a:spcPct val="108000"/>
              </a:lnSpc>
              <a:spcAft>
                <a:spcPts val="600"/>
              </a:spcAft>
              <a:buSzPct val="100000"/>
            </a:pPr>
            <a:r>
              <a:rPr lang="en-US" sz="1200" dirty="0">
                <a:solidFill>
                  <a:srgbClr val="313131"/>
                </a:solidFill>
                <a:latin typeface="Calibri Light" panose="020F0302020204030204" pitchFamily="34" charset="0"/>
                <a:cs typeface="Calibri Light" panose="020F0302020204030204" pitchFamily="34" charset="0"/>
              </a:rPr>
              <a:t>9. Land</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Lan price: Rs. 10 lakhs/acre (Chhattisgarh), Rs. 12 lakhs/ acre (Madhya Pradesh)</a:t>
            </a:r>
          </a:p>
          <a:p>
            <a:pPr marL="742950" lvl="1" indent="-285750">
              <a:lnSpc>
                <a:spcPct val="108000"/>
              </a:lnSpc>
              <a:spcAft>
                <a:spcPts val="600"/>
              </a:spcAft>
              <a:buSzPct val="100000"/>
              <a:buFont typeface="Arial" panose="020B0604020202020204" pitchFamily="34" charset="0"/>
              <a:buChar char="•"/>
            </a:pPr>
            <a:r>
              <a:rPr lang="en-US" sz="1200" dirty="0">
                <a:solidFill>
                  <a:srgbClr val="313131"/>
                </a:solidFill>
                <a:latin typeface="Calibri Light" panose="020F0302020204030204" pitchFamily="34" charset="0"/>
                <a:cs typeface="Calibri Light" panose="020F0302020204030204" pitchFamily="34" charset="0"/>
              </a:rPr>
              <a:t>Lan requirement: 4 acre/ MW (industry norms)</a:t>
            </a:r>
          </a:p>
          <a:p>
            <a:pPr lvl="1">
              <a:lnSpc>
                <a:spcPct val="108000"/>
              </a:lnSpc>
              <a:spcAft>
                <a:spcPts val="600"/>
              </a:spcAft>
              <a:buSzPct val="100000"/>
            </a:pPr>
            <a:endParaRPr lang="en-US" sz="1000" dirty="0">
              <a:solidFill>
                <a:srgbClr val="313131"/>
              </a:solidFill>
              <a:latin typeface="Calibri Light" panose="020F0302020204030204" pitchFamily="34" charset="0"/>
              <a:cs typeface="Calibri Light" panose="020F0302020204030204" pitchFamily="34" charset="0"/>
            </a:endParaRPr>
          </a:p>
        </p:txBody>
      </p:sp>
      <p:sp>
        <p:nvSpPr>
          <p:cNvPr id="7" name="Title 5">
            <a:extLst>
              <a:ext uri="{FF2B5EF4-FFF2-40B4-BE49-F238E27FC236}">
                <a16:creationId xmlns:a16="http://schemas.microsoft.com/office/drawing/2014/main" id="{1C773DC9-B674-4794-B0B3-16E87A7EB052}"/>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Key Assumptions</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Tree>
    <p:extLst>
      <p:ext uri="{BB962C8B-B14F-4D97-AF65-F5344CB8AC3E}">
        <p14:creationId xmlns:p14="http://schemas.microsoft.com/office/powerpoint/2010/main" val="3117552179"/>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20274"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Information Sought by Deloitte</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aphicFrame>
        <p:nvGraphicFramePr>
          <p:cNvPr id="37" name="Table 36">
            <a:extLst>
              <a:ext uri="{FF2B5EF4-FFF2-40B4-BE49-F238E27FC236}">
                <a16:creationId xmlns:a16="http://schemas.microsoft.com/office/drawing/2014/main" id="{853C7BC4-C39E-409D-A8C7-DCEA0B41EA08}"/>
              </a:ext>
            </a:extLst>
          </p:cNvPr>
          <p:cNvGraphicFramePr>
            <a:graphicFrameLocks noGrp="1"/>
          </p:cNvGraphicFramePr>
          <p:nvPr>
            <p:extLst>
              <p:ext uri="{D42A27DB-BD31-4B8C-83A1-F6EECF244321}">
                <p14:modId xmlns:p14="http://schemas.microsoft.com/office/powerpoint/2010/main" val="316472133"/>
              </p:ext>
            </p:extLst>
          </p:nvPr>
        </p:nvGraphicFramePr>
        <p:xfrm>
          <a:off x="569334" y="1354817"/>
          <a:ext cx="11152766" cy="3792917"/>
        </p:xfrm>
        <a:graphic>
          <a:graphicData uri="http://schemas.openxmlformats.org/drawingml/2006/table">
            <a:tbl>
              <a:tblPr firstRow="1" bandRow="1"/>
              <a:tblGrid>
                <a:gridCol w="2549786">
                  <a:extLst>
                    <a:ext uri="{9D8B030D-6E8A-4147-A177-3AD203B41FA5}">
                      <a16:colId xmlns:a16="http://schemas.microsoft.com/office/drawing/2014/main" val="844568499"/>
                    </a:ext>
                  </a:extLst>
                </a:gridCol>
                <a:gridCol w="8602980">
                  <a:extLst>
                    <a:ext uri="{9D8B030D-6E8A-4147-A177-3AD203B41FA5}">
                      <a16:colId xmlns:a16="http://schemas.microsoft.com/office/drawing/2014/main" val="1868331620"/>
                    </a:ext>
                  </a:extLst>
                </a:gridCol>
              </a:tblGrid>
              <a:tr h="1444598">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Energy Consumption</a:t>
                      </a:r>
                    </a:p>
                    <a:p>
                      <a:pPr algn="l"/>
                      <a:endParaRPr lang="en-US" sz="1400" b="0" i="1" dirty="0">
                        <a:solidFill>
                          <a:schemeClr val="tx1"/>
                        </a:solidFill>
                        <a:latin typeface="Calibri Light" panose="020F0302020204030204" pitchFamily="34" charset="0"/>
                        <a:ea typeface="Verdana" panose="020B0604030504040204" pitchFamily="34" charset="0"/>
                        <a:cs typeface="Calibri Light" panose="020F0302020204030204" pitchFamily="34" charset="0"/>
                      </a:endParaRP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 point-wise, voltage-wise energy consumption details for last 6 years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 point-wise, voltage-wise energy consumption projection for next 5 years, if available</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Metering-point-wise, voltage-wise average load for last 6 years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Latest years Hourly data of energy consumption of multiple metering points for 3 seasons-summer, winter and monsoon</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Some sample electric bills of last 5 years for both the </a:t>
                      </a: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discoms</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from which SECL is drawing power</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934385">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Existing/ Upcoming Solar Plants of SECL</a:t>
                      </a:r>
                    </a:p>
                    <a:p>
                      <a:pPr algn="l"/>
                      <a:endParaRPr lang="en-US" sz="1400" b="0" i="1" dirty="0">
                        <a:solidFill>
                          <a:schemeClr val="tx1"/>
                        </a:solidFill>
                        <a:latin typeface="Calibri Light" panose="020F0302020204030204" pitchFamily="34" charset="0"/>
                        <a:ea typeface="Verdana" panose="020B0604030504040204" pitchFamily="34" charset="0"/>
                        <a:cs typeface="Calibri Light" panose="020F0302020204030204" pitchFamily="34" charset="0"/>
                      </a:endParaRP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Capacities, status, expected date of commissioning of existing/ upcoming solar PV/ rooftop and the expected generation for next 25 years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Existing solar plant’s recent year’s hourly data for multiple seasons, if any.</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688817">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Coal Production Details</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Last 6 years’ yearly coal production details, segregated state-wise (i.e. MP or CG)</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Next 5 years’ yearly coal production details, segregated state-wise (i.e. MP or CG)</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r h="725117">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Others</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Any other relevant information on connectivity etc.</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2064739"/>
                  </a:ext>
                </a:extLst>
              </a:tr>
            </a:tbl>
          </a:graphicData>
        </a:graphic>
      </p:graphicFrame>
      <p:sp>
        <p:nvSpPr>
          <p:cNvPr id="59" name="Rectangle 58">
            <a:extLst>
              <a:ext uri="{FF2B5EF4-FFF2-40B4-BE49-F238E27FC236}">
                <a16:creationId xmlns:a16="http://schemas.microsoft.com/office/drawing/2014/main" id="{5B65A3D2-FD45-4B3C-A0E9-191AB0A8D08B}"/>
              </a:ext>
            </a:extLst>
          </p:cNvPr>
          <p:cNvSpPr/>
          <p:nvPr/>
        </p:nvSpPr>
        <p:spPr>
          <a:xfrm>
            <a:off x="413785" y="627154"/>
            <a:ext cx="6748642" cy="369332"/>
          </a:xfrm>
          <a:prstGeom prst="rect">
            <a:avLst/>
          </a:prstGeom>
        </p:spPr>
        <p:txBody>
          <a:bodyPr wrap="none">
            <a:spAutoFit/>
          </a:bodyPr>
          <a:lstStyle/>
          <a:p>
            <a:pPr>
              <a:defRPr/>
            </a:pPr>
            <a:r>
              <a:rPr lang="pt-BR" dirty="0">
                <a:solidFill>
                  <a:prstClr val="black"/>
                </a:solidFill>
                <a:latin typeface="Calibri"/>
              </a:rPr>
              <a:t>Deloitte prepared the following Information Requirement List for SECL</a:t>
            </a:r>
            <a:endParaRPr lang="en-IN" dirty="0">
              <a:solidFill>
                <a:prstClr val="black"/>
              </a:solidFill>
              <a:latin typeface="Calibri"/>
            </a:endParaRPr>
          </a:p>
        </p:txBody>
      </p:sp>
    </p:spTree>
    <p:extLst>
      <p:ext uri="{BB962C8B-B14F-4D97-AF65-F5344CB8AC3E}">
        <p14:creationId xmlns:p14="http://schemas.microsoft.com/office/powerpoint/2010/main" val="2753780507"/>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21300"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Basis of the Report</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aphicFrame>
        <p:nvGraphicFramePr>
          <p:cNvPr id="37" name="Table 36">
            <a:extLst>
              <a:ext uri="{FF2B5EF4-FFF2-40B4-BE49-F238E27FC236}">
                <a16:creationId xmlns:a16="http://schemas.microsoft.com/office/drawing/2014/main" id="{853C7BC4-C39E-409D-A8C7-DCEA0B41EA08}"/>
              </a:ext>
            </a:extLst>
          </p:cNvPr>
          <p:cNvGraphicFramePr>
            <a:graphicFrameLocks noGrp="1"/>
          </p:cNvGraphicFramePr>
          <p:nvPr>
            <p:extLst>
              <p:ext uri="{D42A27DB-BD31-4B8C-83A1-F6EECF244321}">
                <p14:modId xmlns:p14="http://schemas.microsoft.com/office/powerpoint/2010/main" val="3240149466"/>
              </p:ext>
            </p:extLst>
          </p:nvPr>
        </p:nvGraphicFramePr>
        <p:xfrm>
          <a:off x="569334" y="1354817"/>
          <a:ext cx="11152766" cy="5024407"/>
        </p:xfrm>
        <a:graphic>
          <a:graphicData uri="http://schemas.openxmlformats.org/drawingml/2006/table">
            <a:tbl>
              <a:tblPr firstRow="1" bandRow="1"/>
              <a:tblGrid>
                <a:gridCol w="2549786">
                  <a:extLst>
                    <a:ext uri="{9D8B030D-6E8A-4147-A177-3AD203B41FA5}">
                      <a16:colId xmlns:a16="http://schemas.microsoft.com/office/drawing/2014/main" val="844568499"/>
                    </a:ext>
                  </a:extLst>
                </a:gridCol>
                <a:gridCol w="8602980">
                  <a:extLst>
                    <a:ext uri="{9D8B030D-6E8A-4147-A177-3AD203B41FA5}">
                      <a16:colId xmlns:a16="http://schemas.microsoft.com/office/drawing/2014/main" val="1868331620"/>
                    </a:ext>
                  </a:extLst>
                </a:gridCol>
              </a:tblGrid>
              <a:tr h="1984284">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Data Provided by SECL</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b="1" kern="1200">
                          <a:solidFill>
                            <a:schemeClr val="lt1"/>
                          </a:solidFill>
                          <a:latin typeface="Calibri"/>
                        </a:defRPr>
                      </a:lvl1pPr>
                      <a:lvl2pPr marL="609585" algn="l" defTabSz="1219170" rtl="0" eaLnBrk="1" latinLnBrk="0" hangingPunct="1">
                        <a:defRPr sz="2400" b="1" kern="1200">
                          <a:solidFill>
                            <a:schemeClr val="lt1"/>
                          </a:solidFill>
                          <a:latin typeface="Calibri"/>
                        </a:defRPr>
                      </a:lvl2pPr>
                      <a:lvl3pPr marL="1219170" algn="l" defTabSz="1219170" rtl="0" eaLnBrk="1" latinLnBrk="0" hangingPunct="1">
                        <a:defRPr sz="2400" b="1" kern="1200">
                          <a:solidFill>
                            <a:schemeClr val="lt1"/>
                          </a:solidFill>
                          <a:latin typeface="Calibri"/>
                        </a:defRPr>
                      </a:lvl3pPr>
                      <a:lvl4pPr marL="1828754" algn="l" defTabSz="1219170" rtl="0" eaLnBrk="1" latinLnBrk="0" hangingPunct="1">
                        <a:defRPr sz="2400" b="1" kern="1200">
                          <a:solidFill>
                            <a:schemeClr val="lt1"/>
                          </a:solidFill>
                          <a:latin typeface="Calibri"/>
                        </a:defRPr>
                      </a:lvl4pPr>
                      <a:lvl5pPr marL="2438339" algn="l" defTabSz="1219170" rtl="0" eaLnBrk="1" latinLnBrk="0" hangingPunct="1">
                        <a:defRPr sz="2400" b="1" kern="1200">
                          <a:solidFill>
                            <a:schemeClr val="lt1"/>
                          </a:solidFill>
                          <a:latin typeface="Calibri"/>
                        </a:defRPr>
                      </a:lvl5pPr>
                      <a:lvl6pPr marL="3047924" algn="l" defTabSz="1219170" rtl="0" eaLnBrk="1" latinLnBrk="0" hangingPunct="1">
                        <a:defRPr sz="2400" b="1" kern="1200">
                          <a:solidFill>
                            <a:schemeClr val="lt1"/>
                          </a:solidFill>
                          <a:latin typeface="Calibri"/>
                        </a:defRPr>
                      </a:lvl6pPr>
                      <a:lvl7pPr marL="3657509" algn="l" defTabSz="1219170" rtl="0" eaLnBrk="1" latinLnBrk="0" hangingPunct="1">
                        <a:defRPr sz="2400" b="1" kern="1200">
                          <a:solidFill>
                            <a:schemeClr val="lt1"/>
                          </a:solidFill>
                          <a:latin typeface="Calibri"/>
                        </a:defRPr>
                      </a:lvl7pPr>
                      <a:lvl8pPr marL="4267093" algn="l" defTabSz="1219170" rtl="0" eaLnBrk="1" latinLnBrk="0" hangingPunct="1">
                        <a:defRPr sz="2400" b="1" kern="1200">
                          <a:solidFill>
                            <a:schemeClr val="lt1"/>
                          </a:solidFill>
                          <a:latin typeface="Calibri"/>
                        </a:defRPr>
                      </a:lvl8pPr>
                      <a:lvl9pPr marL="4876678" algn="l" defTabSz="1219170" rtl="0" eaLnBrk="1" latinLnBrk="0" hangingPunct="1">
                        <a:defRPr sz="2400" b="1" kern="1200">
                          <a:solidFill>
                            <a:schemeClr val="lt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 point-wise, voltage-wise energy consumption details for last 6 years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 point-wise, voltage-wise energy consumption projection for next 5 years, if available</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Metering-point-wise, voltage-wise average load for last 6 years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Latest years Hourly data of energy consumption of multiple metering points for 3 seasons-summer, winter and monsoon</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Sample electric bills of last 5 years for both the </a:t>
                      </a: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discoms</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from which SECL is drawing power</a:t>
                      </a:r>
                    </a:p>
                    <a:p>
                      <a:pPr marL="171450" indent="-171450" algn="l">
                        <a:buFont typeface="Arial" panose="020B0604020202020204" pitchFamily="34" charset="0"/>
                        <a:buChar char="•"/>
                      </a:pPr>
                      <a:r>
                        <a:rPr lang="en-US" sz="1200" b="0" kern="120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Capacities, status, expected date of commissioning of existing/ upcoming solar PV/ rooftop and the expected generation for next 25 years</a:t>
                      </a:r>
                    </a:p>
                    <a:p>
                      <a:pPr marL="171450" indent="-171450" algn="l">
                        <a:buFont typeface="Arial" panose="020B0604020202020204" pitchFamily="34" charset="0"/>
                        <a:buChar char="•"/>
                      </a:pPr>
                      <a:r>
                        <a:rPr lang="en-US" sz="1200" b="0" kern="120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Last 6 years’ yearly coal production details, segregated state-wise (i.e. MP or CG)</a:t>
                      </a:r>
                    </a:p>
                    <a:p>
                      <a:pPr marL="171450" indent="-171450" algn="l">
                        <a:buFont typeface="Arial" panose="020B0604020202020204" pitchFamily="34" charset="0"/>
                        <a:buChar char="•"/>
                      </a:pPr>
                      <a:r>
                        <a:rPr lang="en-US" sz="1200" b="0" kern="120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Next 5 years’ yearly coal production details, segregated state-wise (i.e. MP or CG)</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Land Parcel Details of SECL</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Power Drawl diagrams of various areas of SECL</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1915447">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Information From State Utilities/ SERCs/ Nodal Agencies/ other Stakeholders</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Understanding the regulatory provisions for selling of surplus power</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Idea of regulatory provisions and restrictions/ limitations of connectivity for captive/ non-captive solar power plants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Regulatory charges trends and their outlook</a:t>
                      </a:r>
                    </a:p>
                    <a:p>
                      <a:pPr marL="171450" indent="-171450" algn="l">
                        <a:buFont typeface="Arial" panose="020B0604020202020204" pitchFamily="34" charset="0"/>
                        <a:buChar char="•"/>
                      </a:pP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Discom’s</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appetite for purchasing surplus power</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Available evacuation capacities and sub-stations of </a:t>
                      </a: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discoms</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and </a:t>
                      </a: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transcos</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for potential evacuation route</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Energy Banking provisions of respective states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Processes and compliances for setting up a solar plant and the approvals required</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Available benefits/ supports that may be provided by the state solar development nodal bodies like CREDA</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Existing power scenario of the state and outlook</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902165">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algn="l"/>
                      <a:r>
                        <a:rPr lang="en-US" sz="1400" b="1"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Secondary sources</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1219170" rtl="0" eaLnBrk="1" latinLnBrk="0" hangingPunct="1">
                        <a:defRPr sz="2400" kern="1200">
                          <a:solidFill>
                            <a:schemeClr val="dk1"/>
                          </a:solidFill>
                          <a:latin typeface="Calibri"/>
                        </a:defRPr>
                      </a:lvl1pPr>
                      <a:lvl2pPr marL="609585" algn="l" defTabSz="1219170" rtl="0" eaLnBrk="1" latinLnBrk="0" hangingPunct="1">
                        <a:defRPr sz="2400" kern="1200">
                          <a:solidFill>
                            <a:schemeClr val="dk1"/>
                          </a:solidFill>
                          <a:latin typeface="Calibri"/>
                        </a:defRPr>
                      </a:lvl2pPr>
                      <a:lvl3pPr marL="1219170" algn="l" defTabSz="1219170" rtl="0" eaLnBrk="1" latinLnBrk="0" hangingPunct="1">
                        <a:defRPr sz="2400" kern="1200">
                          <a:solidFill>
                            <a:schemeClr val="dk1"/>
                          </a:solidFill>
                          <a:latin typeface="Calibri"/>
                        </a:defRPr>
                      </a:lvl3pPr>
                      <a:lvl4pPr marL="1828754" algn="l" defTabSz="1219170" rtl="0" eaLnBrk="1" latinLnBrk="0" hangingPunct="1">
                        <a:defRPr sz="2400" kern="1200">
                          <a:solidFill>
                            <a:schemeClr val="dk1"/>
                          </a:solidFill>
                          <a:latin typeface="Calibri"/>
                        </a:defRPr>
                      </a:lvl4pPr>
                      <a:lvl5pPr marL="2438339" algn="l" defTabSz="1219170" rtl="0" eaLnBrk="1" latinLnBrk="0" hangingPunct="1">
                        <a:defRPr sz="2400" kern="1200">
                          <a:solidFill>
                            <a:schemeClr val="dk1"/>
                          </a:solidFill>
                          <a:latin typeface="Calibri"/>
                        </a:defRPr>
                      </a:lvl5pPr>
                      <a:lvl6pPr marL="3047924" algn="l" defTabSz="1219170" rtl="0" eaLnBrk="1" latinLnBrk="0" hangingPunct="1">
                        <a:defRPr sz="2400" kern="1200">
                          <a:solidFill>
                            <a:schemeClr val="dk1"/>
                          </a:solidFill>
                          <a:latin typeface="Calibri"/>
                        </a:defRPr>
                      </a:lvl6pPr>
                      <a:lvl7pPr marL="3657509" algn="l" defTabSz="1219170" rtl="0" eaLnBrk="1" latinLnBrk="0" hangingPunct="1">
                        <a:defRPr sz="2400" kern="1200">
                          <a:solidFill>
                            <a:schemeClr val="dk1"/>
                          </a:solidFill>
                          <a:latin typeface="Calibri"/>
                        </a:defRPr>
                      </a:lvl7pPr>
                      <a:lvl8pPr marL="4267093" algn="l" defTabSz="1219170" rtl="0" eaLnBrk="1" latinLnBrk="0" hangingPunct="1">
                        <a:defRPr sz="2400" kern="1200">
                          <a:solidFill>
                            <a:schemeClr val="dk1"/>
                          </a:solidFill>
                          <a:latin typeface="Calibri"/>
                        </a:defRPr>
                      </a:lvl8pPr>
                      <a:lvl9pPr marL="4876678" algn="l" defTabSz="1219170" rtl="0" eaLnBrk="1" latinLnBrk="0" hangingPunct="1">
                        <a:defRPr sz="2400" kern="1200">
                          <a:solidFill>
                            <a:schemeClr val="dk1"/>
                          </a:solidFill>
                          <a:latin typeface="Calibri"/>
                        </a:defRPr>
                      </a:lvl9pPr>
                    </a:lstStyle>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Respective Regulations and tariff orders of Chhattisgarh and Madhya Pradesh related to energy charges, open access charges and their waiver, energy banking, energy sales etc.</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Orders and circulars related to ISTS charges, its waivers, government schemes like CPSU scheme etc.</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Solar module and its components pricing from </a:t>
                      </a:r>
                      <a:r>
                        <a:rPr lang="en-US" sz="1200" b="0" dirty="0" err="1">
                          <a:solidFill>
                            <a:schemeClr val="tx1"/>
                          </a:solidFill>
                          <a:latin typeface="Calibri Light" panose="020F0302020204030204" pitchFamily="34" charset="0"/>
                          <a:ea typeface="Verdana" panose="020B0604030504040204" pitchFamily="34" charset="0"/>
                          <a:cs typeface="Calibri Light" panose="020F0302020204030204" pitchFamily="34" charset="0"/>
                        </a:rPr>
                        <a:t>Pvinfolink</a:t>
                      </a: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 LME etc. and their trajectories</a:t>
                      </a:r>
                    </a:p>
                    <a:p>
                      <a:pPr marL="171450" indent="-171450" algn="l">
                        <a:buFont typeface="Arial" panose="020B0604020202020204" pitchFamily="34" charset="0"/>
                        <a:buChar char="•"/>
                      </a:pPr>
                      <a:r>
                        <a:rPr lang="en-US" sz="1200" b="0" dirty="0">
                          <a:solidFill>
                            <a:schemeClr val="tx1"/>
                          </a:solidFill>
                          <a:latin typeface="Calibri Light" panose="020F0302020204030204" pitchFamily="34" charset="0"/>
                          <a:ea typeface="Verdana" panose="020B0604030504040204" pitchFamily="34" charset="0"/>
                          <a:cs typeface="Calibri Light" panose="020F0302020204030204" pitchFamily="34" charset="0"/>
                        </a:rPr>
                        <a:t>Information on the capex scenarios from EPC players</a:t>
                      </a:r>
                    </a:p>
                  </a:txBody>
                  <a:tcPr anchor="ctr">
                    <a:lnL w="12700" cmpd="sng">
                      <a:noFill/>
                    </a:lnL>
                    <a:lnR w="12700" cmpd="sng">
                      <a:noFill/>
                    </a:lnR>
                    <a:lnT w="19050" cap="flat" cmpd="sng" algn="ctr">
                      <a:solidFill>
                        <a:srgbClr val="86BC25"/>
                      </a:solidFill>
                      <a:prstDash val="solid"/>
                      <a:round/>
                      <a:headEnd type="none" w="med" len="med"/>
                      <a:tailEnd type="none" w="med" len="med"/>
                    </a:lnT>
                    <a:lnB w="19050" cap="flat" cmpd="sng" algn="ctr">
                      <a:solidFill>
                        <a:srgbClr val="86BC25"/>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bl>
          </a:graphicData>
        </a:graphic>
      </p:graphicFrame>
      <p:sp>
        <p:nvSpPr>
          <p:cNvPr id="59" name="Rectangle 58">
            <a:extLst>
              <a:ext uri="{FF2B5EF4-FFF2-40B4-BE49-F238E27FC236}">
                <a16:creationId xmlns:a16="http://schemas.microsoft.com/office/drawing/2014/main" id="{5B65A3D2-FD45-4B3C-A0E9-191AB0A8D08B}"/>
              </a:ext>
            </a:extLst>
          </p:cNvPr>
          <p:cNvSpPr/>
          <p:nvPr/>
        </p:nvSpPr>
        <p:spPr>
          <a:xfrm>
            <a:off x="413785" y="627154"/>
            <a:ext cx="11154849" cy="369332"/>
          </a:xfrm>
          <a:prstGeom prst="rect">
            <a:avLst/>
          </a:prstGeom>
        </p:spPr>
        <p:txBody>
          <a:bodyPr wrap="none">
            <a:spAutoFit/>
          </a:bodyPr>
          <a:lstStyle/>
          <a:p>
            <a:pPr>
              <a:defRPr/>
            </a:pPr>
            <a:r>
              <a:rPr lang="pt-BR" dirty="0">
                <a:solidFill>
                  <a:prstClr val="black"/>
                </a:solidFill>
                <a:latin typeface="Calibri"/>
              </a:rPr>
              <a:t>Deloitte prepared the Report based on following Information gathered during primary and secondary interactions</a:t>
            </a:r>
            <a:endParaRPr lang="en-IN" dirty="0">
              <a:solidFill>
                <a:prstClr val="black"/>
              </a:solidFill>
              <a:latin typeface="Calibri"/>
            </a:endParaRPr>
          </a:p>
        </p:txBody>
      </p:sp>
    </p:spTree>
    <p:extLst>
      <p:ext uri="{BB962C8B-B14F-4D97-AF65-F5344CB8AC3E}">
        <p14:creationId xmlns:p14="http://schemas.microsoft.com/office/powerpoint/2010/main" val="109998785"/>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20943"/>
            <a:ext cx="11188700" cy="334099"/>
          </a:xfrm>
        </p:spPr>
        <p:txBody>
          <a:bodyPr/>
          <a:lstStyle/>
          <a:p>
            <a:r>
              <a:rPr lang="en-US" sz="3600" b="1" dirty="0">
                <a:solidFill>
                  <a:schemeClr val="bg1"/>
                </a:solidFill>
              </a:rPr>
              <a:t>Business Models Envisaged</a:t>
            </a:r>
            <a:endParaRPr lang="en-US" sz="2800" b="1" dirty="0">
              <a:solidFill>
                <a:schemeClr val="bg1"/>
              </a:solidFill>
            </a:endParaRPr>
          </a:p>
        </p:txBody>
      </p:sp>
    </p:spTree>
    <p:extLst>
      <p:ext uri="{BB962C8B-B14F-4D97-AF65-F5344CB8AC3E}">
        <p14:creationId xmlns:p14="http://schemas.microsoft.com/office/powerpoint/2010/main" val="2681929897"/>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40588"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Models envisaged for achieving Net-Surplus status</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3" name="TextBox 2">
            <a:extLst>
              <a:ext uri="{FF2B5EF4-FFF2-40B4-BE49-F238E27FC236}">
                <a16:creationId xmlns:a16="http://schemas.microsoft.com/office/drawing/2014/main" id="{E1ABE33F-929E-4CFE-9C77-7BEACCD762D2}"/>
              </a:ext>
            </a:extLst>
          </p:cNvPr>
          <p:cNvSpPr txBox="1"/>
          <p:nvPr/>
        </p:nvSpPr>
        <p:spPr>
          <a:xfrm>
            <a:off x="4239986" y="664026"/>
            <a:ext cx="3712029" cy="422405"/>
          </a:xfrm>
          <a:prstGeom prst="rect">
            <a:avLst/>
          </a:prstGeom>
        </p:spPr>
        <p:style>
          <a:lnRef idx="0">
            <a:schemeClr val="accent5"/>
          </a:lnRef>
          <a:fillRef idx="3">
            <a:schemeClr val="accent5"/>
          </a:fillRef>
          <a:effectRef idx="3">
            <a:schemeClr val="accent5"/>
          </a:effectRef>
          <a:fontRef idx="minor">
            <a:schemeClr val="lt1"/>
          </a:fontRef>
        </p:style>
        <p:txBody>
          <a:bodyPr wrap="square" lIns="0" tIns="72000" rIns="0" bIns="72000" rtlCol="0">
            <a:spAutoFit/>
          </a:bodyPr>
          <a:lstStyle/>
          <a:p>
            <a:pPr algn="ctr">
              <a:spcBef>
                <a:spcPts val="600"/>
              </a:spcBef>
              <a:buSzPct val="100000"/>
            </a:pPr>
            <a:r>
              <a:rPr lang="en-US" b="1" dirty="0">
                <a:solidFill>
                  <a:schemeClr val="bg1"/>
                </a:solidFill>
              </a:rPr>
              <a:t>MODELS</a:t>
            </a:r>
          </a:p>
        </p:txBody>
      </p:sp>
      <p:sp>
        <p:nvSpPr>
          <p:cNvPr id="8" name="TextBox 7">
            <a:extLst>
              <a:ext uri="{FF2B5EF4-FFF2-40B4-BE49-F238E27FC236}">
                <a16:creationId xmlns:a16="http://schemas.microsoft.com/office/drawing/2014/main" id="{D2FE882E-812C-473C-80E0-0552F763E8CA}"/>
              </a:ext>
            </a:extLst>
          </p:cNvPr>
          <p:cNvSpPr txBox="1"/>
          <p:nvPr/>
        </p:nvSpPr>
        <p:spPr>
          <a:xfrm>
            <a:off x="501650" y="1458686"/>
            <a:ext cx="5246007" cy="3916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0" tIns="72000" rIns="0" bIns="72000" rtlCol="0">
            <a:spAutoFit/>
          </a:bodyPr>
          <a:lstStyle/>
          <a:p>
            <a:pPr algn="ctr">
              <a:spcBef>
                <a:spcPts val="600"/>
              </a:spcBef>
              <a:buSzPct val="100000"/>
            </a:pPr>
            <a:r>
              <a:rPr lang="en-US" sz="1600" b="1" dirty="0">
                <a:solidFill>
                  <a:schemeClr val="bg1"/>
                </a:solidFill>
              </a:rPr>
              <a:t>Models for Self-Consumption</a:t>
            </a:r>
          </a:p>
        </p:txBody>
      </p:sp>
      <p:sp>
        <p:nvSpPr>
          <p:cNvPr id="9" name="TextBox 8">
            <a:extLst>
              <a:ext uri="{FF2B5EF4-FFF2-40B4-BE49-F238E27FC236}">
                <a16:creationId xmlns:a16="http://schemas.microsoft.com/office/drawing/2014/main" id="{CDE9FD2C-AC5D-47EB-B4B6-5D54F8DA7AA4}"/>
              </a:ext>
            </a:extLst>
          </p:cNvPr>
          <p:cNvSpPr txBox="1"/>
          <p:nvPr/>
        </p:nvSpPr>
        <p:spPr>
          <a:xfrm>
            <a:off x="6444345" y="1458686"/>
            <a:ext cx="5246008" cy="3916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0" tIns="72000" rIns="0" bIns="72000" rtlCol="0">
            <a:spAutoFit/>
          </a:bodyPr>
          <a:lstStyle/>
          <a:p>
            <a:pPr algn="ctr">
              <a:spcBef>
                <a:spcPts val="600"/>
              </a:spcBef>
              <a:buSzPct val="100000"/>
            </a:pPr>
            <a:r>
              <a:rPr lang="en-US" sz="1600" b="1" dirty="0">
                <a:solidFill>
                  <a:schemeClr val="bg1"/>
                </a:solidFill>
              </a:rPr>
              <a:t>Models for Surplus Sale of Solar Power</a:t>
            </a:r>
          </a:p>
        </p:txBody>
      </p:sp>
      <p:sp>
        <p:nvSpPr>
          <p:cNvPr id="4" name="TextBox 3">
            <a:extLst>
              <a:ext uri="{FF2B5EF4-FFF2-40B4-BE49-F238E27FC236}">
                <a16:creationId xmlns:a16="http://schemas.microsoft.com/office/drawing/2014/main" id="{7509A576-2F5C-4CE9-B187-AA5931C15361}"/>
              </a:ext>
            </a:extLst>
          </p:cNvPr>
          <p:cNvSpPr txBox="1"/>
          <p:nvPr/>
        </p:nvSpPr>
        <p:spPr>
          <a:xfrm>
            <a:off x="501649" y="1904996"/>
            <a:ext cx="5246008" cy="4715769"/>
          </a:xfrm>
          <a:prstGeom prst="rect">
            <a:avLst/>
          </a:prstGeom>
          <a:noFill/>
          <a:ln>
            <a:solidFill>
              <a:srgbClr val="92D050"/>
            </a:solidFill>
          </a:ln>
        </p:spPr>
        <p:txBody>
          <a:bodyPr wrap="square" lIns="72000" tIns="36000" rIns="72000" bIns="36000" rtlCol="0">
            <a:spAutoFit/>
          </a:bodyPr>
          <a:lstStyle/>
          <a:p>
            <a:pPr marL="342900" indent="-342900">
              <a:lnSpc>
                <a:spcPct val="108000"/>
              </a:lnSpc>
              <a:buSzPct val="100000"/>
              <a:buFont typeface="+mj-lt"/>
              <a:buAutoNum type="arabicPeriod"/>
            </a:pPr>
            <a:r>
              <a:rPr lang="en-US" sz="1400" b="1" dirty="0">
                <a:solidFill>
                  <a:srgbClr val="313131"/>
                </a:solidFill>
              </a:rPr>
              <a:t>Establishment of solar project in capex mode (Captive):</a:t>
            </a:r>
          </a:p>
          <a:p>
            <a:pPr marL="533400" indent="-174625">
              <a:lnSpc>
                <a:spcPct val="108000"/>
              </a:lnSpc>
              <a:buSzPct val="100000"/>
              <a:buFont typeface="Arial" panose="020B0604020202020204" pitchFamily="34" charset="0"/>
              <a:buChar char="•"/>
            </a:pPr>
            <a:r>
              <a:rPr lang="en-US" sz="1400" dirty="0">
                <a:solidFill>
                  <a:srgbClr val="313131"/>
                </a:solidFill>
              </a:rPr>
              <a:t>SECL will incur capex for the project and may deploy EPC contractor for setting up the project</a:t>
            </a:r>
          </a:p>
          <a:p>
            <a:pPr marL="533400" indent="-174625">
              <a:lnSpc>
                <a:spcPct val="108000"/>
              </a:lnSpc>
              <a:buSzPct val="100000"/>
              <a:buFont typeface="Arial" panose="020B0604020202020204" pitchFamily="34" charset="0"/>
              <a:buChar char="•"/>
            </a:pPr>
            <a:r>
              <a:rPr lang="en-US" sz="1400" dirty="0">
                <a:solidFill>
                  <a:srgbClr val="313131"/>
                </a:solidFill>
              </a:rPr>
              <a:t>Based on availability of suitable land, project can be set up in:</a:t>
            </a:r>
          </a:p>
          <a:p>
            <a:pPr marL="719138" indent="-185738">
              <a:lnSpc>
                <a:spcPct val="108000"/>
              </a:lnSpc>
              <a:buSzPct val="100000"/>
              <a:buFont typeface="+mj-lt"/>
              <a:buAutoNum type="alphaLcParenR"/>
            </a:pPr>
            <a:r>
              <a:rPr lang="en-US" sz="1400" dirty="0">
                <a:solidFill>
                  <a:srgbClr val="313131"/>
                </a:solidFill>
              </a:rPr>
              <a:t>own land of SECL, and/or</a:t>
            </a:r>
          </a:p>
          <a:p>
            <a:pPr marL="719138" indent="-185738">
              <a:lnSpc>
                <a:spcPct val="108000"/>
              </a:lnSpc>
              <a:buSzPct val="100000"/>
              <a:buFont typeface="+mj-lt"/>
              <a:buAutoNum type="alphaLcParenR"/>
            </a:pPr>
            <a:r>
              <a:rPr lang="en-US" sz="1400" dirty="0">
                <a:solidFill>
                  <a:srgbClr val="313131"/>
                </a:solidFill>
              </a:rPr>
              <a:t>other land</a:t>
            </a:r>
          </a:p>
          <a:p>
            <a:pPr marL="533400" indent="-174625">
              <a:lnSpc>
                <a:spcPct val="108000"/>
              </a:lnSpc>
              <a:buSzPct val="100000"/>
              <a:buFont typeface="Arial" panose="020B0604020202020204" pitchFamily="34" charset="0"/>
              <a:buChar char="•"/>
            </a:pPr>
            <a:r>
              <a:rPr lang="en-US" sz="1400" dirty="0">
                <a:solidFill>
                  <a:srgbClr val="313131"/>
                </a:solidFill>
              </a:rPr>
              <a:t>Based on availability of suitable land, project can be situated in Chhattisgarh and/or Madhya Pradesh</a:t>
            </a:r>
          </a:p>
          <a:p>
            <a:pPr marL="342900" indent="-342900">
              <a:lnSpc>
                <a:spcPct val="108000"/>
              </a:lnSpc>
              <a:buSzPct val="100000"/>
              <a:buFont typeface="+mj-lt"/>
              <a:buAutoNum type="arabicPeriod" startAt="2"/>
            </a:pPr>
            <a:r>
              <a:rPr lang="en-US" sz="1400" b="1" dirty="0">
                <a:solidFill>
                  <a:srgbClr val="313131"/>
                </a:solidFill>
              </a:rPr>
              <a:t>Purchase of solar power through BOO-route:</a:t>
            </a:r>
          </a:p>
          <a:p>
            <a:pPr marL="533400" indent="-174625">
              <a:lnSpc>
                <a:spcPct val="108000"/>
              </a:lnSpc>
              <a:buSzPct val="100000"/>
              <a:buFont typeface="Arial" panose="020B0604020202020204" pitchFamily="34" charset="0"/>
              <a:buChar char="•"/>
            </a:pPr>
            <a:r>
              <a:rPr lang="en-US" sz="1400" dirty="0">
                <a:solidFill>
                  <a:srgbClr val="313131"/>
                </a:solidFill>
              </a:rPr>
              <a:t>SECL will invite bids for selection of developer through tariff-based competitive bidding for development of solar project in BOO-route</a:t>
            </a:r>
          </a:p>
          <a:p>
            <a:pPr marL="533400" indent="-174625">
              <a:lnSpc>
                <a:spcPct val="108000"/>
              </a:lnSpc>
              <a:buSzPct val="100000"/>
              <a:buFont typeface="Arial" panose="020B0604020202020204" pitchFamily="34" charset="0"/>
              <a:buChar char="•"/>
            </a:pPr>
            <a:r>
              <a:rPr lang="en-US" sz="1400" dirty="0">
                <a:solidFill>
                  <a:srgbClr val="313131"/>
                </a:solidFill>
              </a:rPr>
              <a:t>Project can be situated in Chhattisgarh and/or Madhya Pradesh (project situated in any other state will attract ISTS charges)</a:t>
            </a:r>
          </a:p>
          <a:p>
            <a:pPr marL="342900" indent="-342900">
              <a:lnSpc>
                <a:spcPct val="108000"/>
              </a:lnSpc>
              <a:buSzPct val="100000"/>
              <a:buFont typeface="+mj-lt"/>
              <a:buAutoNum type="arabicPeriod" startAt="3"/>
            </a:pPr>
            <a:r>
              <a:rPr lang="en-US" sz="1400" b="1" dirty="0">
                <a:solidFill>
                  <a:srgbClr val="313131"/>
                </a:solidFill>
              </a:rPr>
              <a:t>Purchase of solar power under GOI-scheme (e.g., CPSU Scheme Phase-II):</a:t>
            </a:r>
          </a:p>
          <a:p>
            <a:pPr marL="533400" indent="-174625">
              <a:lnSpc>
                <a:spcPct val="108000"/>
              </a:lnSpc>
              <a:buSzPct val="100000"/>
              <a:buFont typeface="Arial" panose="020B0604020202020204" pitchFamily="34" charset="0"/>
              <a:buChar char="•"/>
            </a:pPr>
            <a:r>
              <a:rPr lang="en-US" sz="1400" dirty="0">
                <a:solidFill>
                  <a:srgbClr val="313131"/>
                </a:solidFill>
              </a:rPr>
              <a:t>SECL may explore availability of un-tied capacity from awarded solar projects under CPSU Scheme Phase-II tenders</a:t>
            </a:r>
          </a:p>
          <a:p>
            <a:pPr marL="533400" indent="-174625">
              <a:lnSpc>
                <a:spcPct val="108000"/>
              </a:lnSpc>
              <a:buSzPct val="100000"/>
              <a:buFont typeface="Arial" panose="020B0604020202020204" pitchFamily="34" charset="0"/>
              <a:buChar char="•"/>
            </a:pPr>
            <a:r>
              <a:rPr lang="en-US" sz="1400" dirty="0">
                <a:solidFill>
                  <a:srgbClr val="313131"/>
                </a:solidFill>
              </a:rPr>
              <a:t>CPSU Scheme Phase-II is explained in </a:t>
            </a:r>
            <a:r>
              <a:rPr lang="en-US" sz="1400" dirty="0">
                <a:solidFill>
                  <a:srgbClr val="313131"/>
                </a:solidFill>
                <a:hlinkClick r:id="rId8" action="ppaction://hlinksldjump"/>
              </a:rPr>
              <a:t>Annexure-1</a:t>
            </a:r>
            <a:endParaRPr lang="en-US" sz="1400" dirty="0">
              <a:solidFill>
                <a:srgbClr val="313131"/>
              </a:solidFill>
            </a:endParaRPr>
          </a:p>
        </p:txBody>
      </p:sp>
      <p:sp>
        <p:nvSpPr>
          <p:cNvPr id="11" name="TextBox 10">
            <a:extLst>
              <a:ext uri="{FF2B5EF4-FFF2-40B4-BE49-F238E27FC236}">
                <a16:creationId xmlns:a16="http://schemas.microsoft.com/office/drawing/2014/main" id="{D81AFA1A-DB85-4DF6-A87F-521F97F4DCCA}"/>
              </a:ext>
            </a:extLst>
          </p:cNvPr>
          <p:cNvSpPr txBox="1"/>
          <p:nvPr/>
        </p:nvSpPr>
        <p:spPr>
          <a:xfrm>
            <a:off x="6444345" y="1904996"/>
            <a:ext cx="5246008" cy="3785001"/>
          </a:xfrm>
          <a:prstGeom prst="rect">
            <a:avLst/>
          </a:prstGeom>
          <a:noFill/>
          <a:ln>
            <a:solidFill>
              <a:srgbClr val="92D050"/>
            </a:solidFill>
          </a:ln>
        </p:spPr>
        <p:txBody>
          <a:bodyPr wrap="square" lIns="72000" tIns="36000" rIns="72000" bIns="36000" rtlCol="0">
            <a:spAutoFit/>
          </a:bodyPr>
          <a:lstStyle/>
          <a:p>
            <a:pPr>
              <a:lnSpc>
                <a:spcPct val="108000"/>
              </a:lnSpc>
              <a:buSzPct val="100000"/>
            </a:pPr>
            <a:r>
              <a:rPr lang="en-US" sz="1400" b="1" dirty="0">
                <a:solidFill>
                  <a:srgbClr val="313131"/>
                </a:solidFill>
              </a:rPr>
              <a:t>Establishment of solar project in capex mode:</a:t>
            </a:r>
          </a:p>
          <a:p>
            <a:pPr marL="174625" indent="-174625">
              <a:lnSpc>
                <a:spcPct val="108000"/>
              </a:lnSpc>
              <a:buSzPct val="100000"/>
              <a:buFont typeface="Arial" panose="020B0604020202020204" pitchFamily="34" charset="0"/>
              <a:buChar char="•"/>
            </a:pPr>
            <a:r>
              <a:rPr lang="en-US" sz="1400" dirty="0">
                <a:solidFill>
                  <a:srgbClr val="313131"/>
                </a:solidFill>
              </a:rPr>
              <a:t>SECL will incur capex for the project and may deploy EPC contractor for setting up the project</a:t>
            </a:r>
          </a:p>
          <a:p>
            <a:pPr marL="174625" indent="-174625">
              <a:lnSpc>
                <a:spcPct val="108000"/>
              </a:lnSpc>
              <a:buSzPct val="100000"/>
              <a:buFont typeface="Arial" panose="020B0604020202020204" pitchFamily="34" charset="0"/>
              <a:buChar char="•"/>
            </a:pPr>
            <a:r>
              <a:rPr lang="en-US" sz="1400" dirty="0">
                <a:solidFill>
                  <a:srgbClr val="313131"/>
                </a:solidFill>
              </a:rPr>
              <a:t>Based on availability of suitable land, project can be set up in:</a:t>
            </a:r>
          </a:p>
          <a:p>
            <a:pPr marL="358775" indent="-185738">
              <a:lnSpc>
                <a:spcPct val="108000"/>
              </a:lnSpc>
              <a:buSzPct val="100000"/>
              <a:buFont typeface="+mj-lt"/>
              <a:buAutoNum type="alphaLcParenR"/>
            </a:pPr>
            <a:r>
              <a:rPr lang="en-US" sz="1400" dirty="0">
                <a:solidFill>
                  <a:srgbClr val="313131"/>
                </a:solidFill>
              </a:rPr>
              <a:t>own land of SECL, and/or</a:t>
            </a:r>
          </a:p>
          <a:p>
            <a:pPr marL="358775" indent="-185738">
              <a:lnSpc>
                <a:spcPct val="108000"/>
              </a:lnSpc>
              <a:buSzPct val="100000"/>
              <a:buFont typeface="+mj-lt"/>
              <a:buAutoNum type="alphaLcParenR"/>
            </a:pPr>
            <a:r>
              <a:rPr lang="en-US" sz="1400" dirty="0">
                <a:solidFill>
                  <a:srgbClr val="313131"/>
                </a:solidFill>
              </a:rPr>
              <a:t>other land</a:t>
            </a:r>
          </a:p>
          <a:p>
            <a:pPr marL="174625" indent="-174625">
              <a:lnSpc>
                <a:spcPct val="108000"/>
              </a:lnSpc>
              <a:buSzPct val="100000"/>
              <a:buFont typeface="Arial" panose="020B0604020202020204" pitchFamily="34" charset="0"/>
              <a:buChar char="•"/>
            </a:pPr>
            <a:r>
              <a:rPr lang="en-US" sz="1400" dirty="0">
                <a:solidFill>
                  <a:srgbClr val="313131"/>
                </a:solidFill>
              </a:rPr>
              <a:t>Based on availability of suitable land, project can be situated in Chhattisgarh and/or Madhya Pradesh</a:t>
            </a:r>
          </a:p>
          <a:p>
            <a:pPr>
              <a:lnSpc>
                <a:spcPct val="108000"/>
              </a:lnSpc>
              <a:buSzPct val="100000"/>
            </a:pPr>
            <a:endParaRPr lang="en-US" sz="1400" dirty="0">
              <a:solidFill>
                <a:srgbClr val="313131"/>
              </a:solidFill>
            </a:endParaRPr>
          </a:p>
          <a:p>
            <a:pPr>
              <a:lnSpc>
                <a:spcPct val="108000"/>
              </a:lnSpc>
              <a:buSzPct val="100000"/>
            </a:pPr>
            <a:r>
              <a:rPr lang="en-US" sz="1400" b="1" dirty="0">
                <a:solidFill>
                  <a:srgbClr val="313131"/>
                </a:solidFill>
              </a:rPr>
              <a:t>Various avenues for sale of surplus solar power:</a:t>
            </a:r>
          </a:p>
          <a:p>
            <a:pPr marL="174625" indent="-174625">
              <a:lnSpc>
                <a:spcPct val="108000"/>
              </a:lnSpc>
              <a:buSzPct val="100000"/>
              <a:buFont typeface="Arial" panose="020B0604020202020204" pitchFamily="34" charset="0"/>
              <a:buChar char="•"/>
            </a:pPr>
            <a:r>
              <a:rPr lang="en-US" sz="1400" dirty="0">
                <a:solidFill>
                  <a:srgbClr val="313131"/>
                </a:solidFill>
              </a:rPr>
              <a:t>Sale to Discoms of Chhattisgarh or Madhya Pradesh</a:t>
            </a:r>
          </a:p>
          <a:p>
            <a:pPr marL="174625" indent="-174625">
              <a:lnSpc>
                <a:spcPct val="108000"/>
              </a:lnSpc>
              <a:buSzPct val="100000"/>
              <a:buFont typeface="Arial" panose="020B0604020202020204" pitchFamily="34" charset="0"/>
              <a:buChar char="•"/>
            </a:pPr>
            <a:r>
              <a:rPr lang="en-US" sz="1400" dirty="0">
                <a:solidFill>
                  <a:srgbClr val="313131"/>
                </a:solidFill>
              </a:rPr>
              <a:t>Energy Banking</a:t>
            </a:r>
          </a:p>
          <a:p>
            <a:pPr marL="174625" indent="-174625">
              <a:lnSpc>
                <a:spcPct val="108000"/>
              </a:lnSpc>
              <a:buSzPct val="100000"/>
              <a:buFont typeface="Arial" panose="020B0604020202020204" pitchFamily="34" charset="0"/>
              <a:buChar char="•"/>
            </a:pPr>
            <a:r>
              <a:rPr lang="en-US" sz="1400" dirty="0">
                <a:solidFill>
                  <a:srgbClr val="313131"/>
                </a:solidFill>
              </a:rPr>
              <a:t>Sale through Power Exchanges</a:t>
            </a:r>
          </a:p>
          <a:p>
            <a:pPr marL="174625" indent="-174625">
              <a:lnSpc>
                <a:spcPct val="108000"/>
              </a:lnSpc>
              <a:buSzPct val="100000"/>
              <a:buFont typeface="Arial" panose="020B0604020202020204" pitchFamily="34" charset="0"/>
              <a:buChar char="•"/>
            </a:pPr>
            <a:r>
              <a:rPr lang="en-US" sz="1400" dirty="0">
                <a:solidFill>
                  <a:srgbClr val="313131"/>
                </a:solidFill>
              </a:rPr>
              <a:t>Sale to Power Traders</a:t>
            </a:r>
          </a:p>
          <a:p>
            <a:pPr marL="174625" indent="-174625">
              <a:lnSpc>
                <a:spcPct val="108000"/>
              </a:lnSpc>
              <a:buSzPct val="100000"/>
              <a:buFont typeface="Arial" panose="020B0604020202020204" pitchFamily="34" charset="0"/>
              <a:buChar char="•"/>
            </a:pPr>
            <a:r>
              <a:rPr lang="en-US" sz="1400" dirty="0">
                <a:solidFill>
                  <a:srgbClr val="313131"/>
                </a:solidFill>
              </a:rPr>
              <a:t>Sale to Open Access Consumers</a:t>
            </a:r>
          </a:p>
          <a:p>
            <a:pPr marL="174625" indent="-174625">
              <a:lnSpc>
                <a:spcPct val="108000"/>
              </a:lnSpc>
              <a:buSzPct val="100000"/>
              <a:buFont typeface="Arial" panose="020B0604020202020204" pitchFamily="34" charset="0"/>
              <a:buChar char="•"/>
            </a:pPr>
            <a:r>
              <a:rPr lang="en-US" sz="1400" dirty="0">
                <a:solidFill>
                  <a:srgbClr val="313131"/>
                </a:solidFill>
              </a:rPr>
              <a:t>Sale of Renewable Energy Certificates (REC)</a:t>
            </a:r>
          </a:p>
        </p:txBody>
      </p:sp>
      <p:cxnSp>
        <p:nvCxnSpPr>
          <p:cNvPr id="6" name="Connector: Elbow 5">
            <a:extLst>
              <a:ext uri="{FF2B5EF4-FFF2-40B4-BE49-F238E27FC236}">
                <a16:creationId xmlns:a16="http://schemas.microsoft.com/office/drawing/2014/main" id="{C4631858-38AB-4601-8E46-0722FC4ED910}"/>
              </a:ext>
            </a:extLst>
          </p:cNvPr>
          <p:cNvCxnSpPr>
            <a:stCxn id="3" idx="2"/>
            <a:endCxn id="8" idx="0"/>
          </p:cNvCxnSpPr>
          <p:nvPr/>
        </p:nvCxnSpPr>
        <p:spPr>
          <a:xfrm rot="5400000">
            <a:off x="4424201" y="-213115"/>
            <a:ext cx="372255" cy="2971347"/>
          </a:xfrm>
          <a:prstGeom prst="bentConnector3">
            <a:avLst/>
          </a:prstGeom>
          <a:ln w="28575">
            <a:solidFill>
              <a:srgbClr val="0076A8"/>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10" name="Connector: Elbow 9">
            <a:extLst>
              <a:ext uri="{FF2B5EF4-FFF2-40B4-BE49-F238E27FC236}">
                <a16:creationId xmlns:a16="http://schemas.microsoft.com/office/drawing/2014/main" id="{A3F1E189-1283-4E83-AAE8-2E7762286E36}"/>
              </a:ext>
            </a:extLst>
          </p:cNvPr>
          <p:cNvCxnSpPr>
            <a:stCxn id="3" idx="2"/>
            <a:endCxn id="9" idx="0"/>
          </p:cNvCxnSpPr>
          <p:nvPr/>
        </p:nvCxnSpPr>
        <p:spPr>
          <a:xfrm rot="16200000" flipH="1">
            <a:off x="7395548" y="-213116"/>
            <a:ext cx="372255" cy="2971348"/>
          </a:xfrm>
          <a:prstGeom prst="bentConnector3">
            <a:avLst/>
          </a:prstGeom>
          <a:ln w="28575">
            <a:solidFill>
              <a:srgbClr val="0076A8"/>
            </a:solidFill>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8418366"/>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428D458E-D60E-4F64-AFA3-AFFE30EC7399}"/>
              </a:ext>
            </a:extLst>
          </p:cNvPr>
          <p:cNvSpPr/>
          <p:nvPr/>
        </p:nvSpPr>
        <p:spPr bwMode="gray">
          <a:xfrm>
            <a:off x="574159" y="2050630"/>
            <a:ext cx="1768349" cy="3946907"/>
          </a:xfrm>
          <a:prstGeom prst="roundRect">
            <a:avLst>
              <a:gd name="adj" fmla="val 6790"/>
            </a:avLst>
          </a:prstGeom>
          <a:solidFill>
            <a:schemeClr val="accent3">
              <a:alpha val="15000"/>
            </a:schemeClr>
          </a:solidFill>
          <a:ln w="9525" cmpd="dbl" algn="ctr">
            <a:solidFill>
              <a:schemeClr val="tx2"/>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19261"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858748"/>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800" b="1" dirty="0">
                <a:solidFill>
                  <a:sysClr val="windowText" lastClr="000000"/>
                </a:solidFill>
                <a:latin typeface="Calibri"/>
              </a:rPr>
              <a:t>Pictorial representation of </a:t>
            </a: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Business Models for Self-Consumption</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3" name="Rectangle: Rounded Corners 22">
            <a:extLst>
              <a:ext uri="{FF2B5EF4-FFF2-40B4-BE49-F238E27FC236}">
                <a16:creationId xmlns:a16="http://schemas.microsoft.com/office/drawing/2014/main" id="{0378B515-4B1D-4709-919E-8A01A9BB89E2}"/>
              </a:ext>
            </a:extLst>
          </p:cNvPr>
          <p:cNvSpPr/>
          <p:nvPr/>
        </p:nvSpPr>
        <p:spPr bwMode="gray">
          <a:xfrm>
            <a:off x="501651" y="1575300"/>
            <a:ext cx="3774514" cy="4509438"/>
          </a:xfrm>
          <a:prstGeom prst="roundRect">
            <a:avLst>
              <a:gd name="adj" fmla="val 1104"/>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8" name="Rectangle 27">
            <a:extLst>
              <a:ext uri="{FF2B5EF4-FFF2-40B4-BE49-F238E27FC236}">
                <a16:creationId xmlns:a16="http://schemas.microsoft.com/office/drawing/2014/main" id="{A793C86D-E5B5-4F44-AEB6-54BC1A645B5D}"/>
              </a:ext>
            </a:extLst>
          </p:cNvPr>
          <p:cNvSpPr/>
          <p:nvPr/>
        </p:nvSpPr>
        <p:spPr>
          <a:xfrm>
            <a:off x="1776295" y="4269907"/>
            <a:ext cx="436840"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cxnSp>
        <p:nvCxnSpPr>
          <p:cNvPr id="4" name="Connector: Elbow 3">
            <a:extLst>
              <a:ext uri="{FF2B5EF4-FFF2-40B4-BE49-F238E27FC236}">
                <a16:creationId xmlns:a16="http://schemas.microsoft.com/office/drawing/2014/main" id="{472AAC8B-2704-4FD3-96F0-1CD18C871939}"/>
              </a:ext>
            </a:extLst>
          </p:cNvPr>
          <p:cNvCxnSpPr>
            <a:cxnSpLocks/>
            <a:stCxn id="28" idx="1"/>
            <a:endCxn id="308" idx="3"/>
          </p:cNvCxnSpPr>
          <p:nvPr/>
        </p:nvCxnSpPr>
        <p:spPr>
          <a:xfrm rot="10800000">
            <a:off x="1399911" y="2832879"/>
            <a:ext cx="376384" cy="1563987"/>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or: Elbow 51">
            <a:extLst>
              <a:ext uri="{FF2B5EF4-FFF2-40B4-BE49-F238E27FC236}">
                <a16:creationId xmlns:a16="http://schemas.microsoft.com/office/drawing/2014/main" id="{F9AEAC78-17B1-4865-815F-4D696B66537E}"/>
              </a:ext>
            </a:extLst>
          </p:cNvPr>
          <p:cNvCxnSpPr>
            <a:cxnSpLocks/>
            <a:stCxn id="305" idx="13"/>
            <a:endCxn id="307" idx="1"/>
          </p:cNvCxnSpPr>
          <p:nvPr/>
        </p:nvCxnSpPr>
        <p:spPr>
          <a:xfrm flipH="1">
            <a:off x="813804" y="2625130"/>
            <a:ext cx="114910" cy="2844584"/>
          </a:xfrm>
          <a:prstGeom prst="bentConnector5">
            <a:avLst>
              <a:gd name="adj1" fmla="val -198938"/>
              <a:gd name="adj2" fmla="val 44413"/>
              <a:gd name="adj3" fmla="val 209527"/>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D09431DB-2364-44D3-8A19-283A278E3DE1}"/>
              </a:ext>
            </a:extLst>
          </p:cNvPr>
          <p:cNvSpPr txBox="1"/>
          <p:nvPr/>
        </p:nvSpPr>
        <p:spPr>
          <a:xfrm>
            <a:off x="1654687" y="3362399"/>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Capex</a:t>
            </a:r>
          </a:p>
        </p:txBody>
      </p:sp>
      <p:sp>
        <p:nvSpPr>
          <p:cNvPr id="75" name="TextBox 74">
            <a:extLst>
              <a:ext uri="{FF2B5EF4-FFF2-40B4-BE49-F238E27FC236}">
                <a16:creationId xmlns:a16="http://schemas.microsoft.com/office/drawing/2014/main" id="{64820701-D12B-4EEB-B1E1-C94AD58BDA4C}"/>
              </a:ext>
            </a:extLst>
          </p:cNvPr>
          <p:cNvSpPr txBox="1"/>
          <p:nvPr/>
        </p:nvSpPr>
        <p:spPr>
          <a:xfrm>
            <a:off x="774078" y="4121341"/>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93" name="Rectangle 92">
            <a:extLst>
              <a:ext uri="{FF2B5EF4-FFF2-40B4-BE49-F238E27FC236}">
                <a16:creationId xmlns:a16="http://schemas.microsoft.com/office/drawing/2014/main" id="{16C23C58-BAB7-4FAC-8733-6E7A9D0E6CF3}"/>
              </a:ext>
            </a:extLst>
          </p:cNvPr>
          <p:cNvSpPr/>
          <p:nvPr/>
        </p:nvSpPr>
        <p:spPr>
          <a:xfrm>
            <a:off x="501651" y="1267522"/>
            <a:ext cx="3774514" cy="316601"/>
          </a:xfrm>
          <a:prstGeom prst="rect">
            <a:avLst/>
          </a:prstGeom>
          <a:solidFill>
            <a:schemeClr val="accent5">
              <a:lumMod val="5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Model 1: Capex Model (Captive)</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05" name="Freeform 579">
            <a:extLst>
              <a:ext uri="{FF2B5EF4-FFF2-40B4-BE49-F238E27FC236}">
                <a16:creationId xmlns:a16="http://schemas.microsoft.com/office/drawing/2014/main" id="{8451ED68-C767-4E04-9FF6-BA2739BD0841}"/>
              </a:ext>
            </a:extLst>
          </p:cNvPr>
          <p:cNvSpPr>
            <a:spLocks noEditPoints="1"/>
          </p:cNvSpPr>
          <p:nvPr/>
        </p:nvSpPr>
        <p:spPr bwMode="auto">
          <a:xfrm>
            <a:off x="914222" y="2288296"/>
            <a:ext cx="463749" cy="336834"/>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6" name="Freeform 33">
            <a:extLst>
              <a:ext uri="{FF2B5EF4-FFF2-40B4-BE49-F238E27FC236}">
                <a16:creationId xmlns:a16="http://schemas.microsoft.com/office/drawing/2014/main" id="{8D4890D6-51FB-4357-99BA-5D01F7C06089}"/>
              </a:ext>
            </a:extLst>
          </p:cNvPr>
          <p:cNvSpPr>
            <a:spLocks noEditPoints="1"/>
          </p:cNvSpPr>
          <p:nvPr/>
        </p:nvSpPr>
        <p:spPr bwMode="auto">
          <a:xfrm>
            <a:off x="1786231" y="3809141"/>
            <a:ext cx="426904" cy="476561"/>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307" name="Picture 6" descr="Image result for mine infographic png">
            <a:extLst>
              <a:ext uri="{FF2B5EF4-FFF2-40B4-BE49-F238E27FC236}">
                <a16:creationId xmlns:a16="http://schemas.microsoft.com/office/drawing/2014/main" id="{B4178394-344D-4FED-9F5E-FFB2B907005E}"/>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4716" t="49713" r="64295" b="12398"/>
          <a:stretch/>
        </p:blipFill>
        <p:spPr bwMode="auto">
          <a:xfrm>
            <a:off x="813804" y="5151852"/>
            <a:ext cx="1304354" cy="635723"/>
          </a:xfrm>
          <a:prstGeom prst="rect">
            <a:avLst/>
          </a:prstGeom>
          <a:noFill/>
          <a:extLst>
            <a:ext uri="{909E8E84-426E-40DD-AFC4-6F175D3DCCD1}">
              <a14:hiddenFill xmlns:a14="http://schemas.microsoft.com/office/drawing/2010/main">
                <a:solidFill>
                  <a:srgbClr val="FFFFFF"/>
                </a:solidFill>
              </a14:hiddenFill>
            </a:ext>
          </a:extLst>
        </p:spPr>
      </p:pic>
      <p:sp>
        <p:nvSpPr>
          <p:cNvPr id="308" name="Rectangle 307">
            <a:extLst>
              <a:ext uri="{FF2B5EF4-FFF2-40B4-BE49-F238E27FC236}">
                <a16:creationId xmlns:a16="http://schemas.microsoft.com/office/drawing/2014/main" id="{1A49CAB4-1FD0-45B1-BD75-9DA3C9409308}"/>
              </a:ext>
            </a:extLst>
          </p:cNvPr>
          <p:cNvSpPr/>
          <p:nvPr/>
        </p:nvSpPr>
        <p:spPr>
          <a:xfrm>
            <a:off x="840584" y="2625129"/>
            <a:ext cx="559327" cy="415498"/>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Solar Plant*</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09" name="Rectangle 308">
            <a:extLst>
              <a:ext uri="{FF2B5EF4-FFF2-40B4-BE49-F238E27FC236}">
                <a16:creationId xmlns:a16="http://schemas.microsoft.com/office/drawing/2014/main" id="{599D89E7-66A7-4710-9AA3-97D6EED7754C}"/>
              </a:ext>
            </a:extLst>
          </p:cNvPr>
          <p:cNvSpPr/>
          <p:nvPr/>
        </p:nvSpPr>
        <p:spPr>
          <a:xfrm>
            <a:off x="840584" y="5645492"/>
            <a:ext cx="1277574"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Consumption Points</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10" name="Rectangle 309">
            <a:extLst>
              <a:ext uri="{FF2B5EF4-FFF2-40B4-BE49-F238E27FC236}">
                <a16:creationId xmlns:a16="http://schemas.microsoft.com/office/drawing/2014/main" id="{FCDE5E77-6316-4037-9D32-E82A61346F87}"/>
              </a:ext>
            </a:extLst>
          </p:cNvPr>
          <p:cNvSpPr/>
          <p:nvPr/>
        </p:nvSpPr>
        <p:spPr>
          <a:xfrm>
            <a:off x="904531" y="1926848"/>
            <a:ext cx="1119477" cy="253916"/>
          </a:xfrm>
          <a:prstGeom prst="rect">
            <a:avLst/>
          </a:prstGeom>
          <a:solidFill>
            <a:schemeClr val="accent3">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 Ownership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11" name="Rectangle 310">
            <a:extLst>
              <a:ext uri="{FF2B5EF4-FFF2-40B4-BE49-F238E27FC236}">
                <a16:creationId xmlns:a16="http://schemas.microsoft.com/office/drawing/2014/main" id="{B9A56C9F-D5AD-4B53-8860-9F40D5F8BB38}"/>
              </a:ext>
            </a:extLst>
          </p:cNvPr>
          <p:cNvSpPr/>
          <p:nvPr/>
        </p:nvSpPr>
        <p:spPr>
          <a:xfrm>
            <a:off x="2636905" y="3118650"/>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EPC cum O&amp;M Player</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12" name="Connector: Elbow 311">
            <a:extLst>
              <a:ext uri="{FF2B5EF4-FFF2-40B4-BE49-F238E27FC236}">
                <a16:creationId xmlns:a16="http://schemas.microsoft.com/office/drawing/2014/main" id="{374C0655-0DCB-4D49-A490-FCB2F089E44C}"/>
              </a:ext>
            </a:extLst>
          </p:cNvPr>
          <p:cNvCxnSpPr>
            <a:cxnSpLocks/>
            <a:stCxn id="311" idx="0"/>
            <a:endCxn id="308" idx="3"/>
          </p:cNvCxnSpPr>
          <p:nvPr/>
        </p:nvCxnSpPr>
        <p:spPr>
          <a:xfrm rot="16200000" flipV="1">
            <a:off x="2106691" y="2126098"/>
            <a:ext cx="285772" cy="1699332"/>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13" name="Connector: Elbow 312">
            <a:extLst>
              <a:ext uri="{FF2B5EF4-FFF2-40B4-BE49-F238E27FC236}">
                <a16:creationId xmlns:a16="http://schemas.microsoft.com/office/drawing/2014/main" id="{4682D51A-1D69-4C7F-93BE-081E1A80652D}"/>
              </a:ext>
            </a:extLst>
          </p:cNvPr>
          <p:cNvCxnSpPr>
            <a:cxnSpLocks/>
            <a:stCxn id="28" idx="3"/>
            <a:endCxn id="311" idx="1"/>
          </p:cNvCxnSpPr>
          <p:nvPr/>
        </p:nvCxnSpPr>
        <p:spPr>
          <a:xfrm flipV="1">
            <a:off x="2213135" y="3326399"/>
            <a:ext cx="423770" cy="1070466"/>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14" name="TextBox 313">
            <a:extLst>
              <a:ext uri="{FF2B5EF4-FFF2-40B4-BE49-F238E27FC236}">
                <a16:creationId xmlns:a16="http://schemas.microsoft.com/office/drawing/2014/main" id="{91C91F30-FCA2-46CC-858E-864DCE59D798}"/>
              </a:ext>
            </a:extLst>
          </p:cNvPr>
          <p:cNvSpPr txBox="1"/>
          <p:nvPr/>
        </p:nvSpPr>
        <p:spPr>
          <a:xfrm>
            <a:off x="2468788" y="3527944"/>
            <a:ext cx="806699"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bidding discovery</a:t>
            </a:r>
          </a:p>
        </p:txBody>
      </p:sp>
      <p:sp>
        <p:nvSpPr>
          <p:cNvPr id="315" name="Rectangle 314">
            <a:extLst>
              <a:ext uri="{FF2B5EF4-FFF2-40B4-BE49-F238E27FC236}">
                <a16:creationId xmlns:a16="http://schemas.microsoft.com/office/drawing/2014/main" id="{2A3FC48E-CBE3-45C3-9F20-DDF4B4736860}"/>
              </a:ext>
            </a:extLst>
          </p:cNvPr>
          <p:cNvSpPr/>
          <p:nvPr/>
        </p:nvSpPr>
        <p:spPr>
          <a:xfrm>
            <a:off x="3260267" y="2131360"/>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PMC-cum-Owner’s Engg</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16" name="Connector: Elbow 315">
            <a:extLst>
              <a:ext uri="{FF2B5EF4-FFF2-40B4-BE49-F238E27FC236}">
                <a16:creationId xmlns:a16="http://schemas.microsoft.com/office/drawing/2014/main" id="{05769DCB-D052-46D5-9615-BA1FB0812930}"/>
              </a:ext>
            </a:extLst>
          </p:cNvPr>
          <p:cNvCxnSpPr>
            <a:cxnSpLocks/>
            <a:stCxn id="28" idx="3"/>
            <a:endCxn id="315" idx="2"/>
          </p:cNvCxnSpPr>
          <p:nvPr/>
        </p:nvCxnSpPr>
        <p:spPr>
          <a:xfrm flipV="1">
            <a:off x="2213135" y="2546858"/>
            <a:ext cx="1509470" cy="1850007"/>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17" name="TextBox 316">
            <a:extLst>
              <a:ext uri="{FF2B5EF4-FFF2-40B4-BE49-F238E27FC236}">
                <a16:creationId xmlns:a16="http://schemas.microsoft.com/office/drawing/2014/main" id="{991B9065-5B38-4129-ACCE-8DFFE19464B8}"/>
              </a:ext>
            </a:extLst>
          </p:cNvPr>
          <p:cNvSpPr txBox="1"/>
          <p:nvPr/>
        </p:nvSpPr>
        <p:spPr>
          <a:xfrm>
            <a:off x="2450727" y="4121341"/>
            <a:ext cx="1396412" cy="4154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agreement after selection through bidding</a:t>
            </a:r>
          </a:p>
        </p:txBody>
      </p:sp>
      <p:cxnSp>
        <p:nvCxnSpPr>
          <p:cNvPr id="318" name="Connector: Elbow 317">
            <a:extLst>
              <a:ext uri="{FF2B5EF4-FFF2-40B4-BE49-F238E27FC236}">
                <a16:creationId xmlns:a16="http://schemas.microsoft.com/office/drawing/2014/main" id="{5C1573DD-CC61-4C5D-B5D2-0E3207C45869}"/>
              </a:ext>
            </a:extLst>
          </p:cNvPr>
          <p:cNvCxnSpPr>
            <a:cxnSpLocks/>
            <a:stCxn id="315" idx="1"/>
            <a:endCxn id="305" idx="31"/>
          </p:cNvCxnSpPr>
          <p:nvPr/>
        </p:nvCxnSpPr>
        <p:spPr>
          <a:xfrm rot="10800000" flipV="1">
            <a:off x="1343191" y="2339109"/>
            <a:ext cx="1917077" cy="249180"/>
          </a:xfrm>
          <a:prstGeom prst="bentConnector3">
            <a:avLst>
              <a:gd name="adj1" fmla="val 50000"/>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9" name="TextBox 318">
            <a:extLst>
              <a:ext uri="{FF2B5EF4-FFF2-40B4-BE49-F238E27FC236}">
                <a16:creationId xmlns:a16="http://schemas.microsoft.com/office/drawing/2014/main" id="{B08946F8-E7DA-4475-8A05-9F99FC4C2481}"/>
              </a:ext>
            </a:extLst>
          </p:cNvPr>
          <p:cNvSpPr txBox="1"/>
          <p:nvPr/>
        </p:nvSpPr>
        <p:spPr>
          <a:xfrm>
            <a:off x="2429250" y="2186700"/>
            <a:ext cx="822930" cy="4154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Planning &amp; Design, check, QA-QC, PMC</a:t>
            </a:r>
          </a:p>
        </p:txBody>
      </p:sp>
      <p:sp>
        <p:nvSpPr>
          <p:cNvPr id="320" name="Rectangle 319">
            <a:extLst>
              <a:ext uri="{FF2B5EF4-FFF2-40B4-BE49-F238E27FC236}">
                <a16:creationId xmlns:a16="http://schemas.microsoft.com/office/drawing/2014/main" id="{89EB81D5-3A4F-41C0-A6F4-BF3D48CA0A91}"/>
              </a:ext>
            </a:extLst>
          </p:cNvPr>
          <p:cNvSpPr/>
          <p:nvPr/>
        </p:nvSpPr>
        <p:spPr>
          <a:xfrm>
            <a:off x="3099242" y="5151852"/>
            <a:ext cx="924675" cy="253916"/>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Bank/FI</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21" name="Connector: Elbow 320">
            <a:extLst>
              <a:ext uri="{FF2B5EF4-FFF2-40B4-BE49-F238E27FC236}">
                <a16:creationId xmlns:a16="http://schemas.microsoft.com/office/drawing/2014/main" id="{56B6B213-DBD8-449C-9232-7FFC9E90F967}"/>
              </a:ext>
            </a:extLst>
          </p:cNvPr>
          <p:cNvCxnSpPr>
            <a:cxnSpLocks/>
            <a:stCxn id="320" idx="0"/>
            <a:endCxn id="28" idx="2"/>
          </p:cNvCxnSpPr>
          <p:nvPr/>
        </p:nvCxnSpPr>
        <p:spPr>
          <a:xfrm rot="16200000" flipV="1">
            <a:off x="2464134" y="4054405"/>
            <a:ext cx="628029" cy="1566865"/>
          </a:xfrm>
          <a:prstGeom prst="bentConnector3">
            <a:avLst>
              <a:gd name="adj1" fmla="val 43456"/>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2" name="TextBox 321">
            <a:extLst>
              <a:ext uri="{FF2B5EF4-FFF2-40B4-BE49-F238E27FC236}">
                <a16:creationId xmlns:a16="http://schemas.microsoft.com/office/drawing/2014/main" id="{D4DD23D9-9C0E-465D-9A2C-B85AF940AF92}"/>
              </a:ext>
            </a:extLst>
          </p:cNvPr>
          <p:cNvSpPr txBox="1"/>
          <p:nvPr/>
        </p:nvSpPr>
        <p:spPr>
          <a:xfrm>
            <a:off x="2500865" y="4905652"/>
            <a:ext cx="865038"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Debt Financing</a:t>
            </a:r>
          </a:p>
        </p:txBody>
      </p:sp>
      <p:sp>
        <p:nvSpPr>
          <p:cNvPr id="349" name="Rectangle: Rounded Corners 348">
            <a:extLst>
              <a:ext uri="{FF2B5EF4-FFF2-40B4-BE49-F238E27FC236}">
                <a16:creationId xmlns:a16="http://schemas.microsoft.com/office/drawing/2014/main" id="{D49DA750-B384-4BFB-9042-0C70101F2207}"/>
              </a:ext>
            </a:extLst>
          </p:cNvPr>
          <p:cNvSpPr/>
          <p:nvPr/>
        </p:nvSpPr>
        <p:spPr bwMode="gray">
          <a:xfrm>
            <a:off x="4447314" y="3534322"/>
            <a:ext cx="1768349" cy="2463215"/>
          </a:xfrm>
          <a:prstGeom prst="roundRect">
            <a:avLst>
              <a:gd name="adj" fmla="val 6790"/>
            </a:avLst>
          </a:prstGeom>
          <a:solidFill>
            <a:schemeClr val="accent3">
              <a:alpha val="15000"/>
            </a:schemeClr>
          </a:solidFill>
          <a:ln w="9525" cmpd="dbl" algn="ctr">
            <a:solidFill>
              <a:schemeClr val="tx2"/>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350" name="Rectangle: Rounded Corners 349">
            <a:extLst>
              <a:ext uri="{FF2B5EF4-FFF2-40B4-BE49-F238E27FC236}">
                <a16:creationId xmlns:a16="http://schemas.microsoft.com/office/drawing/2014/main" id="{BD55176E-27FD-4BE2-BFAD-B3CE3123A26B}"/>
              </a:ext>
            </a:extLst>
          </p:cNvPr>
          <p:cNvSpPr/>
          <p:nvPr/>
        </p:nvSpPr>
        <p:spPr bwMode="gray">
          <a:xfrm>
            <a:off x="4374807" y="1575300"/>
            <a:ext cx="3576434" cy="4509438"/>
          </a:xfrm>
          <a:prstGeom prst="roundRect">
            <a:avLst>
              <a:gd name="adj" fmla="val 1104"/>
            </a:avLst>
          </a:prstGeom>
          <a:noFill/>
          <a:ln w="19050" algn="ctr">
            <a:solidFill>
              <a:schemeClr val="accent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351" name="Rectangle 350">
            <a:extLst>
              <a:ext uri="{FF2B5EF4-FFF2-40B4-BE49-F238E27FC236}">
                <a16:creationId xmlns:a16="http://schemas.microsoft.com/office/drawing/2014/main" id="{FB35BB16-77F0-43E1-B052-8E94FE505156}"/>
              </a:ext>
            </a:extLst>
          </p:cNvPr>
          <p:cNvSpPr/>
          <p:nvPr/>
        </p:nvSpPr>
        <p:spPr>
          <a:xfrm>
            <a:off x="5649450" y="4269907"/>
            <a:ext cx="436840"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cxnSp>
        <p:nvCxnSpPr>
          <p:cNvPr id="353" name="Connector: Elbow 352">
            <a:extLst>
              <a:ext uri="{FF2B5EF4-FFF2-40B4-BE49-F238E27FC236}">
                <a16:creationId xmlns:a16="http://schemas.microsoft.com/office/drawing/2014/main" id="{650062B3-A1D8-4D19-B460-CD26BADDA0F7}"/>
              </a:ext>
            </a:extLst>
          </p:cNvPr>
          <p:cNvCxnSpPr>
            <a:cxnSpLocks/>
            <a:stCxn id="360" idx="1"/>
            <a:endCxn id="359" idx="1"/>
          </p:cNvCxnSpPr>
          <p:nvPr/>
        </p:nvCxnSpPr>
        <p:spPr>
          <a:xfrm rot="10800000" flipV="1">
            <a:off x="4686959" y="2832878"/>
            <a:ext cx="122358" cy="2636836"/>
          </a:xfrm>
          <a:prstGeom prst="bentConnector3">
            <a:avLst>
              <a:gd name="adj1" fmla="val 20862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54" name="TextBox 353">
            <a:extLst>
              <a:ext uri="{FF2B5EF4-FFF2-40B4-BE49-F238E27FC236}">
                <a16:creationId xmlns:a16="http://schemas.microsoft.com/office/drawing/2014/main" id="{B25F69E7-EBF0-4ECF-B062-FA7038C0AF49}"/>
              </a:ext>
            </a:extLst>
          </p:cNvPr>
          <p:cNvSpPr txBox="1"/>
          <p:nvPr/>
        </p:nvSpPr>
        <p:spPr>
          <a:xfrm>
            <a:off x="6222398" y="1740409"/>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Capex</a:t>
            </a:r>
          </a:p>
        </p:txBody>
      </p:sp>
      <p:sp>
        <p:nvSpPr>
          <p:cNvPr id="355" name="TextBox 354">
            <a:extLst>
              <a:ext uri="{FF2B5EF4-FFF2-40B4-BE49-F238E27FC236}">
                <a16:creationId xmlns:a16="http://schemas.microsoft.com/office/drawing/2014/main" id="{A61717E1-11EC-4FF5-A981-8CEDF60BF536}"/>
              </a:ext>
            </a:extLst>
          </p:cNvPr>
          <p:cNvSpPr txBox="1"/>
          <p:nvPr/>
        </p:nvSpPr>
        <p:spPr>
          <a:xfrm>
            <a:off x="4647233" y="4121341"/>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356" name="Rectangle 355">
            <a:extLst>
              <a:ext uri="{FF2B5EF4-FFF2-40B4-BE49-F238E27FC236}">
                <a16:creationId xmlns:a16="http://schemas.microsoft.com/office/drawing/2014/main" id="{FB07878B-7BF6-41B7-9E0E-A5C662171FD2}"/>
              </a:ext>
            </a:extLst>
          </p:cNvPr>
          <p:cNvSpPr/>
          <p:nvPr/>
        </p:nvSpPr>
        <p:spPr>
          <a:xfrm>
            <a:off x="4374807" y="1267523"/>
            <a:ext cx="3576434" cy="307777"/>
          </a:xfrm>
          <a:prstGeom prst="rect">
            <a:avLst/>
          </a:prstGeom>
          <a:solidFill>
            <a:schemeClr val="accent2"/>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Model 2: BOO Model (PPA)</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57" name="Freeform 579">
            <a:extLst>
              <a:ext uri="{FF2B5EF4-FFF2-40B4-BE49-F238E27FC236}">
                <a16:creationId xmlns:a16="http://schemas.microsoft.com/office/drawing/2014/main" id="{D61A09CB-8817-46E2-850A-4914844B9E8B}"/>
              </a:ext>
            </a:extLst>
          </p:cNvPr>
          <p:cNvSpPr>
            <a:spLocks noEditPoints="1"/>
          </p:cNvSpPr>
          <p:nvPr/>
        </p:nvSpPr>
        <p:spPr bwMode="auto">
          <a:xfrm>
            <a:off x="4787377" y="2288296"/>
            <a:ext cx="463749" cy="336834"/>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58" name="Freeform 33">
            <a:extLst>
              <a:ext uri="{FF2B5EF4-FFF2-40B4-BE49-F238E27FC236}">
                <a16:creationId xmlns:a16="http://schemas.microsoft.com/office/drawing/2014/main" id="{BFF38FFE-E2B7-4C14-B8AD-47DEF76A469C}"/>
              </a:ext>
            </a:extLst>
          </p:cNvPr>
          <p:cNvSpPr>
            <a:spLocks noEditPoints="1"/>
          </p:cNvSpPr>
          <p:nvPr/>
        </p:nvSpPr>
        <p:spPr bwMode="auto">
          <a:xfrm>
            <a:off x="5659386" y="3809141"/>
            <a:ext cx="426904" cy="476561"/>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359" name="Picture 6" descr="Image result for mine infographic png">
            <a:extLst>
              <a:ext uri="{FF2B5EF4-FFF2-40B4-BE49-F238E27FC236}">
                <a16:creationId xmlns:a16="http://schemas.microsoft.com/office/drawing/2014/main" id="{28A0FE9D-B2A8-44BC-89FF-A1AC613F5C6D}"/>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4716" t="49713" r="64295" b="12398"/>
          <a:stretch/>
        </p:blipFill>
        <p:spPr bwMode="auto">
          <a:xfrm>
            <a:off x="4686959" y="5151852"/>
            <a:ext cx="1304354" cy="635723"/>
          </a:xfrm>
          <a:prstGeom prst="rect">
            <a:avLst/>
          </a:prstGeom>
          <a:noFill/>
          <a:extLst>
            <a:ext uri="{909E8E84-426E-40DD-AFC4-6F175D3DCCD1}">
              <a14:hiddenFill xmlns:a14="http://schemas.microsoft.com/office/drawing/2010/main">
                <a:solidFill>
                  <a:srgbClr val="FFFFFF"/>
                </a:solidFill>
              </a14:hiddenFill>
            </a:ext>
          </a:extLst>
        </p:spPr>
      </p:pic>
      <p:sp>
        <p:nvSpPr>
          <p:cNvPr id="360" name="Rectangle 359">
            <a:extLst>
              <a:ext uri="{FF2B5EF4-FFF2-40B4-BE49-F238E27FC236}">
                <a16:creationId xmlns:a16="http://schemas.microsoft.com/office/drawing/2014/main" id="{BD094B2E-BC1C-4A67-BEEC-D2F94B0860E9}"/>
              </a:ext>
            </a:extLst>
          </p:cNvPr>
          <p:cNvSpPr/>
          <p:nvPr/>
        </p:nvSpPr>
        <p:spPr>
          <a:xfrm>
            <a:off x="4809317" y="2625129"/>
            <a:ext cx="463749" cy="415498"/>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Solar Plant</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61" name="Rectangle 360">
            <a:extLst>
              <a:ext uri="{FF2B5EF4-FFF2-40B4-BE49-F238E27FC236}">
                <a16:creationId xmlns:a16="http://schemas.microsoft.com/office/drawing/2014/main" id="{71426A1A-4AAC-4CB3-9FF2-FBE766DB3385}"/>
              </a:ext>
            </a:extLst>
          </p:cNvPr>
          <p:cNvSpPr/>
          <p:nvPr/>
        </p:nvSpPr>
        <p:spPr>
          <a:xfrm>
            <a:off x="4713739" y="5645492"/>
            <a:ext cx="1277574"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Consumption Points</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62" name="Rectangle 361">
            <a:extLst>
              <a:ext uri="{FF2B5EF4-FFF2-40B4-BE49-F238E27FC236}">
                <a16:creationId xmlns:a16="http://schemas.microsoft.com/office/drawing/2014/main" id="{E172CED8-AA63-4D5E-AC9C-7D9530406B8A}"/>
              </a:ext>
            </a:extLst>
          </p:cNvPr>
          <p:cNvSpPr/>
          <p:nvPr/>
        </p:nvSpPr>
        <p:spPr>
          <a:xfrm>
            <a:off x="4735018" y="3447121"/>
            <a:ext cx="1119477" cy="253916"/>
          </a:xfrm>
          <a:prstGeom prst="rect">
            <a:avLst/>
          </a:prstGeom>
          <a:solidFill>
            <a:schemeClr val="accent3">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 Ownership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63" name="Rectangle 362">
            <a:extLst>
              <a:ext uri="{FF2B5EF4-FFF2-40B4-BE49-F238E27FC236}">
                <a16:creationId xmlns:a16="http://schemas.microsoft.com/office/drawing/2014/main" id="{3465AB6F-0038-41B4-8379-A556BFA29F98}"/>
              </a:ext>
            </a:extLst>
          </p:cNvPr>
          <p:cNvSpPr/>
          <p:nvPr/>
        </p:nvSpPr>
        <p:spPr>
          <a:xfrm>
            <a:off x="6631570" y="2120763"/>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Solar Project Developer</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64" name="Connector: Elbow 363">
            <a:extLst>
              <a:ext uri="{FF2B5EF4-FFF2-40B4-BE49-F238E27FC236}">
                <a16:creationId xmlns:a16="http://schemas.microsoft.com/office/drawing/2014/main" id="{7E67175A-839D-4041-A087-675B607B1122}"/>
              </a:ext>
            </a:extLst>
          </p:cNvPr>
          <p:cNvCxnSpPr>
            <a:cxnSpLocks/>
            <a:stCxn id="363" idx="0"/>
            <a:endCxn id="360" idx="3"/>
          </p:cNvCxnSpPr>
          <p:nvPr/>
        </p:nvCxnSpPr>
        <p:spPr>
          <a:xfrm rot="16200000" flipH="1" flipV="1">
            <a:off x="5827429" y="1566399"/>
            <a:ext cx="712115" cy="1820842"/>
          </a:xfrm>
          <a:prstGeom prst="bentConnector4">
            <a:avLst>
              <a:gd name="adj1" fmla="val -32102"/>
              <a:gd name="adj2" fmla="val 62696"/>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Connector: Elbow 364">
            <a:extLst>
              <a:ext uri="{FF2B5EF4-FFF2-40B4-BE49-F238E27FC236}">
                <a16:creationId xmlns:a16="http://schemas.microsoft.com/office/drawing/2014/main" id="{7CB2A05B-AB9D-4F44-8BE5-5AC0E57DE172}"/>
              </a:ext>
            </a:extLst>
          </p:cNvPr>
          <p:cNvCxnSpPr>
            <a:cxnSpLocks/>
            <a:stCxn id="351" idx="3"/>
            <a:endCxn id="363" idx="3"/>
          </p:cNvCxnSpPr>
          <p:nvPr/>
        </p:nvCxnSpPr>
        <p:spPr>
          <a:xfrm flipV="1">
            <a:off x="6086290" y="2328512"/>
            <a:ext cx="1469955" cy="2068353"/>
          </a:xfrm>
          <a:prstGeom prst="bentConnector3">
            <a:avLst>
              <a:gd name="adj1" fmla="val 11555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66" name="TextBox 365">
            <a:extLst>
              <a:ext uri="{FF2B5EF4-FFF2-40B4-BE49-F238E27FC236}">
                <a16:creationId xmlns:a16="http://schemas.microsoft.com/office/drawing/2014/main" id="{D463F9AF-5E3E-45FB-8A25-D8D36E3440C6}"/>
              </a:ext>
            </a:extLst>
          </p:cNvPr>
          <p:cNvSpPr txBox="1"/>
          <p:nvPr/>
        </p:nvSpPr>
        <p:spPr>
          <a:xfrm>
            <a:off x="6418100" y="4101001"/>
            <a:ext cx="1195658" cy="5539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discovered Tariff through bidding and corresponding PPA</a:t>
            </a:r>
          </a:p>
        </p:txBody>
      </p:sp>
      <p:sp>
        <p:nvSpPr>
          <p:cNvPr id="376" name="Rectangle: Rounded Corners 375">
            <a:extLst>
              <a:ext uri="{FF2B5EF4-FFF2-40B4-BE49-F238E27FC236}">
                <a16:creationId xmlns:a16="http://schemas.microsoft.com/office/drawing/2014/main" id="{F997BAF9-856C-4868-8D61-6BE6A5AF7EE9}"/>
              </a:ext>
            </a:extLst>
          </p:cNvPr>
          <p:cNvSpPr/>
          <p:nvPr/>
        </p:nvSpPr>
        <p:spPr bwMode="gray">
          <a:xfrm>
            <a:off x="8062333" y="1581678"/>
            <a:ext cx="3641977" cy="4509438"/>
          </a:xfrm>
          <a:prstGeom prst="roundRect">
            <a:avLst>
              <a:gd name="adj" fmla="val 1104"/>
            </a:avLst>
          </a:prstGeom>
          <a:noFill/>
          <a:ln w="19050" algn="ctr">
            <a:solidFill>
              <a:schemeClr val="accent3"/>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382" name="Rectangle 381">
            <a:extLst>
              <a:ext uri="{FF2B5EF4-FFF2-40B4-BE49-F238E27FC236}">
                <a16:creationId xmlns:a16="http://schemas.microsoft.com/office/drawing/2014/main" id="{D643D247-C3F9-438B-B7B0-A470E45870CA}"/>
              </a:ext>
            </a:extLst>
          </p:cNvPr>
          <p:cNvSpPr/>
          <p:nvPr/>
        </p:nvSpPr>
        <p:spPr>
          <a:xfrm>
            <a:off x="8062333" y="1273900"/>
            <a:ext cx="3641977" cy="307777"/>
          </a:xfrm>
          <a:prstGeom prst="rect">
            <a:avLst/>
          </a:prstGeom>
          <a:solidFill>
            <a:schemeClr val="accent3">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Model  3: Government Scheme based PPA</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401" name="Rectangle: Rounded Corners 400">
            <a:extLst>
              <a:ext uri="{FF2B5EF4-FFF2-40B4-BE49-F238E27FC236}">
                <a16:creationId xmlns:a16="http://schemas.microsoft.com/office/drawing/2014/main" id="{D82D4651-829C-4734-8CA7-27C7FFAA2B17}"/>
              </a:ext>
            </a:extLst>
          </p:cNvPr>
          <p:cNvSpPr/>
          <p:nvPr/>
        </p:nvSpPr>
        <p:spPr bwMode="gray">
          <a:xfrm>
            <a:off x="8193562" y="3494461"/>
            <a:ext cx="1768349" cy="2463215"/>
          </a:xfrm>
          <a:prstGeom prst="roundRect">
            <a:avLst>
              <a:gd name="adj" fmla="val 6790"/>
            </a:avLst>
          </a:prstGeom>
          <a:solidFill>
            <a:schemeClr val="accent3">
              <a:alpha val="15000"/>
            </a:schemeClr>
          </a:solidFill>
          <a:ln w="9525" cmpd="dbl" algn="ctr">
            <a:solidFill>
              <a:schemeClr val="tx2"/>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402" name="Rectangle 401">
            <a:extLst>
              <a:ext uri="{FF2B5EF4-FFF2-40B4-BE49-F238E27FC236}">
                <a16:creationId xmlns:a16="http://schemas.microsoft.com/office/drawing/2014/main" id="{4D621F94-F960-4E10-A057-1E007A9459F9}"/>
              </a:ext>
            </a:extLst>
          </p:cNvPr>
          <p:cNvSpPr/>
          <p:nvPr/>
        </p:nvSpPr>
        <p:spPr>
          <a:xfrm>
            <a:off x="9395698" y="4230046"/>
            <a:ext cx="436840"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cxnSp>
        <p:nvCxnSpPr>
          <p:cNvPr id="404" name="Connector: Elbow 403">
            <a:extLst>
              <a:ext uri="{FF2B5EF4-FFF2-40B4-BE49-F238E27FC236}">
                <a16:creationId xmlns:a16="http://schemas.microsoft.com/office/drawing/2014/main" id="{7E1FA404-CFB9-4BDA-BBAB-523B0AD7D1A7}"/>
              </a:ext>
            </a:extLst>
          </p:cNvPr>
          <p:cNvCxnSpPr>
            <a:cxnSpLocks/>
            <a:stCxn id="410" idx="2"/>
            <a:endCxn id="411" idx="1"/>
          </p:cNvCxnSpPr>
          <p:nvPr/>
        </p:nvCxnSpPr>
        <p:spPr>
          <a:xfrm rot="5400000">
            <a:off x="7257803" y="4202951"/>
            <a:ext cx="2731823" cy="327453"/>
          </a:xfrm>
          <a:prstGeom prst="bentConnector4">
            <a:avLst>
              <a:gd name="adj1" fmla="val 8755"/>
              <a:gd name="adj2" fmla="val 140588"/>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05" name="TextBox 404">
            <a:extLst>
              <a:ext uri="{FF2B5EF4-FFF2-40B4-BE49-F238E27FC236}">
                <a16:creationId xmlns:a16="http://schemas.microsoft.com/office/drawing/2014/main" id="{BC96348B-1BB5-4C66-B81A-5A1EC7DCD2A8}"/>
              </a:ext>
            </a:extLst>
          </p:cNvPr>
          <p:cNvSpPr txBox="1"/>
          <p:nvPr/>
        </p:nvSpPr>
        <p:spPr>
          <a:xfrm>
            <a:off x="9968646" y="1700548"/>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Capex</a:t>
            </a:r>
          </a:p>
        </p:txBody>
      </p:sp>
      <p:sp>
        <p:nvSpPr>
          <p:cNvPr id="406" name="TextBox 405">
            <a:extLst>
              <a:ext uri="{FF2B5EF4-FFF2-40B4-BE49-F238E27FC236}">
                <a16:creationId xmlns:a16="http://schemas.microsoft.com/office/drawing/2014/main" id="{2CB4E71E-CACC-410F-91BF-FFE19EAB145A}"/>
              </a:ext>
            </a:extLst>
          </p:cNvPr>
          <p:cNvSpPr txBox="1"/>
          <p:nvPr/>
        </p:nvSpPr>
        <p:spPr>
          <a:xfrm>
            <a:off x="8393481" y="4081480"/>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407" name="Freeform 579">
            <a:extLst>
              <a:ext uri="{FF2B5EF4-FFF2-40B4-BE49-F238E27FC236}">
                <a16:creationId xmlns:a16="http://schemas.microsoft.com/office/drawing/2014/main" id="{D649452E-1ECE-46C3-93C3-3D74793452D6}"/>
              </a:ext>
            </a:extLst>
          </p:cNvPr>
          <p:cNvSpPr>
            <a:spLocks noEditPoints="1"/>
          </p:cNvSpPr>
          <p:nvPr/>
        </p:nvSpPr>
        <p:spPr bwMode="auto">
          <a:xfrm>
            <a:off x="8533625" y="2248435"/>
            <a:ext cx="463749" cy="336834"/>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08" name="Freeform 33">
            <a:extLst>
              <a:ext uri="{FF2B5EF4-FFF2-40B4-BE49-F238E27FC236}">
                <a16:creationId xmlns:a16="http://schemas.microsoft.com/office/drawing/2014/main" id="{C6F3180C-E832-47A7-9CA8-7D923B287580}"/>
              </a:ext>
            </a:extLst>
          </p:cNvPr>
          <p:cNvSpPr>
            <a:spLocks noEditPoints="1"/>
          </p:cNvSpPr>
          <p:nvPr/>
        </p:nvSpPr>
        <p:spPr bwMode="auto">
          <a:xfrm>
            <a:off x="9405634" y="3769280"/>
            <a:ext cx="426904" cy="476561"/>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pic>
        <p:nvPicPr>
          <p:cNvPr id="409" name="Picture 6" descr="Image result for mine infographic png">
            <a:extLst>
              <a:ext uri="{FF2B5EF4-FFF2-40B4-BE49-F238E27FC236}">
                <a16:creationId xmlns:a16="http://schemas.microsoft.com/office/drawing/2014/main" id="{71771F7F-867A-47E3-B90B-E736916898A7}"/>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4716" t="49713" r="64295" b="12398"/>
          <a:stretch/>
        </p:blipFill>
        <p:spPr bwMode="auto">
          <a:xfrm>
            <a:off x="8433207" y="5111991"/>
            <a:ext cx="1304354" cy="635723"/>
          </a:xfrm>
          <a:prstGeom prst="rect">
            <a:avLst/>
          </a:prstGeom>
          <a:noFill/>
          <a:extLst>
            <a:ext uri="{909E8E84-426E-40DD-AFC4-6F175D3DCCD1}">
              <a14:hiddenFill xmlns:a14="http://schemas.microsoft.com/office/drawing/2010/main">
                <a:solidFill>
                  <a:srgbClr val="FFFFFF"/>
                </a:solidFill>
              </a14:hiddenFill>
            </a:ext>
          </a:extLst>
        </p:spPr>
      </p:pic>
      <p:sp>
        <p:nvSpPr>
          <p:cNvPr id="410" name="Rectangle 409">
            <a:extLst>
              <a:ext uri="{FF2B5EF4-FFF2-40B4-BE49-F238E27FC236}">
                <a16:creationId xmlns:a16="http://schemas.microsoft.com/office/drawing/2014/main" id="{08017278-738A-466E-A9F4-22F8E3A5AD38}"/>
              </a:ext>
            </a:extLst>
          </p:cNvPr>
          <p:cNvSpPr/>
          <p:nvPr/>
        </p:nvSpPr>
        <p:spPr>
          <a:xfrm>
            <a:off x="8555565" y="2585268"/>
            <a:ext cx="463749" cy="415498"/>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Solar Plant</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411" name="Rectangle 410">
            <a:extLst>
              <a:ext uri="{FF2B5EF4-FFF2-40B4-BE49-F238E27FC236}">
                <a16:creationId xmlns:a16="http://schemas.microsoft.com/office/drawing/2014/main" id="{A3CFB4FF-0231-43DF-A909-87B992F23318}"/>
              </a:ext>
            </a:extLst>
          </p:cNvPr>
          <p:cNvSpPr/>
          <p:nvPr/>
        </p:nvSpPr>
        <p:spPr>
          <a:xfrm>
            <a:off x="8459987" y="5605631"/>
            <a:ext cx="1277574"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Consumption Points</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412" name="Rectangle 411">
            <a:extLst>
              <a:ext uri="{FF2B5EF4-FFF2-40B4-BE49-F238E27FC236}">
                <a16:creationId xmlns:a16="http://schemas.microsoft.com/office/drawing/2014/main" id="{B303C318-DD3F-4C14-BF33-F5D2FD07FA18}"/>
              </a:ext>
            </a:extLst>
          </p:cNvPr>
          <p:cNvSpPr/>
          <p:nvPr/>
        </p:nvSpPr>
        <p:spPr>
          <a:xfrm>
            <a:off x="8481266" y="3407260"/>
            <a:ext cx="1119477" cy="253916"/>
          </a:xfrm>
          <a:prstGeom prst="rect">
            <a:avLst/>
          </a:prstGeom>
          <a:solidFill>
            <a:schemeClr val="accent3">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 Ownership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413" name="Rectangle 412">
            <a:extLst>
              <a:ext uri="{FF2B5EF4-FFF2-40B4-BE49-F238E27FC236}">
                <a16:creationId xmlns:a16="http://schemas.microsoft.com/office/drawing/2014/main" id="{73E52B90-A8EA-4BCE-A4DB-132E786FB0DE}"/>
              </a:ext>
            </a:extLst>
          </p:cNvPr>
          <p:cNvSpPr/>
          <p:nvPr/>
        </p:nvSpPr>
        <p:spPr>
          <a:xfrm>
            <a:off x="10377818" y="2080902"/>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Solar Project Developer</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414" name="Connector: Elbow 413">
            <a:extLst>
              <a:ext uri="{FF2B5EF4-FFF2-40B4-BE49-F238E27FC236}">
                <a16:creationId xmlns:a16="http://schemas.microsoft.com/office/drawing/2014/main" id="{72CD2C28-2C8B-45A5-91C1-F757CFC4539B}"/>
              </a:ext>
            </a:extLst>
          </p:cNvPr>
          <p:cNvCxnSpPr>
            <a:cxnSpLocks/>
            <a:stCxn id="413" idx="0"/>
            <a:endCxn id="410" idx="1"/>
          </p:cNvCxnSpPr>
          <p:nvPr/>
        </p:nvCxnSpPr>
        <p:spPr>
          <a:xfrm rot="16200000" flipH="1" flipV="1">
            <a:off x="9341803" y="1294663"/>
            <a:ext cx="712115" cy="2284591"/>
          </a:xfrm>
          <a:prstGeom prst="bentConnector4">
            <a:avLst>
              <a:gd name="adj1" fmla="val -32102"/>
              <a:gd name="adj2" fmla="val 110006"/>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15" name="Connector: Elbow 414">
            <a:extLst>
              <a:ext uri="{FF2B5EF4-FFF2-40B4-BE49-F238E27FC236}">
                <a16:creationId xmlns:a16="http://schemas.microsoft.com/office/drawing/2014/main" id="{C9E6029F-2913-466C-B346-01E4B7896C43}"/>
              </a:ext>
            </a:extLst>
          </p:cNvPr>
          <p:cNvCxnSpPr>
            <a:cxnSpLocks/>
            <a:stCxn id="408" idx="49"/>
            <a:endCxn id="413" idx="2"/>
          </p:cNvCxnSpPr>
          <p:nvPr/>
        </p:nvCxnSpPr>
        <p:spPr>
          <a:xfrm flipV="1">
            <a:off x="9832538" y="2496400"/>
            <a:ext cx="1007618" cy="1415848"/>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16" name="TextBox 415">
            <a:extLst>
              <a:ext uri="{FF2B5EF4-FFF2-40B4-BE49-F238E27FC236}">
                <a16:creationId xmlns:a16="http://schemas.microsoft.com/office/drawing/2014/main" id="{0F43AE40-5264-47C0-A238-61BF31699425}"/>
              </a:ext>
            </a:extLst>
          </p:cNvPr>
          <p:cNvSpPr txBox="1"/>
          <p:nvPr/>
        </p:nvSpPr>
        <p:spPr>
          <a:xfrm>
            <a:off x="9955401" y="2850548"/>
            <a:ext cx="924675" cy="692497"/>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discovered Tariff through bidding and corresponding PPA</a:t>
            </a:r>
          </a:p>
        </p:txBody>
      </p:sp>
      <mc:AlternateContent xmlns:mc="http://schemas.openxmlformats.org/markup-compatibility/2006">
        <mc:Choice xmlns:am3d="http://schemas.microsoft.com/office/drawing/2017/model3d" Requires="am3d">
          <p:graphicFrame>
            <p:nvGraphicFramePr>
              <p:cNvPr id="103" name="3D Model 102" descr="Capitol Building">
                <a:extLst>
                  <a:ext uri="{FF2B5EF4-FFF2-40B4-BE49-F238E27FC236}">
                    <a16:creationId xmlns:a16="http://schemas.microsoft.com/office/drawing/2014/main" id="{1DDDA148-6BEE-4C45-BAAE-1F7FD4BA1774}"/>
                  </a:ext>
                </a:extLst>
              </p:cNvPr>
              <p:cNvGraphicFramePr>
                <a:graphicFrameLocks noChangeAspect="1"/>
              </p:cNvGraphicFramePr>
              <p:nvPr>
                <p:extLst>
                  <p:ext uri="{D42A27DB-BD31-4B8C-83A1-F6EECF244321}">
                    <p14:modId xmlns:p14="http://schemas.microsoft.com/office/powerpoint/2010/main" val="2848026038"/>
                  </p:ext>
                </p:extLst>
              </p:nvPr>
            </p:nvGraphicFramePr>
            <p:xfrm>
              <a:off x="10113945" y="4378000"/>
              <a:ext cx="1399838" cy="1425808"/>
            </p:xfrm>
            <a:graphic>
              <a:graphicData uri="http://schemas.microsoft.com/office/drawing/2017/model3d">
                <am3d:model3d r:embed="rId9">
                  <am3d:spPr>
                    <a:xfrm>
                      <a:off x="0" y="0"/>
                      <a:ext cx="1399838" cy="1425808"/>
                    </a:xfrm>
                    <a:prstGeom prst="rect">
                      <a:avLst/>
                    </a:prstGeom>
                  </am3d:spPr>
                  <am3d:camera>
                    <am3d:pos x="0" y="0" z="65073296"/>
                    <am3d:up dx="0" dy="36000000" dz="0"/>
                    <am3d:lookAt x="0" y="0" z="0"/>
                    <am3d:perspective fov="2700000"/>
                  </am3d:camera>
                  <am3d:trans>
                    <am3d:meterPerModelUnit n="1175609" d="1000000"/>
                    <am3d:preTrans dx="1167563" dy="-16196927" dz="-2428101"/>
                    <am3d:scale>
                      <am3d:sx n="1000000" d="1000000"/>
                      <am3d:sy n="1000000" d="1000000"/>
                      <am3d:sz n="1000000" d="1000000"/>
                    </am3d:scale>
                    <am3d:rot ax="-1178687" ay="2030141" az="-674510"/>
                    <am3d:postTrans dx="0" dy="0" dz="0"/>
                  </am3d:trans>
                  <am3d:raster rName="Office3DRenderer" rVer="16.0.8326">
                    <am3d:blip r:embed="rId10"/>
                  </am3d:raster>
                  <am3d:objViewport viewportSz="20473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103" name="3D Model 102" descr="Capitol Building">
                <a:extLst>
                  <a:ext uri="{FF2B5EF4-FFF2-40B4-BE49-F238E27FC236}">
                    <a16:creationId xmlns:a16="http://schemas.microsoft.com/office/drawing/2014/main" id="{1DDDA148-6BEE-4C45-BAAE-1F7FD4BA1774}"/>
                  </a:ext>
                </a:extLst>
              </p:cNvPr>
              <p:cNvPicPr>
                <a:picLocks noGrp="1" noRot="1" noChangeAspect="1" noMove="1" noResize="1" noEditPoints="1" noAdjustHandles="1" noChangeArrowheads="1" noChangeShapeType="1" noCrop="1"/>
              </p:cNvPicPr>
              <p:nvPr/>
            </p:nvPicPr>
            <p:blipFill>
              <a:blip r:embed="rId10"/>
              <a:stretch>
                <a:fillRect/>
              </a:stretch>
            </p:blipFill>
            <p:spPr>
              <a:xfrm>
                <a:off x="10113945" y="4378000"/>
                <a:ext cx="1399838" cy="1425808"/>
              </a:xfrm>
              <a:prstGeom prst="rect">
                <a:avLst/>
              </a:prstGeom>
            </p:spPr>
          </p:pic>
        </mc:Fallback>
      </mc:AlternateContent>
      <p:cxnSp>
        <p:nvCxnSpPr>
          <p:cNvPr id="417" name="Connector: Elbow 416">
            <a:extLst>
              <a:ext uri="{FF2B5EF4-FFF2-40B4-BE49-F238E27FC236}">
                <a16:creationId xmlns:a16="http://schemas.microsoft.com/office/drawing/2014/main" id="{0C442292-28C6-41C0-BB88-797BEE37FEFD}"/>
              </a:ext>
            </a:extLst>
          </p:cNvPr>
          <p:cNvCxnSpPr>
            <a:cxnSpLocks/>
            <a:stCxn id="419" idx="3"/>
            <a:endCxn id="413" idx="3"/>
          </p:cNvCxnSpPr>
          <p:nvPr/>
        </p:nvCxnSpPr>
        <p:spPr>
          <a:xfrm flipH="1" flipV="1">
            <a:off x="11302493" y="2288651"/>
            <a:ext cx="75703" cy="3625882"/>
          </a:xfrm>
          <a:prstGeom prst="bentConnector3">
            <a:avLst>
              <a:gd name="adj1" fmla="val -301970"/>
            </a:avLst>
          </a:prstGeom>
          <a:ln w="19050">
            <a:solidFill>
              <a:schemeClr val="accent5">
                <a:lumMod val="75000"/>
              </a:schemeClr>
            </a:solidFill>
            <a:prstDash val="dash"/>
            <a:headEnd w="lg" len="lg"/>
            <a:tailEnd type="triangle" w="lg" len="lg"/>
          </a:ln>
        </p:spPr>
        <p:style>
          <a:lnRef idx="1">
            <a:schemeClr val="accent1"/>
          </a:lnRef>
          <a:fillRef idx="0">
            <a:schemeClr val="accent1"/>
          </a:fillRef>
          <a:effectRef idx="0">
            <a:schemeClr val="accent1"/>
          </a:effectRef>
          <a:fontRef idx="minor">
            <a:schemeClr val="tx1"/>
          </a:fontRef>
        </p:style>
      </p:cxnSp>
      <p:sp>
        <p:nvSpPr>
          <p:cNvPr id="418" name="TextBox 417">
            <a:extLst>
              <a:ext uri="{FF2B5EF4-FFF2-40B4-BE49-F238E27FC236}">
                <a16:creationId xmlns:a16="http://schemas.microsoft.com/office/drawing/2014/main" id="{5F150851-7EAC-4C34-A6E5-A330233C584D}"/>
              </a:ext>
            </a:extLst>
          </p:cNvPr>
          <p:cNvSpPr txBox="1"/>
          <p:nvPr/>
        </p:nvSpPr>
        <p:spPr>
          <a:xfrm rot="16200000">
            <a:off x="10549274" y="3549375"/>
            <a:ext cx="1439673" cy="553998"/>
          </a:xfrm>
          <a:prstGeom prst="rect">
            <a:avLst/>
          </a:prstGeom>
          <a:solidFill>
            <a:schemeClr val="accent3">
              <a:lumMod val="20000"/>
              <a:lumOff val="80000"/>
            </a:schemeClr>
          </a:solid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Capital Subsidy and any other Waiver from Government Schemes like CPSU scheme etc.</a:t>
            </a:r>
          </a:p>
        </p:txBody>
      </p:sp>
      <p:sp>
        <p:nvSpPr>
          <p:cNvPr id="419" name="Rectangle 418">
            <a:extLst>
              <a:ext uri="{FF2B5EF4-FFF2-40B4-BE49-F238E27FC236}">
                <a16:creationId xmlns:a16="http://schemas.microsoft.com/office/drawing/2014/main" id="{5946E9E3-7307-4E61-8AFC-290D217740D7}"/>
              </a:ext>
            </a:extLst>
          </p:cNvPr>
          <p:cNvSpPr/>
          <p:nvPr/>
        </p:nvSpPr>
        <p:spPr>
          <a:xfrm>
            <a:off x="10100622" y="5787575"/>
            <a:ext cx="1277574" cy="253916"/>
          </a:xfrm>
          <a:prstGeom prst="rect">
            <a:avLst/>
          </a:prstGeom>
          <a:solidFill>
            <a:srgbClr val="FBE2D1"/>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Government Entity</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420" name="Connector: Elbow 419">
            <a:extLst>
              <a:ext uri="{FF2B5EF4-FFF2-40B4-BE49-F238E27FC236}">
                <a16:creationId xmlns:a16="http://schemas.microsoft.com/office/drawing/2014/main" id="{4BC576D7-0F19-4587-A5DD-1E052F07A815}"/>
              </a:ext>
            </a:extLst>
          </p:cNvPr>
          <p:cNvCxnSpPr>
            <a:cxnSpLocks/>
            <a:stCxn id="363" idx="2"/>
            <a:endCxn id="360" idx="2"/>
          </p:cNvCxnSpPr>
          <p:nvPr/>
        </p:nvCxnSpPr>
        <p:spPr>
          <a:xfrm rot="5400000">
            <a:off x="5815367" y="1762086"/>
            <a:ext cx="504366" cy="2052716"/>
          </a:xfrm>
          <a:prstGeom prst="bentConnector3">
            <a:avLst>
              <a:gd name="adj1" fmla="val 145324"/>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21" name="TextBox 420">
            <a:extLst>
              <a:ext uri="{FF2B5EF4-FFF2-40B4-BE49-F238E27FC236}">
                <a16:creationId xmlns:a16="http://schemas.microsoft.com/office/drawing/2014/main" id="{4BAF3502-5645-4CD4-AF7E-DC373995DA14}"/>
              </a:ext>
            </a:extLst>
          </p:cNvPr>
          <p:cNvSpPr txBox="1"/>
          <p:nvPr/>
        </p:nvSpPr>
        <p:spPr>
          <a:xfrm>
            <a:off x="5691719" y="3127828"/>
            <a:ext cx="1325436"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Ownership, EPC, O&amp;M Responsibilities</a:t>
            </a:r>
          </a:p>
        </p:txBody>
      </p:sp>
      <p:cxnSp>
        <p:nvCxnSpPr>
          <p:cNvPr id="426" name="Connector: Elbow 425">
            <a:extLst>
              <a:ext uri="{FF2B5EF4-FFF2-40B4-BE49-F238E27FC236}">
                <a16:creationId xmlns:a16="http://schemas.microsoft.com/office/drawing/2014/main" id="{EBE17FB3-9336-43EE-B39D-F6DE84AA2127}"/>
              </a:ext>
            </a:extLst>
          </p:cNvPr>
          <p:cNvCxnSpPr>
            <a:cxnSpLocks/>
            <a:stCxn id="413" idx="1"/>
            <a:endCxn id="410" idx="3"/>
          </p:cNvCxnSpPr>
          <p:nvPr/>
        </p:nvCxnSpPr>
        <p:spPr>
          <a:xfrm rot="10800000" flipV="1">
            <a:off x="9019314" y="2288651"/>
            <a:ext cx="1358504" cy="504366"/>
          </a:xfrm>
          <a:prstGeom prst="bentConnector3">
            <a:avLst>
              <a:gd name="adj1" fmla="val 50000"/>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27" name="TextBox 426">
            <a:extLst>
              <a:ext uri="{FF2B5EF4-FFF2-40B4-BE49-F238E27FC236}">
                <a16:creationId xmlns:a16="http://schemas.microsoft.com/office/drawing/2014/main" id="{6A6F3A89-588C-49A5-9A7C-47E2572F0D74}"/>
              </a:ext>
            </a:extLst>
          </p:cNvPr>
          <p:cNvSpPr txBox="1"/>
          <p:nvPr/>
        </p:nvSpPr>
        <p:spPr>
          <a:xfrm>
            <a:off x="9084412" y="2518537"/>
            <a:ext cx="733957" cy="4154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Ownership, EPC, O&amp;M Responsibilities</a:t>
            </a:r>
          </a:p>
        </p:txBody>
      </p:sp>
      <p:sp>
        <p:nvSpPr>
          <p:cNvPr id="76" name="TextBox 75">
            <a:extLst>
              <a:ext uri="{FF2B5EF4-FFF2-40B4-BE49-F238E27FC236}">
                <a16:creationId xmlns:a16="http://schemas.microsoft.com/office/drawing/2014/main" id="{8CE9FBDC-1CBF-4C20-B545-54238A528A83}"/>
              </a:ext>
            </a:extLst>
          </p:cNvPr>
          <p:cNvSpPr txBox="1"/>
          <p:nvPr/>
        </p:nvSpPr>
        <p:spPr>
          <a:xfrm>
            <a:off x="2820033" y="5566649"/>
            <a:ext cx="1343565" cy="441852"/>
          </a:xfrm>
          <a:prstGeom prst="rect">
            <a:avLst/>
          </a:prstGeom>
          <a:noFill/>
        </p:spPr>
        <p:txBody>
          <a:bodyPr wrap="square" lIns="0" tIns="0" rIns="0" bIns="0" rtlCol="0">
            <a:spAutoFit/>
          </a:bodyPr>
          <a:lstStyle/>
          <a:p>
            <a:pPr>
              <a:lnSpc>
                <a:spcPct val="108000"/>
              </a:lnSpc>
              <a:buSzPct val="100000"/>
            </a:pPr>
            <a:r>
              <a:rPr lang="en-US" sz="900" dirty="0">
                <a:solidFill>
                  <a:srgbClr val="313131"/>
                </a:solidFill>
                <a:latin typeface="Calibri Light" panose="020F0302020204030204" pitchFamily="34" charset="0"/>
                <a:cs typeface="Calibri Light" panose="020F0302020204030204" pitchFamily="34" charset="0"/>
              </a:rPr>
              <a:t>*</a:t>
            </a:r>
            <a:r>
              <a:rPr lang="en-US" sz="900" b="1" dirty="0">
                <a:solidFill>
                  <a:srgbClr val="313131"/>
                </a:solidFill>
                <a:latin typeface="Calibri Light" panose="020F0302020204030204" pitchFamily="34" charset="0"/>
                <a:cs typeface="Calibri Light" panose="020F0302020204030204" pitchFamily="34" charset="0"/>
              </a:rPr>
              <a:t>Location of the Plant</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Option A: Own Land</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Option B: Others’ Land</a:t>
            </a:r>
          </a:p>
        </p:txBody>
      </p:sp>
    </p:spTree>
    <p:extLst>
      <p:ext uri="{BB962C8B-B14F-4D97-AF65-F5344CB8AC3E}">
        <p14:creationId xmlns:p14="http://schemas.microsoft.com/office/powerpoint/2010/main" val="3867081267"/>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a:extLst>
              <a:ext uri="{FF2B5EF4-FFF2-40B4-BE49-F238E27FC236}">
                <a16:creationId xmlns:a16="http://schemas.microsoft.com/office/drawing/2014/main" id="{1466EAAA-1C3E-414C-84D2-D2575842FC19}"/>
              </a:ext>
            </a:extLst>
          </p:cNvPr>
          <p:cNvGrpSpPr/>
          <p:nvPr/>
        </p:nvGrpSpPr>
        <p:grpSpPr>
          <a:xfrm>
            <a:off x="10771174" y="3798674"/>
            <a:ext cx="779383" cy="839870"/>
            <a:chOff x="2208213" y="1215708"/>
            <a:chExt cx="4724401" cy="5173981"/>
          </a:xfrm>
          <a:solidFill>
            <a:schemeClr val="accent1"/>
          </a:solidFill>
        </p:grpSpPr>
        <p:sp>
          <p:nvSpPr>
            <p:cNvPr id="111" name="Freeform 278">
              <a:extLst>
                <a:ext uri="{FF2B5EF4-FFF2-40B4-BE49-F238E27FC236}">
                  <a16:creationId xmlns:a16="http://schemas.microsoft.com/office/drawing/2014/main" id="{E2989D13-A41F-441E-8E6F-CB5023BDDDAA}"/>
                </a:ext>
              </a:extLst>
            </p:cNvPr>
            <p:cNvSpPr>
              <a:spLocks/>
            </p:cNvSpPr>
            <p:nvPr/>
          </p:nvSpPr>
          <p:spPr bwMode="auto">
            <a:xfrm>
              <a:off x="6535738" y="3157538"/>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2" name="Freeform 279">
              <a:extLst>
                <a:ext uri="{FF2B5EF4-FFF2-40B4-BE49-F238E27FC236}">
                  <a16:creationId xmlns:a16="http://schemas.microsoft.com/office/drawing/2014/main" id="{681EE8D0-1176-4FE6-875A-2C746791CEC4}"/>
                </a:ext>
              </a:extLst>
            </p:cNvPr>
            <p:cNvSpPr>
              <a:spLocks/>
            </p:cNvSpPr>
            <p:nvPr/>
          </p:nvSpPr>
          <p:spPr bwMode="auto">
            <a:xfrm>
              <a:off x="6342063" y="3387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3" name="Freeform 280">
              <a:extLst>
                <a:ext uri="{FF2B5EF4-FFF2-40B4-BE49-F238E27FC236}">
                  <a16:creationId xmlns:a16="http://schemas.microsoft.com/office/drawing/2014/main" id="{406400E6-7094-4B2A-A178-6AE69FC135EA}"/>
                </a:ext>
              </a:extLst>
            </p:cNvPr>
            <p:cNvSpPr>
              <a:spLocks/>
            </p:cNvSpPr>
            <p:nvPr/>
          </p:nvSpPr>
          <p:spPr bwMode="auto">
            <a:xfrm>
              <a:off x="6143626" y="3348038"/>
              <a:ext cx="7938" cy="3175"/>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1" y="1"/>
                    <a:pt x="1" y="1"/>
                    <a:pt x="1" y="1"/>
                  </a:cubicBezTo>
                  <a:cubicBezTo>
                    <a:pt x="2" y="1"/>
                    <a:pt x="2" y="1"/>
                    <a:pt x="2"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4" name="Freeform 281">
              <a:extLst>
                <a:ext uri="{FF2B5EF4-FFF2-40B4-BE49-F238E27FC236}">
                  <a16:creationId xmlns:a16="http://schemas.microsoft.com/office/drawing/2014/main" id="{16B02DEB-F7E0-4136-A45C-046CD5D05A38}"/>
                </a:ext>
              </a:extLst>
            </p:cNvPr>
            <p:cNvSpPr>
              <a:spLocks/>
            </p:cNvSpPr>
            <p:nvPr/>
          </p:nvSpPr>
          <p:spPr bwMode="auto">
            <a:xfrm>
              <a:off x="2208213" y="3235326"/>
              <a:ext cx="1046163" cy="817563"/>
            </a:xfrm>
            <a:custGeom>
              <a:avLst/>
              <a:gdLst>
                <a:gd name="T0" fmla="*/ 274 w 296"/>
                <a:gd name="T1" fmla="*/ 80 h 231"/>
                <a:gd name="T2" fmla="*/ 250 w 296"/>
                <a:gd name="T3" fmla="*/ 57 h 231"/>
                <a:gd name="T4" fmla="*/ 244 w 296"/>
                <a:gd name="T5" fmla="*/ 27 h 231"/>
                <a:gd name="T6" fmla="*/ 217 w 296"/>
                <a:gd name="T7" fmla="*/ 17 h 231"/>
                <a:gd name="T8" fmla="*/ 192 w 296"/>
                <a:gd name="T9" fmla="*/ 9 h 231"/>
                <a:gd name="T10" fmla="*/ 164 w 296"/>
                <a:gd name="T11" fmla="*/ 4 h 231"/>
                <a:gd name="T12" fmla="*/ 146 w 296"/>
                <a:gd name="T13" fmla="*/ 6 h 231"/>
                <a:gd name="T14" fmla="*/ 146 w 296"/>
                <a:gd name="T15" fmla="*/ 19 h 231"/>
                <a:gd name="T16" fmla="*/ 118 w 296"/>
                <a:gd name="T17" fmla="*/ 13 h 231"/>
                <a:gd name="T18" fmla="*/ 89 w 296"/>
                <a:gd name="T19" fmla="*/ 22 h 231"/>
                <a:gd name="T20" fmla="*/ 63 w 296"/>
                <a:gd name="T21" fmla="*/ 13 h 231"/>
                <a:gd name="T22" fmla="*/ 42 w 296"/>
                <a:gd name="T23" fmla="*/ 14 h 231"/>
                <a:gd name="T24" fmla="*/ 16 w 296"/>
                <a:gd name="T25" fmla="*/ 25 h 231"/>
                <a:gd name="T26" fmla="*/ 3 w 296"/>
                <a:gd name="T27" fmla="*/ 37 h 231"/>
                <a:gd name="T28" fmla="*/ 22 w 296"/>
                <a:gd name="T29" fmla="*/ 36 h 231"/>
                <a:gd name="T30" fmla="*/ 18 w 296"/>
                <a:gd name="T31" fmla="*/ 40 h 231"/>
                <a:gd name="T32" fmla="*/ 21 w 296"/>
                <a:gd name="T33" fmla="*/ 54 h 231"/>
                <a:gd name="T34" fmla="*/ 27 w 296"/>
                <a:gd name="T35" fmla="*/ 60 h 231"/>
                <a:gd name="T36" fmla="*/ 51 w 296"/>
                <a:gd name="T37" fmla="*/ 86 h 231"/>
                <a:gd name="T38" fmla="*/ 79 w 296"/>
                <a:gd name="T39" fmla="*/ 88 h 231"/>
                <a:gd name="T40" fmla="*/ 99 w 296"/>
                <a:gd name="T41" fmla="*/ 79 h 231"/>
                <a:gd name="T42" fmla="*/ 107 w 296"/>
                <a:gd name="T43" fmla="*/ 92 h 231"/>
                <a:gd name="T44" fmla="*/ 87 w 296"/>
                <a:gd name="T45" fmla="*/ 102 h 231"/>
                <a:gd name="T46" fmla="*/ 78 w 296"/>
                <a:gd name="T47" fmla="*/ 110 h 231"/>
                <a:gd name="T48" fmla="*/ 66 w 296"/>
                <a:gd name="T49" fmla="*/ 113 h 231"/>
                <a:gd name="T50" fmla="*/ 52 w 296"/>
                <a:gd name="T51" fmla="*/ 112 h 231"/>
                <a:gd name="T52" fmla="*/ 40 w 296"/>
                <a:gd name="T53" fmla="*/ 107 h 231"/>
                <a:gd name="T54" fmla="*/ 38 w 296"/>
                <a:gd name="T55" fmla="*/ 117 h 231"/>
                <a:gd name="T56" fmla="*/ 72 w 296"/>
                <a:gd name="T57" fmla="*/ 157 h 231"/>
                <a:gd name="T58" fmla="*/ 101 w 296"/>
                <a:gd name="T59" fmla="*/ 186 h 231"/>
                <a:gd name="T60" fmla="*/ 127 w 296"/>
                <a:gd name="T61" fmla="*/ 196 h 231"/>
                <a:gd name="T62" fmla="*/ 156 w 296"/>
                <a:gd name="T63" fmla="*/ 186 h 231"/>
                <a:gd name="T64" fmla="*/ 180 w 296"/>
                <a:gd name="T65" fmla="*/ 177 h 231"/>
                <a:gd name="T66" fmla="*/ 192 w 296"/>
                <a:gd name="T67" fmla="*/ 147 h 231"/>
                <a:gd name="T68" fmla="*/ 194 w 296"/>
                <a:gd name="T69" fmla="*/ 129 h 231"/>
                <a:gd name="T70" fmla="*/ 212 w 296"/>
                <a:gd name="T71" fmla="*/ 128 h 231"/>
                <a:gd name="T72" fmla="*/ 204 w 296"/>
                <a:gd name="T73" fmla="*/ 135 h 231"/>
                <a:gd name="T74" fmla="*/ 204 w 296"/>
                <a:gd name="T75" fmla="*/ 146 h 231"/>
                <a:gd name="T76" fmla="*/ 205 w 296"/>
                <a:gd name="T77" fmla="*/ 160 h 231"/>
                <a:gd name="T78" fmla="*/ 209 w 296"/>
                <a:gd name="T79" fmla="*/ 166 h 231"/>
                <a:gd name="T80" fmla="*/ 205 w 296"/>
                <a:gd name="T81" fmla="*/ 181 h 231"/>
                <a:gd name="T82" fmla="*/ 210 w 296"/>
                <a:gd name="T83" fmla="*/ 190 h 231"/>
                <a:gd name="T84" fmla="*/ 212 w 296"/>
                <a:gd name="T85" fmla="*/ 201 h 231"/>
                <a:gd name="T86" fmla="*/ 201 w 296"/>
                <a:gd name="T87" fmla="*/ 223 h 231"/>
                <a:gd name="T88" fmla="*/ 224 w 296"/>
                <a:gd name="T89" fmla="*/ 230 h 231"/>
                <a:gd name="T90" fmla="*/ 235 w 296"/>
                <a:gd name="T91" fmla="*/ 206 h 231"/>
                <a:gd name="T92" fmla="*/ 257 w 296"/>
                <a:gd name="T93" fmla="*/ 208 h 231"/>
                <a:gd name="T94" fmla="*/ 247 w 296"/>
                <a:gd name="T95" fmla="*/ 185 h 231"/>
                <a:gd name="T96" fmla="*/ 272 w 296"/>
                <a:gd name="T97" fmla="*/ 174 h 231"/>
                <a:gd name="T98" fmla="*/ 263 w 296"/>
                <a:gd name="T99" fmla="*/ 161 h 231"/>
                <a:gd name="T100" fmla="*/ 275 w 296"/>
                <a:gd name="T101" fmla="*/ 149 h 231"/>
                <a:gd name="T102" fmla="*/ 284 w 296"/>
                <a:gd name="T103" fmla="*/ 129 h 231"/>
                <a:gd name="T104" fmla="*/ 292 w 296"/>
                <a:gd name="T105" fmla="*/ 10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 h="231">
                  <a:moveTo>
                    <a:pt x="289" y="93"/>
                  </a:moveTo>
                  <a:cubicBezTo>
                    <a:pt x="289" y="93"/>
                    <a:pt x="289" y="93"/>
                    <a:pt x="289" y="93"/>
                  </a:cubicBezTo>
                  <a:cubicBezTo>
                    <a:pt x="289" y="91"/>
                    <a:pt x="289" y="88"/>
                    <a:pt x="287" y="88"/>
                  </a:cubicBezTo>
                  <a:cubicBezTo>
                    <a:pt x="286" y="88"/>
                    <a:pt x="281" y="90"/>
                    <a:pt x="281" y="87"/>
                  </a:cubicBezTo>
                  <a:cubicBezTo>
                    <a:pt x="282" y="84"/>
                    <a:pt x="283" y="83"/>
                    <a:pt x="281" y="81"/>
                  </a:cubicBezTo>
                  <a:cubicBezTo>
                    <a:pt x="279" y="79"/>
                    <a:pt x="276" y="80"/>
                    <a:pt x="274" y="80"/>
                  </a:cubicBezTo>
                  <a:cubicBezTo>
                    <a:pt x="274" y="79"/>
                    <a:pt x="274" y="79"/>
                    <a:pt x="274" y="79"/>
                  </a:cubicBezTo>
                  <a:cubicBezTo>
                    <a:pt x="271" y="80"/>
                    <a:pt x="271" y="76"/>
                    <a:pt x="269" y="75"/>
                  </a:cubicBezTo>
                  <a:cubicBezTo>
                    <a:pt x="267" y="75"/>
                    <a:pt x="263" y="76"/>
                    <a:pt x="262" y="74"/>
                  </a:cubicBezTo>
                  <a:cubicBezTo>
                    <a:pt x="258" y="71"/>
                    <a:pt x="265" y="61"/>
                    <a:pt x="256" y="66"/>
                  </a:cubicBezTo>
                  <a:cubicBezTo>
                    <a:pt x="254" y="64"/>
                    <a:pt x="256" y="61"/>
                    <a:pt x="254" y="59"/>
                  </a:cubicBezTo>
                  <a:cubicBezTo>
                    <a:pt x="253" y="58"/>
                    <a:pt x="251" y="59"/>
                    <a:pt x="250" y="57"/>
                  </a:cubicBezTo>
                  <a:cubicBezTo>
                    <a:pt x="248" y="54"/>
                    <a:pt x="255" y="50"/>
                    <a:pt x="256" y="48"/>
                  </a:cubicBezTo>
                  <a:cubicBezTo>
                    <a:pt x="257" y="44"/>
                    <a:pt x="253" y="39"/>
                    <a:pt x="250" y="43"/>
                  </a:cubicBezTo>
                  <a:cubicBezTo>
                    <a:pt x="247" y="46"/>
                    <a:pt x="245" y="44"/>
                    <a:pt x="246" y="40"/>
                  </a:cubicBezTo>
                  <a:cubicBezTo>
                    <a:pt x="243" y="41"/>
                    <a:pt x="241" y="37"/>
                    <a:pt x="241" y="34"/>
                  </a:cubicBezTo>
                  <a:cubicBezTo>
                    <a:pt x="242" y="30"/>
                    <a:pt x="245" y="30"/>
                    <a:pt x="248" y="28"/>
                  </a:cubicBezTo>
                  <a:cubicBezTo>
                    <a:pt x="247" y="27"/>
                    <a:pt x="245" y="28"/>
                    <a:pt x="244" y="27"/>
                  </a:cubicBezTo>
                  <a:cubicBezTo>
                    <a:pt x="243" y="26"/>
                    <a:pt x="244" y="24"/>
                    <a:pt x="244" y="22"/>
                  </a:cubicBezTo>
                  <a:cubicBezTo>
                    <a:pt x="242" y="21"/>
                    <a:pt x="239" y="20"/>
                    <a:pt x="238" y="22"/>
                  </a:cubicBezTo>
                  <a:cubicBezTo>
                    <a:pt x="237" y="24"/>
                    <a:pt x="237" y="29"/>
                    <a:pt x="234" y="28"/>
                  </a:cubicBezTo>
                  <a:cubicBezTo>
                    <a:pt x="233" y="24"/>
                    <a:pt x="227" y="26"/>
                    <a:pt x="224" y="26"/>
                  </a:cubicBezTo>
                  <a:cubicBezTo>
                    <a:pt x="224" y="24"/>
                    <a:pt x="224" y="23"/>
                    <a:pt x="224" y="21"/>
                  </a:cubicBezTo>
                  <a:cubicBezTo>
                    <a:pt x="221" y="21"/>
                    <a:pt x="219" y="16"/>
                    <a:pt x="217" y="17"/>
                  </a:cubicBezTo>
                  <a:cubicBezTo>
                    <a:pt x="216" y="19"/>
                    <a:pt x="215" y="20"/>
                    <a:pt x="213" y="21"/>
                  </a:cubicBezTo>
                  <a:cubicBezTo>
                    <a:pt x="213" y="18"/>
                    <a:pt x="213" y="17"/>
                    <a:pt x="211" y="16"/>
                  </a:cubicBezTo>
                  <a:cubicBezTo>
                    <a:pt x="209" y="14"/>
                    <a:pt x="209" y="13"/>
                    <a:pt x="208" y="11"/>
                  </a:cubicBezTo>
                  <a:cubicBezTo>
                    <a:pt x="207" y="9"/>
                    <a:pt x="203" y="11"/>
                    <a:pt x="201" y="10"/>
                  </a:cubicBezTo>
                  <a:cubicBezTo>
                    <a:pt x="199" y="9"/>
                    <a:pt x="199" y="7"/>
                    <a:pt x="199" y="5"/>
                  </a:cubicBezTo>
                  <a:cubicBezTo>
                    <a:pt x="197" y="5"/>
                    <a:pt x="193" y="7"/>
                    <a:pt x="192" y="9"/>
                  </a:cubicBezTo>
                  <a:cubicBezTo>
                    <a:pt x="191" y="9"/>
                    <a:pt x="190" y="8"/>
                    <a:pt x="190" y="7"/>
                  </a:cubicBezTo>
                  <a:cubicBezTo>
                    <a:pt x="189" y="7"/>
                    <a:pt x="188" y="9"/>
                    <a:pt x="188" y="11"/>
                  </a:cubicBezTo>
                  <a:cubicBezTo>
                    <a:pt x="186" y="11"/>
                    <a:pt x="185" y="9"/>
                    <a:pt x="184" y="8"/>
                  </a:cubicBezTo>
                  <a:cubicBezTo>
                    <a:pt x="184" y="5"/>
                    <a:pt x="181" y="5"/>
                    <a:pt x="179" y="6"/>
                  </a:cubicBezTo>
                  <a:cubicBezTo>
                    <a:pt x="177" y="6"/>
                    <a:pt x="175" y="5"/>
                    <a:pt x="173" y="4"/>
                  </a:cubicBezTo>
                  <a:cubicBezTo>
                    <a:pt x="170" y="3"/>
                    <a:pt x="167" y="4"/>
                    <a:pt x="164" y="4"/>
                  </a:cubicBezTo>
                  <a:cubicBezTo>
                    <a:pt x="164" y="5"/>
                    <a:pt x="164" y="6"/>
                    <a:pt x="164" y="7"/>
                  </a:cubicBezTo>
                  <a:cubicBezTo>
                    <a:pt x="162" y="7"/>
                    <a:pt x="160" y="7"/>
                    <a:pt x="160" y="5"/>
                  </a:cubicBezTo>
                  <a:cubicBezTo>
                    <a:pt x="159" y="4"/>
                    <a:pt x="160" y="2"/>
                    <a:pt x="159" y="1"/>
                  </a:cubicBezTo>
                  <a:cubicBezTo>
                    <a:pt x="158" y="0"/>
                    <a:pt x="154" y="1"/>
                    <a:pt x="151" y="2"/>
                  </a:cubicBezTo>
                  <a:cubicBezTo>
                    <a:pt x="151" y="2"/>
                    <a:pt x="151" y="3"/>
                    <a:pt x="151" y="3"/>
                  </a:cubicBezTo>
                  <a:cubicBezTo>
                    <a:pt x="149" y="3"/>
                    <a:pt x="146" y="4"/>
                    <a:pt x="146" y="6"/>
                  </a:cubicBezTo>
                  <a:cubicBezTo>
                    <a:pt x="146" y="6"/>
                    <a:pt x="146" y="7"/>
                    <a:pt x="147" y="7"/>
                  </a:cubicBezTo>
                  <a:cubicBezTo>
                    <a:pt x="147" y="9"/>
                    <a:pt x="145" y="12"/>
                    <a:pt x="146" y="14"/>
                  </a:cubicBezTo>
                  <a:cubicBezTo>
                    <a:pt x="148" y="14"/>
                    <a:pt x="150" y="14"/>
                    <a:pt x="152" y="14"/>
                  </a:cubicBezTo>
                  <a:cubicBezTo>
                    <a:pt x="152" y="15"/>
                    <a:pt x="152" y="15"/>
                    <a:pt x="152" y="15"/>
                  </a:cubicBezTo>
                  <a:cubicBezTo>
                    <a:pt x="152" y="16"/>
                    <a:pt x="152" y="16"/>
                    <a:pt x="151" y="16"/>
                  </a:cubicBezTo>
                  <a:cubicBezTo>
                    <a:pt x="150" y="16"/>
                    <a:pt x="148" y="18"/>
                    <a:pt x="146" y="19"/>
                  </a:cubicBezTo>
                  <a:cubicBezTo>
                    <a:pt x="146" y="18"/>
                    <a:pt x="144" y="18"/>
                    <a:pt x="143" y="18"/>
                  </a:cubicBezTo>
                  <a:cubicBezTo>
                    <a:pt x="142" y="19"/>
                    <a:pt x="142" y="19"/>
                    <a:pt x="142" y="19"/>
                  </a:cubicBezTo>
                  <a:cubicBezTo>
                    <a:pt x="140" y="19"/>
                    <a:pt x="139" y="21"/>
                    <a:pt x="139" y="23"/>
                  </a:cubicBezTo>
                  <a:cubicBezTo>
                    <a:pt x="135" y="23"/>
                    <a:pt x="131" y="23"/>
                    <a:pt x="128" y="22"/>
                  </a:cubicBezTo>
                  <a:cubicBezTo>
                    <a:pt x="124" y="21"/>
                    <a:pt x="127" y="16"/>
                    <a:pt x="126" y="13"/>
                  </a:cubicBezTo>
                  <a:cubicBezTo>
                    <a:pt x="124" y="13"/>
                    <a:pt x="121" y="13"/>
                    <a:pt x="118" y="13"/>
                  </a:cubicBezTo>
                  <a:cubicBezTo>
                    <a:pt x="117" y="13"/>
                    <a:pt x="115" y="13"/>
                    <a:pt x="114" y="13"/>
                  </a:cubicBezTo>
                  <a:cubicBezTo>
                    <a:pt x="113" y="14"/>
                    <a:pt x="112" y="15"/>
                    <a:pt x="110" y="15"/>
                  </a:cubicBezTo>
                  <a:cubicBezTo>
                    <a:pt x="109" y="16"/>
                    <a:pt x="108" y="16"/>
                    <a:pt x="107" y="16"/>
                  </a:cubicBezTo>
                  <a:cubicBezTo>
                    <a:pt x="104" y="16"/>
                    <a:pt x="104" y="16"/>
                    <a:pt x="103" y="17"/>
                  </a:cubicBezTo>
                  <a:cubicBezTo>
                    <a:pt x="101" y="19"/>
                    <a:pt x="99" y="20"/>
                    <a:pt x="98" y="21"/>
                  </a:cubicBezTo>
                  <a:cubicBezTo>
                    <a:pt x="97" y="23"/>
                    <a:pt x="91" y="22"/>
                    <a:pt x="89" y="22"/>
                  </a:cubicBezTo>
                  <a:cubicBezTo>
                    <a:pt x="85" y="22"/>
                    <a:pt x="83" y="21"/>
                    <a:pt x="81" y="18"/>
                  </a:cubicBezTo>
                  <a:cubicBezTo>
                    <a:pt x="80" y="17"/>
                    <a:pt x="79" y="14"/>
                    <a:pt x="78" y="14"/>
                  </a:cubicBezTo>
                  <a:cubicBezTo>
                    <a:pt x="77" y="13"/>
                    <a:pt x="74" y="14"/>
                    <a:pt x="73" y="14"/>
                  </a:cubicBezTo>
                  <a:cubicBezTo>
                    <a:pt x="72" y="14"/>
                    <a:pt x="70" y="13"/>
                    <a:pt x="69" y="13"/>
                  </a:cubicBezTo>
                  <a:cubicBezTo>
                    <a:pt x="67" y="13"/>
                    <a:pt x="67" y="12"/>
                    <a:pt x="66" y="15"/>
                  </a:cubicBezTo>
                  <a:cubicBezTo>
                    <a:pt x="65" y="15"/>
                    <a:pt x="64" y="14"/>
                    <a:pt x="63" y="13"/>
                  </a:cubicBezTo>
                  <a:cubicBezTo>
                    <a:pt x="62" y="13"/>
                    <a:pt x="62" y="13"/>
                    <a:pt x="60" y="13"/>
                  </a:cubicBezTo>
                  <a:cubicBezTo>
                    <a:pt x="59" y="14"/>
                    <a:pt x="57" y="15"/>
                    <a:pt x="54" y="14"/>
                  </a:cubicBezTo>
                  <a:cubicBezTo>
                    <a:pt x="53" y="13"/>
                    <a:pt x="52" y="12"/>
                    <a:pt x="52" y="12"/>
                  </a:cubicBezTo>
                  <a:cubicBezTo>
                    <a:pt x="51" y="12"/>
                    <a:pt x="50" y="13"/>
                    <a:pt x="49" y="13"/>
                  </a:cubicBezTo>
                  <a:cubicBezTo>
                    <a:pt x="46" y="14"/>
                    <a:pt x="46" y="12"/>
                    <a:pt x="45" y="10"/>
                  </a:cubicBezTo>
                  <a:cubicBezTo>
                    <a:pt x="44" y="9"/>
                    <a:pt x="42" y="13"/>
                    <a:pt x="42" y="14"/>
                  </a:cubicBezTo>
                  <a:cubicBezTo>
                    <a:pt x="39" y="14"/>
                    <a:pt x="40" y="10"/>
                    <a:pt x="39" y="9"/>
                  </a:cubicBezTo>
                  <a:cubicBezTo>
                    <a:pt x="38" y="5"/>
                    <a:pt x="37" y="10"/>
                    <a:pt x="37" y="12"/>
                  </a:cubicBezTo>
                  <a:cubicBezTo>
                    <a:pt x="37" y="15"/>
                    <a:pt x="37" y="17"/>
                    <a:pt x="36" y="19"/>
                  </a:cubicBezTo>
                  <a:cubicBezTo>
                    <a:pt x="35" y="21"/>
                    <a:pt x="35" y="24"/>
                    <a:pt x="34" y="25"/>
                  </a:cubicBezTo>
                  <a:cubicBezTo>
                    <a:pt x="29" y="26"/>
                    <a:pt x="24" y="25"/>
                    <a:pt x="19" y="25"/>
                  </a:cubicBezTo>
                  <a:cubicBezTo>
                    <a:pt x="18" y="25"/>
                    <a:pt x="17" y="25"/>
                    <a:pt x="16" y="25"/>
                  </a:cubicBezTo>
                  <a:cubicBezTo>
                    <a:pt x="15" y="25"/>
                    <a:pt x="14" y="24"/>
                    <a:pt x="13" y="24"/>
                  </a:cubicBezTo>
                  <a:cubicBezTo>
                    <a:pt x="12" y="24"/>
                    <a:pt x="12" y="25"/>
                    <a:pt x="11" y="26"/>
                  </a:cubicBezTo>
                  <a:cubicBezTo>
                    <a:pt x="10" y="26"/>
                    <a:pt x="9" y="26"/>
                    <a:pt x="8" y="26"/>
                  </a:cubicBezTo>
                  <a:cubicBezTo>
                    <a:pt x="8" y="27"/>
                    <a:pt x="7" y="27"/>
                    <a:pt x="6" y="28"/>
                  </a:cubicBezTo>
                  <a:cubicBezTo>
                    <a:pt x="6" y="30"/>
                    <a:pt x="7" y="31"/>
                    <a:pt x="5" y="32"/>
                  </a:cubicBezTo>
                  <a:cubicBezTo>
                    <a:pt x="5" y="33"/>
                    <a:pt x="4" y="35"/>
                    <a:pt x="3" y="37"/>
                  </a:cubicBezTo>
                  <a:cubicBezTo>
                    <a:pt x="3" y="37"/>
                    <a:pt x="3" y="37"/>
                    <a:pt x="2" y="37"/>
                  </a:cubicBezTo>
                  <a:cubicBezTo>
                    <a:pt x="2" y="38"/>
                    <a:pt x="2" y="38"/>
                    <a:pt x="2" y="38"/>
                  </a:cubicBezTo>
                  <a:cubicBezTo>
                    <a:pt x="2" y="40"/>
                    <a:pt x="0" y="40"/>
                    <a:pt x="2" y="41"/>
                  </a:cubicBezTo>
                  <a:cubicBezTo>
                    <a:pt x="3" y="42"/>
                    <a:pt x="7" y="43"/>
                    <a:pt x="9" y="43"/>
                  </a:cubicBezTo>
                  <a:cubicBezTo>
                    <a:pt x="13" y="43"/>
                    <a:pt x="12" y="39"/>
                    <a:pt x="14" y="37"/>
                  </a:cubicBezTo>
                  <a:cubicBezTo>
                    <a:pt x="16" y="35"/>
                    <a:pt x="19" y="36"/>
                    <a:pt x="22" y="36"/>
                  </a:cubicBezTo>
                  <a:cubicBezTo>
                    <a:pt x="23" y="35"/>
                    <a:pt x="25" y="34"/>
                    <a:pt x="26" y="34"/>
                  </a:cubicBezTo>
                  <a:cubicBezTo>
                    <a:pt x="27" y="33"/>
                    <a:pt x="28" y="31"/>
                    <a:pt x="29" y="32"/>
                  </a:cubicBezTo>
                  <a:cubicBezTo>
                    <a:pt x="29" y="33"/>
                    <a:pt x="29" y="35"/>
                    <a:pt x="28" y="36"/>
                  </a:cubicBezTo>
                  <a:cubicBezTo>
                    <a:pt x="27" y="37"/>
                    <a:pt x="25" y="36"/>
                    <a:pt x="24" y="37"/>
                  </a:cubicBezTo>
                  <a:cubicBezTo>
                    <a:pt x="23" y="37"/>
                    <a:pt x="22" y="38"/>
                    <a:pt x="21" y="39"/>
                  </a:cubicBezTo>
                  <a:cubicBezTo>
                    <a:pt x="20" y="40"/>
                    <a:pt x="20" y="40"/>
                    <a:pt x="18" y="40"/>
                  </a:cubicBezTo>
                  <a:cubicBezTo>
                    <a:pt x="16" y="40"/>
                    <a:pt x="16" y="40"/>
                    <a:pt x="16" y="40"/>
                  </a:cubicBezTo>
                  <a:cubicBezTo>
                    <a:pt x="15" y="41"/>
                    <a:pt x="15" y="41"/>
                    <a:pt x="15" y="41"/>
                  </a:cubicBezTo>
                  <a:cubicBezTo>
                    <a:pt x="14" y="43"/>
                    <a:pt x="14" y="47"/>
                    <a:pt x="15" y="48"/>
                  </a:cubicBezTo>
                  <a:cubicBezTo>
                    <a:pt x="16" y="48"/>
                    <a:pt x="18" y="48"/>
                    <a:pt x="18" y="50"/>
                  </a:cubicBezTo>
                  <a:cubicBezTo>
                    <a:pt x="19" y="52"/>
                    <a:pt x="18" y="51"/>
                    <a:pt x="16" y="52"/>
                  </a:cubicBezTo>
                  <a:cubicBezTo>
                    <a:pt x="18" y="52"/>
                    <a:pt x="20" y="53"/>
                    <a:pt x="21" y="54"/>
                  </a:cubicBezTo>
                  <a:cubicBezTo>
                    <a:pt x="24" y="55"/>
                    <a:pt x="20" y="57"/>
                    <a:pt x="20" y="59"/>
                  </a:cubicBezTo>
                  <a:cubicBezTo>
                    <a:pt x="22" y="59"/>
                    <a:pt x="22" y="57"/>
                    <a:pt x="24" y="56"/>
                  </a:cubicBezTo>
                  <a:cubicBezTo>
                    <a:pt x="24" y="58"/>
                    <a:pt x="24" y="59"/>
                    <a:pt x="23" y="60"/>
                  </a:cubicBezTo>
                  <a:cubicBezTo>
                    <a:pt x="22" y="60"/>
                    <a:pt x="21" y="60"/>
                    <a:pt x="22" y="62"/>
                  </a:cubicBezTo>
                  <a:cubicBezTo>
                    <a:pt x="23" y="61"/>
                    <a:pt x="25" y="58"/>
                    <a:pt x="27" y="59"/>
                  </a:cubicBezTo>
                  <a:cubicBezTo>
                    <a:pt x="27" y="60"/>
                    <a:pt x="27" y="60"/>
                    <a:pt x="27" y="60"/>
                  </a:cubicBezTo>
                  <a:cubicBezTo>
                    <a:pt x="24" y="60"/>
                    <a:pt x="25" y="64"/>
                    <a:pt x="23" y="63"/>
                  </a:cubicBezTo>
                  <a:cubicBezTo>
                    <a:pt x="24" y="65"/>
                    <a:pt x="25" y="66"/>
                    <a:pt x="26" y="68"/>
                  </a:cubicBezTo>
                  <a:cubicBezTo>
                    <a:pt x="29" y="68"/>
                    <a:pt x="32" y="72"/>
                    <a:pt x="34" y="73"/>
                  </a:cubicBezTo>
                  <a:cubicBezTo>
                    <a:pt x="38" y="75"/>
                    <a:pt x="40" y="76"/>
                    <a:pt x="43" y="79"/>
                  </a:cubicBezTo>
                  <a:cubicBezTo>
                    <a:pt x="44" y="80"/>
                    <a:pt x="46" y="81"/>
                    <a:pt x="47" y="82"/>
                  </a:cubicBezTo>
                  <a:cubicBezTo>
                    <a:pt x="48" y="83"/>
                    <a:pt x="49" y="85"/>
                    <a:pt x="51" y="86"/>
                  </a:cubicBezTo>
                  <a:cubicBezTo>
                    <a:pt x="54" y="86"/>
                    <a:pt x="58" y="85"/>
                    <a:pt x="58" y="89"/>
                  </a:cubicBezTo>
                  <a:cubicBezTo>
                    <a:pt x="59" y="89"/>
                    <a:pt x="61" y="89"/>
                    <a:pt x="62" y="89"/>
                  </a:cubicBezTo>
                  <a:cubicBezTo>
                    <a:pt x="61" y="87"/>
                    <a:pt x="67" y="89"/>
                    <a:pt x="69" y="89"/>
                  </a:cubicBezTo>
                  <a:cubicBezTo>
                    <a:pt x="71" y="89"/>
                    <a:pt x="72" y="90"/>
                    <a:pt x="74" y="89"/>
                  </a:cubicBezTo>
                  <a:cubicBezTo>
                    <a:pt x="76" y="89"/>
                    <a:pt x="77" y="88"/>
                    <a:pt x="78" y="89"/>
                  </a:cubicBezTo>
                  <a:cubicBezTo>
                    <a:pt x="79" y="88"/>
                    <a:pt x="79" y="88"/>
                    <a:pt x="79" y="88"/>
                  </a:cubicBezTo>
                  <a:cubicBezTo>
                    <a:pt x="81" y="86"/>
                    <a:pt x="85" y="88"/>
                    <a:pt x="88" y="87"/>
                  </a:cubicBezTo>
                  <a:cubicBezTo>
                    <a:pt x="90" y="86"/>
                    <a:pt x="90" y="84"/>
                    <a:pt x="93" y="84"/>
                  </a:cubicBezTo>
                  <a:cubicBezTo>
                    <a:pt x="94" y="83"/>
                    <a:pt x="96" y="84"/>
                    <a:pt x="97" y="84"/>
                  </a:cubicBezTo>
                  <a:cubicBezTo>
                    <a:pt x="97" y="83"/>
                    <a:pt x="99" y="81"/>
                    <a:pt x="98" y="81"/>
                  </a:cubicBezTo>
                  <a:cubicBezTo>
                    <a:pt x="97" y="81"/>
                    <a:pt x="97" y="81"/>
                    <a:pt x="96" y="81"/>
                  </a:cubicBezTo>
                  <a:cubicBezTo>
                    <a:pt x="96" y="80"/>
                    <a:pt x="97" y="78"/>
                    <a:pt x="99" y="79"/>
                  </a:cubicBezTo>
                  <a:cubicBezTo>
                    <a:pt x="101" y="80"/>
                    <a:pt x="99" y="82"/>
                    <a:pt x="102" y="80"/>
                  </a:cubicBezTo>
                  <a:cubicBezTo>
                    <a:pt x="102" y="77"/>
                    <a:pt x="106" y="75"/>
                    <a:pt x="109" y="76"/>
                  </a:cubicBezTo>
                  <a:cubicBezTo>
                    <a:pt x="109" y="79"/>
                    <a:pt x="112" y="80"/>
                    <a:pt x="114" y="78"/>
                  </a:cubicBezTo>
                  <a:cubicBezTo>
                    <a:pt x="113" y="79"/>
                    <a:pt x="113" y="80"/>
                    <a:pt x="112" y="81"/>
                  </a:cubicBezTo>
                  <a:cubicBezTo>
                    <a:pt x="111" y="82"/>
                    <a:pt x="110" y="82"/>
                    <a:pt x="109" y="84"/>
                  </a:cubicBezTo>
                  <a:cubicBezTo>
                    <a:pt x="108" y="86"/>
                    <a:pt x="107" y="89"/>
                    <a:pt x="107" y="92"/>
                  </a:cubicBezTo>
                  <a:cubicBezTo>
                    <a:pt x="104" y="93"/>
                    <a:pt x="102" y="96"/>
                    <a:pt x="100" y="97"/>
                  </a:cubicBezTo>
                  <a:cubicBezTo>
                    <a:pt x="99" y="98"/>
                    <a:pt x="97" y="99"/>
                    <a:pt x="97" y="100"/>
                  </a:cubicBezTo>
                  <a:cubicBezTo>
                    <a:pt x="96" y="101"/>
                    <a:pt x="97" y="102"/>
                    <a:pt x="96" y="103"/>
                  </a:cubicBezTo>
                  <a:cubicBezTo>
                    <a:pt x="94" y="103"/>
                    <a:pt x="93" y="103"/>
                    <a:pt x="91" y="103"/>
                  </a:cubicBezTo>
                  <a:cubicBezTo>
                    <a:pt x="90" y="103"/>
                    <a:pt x="91" y="104"/>
                    <a:pt x="89" y="104"/>
                  </a:cubicBezTo>
                  <a:cubicBezTo>
                    <a:pt x="88" y="104"/>
                    <a:pt x="88" y="102"/>
                    <a:pt x="87" y="102"/>
                  </a:cubicBezTo>
                  <a:cubicBezTo>
                    <a:pt x="87" y="102"/>
                    <a:pt x="85" y="102"/>
                    <a:pt x="85" y="102"/>
                  </a:cubicBezTo>
                  <a:cubicBezTo>
                    <a:pt x="83" y="102"/>
                    <a:pt x="82" y="103"/>
                    <a:pt x="81" y="104"/>
                  </a:cubicBezTo>
                  <a:cubicBezTo>
                    <a:pt x="82" y="104"/>
                    <a:pt x="83" y="104"/>
                    <a:pt x="84" y="104"/>
                  </a:cubicBezTo>
                  <a:cubicBezTo>
                    <a:pt x="84" y="106"/>
                    <a:pt x="80" y="107"/>
                    <a:pt x="80" y="109"/>
                  </a:cubicBezTo>
                  <a:cubicBezTo>
                    <a:pt x="79" y="109"/>
                    <a:pt x="79" y="110"/>
                    <a:pt x="78" y="109"/>
                  </a:cubicBezTo>
                  <a:cubicBezTo>
                    <a:pt x="78" y="110"/>
                    <a:pt x="78" y="110"/>
                    <a:pt x="78" y="110"/>
                  </a:cubicBezTo>
                  <a:cubicBezTo>
                    <a:pt x="77" y="110"/>
                    <a:pt x="77" y="110"/>
                    <a:pt x="76" y="110"/>
                  </a:cubicBezTo>
                  <a:cubicBezTo>
                    <a:pt x="77" y="106"/>
                    <a:pt x="72" y="108"/>
                    <a:pt x="71" y="109"/>
                  </a:cubicBezTo>
                  <a:cubicBezTo>
                    <a:pt x="71" y="110"/>
                    <a:pt x="71" y="110"/>
                    <a:pt x="71" y="110"/>
                  </a:cubicBezTo>
                  <a:cubicBezTo>
                    <a:pt x="70" y="111"/>
                    <a:pt x="70" y="110"/>
                    <a:pt x="69" y="111"/>
                  </a:cubicBezTo>
                  <a:cubicBezTo>
                    <a:pt x="68" y="111"/>
                    <a:pt x="67" y="110"/>
                    <a:pt x="67" y="112"/>
                  </a:cubicBezTo>
                  <a:cubicBezTo>
                    <a:pt x="66" y="113"/>
                    <a:pt x="66" y="113"/>
                    <a:pt x="66" y="113"/>
                  </a:cubicBezTo>
                  <a:cubicBezTo>
                    <a:pt x="66" y="112"/>
                    <a:pt x="66" y="111"/>
                    <a:pt x="66" y="111"/>
                  </a:cubicBezTo>
                  <a:cubicBezTo>
                    <a:pt x="63" y="110"/>
                    <a:pt x="61" y="111"/>
                    <a:pt x="58" y="111"/>
                  </a:cubicBezTo>
                  <a:cubicBezTo>
                    <a:pt x="59" y="111"/>
                    <a:pt x="59" y="111"/>
                    <a:pt x="59" y="111"/>
                  </a:cubicBezTo>
                  <a:cubicBezTo>
                    <a:pt x="59" y="112"/>
                    <a:pt x="59" y="113"/>
                    <a:pt x="59" y="113"/>
                  </a:cubicBezTo>
                  <a:cubicBezTo>
                    <a:pt x="57" y="114"/>
                    <a:pt x="57" y="112"/>
                    <a:pt x="55" y="111"/>
                  </a:cubicBezTo>
                  <a:cubicBezTo>
                    <a:pt x="54" y="111"/>
                    <a:pt x="53" y="112"/>
                    <a:pt x="52" y="112"/>
                  </a:cubicBezTo>
                  <a:cubicBezTo>
                    <a:pt x="50" y="113"/>
                    <a:pt x="49" y="113"/>
                    <a:pt x="47" y="113"/>
                  </a:cubicBezTo>
                  <a:cubicBezTo>
                    <a:pt x="46" y="114"/>
                    <a:pt x="46" y="115"/>
                    <a:pt x="44" y="115"/>
                  </a:cubicBezTo>
                  <a:cubicBezTo>
                    <a:pt x="45" y="114"/>
                    <a:pt x="47" y="114"/>
                    <a:pt x="47" y="112"/>
                  </a:cubicBezTo>
                  <a:cubicBezTo>
                    <a:pt x="41" y="112"/>
                    <a:pt x="46" y="108"/>
                    <a:pt x="47" y="106"/>
                  </a:cubicBezTo>
                  <a:cubicBezTo>
                    <a:pt x="46" y="107"/>
                    <a:pt x="45" y="106"/>
                    <a:pt x="43" y="106"/>
                  </a:cubicBezTo>
                  <a:cubicBezTo>
                    <a:pt x="42" y="106"/>
                    <a:pt x="41" y="107"/>
                    <a:pt x="40" y="107"/>
                  </a:cubicBezTo>
                  <a:cubicBezTo>
                    <a:pt x="38" y="107"/>
                    <a:pt x="37" y="105"/>
                    <a:pt x="39" y="104"/>
                  </a:cubicBezTo>
                  <a:cubicBezTo>
                    <a:pt x="40" y="103"/>
                    <a:pt x="42" y="104"/>
                    <a:pt x="42" y="102"/>
                  </a:cubicBezTo>
                  <a:cubicBezTo>
                    <a:pt x="40" y="102"/>
                    <a:pt x="38" y="102"/>
                    <a:pt x="37" y="103"/>
                  </a:cubicBezTo>
                  <a:cubicBezTo>
                    <a:pt x="37" y="103"/>
                    <a:pt x="37" y="104"/>
                    <a:pt x="37" y="105"/>
                  </a:cubicBezTo>
                  <a:cubicBezTo>
                    <a:pt x="37" y="106"/>
                    <a:pt x="36" y="106"/>
                    <a:pt x="36" y="107"/>
                  </a:cubicBezTo>
                  <a:cubicBezTo>
                    <a:pt x="31" y="108"/>
                    <a:pt x="37" y="115"/>
                    <a:pt x="38" y="117"/>
                  </a:cubicBezTo>
                  <a:cubicBezTo>
                    <a:pt x="39" y="119"/>
                    <a:pt x="40" y="121"/>
                    <a:pt x="41" y="123"/>
                  </a:cubicBezTo>
                  <a:cubicBezTo>
                    <a:pt x="44" y="128"/>
                    <a:pt x="49" y="132"/>
                    <a:pt x="52" y="136"/>
                  </a:cubicBezTo>
                  <a:cubicBezTo>
                    <a:pt x="54" y="138"/>
                    <a:pt x="54" y="140"/>
                    <a:pt x="57" y="141"/>
                  </a:cubicBezTo>
                  <a:cubicBezTo>
                    <a:pt x="59" y="143"/>
                    <a:pt x="60" y="145"/>
                    <a:pt x="63" y="147"/>
                  </a:cubicBezTo>
                  <a:cubicBezTo>
                    <a:pt x="65" y="149"/>
                    <a:pt x="66" y="150"/>
                    <a:pt x="68" y="153"/>
                  </a:cubicBezTo>
                  <a:cubicBezTo>
                    <a:pt x="69" y="155"/>
                    <a:pt x="70" y="157"/>
                    <a:pt x="72" y="157"/>
                  </a:cubicBezTo>
                  <a:cubicBezTo>
                    <a:pt x="72" y="157"/>
                    <a:pt x="72" y="157"/>
                    <a:pt x="71" y="157"/>
                  </a:cubicBezTo>
                  <a:cubicBezTo>
                    <a:pt x="72" y="162"/>
                    <a:pt x="78" y="167"/>
                    <a:pt x="81" y="170"/>
                  </a:cubicBezTo>
                  <a:cubicBezTo>
                    <a:pt x="83" y="172"/>
                    <a:pt x="85" y="174"/>
                    <a:pt x="87" y="176"/>
                  </a:cubicBezTo>
                  <a:cubicBezTo>
                    <a:pt x="89" y="177"/>
                    <a:pt x="90" y="177"/>
                    <a:pt x="91" y="179"/>
                  </a:cubicBezTo>
                  <a:cubicBezTo>
                    <a:pt x="92" y="180"/>
                    <a:pt x="93" y="181"/>
                    <a:pt x="94" y="182"/>
                  </a:cubicBezTo>
                  <a:cubicBezTo>
                    <a:pt x="96" y="184"/>
                    <a:pt x="99" y="185"/>
                    <a:pt x="101" y="186"/>
                  </a:cubicBezTo>
                  <a:cubicBezTo>
                    <a:pt x="102" y="187"/>
                    <a:pt x="103" y="189"/>
                    <a:pt x="104" y="189"/>
                  </a:cubicBezTo>
                  <a:cubicBezTo>
                    <a:pt x="105" y="190"/>
                    <a:pt x="106" y="190"/>
                    <a:pt x="108" y="190"/>
                  </a:cubicBezTo>
                  <a:cubicBezTo>
                    <a:pt x="110" y="191"/>
                    <a:pt x="111" y="194"/>
                    <a:pt x="114" y="194"/>
                  </a:cubicBezTo>
                  <a:cubicBezTo>
                    <a:pt x="116" y="194"/>
                    <a:pt x="116" y="193"/>
                    <a:pt x="117" y="193"/>
                  </a:cubicBezTo>
                  <a:cubicBezTo>
                    <a:pt x="119" y="193"/>
                    <a:pt x="119" y="194"/>
                    <a:pt x="121" y="194"/>
                  </a:cubicBezTo>
                  <a:cubicBezTo>
                    <a:pt x="123" y="193"/>
                    <a:pt x="125" y="195"/>
                    <a:pt x="127" y="196"/>
                  </a:cubicBezTo>
                  <a:cubicBezTo>
                    <a:pt x="128" y="194"/>
                    <a:pt x="130" y="194"/>
                    <a:pt x="131" y="193"/>
                  </a:cubicBezTo>
                  <a:cubicBezTo>
                    <a:pt x="134" y="193"/>
                    <a:pt x="136" y="193"/>
                    <a:pt x="138" y="192"/>
                  </a:cubicBezTo>
                  <a:cubicBezTo>
                    <a:pt x="140" y="191"/>
                    <a:pt x="140" y="191"/>
                    <a:pt x="142" y="190"/>
                  </a:cubicBezTo>
                  <a:cubicBezTo>
                    <a:pt x="144" y="190"/>
                    <a:pt x="145" y="190"/>
                    <a:pt x="146" y="190"/>
                  </a:cubicBezTo>
                  <a:cubicBezTo>
                    <a:pt x="147" y="189"/>
                    <a:pt x="148" y="188"/>
                    <a:pt x="151" y="187"/>
                  </a:cubicBezTo>
                  <a:cubicBezTo>
                    <a:pt x="152" y="187"/>
                    <a:pt x="156" y="188"/>
                    <a:pt x="156" y="186"/>
                  </a:cubicBezTo>
                  <a:cubicBezTo>
                    <a:pt x="154" y="186"/>
                    <a:pt x="152" y="186"/>
                    <a:pt x="152" y="187"/>
                  </a:cubicBezTo>
                  <a:cubicBezTo>
                    <a:pt x="150" y="185"/>
                    <a:pt x="156" y="184"/>
                    <a:pt x="157" y="184"/>
                  </a:cubicBezTo>
                  <a:cubicBezTo>
                    <a:pt x="160" y="184"/>
                    <a:pt x="162" y="185"/>
                    <a:pt x="165" y="183"/>
                  </a:cubicBezTo>
                  <a:cubicBezTo>
                    <a:pt x="166" y="181"/>
                    <a:pt x="168" y="182"/>
                    <a:pt x="170" y="181"/>
                  </a:cubicBezTo>
                  <a:cubicBezTo>
                    <a:pt x="172" y="181"/>
                    <a:pt x="174" y="180"/>
                    <a:pt x="175" y="179"/>
                  </a:cubicBezTo>
                  <a:cubicBezTo>
                    <a:pt x="177" y="178"/>
                    <a:pt x="178" y="176"/>
                    <a:pt x="180" y="177"/>
                  </a:cubicBezTo>
                  <a:cubicBezTo>
                    <a:pt x="180" y="176"/>
                    <a:pt x="180" y="175"/>
                    <a:pt x="181" y="174"/>
                  </a:cubicBezTo>
                  <a:cubicBezTo>
                    <a:pt x="181" y="174"/>
                    <a:pt x="181" y="174"/>
                    <a:pt x="181" y="174"/>
                  </a:cubicBezTo>
                  <a:cubicBezTo>
                    <a:pt x="183" y="170"/>
                    <a:pt x="185" y="168"/>
                    <a:pt x="188" y="166"/>
                  </a:cubicBezTo>
                  <a:cubicBezTo>
                    <a:pt x="191" y="163"/>
                    <a:pt x="190" y="159"/>
                    <a:pt x="191" y="156"/>
                  </a:cubicBezTo>
                  <a:cubicBezTo>
                    <a:pt x="193" y="155"/>
                    <a:pt x="192" y="152"/>
                    <a:pt x="192" y="150"/>
                  </a:cubicBezTo>
                  <a:cubicBezTo>
                    <a:pt x="192" y="149"/>
                    <a:pt x="192" y="148"/>
                    <a:pt x="192" y="147"/>
                  </a:cubicBezTo>
                  <a:cubicBezTo>
                    <a:pt x="192" y="146"/>
                    <a:pt x="191" y="145"/>
                    <a:pt x="191" y="144"/>
                  </a:cubicBezTo>
                  <a:cubicBezTo>
                    <a:pt x="190" y="142"/>
                    <a:pt x="191" y="140"/>
                    <a:pt x="192" y="139"/>
                  </a:cubicBezTo>
                  <a:cubicBezTo>
                    <a:pt x="193" y="138"/>
                    <a:pt x="194" y="136"/>
                    <a:pt x="195" y="135"/>
                  </a:cubicBezTo>
                  <a:cubicBezTo>
                    <a:pt x="195" y="135"/>
                    <a:pt x="195" y="134"/>
                    <a:pt x="196" y="134"/>
                  </a:cubicBezTo>
                  <a:cubicBezTo>
                    <a:pt x="194" y="134"/>
                    <a:pt x="193" y="134"/>
                    <a:pt x="192" y="133"/>
                  </a:cubicBezTo>
                  <a:cubicBezTo>
                    <a:pt x="194" y="132"/>
                    <a:pt x="194" y="131"/>
                    <a:pt x="194" y="129"/>
                  </a:cubicBezTo>
                  <a:cubicBezTo>
                    <a:pt x="197" y="128"/>
                    <a:pt x="197" y="131"/>
                    <a:pt x="199" y="131"/>
                  </a:cubicBezTo>
                  <a:cubicBezTo>
                    <a:pt x="201" y="131"/>
                    <a:pt x="201" y="129"/>
                    <a:pt x="203" y="129"/>
                  </a:cubicBezTo>
                  <a:cubicBezTo>
                    <a:pt x="204" y="129"/>
                    <a:pt x="204" y="128"/>
                    <a:pt x="204" y="128"/>
                  </a:cubicBezTo>
                  <a:cubicBezTo>
                    <a:pt x="202" y="128"/>
                    <a:pt x="200" y="128"/>
                    <a:pt x="199" y="128"/>
                  </a:cubicBezTo>
                  <a:cubicBezTo>
                    <a:pt x="199" y="127"/>
                    <a:pt x="201" y="127"/>
                    <a:pt x="202" y="127"/>
                  </a:cubicBezTo>
                  <a:cubicBezTo>
                    <a:pt x="203" y="121"/>
                    <a:pt x="210" y="127"/>
                    <a:pt x="212" y="128"/>
                  </a:cubicBezTo>
                  <a:cubicBezTo>
                    <a:pt x="215" y="130"/>
                    <a:pt x="220" y="130"/>
                    <a:pt x="224" y="128"/>
                  </a:cubicBezTo>
                  <a:cubicBezTo>
                    <a:pt x="222" y="129"/>
                    <a:pt x="220" y="132"/>
                    <a:pt x="219" y="132"/>
                  </a:cubicBezTo>
                  <a:cubicBezTo>
                    <a:pt x="217" y="133"/>
                    <a:pt x="217" y="132"/>
                    <a:pt x="216" y="132"/>
                  </a:cubicBezTo>
                  <a:cubicBezTo>
                    <a:pt x="215" y="131"/>
                    <a:pt x="213" y="132"/>
                    <a:pt x="212" y="131"/>
                  </a:cubicBezTo>
                  <a:cubicBezTo>
                    <a:pt x="210" y="129"/>
                    <a:pt x="209" y="126"/>
                    <a:pt x="206" y="129"/>
                  </a:cubicBezTo>
                  <a:cubicBezTo>
                    <a:pt x="205" y="131"/>
                    <a:pt x="206" y="134"/>
                    <a:pt x="204" y="135"/>
                  </a:cubicBezTo>
                  <a:cubicBezTo>
                    <a:pt x="205" y="136"/>
                    <a:pt x="206" y="136"/>
                    <a:pt x="206" y="137"/>
                  </a:cubicBezTo>
                  <a:cubicBezTo>
                    <a:pt x="204" y="138"/>
                    <a:pt x="204" y="142"/>
                    <a:pt x="204" y="144"/>
                  </a:cubicBezTo>
                  <a:cubicBezTo>
                    <a:pt x="205" y="144"/>
                    <a:pt x="206" y="144"/>
                    <a:pt x="207" y="144"/>
                  </a:cubicBezTo>
                  <a:cubicBezTo>
                    <a:pt x="208" y="142"/>
                    <a:pt x="215" y="142"/>
                    <a:pt x="217" y="143"/>
                  </a:cubicBezTo>
                  <a:cubicBezTo>
                    <a:pt x="215" y="144"/>
                    <a:pt x="213" y="145"/>
                    <a:pt x="210" y="145"/>
                  </a:cubicBezTo>
                  <a:cubicBezTo>
                    <a:pt x="208" y="145"/>
                    <a:pt x="205" y="144"/>
                    <a:pt x="204" y="146"/>
                  </a:cubicBezTo>
                  <a:cubicBezTo>
                    <a:pt x="204" y="148"/>
                    <a:pt x="204" y="150"/>
                    <a:pt x="204" y="151"/>
                  </a:cubicBezTo>
                  <a:cubicBezTo>
                    <a:pt x="204" y="153"/>
                    <a:pt x="203" y="155"/>
                    <a:pt x="203" y="156"/>
                  </a:cubicBezTo>
                  <a:cubicBezTo>
                    <a:pt x="204" y="156"/>
                    <a:pt x="212" y="157"/>
                    <a:pt x="212" y="158"/>
                  </a:cubicBezTo>
                  <a:cubicBezTo>
                    <a:pt x="212" y="159"/>
                    <a:pt x="212" y="159"/>
                    <a:pt x="212" y="159"/>
                  </a:cubicBezTo>
                  <a:cubicBezTo>
                    <a:pt x="210" y="159"/>
                    <a:pt x="207" y="158"/>
                    <a:pt x="204" y="159"/>
                  </a:cubicBezTo>
                  <a:cubicBezTo>
                    <a:pt x="204" y="159"/>
                    <a:pt x="204" y="160"/>
                    <a:pt x="205" y="160"/>
                  </a:cubicBezTo>
                  <a:cubicBezTo>
                    <a:pt x="205" y="161"/>
                    <a:pt x="205" y="161"/>
                    <a:pt x="205" y="162"/>
                  </a:cubicBezTo>
                  <a:cubicBezTo>
                    <a:pt x="208" y="162"/>
                    <a:pt x="209" y="162"/>
                    <a:pt x="211" y="161"/>
                  </a:cubicBezTo>
                  <a:cubicBezTo>
                    <a:pt x="213" y="160"/>
                    <a:pt x="213" y="158"/>
                    <a:pt x="215" y="159"/>
                  </a:cubicBezTo>
                  <a:cubicBezTo>
                    <a:pt x="214" y="159"/>
                    <a:pt x="214" y="159"/>
                    <a:pt x="214" y="159"/>
                  </a:cubicBezTo>
                  <a:cubicBezTo>
                    <a:pt x="214" y="161"/>
                    <a:pt x="212" y="162"/>
                    <a:pt x="210" y="164"/>
                  </a:cubicBezTo>
                  <a:cubicBezTo>
                    <a:pt x="210" y="165"/>
                    <a:pt x="210" y="165"/>
                    <a:pt x="209" y="166"/>
                  </a:cubicBezTo>
                  <a:cubicBezTo>
                    <a:pt x="208" y="167"/>
                    <a:pt x="206" y="166"/>
                    <a:pt x="206" y="168"/>
                  </a:cubicBezTo>
                  <a:cubicBezTo>
                    <a:pt x="207" y="168"/>
                    <a:pt x="207" y="168"/>
                    <a:pt x="207" y="168"/>
                  </a:cubicBezTo>
                  <a:cubicBezTo>
                    <a:pt x="207" y="170"/>
                    <a:pt x="207" y="171"/>
                    <a:pt x="206" y="173"/>
                  </a:cubicBezTo>
                  <a:cubicBezTo>
                    <a:pt x="206" y="174"/>
                    <a:pt x="205" y="174"/>
                    <a:pt x="205" y="175"/>
                  </a:cubicBezTo>
                  <a:cubicBezTo>
                    <a:pt x="205" y="176"/>
                    <a:pt x="205" y="177"/>
                    <a:pt x="206" y="177"/>
                  </a:cubicBezTo>
                  <a:cubicBezTo>
                    <a:pt x="205" y="178"/>
                    <a:pt x="205" y="179"/>
                    <a:pt x="205" y="181"/>
                  </a:cubicBezTo>
                  <a:cubicBezTo>
                    <a:pt x="206" y="181"/>
                    <a:pt x="210" y="180"/>
                    <a:pt x="210" y="182"/>
                  </a:cubicBezTo>
                  <a:cubicBezTo>
                    <a:pt x="208" y="182"/>
                    <a:pt x="207" y="183"/>
                    <a:pt x="207" y="184"/>
                  </a:cubicBezTo>
                  <a:cubicBezTo>
                    <a:pt x="209" y="184"/>
                    <a:pt x="211" y="184"/>
                    <a:pt x="213" y="184"/>
                  </a:cubicBezTo>
                  <a:cubicBezTo>
                    <a:pt x="213" y="185"/>
                    <a:pt x="213" y="185"/>
                    <a:pt x="213" y="185"/>
                  </a:cubicBezTo>
                  <a:cubicBezTo>
                    <a:pt x="211" y="185"/>
                    <a:pt x="210" y="185"/>
                    <a:pt x="209" y="186"/>
                  </a:cubicBezTo>
                  <a:cubicBezTo>
                    <a:pt x="210" y="187"/>
                    <a:pt x="210" y="189"/>
                    <a:pt x="210" y="190"/>
                  </a:cubicBezTo>
                  <a:cubicBezTo>
                    <a:pt x="212" y="190"/>
                    <a:pt x="214" y="190"/>
                    <a:pt x="215" y="190"/>
                  </a:cubicBezTo>
                  <a:cubicBezTo>
                    <a:pt x="215" y="191"/>
                    <a:pt x="215" y="192"/>
                    <a:pt x="215" y="193"/>
                  </a:cubicBezTo>
                  <a:cubicBezTo>
                    <a:pt x="213" y="193"/>
                    <a:pt x="212" y="193"/>
                    <a:pt x="210" y="194"/>
                  </a:cubicBezTo>
                  <a:cubicBezTo>
                    <a:pt x="210" y="195"/>
                    <a:pt x="211" y="197"/>
                    <a:pt x="212" y="198"/>
                  </a:cubicBezTo>
                  <a:cubicBezTo>
                    <a:pt x="213" y="199"/>
                    <a:pt x="214" y="198"/>
                    <a:pt x="216" y="198"/>
                  </a:cubicBezTo>
                  <a:cubicBezTo>
                    <a:pt x="216" y="201"/>
                    <a:pt x="213" y="200"/>
                    <a:pt x="212" y="201"/>
                  </a:cubicBezTo>
                  <a:cubicBezTo>
                    <a:pt x="212" y="205"/>
                    <a:pt x="212" y="208"/>
                    <a:pt x="210" y="212"/>
                  </a:cubicBezTo>
                  <a:cubicBezTo>
                    <a:pt x="210" y="212"/>
                    <a:pt x="210" y="213"/>
                    <a:pt x="209" y="214"/>
                  </a:cubicBezTo>
                  <a:cubicBezTo>
                    <a:pt x="209" y="215"/>
                    <a:pt x="209" y="216"/>
                    <a:pt x="208" y="217"/>
                  </a:cubicBezTo>
                  <a:cubicBezTo>
                    <a:pt x="208" y="217"/>
                    <a:pt x="207" y="217"/>
                    <a:pt x="206" y="218"/>
                  </a:cubicBezTo>
                  <a:cubicBezTo>
                    <a:pt x="205" y="219"/>
                    <a:pt x="206" y="221"/>
                    <a:pt x="205" y="222"/>
                  </a:cubicBezTo>
                  <a:cubicBezTo>
                    <a:pt x="204" y="223"/>
                    <a:pt x="201" y="222"/>
                    <a:pt x="201" y="223"/>
                  </a:cubicBezTo>
                  <a:cubicBezTo>
                    <a:pt x="201" y="225"/>
                    <a:pt x="202" y="226"/>
                    <a:pt x="202" y="227"/>
                  </a:cubicBezTo>
                  <a:cubicBezTo>
                    <a:pt x="202" y="228"/>
                    <a:pt x="202" y="228"/>
                    <a:pt x="201" y="228"/>
                  </a:cubicBezTo>
                  <a:cubicBezTo>
                    <a:pt x="203" y="229"/>
                    <a:pt x="204" y="229"/>
                    <a:pt x="206" y="229"/>
                  </a:cubicBezTo>
                  <a:cubicBezTo>
                    <a:pt x="206" y="227"/>
                    <a:pt x="207" y="226"/>
                    <a:pt x="209" y="225"/>
                  </a:cubicBezTo>
                  <a:cubicBezTo>
                    <a:pt x="210" y="225"/>
                    <a:pt x="212" y="225"/>
                    <a:pt x="213" y="226"/>
                  </a:cubicBezTo>
                  <a:cubicBezTo>
                    <a:pt x="224" y="230"/>
                    <a:pt x="224" y="230"/>
                    <a:pt x="224" y="230"/>
                  </a:cubicBezTo>
                  <a:cubicBezTo>
                    <a:pt x="225" y="230"/>
                    <a:pt x="227" y="231"/>
                    <a:pt x="228" y="230"/>
                  </a:cubicBezTo>
                  <a:cubicBezTo>
                    <a:pt x="229" y="230"/>
                    <a:pt x="229" y="228"/>
                    <a:pt x="229" y="228"/>
                  </a:cubicBezTo>
                  <a:cubicBezTo>
                    <a:pt x="231" y="228"/>
                    <a:pt x="232" y="229"/>
                    <a:pt x="233" y="228"/>
                  </a:cubicBezTo>
                  <a:cubicBezTo>
                    <a:pt x="233" y="227"/>
                    <a:pt x="232" y="223"/>
                    <a:pt x="235" y="222"/>
                  </a:cubicBezTo>
                  <a:cubicBezTo>
                    <a:pt x="237" y="221"/>
                    <a:pt x="235" y="218"/>
                    <a:pt x="236" y="216"/>
                  </a:cubicBezTo>
                  <a:cubicBezTo>
                    <a:pt x="236" y="214"/>
                    <a:pt x="240" y="207"/>
                    <a:pt x="235" y="206"/>
                  </a:cubicBezTo>
                  <a:cubicBezTo>
                    <a:pt x="236" y="205"/>
                    <a:pt x="236" y="204"/>
                    <a:pt x="237" y="203"/>
                  </a:cubicBezTo>
                  <a:cubicBezTo>
                    <a:pt x="239" y="203"/>
                    <a:pt x="239" y="204"/>
                    <a:pt x="240" y="206"/>
                  </a:cubicBezTo>
                  <a:cubicBezTo>
                    <a:pt x="242" y="207"/>
                    <a:pt x="244" y="207"/>
                    <a:pt x="246" y="207"/>
                  </a:cubicBezTo>
                  <a:cubicBezTo>
                    <a:pt x="246" y="208"/>
                    <a:pt x="246" y="209"/>
                    <a:pt x="246" y="210"/>
                  </a:cubicBezTo>
                  <a:cubicBezTo>
                    <a:pt x="248" y="210"/>
                    <a:pt x="248" y="211"/>
                    <a:pt x="249" y="212"/>
                  </a:cubicBezTo>
                  <a:cubicBezTo>
                    <a:pt x="250" y="209"/>
                    <a:pt x="256" y="212"/>
                    <a:pt x="257" y="208"/>
                  </a:cubicBezTo>
                  <a:cubicBezTo>
                    <a:pt x="257" y="207"/>
                    <a:pt x="255" y="206"/>
                    <a:pt x="255" y="205"/>
                  </a:cubicBezTo>
                  <a:cubicBezTo>
                    <a:pt x="255" y="204"/>
                    <a:pt x="260" y="204"/>
                    <a:pt x="261" y="204"/>
                  </a:cubicBezTo>
                  <a:cubicBezTo>
                    <a:pt x="262" y="198"/>
                    <a:pt x="261" y="194"/>
                    <a:pt x="256" y="190"/>
                  </a:cubicBezTo>
                  <a:cubicBezTo>
                    <a:pt x="254" y="188"/>
                    <a:pt x="254" y="187"/>
                    <a:pt x="250" y="187"/>
                  </a:cubicBezTo>
                  <a:cubicBezTo>
                    <a:pt x="250" y="187"/>
                    <a:pt x="248" y="187"/>
                    <a:pt x="247" y="187"/>
                  </a:cubicBezTo>
                  <a:cubicBezTo>
                    <a:pt x="247" y="185"/>
                    <a:pt x="247" y="185"/>
                    <a:pt x="247" y="185"/>
                  </a:cubicBezTo>
                  <a:cubicBezTo>
                    <a:pt x="249" y="185"/>
                    <a:pt x="251" y="185"/>
                    <a:pt x="254" y="185"/>
                  </a:cubicBezTo>
                  <a:cubicBezTo>
                    <a:pt x="255" y="185"/>
                    <a:pt x="256" y="184"/>
                    <a:pt x="257" y="183"/>
                  </a:cubicBezTo>
                  <a:cubicBezTo>
                    <a:pt x="260" y="183"/>
                    <a:pt x="258" y="180"/>
                    <a:pt x="259" y="179"/>
                  </a:cubicBezTo>
                  <a:cubicBezTo>
                    <a:pt x="261" y="176"/>
                    <a:pt x="265" y="177"/>
                    <a:pt x="267" y="177"/>
                  </a:cubicBezTo>
                  <a:cubicBezTo>
                    <a:pt x="267" y="176"/>
                    <a:pt x="267" y="175"/>
                    <a:pt x="267" y="174"/>
                  </a:cubicBezTo>
                  <a:cubicBezTo>
                    <a:pt x="269" y="174"/>
                    <a:pt x="271" y="175"/>
                    <a:pt x="272" y="174"/>
                  </a:cubicBezTo>
                  <a:cubicBezTo>
                    <a:pt x="272" y="173"/>
                    <a:pt x="273" y="172"/>
                    <a:pt x="274" y="172"/>
                  </a:cubicBezTo>
                  <a:cubicBezTo>
                    <a:pt x="275" y="171"/>
                    <a:pt x="277" y="172"/>
                    <a:pt x="279" y="172"/>
                  </a:cubicBezTo>
                  <a:cubicBezTo>
                    <a:pt x="281" y="172"/>
                    <a:pt x="282" y="171"/>
                    <a:pt x="284" y="171"/>
                  </a:cubicBezTo>
                  <a:cubicBezTo>
                    <a:pt x="280" y="168"/>
                    <a:pt x="273" y="164"/>
                    <a:pt x="268" y="168"/>
                  </a:cubicBezTo>
                  <a:cubicBezTo>
                    <a:pt x="262" y="173"/>
                    <a:pt x="264" y="164"/>
                    <a:pt x="261" y="164"/>
                  </a:cubicBezTo>
                  <a:cubicBezTo>
                    <a:pt x="260" y="163"/>
                    <a:pt x="262" y="161"/>
                    <a:pt x="263" y="161"/>
                  </a:cubicBezTo>
                  <a:cubicBezTo>
                    <a:pt x="263" y="159"/>
                    <a:pt x="263" y="158"/>
                    <a:pt x="263" y="157"/>
                  </a:cubicBezTo>
                  <a:cubicBezTo>
                    <a:pt x="262" y="156"/>
                    <a:pt x="259" y="156"/>
                    <a:pt x="260" y="154"/>
                  </a:cubicBezTo>
                  <a:cubicBezTo>
                    <a:pt x="262" y="154"/>
                    <a:pt x="263" y="155"/>
                    <a:pt x="265" y="154"/>
                  </a:cubicBezTo>
                  <a:cubicBezTo>
                    <a:pt x="267" y="154"/>
                    <a:pt x="267" y="151"/>
                    <a:pt x="269" y="151"/>
                  </a:cubicBezTo>
                  <a:cubicBezTo>
                    <a:pt x="270" y="151"/>
                    <a:pt x="271" y="151"/>
                    <a:pt x="272" y="151"/>
                  </a:cubicBezTo>
                  <a:cubicBezTo>
                    <a:pt x="273" y="151"/>
                    <a:pt x="274" y="149"/>
                    <a:pt x="275" y="149"/>
                  </a:cubicBezTo>
                  <a:cubicBezTo>
                    <a:pt x="276" y="149"/>
                    <a:pt x="276" y="149"/>
                    <a:pt x="277" y="149"/>
                  </a:cubicBezTo>
                  <a:cubicBezTo>
                    <a:pt x="276" y="149"/>
                    <a:pt x="276" y="149"/>
                    <a:pt x="276" y="149"/>
                  </a:cubicBezTo>
                  <a:cubicBezTo>
                    <a:pt x="275" y="148"/>
                    <a:pt x="275" y="147"/>
                    <a:pt x="274" y="145"/>
                  </a:cubicBezTo>
                  <a:cubicBezTo>
                    <a:pt x="274" y="143"/>
                    <a:pt x="277" y="141"/>
                    <a:pt x="276" y="139"/>
                  </a:cubicBezTo>
                  <a:cubicBezTo>
                    <a:pt x="275" y="137"/>
                    <a:pt x="274" y="135"/>
                    <a:pt x="272" y="133"/>
                  </a:cubicBezTo>
                  <a:cubicBezTo>
                    <a:pt x="269" y="129"/>
                    <a:pt x="283" y="129"/>
                    <a:pt x="284" y="129"/>
                  </a:cubicBezTo>
                  <a:cubicBezTo>
                    <a:pt x="285" y="121"/>
                    <a:pt x="272" y="127"/>
                    <a:pt x="274" y="119"/>
                  </a:cubicBezTo>
                  <a:cubicBezTo>
                    <a:pt x="277" y="119"/>
                    <a:pt x="279" y="121"/>
                    <a:pt x="281" y="119"/>
                  </a:cubicBezTo>
                  <a:cubicBezTo>
                    <a:pt x="283" y="118"/>
                    <a:pt x="283" y="116"/>
                    <a:pt x="284" y="115"/>
                  </a:cubicBezTo>
                  <a:cubicBezTo>
                    <a:pt x="288" y="114"/>
                    <a:pt x="289" y="115"/>
                    <a:pt x="292" y="112"/>
                  </a:cubicBezTo>
                  <a:cubicBezTo>
                    <a:pt x="294" y="110"/>
                    <a:pt x="296" y="108"/>
                    <a:pt x="296" y="105"/>
                  </a:cubicBezTo>
                  <a:cubicBezTo>
                    <a:pt x="296" y="102"/>
                    <a:pt x="294" y="103"/>
                    <a:pt x="292" y="102"/>
                  </a:cubicBezTo>
                  <a:cubicBezTo>
                    <a:pt x="289" y="101"/>
                    <a:pt x="289" y="98"/>
                    <a:pt x="289" y="96"/>
                  </a:cubicBezTo>
                  <a:cubicBezTo>
                    <a:pt x="289" y="95"/>
                    <a:pt x="289" y="94"/>
                    <a:pt x="289" y="93"/>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5" name="Freeform 282">
              <a:extLst>
                <a:ext uri="{FF2B5EF4-FFF2-40B4-BE49-F238E27FC236}">
                  <a16:creationId xmlns:a16="http://schemas.microsoft.com/office/drawing/2014/main" id="{F0EDC5BD-CFBD-4EAD-B4C7-558384338FC9}"/>
                </a:ext>
              </a:extLst>
            </p:cNvPr>
            <p:cNvSpPr>
              <a:spLocks/>
            </p:cNvSpPr>
            <p:nvPr/>
          </p:nvSpPr>
          <p:spPr bwMode="auto">
            <a:xfrm>
              <a:off x="6022976" y="2449513"/>
              <a:ext cx="909638" cy="754063"/>
            </a:xfrm>
            <a:custGeom>
              <a:avLst/>
              <a:gdLst>
                <a:gd name="T0" fmla="*/ 154 w 257"/>
                <a:gd name="T1" fmla="*/ 192 h 213"/>
                <a:gd name="T2" fmla="*/ 161 w 257"/>
                <a:gd name="T3" fmla="*/ 181 h 213"/>
                <a:gd name="T4" fmla="*/ 162 w 257"/>
                <a:gd name="T5" fmla="*/ 161 h 213"/>
                <a:gd name="T6" fmla="*/ 166 w 257"/>
                <a:gd name="T7" fmla="*/ 142 h 213"/>
                <a:gd name="T8" fmla="*/ 184 w 257"/>
                <a:gd name="T9" fmla="*/ 129 h 213"/>
                <a:gd name="T10" fmla="*/ 208 w 257"/>
                <a:gd name="T11" fmla="*/ 107 h 213"/>
                <a:gd name="T12" fmla="*/ 224 w 257"/>
                <a:gd name="T13" fmla="*/ 100 h 213"/>
                <a:gd name="T14" fmla="*/ 237 w 257"/>
                <a:gd name="T15" fmla="*/ 103 h 213"/>
                <a:gd name="T16" fmla="*/ 246 w 257"/>
                <a:gd name="T17" fmla="*/ 104 h 213"/>
                <a:gd name="T18" fmla="*/ 238 w 257"/>
                <a:gd name="T19" fmla="*/ 96 h 213"/>
                <a:gd name="T20" fmla="*/ 256 w 257"/>
                <a:gd name="T21" fmla="*/ 72 h 213"/>
                <a:gd name="T22" fmla="*/ 252 w 257"/>
                <a:gd name="T23" fmla="*/ 56 h 213"/>
                <a:gd name="T24" fmla="*/ 237 w 257"/>
                <a:gd name="T25" fmla="*/ 52 h 213"/>
                <a:gd name="T26" fmla="*/ 216 w 257"/>
                <a:gd name="T27" fmla="*/ 48 h 213"/>
                <a:gd name="T28" fmla="*/ 208 w 257"/>
                <a:gd name="T29" fmla="*/ 48 h 213"/>
                <a:gd name="T30" fmla="*/ 216 w 257"/>
                <a:gd name="T31" fmla="*/ 33 h 213"/>
                <a:gd name="T32" fmla="*/ 201 w 257"/>
                <a:gd name="T33" fmla="*/ 25 h 213"/>
                <a:gd name="T34" fmla="*/ 196 w 257"/>
                <a:gd name="T35" fmla="*/ 19 h 213"/>
                <a:gd name="T36" fmla="*/ 199 w 257"/>
                <a:gd name="T37" fmla="*/ 10 h 213"/>
                <a:gd name="T38" fmla="*/ 188 w 257"/>
                <a:gd name="T39" fmla="*/ 3 h 213"/>
                <a:gd name="T40" fmla="*/ 168 w 257"/>
                <a:gd name="T41" fmla="*/ 16 h 213"/>
                <a:gd name="T42" fmla="*/ 161 w 257"/>
                <a:gd name="T43" fmla="*/ 25 h 213"/>
                <a:gd name="T44" fmla="*/ 127 w 257"/>
                <a:gd name="T45" fmla="*/ 14 h 213"/>
                <a:gd name="T46" fmla="*/ 107 w 257"/>
                <a:gd name="T47" fmla="*/ 34 h 213"/>
                <a:gd name="T48" fmla="*/ 92 w 257"/>
                <a:gd name="T49" fmla="*/ 46 h 213"/>
                <a:gd name="T50" fmla="*/ 69 w 257"/>
                <a:gd name="T51" fmla="*/ 52 h 213"/>
                <a:gd name="T52" fmla="*/ 62 w 257"/>
                <a:gd name="T53" fmla="*/ 69 h 213"/>
                <a:gd name="T54" fmla="*/ 48 w 257"/>
                <a:gd name="T55" fmla="*/ 79 h 213"/>
                <a:gd name="T56" fmla="*/ 31 w 257"/>
                <a:gd name="T57" fmla="*/ 93 h 213"/>
                <a:gd name="T58" fmla="*/ 21 w 257"/>
                <a:gd name="T59" fmla="*/ 97 h 213"/>
                <a:gd name="T60" fmla="*/ 0 w 257"/>
                <a:gd name="T61" fmla="*/ 104 h 213"/>
                <a:gd name="T62" fmla="*/ 14 w 257"/>
                <a:gd name="T63" fmla="*/ 114 h 213"/>
                <a:gd name="T64" fmla="*/ 24 w 257"/>
                <a:gd name="T65" fmla="*/ 121 h 213"/>
                <a:gd name="T66" fmla="*/ 27 w 257"/>
                <a:gd name="T67" fmla="*/ 140 h 213"/>
                <a:gd name="T68" fmla="*/ 42 w 257"/>
                <a:gd name="T69" fmla="*/ 136 h 213"/>
                <a:gd name="T70" fmla="*/ 62 w 257"/>
                <a:gd name="T71" fmla="*/ 133 h 213"/>
                <a:gd name="T72" fmla="*/ 88 w 257"/>
                <a:gd name="T73" fmla="*/ 132 h 213"/>
                <a:gd name="T74" fmla="*/ 100 w 257"/>
                <a:gd name="T75" fmla="*/ 126 h 213"/>
                <a:gd name="T76" fmla="*/ 110 w 257"/>
                <a:gd name="T77" fmla="*/ 113 h 213"/>
                <a:gd name="T78" fmla="*/ 119 w 257"/>
                <a:gd name="T79" fmla="*/ 105 h 213"/>
                <a:gd name="T80" fmla="*/ 124 w 257"/>
                <a:gd name="T81" fmla="*/ 100 h 213"/>
                <a:gd name="T82" fmla="*/ 142 w 257"/>
                <a:gd name="T83" fmla="*/ 93 h 213"/>
                <a:gd name="T84" fmla="*/ 147 w 257"/>
                <a:gd name="T85" fmla="*/ 90 h 213"/>
                <a:gd name="T86" fmla="*/ 157 w 257"/>
                <a:gd name="T87" fmla="*/ 85 h 213"/>
                <a:gd name="T88" fmla="*/ 165 w 257"/>
                <a:gd name="T89" fmla="*/ 82 h 213"/>
                <a:gd name="T90" fmla="*/ 182 w 257"/>
                <a:gd name="T91" fmla="*/ 76 h 213"/>
                <a:gd name="T92" fmla="*/ 188 w 257"/>
                <a:gd name="T93" fmla="*/ 82 h 213"/>
                <a:gd name="T94" fmla="*/ 195 w 257"/>
                <a:gd name="T95" fmla="*/ 101 h 213"/>
                <a:gd name="T96" fmla="*/ 185 w 257"/>
                <a:gd name="T97" fmla="*/ 111 h 213"/>
                <a:gd name="T98" fmla="*/ 169 w 257"/>
                <a:gd name="T99" fmla="*/ 120 h 213"/>
                <a:gd name="T100" fmla="*/ 160 w 257"/>
                <a:gd name="T101" fmla="*/ 126 h 213"/>
                <a:gd name="T102" fmla="*/ 148 w 257"/>
                <a:gd name="T103" fmla="*/ 135 h 213"/>
                <a:gd name="T104" fmla="*/ 127 w 257"/>
                <a:gd name="T105" fmla="*/ 153 h 213"/>
                <a:gd name="T106" fmla="*/ 116 w 257"/>
                <a:gd name="T107" fmla="*/ 160 h 213"/>
                <a:gd name="T108" fmla="*/ 103 w 257"/>
                <a:gd name="T109" fmla="*/ 182 h 213"/>
                <a:gd name="T110" fmla="*/ 92 w 257"/>
                <a:gd name="T111" fmla="*/ 192 h 213"/>
                <a:gd name="T112" fmla="*/ 90 w 257"/>
                <a:gd name="T113" fmla="*/ 205 h 213"/>
                <a:gd name="T114" fmla="*/ 105 w 257"/>
                <a:gd name="T115" fmla="*/ 205 h 213"/>
                <a:gd name="T116" fmla="*/ 120 w 257"/>
                <a:gd name="T117" fmla="*/ 199 h 213"/>
                <a:gd name="T118" fmla="*/ 134 w 257"/>
                <a:gd name="T119" fmla="*/ 197 h 213"/>
                <a:gd name="T120" fmla="*/ 140 w 257"/>
                <a:gd name="T121" fmla="*/ 19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7" h="213">
                  <a:moveTo>
                    <a:pt x="145" y="200"/>
                  </a:moveTo>
                  <a:cubicBezTo>
                    <a:pt x="146" y="198"/>
                    <a:pt x="146" y="197"/>
                    <a:pt x="146" y="198"/>
                  </a:cubicBezTo>
                  <a:cubicBezTo>
                    <a:pt x="147" y="197"/>
                    <a:pt x="148" y="197"/>
                    <a:pt x="150" y="197"/>
                  </a:cubicBezTo>
                  <a:cubicBezTo>
                    <a:pt x="151" y="196"/>
                    <a:pt x="150" y="196"/>
                    <a:pt x="151" y="195"/>
                  </a:cubicBezTo>
                  <a:cubicBezTo>
                    <a:pt x="151" y="193"/>
                    <a:pt x="153" y="193"/>
                    <a:pt x="154" y="192"/>
                  </a:cubicBezTo>
                  <a:cubicBezTo>
                    <a:pt x="154" y="192"/>
                    <a:pt x="154" y="192"/>
                    <a:pt x="155" y="191"/>
                  </a:cubicBezTo>
                  <a:cubicBezTo>
                    <a:pt x="155" y="191"/>
                    <a:pt x="155" y="190"/>
                    <a:pt x="155" y="190"/>
                  </a:cubicBezTo>
                  <a:cubicBezTo>
                    <a:pt x="156" y="189"/>
                    <a:pt x="156" y="188"/>
                    <a:pt x="156" y="187"/>
                  </a:cubicBezTo>
                  <a:cubicBezTo>
                    <a:pt x="157" y="186"/>
                    <a:pt x="157" y="185"/>
                    <a:pt x="158" y="185"/>
                  </a:cubicBezTo>
                  <a:cubicBezTo>
                    <a:pt x="159" y="183"/>
                    <a:pt x="161" y="183"/>
                    <a:pt x="161" y="181"/>
                  </a:cubicBezTo>
                  <a:cubicBezTo>
                    <a:pt x="161" y="178"/>
                    <a:pt x="159" y="177"/>
                    <a:pt x="160" y="175"/>
                  </a:cubicBezTo>
                  <a:cubicBezTo>
                    <a:pt x="161" y="173"/>
                    <a:pt x="162" y="173"/>
                    <a:pt x="163" y="171"/>
                  </a:cubicBezTo>
                  <a:cubicBezTo>
                    <a:pt x="165" y="170"/>
                    <a:pt x="165" y="168"/>
                    <a:pt x="165" y="166"/>
                  </a:cubicBezTo>
                  <a:cubicBezTo>
                    <a:pt x="162" y="166"/>
                    <a:pt x="163" y="164"/>
                    <a:pt x="163" y="163"/>
                  </a:cubicBezTo>
                  <a:cubicBezTo>
                    <a:pt x="163" y="162"/>
                    <a:pt x="163" y="161"/>
                    <a:pt x="162" y="161"/>
                  </a:cubicBezTo>
                  <a:cubicBezTo>
                    <a:pt x="162" y="160"/>
                    <a:pt x="162" y="160"/>
                    <a:pt x="162" y="159"/>
                  </a:cubicBezTo>
                  <a:cubicBezTo>
                    <a:pt x="161" y="157"/>
                    <a:pt x="160" y="156"/>
                    <a:pt x="160" y="155"/>
                  </a:cubicBezTo>
                  <a:cubicBezTo>
                    <a:pt x="160" y="151"/>
                    <a:pt x="160" y="150"/>
                    <a:pt x="162" y="148"/>
                  </a:cubicBezTo>
                  <a:cubicBezTo>
                    <a:pt x="162" y="147"/>
                    <a:pt x="163" y="146"/>
                    <a:pt x="163" y="145"/>
                  </a:cubicBezTo>
                  <a:cubicBezTo>
                    <a:pt x="164" y="144"/>
                    <a:pt x="165" y="143"/>
                    <a:pt x="166" y="142"/>
                  </a:cubicBezTo>
                  <a:cubicBezTo>
                    <a:pt x="167" y="141"/>
                    <a:pt x="168" y="140"/>
                    <a:pt x="170" y="139"/>
                  </a:cubicBezTo>
                  <a:cubicBezTo>
                    <a:pt x="171" y="139"/>
                    <a:pt x="173" y="139"/>
                    <a:pt x="174" y="139"/>
                  </a:cubicBezTo>
                  <a:cubicBezTo>
                    <a:pt x="174" y="136"/>
                    <a:pt x="177" y="135"/>
                    <a:pt x="178" y="132"/>
                  </a:cubicBezTo>
                  <a:cubicBezTo>
                    <a:pt x="179" y="131"/>
                    <a:pt x="180" y="130"/>
                    <a:pt x="182" y="129"/>
                  </a:cubicBezTo>
                  <a:cubicBezTo>
                    <a:pt x="183" y="129"/>
                    <a:pt x="183" y="129"/>
                    <a:pt x="184" y="129"/>
                  </a:cubicBezTo>
                  <a:cubicBezTo>
                    <a:pt x="185" y="128"/>
                    <a:pt x="185" y="128"/>
                    <a:pt x="186" y="128"/>
                  </a:cubicBezTo>
                  <a:cubicBezTo>
                    <a:pt x="189" y="126"/>
                    <a:pt x="189" y="121"/>
                    <a:pt x="193" y="121"/>
                  </a:cubicBezTo>
                  <a:cubicBezTo>
                    <a:pt x="196" y="121"/>
                    <a:pt x="196" y="120"/>
                    <a:pt x="197" y="118"/>
                  </a:cubicBezTo>
                  <a:cubicBezTo>
                    <a:pt x="198" y="115"/>
                    <a:pt x="202" y="110"/>
                    <a:pt x="205" y="109"/>
                  </a:cubicBezTo>
                  <a:cubicBezTo>
                    <a:pt x="206" y="108"/>
                    <a:pt x="207" y="108"/>
                    <a:pt x="208" y="107"/>
                  </a:cubicBezTo>
                  <a:cubicBezTo>
                    <a:pt x="209" y="107"/>
                    <a:pt x="211" y="106"/>
                    <a:pt x="212" y="106"/>
                  </a:cubicBezTo>
                  <a:cubicBezTo>
                    <a:pt x="213" y="106"/>
                    <a:pt x="214" y="106"/>
                    <a:pt x="215" y="106"/>
                  </a:cubicBezTo>
                  <a:cubicBezTo>
                    <a:pt x="215" y="106"/>
                    <a:pt x="216" y="105"/>
                    <a:pt x="217" y="105"/>
                  </a:cubicBezTo>
                  <a:cubicBezTo>
                    <a:pt x="219" y="104"/>
                    <a:pt x="221" y="104"/>
                    <a:pt x="222" y="104"/>
                  </a:cubicBezTo>
                  <a:cubicBezTo>
                    <a:pt x="224" y="103"/>
                    <a:pt x="223" y="101"/>
                    <a:pt x="224" y="100"/>
                  </a:cubicBezTo>
                  <a:cubicBezTo>
                    <a:pt x="225" y="101"/>
                    <a:pt x="226" y="102"/>
                    <a:pt x="227" y="102"/>
                  </a:cubicBezTo>
                  <a:cubicBezTo>
                    <a:pt x="228" y="102"/>
                    <a:pt x="227" y="101"/>
                    <a:pt x="229" y="101"/>
                  </a:cubicBezTo>
                  <a:cubicBezTo>
                    <a:pt x="230" y="100"/>
                    <a:pt x="232" y="100"/>
                    <a:pt x="233" y="101"/>
                  </a:cubicBezTo>
                  <a:cubicBezTo>
                    <a:pt x="234" y="101"/>
                    <a:pt x="234" y="102"/>
                    <a:pt x="234" y="102"/>
                  </a:cubicBezTo>
                  <a:cubicBezTo>
                    <a:pt x="235" y="103"/>
                    <a:pt x="236" y="103"/>
                    <a:pt x="237" y="103"/>
                  </a:cubicBezTo>
                  <a:cubicBezTo>
                    <a:pt x="238" y="105"/>
                    <a:pt x="237" y="106"/>
                    <a:pt x="237" y="108"/>
                  </a:cubicBezTo>
                  <a:cubicBezTo>
                    <a:pt x="240" y="108"/>
                    <a:pt x="242" y="109"/>
                    <a:pt x="244" y="110"/>
                  </a:cubicBezTo>
                  <a:cubicBezTo>
                    <a:pt x="245" y="111"/>
                    <a:pt x="247" y="112"/>
                    <a:pt x="248" y="112"/>
                  </a:cubicBezTo>
                  <a:cubicBezTo>
                    <a:pt x="249" y="111"/>
                    <a:pt x="249" y="110"/>
                    <a:pt x="250" y="110"/>
                  </a:cubicBezTo>
                  <a:cubicBezTo>
                    <a:pt x="250" y="108"/>
                    <a:pt x="247" y="105"/>
                    <a:pt x="246" y="104"/>
                  </a:cubicBezTo>
                  <a:cubicBezTo>
                    <a:pt x="246" y="103"/>
                    <a:pt x="245" y="103"/>
                    <a:pt x="244" y="102"/>
                  </a:cubicBezTo>
                  <a:cubicBezTo>
                    <a:pt x="244" y="101"/>
                    <a:pt x="242" y="100"/>
                    <a:pt x="242" y="100"/>
                  </a:cubicBezTo>
                  <a:cubicBezTo>
                    <a:pt x="242" y="99"/>
                    <a:pt x="241" y="99"/>
                    <a:pt x="241" y="98"/>
                  </a:cubicBezTo>
                  <a:cubicBezTo>
                    <a:pt x="240" y="98"/>
                    <a:pt x="240" y="97"/>
                    <a:pt x="240" y="96"/>
                  </a:cubicBezTo>
                  <a:cubicBezTo>
                    <a:pt x="239" y="96"/>
                    <a:pt x="238" y="96"/>
                    <a:pt x="238" y="96"/>
                  </a:cubicBezTo>
                  <a:cubicBezTo>
                    <a:pt x="237" y="94"/>
                    <a:pt x="234" y="85"/>
                    <a:pt x="238" y="85"/>
                  </a:cubicBezTo>
                  <a:cubicBezTo>
                    <a:pt x="239" y="84"/>
                    <a:pt x="240" y="82"/>
                    <a:pt x="241" y="82"/>
                  </a:cubicBezTo>
                  <a:cubicBezTo>
                    <a:pt x="242" y="80"/>
                    <a:pt x="248" y="77"/>
                    <a:pt x="247" y="74"/>
                  </a:cubicBezTo>
                  <a:cubicBezTo>
                    <a:pt x="249" y="73"/>
                    <a:pt x="249" y="72"/>
                    <a:pt x="251" y="72"/>
                  </a:cubicBezTo>
                  <a:cubicBezTo>
                    <a:pt x="253" y="72"/>
                    <a:pt x="254" y="72"/>
                    <a:pt x="256" y="72"/>
                  </a:cubicBezTo>
                  <a:cubicBezTo>
                    <a:pt x="256" y="70"/>
                    <a:pt x="256" y="68"/>
                    <a:pt x="256" y="66"/>
                  </a:cubicBezTo>
                  <a:cubicBezTo>
                    <a:pt x="257" y="66"/>
                    <a:pt x="257" y="66"/>
                    <a:pt x="257" y="66"/>
                  </a:cubicBezTo>
                  <a:cubicBezTo>
                    <a:pt x="257" y="64"/>
                    <a:pt x="255" y="64"/>
                    <a:pt x="254" y="63"/>
                  </a:cubicBezTo>
                  <a:cubicBezTo>
                    <a:pt x="254" y="62"/>
                    <a:pt x="254" y="60"/>
                    <a:pt x="254" y="59"/>
                  </a:cubicBezTo>
                  <a:cubicBezTo>
                    <a:pt x="254" y="57"/>
                    <a:pt x="254" y="57"/>
                    <a:pt x="252" y="56"/>
                  </a:cubicBezTo>
                  <a:cubicBezTo>
                    <a:pt x="251" y="55"/>
                    <a:pt x="250" y="55"/>
                    <a:pt x="250" y="53"/>
                  </a:cubicBezTo>
                  <a:cubicBezTo>
                    <a:pt x="249" y="53"/>
                    <a:pt x="249" y="53"/>
                    <a:pt x="248" y="52"/>
                  </a:cubicBezTo>
                  <a:cubicBezTo>
                    <a:pt x="247" y="52"/>
                    <a:pt x="247" y="50"/>
                    <a:pt x="246" y="50"/>
                  </a:cubicBezTo>
                  <a:cubicBezTo>
                    <a:pt x="245" y="49"/>
                    <a:pt x="242" y="50"/>
                    <a:pt x="241" y="50"/>
                  </a:cubicBezTo>
                  <a:cubicBezTo>
                    <a:pt x="239" y="50"/>
                    <a:pt x="238" y="52"/>
                    <a:pt x="237" y="52"/>
                  </a:cubicBezTo>
                  <a:cubicBezTo>
                    <a:pt x="236" y="52"/>
                    <a:pt x="235" y="50"/>
                    <a:pt x="234" y="50"/>
                  </a:cubicBezTo>
                  <a:cubicBezTo>
                    <a:pt x="233" y="50"/>
                    <a:pt x="233" y="50"/>
                    <a:pt x="232" y="50"/>
                  </a:cubicBezTo>
                  <a:cubicBezTo>
                    <a:pt x="230" y="51"/>
                    <a:pt x="229" y="51"/>
                    <a:pt x="227" y="50"/>
                  </a:cubicBezTo>
                  <a:cubicBezTo>
                    <a:pt x="225" y="49"/>
                    <a:pt x="223" y="47"/>
                    <a:pt x="221" y="47"/>
                  </a:cubicBezTo>
                  <a:cubicBezTo>
                    <a:pt x="220" y="47"/>
                    <a:pt x="217" y="48"/>
                    <a:pt x="216" y="48"/>
                  </a:cubicBezTo>
                  <a:cubicBezTo>
                    <a:pt x="215" y="49"/>
                    <a:pt x="213" y="50"/>
                    <a:pt x="212" y="51"/>
                  </a:cubicBezTo>
                  <a:cubicBezTo>
                    <a:pt x="211" y="52"/>
                    <a:pt x="212" y="53"/>
                    <a:pt x="211" y="54"/>
                  </a:cubicBezTo>
                  <a:cubicBezTo>
                    <a:pt x="210" y="54"/>
                    <a:pt x="209" y="54"/>
                    <a:pt x="208" y="53"/>
                  </a:cubicBezTo>
                  <a:cubicBezTo>
                    <a:pt x="207" y="53"/>
                    <a:pt x="206" y="53"/>
                    <a:pt x="205" y="53"/>
                  </a:cubicBezTo>
                  <a:cubicBezTo>
                    <a:pt x="204" y="50"/>
                    <a:pt x="208" y="50"/>
                    <a:pt x="208" y="48"/>
                  </a:cubicBezTo>
                  <a:cubicBezTo>
                    <a:pt x="206" y="48"/>
                    <a:pt x="207" y="44"/>
                    <a:pt x="208" y="43"/>
                  </a:cubicBezTo>
                  <a:cubicBezTo>
                    <a:pt x="209" y="43"/>
                    <a:pt x="210" y="42"/>
                    <a:pt x="211" y="41"/>
                  </a:cubicBezTo>
                  <a:cubicBezTo>
                    <a:pt x="212" y="40"/>
                    <a:pt x="211" y="41"/>
                    <a:pt x="211" y="39"/>
                  </a:cubicBezTo>
                  <a:cubicBezTo>
                    <a:pt x="211" y="36"/>
                    <a:pt x="215" y="36"/>
                    <a:pt x="216" y="34"/>
                  </a:cubicBezTo>
                  <a:cubicBezTo>
                    <a:pt x="216" y="34"/>
                    <a:pt x="216" y="33"/>
                    <a:pt x="216" y="33"/>
                  </a:cubicBezTo>
                  <a:cubicBezTo>
                    <a:pt x="217" y="32"/>
                    <a:pt x="218" y="33"/>
                    <a:pt x="218" y="32"/>
                  </a:cubicBezTo>
                  <a:cubicBezTo>
                    <a:pt x="218" y="31"/>
                    <a:pt x="214" y="29"/>
                    <a:pt x="213" y="28"/>
                  </a:cubicBezTo>
                  <a:cubicBezTo>
                    <a:pt x="212" y="27"/>
                    <a:pt x="211" y="25"/>
                    <a:pt x="210" y="24"/>
                  </a:cubicBezTo>
                  <a:cubicBezTo>
                    <a:pt x="210" y="22"/>
                    <a:pt x="210" y="21"/>
                    <a:pt x="210" y="20"/>
                  </a:cubicBezTo>
                  <a:cubicBezTo>
                    <a:pt x="206" y="19"/>
                    <a:pt x="201" y="21"/>
                    <a:pt x="201" y="25"/>
                  </a:cubicBezTo>
                  <a:cubicBezTo>
                    <a:pt x="201" y="27"/>
                    <a:pt x="201" y="28"/>
                    <a:pt x="200" y="28"/>
                  </a:cubicBezTo>
                  <a:cubicBezTo>
                    <a:pt x="199" y="29"/>
                    <a:pt x="198" y="28"/>
                    <a:pt x="198" y="27"/>
                  </a:cubicBezTo>
                  <a:cubicBezTo>
                    <a:pt x="197" y="26"/>
                    <a:pt x="199" y="24"/>
                    <a:pt x="198" y="22"/>
                  </a:cubicBezTo>
                  <a:cubicBezTo>
                    <a:pt x="197" y="22"/>
                    <a:pt x="195" y="22"/>
                    <a:pt x="194" y="22"/>
                  </a:cubicBezTo>
                  <a:cubicBezTo>
                    <a:pt x="194" y="20"/>
                    <a:pt x="195" y="20"/>
                    <a:pt x="196" y="19"/>
                  </a:cubicBezTo>
                  <a:cubicBezTo>
                    <a:pt x="196" y="19"/>
                    <a:pt x="197" y="19"/>
                    <a:pt x="197" y="19"/>
                  </a:cubicBezTo>
                  <a:cubicBezTo>
                    <a:pt x="197" y="18"/>
                    <a:pt x="200" y="14"/>
                    <a:pt x="201" y="14"/>
                  </a:cubicBezTo>
                  <a:cubicBezTo>
                    <a:pt x="202" y="13"/>
                    <a:pt x="203" y="14"/>
                    <a:pt x="204" y="13"/>
                  </a:cubicBezTo>
                  <a:cubicBezTo>
                    <a:pt x="204" y="12"/>
                    <a:pt x="203" y="11"/>
                    <a:pt x="203" y="10"/>
                  </a:cubicBezTo>
                  <a:cubicBezTo>
                    <a:pt x="202" y="10"/>
                    <a:pt x="201" y="10"/>
                    <a:pt x="199" y="10"/>
                  </a:cubicBezTo>
                  <a:cubicBezTo>
                    <a:pt x="197" y="11"/>
                    <a:pt x="196" y="9"/>
                    <a:pt x="195" y="7"/>
                  </a:cubicBezTo>
                  <a:cubicBezTo>
                    <a:pt x="195" y="6"/>
                    <a:pt x="195" y="7"/>
                    <a:pt x="194" y="6"/>
                  </a:cubicBezTo>
                  <a:cubicBezTo>
                    <a:pt x="194" y="5"/>
                    <a:pt x="192" y="5"/>
                    <a:pt x="192" y="4"/>
                  </a:cubicBezTo>
                  <a:cubicBezTo>
                    <a:pt x="191" y="3"/>
                    <a:pt x="191" y="1"/>
                    <a:pt x="189" y="0"/>
                  </a:cubicBezTo>
                  <a:cubicBezTo>
                    <a:pt x="189" y="2"/>
                    <a:pt x="189" y="2"/>
                    <a:pt x="188" y="3"/>
                  </a:cubicBezTo>
                  <a:cubicBezTo>
                    <a:pt x="187" y="3"/>
                    <a:pt x="187" y="4"/>
                    <a:pt x="187" y="4"/>
                  </a:cubicBezTo>
                  <a:cubicBezTo>
                    <a:pt x="186" y="5"/>
                    <a:pt x="185" y="5"/>
                    <a:pt x="185" y="5"/>
                  </a:cubicBezTo>
                  <a:cubicBezTo>
                    <a:pt x="182" y="7"/>
                    <a:pt x="180" y="8"/>
                    <a:pt x="178" y="9"/>
                  </a:cubicBezTo>
                  <a:cubicBezTo>
                    <a:pt x="175" y="10"/>
                    <a:pt x="173" y="12"/>
                    <a:pt x="171" y="13"/>
                  </a:cubicBezTo>
                  <a:cubicBezTo>
                    <a:pt x="170" y="14"/>
                    <a:pt x="168" y="15"/>
                    <a:pt x="168" y="16"/>
                  </a:cubicBezTo>
                  <a:cubicBezTo>
                    <a:pt x="168" y="16"/>
                    <a:pt x="169" y="17"/>
                    <a:pt x="169" y="18"/>
                  </a:cubicBezTo>
                  <a:cubicBezTo>
                    <a:pt x="169" y="18"/>
                    <a:pt x="169" y="19"/>
                    <a:pt x="169" y="19"/>
                  </a:cubicBezTo>
                  <a:cubicBezTo>
                    <a:pt x="168" y="19"/>
                    <a:pt x="167" y="19"/>
                    <a:pt x="166" y="19"/>
                  </a:cubicBezTo>
                  <a:cubicBezTo>
                    <a:pt x="167" y="20"/>
                    <a:pt x="167" y="23"/>
                    <a:pt x="166" y="24"/>
                  </a:cubicBezTo>
                  <a:cubicBezTo>
                    <a:pt x="165" y="25"/>
                    <a:pt x="163" y="25"/>
                    <a:pt x="161" y="25"/>
                  </a:cubicBezTo>
                  <a:cubicBezTo>
                    <a:pt x="159" y="25"/>
                    <a:pt x="157" y="24"/>
                    <a:pt x="155" y="22"/>
                  </a:cubicBezTo>
                  <a:cubicBezTo>
                    <a:pt x="153" y="21"/>
                    <a:pt x="151" y="21"/>
                    <a:pt x="149" y="21"/>
                  </a:cubicBezTo>
                  <a:cubicBezTo>
                    <a:pt x="147" y="20"/>
                    <a:pt x="145" y="21"/>
                    <a:pt x="143" y="21"/>
                  </a:cubicBezTo>
                  <a:cubicBezTo>
                    <a:pt x="140" y="21"/>
                    <a:pt x="139" y="21"/>
                    <a:pt x="136" y="19"/>
                  </a:cubicBezTo>
                  <a:cubicBezTo>
                    <a:pt x="134" y="17"/>
                    <a:pt x="130" y="14"/>
                    <a:pt x="127" y="14"/>
                  </a:cubicBezTo>
                  <a:cubicBezTo>
                    <a:pt x="127" y="17"/>
                    <a:pt x="127" y="18"/>
                    <a:pt x="124" y="19"/>
                  </a:cubicBezTo>
                  <a:cubicBezTo>
                    <a:pt x="122" y="20"/>
                    <a:pt x="120" y="20"/>
                    <a:pt x="118" y="20"/>
                  </a:cubicBezTo>
                  <a:cubicBezTo>
                    <a:pt x="115" y="21"/>
                    <a:pt x="115" y="23"/>
                    <a:pt x="113" y="25"/>
                  </a:cubicBezTo>
                  <a:cubicBezTo>
                    <a:pt x="111" y="26"/>
                    <a:pt x="110" y="27"/>
                    <a:pt x="109" y="29"/>
                  </a:cubicBezTo>
                  <a:cubicBezTo>
                    <a:pt x="109" y="30"/>
                    <a:pt x="108" y="34"/>
                    <a:pt x="107" y="34"/>
                  </a:cubicBezTo>
                  <a:cubicBezTo>
                    <a:pt x="106" y="34"/>
                    <a:pt x="103" y="33"/>
                    <a:pt x="103" y="34"/>
                  </a:cubicBezTo>
                  <a:cubicBezTo>
                    <a:pt x="102" y="35"/>
                    <a:pt x="104" y="36"/>
                    <a:pt x="104" y="37"/>
                  </a:cubicBezTo>
                  <a:cubicBezTo>
                    <a:pt x="104" y="38"/>
                    <a:pt x="99" y="40"/>
                    <a:pt x="98" y="40"/>
                  </a:cubicBezTo>
                  <a:cubicBezTo>
                    <a:pt x="99" y="42"/>
                    <a:pt x="96" y="43"/>
                    <a:pt x="94" y="44"/>
                  </a:cubicBezTo>
                  <a:cubicBezTo>
                    <a:pt x="93" y="45"/>
                    <a:pt x="93" y="45"/>
                    <a:pt x="92" y="46"/>
                  </a:cubicBezTo>
                  <a:cubicBezTo>
                    <a:pt x="91" y="47"/>
                    <a:pt x="90" y="48"/>
                    <a:pt x="89" y="48"/>
                  </a:cubicBezTo>
                  <a:cubicBezTo>
                    <a:pt x="88" y="49"/>
                    <a:pt x="86" y="48"/>
                    <a:pt x="84" y="48"/>
                  </a:cubicBezTo>
                  <a:cubicBezTo>
                    <a:pt x="83" y="49"/>
                    <a:pt x="83" y="49"/>
                    <a:pt x="82" y="49"/>
                  </a:cubicBezTo>
                  <a:cubicBezTo>
                    <a:pt x="80" y="50"/>
                    <a:pt x="77" y="51"/>
                    <a:pt x="75" y="52"/>
                  </a:cubicBezTo>
                  <a:cubicBezTo>
                    <a:pt x="73" y="53"/>
                    <a:pt x="71" y="52"/>
                    <a:pt x="69" y="52"/>
                  </a:cubicBezTo>
                  <a:cubicBezTo>
                    <a:pt x="67" y="53"/>
                    <a:pt x="68" y="55"/>
                    <a:pt x="68" y="57"/>
                  </a:cubicBezTo>
                  <a:cubicBezTo>
                    <a:pt x="68" y="59"/>
                    <a:pt x="68" y="61"/>
                    <a:pt x="67" y="63"/>
                  </a:cubicBezTo>
                  <a:cubicBezTo>
                    <a:pt x="66" y="63"/>
                    <a:pt x="66" y="64"/>
                    <a:pt x="65" y="65"/>
                  </a:cubicBezTo>
                  <a:cubicBezTo>
                    <a:pt x="65" y="66"/>
                    <a:pt x="64" y="66"/>
                    <a:pt x="63" y="66"/>
                  </a:cubicBezTo>
                  <a:cubicBezTo>
                    <a:pt x="63" y="67"/>
                    <a:pt x="63" y="68"/>
                    <a:pt x="62" y="69"/>
                  </a:cubicBezTo>
                  <a:cubicBezTo>
                    <a:pt x="61" y="69"/>
                    <a:pt x="60" y="69"/>
                    <a:pt x="59" y="70"/>
                  </a:cubicBezTo>
                  <a:cubicBezTo>
                    <a:pt x="58" y="71"/>
                    <a:pt x="58" y="72"/>
                    <a:pt x="57" y="72"/>
                  </a:cubicBezTo>
                  <a:cubicBezTo>
                    <a:pt x="56" y="73"/>
                    <a:pt x="56" y="73"/>
                    <a:pt x="55" y="74"/>
                  </a:cubicBezTo>
                  <a:cubicBezTo>
                    <a:pt x="53" y="74"/>
                    <a:pt x="50" y="75"/>
                    <a:pt x="49" y="76"/>
                  </a:cubicBezTo>
                  <a:cubicBezTo>
                    <a:pt x="49" y="77"/>
                    <a:pt x="49" y="78"/>
                    <a:pt x="48" y="79"/>
                  </a:cubicBezTo>
                  <a:cubicBezTo>
                    <a:pt x="47" y="80"/>
                    <a:pt x="46" y="80"/>
                    <a:pt x="46" y="82"/>
                  </a:cubicBezTo>
                  <a:cubicBezTo>
                    <a:pt x="47" y="82"/>
                    <a:pt x="49" y="83"/>
                    <a:pt x="49" y="84"/>
                  </a:cubicBezTo>
                  <a:cubicBezTo>
                    <a:pt x="52" y="88"/>
                    <a:pt x="40" y="89"/>
                    <a:pt x="41" y="93"/>
                  </a:cubicBezTo>
                  <a:cubicBezTo>
                    <a:pt x="39" y="94"/>
                    <a:pt x="36" y="92"/>
                    <a:pt x="35" y="93"/>
                  </a:cubicBezTo>
                  <a:cubicBezTo>
                    <a:pt x="32" y="95"/>
                    <a:pt x="32" y="96"/>
                    <a:pt x="31" y="93"/>
                  </a:cubicBezTo>
                  <a:cubicBezTo>
                    <a:pt x="30" y="93"/>
                    <a:pt x="29" y="93"/>
                    <a:pt x="28" y="93"/>
                  </a:cubicBezTo>
                  <a:cubicBezTo>
                    <a:pt x="29" y="93"/>
                    <a:pt x="29" y="93"/>
                    <a:pt x="29" y="93"/>
                  </a:cubicBezTo>
                  <a:cubicBezTo>
                    <a:pt x="29" y="94"/>
                    <a:pt x="29" y="94"/>
                    <a:pt x="29" y="95"/>
                  </a:cubicBezTo>
                  <a:cubicBezTo>
                    <a:pt x="26" y="95"/>
                    <a:pt x="25" y="95"/>
                    <a:pt x="23" y="96"/>
                  </a:cubicBezTo>
                  <a:cubicBezTo>
                    <a:pt x="22" y="96"/>
                    <a:pt x="21" y="96"/>
                    <a:pt x="21" y="97"/>
                  </a:cubicBezTo>
                  <a:cubicBezTo>
                    <a:pt x="20" y="98"/>
                    <a:pt x="20" y="99"/>
                    <a:pt x="19" y="100"/>
                  </a:cubicBezTo>
                  <a:cubicBezTo>
                    <a:pt x="18" y="100"/>
                    <a:pt x="17" y="100"/>
                    <a:pt x="16" y="100"/>
                  </a:cubicBezTo>
                  <a:cubicBezTo>
                    <a:pt x="14" y="99"/>
                    <a:pt x="12" y="99"/>
                    <a:pt x="10" y="99"/>
                  </a:cubicBezTo>
                  <a:cubicBezTo>
                    <a:pt x="7" y="99"/>
                    <a:pt x="5" y="98"/>
                    <a:pt x="3" y="98"/>
                  </a:cubicBezTo>
                  <a:cubicBezTo>
                    <a:pt x="2" y="100"/>
                    <a:pt x="3" y="104"/>
                    <a:pt x="0" y="104"/>
                  </a:cubicBezTo>
                  <a:cubicBezTo>
                    <a:pt x="1" y="105"/>
                    <a:pt x="2" y="106"/>
                    <a:pt x="2" y="107"/>
                  </a:cubicBezTo>
                  <a:cubicBezTo>
                    <a:pt x="2" y="108"/>
                    <a:pt x="2" y="110"/>
                    <a:pt x="3" y="110"/>
                  </a:cubicBezTo>
                  <a:cubicBezTo>
                    <a:pt x="4" y="112"/>
                    <a:pt x="5" y="112"/>
                    <a:pt x="7" y="113"/>
                  </a:cubicBezTo>
                  <a:cubicBezTo>
                    <a:pt x="9" y="114"/>
                    <a:pt x="8" y="114"/>
                    <a:pt x="9" y="116"/>
                  </a:cubicBezTo>
                  <a:cubicBezTo>
                    <a:pt x="10" y="114"/>
                    <a:pt x="11" y="114"/>
                    <a:pt x="14" y="114"/>
                  </a:cubicBezTo>
                  <a:cubicBezTo>
                    <a:pt x="16" y="114"/>
                    <a:pt x="17" y="113"/>
                    <a:pt x="18" y="113"/>
                  </a:cubicBezTo>
                  <a:cubicBezTo>
                    <a:pt x="20" y="112"/>
                    <a:pt x="20" y="113"/>
                    <a:pt x="21" y="114"/>
                  </a:cubicBezTo>
                  <a:cubicBezTo>
                    <a:pt x="22" y="116"/>
                    <a:pt x="23" y="117"/>
                    <a:pt x="24" y="118"/>
                  </a:cubicBezTo>
                  <a:cubicBezTo>
                    <a:pt x="25" y="118"/>
                    <a:pt x="26" y="119"/>
                    <a:pt x="26" y="120"/>
                  </a:cubicBezTo>
                  <a:cubicBezTo>
                    <a:pt x="25" y="121"/>
                    <a:pt x="24" y="121"/>
                    <a:pt x="24" y="121"/>
                  </a:cubicBezTo>
                  <a:cubicBezTo>
                    <a:pt x="23" y="122"/>
                    <a:pt x="24" y="123"/>
                    <a:pt x="24" y="124"/>
                  </a:cubicBezTo>
                  <a:cubicBezTo>
                    <a:pt x="23" y="124"/>
                    <a:pt x="22" y="124"/>
                    <a:pt x="21" y="125"/>
                  </a:cubicBezTo>
                  <a:cubicBezTo>
                    <a:pt x="21" y="126"/>
                    <a:pt x="21" y="128"/>
                    <a:pt x="21" y="129"/>
                  </a:cubicBezTo>
                  <a:cubicBezTo>
                    <a:pt x="21" y="130"/>
                    <a:pt x="24" y="132"/>
                    <a:pt x="26" y="133"/>
                  </a:cubicBezTo>
                  <a:cubicBezTo>
                    <a:pt x="26" y="135"/>
                    <a:pt x="28" y="137"/>
                    <a:pt x="27" y="140"/>
                  </a:cubicBezTo>
                  <a:cubicBezTo>
                    <a:pt x="27" y="140"/>
                    <a:pt x="28" y="139"/>
                    <a:pt x="29" y="139"/>
                  </a:cubicBezTo>
                  <a:cubicBezTo>
                    <a:pt x="30" y="139"/>
                    <a:pt x="31" y="139"/>
                    <a:pt x="33" y="138"/>
                  </a:cubicBezTo>
                  <a:cubicBezTo>
                    <a:pt x="33" y="138"/>
                    <a:pt x="34" y="138"/>
                    <a:pt x="35" y="138"/>
                  </a:cubicBezTo>
                  <a:cubicBezTo>
                    <a:pt x="36" y="138"/>
                    <a:pt x="37" y="137"/>
                    <a:pt x="38" y="137"/>
                  </a:cubicBezTo>
                  <a:cubicBezTo>
                    <a:pt x="39" y="136"/>
                    <a:pt x="41" y="136"/>
                    <a:pt x="42" y="136"/>
                  </a:cubicBezTo>
                  <a:cubicBezTo>
                    <a:pt x="44" y="136"/>
                    <a:pt x="45" y="135"/>
                    <a:pt x="47" y="134"/>
                  </a:cubicBezTo>
                  <a:cubicBezTo>
                    <a:pt x="48" y="134"/>
                    <a:pt x="48" y="133"/>
                    <a:pt x="49" y="133"/>
                  </a:cubicBezTo>
                  <a:cubicBezTo>
                    <a:pt x="50" y="133"/>
                    <a:pt x="50" y="133"/>
                    <a:pt x="51" y="133"/>
                  </a:cubicBezTo>
                  <a:cubicBezTo>
                    <a:pt x="52" y="132"/>
                    <a:pt x="52" y="131"/>
                    <a:pt x="54" y="131"/>
                  </a:cubicBezTo>
                  <a:cubicBezTo>
                    <a:pt x="57" y="131"/>
                    <a:pt x="59" y="132"/>
                    <a:pt x="62" y="133"/>
                  </a:cubicBezTo>
                  <a:cubicBezTo>
                    <a:pt x="63" y="133"/>
                    <a:pt x="65" y="133"/>
                    <a:pt x="66" y="134"/>
                  </a:cubicBezTo>
                  <a:cubicBezTo>
                    <a:pt x="68" y="135"/>
                    <a:pt x="70" y="135"/>
                    <a:pt x="72" y="135"/>
                  </a:cubicBezTo>
                  <a:cubicBezTo>
                    <a:pt x="73" y="135"/>
                    <a:pt x="75" y="135"/>
                    <a:pt x="76" y="134"/>
                  </a:cubicBezTo>
                  <a:cubicBezTo>
                    <a:pt x="79" y="132"/>
                    <a:pt x="81" y="132"/>
                    <a:pt x="84" y="132"/>
                  </a:cubicBezTo>
                  <a:cubicBezTo>
                    <a:pt x="85" y="132"/>
                    <a:pt x="87" y="132"/>
                    <a:pt x="88" y="132"/>
                  </a:cubicBezTo>
                  <a:cubicBezTo>
                    <a:pt x="88" y="132"/>
                    <a:pt x="89" y="131"/>
                    <a:pt x="90" y="131"/>
                  </a:cubicBezTo>
                  <a:cubicBezTo>
                    <a:pt x="90" y="131"/>
                    <a:pt x="91" y="131"/>
                    <a:pt x="91" y="131"/>
                  </a:cubicBezTo>
                  <a:cubicBezTo>
                    <a:pt x="93" y="131"/>
                    <a:pt x="94" y="131"/>
                    <a:pt x="95" y="131"/>
                  </a:cubicBezTo>
                  <a:cubicBezTo>
                    <a:pt x="97" y="131"/>
                    <a:pt x="98" y="130"/>
                    <a:pt x="99" y="129"/>
                  </a:cubicBezTo>
                  <a:cubicBezTo>
                    <a:pt x="99" y="128"/>
                    <a:pt x="100" y="127"/>
                    <a:pt x="100" y="126"/>
                  </a:cubicBezTo>
                  <a:cubicBezTo>
                    <a:pt x="101" y="125"/>
                    <a:pt x="102" y="125"/>
                    <a:pt x="103" y="125"/>
                  </a:cubicBezTo>
                  <a:cubicBezTo>
                    <a:pt x="104" y="124"/>
                    <a:pt x="103" y="123"/>
                    <a:pt x="103" y="122"/>
                  </a:cubicBezTo>
                  <a:cubicBezTo>
                    <a:pt x="103" y="121"/>
                    <a:pt x="104" y="120"/>
                    <a:pt x="104" y="119"/>
                  </a:cubicBezTo>
                  <a:cubicBezTo>
                    <a:pt x="106" y="117"/>
                    <a:pt x="107" y="116"/>
                    <a:pt x="108" y="114"/>
                  </a:cubicBezTo>
                  <a:cubicBezTo>
                    <a:pt x="109" y="114"/>
                    <a:pt x="109" y="114"/>
                    <a:pt x="110" y="113"/>
                  </a:cubicBezTo>
                  <a:cubicBezTo>
                    <a:pt x="110" y="113"/>
                    <a:pt x="110" y="113"/>
                    <a:pt x="111" y="112"/>
                  </a:cubicBezTo>
                  <a:cubicBezTo>
                    <a:pt x="112" y="111"/>
                    <a:pt x="113" y="111"/>
                    <a:pt x="113" y="110"/>
                  </a:cubicBezTo>
                  <a:cubicBezTo>
                    <a:pt x="114" y="109"/>
                    <a:pt x="115" y="109"/>
                    <a:pt x="116" y="108"/>
                  </a:cubicBezTo>
                  <a:cubicBezTo>
                    <a:pt x="116" y="107"/>
                    <a:pt x="117" y="106"/>
                    <a:pt x="118" y="106"/>
                  </a:cubicBezTo>
                  <a:cubicBezTo>
                    <a:pt x="118" y="105"/>
                    <a:pt x="118" y="105"/>
                    <a:pt x="119" y="105"/>
                  </a:cubicBezTo>
                  <a:cubicBezTo>
                    <a:pt x="119" y="104"/>
                    <a:pt x="119" y="101"/>
                    <a:pt x="118" y="100"/>
                  </a:cubicBezTo>
                  <a:cubicBezTo>
                    <a:pt x="117" y="99"/>
                    <a:pt x="117" y="100"/>
                    <a:pt x="116" y="99"/>
                  </a:cubicBezTo>
                  <a:cubicBezTo>
                    <a:pt x="116" y="98"/>
                    <a:pt x="117" y="98"/>
                    <a:pt x="117" y="98"/>
                  </a:cubicBezTo>
                  <a:cubicBezTo>
                    <a:pt x="118" y="97"/>
                    <a:pt x="120" y="98"/>
                    <a:pt x="121" y="98"/>
                  </a:cubicBezTo>
                  <a:cubicBezTo>
                    <a:pt x="122" y="99"/>
                    <a:pt x="123" y="100"/>
                    <a:pt x="124" y="100"/>
                  </a:cubicBezTo>
                  <a:cubicBezTo>
                    <a:pt x="126" y="100"/>
                    <a:pt x="126" y="99"/>
                    <a:pt x="128" y="99"/>
                  </a:cubicBezTo>
                  <a:cubicBezTo>
                    <a:pt x="129" y="99"/>
                    <a:pt x="131" y="99"/>
                    <a:pt x="131" y="98"/>
                  </a:cubicBezTo>
                  <a:cubicBezTo>
                    <a:pt x="132" y="97"/>
                    <a:pt x="133" y="98"/>
                    <a:pt x="135" y="97"/>
                  </a:cubicBezTo>
                  <a:cubicBezTo>
                    <a:pt x="136" y="96"/>
                    <a:pt x="137" y="95"/>
                    <a:pt x="139" y="95"/>
                  </a:cubicBezTo>
                  <a:cubicBezTo>
                    <a:pt x="140" y="94"/>
                    <a:pt x="141" y="94"/>
                    <a:pt x="142" y="93"/>
                  </a:cubicBezTo>
                  <a:cubicBezTo>
                    <a:pt x="142" y="92"/>
                    <a:pt x="143" y="92"/>
                    <a:pt x="144" y="91"/>
                  </a:cubicBezTo>
                  <a:cubicBezTo>
                    <a:pt x="145" y="91"/>
                    <a:pt x="145" y="91"/>
                    <a:pt x="145" y="91"/>
                  </a:cubicBezTo>
                  <a:cubicBezTo>
                    <a:pt x="145" y="91"/>
                    <a:pt x="145" y="91"/>
                    <a:pt x="146" y="91"/>
                  </a:cubicBezTo>
                  <a:cubicBezTo>
                    <a:pt x="146" y="91"/>
                    <a:pt x="146" y="91"/>
                    <a:pt x="146" y="91"/>
                  </a:cubicBezTo>
                  <a:cubicBezTo>
                    <a:pt x="147" y="90"/>
                    <a:pt x="147" y="90"/>
                    <a:pt x="147" y="90"/>
                  </a:cubicBezTo>
                  <a:cubicBezTo>
                    <a:pt x="148" y="90"/>
                    <a:pt x="149" y="90"/>
                    <a:pt x="149" y="89"/>
                  </a:cubicBezTo>
                  <a:cubicBezTo>
                    <a:pt x="150" y="89"/>
                    <a:pt x="150" y="89"/>
                    <a:pt x="151" y="88"/>
                  </a:cubicBezTo>
                  <a:cubicBezTo>
                    <a:pt x="152" y="88"/>
                    <a:pt x="152" y="88"/>
                    <a:pt x="152" y="87"/>
                  </a:cubicBezTo>
                  <a:cubicBezTo>
                    <a:pt x="153" y="87"/>
                    <a:pt x="154" y="87"/>
                    <a:pt x="156" y="86"/>
                  </a:cubicBezTo>
                  <a:cubicBezTo>
                    <a:pt x="156" y="86"/>
                    <a:pt x="157" y="86"/>
                    <a:pt x="157" y="85"/>
                  </a:cubicBezTo>
                  <a:cubicBezTo>
                    <a:pt x="158" y="85"/>
                    <a:pt x="159" y="85"/>
                    <a:pt x="159" y="85"/>
                  </a:cubicBezTo>
                  <a:cubicBezTo>
                    <a:pt x="160" y="85"/>
                    <a:pt x="160" y="85"/>
                    <a:pt x="161" y="84"/>
                  </a:cubicBezTo>
                  <a:cubicBezTo>
                    <a:pt x="161" y="84"/>
                    <a:pt x="162" y="83"/>
                    <a:pt x="162" y="83"/>
                  </a:cubicBezTo>
                  <a:cubicBezTo>
                    <a:pt x="163" y="83"/>
                    <a:pt x="164" y="83"/>
                    <a:pt x="164" y="83"/>
                  </a:cubicBezTo>
                  <a:cubicBezTo>
                    <a:pt x="165" y="82"/>
                    <a:pt x="164" y="82"/>
                    <a:pt x="165" y="82"/>
                  </a:cubicBezTo>
                  <a:cubicBezTo>
                    <a:pt x="166" y="81"/>
                    <a:pt x="168" y="81"/>
                    <a:pt x="169" y="81"/>
                  </a:cubicBezTo>
                  <a:cubicBezTo>
                    <a:pt x="170" y="81"/>
                    <a:pt x="171" y="81"/>
                    <a:pt x="172" y="80"/>
                  </a:cubicBezTo>
                  <a:cubicBezTo>
                    <a:pt x="174" y="79"/>
                    <a:pt x="174" y="79"/>
                    <a:pt x="176" y="79"/>
                  </a:cubicBezTo>
                  <a:cubicBezTo>
                    <a:pt x="177" y="78"/>
                    <a:pt x="177" y="78"/>
                    <a:pt x="179" y="77"/>
                  </a:cubicBezTo>
                  <a:cubicBezTo>
                    <a:pt x="180" y="76"/>
                    <a:pt x="181" y="76"/>
                    <a:pt x="182" y="76"/>
                  </a:cubicBezTo>
                  <a:cubicBezTo>
                    <a:pt x="184" y="76"/>
                    <a:pt x="185" y="75"/>
                    <a:pt x="186" y="75"/>
                  </a:cubicBezTo>
                  <a:cubicBezTo>
                    <a:pt x="188" y="75"/>
                    <a:pt x="192" y="74"/>
                    <a:pt x="193" y="76"/>
                  </a:cubicBezTo>
                  <a:cubicBezTo>
                    <a:pt x="194" y="77"/>
                    <a:pt x="192" y="78"/>
                    <a:pt x="192" y="79"/>
                  </a:cubicBezTo>
                  <a:cubicBezTo>
                    <a:pt x="191" y="80"/>
                    <a:pt x="191" y="80"/>
                    <a:pt x="190" y="81"/>
                  </a:cubicBezTo>
                  <a:cubicBezTo>
                    <a:pt x="189" y="81"/>
                    <a:pt x="188" y="81"/>
                    <a:pt x="188" y="82"/>
                  </a:cubicBezTo>
                  <a:cubicBezTo>
                    <a:pt x="187" y="83"/>
                    <a:pt x="187" y="85"/>
                    <a:pt x="187" y="87"/>
                  </a:cubicBezTo>
                  <a:cubicBezTo>
                    <a:pt x="187" y="90"/>
                    <a:pt x="187" y="93"/>
                    <a:pt x="191" y="94"/>
                  </a:cubicBezTo>
                  <a:cubicBezTo>
                    <a:pt x="191" y="96"/>
                    <a:pt x="191" y="97"/>
                    <a:pt x="191" y="98"/>
                  </a:cubicBezTo>
                  <a:cubicBezTo>
                    <a:pt x="192" y="99"/>
                    <a:pt x="192" y="100"/>
                    <a:pt x="193" y="102"/>
                  </a:cubicBezTo>
                  <a:cubicBezTo>
                    <a:pt x="193" y="102"/>
                    <a:pt x="194" y="102"/>
                    <a:pt x="195" y="101"/>
                  </a:cubicBezTo>
                  <a:cubicBezTo>
                    <a:pt x="196" y="101"/>
                    <a:pt x="196" y="100"/>
                    <a:pt x="197" y="100"/>
                  </a:cubicBezTo>
                  <a:cubicBezTo>
                    <a:pt x="199" y="99"/>
                    <a:pt x="198" y="102"/>
                    <a:pt x="198" y="104"/>
                  </a:cubicBezTo>
                  <a:cubicBezTo>
                    <a:pt x="197" y="107"/>
                    <a:pt x="194" y="109"/>
                    <a:pt x="191" y="108"/>
                  </a:cubicBezTo>
                  <a:cubicBezTo>
                    <a:pt x="191" y="109"/>
                    <a:pt x="189" y="109"/>
                    <a:pt x="188" y="110"/>
                  </a:cubicBezTo>
                  <a:cubicBezTo>
                    <a:pt x="187" y="110"/>
                    <a:pt x="186" y="110"/>
                    <a:pt x="185" y="111"/>
                  </a:cubicBezTo>
                  <a:cubicBezTo>
                    <a:pt x="184" y="111"/>
                    <a:pt x="179" y="111"/>
                    <a:pt x="178" y="110"/>
                  </a:cubicBezTo>
                  <a:cubicBezTo>
                    <a:pt x="176" y="110"/>
                    <a:pt x="176" y="110"/>
                    <a:pt x="175" y="112"/>
                  </a:cubicBezTo>
                  <a:cubicBezTo>
                    <a:pt x="175" y="113"/>
                    <a:pt x="175" y="115"/>
                    <a:pt x="175" y="116"/>
                  </a:cubicBezTo>
                  <a:cubicBezTo>
                    <a:pt x="175" y="116"/>
                    <a:pt x="172" y="117"/>
                    <a:pt x="172" y="117"/>
                  </a:cubicBezTo>
                  <a:cubicBezTo>
                    <a:pt x="171" y="118"/>
                    <a:pt x="169" y="120"/>
                    <a:pt x="169" y="120"/>
                  </a:cubicBezTo>
                  <a:cubicBezTo>
                    <a:pt x="169" y="120"/>
                    <a:pt x="169" y="120"/>
                    <a:pt x="169" y="120"/>
                  </a:cubicBezTo>
                  <a:cubicBezTo>
                    <a:pt x="169" y="121"/>
                    <a:pt x="168" y="121"/>
                    <a:pt x="167" y="122"/>
                  </a:cubicBezTo>
                  <a:cubicBezTo>
                    <a:pt x="166" y="122"/>
                    <a:pt x="165" y="121"/>
                    <a:pt x="164" y="122"/>
                  </a:cubicBezTo>
                  <a:cubicBezTo>
                    <a:pt x="163" y="122"/>
                    <a:pt x="163" y="123"/>
                    <a:pt x="162" y="123"/>
                  </a:cubicBezTo>
                  <a:cubicBezTo>
                    <a:pt x="162" y="124"/>
                    <a:pt x="160" y="125"/>
                    <a:pt x="160" y="126"/>
                  </a:cubicBezTo>
                  <a:cubicBezTo>
                    <a:pt x="159" y="126"/>
                    <a:pt x="158" y="127"/>
                    <a:pt x="158" y="127"/>
                  </a:cubicBezTo>
                  <a:cubicBezTo>
                    <a:pt x="157" y="128"/>
                    <a:pt x="156" y="127"/>
                    <a:pt x="155" y="128"/>
                  </a:cubicBezTo>
                  <a:cubicBezTo>
                    <a:pt x="154" y="128"/>
                    <a:pt x="152" y="128"/>
                    <a:pt x="151" y="129"/>
                  </a:cubicBezTo>
                  <a:cubicBezTo>
                    <a:pt x="150" y="129"/>
                    <a:pt x="151" y="131"/>
                    <a:pt x="150" y="132"/>
                  </a:cubicBezTo>
                  <a:cubicBezTo>
                    <a:pt x="149" y="132"/>
                    <a:pt x="148" y="134"/>
                    <a:pt x="148" y="135"/>
                  </a:cubicBezTo>
                  <a:cubicBezTo>
                    <a:pt x="147" y="136"/>
                    <a:pt x="145" y="137"/>
                    <a:pt x="144" y="137"/>
                  </a:cubicBezTo>
                  <a:cubicBezTo>
                    <a:pt x="140" y="140"/>
                    <a:pt x="134" y="141"/>
                    <a:pt x="132" y="146"/>
                  </a:cubicBezTo>
                  <a:cubicBezTo>
                    <a:pt x="131" y="147"/>
                    <a:pt x="131" y="148"/>
                    <a:pt x="131" y="149"/>
                  </a:cubicBezTo>
                  <a:cubicBezTo>
                    <a:pt x="131" y="151"/>
                    <a:pt x="129" y="151"/>
                    <a:pt x="128" y="152"/>
                  </a:cubicBezTo>
                  <a:cubicBezTo>
                    <a:pt x="128" y="153"/>
                    <a:pt x="128" y="153"/>
                    <a:pt x="127" y="153"/>
                  </a:cubicBezTo>
                  <a:cubicBezTo>
                    <a:pt x="126" y="154"/>
                    <a:pt x="126" y="153"/>
                    <a:pt x="125" y="153"/>
                  </a:cubicBezTo>
                  <a:cubicBezTo>
                    <a:pt x="125" y="152"/>
                    <a:pt x="126" y="150"/>
                    <a:pt x="125" y="149"/>
                  </a:cubicBezTo>
                  <a:cubicBezTo>
                    <a:pt x="125" y="149"/>
                    <a:pt x="123" y="149"/>
                    <a:pt x="123" y="150"/>
                  </a:cubicBezTo>
                  <a:cubicBezTo>
                    <a:pt x="121" y="152"/>
                    <a:pt x="122" y="155"/>
                    <a:pt x="120" y="158"/>
                  </a:cubicBezTo>
                  <a:cubicBezTo>
                    <a:pt x="119" y="159"/>
                    <a:pt x="118" y="159"/>
                    <a:pt x="116" y="160"/>
                  </a:cubicBezTo>
                  <a:cubicBezTo>
                    <a:pt x="116" y="161"/>
                    <a:pt x="112" y="168"/>
                    <a:pt x="112" y="168"/>
                  </a:cubicBezTo>
                  <a:cubicBezTo>
                    <a:pt x="113" y="170"/>
                    <a:pt x="115" y="170"/>
                    <a:pt x="113" y="172"/>
                  </a:cubicBezTo>
                  <a:cubicBezTo>
                    <a:pt x="111" y="174"/>
                    <a:pt x="111" y="174"/>
                    <a:pt x="111" y="176"/>
                  </a:cubicBezTo>
                  <a:cubicBezTo>
                    <a:pt x="112" y="180"/>
                    <a:pt x="111" y="183"/>
                    <a:pt x="107" y="183"/>
                  </a:cubicBezTo>
                  <a:cubicBezTo>
                    <a:pt x="105" y="184"/>
                    <a:pt x="104" y="184"/>
                    <a:pt x="103" y="182"/>
                  </a:cubicBezTo>
                  <a:cubicBezTo>
                    <a:pt x="103" y="181"/>
                    <a:pt x="102" y="179"/>
                    <a:pt x="103" y="178"/>
                  </a:cubicBezTo>
                  <a:cubicBezTo>
                    <a:pt x="102" y="179"/>
                    <a:pt x="100" y="179"/>
                    <a:pt x="98" y="180"/>
                  </a:cubicBezTo>
                  <a:cubicBezTo>
                    <a:pt x="98" y="181"/>
                    <a:pt x="98" y="182"/>
                    <a:pt x="99" y="183"/>
                  </a:cubicBezTo>
                  <a:cubicBezTo>
                    <a:pt x="98" y="186"/>
                    <a:pt x="94" y="186"/>
                    <a:pt x="92" y="188"/>
                  </a:cubicBezTo>
                  <a:cubicBezTo>
                    <a:pt x="91" y="189"/>
                    <a:pt x="92" y="190"/>
                    <a:pt x="92" y="192"/>
                  </a:cubicBezTo>
                  <a:cubicBezTo>
                    <a:pt x="91" y="193"/>
                    <a:pt x="90" y="193"/>
                    <a:pt x="90" y="195"/>
                  </a:cubicBezTo>
                  <a:cubicBezTo>
                    <a:pt x="88" y="195"/>
                    <a:pt x="85" y="196"/>
                    <a:pt x="84" y="197"/>
                  </a:cubicBezTo>
                  <a:cubicBezTo>
                    <a:pt x="84" y="199"/>
                    <a:pt x="84" y="198"/>
                    <a:pt x="85" y="199"/>
                  </a:cubicBezTo>
                  <a:cubicBezTo>
                    <a:pt x="86" y="201"/>
                    <a:pt x="86" y="201"/>
                    <a:pt x="86" y="201"/>
                  </a:cubicBezTo>
                  <a:cubicBezTo>
                    <a:pt x="89" y="203"/>
                    <a:pt x="90" y="201"/>
                    <a:pt x="90" y="205"/>
                  </a:cubicBezTo>
                  <a:cubicBezTo>
                    <a:pt x="90" y="206"/>
                    <a:pt x="90" y="208"/>
                    <a:pt x="91" y="210"/>
                  </a:cubicBezTo>
                  <a:cubicBezTo>
                    <a:pt x="92" y="210"/>
                    <a:pt x="93" y="210"/>
                    <a:pt x="94" y="211"/>
                  </a:cubicBezTo>
                  <a:cubicBezTo>
                    <a:pt x="96" y="212"/>
                    <a:pt x="97" y="213"/>
                    <a:pt x="99" y="213"/>
                  </a:cubicBezTo>
                  <a:cubicBezTo>
                    <a:pt x="100" y="211"/>
                    <a:pt x="100" y="209"/>
                    <a:pt x="102" y="207"/>
                  </a:cubicBezTo>
                  <a:cubicBezTo>
                    <a:pt x="103" y="206"/>
                    <a:pt x="104" y="206"/>
                    <a:pt x="105" y="205"/>
                  </a:cubicBezTo>
                  <a:cubicBezTo>
                    <a:pt x="106" y="203"/>
                    <a:pt x="105" y="201"/>
                    <a:pt x="103" y="201"/>
                  </a:cubicBezTo>
                  <a:cubicBezTo>
                    <a:pt x="104" y="199"/>
                    <a:pt x="106" y="199"/>
                    <a:pt x="108" y="199"/>
                  </a:cubicBezTo>
                  <a:cubicBezTo>
                    <a:pt x="110" y="198"/>
                    <a:pt x="111" y="198"/>
                    <a:pt x="113" y="198"/>
                  </a:cubicBezTo>
                  <a:cubicBezTo>
                    <a:pt x="114" y="198"/>
                    <a:pt x="116" y="198"/>
                    <a:pt x="117" y="198"/>
                  </a:cubicBezTo>
                  <a:cubicBezTo>
                    <a:pt x="118" y="199"/>
                    <a:pt x="119" y="199"/>
                    <a:pt x="120" y="199"/>
                  </a:cubicBezTo>
                  <a:cubicBezTo>
                    <a:pt x="120" y="199"/>
                    <a:pt x="121" y="198"/>
                    <a:pt x="121" y="198"/>
                  </a:cubicBezTo>
                  <a:cubicBezTo>
                    <a:pt x="123" y="198"/>
                    <a:pt x="122" y="199"/>
                    <a:pt x="123" y="199"/>
                  </a:cubicBezTo>
                  <a:cubicBezTo>
                    <a:pt x="124" y="199"/>
                    <a:pt x="124" y="199"/>
                    <a:pt x="125" y="198"/>
                  </a:cubicBezTo>
                  <a:cubicBezTo>
                    <a:pt x="127" y="198"/>
                    <a:pt x="128" y="197"/>
                    <a:pt x="130" y="197"/>
                  </a:cubicBezTo>
                  <a:cubicBezTo>
                    <a:pt x="131" y="197"/>
                    <a:pt x="133" y="198"/>
                    <a:pt x="134" y="197"/>
                  </a:cubicBezTo>
                  <a:cubicBezTo>
                    <a:pt x="134" y="196"/>
                    <a:pt x="134" y="195"/>
                    <a:pt x="134" y="195"/>
                  </a:cubicBezTo>
                  <a:cubicBezTo>
                    <a:pt x="135" y="194"/>
                    <a:pt x="135" y="194"/>
                    <a:pt x="135" y="193"/>
                  </a:cubicBezTo>
                  <a:cubicBezTo>
                    <a:pt x="136" y="193"/>
                    <a:pt x="138" y="189"/>
                    <a:pt x="139" y="189"/>
                  </a:cubicBezTo>
                  <a:cubicBezTo>
                    <a:pt x="139" y="190"/>
                    <a:pt x="139" y="190"/>
                    <a:pt x="140" y="190"/>
                  </a:cubicBezTo>
                  <a:cubicBezTo>
                    <a:pt x="140" y="193"/>
                    <a:pt x="140" y="196"/>
                    <a:pt x="140" y="198"/>
                  </a:cubicBezTo>
                  <a:cubicBezTo>
                    <a:pt x="142" y="198"/>
                    <a:pt x="144" y="199"/>
                    <a:pt x="145" y="20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6" name="Freeform 283">
              <a:extLst>
                <a:ext uri="{FF2B5EF4-FFF2-40B4-BE49-F238E27FC236}">
                  <a16:creationId xmlns:a16="http://schemas.microsoft.com/office/drawing/2014/main" id="{6BFF8B00-15B4-4AEE-8BB0-8C36613EE447}"/>
                </a:ext>
              </a:extLst>
            </p:cNvPr>
            <p:cNvSpPr>
              <a:spLocks/>
            </p:cNvSpPr>
            <p:nvPr/>
          </p:nvSpPr>
          <p:spPr bwMode="auto">
            <a:xfrm>
              <a:off x="6161088" y="3333751"/>
              <a:ext cx="206375" cy="434975"/>
            </a:xfrm>
            <a:custGeom>
              <a:avLst/>
              <a:gdLst>
                <a:gd name="T0" fmla="*/ 5 w 58"/>
                <a:gd name="T1" fmla="*/ 45 h 123"/>
                <a:gd name="T2" fmla="*/ 5 w 58"/>
                <a:gd name="T3" fmla="*/ 52 h 123"/>
                <a:gd name="T4" fmla="*/ 8 w 58"/>
                <a:gd name="T5" fmla="*/ 65 h 123"/>
                <a:gd name="T6" fmla="*/ 9 w 58"/>
                <a:gd name="T7" fmla="*/ 74 h 123"/>
                <a:gd name="T8" fmla="*/ 12 w 58"/>
                <a:gd name="T9" fmla="*/ 81 h 123"/>
                <a:gd name="T10" fmla="*/ 15 w 58"/>
                <a:gd name="T11" fmla="*/ 90 h 123"/>
                <a:gd name="T12" fmla="*/ 18 w 58"/>
                <a:gd name="T13" fmla="*/ 96 h 123"/>
                <a:gd name="T14" fmla="*/ 20 w 58"/>
                <a:gd name="T15" fmla="*/ 114 h 123"/>
                <a:gd name="T16" fmla="*/ 24 w 58"/>
                <a:gd name="T17" fmla="*/ 120 h 123"/>
                <a:gd name="T18" fmla="*/ 26 w 58"/>
                <a:gd name="T19" fmla="*/ 113 h 123"/>
                <a:gd name="T20" fmla="*/ 30 w 58"/>
                <a:gd name="T21" fmla="*/ 116 h 123"/>
                <a:gd name="T22" fmla="*/ 34 w 58"/>
                <a:gd name="T23" fmla="*/ 122 h 123"/>
                <a:gd name="T24" fmla="*/ 40 w 58"/>
                <a:gd name="T25" fmla="*/ 117 h 123"/>
                <a:gd name="T26" fmla="*/ 44 w 58"/>
                <a:gd name="T27" fmla="*/ 111 h 123"/>
                <a:gd name="T28" fmla="*/ 49 w 58"/>
                <a:gd name="T29" fmla="*/ 110 h 123"/>
                <a:gd name="T30" fmla="*/ 51 w 58"/>
                <a:gd name="T31" fmla="*/ 102 h 123"/>
                <a:gd name="T32" fmla="*/ 48 w 58"/>
                <a:gd name="T33" fmla="*/ 98 h 123"/>
                <a:gd name="T34" fmla="*/ 46 w 58"/>
                <a:gd name="T35" fmla="*/ 86 h 123"/>
                <a:gd name="T36" fmla="*/ 43 w 58"/>
                <a:gd name="T37" fmla="*/ 78 h 123"/>
                <a:gd name="T38" fmla="*/ 46 w 58"/>
                <a:gd name="T39" fmla="*/ 74 h 123"/>
                <a:gd name="T40" fmla="*/ 53 w 58"/>
                <a:gd name="T41" fmla="*/ 72 h 123"/>
                <a:gd name="T42" fmla="*/ 56 w 58"/>
                <a:gd name="T43" fmla="*/ 66 h 123"/>
                <a:gd name="T44" fmla="*/ 58 w 58"/>
                <a:gd name="T45" fmla="*/ 49 h 123"/>
                <a:gd name="T46" fmla="*/ 54 w 58"/>
                <a:gd name="T47" fmla="*/ 33 h 123"/>
                <a:gd name="T48" fmla="*/ 50 w 58"/>
                <a:gd name="T49" fmla="*/ 25 h 123"/>
                <a:gd name="T50" fmla="*/ 49 w 58"/>
                <a:gd name="T51" fmla="*/ 19 h 123"/>
                <a:gd name="T52" fmla="*/ 45 w 58"/>
                <a:gd name="T53" fmla="*/ 17 h 123"/>
                <a:gd name="T54" fmla="*/ 39 w 58"/>
                <a:gd name="T55" fmla="*/ 15 h 123"/>
                <a:gd name="T56" fmla="*/ 34 w 58"/>
                <a:gd name="T57" fmla="*/ 11 h 123"/>
                <a:gd name="T58" fmla="*/ 34 w 58"/>
                <a:gd name="T59" fmla="*/ 2 h 123"/>
                <a:gd name="T60" fmla="*/ 33 w 58"/>
                <a:gd name="T61" fmla="*/ 4 h 123"/>
                <a:gd name="T62" fmla="*/ 24 w 58"/>
                <a:gd name="T63" fmla="*/ 6 h 123"/>
                <a:gd name="T64" fmla="*/ 18 w 58"/>
                <a:gd name="T65" fmla="*/ 7 h 123"/>
                <a:gd name="T66" fmla="*/ 15 w 58"/>
                <a:gd name="T67" fmla="*/ 12 h 123"/>
                <a:gd name="T68" fmla="*/ 11 w 58"/>
                <a:gd name="T69" fmla="*/ 16 h 123"/>
                <a:gd name="T70" fmla="*/ 6 w 58"/>
                <a:gd name="T71" fmla="*/ 12 h 123"/>
                <a:gd name="T72" fmla="*/ 1 w 58"/>
                <a:gd name="T73" fmla="*/ 18 h 123"/>
                <a:gd name="T74" fmla="*/ 2 w 58"/>
                <a:gd name="T75" fmla="*/ 25 h 123"/>
                <a:gd name="T76" fmla="*/ 2 w 58"/>
                <a:gd name="T77" fmla="*/ 3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123">
                  <a:moveTo>
                    <a:pt x="2" y="39"/>
                  </a:moveTo>
                  <a:cubicBezTo>
                    <a:pt x="4" y="40"/>
                    <a:pt x="4" y="44"/>
                    <a:pt x="5" y="45"/>
                  </a:cubicBezTo>
                  <a:cubicBezTo>
                    <a:pt x="5" y="46"/>
                    <a:pt x="5" y="47"/>
                    <a:pt x="5" y="49"/>
                  </a:cubicBezTo>
                  <a:cubicBezTo>
                    <a:pt x="5" y="50"/>
                    <a:pt x="4" y="51"/>
                    <a:pt x="5" y="52"/>
                  </a:cubicBezTo>
                  <a:cubicBezTo>
                    <a:pt x="6" y="54"/>
                    <a:pt x="8" y="54"/>
                    <a:pt x="8" y="56"/>
                  </a:cubicBezTo>
                  <a:cubicBezTo>
                    <a:pt x="8" y="59"/>
                    <a:pt x="8" y="62"/>
                    <a:pt x="8" y="65"/>
                  </a:cubicBezTo>
                  <a:cubicBezTo>
                    <a:pt x="7" y="66"/>
                    <a:pt x="7" y="68"/>
                    <a:pt x="7" y="69"/>
                  </a:cubicBezTo>
                  <a:cubicBezTo>
                    <a:pt x="7" y="71"/>
                    <a:pt x="8" y="72"/>
                    <a:pt x="9" y="74"/>
                  </a:cubicBezTo>
                  <a:cubicBezTo>
                    <a:pt x="9" y="76"/>
                    <a:pt x="9" y="77"/>
                    <a:pt x="10" y="79"/>
                  </a:cubicBezTo>
                  <a:cubicBezTo>
                    <a:pt x="11" y="80"/>
                    <a:pt x="11" y="80"/>
                    <a:pt x="12" y="81"/>
                  </a:cubicBezTo>
                  <a:cubicBezTo>
                    <a:pt x="13" y="83"/>
                    <a:pt x="14" y="86"/>
                    <a:pt x="15" y="88"/>
                  </a:cubicBezTo>
                  <a:cubicBezTo>
                    <a:pt x="15" y="89"/>
                    <a:pt x="15" y="90"/>
                    <a:pt x="15" y="90"/>
                  </a:cubicBezTo>
                  <a:cubicBezTo>
                    <a:pt x="16" y="92"/>
                    <a:pt x="16" y="93"/>
                    <a:pt x="17" y="94"/>
                  </a:cubicBezTo>
                  <a:cubicBezTo>
                    <a:pt x="17" y="94"/>
                    <a:pt x="18" y="95"/>
                    <a:pt x="18" y="96"/>
                  </a:cubicBezTo>
                  <a:cubicBezTo>
                    <a:pt x="18" y="98"/>
                    <a:pt x="19" y="99"/>
                    <a:pt x="19" y="101"/>
                  </a:cubicBezTo>
                  <a:cubicBezTo>
                    <a:pt x="19" y="105"/>
                    <a:pt x="20" y="110"/>
                    <a:pt x="20" y="114"/>
                  </a:cubicBezTo>
                  <a:cubicBezTo>
                    <a:pt x="20" y="116"/>
                    <a:pt x="22" y="116"/>
                    <a:pt x="22" y="118"/>
                  </a:cubicBezTo>
                  <a:cubicBezTo>
                    <a:pt x="22" y="120"/>
                    <a:pt x="22" y="120"/>
                    <a:pt x="24" y="120"/>
                  </a:cubicBezTo>
                  <a:cubicBezTo>
                    <a:pt x="26" y="119"/>
                    <a:pt x="25" y="118"/>
                    <a:pt x="25" y="117"/>
                  </a:cubicBezTo>
                  <a:cubicBezTo>
                    <a:pt x="25" y="115"/>
                    <a:pt x="25" y="113"/>
                    <a:pt x="26" y="113"/>
                  </a:cubicBezTo>
                  <a:cubicBezTo>
                    <a:pt x="27" y="113"/>
                    <a:pt x="27" y="114"/>
                    <a:pt x="28" y="114"/>
                  </a:cubicBezTo>
                  <a:cubicBezTo>
                    <a:pt x="28" y="115"/>
                    <a:pt x="29" y="115"/>
                    <a:pt x="30" y="116"/>
                  </a:cubicBezTo>
                  <a:cubicBezTo>
                    <a:pt x="31" y="117"/>
                    <a:pt x="32" y="118"/>
                    <a:pt x="32" y="120"/>
                  </a:cubicBezTo>
                  <a:cubicBezTo>
                    <a:pt x="33" y="121"/>
                    <a:pt x="33" y="122"/>
                    <a:pt x="34" y="122"/>
                  </a:cubicBezTo>
                  <a:cubicBezTo>
                    <a:pt x="36" y="123"/>
                    <a:pt x="37" y="122"/>
                    <a:pt x="38" y="122"/>
                  </a:cubicBezTo>
                  <a:cubicBezTo>
                    <a:pt x="39" y="121"/>
                    <a:pt x="39" y="119"/>
                    <a:pt x="40" y="117"/>
                  </a:cubicBezTo>
                  <a:cubicBezTo>
                    <a:pt x="41" y="116"/>
                    <a:pt x="42" y="117"/>
                    <a:pt x="43" y="115"/>
                  </a:cubicBezTo>
                  <a:cubicBezTo>
                    <a:pt x="43" y="114"/>
                    <a:pt x="42" y="112"/>
                    <a:pt x="44" y="111"/>
                  </a:cubicBezTo>
                  <a:cubicBezTo>
                    <a:pt x="45" y="110"/>
                    <a:pt x="47" y="113"/>
                    <a:pt x="48" y="112"/>
                  </a:cubicBezTo>
                  <a:cubicBezTo>
                    <a:pt x="49" y="110"/>
                    <a:pt x="49" y="110"/>
                    <a:pt x="49" y="110"/>
                  </a:cubicBezTo>
                  <a:cubicBezTo>
                    <a:pt x="49" y="110"/>
                    <a:pt x="49" y="110"/>
                    <a:pt x="50" y="109"/>
                  </a:cubicBezTo>
                  <a:cubicBezTo>
                    <a:pt x="50" y="108"/>
                    <a:pt x="49" y="103"/>
                    <a:pt x="51" y="102"/>
                  </a:cubicBezTo>
                  <a:cubicBezTo>
                    <a:pt x="51" y="101"/>
                    <a:pt x="50" y="101"/>
                    <a:pt x="50" y="100"/>
                  </a:cubicBezTo>
                  <a:cubicBezTo>
                    <a:pt x="49" y="99"/>
                    <a:pt x="48" y="98"/>
                    <a:pt x="48" y="98"/>
                  </a:cubicBezTo>
                  <a:cubicBezTo>
                    <a:pt x="46" y="96"/>
                    <a:pt x="47" y="94"/>
                    <a:pt x="46" y="92"/>
                  </a:cubicBezTo>
                  <a:cubicBezTo>
                    <a:pt x="46" y="90"/>
                    <a:pt x="45" y="88"/>
                    <a:pt x="46" y="86"/>
                  </a:cubicBezTo>
                  <a:cubicBezTo>
                    <a:pt x="47" y="84"/>
                    <a:pt x="46" y="82"/>
                    <a:pt x="46" y="79"/>
                  </a:cubicBezTo>
                  <a:cubicBezTo>
                    <a:pt x="45" y="80"/>
                    <a:pt x="44" y="80"/>
                    <a:pt x="43" y="78"/>
                  </a:cubicBezTo>
                  <a:cubicBezTo>
                    <a:pt x="43" y="77"/>
                    <a:pt x="42" y="75"/>
                    <a:pt x="43" y="74"/>
                  </a:cubicBezTo>
                  <a:cubicBezTo>
                    <a:pt x="44" y="73"/>
                    <a:pt x="44" y="74"/>
                    <a:pt x="46" y="74"/>
                  </a:cubicBezTo>
                  <a:cubicBezTo>
                    <a:pt x="47" y="74"/>
                    <a:pt x="48" y="74"/>
                    <a:pt x="50" y="74"/>
                  </a:cubicBezTo>
                  <a:cubicBezTo>
                    <a:pt x="51" y="74"/>
                    <a:pt x="53" y="74"/>
                    <a:pt x="53" y="72"/>
                  </a:cubicBezTo>
                  <a:cubicBezTo>
                    <a:pt x="54" y="71"/>
                    <a:pt x="54" y="69"/>
                    <a:pt x="55" y="68"/>
                  </a:cubicBezTo>
                  <a:cubicBezTo>
                    <a:pt x="55" y="67"/>
                    <a:pt x="56" y="67"/>
                    <a:pt x="56" y="66"/>
                  </a:cubicBezTo>
                  <a:cubicBezTo>
                    <a:pt x="56" y="64"/>
                    <a:pt x="57" y="62"/>
                    <a:pt x="57" y="60"/>
                  </a:cubicBezTo>
                  <a:cubicBezTo>
                    <a:pt x="57" y="56"/>
                    <a:pt x="58" y="52"/>
                    <a:pt x="58" y="49"/>
                  </a:cubicBezTo>
                  <a:cubicBezTo>
                    <a:pt x="58" y="45"/>
                    <a:pt x="57" y="42"/>
                    <a:pt x="56" y="40"/>
                  </a:cubicBezTo>
                  <a:cubicBezTo>
                    <a:pt x="55" y="37"/>
                    <a:pt x="55" y="35"/>
                    <a:pt x="54" y="33"/>
                  </a:cubicBezTo>
                  <a:cubicBezTo>
                    <a:pt x="53" y="31"/>
                    <a:pt x="51" y="29"/>
                    <a:pt x="51" y="28"/>
                  </a:cubicBezTo>
                  <a:cubicBezTo>
                    <a:pt x="50" y="27"/>
                    <a:pt x="50" y="26"/>
                    <a:pt x="50" y="25"/>
                  </a:cubicBezTo>
                  <a:cubicBezTo>
                    <a:pt x="50" y="23"/>
                    <a:pt x="50" y="23"/>
                    <a:pt x="49" y="22"/>
                  </a:cubicBezTo>
                  <a:cubicBezTo>
                    <a:pt x="47" y="21"/>
                    <a:pt x="49" y="20"/>
                    <a:pt x="49" y="19"/>
                  </a:cubicBezTo>
                  <a:cubicBezTo>
                    <a:pt x="50" y="18"/>
                    <a:pt x="50" y="17"/>
                    <a:pt x="50" y="16"/>
                  </a:cubicBezTo>
                  <a:cubicBezTo>
                    <a:pt x="48" y="16"/>
                    <a:pt x="46" y="17"/>
                    <a:pt x="45" y="17"/>
                  </a:cubicBezTo>
                  <a:cubicBezTo>
                    <a:pt x="44" y="17"/>
                    <a:pt x="42" y="17"/>
                    <a:pt x="41" y="16"/>
                  </a:cubicBezTo>
                  <a:cubicBezTo>
                    <a:pt x="40" y="16"/>
                    <a:pt x="40" y="16"/>
                    <a:pt x="39" y="15"/>
                  </a:cubicBezTo>
                  <a:cubicBezTo>
                    <a:pt x="36" y="15"/>
                    <a:pt x="35" y="15"/>
                    <a:pt x="32" y="14"/>
                  </a:cubicBezTo>
                  <a:cubicBezTo>
                    <a:pt x="32" y="13"/>
                    <a:pt x="33" y="13"/>
                    <a:pt x="34" y="11"/>
                  </a:cubicBezTo>
                  <a:cubicBezTo>
                    <a:pt x="35" y="11"/>
                    <a:pt x="34" y="9"/>
                    <a:pt x="34" y="8"/>
                  </a:cubicBezTo>
                  <a:cubicBezTo>
                    <a:pt x="34" y="6"/>
                    <a:pt x="35" y="4"/>
                    <a:pt x="34" y="2"/>
                  </a:cubicBezTo>
                  <a:cubicBezTo>
                    <a:pt x="34" y="1"/>
                    <a:pt x="34" y="1"/>
                    <a:pt x="34" y="1"/>
                  </a:cubicBezTo>
                  <a:cubicBezTo>
                    <a:pt x="33" y="2"/>
                    <a:pt x="33" y="3"/>
                    <a:pt x="33" y="4"/>
                  </a:cubicBezTo>
                  <a:cubicBezTo>
                    <a:pt x="32" y="4"/>
                    <a:pt x="30" y="3"/>
                    <a:pt x="28" y="4"/>
                  </a:cubicBezTo>
                  <a:cubicBezTo>
                    <a:pt x="27" y="4"/>
                    <a:pt x="26" y="6"/>
                    <a:pt x="24" y="6"/>
                  </a:cubicBezTo>
                  <a:cubicBezTo>
                    <a:pt x="23" y="3"/>
                    <a:pt x="20" y="2"/>
                    <a:pt x="19" y="0"/>
                  </a:cubicBezTo>
                  <a:cubicBezTo>
                    <a:pt x="19" y="2"/>
                    <a:pt x="19" y="5"/>
                    <a:pt x="18" y="7"/>
                  </a:cubicBezTo>
                  <a:cubicBezTo>
                    <a:pt x="17" y="8"/>
                    <a:pt x="16" y="7"/>
                    <a:pt x="15" y="9"/>
                  </a:cubicBezTo>
                  <a:cubicBezTo>
                    <a:pt x="15" y="9"/>
                    <a:pt x="15" y="11"/>
                    <a:pt x="15" y="12"/>
                  </a:cubicBezTo>
                  <a:cubicBezTo>
                    <a:pt x="14" y="12"/>
                    <a:pt x="13" y="12"/>
                    <a:pt x="12" y="12"/>
                  </a:cubicBezTo>
                  <a:cubicBezTo>
                    <a:pt x="12" y="14"/>
                    <a:pt x="12" y="15"/>
                    <a:pt x="11" y="16"/>
                  </a:cubicBezTo>
                  <a:cubicBezTo>
                    <a:pt x="10" y="17"/>
                    <a:pt x="8" y="18"/>
                    <a:pt x="6" y="18"/>
                  </a:cubicBezTo>
                  <a:cubicBezTo>
                    <a:pt x="6" y="16"/>
                    <a:pt x="6" y="14"/>
                    <a:pt x="6" y="12"/>
                  </a:cubicBezTo>
                  <a:cubicBezTo>
                    <a:pt x="6" y="12"/>
                    <a:pt x="3" y="13"/>
                    <a:pt x="1" y="13"/>
                  </a:cubicBezTo>
                  <a:cubicBezTo>
                    <a:pt x="0" y="15"/>
                    <a:pt x="0" y="16"/>
                    <a:pt x="1" y="18"/>
                  </a:cubicBezTo>
                  <a:cubicBezTo>
                    <a:pt x="1" y="19"/>
                    <a:pt x="3" y="19"/>
                    <a:pt x="3" y="21"/>
                  </a:cubicBezTo>
                  <a:cubicBezTo>
                    <a:pt x="3" y="22"/>
                    <a:pt x="2" y="23"/>
                    <a:pt x="2" y="25"/>
                  </a:cubicBezTo>
                  <a:cubicBezTo>
                    <a:pt x="3" y="26"/>
                    <a:pt x="4" y="27"/>
                    <a:pt x="4" y="29"/>
                  </a:cubicBezTo>
                  <a:cubicBezTo>
                    <a:pt x="4" y="32"/>
                    <a:pt x="3" y="35"/>
                    <a:pt x="2" y="39"/>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7" name="Freeform 284">
              <a:extLst>
                <a:ext uri="{FF2B5EF4-FFF2-40B4-BE49-F238E27FC236}">
                  <a16:creationId xmlns:a16="http://schemas.microsoft.com/office/drawing/2014/main" id="{AB5ACC6E-254A-490F-975E-DC797C4F0268}"/>
                </a:ext>
              </a:extLst>
            </p:cNvPr>
            <p:cNvSpPr>
              <a:spLocks/>
            </p:cNvSpPr>
            <p:nvPr/>
          </p:nvSpPr>
          <p:spPr bwMode="auto">
            <a:xfrm>
              <a:off x="5751513" y="3079751"/>
              <a:ext cx="492125" cy="176213"/>
            </a:xfrm>
            <a:custGeom>
              <a:avLst/>
              <a:gdLst>
                <a:gd name="T0" fmla="*/ 2 w 139"/>
                <a:gd name="T1" fmla="*/ 39 h 50"/>
                <a:gd name="T2" fmla="*/ 16 w 139"/>
                <a:gd name="T3" fmla="*/ 43 h 50"/>
                <a:gd name="T4" fmla="*/ 28 w 139"/>
                <a:gd name="T5" fmla="*/ 46 h 50"/>
                <a:gd name="T6" fmla="*/ 54 w 139"/>
                <a:gd name="T7" fmla="*/ 45 h 50"/>
                <a:gd name="T8" fmla="*/ 65 w 139"/>
                <a:gd name="T9" fmla="*/ 46 h 50"/>
                <a:gd name="T10" fmla="*/ 77 w 139"/>
                <a:gd name="T11" fmla="*/ 47 h 50"/>
                <a:gd name="T12" fmla="*/ 82 w 139"/>
                <a:gd name="T13" fmla="*/ 47 h 50"/>
                <a:gd name="T14" fmla="*/ 89 w 139"/>
                <a:gd name="T15" fmla="*/ 47 h 50"/>
                <a:gd name="T16" fmla="*/ 94 w 139"/>
                <a:gd name="T17" fmla="*/ 45 h 50"/>
                <a:gd name="T18" fmla="*/ 115 w 139"/>
                <a:gd name="T19" fmla="*/ 49 h 50"/>
                <a:gd name="T20" fmla="*/ 123 w 139"/>
                <a:gd name="T21" fmla="*/ 47 h 50"/>
                <a:gd name="T22" fmla="*/ 135 w 139"/>
                <a:gd name="T23" fmla="*/ 40 h 50"/>
                <a:gd name="T24" fmla="*/ 138 w 139"/>
                <a:gd name="T25" fmla="*/ 33 h 50"/>
                <a:gd name="T26" fmla="*/ 133 w 139"/>
                <a:gd name="T27" fmla="*/ 21 h 50"/>
                <a:gd name="T28" fmla="*/ 123 w 139"/>
                <a:gd name="T29" fmla="*/ 16 h 50"/>
                <a:gd name="T30" fmla="*/ 111 w 139"/>
                <a:gd name="T31" fmla="*/ 18 h 50"/>
                <a:gd name="T32" fmla="*/ 109 w 139"/>
                <a:gd name="T33" fmla="*/ 7 h 50"/>
                <a:gd name="T34" fmla="*/ 114 w 139"/>
                <a:gd name="T35" fmla="*/ 2 h 50"/>
                <a:gd name="T36" fmla="*/ 103 w 139"/>
                <a:gd name="T37" fmla="*/ 2 h 50"/>
                <a:gd name="T38" fmla="*/ 91 w 139"/>
                <a:gd name="T39" fmla="*/ 6 h 50"/>
                <a:gd name="T40" fmla="*/ 87 w 139"/>
                <a:gd name="T41" fmla="*/ 6 h 50"/>
                <a:gd name="T42" fmla="*/ 80 w 139"/>
                <a:gd name="T43" fmla="*/ 9 h 50"/>
                <a:gd name="T44" fmla="*/ 73 w 139"/>
                <a:gd name="T45" fmla="*/ 16 h 50"/>
                <a:gd name="T46" fmla="*/ 70 w 139"/>
                <a:gd name="T47" fmla="*/ 19 h 50"/>
                <a:gd name="T48" fmla="*/ 66 w 139"/>
                <a:gd name="T49" fmla="*/ 13 h 50"/>
                <a:gd name="T50" fmla="*/ 60 w 139"/>
                <a:gd name="T51" fmla="*/ 16 h 50"/>
                <a:gd name="T52" fmla="*/ 53 w 139"/>
                <a:gd name="T53" fmla="*/ 11 h 50"/>
                <a:gd name="T54" fmla="*/ 43 w 139"/>
                <a:gd name="T55" fmla="*/ 10 h 50"/>
                <a:gd name="T56" fmla="*/ 33 w 139"/>
                <a:gd name="T57" fmla="*/ 8 h 50"/>
                <a:gd name="T58" fmla="*/ 22 w 139"/>
                <a:gd name="T59" fmla="*/ 9 h 50"/>
                <a:gd name="T60" fmla="*/ 9 w 139"/>
                <a:gd name="T61" fmla="*/ 13 h 50"/>
                <a:gd name="T62" fmla="*/ 5 w 139"/>
                <a:gd name="T63" fmla="*/ 20 h 50"/>
                <a:gd name="T64" fmla="*/ 7 w 139"/>
                <a:gd name="T6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50">
                  <a:moveTo>
                    <a:pt x="0" y="27"/>
                  </a:moveTo>
                  <a:cubicBezTo>
                    <a:pt x="0" y="31"/>
                    <a:pt x="0" y="36"/>
                    <a:pt x="2" y="39"/>
                  </a:cubicBezTo>
                  <a:cubicBezTo>
                    <a:pt x="3" y="41"/>
                    <a:pt x="6" y="40"/>
                    <a:pt x="9" y="40"/>
                  </a:cubicBezTo>
                  <a:cubicBezTo>
                    <a:pt x="12" y="39"/>
                    <a:pt x="13" y="42"/>
                    <a:pt x="16" y="43"/>
                  </a:cubicBezTo>
                  <a:cubicBezTo>
                    <a:pt x="17" y="43"/>
                    <a:pt x="20" y="44"/>
                    <a:pt x="22" y="44"/>
                  </a:cubicBezTo>
                  <a:cubicBezTo>
                    <a:pt x="24" y="45"/>
                    <a:pt x="26" y="45"/>
                    <a:pt x="28" y="46"/>
                  </a:cubicBezTo>
                  <a:cubicBezTo>
                    <a:pt x="32" y="46"/>
                    <a:pt x="37" y="46"/>
                    <a:pt x="41" y="45"/>
                  </a:cubicBezTo>
                  <a:cubicBezTo>
                    <a:pt x="45" y="45"/>
                    <a:pt x="50" y="45"/>
                    <a:pt x="54" y="45"/>
                  </a:cubicBezTo>
                  <a:cubicBezTo>
                    <a:pt x="56" y="45"/>
                    <a:pt x="58" y="45"/>
                    <a:pt x="59" y="45"/>
                  </a:cubicBezTo>
                  <a:cubicBezTo>
                    <a:pt x="61" y="45"/>
                    <a:pt x="63" y="46"/>
                    <a:pt x="65" y="46"/>
                  </a:cubicBezTo>
                  <a:cubicBezTo>
                    <a:pt x="67" y="46"/>
                    <a:pt x="69" y="44"/>
                    <a:pt x="71" y="44"/>
                  </a:cubicBezTo>
                  <a:cubicBezTo>
                    <a:pt x="73" y="44"/>
                    <a:pt x="75" y="47"/>
                    <a:pt x="77" y="47"/>
                  </a:cubicBezTo>
                  <a:cubicBezTo>
                    <a:pt x="78" y="47"/>
                    <a:pt x="80" y="45"/>
                    <a:pt x="81" y="46"/>
                  </a:cubicBezTo>
                  <a:cubicBezTo>
                    <a:pt x="82" y="47"/>
                    <a:pt x="82" y="47"/>
                    <a:pt x="82" y="47"/>
                  </a:cubicBezTo>
                  <a:cubicBezTo>
                    <a:pt x="83" y="47"/>
                    <a:pt x="83" y="47"/>
                    <a:pt x="83" y="47"/>
                  </a:cubicBezTo>
                  <a:cubicBezTo>
                    <a:pt x="84" y="47"/>
                    <a:pt x="88" y="47"/>
                    <a:pt x="89" y="47"/>
                  </a:cubicBezTo>
                  <a:cubicBezTo>
                    <a:pt x="90" y="46"/>
                    <a:pt x="89" y="45"/>
                    <a:pt x="91" y="45"/>
                  </a:cubicBezTo>
                  <a:cubicBezTo>
                    <a:pt x="92" y="44"/>
                    <a:pt x="93" y="45"/>
                    <a:pt x="94" y="45"/>
                  </a:cubicBezTo>
                  <a:cubicBezTo>
                    <a:pt x="98" y="44"/>
                    <a:pt x="102" y="45"/>
                    <a:pt x="106" y="45"/>
                  </a:cubicBezTo>
                  <a:cubicBezTo>
                    <a:pt x="110" y="45"/>
                    <a:pt x="113" y="46"/>
                    <a:pt x="115" y="49"/>
                  </a:cubicBezTo>
                  <a:cubicBezTo>
                    <a:pt x="117" y="49"/>
                    <a:pt x="120" y="49"/>
                    <a:pt x="122" y="50"/>
                  </a:cubicBezTo>
                  <a:cubicBezTo>
                    <a:pt x="122" y="49"/>
                    <a:pt x="122" y="48"/>
                    <a:pt x="123" y="47"/>
                  </a:cubicBezTo>
                  <a:cubicBezTo>
                    <a:pt x="125" y="46"/>
                    <a:pt x="127" y="46"/>
                    <a:pt x="129" y="45"/>
                  </a:cubicBezTo>
                  <a:cubicBezTo>
                    <a:pt x="132" y="44"/>
                    <a:pt x="133" y="41"/>
                    <a:pt x="135" y="40"/>
                  </a:cubicBezTo>
                  <a:cubicBezTo>
                    <a:pt x="136" y="39"/>
                    <a:pt x="138" y="39"/>
                    <a:pt x="138" y="39"/>
                  </a:cubicBezTo>
                  <a:cubicBezTo>
                    <a:pt x="139" y="37"/>
                    <a:pt x="139" y="35"/>
                    <a:pt x="138" y="33"/>
                  </a:cubicBezTo>
                  <a:cubicBezTo>
                    <a:pt x="136" y="31"/>
                    <a:pt x="132" y="31"/>
                    <a:pt x="131" y="28"/>
                  </a:cubicBezTo>
                  <a:cubicBezTo>
                    <a:pt x="131" y="26"/>
                    <a:pt x="131" y="21"/>
                    <a:pt x="133" y="21"/>
                  </a:cubicBezTo>
                  <a:cubicBezTo>
                    <a:pt x="131" y="21"/>
                    <a:pt x="128" y="21"/>
                    <a:pt x="127" y="20"/>
                  </a:cubicBezTo>
                  <a:cubicBezTo>
                    <a:pt x="125" y="19"/>
                    <a:pt x="125" y="16"/>
                    <a:pt x="123" y="16"/>
                  </a:cubicBezTo>
                  <a:cubicBezTo>
                    <a:pt x="121" y="15"/>
                    <a:pt x="118" y="16"/>
                    <a:pt x="116" y="16"/>
                  </a:cubicBezTo>
                  <a:cubicBezTo>
                    <a:pt x="114" y="17"/>
                    <a:pt x="113" y="19"/>
                    <a:pt x="111" y="18"/>
                  </a:cubicBezTo>
                  <a:cubicBezTo>
                    <a:pt x="110" y="16"/>
                    <a:pt x="111" y="14"/>
                    <a:pt x="111" y="12"/>
                  </a:cubicBezTo>
                  <a:cubicBezTo>
                    <a:pt x="112" y="10"/>
                    <a:pt x="112" y="8"/>
                    <a:pt x="109" y="7"/>
                  </a:cubicBezTo>
                  <a:cubicBezTo>
                    <a:pt x="109" y="6"/>
                    <a:pt x="110" y="4"/>
                    <a:pt x="111" y="4"/>
                  </a:cubicBezTo>
                  <a:cubicBezTo>
                    <a:pt x="112" y="3"/>
                    <a:pt x="114" y="4"/>
                    <a:pt x="114" y="2"/>
                  </a:cubicBezTo>
                  <a:cubicBezTo>
                    <a:pt x="112" y="2"/>
                    <a:pt x="110" y="2"/>
                    <a:pt x="108" y="2"/>
                  </a:cubicBezTo>
                  <a:cubicBezTo>
                    <a:pt x="106" y="2"/>
                    <a:pt x="104" y="2"/>
                    <a:pt x="103" y="2"/>
                  </a:cubicBezTo>
                  <a:cubicBezTo>
                    <a:pt x="100" y="6"/>
                    <a:pt x="96" y="0"/>
                    <a:pt x="93" y="2"/>
                  </a:cubicBezTo>
                  <a:cubicBezTo>
                    <a:pt x="91" y="3"/>
                    <a:pt x="92" y="4"/>
                    <a:pt x="91" y="6"/>
                  </a:cubicBezTo>
                  <a:cubicBezTo>
                    <a:pt x="91" y="8"/>
                    <a:pt x="90" y="8"/>
                    <a:pt x="90" y="10"/>
                  </a:cubicBezTo>
                  <a:cubicBezTo>
                    <a:pt x="88" y="10"/>
                    <a:pt x="88" y="7"/>
                    <a:pt x="87" y="6"/>
                  </a:cubicBezTo>
                  <a:cubicBezTo>
                    <a:pt x="86" y="5"/>
                    <a:pt x="84" y="5"/>
                    <a:pt x="83" y="5"/>
                  </a:cubicBezTo>
                  <a:cubicBezTo>
                    <a:pt x="83" y="7"/>
                    <a:pt x="80" y="7"/>
                    <a:pt x="80" y="9"/>
                  </a:cubicBezTo>
                  <a:cubicBezTo>
                    <a:pt x="79" y="11"/>
                    <a:pt x="83" y="12"/>
                    <a:pt x="79" y="13"/>
                  </a:cubicBezTo>
                  <a:cubicBezTo>
                    <a:pt x="77" y="13"/>
                    <a:pt x="74" y="12"/>
                    <a:pt x="73" y="16"/>
                  </a:cubicBezTo>
                  <a:cubicBezTo>
                    <a:pt x="73" y="16"/>
                    <a:pt x="72" y="16"/>
                    <a:pt x="71" y="16"/>
                  </a:cubicBezTo>
                  <a:cubicBezTo>
                    <a:pt x="70" y="17"/>
                    <a:pt x="70" y="18"/>
                    <a:pt x="70" y="19"/>
                  </a:cubicBezTo>
                  <a:cubicBezTo>
                    <a:pt x="68" y="19"/>
                    <a:pt x="67" y="20"/>
                    <a:pt x="66" y="18"/>
                  </a:cubicBezTo>
                  <a:cubicBezTo>
                    <a:pt x="65" y="16"/>
                    <a:pt x="66" y="14"/>
                    <a:pt x="66" y="13"/>
                  </a:cubicBezTo>
                  <a:cubicBezTo>
                    <a:pt x="65" y="13"/>
                    <a:pt x="64" y="13"/>
                    <a:pt x="63" y="13"/>
                  </a:cubicBezTo>
                  <a:cubicBezTo>
                    <a:pt x="62" y="14"/>
                    <a:pt x="62" y="16"/>
                    <a:pt x="60" y="16"/>
                  </a:cubicBezTo>
                  <a:cubicBezTo>
                    <a:pt x="59" y="15"/>
                    <a:pt x="59" y="13"/>
                    <a:pt x="58" y="12"/>
                  </a:cubicBezTo>
                  <a:cubicBezTo>
                    <a:pt x="56" y="10"/>
                    <a:pt x="55" y="12"/>
                    <a:pt x="53" y="11"/>
                  </a:cubicBezTo>
                  <a:cubicBezTo>
                    <a:pt x="51" y="10"/>
                    <a:pt x="50" y="9"/>
                    <a:pt x="48" y="9"/>
                  </a:cubicBezTo>
                  <a:cubicBezTo>
                    <a:pt x="46" y="9"/>
                    <a:pt x="45" y="10"/>
                    <a:pt x="43" y="10"/>
                  </a:cubicBezTo>
                  <a:cubicBezTo>
                    <a:pt x="41" y="10"/>
                    <a:pt x="38" y="10"/>
                    <a:pt x="36" y="10"/>
                  </a:cubicBezTo>
                  <a:cubicBezTo>
                    <a:pt x="35" y="10"/>
                    <a:pt x="34" y="9"/>
                    <a:pt x="33" y="8"/>
                  </a:cubicBezTo>
                  <a:cubicBezTo>
                    <a:pt x="31" y="8"/>
                    <a:pt x="30" y="8"/>
                    <a:pt x="28" y="8"/>
                  </a:cubicBezTo>
                  <a:cubicBezTo>
                    <a:pt x="26" y="9"/>
                    <a:pt x="24" y="9"/>
                    <a:pt x="22" y="9"/>
                  </a:cubicBezTo>
                  <a:cubicBezTo>
                    <a:pt x="22" y="13"/>
                    <a:pt x="14" y="11"/>
                    <a:pt x="12" y="12"/>
                  </a:cubicBezTo>
                  <a:cubicBezTo>
                    <a:pt x="10" y="12"/>
                    <a:pt x="10" y="12"/>
                    <a:pt x="9" y="13"/>
                  </a:cubicBezTo>
                  <a:cubicBezTo>
                    <a:pt x="8" y="14"/>
                    <a:pt x="7" y="16"/>
                    <a:pt x="5" y="16"/>
                  </a:cubicBezTo>
                  <a:cubicBezTo>
                    <a:pt x="5" y="18"/>
                    <a:pt x="5" y="19"/>
                    <a:pt x="5" y="20"/>
                  </a:cubicBezTo>
                  <a:cubicBezTo>
                    <a:pt x="5" y="20"/>
                    <a:pt x="6" y="20"/>
                    <a:pt x="6" y="20"/>
                  </a:cubicBezTo>
                  <a:cubicBezTo>
                    <a:pt x="7" y="21"/>
                    <a:pt x="9" y="26"/>
                    <a:pt x="7" y="27"/>
                  </a:cubicBezTo>
                  <a:cubicBezTo>
                    <a:pt x="6" y="28"/>
                    <a:pt x="3" y="28"/>
                    <a:pt x="0" y="27"/>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8" name="Line 285">
              <a:extLst>
                <a:ext uri="{FF2B5EF4-FFF2-40B4-BE49-F238E27FC236}">
                  <a16:creationId xmlns:a16="http://schemas.microsoft.com/office/drawing/2014/main" id="{08A90873-7A75-4CDF-97E1-0007EAD8385A}"/>
                </a:ext>
              </a:extLst>
            </p:cNvPr>
            <p:cNvSpPr>
              <a:spLocks noChangeShapeType="1"/>
            </p:cNvSpPr>
            <p:nvPr/>
          </p:nvSpPr>
          <p:spPr bwMode="auto">
            <a:xfrm>
              <a:off x="6030913" y="3241676"/>
              <a:ext cx="0" cy="0"/>
            </a:xfrm>
            <a:prstGeom prst="line">
              <a:avLst/>
            </a:pr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19" name="Line 286">
              <a:extLst>
                <a:ext uri="{FF2B5EF4-FFF2-40B4-BE49-F238E27FC236}">
                  <a16:creationId xmlns:a16="http://schemas.microsoft.com/office/drawing/2014/main" id="{B1B63699-F46E-4270-83BC-6B2762A516C4}"/>
                </a:ext>
              </a:extLst>
            </p:cNvPr>
            <p:cNvSpPr>
              <a:spLocks noChangeShapeType="1"/>
            </p:cNvSpPr>
            <p:nvPr/>
          </p:nvSpPr>
          <p:spPr bwMode="auto">
            <a:xfrm>
              <a:off x="6030913" y="3241676"/>
              <a:ext cx="0" cy="0"/>
            </a:xfrm>
            <a:prstGeom prst="line">
              <a:avLst/>
            </a:pr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0" name="Freeform 287">
              <a:extLst>
                <a:ext uri="{FF2B5EF4-FFF2-40B4-BE49-F238E27FC236}">
                  <a16:creationId xmlns:a16="http://schemas.microsoft.com/office/drawing/2014/main" id="{843C15BD-F7C6-426F-AB26-59E3318EBC90}"/>
                </a:ext>
              </a:extLst>
            </p:cNvPr>
            <p:cNvSpPr>
              <a:spLocks/>
            </p:cNvSpPr>
            <p:nvPr/>
          </p:nvSpPr>
          <p:spPr bwMode="auto">
            <a:xfrm>
              <a:off x="5429251" y="3260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1" name="Freeform 288">
              <a:extLst>
                <a:ext uri="{FF2B5EF4-FFF2-40B4-BE49-F238E27FC236}">
                  <a16:creationId xmlns:a16="http://schemas.microsoft.com/office/drawing/2014/main" id="{6E964F81-B92E-4BAC-94AB-EE22A0E7F089}"/>
                </a:ext>
              </a:extLst>
            </p:cNvPr>
            <p:cNvSpPr>
              <a:spLocks/>
            </p:cNvSpPr>
            <p:nvPr/>
          </p:nvSpPr>
          <p:spPr bwMode="auto">
            <a:xfrm>
              <a:off x="5429251" y="3260726"/>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2" name="Freeform 289">
              <a:extLst>
                <a:ext uri="{FF2B5EF4-FFF2-40B4-BE49-F238E27FC236}">
                  <a16:creationId xmlns:a16="http://schemas.microsoft.com/office/drawing/2014/main" id="{521C8D3C-676D-4D65-8652-EF6BCEE94E4D}"/>
                </a:ext>
              </a:extLst>
            </p:cNvPr>
            <p:cNvSpPr>
              <a:spLocks/>
            </p:cNvSpPr>
            <p:nvPr/>
          </p:nvSpPr>
          <p:spPr bwMode="auto">
            <a:xfrm>
              <a:off x="5429251" y="32639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3" name="Freeform 290">
              <a:extLst>
                <a:ext uri="{FF2B5EF4-FFF2-40B4-BE49-F238E27FC236}">
                  <a16:creationId xmlns:a16="http://schemas.microsoft.com/office/drawing/2014/main" id="{85362D8A-7F9B-4B0E-A5C5-D9D022ACFFD6}"/>
                </a:ext>
              </a:extLst>
            </p:cNvPr>
            <p:cNvSpPr>
              <a:spLocks/>
            </p:cNvSpPr>
            <p:nvPr/>
          </p:nvSpPr>
          <p:spPr bwMode="auto">
            <a:xfrm>
              <a:off x="5429251" y="32639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4" name="Freeform 291">
              <a:extLst>
                <a:ext uri="{FF2B5EF4-FFF2-40B4-BE49-F238E27FC236}">
                  <a16:creationId xmlns:a16="http://schemas.microsoft.com/office/drawing/2014/main" id="{6067D210-7890-463D-88EF-AED78B423A70}"/>
                </a:ext>
              </a:extLst>
            </p:cNvPr>
            <p:cNvSpPr>
              <a:spLocks/>
            </p:cNvSpPr>
            <p:nvPr/>
          </p:nvSpPr>
          <p:spPr bwMode="auto">
            <a:xfrm>
              <a:off x="4711701" y="2860676"/>
              <a:ext cx="792163" cy="565150"/>
            </a:xfrm>
            <a:custGeom>
              <a:avLst/>
              <a:gdLst>
                <a:gd name="T0" fmla="*/ 26 w 224"/>
                <a:gd name="T1" fmla="*/ 5 h 160"/>
                <a:gd name="T2" fmla="*/ 40 w 224"/>
                <a:gd name="T3" fmla="*/ 2 h 160"/>
                <a:gd name="T4" fmla="*/ 60 w 224"/>
                <a:gd name="T5" fmla="*/ 9 h 160"/>
                <a:gd name="T6" fmla="*/ 63 w 224"/>
                <a:gd name="T7" fmla="*/ 26 h 160"/>
                <a:gd name="T8" fmla="*/ 84 w 224"/>
                <a:gd name="T9" fmla="*/ 32 h 160"/>
                <a:gd name="T10" fmla="*/ 96 w 224"/>
                <a:gd name="T11" fmla="*/ 36 h 160"/>
                <a:gd name="T12" fmla="*/ 107 w 224"/>
                <a:gd name="T13" fmla="*/ 43 h 160"/>
                <a:gd name="T14" fmla="*/ 117 w 224"/>
                <a:gd name="T15" fmla="*/ 45 h 160"/>
                <a:gd name="T16" fmla="*/ 126 w 224"/>
                <a:gd name="T17" fmla="*/ 44 h 160"/>
                <a:gd name="T18" fmla="*/ 142 w 224"/>
                <a:gd name="T19" fmla="*/ 46 h 160"/>
                <a:gd name="T20" fmla="*/ 153 w 224"/>
                <a:gd name="T21" fmla="*/ 53 h 160"/>
                <a:gd name="T22" fmla="*/ 163 w 224"/>
                <a:gd name="T23" fmla="*/ 47 h 160"/>
                <a:gd name="T24" fmla="*/ 169 w 224"/>
                <a:gd name="T25" fmla="*/ 53 h 160"/>
                <a:gd name="T26" fmla="*/ 179 w 224"/>
                <a:gd name="T27" fmla="*/ 56 h 160"/>
                <a:gd name="T28" fmla="*/ 194 w 224"/>
                <a:gd name="T29" fmla="*/ 52 h 160"/>
                <a:gd name="T30" fmla="*/ 209 w 224"/>
                <a:gd name="T31" fmla="*/ 54 h 160"/>
                <a:gd name="T32" fmla="*/ 213 w 224"/>
                <a:gd name="T33" fmla="*/ 46 h 160"/>
                <a:gd name="T34" fmla="*/ 217 w 224"/>
                <a:gd name="T35" fmla="*/ 40 h 160"/>
                <a:gd name="T36" fmla="*/ 221 w 224"/>
                <a:gd name="T37" fmla="*/ 58 h 160"/>
                <a:gd name="T38" fmla="*/ 211 w 224"/>
                <a:gd name="T39" fmla="*/ 66 h 160"/>
                <a:gd name="T40" fmla="*/ 203 w 224"/>
                <a:gd name="T41" fmla="*/ 79 h 160"/>
                <a:gd name="T42" fmla="*/ 210 w 224"/>
                <a:gd name="T43" fmla="*/ 94 h 160"/>
                <a:gd name="T44" fmla="*/ 207 w 224"/>
                <a:gd name="T45" fmla="*/ 108 h 160"/>
                <a:gd name="T46" fmla="*/ 203 w 224"/>
                <a:gd name="T47" fmla="*/ 114 h 160"/>
                <a:gd name="T48" fmla="*/ 189 w 224"/>
                <a:gd name="T49" fmla="*/ 112 h 160"/>
                <a:gd name="T50" fmla="*/ 175 w 224"/>
                <a:gd name="T51" fmla="*/ 122 h 160"/>
                <a:gd name="T52" fmla="*/ 168 w 224"/>
                <a:gd name="T53" fmla="*/ 143 h 160"/>
                <a:gd name="T54" fmla="*/ 157 w 224"/>
                <a:gd name="T55" fmla="*/ 145 h 160"/>
                <a:gd name="T56" fmla="*/ 147 w 224"/>
                <a:gd name="T57" fmla="*/ 148 h 160"/>
                <a:gd name="T58" fmla="*/ 136 w 224"/>
                <a:gd name="T59" fmla="*/ 155 h 160"/>
                <a:gd name="T60" fmla="*/ 128 w 224"/>
                <a:gd name="T61" fmla="*/ 141 h 160"/>
                <a:gd name="T62" fmla="*/ 115 w 224"/>
                <a:gd name="T63" fmla="*/ 136 h 160"/>
                <a:gd name="T64" fmla="*/ 107 w 224"/>
                <a:gd name="T65" fmla="*/ 143 h 160"/>
                <a:gd name="T66" fmla="*/ 102 w 224"/>
                <a:gd name="T67" fmla="*/ 148 h 160"/>
                <a:gd name="T68" fmla="*/ 83 w 224"/>
                <a:gd name="T69" fmla="*/ 155 h 160"/>
                <a:gd name="T70" fmla="*/ 70 w 224"/>
                <a:gd name="T71" fmla="*/ 151 h 160"/>
                <a:gd name="T72" fmla="*/ 60 w 224"/>
                <a:gd name="T73" fmla="*/ 160 h 160"/>
                <a:gd name="T74" fmla="*/ 38 w 224"/>
                <a:gd name="T75" fmla="*/ 151 h 160"/>
                <a:gd name="T76" fmla="*/ 8 w 224"/>
                <a:gd name="T77" fmla="*/ 147 h 160"/>
                <a:gd name="T78" fmla="*/ 5 w 224"/>
                <a:gd name="T79" fmla="*/ 133 h 160"/>
                <a:gd name="T80" fmla="*/ 7 w 224"/>
                <a:gd name="T81" fmla="*/ 108 h 160"/>
                <a:gd name="T82" fmla="*/ 29 w 224"/>
                <a:gd name="T83" fmla="*/ 94 h 160"/>
                <a:gd name="T84" fmla="*/ 41 w 224"/>
                <a:gd name="T85" fmla="*/ 89 h 160"/>
                <a:gd name="T86" fmla="*/ 55 w 224"/>
                <a:gd name="T87" fmla="*/ 81 h 160"/>
                <a:gd name="T88" fmla="*/ 38 w 224"/>
                <a:gd name="T89" fmla="*/ 69 h 160"/>
                <a:gd name="T90" fmla="*/ 39 w 224"/>
                <a:gd name="T91" fmla="*/ 55 h 160"/>
                <a:gd name="T92" fmla="*/ 31 w 224"/>
                <a:gd name="T93" fmla="*/ 47 h 160"/>
                <a:gd name="T94" fmla="*/ 49 w 224"/>
                <a:gd name="T95" fmla="*/ 41 h 160"/>
                <a:gd name="T96" fmla="*/ 42 w 224"/>
                <a:gd name="T97" fmla="*/ 32 h 160"/>
                <a:gd name="T98" fmla="*/ 29 w 224"/>
                <a:gd name="T99" fmla="*/ 18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4" h="160">
                  <a:moveTo>
                    <a:pt x="23" y="7"/>
                  </a:moveTo>
                  <a:cubicBezTo>
                    <a:pt x="23" y="6"/>
                    <a:pt x="23" y="6"/>
                    <a:pt x="23" y="6"/>
                  </a:cubicBezTo>
                  <a:cubicBezTo>
                    <a:pt x="24" y="6"/>
                    <a:pt x="25" y="5"/>
                    <a:pt x="26" y="5"/>
                  </a:cubicBezTo>
                  <a:cubicBezTo>
                    <a:pt x="28" y="4"/>
                    <a:pt x="30" y="4"/>
                    <a:pt x="33" y="3"/>
                  </a:cubicBezTo>
                  <a:cubicBezTo>
                    <a:pt x="36" y="3"/>
                    <a:pt x="35" y="3"/>
                    <a:pt x="36" y="1"/>
                  </a:cubicBezTo>
                  <a:cubicBezTo>
                    <a:pt x="38" y="0"/>
                    <a:pt x="38" y="2"/>
                    <a:pt x="40" y="2"/>
                  </a:cubicBezTo>
                  <a:cubicBezTo>
                    <a:pt x="41" y="3"/>
                    <a:pt x="42" y="2"/>
                    <a:pt x="43" y="3"/>
                  </a:cubicBezTo>
                  <a:cubicBezTo>
                    <a:pt x="44" y="3"/>
                    <a:pt x="44" y="5"/>
                    <a:pt x="45" y="6"/>
                  </a:cubicBezTo>
                  <a:cubicBezTo>
                    <a:pt x="48" y="10"/>
                    <a:pt x="56" y="8"/>
                    <a:pt x="60" y="9"/>
                  </a:cubicBezTo>
                  <a:cubicBezTo>
                    <a:pt x="60" y="11"/>
                    <a:pt x="61" y="13"/>
                    <a:pt x="62" y="14"/>
                  </a:cubicBezTo>
                  <a:cubicBezTo>
                    <a:pt x="62" y="16"/>
                    <a:pt x="62" y="17"/>
                    <a:pt x="61" y="19"/>
                  </a:cubicBezTo>
                  <a:cubicBezTo>
                    <a:pt x="60" y="22"/>
                    <a:pt x="58" y="25"/>
                    <a:pt x="63" y="26"/>
                  </a:cubicBezTo>
                  <a:cubicBezTo>
                    <a:pt x="66" y="27"/>
                    <a:pt x="70" y="25"/>
                    <a:pt x="73" y="27"/>
                  </a:cubicBezTo>
                  <a:cubicBezTo>
                    <a:pt x="75" y="28"/>
                    <a:pt x="78" y="29"/>
                    <a:pt x="79" y="32"/>
                  </a:cubicBezTo>
                  <a:cubicBezTo>
                    <a:pt x="80" y="32"/>
                    <a:pt x="83" y="32"/>
                    <a:pt x="84" y="32"/>
                  </a:cubicBezTo>
                  <a:cubicBezTo>
                    <a:pt x="86" y="33"/>
                    <a:pt x="85" y="35"/>
                    <a:pt x="86" y="37"/>
                  </a:cubicBezTo>
                  <a:cubicBezTo>
                    <a:pt x="87" y="38"/>
                    <a:pt x="89" y="38"/>
                    <a:pt x="91" y="38"/>
                  </a:cubicBezTo>
                  <a:cubicBezTo>
                    <a:pt x="94" y="38"/>
                    <a:pt x="94" y="37"/>
                    <a:pt x="96" y="36"/>
                  </a:cubicBezTo>
                  <a:cubicBezTo>
                    <a:pt x="96" y="35"/>
                    <a:pt x="100" y="33"/>
                    <a:pt x="101" y="33"/>
                  </a:cubicBezTo>
                  <a:cubicBezTo>
                    <a:pt x="103" y="32"/>
                    <a:pt x="106" y="32"/>
                    <a:pt x="108" y="32"/>
                  </a:cubicBezTo>
                  <a:cubicBezTo>
                    <a:pt x="108" y="36"/>
                    <a:pt x="107" y="40"/>
                    <a:pt x="107" y="43"/>
                  </a:cubicBezTo>
                  <a:cubicBezTo>
                    <a:pt x="109" y="43"/>
                    <a:pt x="110" y="44"/>
                    <a:pt x="111" y="44"/>
                  </a:cubicBezTo>
                  <a:cubicBezTo>
                    <a:pt x="112" y="45"/>
                    <a:pt x="113" y="47"/>
                    <a:pt x="114" y="47"/>
                  </a:cubicBezTo>
                  <a:cubicBezTo>
                    <a:pt x="114" y="47"/>
                    <a:pt x="116" y="45"/>
                    <a:pt x="117" y="45"/>
                  </a:cubicBezTo>
                  <a:cubicBezTo>
                    <a:pt x="118" y="44"/>
                    <a:pt x="118" y="44"/>
                    <a:pt x="119" y="43"/>
                  </a:cubicBezTo>
                  <a:cubicBezTo>
                    <a:pt x="121" y="42"/>
                    <a:pt x="120" y="42"/>
                    <a:pt x="122" y="42"/>
                  </a:cubicBezTo>
                  <a:cubicBezTo>
                    <a:pt x="124" y="42"/>
                    <a:pt x="125" y="43"/>
                    <a:pt x="126" y="44"/>
                  </a:cubicBezTo>
                  <a:cubicBezTo>
                    <a:pt x="128" y="45"/>
                    <a:pt x="130" y="45"/>
                    <a:pt x="133" y="44"/>
                  </a:cubicBezTo>
                  <a:cubicBezTo>
                    <a:pt x="133" y="43"/>
                    <a:pt x="137" y="45"/>
                    <a:pt x="139" y="46"/>
                  </a:cubicBezTo>
                  <a:cubicBezTo>
                    <a:pt x="140" y="46"/>
                    <a:pt x="141" y="46"/>
                    <a:pt x="142" y="46"/>
                  </a:cubicBezTo>
                  <a:cubicBezTo>
                    <a:pt x="143" y="46"/>
                    <a:pt x="143" y="47"/>
                    <a:pt x="144" y="47"/>
                  </a:cubicBezTo>
                  <a:cubicBezTo>
                    <a:pt x="145" y="48"/>
                    <a:pt x="148" y="49"/>
                    <a:pt x="149" y="50"/>
                  </a:cubicBezTo>
                  <a:cubicBezTo>
                    <a:pt x="150" y="51"/>
                    <a:pt x="151" y="53"/>
                    <a:pt x="153" y="53"/>
                  </a:cubicBezTo>
                  <a:cubicBezTo>
                    <a:pt x="153" y="53"/>
                    <a:pt x="154" y="52"/>
                    <a:pt x="154" y="52"/>
                  </a:cubicBezTo>
                  <a:cubicBezTo>
                    <a:pt x="158" y="52"/>
                    <a:pt x="159" y="51"/>
                    <a:pt x="162" y="49"/>
                  </a:cubicBezTo>
                  <a:cubicBezTo>
                    <a:pt x="162" y="48"/>
                    <a:pt x="162" y="48"/>
                    <a:pt x="163" y="47"/>
                  </a:cubicBezTo>
                  <a:cubicBezTo>
                    <a:pt x="164" y="47"/>
                    <a:pt x="165" y="47"/>
                    <a:pt x="165" y="47"/>
                  </a:cubicBezTo>
                  <a:cubicBezTo>
                    <a:pt x="167" y="46"/>
                    <a:pt x="166" y="44"/>
                    <a:pt x="168" y="44"/>
                  </a:cubicBezTo>
                  <a:cubicBezTo>
                    <a:pt x="169" y="46"/>
                    <a:pt x="169" y="50"/>
                    <a:pt x="169" y="53"/>
                  </a:cubicBezTo>
                  <a:cubicBezTo>
                    <a:pt x="171" y="53"/>
                    <a:pt x="173" y="52"/>
                    <a:pt x="174" y="53"/>
                  </a:cubicBezTo>
                  <a:cubicBezTo>
                    <a:pt x="174" y="54"/>
                    <a:pt x="174" y="54"/>
                    <a:pt x="174" y="54"/>
                  </a:cubicBezTo>
                  <a:cubicBezTo>
                    <a:pt x="177" y="54"/>
                    <a:pt x="178" y="57"/>
                    <a:pt x="179" y="56"/>
                  </a:cubicBezTo>
                  <a:cubicBezTo>
                    <a:pt x="181" y="55"/>
                    <a:pt x="180" y="52"/>
                    <a:pt x="183" y="52"/>
                  </a:cubicBezTo>
                  <a:cubicBezTo>
                    <a:pt x="186" y="51"/>
                    <a:pt x="188" y="54"/>
                    <a:pt x="191" y="53"/>
                  </a:cubicBezTo>
                  <a:cubicBezTo>
                    <a:pt x="192" y="53"/>
                    <a:pt x="193" y="52"/>
                    <a:pt x="194" y="52"/>
                  </a:cubicBezTo>
                  <a:cubicBezTo>
                    <a:pt x="194" y="52"/>
                    <a:pt x="202" y="50"/>
                    <a:pt x="202" y="51"/>
                  </a:cubicBezTo>
                  <a:cubicBezTo>
                    <a:pt x="202" y="50"/>
                    <a:pt x="203" y="50"/>
                    <a:pt x="203" y="49"/>
                  </a:cubicBezTo>
                  <a:cubicBezTo>
                    <a:pt x="205" y="50"/>
                    <a:pt x="208" y="55"/>
                    <a:pt x="209" y="54"/>
                  </a:cubicBezTo>
                  <a:cubicBezTo>
                    <a:pt x="210" y="53"/>
                    <a:pt x="211" y="51"/>
                    <a:pt x="211" y="50"/>
                  </a:cubicBezTo>
                  <a:cubicBezTo>
                    <a:pt x="212" y="48"/>
                    <a:pt x="211" y="46"/>
                    <a:pt x="213" y="45"/>
                  </a:cubicBezTo>
                  <a:cubicBezTo>
                    <a:pt x="212" y="45"/>
                    <a:pt x="213" y="46"/>
                    <a:pt x="213" y="46"/>
                  </a:cubicBezTo>
                  <a:cubicBezTo>
                    <a:pt x="216" y="47"/>
                    <a:pt x="217" y="46"/>
                    <a:pt x="217" y="42"/>
                  </a:cubicBezTo>
                  <a:cubicBezTo>
                    <a:pt x="217" y="42"/>
                    <a:pt x="217" y="41"/>
                    <a:pt x="217" y="40"/>
                  </a:cubicBezTo>
                  <a:cubicBezTo>
                    <a:pt x="217" y="40"/>
                    <a:pt x="217" y="40"/>
                    <a:pt x="217" y="40"/>
                  </a:cubicBezTo>
                  <a:cubicBezTo>
                    <a:pt x="221" y="44"/>
                    <a:pt x="221" y="44"/>
                    <a:pt x="221" y="44"/>
                  </a:cubicBezTo>
                  <a:cubicBezTo>
                    <a:pt x="221" y="45"/>
                    <a:pt x="220" y="46"/>
                    <a:pt x="220" y="47"/>
                  </a:cubicBezTo>
                  <a:cubicBezTo>
                    <a:pt x="220" y="51"/>
                    <a:pt x="224" y="55"/>
                    <a:pt x="221" y="58"/>
                  </a:cubicBezTo>
                  <a:cubicBezTo>
                    <a:pt x="220" y="59"/>
                    <a:pt x="219" y="60"/>
                    <a:pt x="217" y="61"/>
                  </a:cubicBezTo>
                  <a:cubicBezTo>
                    <a:pt x="216" y="61"/>
                    <a:pt x="215" y="63"/>
                    <a:pt x="214" y="64"/>
                  </a:cubicBezTo>
                  <a:cubicBezTo>
                    <a:pt x="214" y="65"/>
                    <a:pt x="212" y="65"/>
                    <a:pt x="211" y="66"/>
                  </a:cubicBezTo>
                  <a:cubicBezTo>
                    <a:pt x="210" y="67"/>
                    <a:pt x="210" y="69"/>
                    <a:pt x="209" y="70"/>
                  </a:cubicBezTo>
                  <a:cubicBezTo>
                    <a:pt x="208" y="70"/>
                    <a:pt x="206" y="70"/>
                    <a:pt x="205" y="70"/>
                  </a:cubicBezTo>
                  <a:cubicBezTo>
                    <a:pt x="205" y="73"/>
                    <a:pt x="202" y="76"/>
                    <a:pt x="203" y="79"/>
                  </a:cubicBezTo>
                  <a:cubicBezTo>
                    <a:pt x="204" y="81"/>
                    <a:pt x="207" y="81"/>
                    <a:pt x="207" y="83"/>
                  </a:cubicBezTo>
                  <a:cubicBezTo>
                    <a:pt x="214" y="84"/>
                    <a:pt x="215" y="91"/>
                    <a:pt x="215" y="96"/>
                  </a:cubicBezTo>
                  <a:cubicBezTo>
                    <a:pt x="213" y="96"/>
                    <a:pt x="212" y="94"/>
                    <a:pt x="210" y="94"/>
                  </a:cubicBezTo>
                  <a:cubicBezTo>
                    <a:pt x="207" y="95"/>
                    <a:pt x="207" y="97"/>
                    <a:pt x="207" y="99"/>
                  </a:cubicBezTo>
                  <a:cubicBezTo>
                    <a:pt x="205" y="99"/>
                    <a:pt x="204" y="99"/>
                    <a:pt x="202" y="99"/>
                  </a:cubicBezTo>
                  <a:cubicBezTo>
                    <a:pt x="202" y="101"/>
                    <a:pt x="205" y="108"/>
                    <a:pt x="207" y="108"/>
                  </a:cubicBezTo>
                  <a:cubicBezTo>
                    <a:pt x="206" y="110"/>
                    <a:pt x="203" y="111"/>
                    <a:pt x="203" y="113"/>
                  </a:cubicBezTo>
                  <a:cubicBezTo>
                    <a:pt x="204" y="114"/>
                    <a:pt x="204" y="114"/>
                    <a:pt x="204" y="114"/>
                  </a:cubicBezTo>
                  <a:cubicBezTo>
                    <a:pt x="203" y="114"/>
                    <a:pt x="203" y="114"/>
                    <a:pt x="203" y="114"/>
                  </a:cubicBezTo>
                  <a:cubicBezTo>
                    <a:pt x="201" y="114"/>
                    <a:pt x="200" y="112"/>
                    <a:pt x="198" y="111"/>
                  </a:cubicBezTo>
                  <a:cubicBezTo>
                    <a:pt x="196" y="109"/>
                    <a:pt x="192" y="108"/>
                    <a:pt x="189" y="108"/>
                  </a:cubicBezTo>
                  <a:cubicBezTo>
                    <a:pt x="189" y="112"/>
                    <a:pt x="189" y="112"/>
                    <a:pt x="189" y="112"/>
                  </a:cubicBezTo>
                  <a:cubicBezTo>
                    <a:pt x="187" y="112"/>
                    <a:pt x="188" y="113"/>
                    <a:pt x="188" y="115"/>
                  </a:cubicBezTo>
                  <a:cubicBezTo>
                    <a:pt x="185" y="115"/>
                    <a:pt x="183" y="114"/>
                    <a:pt x="180" y="115"/>
                  </a:cubicBezTo>
                  <a:cubicBezTo>
                    <a:pt x="179" y="117"/>
                    <a:pt x="179" y="122"/>
                    <a:pt x="175" y="122"/>
                  </a:cubicBezTo>
                  <a:cubicBezTo>
                    <a:pt x="170" y="123"/>
                    <a:pt x="174" y="129"/>
                    <a:pt x="172" y="132"/>
                  </a:cubicBezTo>
                  <a:cubicBezTo>
                    <a:pt x="171" y="134"/>
                    <a:pt x="169" y="133"/>
                    <a:pt x="169" y="136"/>
                  </a:cubicBezTo>
                  <a:cubicBezTo>
                    <a:pt x="169" y="138"/>
                    <a:pt x="169" y="141"/>
                    <a:pt x="168" y="143"/>
                  </a:cubicBezTo>
                  <a:cubicBezTo>
                    <a:pt x="167" y="144"/>
                    <a:pt x="165" y="144"/>
                    <a:pt x="164" y="144"/>
                  </a:cubicBezTo>
                  <a:cubicBezTo>
                    <a:pt x="162" y="145"/>
                    <a:pt x="164" y="146"/>
                    <a:pt x="163" y="148"/>
                  </a:cubicBezTo>
                  <a:cubicBezTo>
                    <a:pt x="161" y="149"/>
                    <a:pt x="159" y="145"/>
                    <a:pt x="157" y="145"/>
                  </a:cubicBezTo>
                  <a:cubicBezTo>
                    <a:pt x="157" y="147"/>
                    <a:pt x="153" y="149"/>
                    <a:pt x="151" y="149"/>
                  </a:cubicBezTo>
                  <a:cubicBezTo>
                    <a:pt x="151" y="147"/>
                    <a:pt x="150" y="144"/>
                    <a:pt x="148" y="146"/>
                  </a:cubicBezTo>
                  <a:cubicBezTo>
                    <a:pt x="147" y="146"/>
                    <a:pt x="148" y="147"/>
                    <a:pt x="147" y="148"/>
                  </a:cubicBezTo>
                  <a:cubicBezTo>
                    <a:pt x="146" y="149"/>
                    <a:pt x="145" y="149"/>
                    <a:pt x="145" y="150"/>
                  </a:cubicBezTo>
                  <a:cubicBezTo>
                    <a:pt x="144" y="152"/>
                    <a:pt x="145" y="158"/>
                    <a:pt x="140" y="157"/>
                  </a:cubicBezTo>
                  <a:cubicBezTo>
                    <a:pt x="140" y="154"/>
                    <a:pt x="137" y="156"/>
                    <a:pt x="136" y="155"/>
                  </a:cubicBezTo>
                  <a:cubicBezTo>
                    <a:pt x="135" y="154"/>
                    <a:pt x="136" y="151"/>
                    <a:pt x="136" y="150"/>
                  </a:cubicBezTo>
                  <a:cubicBezTo>
                    <a:pt x="136" y="144"/>
                    <a:pt x="132" y="149"/>
                    <a:pt x="129" y="148"/>
                  </a:cubicBezTo>
                  <a:cubicBezTo>
                    <a:pt x="128" y="146"/>
                    <a:pt x="130" y="143"/>
                    <a:pt x="128" y="141"/>
                  </a:cubicBezTo>
                  <a:cubicBezTo>
                    <a:pt x="127" y="140"/>
                    <a:pt x="125" y="140"/>
                    <a:pt x="125" y="138"/>
                  </a:cubicBezTo>
                  <a:cubicBezTo>
                    <a:pt x="125" y="137"/>
                    <a:pt x="125" y="138"/>
                    <a:pt x="124" y="137"/>
                  </a:cubicBezTo>
                  <a:cubicBezTo>
                    <a:pt x="123" y="137"/>
                    <a:pt x="115" y="140"/>
                    <a:pt x="115" y="136"/>
                  </a:cubicBezTo>
                  <a:cubicBezTo>
                    <a:pt x="114" y="136"/>
                    <a:pt x="111" y="135"/>
                    <a:pt x="110" y="136"/>
                  </a:cubicBezTo>
                  <a:cubicBezTo>
                    <a:pt x="108" y="137"/>
                    <a:pt x="110" y="139"/>
                    <a:pt x="109" y="140"/>
                  </a:cubicBezTo>
                  <a:cubicBezTo>
                    <a:pt x="109" y="141"/>
                    <a:pt x="107" y="141"/>
                    <a:pt x="107" y="143"/>
                  </a:cubicBezTo>
                  <a:cubicBezTo>
                    <a:pt x="107" y="144"/>
                    <a:pt x="107" y="144"/>
                    <a:pt x="107" y="145"/>
                  </a:cubicBezTo>
                  <a:cubicBezTo>
                    <a:pt x="107" y="146"/>
                    <a:pt x="106" y="146"/>
                    <a:pt x="105" y="147"/>
                  </a:cubicBezTo>
                  <a:cubicBezTo>
                    <a:pt x="103" y="147"/>
                    <a:pt x="103" y="147"/>
                    <a:pt x="102" y="148"/>
                  </a:cubicBezTo>
                  <a:cubicBezTo>
                    <a:pt x="102" y="149"/>
                    <a:pt x="101" y="150"/>
                    <a:pt x="100" y="150"/>
                  </a:cubicBezTo>
                  <a:cubicBezTo>
                    <a:pt x="97" y="151"/>
                    <a:pt x="93" y="150"/>
                    <a:pt x="89" y="152"/>
                  </a:cubicBezTo>
                  <a:cubicBezTo>
                    <a:pt x="90" y="156"/>
                    <a:pt x="85" y="155"/>
                    <a:pt x="83" y="155"/>
                  </a:cubicBezTo>
                  <a:cubicBezTo>
                    <a:pt x="81" y="156"/>
                    <a:pt x="81" y="157"/>
                    <a:pt x="80" y="158"/>
                  </a:cubicBezTo>
                  <a:cubicBezTo>
                    <a:pt x="79" y="158"/>
                    <a:pt x="77" y="157"/>
                    <a:pt x="76" y="157"/>
                  </a:cubicBezTo>
                  <a:cubicBezTo>
                    <a:pt x="73" y="155"/>
                    <a:pt x="73" y="150"/>
                    <a:pt x="70" y="151"/>
                  </a:cubicBezTo>
                  <a:cubicBezTo>
                    <a:pt x="67" y="151"/>
                    <a:pt x="67" y="153"/>
                    <a:pt x="66" y="155"/>
                  </a:cubicBezTo>
                  <a:cubicBezTo>
                    <a:pt x="65" y="156"/>
                    <a:pt x="63" y="156"/>
                    <a:pt x="61" y="156"/>
                  </a:cubicBezTo>
                  <a:cubicBezTo>
                    <a:pt x="61" y="157"/>
                    <a:pt x="61" y="159"/>
                    <a:pt x="60" y="160"/>
                  </a:cubicBezTo>
                  <a:cubicBezTo>
                    <a:pt x="57" y="160"/>
                    <a:pt x="50" y="160"/>
                    <a:pt x="50" y="156"/>
                  </a:cubicBezTo>
                  <a:cubicBezTo>
                    <a:pt x="49" y="153"/>
                    <a:pt x="50" y="148"/>
                    <a:pt x="46" y="149"/>
                  </a:cubicBezTo>
                  <a:cubicBezTo>
                    <a:pt x="44" y="150"/>
                    <a:pt x="40" y="154"/>
                    <a:pt x="38" y="151"/>
                  </a:cubicBezTo>
                  <a:cubicBezTo>
                    <a:pt x="37" y="148"/>
                    <a:pt x="36" y="145"/>
                    <a:pt x="32" y="145"/>
                  </a:cubicBezTo>
                  <a:cubicBezTo>
                    <a:pt x="32" y="150"/>
                    <a:pt x="29" y="149"/>
                    <a:pt x="24" y="149"/>
                  </a:cubicBezTo>
                  <a:cubicBezTo>
                    <a:pt x="19" y="149"/>
                    <a:pt x="13" y="150"/>
                    <a:pt x="8" y="147"/>
                  </a:cubicBezTo>
                  <a:cubicBezTo>
                    <a:pt x="7" y="146"/>
                    <a:pt x="6" y="146"/>
                    <a:pt x="4" y="145"/>
                  </a:cubicBezTo>
                  <a:cubicBezTo>
                    <a:pt x="7" y="145"/>
                    <a:pt x="10" y="144"/>
                    <a:pt x="10" y="140"/>
                  </a:cubicBezTo>
                  <a:cubicBezTo>
                    <a:pt x="10" y="137"/>
                    <a:pt x="8" y="135"/>
                    <a:pt x="5" y="133"/>
                  </a:cubicBezTo>
                  <a:cubicBezTo>
                    <a:pt x="2" y="131"/>
                    <a:pt x="3" y="127"/>
                    <a:pt x="2" y="124"/>
                  </a:cubicBezTo>
                  <a:cubicBezTo>
                    <a:pt x="0" y="121"/>
                    <a:pt x="0" y="118"/>
                    <a:pt x="2" y="114"/>
                  </a:cubicBezTo>
                  <a:cubicBezTo>
                    <a:pt x="3" y="112"/>
                    <a:pt x="4" y="109"/>
                    <a:pt x="7" y="108"/>
                  </a:cubicBezTo>
                  <a:cubicBezTo>
                    <a:pt x="11" y="108"/>
                    <a:pt x="12" y="106"/>
                    <a:pt x="16" y="104"/>
                  </a:cubicBezTo>
                  <a:cubicBezTo>
                    <a:pt x="18" y="103"/>
                    <a:pt x="22" y="103"/>
                    <a:pt x="23" y="100"/>
                  </a:cubicBezTo>
                  <a:cubicBezTo>
                    <a:pt x="25" y="98"/>
                    <a:pt x="26" y="94"/>
                    <a:pt x="29" y="94"/>
                  </a:cubicBezTo>
                  <a:cubicBezTo>
                    <a:pt x="30" y="93"/>
                    <a:pt x="32" y="93"/>
                    <a:pt x="33" y="92"/>
                  </a:cubicBezTo>
                  <a:cubicBezTo>
                    <a:pt x="35" y="91"/>
                    <a:pt x="35" y="90"/>
                    <a:pt x="35" y="88"/>
                  </a:cubicBezTo>
                  <a:cubicBezTo>
                    <a:pt x="36" y="85"/>
                    <a:pt x="41" y="86"/>
                    <a:pt x="41" y="89"/>
                  </a:cubicBezTo>
                  <a:cubicBezTo>
                    <a:pt x="43" y="90"/>
                    <a:pt x="44" y="88"/>
                    <a:pt x="45" y="87"/>
                  </a:cubicBezTo>
                  <a:cubicBezTo>
                    <a:pt x="48" y="85"/>
                    <a:pt x="51" y="88"/>
                    <a:pt x="54" y="88"/>
                  </a:cubicBezTo>
                  <a:cubicBezTo>
                    <a:pt x="60" y="89"/>
                    <a:pt x="60" y="83"/>
                    <a:pt x="55" y="81"/>
                  </a:cubicBezTo>
                  <a:cubicBezTo>
                    <a:pt x="50" y="80"/>
                    <a:pt x="47" y="77"/>
                    <a:pt x="43" y="75"/>
                  </a:cubicBezTo>
                  <a:cubicBezTo>
                    <a:pt x="41" y="74"/>
                    <a:pt x="40" y="74"/>
                    <a:pt x="39" y="73"/>
                  </a:cubicBezTo>
                  <a:cubicBezTo>
                    <a:pt x="38" y="72"/>
                    <a:pt x="38" y="71"/>
                    <a:pt x="38" y="69"/>
                  </a:cubicBezTo>
                  <a:cubicBezTo>
                    <a:pt x="36" y="66"/>
                    <a:pt x="33" y="65"/>
                    <a:pt x="31" y="62"/>
                  </a:cubicBezTo>
                  <a:cubicBezTo>
                    <a:pt x="34" y="62"/>
                    <a:pt x="37" y="61"/>
                    <a:pt x="39" y="60"/>
                  </a:cubicBezTo>
                  <a:cubicBezTo>
                    <a:pt x="40" y="59"/>
                    <a:pt x="39" y="57"/>
                    <a:pt x="39" y="55"/>
                  </a:cubicBezTo>
                  <a:cubicBezTo>
                    <a:pt x="38" y="54"/>
                    <a:pt x="37" y="54"/>
                    <a:pt x="35" y="54"/>
                  </a:cubicBezTo>
                  <a:cubicBezTo>
                    <a:pt x="33" y="53"/>
                    <a:pt x="31" y="52"/>
                    <a:pt x="29" y="52"/>
                  </a:cubicBezTo>
                  <a:cubicBezTo>
                    <a:pt x="27" y="49"/>
                    <a:pt x="28" y="47"/>
                    <a:pt x="31" y="47"/>
                  </a:cubicBezTo>
                  <a:cubicBezTo>
                    <a:pt x="35" y="46"/>
                    <a:pt x="33" y="45"/>
                    <a:pt x="36" y="44"/>
                  </a:cubicBezTo>
                  <a:cubicBezTo>
                    <a:pt x="40" y="43"/>
                    <a:pt x="44" y="44"/>
                    <a:pt x="47" y="44"/>
                  </a:cubicBezTo>
                  <a:cubicBezTo>
                    <a:pt x="49" y="44"/>
                    <a:pt x="50" y="43"/>
                    <a:pt x="49" y="41"/>
                  </a:cubicBezTo>
                  <a:cubicBezTo>
                    <a:pt x="48" y="40"/>
                    <a:pt x="46" y="40"/>
                    <a:pt x="45" y="40"/>
                  </a:cubicBezTo>
                  <a:cubicBezTo>
                    <a:pt x="45" y="39"/>
                    <a:pt x="44" y="38"/>
                    <a:pt x="43" y="38"/>
                  </a:cubicBezTo>
                  <a:cubicBezTo>
                    <a:pt x="42" y="36"/>
                    <a:pt x="42" y="34"/>
                    <a:pt x="42" y="32"/>
                  </a:cubicBezTo>
                  <a:cubicBezTo>
                    <a:pt x="40" y="32"/>
                    <a:pt x="37" y="33"/>
                    <a:pt x="34" y="31"/>
                  </a:cubicBezTo>
                  <a:cubicBezTo>
                    <a:pt x="32" y="29"/>
                    <a:pt x="34" y="26"/>
                    <a:pt x="33" y="23"/>
                  </a:cubicBezTo>
                  <a:cubicBezTo>
                    <a:pt x="32" y="20"/>
                    <a:pt x="28" y="21"/>
                    <a:pt x="29" y="18"/>
                  </a:cubicBezTo>
                  <a:cubicBezTo>
                    <a:pt x="30" y="15"/>
                    <a:pt x="26" y="13"/>
                    <a:pt x="27" y="10"/>
                  </a:cubicBezTo>
                  <a:cubicBezTo>
                    <a:pt x="24" y="10"/>
                    <a:pt x="23" y="8"/>
                    <a:pt x="23" y="7"/>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5" name="Rectangle 124">
              <a:extLst>
                <a:ext uri="{FF2B5EF4-FFF2-40B4-BE49-F238E27FC236}">
                  <a16:creationId xmlns:a16="http://schemas.microsoft.com/office/drawing/2014/main" id="{4FD4DF94-01F0-4F59-90A8-3B9EDFAE200C}"/>
                </a:ext>
              </a:extLst>
            </p:cNvPr>
            <p:cNvSpPr>
              <a:spLocks noChangeArrowheads="1"/>
            </p:cNvSpPr>
            <p:nvPr/>
          </p:nvSpPr>
          <p:spPr bwMode="auto">
            <a:xfrm>
              <a:off x="5322888" y="3794126"/>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6" name="Freeform 293">
              <a:extLst>
                <a:ext uri="{FF2B5EF4-FFF2-40B4-BE49-F238E27FC236}">
                  <a16:creationId xmlns:a16="http://schemas.microsoft.com/office/drawing/2014/main" id="{878CF589-FCC5-45FB-8471-7DD567306BFC}"/>
                </a:ext>
              </a:extLst>
            </p:cNvPr>
            <p:cNvSpPr>
              <a:spLocks/>
            </p:cNvSpPr>
            <p:nvPr/>
          </p:nvSpPr>
          <p:spPr bwMode="auto">
            <a:xfrm>
              <a:off x="5322888" y="37909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7" name="Freeform 294">
              <a:extLst>
                <a:ext uri="{FF2B5EF4-FFF2-40B4-BE49-F238E27FC236}">
                  <a16:creationId xmlns:a16="http://schemas.microsoft.com/office/drawing/2014/main" id="{00269D49-00DF-4CDE-9508-3CE3B65B364D}"/>
                </a:ext>
              </a:extLst>
            </p:cNvPr>
            <p:cNvSpPr>
              <a:spLocks/>
            </p:cNvSpPr>
            <p:nvPr/>
          </p:nvSpPr>
          <p:spPr bwMode="auto">
            <a:xfrm>
              <a:off x="4354513" y="3705226"/>
              <a:ext cx="1057275" cy="809625"/>
            </a:xfrm>
            <a:custGeom>
              <a:avLst/>
              <a:gdLst>
                <a:gd name="T0" fmla="*/ 278 w 299"/>
                <a:gd name="T1" fmla="*/ 32 h 229"/>
                <a:gd name="T2" fmla="*/ 259 w 299"/>
                <a:gd name="T3" fmla="*/ 16 h 229"/>
                <a:gd name="T4" fmla="*/ 232 w 299"/>
                <a:gd name="T5" fmla="*/ 4 h 229"/>
                <a:gd name="T6" fmla="*/ 224 w 299"/>
                <a:gd name="T7" fmla="*/ 27 h 229"/>
                <a:gd name="T8" fmla="*/ 198 w 299"/>
                <a:gd name="T9" fmla="*/ 19 h 229"/>
                <a:gd name="T10" fmla="*/ 184 w 299"/>
                <a:gd name="T11" fmla="*/ 17 h 229"/>
                <a:gd name="T12" fmla="*/ 160 w 299"/>
                <a:gd name="T13" fmla="*/ 6 h 229"/>
                <a:gd name="T14" fmla="*/ 132 w 299"/>
                <a:gd name="T15" fmla="*/ 0 h 229"/>
                <a:gd name="T16" fmla="*/ 113 w 299"/>
                <a:gd name="T17" fmla="*/ 20 h 229"/>
                <a:gd name="T18" fmla="*/ 106 w 299"/>
                <a:gd name="T19" fmla="*/ 41 h 229"/>
                <a:gd name="T20" fmla="*/ 94 w 299"/>
                <a:gd name="T21" fmla="*/ 58 h 229"/>
                <a:gd name="T22" fmla="*/ 81 w 299"/>
                <a:gd name="T23" fmla="*/ 66 h 229"/>
                <a:gd name="T24" fmla="*/ 55 w 299"/>
                <a:gd name="T25" fmla="*/ 78 h 229"/>
                <a:gd name="T26" fmla="*/ 54 w 299"/>
                <a:gd name="T27" fmla="*/ 100 h 229"/>
                <a:gd name="T28" fmla="*/ 67 w 299"/>
                <a:gd name="T29" fmla="*/ 123 h 229"/>
                <a:gd name="T30" fmla="*/ 52 w 299"/>
                <a:gd name="T31" fmla="*/ 130 h 229"/>
                <a:gd name="T32" fmla="*/ 28 w 299"/>
                <a:gd name="T33" fmla="*/ 129 h 229"/>
                <a:gd name="T34" fmla="*/ 37 w 299"/>
                <a:gd name="T35" fmla="*/ 147 h 229"/>
                <a:gd name="T36" fmla="*/ 40 w 299"/>
                <a:gd name="T37" fmla="*/ 176 h 229"/>
                <a:gd name="T38" fmla="*/ 30 w 299"/>
                <a:gd name="T39" fmla="*/ 194 h 229"/>
                <a:gd name="T40" fmla="*/ 13 w 299"/>
                <a:gd name="T41" fmla="*/ 205 h 229"/>
                <a:gd name="T42" fmla="*/ 0 w 299"/>
                <a:gd name="T43" fmla="*/ 229 h 229"/>
                <a:gd name="T44" fmla="*/ 20 w 299"/>
                <a:gd name="T45" fmla="*/ 227 h 229"/>
                <a:gd name="T46" fmla="*/ 42 w 299"/>
                <a:gd name="T47" fmla="*/ 220 h 229"/>
                <a:gd name="T48" fmla="*/ 51 w 299"/>
                <a:gd name="T49" fmla="*/ 216 h 229"/>
                <a:gd name="T50" fmla="*/ 51 w 299"/>
                <a:gd name="T51" fmla="*/ 207 h 229"/>
                <a:gd name="T52" fmla="*/ 62 w 299"/>
                <a:gd name="T53" fmla="*/ 205 h 229"/>
                <a:gd name="T54" fmla="*/ 75 w 299"/>
                <a:gd name="T55" fmla="*/ 203 h 229"/>
                <a:gd name="T56" fmla="*/ 86 w 299"/>
                <a:gd name="T57" fmla="*/ 199 h 229"/>
                <a:gd name="T58" fmla="*/ 86 w 299"/>
                <a:gd name="T59" fmla="*/ 185 h 229"/>
                <a:gd name="T60" fmla="*/ 100 w 299"/>
                <a:gd name="T61" fmla="*/ 179 h 229"/>
                <a:gd name="T62" fmla="*/ 107 w 299"/>
                <a:gd name="T63" fmla="*/ 174 h 229"/>
                <a:gd name="T64" fmla="*/ 117 w 299"/>
                <a:gd name="T65" fmla="*/ 174 h 229"/>
                <a:gd name="T66" fmla="*/ 136 w 299"/>
                <a:gd name="T67" fmla="*/ 186 h 229"/>
                <a:gd name="T68" fmla="*/ 148 w 299"/>
                <a:gd name="T69" fmla="*/ 176 h 229"/>
                <a:gd name="T70" fmla="*/ 159 w 299"/>
                <a:gd name="T71" fmla="*/ 169 h 229"/>
                <a:gd name="T72" fmla="*/ 165 w 299"/>
                <a:gd name="T73" fmla="*/ 172 h 229"/>
                <a:gd name="T74" fmla="*/ 183 w 299"/>
                <a:gd name="T75" fmla="*/ 154 h 229"/>
                <a:gd name="T76" fmla="*/ 190 w 299"/>
                <a:gd name="T77" fmla="*/ 145 h 229"/>
                <a:gd name="T78" fmla="*/ 184 w 299"/>
                <a:gd name="T79" fmla="*/ 147 h 229"/>
                <a:gd name="T80" fmla="*/ 193 w 299"/>
                <a:gd name="T81" fmla="*/ 135 h 229"/>
                <a:gd name="T82" fmla="*/ 193 w 299"/>
                <a:gd name="T83" fmla="*/ 145 h 229"/>
                <a:gd name="T84" fmla="*/ 218 w 299"/>
                <a:gd name="T85" fmla="*/ 135 h 229"/>
                <a:gd name="T86" fmla="*/ 255 w 299"/>
                <a:gd name="T87" fmla="*/ 114 h 229"/>
                <a:gd name="T88" fmla="*/ 267 w 299"/>
                <a:gd name="T89" fmla="*/ 98 h 229"/>
                <a:gd name="T90" fmla="*/ 270 w 299"/>
                <a:gd name="T91" fmla="*/ 90 h 229"/>
                <a:gd name="T92" fmla="*/ 269 w 299"/>
                <a:gd name="T93" fmla="*/ 88 h 229"/>
                <a:gd name="T94" fmla="*/ 271 w 299"/>
                <a:gd name="T95" fmla="*/ 58 h 229"/>
                <a:gd name="T96" fmla="*/ 294 w 299"/>
                <a:gd name="T97" fmla="*/ 5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9" h="229">
                  <a:moveTo>
                    <a:pt x="293" y="38"/>
                  </a:moveTo>
                  <a:cubicBezTo>
                    <a:pt x="291" y="36"/>
                    <a:pt x="287" y="37"/>
                    <a:pt x="286" y="34"/>
                  </a:cubicBezTo>
                  <a:cubicBezTo>
                    <a:pt x="286" y="31"/>
                    <a:pt x="285" y="28"/>
                    <a:pt x="282" y="29"/>
                  </a:cubicBezTo>
                  <a:cubicBezTo>
                    <a:pt x="281" y="32"/>
                    <a:pt x="281" y="31"/>
                    <a:pt x="278" y="32"/>
                  </a:cubicBezTo>
                  <a:cubicBezTo>
                    <a:pt x="278" y="35"/>
                    <a:pt x="275" y="33"/>
                    <a:pt x="274" y="32"/>
                  </a:cubicBezTo>
                  <a:cubicBezTo>
                    <a:pt x="272" y="29"/>
                    <a:pt x="276" y="26"/>
                    <a:pt x="273" y="23"/>
                  </a:cubicBezTo>
                  <a:cubicBezTo>
                    <a:pt x="269" y="20"/>
                    <a:pt x="264" y="23"/>
                    <a:pt x="263" y="17"/>
                  </a:cubicBezTo>
                  <a:cubicBezTo>
                    <a:pt x="262" y="17"/>
                    <a:pt x="261" y="16"/>
                    <a:pt x="259" y="16"/>
                  </a:cubicBezTo>
                  <a:cubicBezTo>
                    <a:pt x="260" y="11"/>
                    <a:pt x="251" y="6"/>
                    <a:pt x="250" y="12"/>
                  </a:cubicBezTo>
                  <a:cubicBezTo>
                    <a:pt x="249" y="13"/>
                    <a:pt x="248" y="13"/>
                    <a:pt x="248" y="13"/>
                  </a:cubicBezTo>
                  <a:cubicBezTo>
                    <a:pt x="248" y="11"/>
                    <a:pt x="244" y="7"/>
                    <a:pt x="243" y="5"/>
                  </a:cubicBezTo>
                  <a:cubicBezTo>
                    <a:pt x="241" y="3"/>
                    <a:pt x="236" y="4"/>
                    <a:pt x="232" y="4"/>
                  </a:cubicBezTo>
                  <a:cubicBezTo>
                    <a:pt x="233" y="0"/>
                    <a:pt x="227" y="2"/>
                    <a:pt x="225" y="2"/>
                  </a:cubicBezTo>
                  <a:cubicBezTo>
                    <a:pt x="226" y="4"/>
                    <a:pt x="231" y="12"/>
                    <a:pt x="227" y="14"/>
                  </a:cubicBezTo>
                  <a:cubicBezTo>
                    <a:pt x="226" y="16"/>
                    <a:pt x="229" y="18"/>
                    <a:pt x="228" y="21"/>
                  </a:cubicBezTo>
                  <a:cubicBezTo>
                    <a:pt x="224" y="21"/>
                    <a:pt x="225" y="25"/>
                    <a:pt x="224" y="27"/>
                  </a:cubicBezTo>
                  <a:cubicBezTo>
                    <a:pt x="221" y="27"/>
                    <a:pt x="220" y="26"/>
                    <a:pt x="218" y="26"/>
                  </a:cubicBezTo>
                  <a:cubicBezTo>
                    <a:pt x="219" y="24"/>
                    <a:pt x="221" y="22"/>
                    <a:pt x="218" y="21"/>
                  </a:cubicBezTo>
                  <a:cubicBezTo>
                    <a:pt x="215" y="24"/>
                    <a:pt x="211" y="21"/>
                    <a:pt x="208" y="20"/>
                  </a:cubicBezTo>
                  <a:cubicBezTo>
                    <a:pt x="205" y="19"/>
                    <a:pt x="201" y="17"/>
                    <a:pt x="198" y="19"/>
                  </a:cubicBezTo>
                  <a:cubicBezTo>
                    <a:pt x="195" y="20"/>
                    <a:pt x="194" y="24"/>
                    <a:pt x="191" y="24"/>
                  </a:cubicBezTo>
                  <a:cubicBezTo>
                    <a:pt x="187" y="25"/>
                    <a:pt x="184" y="21"/>
                    <a:pt x="180" y="21"/>
                  </a:cubicBezTo>
                  <a:cubicBezTo>
                    <a:pt x="181" y="19"/>
                    <a:pt x="183" y="19"/>
                    <a:pt x="183" y="17"/>
                  </a:cubicBezTo>
                  <a:cubicBezTo>
                    <a:pt x="184" y="17"/>
                    <a:pt x="184" y="17"/>
                    <a:pt x="184" y="17"/>
                  </a:cubicBezTo>
                  <a:cubicBezTo>
                    <a:pt x="185" y="12"/>
                    <a:pt x="185" y="7"/>
                    <a:pt x="185" y="2"/>
                  </a:cubicBezTo>
                  <a:cubicBezTo>
                    <a:pt x="182" y="1"/>
                    <a:pt x="180" y="4"/>
                    <a:pt x="178" y="4"/>
                  </a:cubicBezTo>
                  <a:cubicBezTo>
                    <a:pt x="175" y="5"/>
                    <a:pt x="173" y="6"/>
                    <a:pt x="170" y="6"/>
                  </a:cubicBezTo>
                  <a:cubicBezTo>
                    <a:pt x="167" y="7"/>
                    <a:pt x="163" y="5"/>
                    <a:pt x="160" y="6"/>
                  </a:cubicBezTo>
                  <a:cubicBezTo>
                    <a:pt x="158" y="6"/>
                    <a:pt x="157" y="8"/>
                    <a:pt x="155" y="8"/>
                  </a:cubicBezTo>
                  <a:cubicBezTo>
                    <a:pt x="151" y="10"/>
                    <a:pt x="143" y="9"/>
                    <a:pt x="140" y="6"/>
                  </a:cubicBezTo>
                  <a:cubicBezTo>
                    <a:pt x="139" y="5"/>
                    <a:pt x="139" y="3"/>
                    <a:pt x="137" y="1"/>
                  </a:cubicBezTo>
                  <a:cubicBezTo>
                    <a:pt x="136" y="0"/>
                    <a:pt x="134" y="0"/>
                    <a:pt x="132" y="0"/>
                  </a:cubicBezTo>
                  <a:cubicBezTo>
                    <a:pt x="133" y="1"/>
                    <a:pt x="133" y="1"/>
                    <a:pt x="133" y="1"/>
                  </a:cubicBezTo>
                  <a:cubicBezTo>
                    <a:pt x="133" y="6"/>
                    <a:pt x="134" y="8"/>
                    <a:pt x="128" y="9"/>
                  </a:cubicBezTo>
                  <a:cubicBezTo>
                    <a:pt x="125" y="10"/>
                    <a:pt x="120" y="13"/>
                    <a:pt x="117" y="15"/>
                  </a:cubicBezTo>
                  <a:cubicBezTo>
                    <a:pt x="116" y="16"/>
                    <a:pt x="113" y="18"/>
                    <a:pt x="113" y="20"/>
                  </a:cubicBezTo>
                  <a:cubicBezTo>
                    <a:pt x="113" y="23"/>
                    <a:pt x="111" y="21"/>
                    <a:pt x="110" y="23"/>
                  </a:cubicBezTo>
                  <a:cubicBezTo>
                    <a:pt x="108" y="27"/>
                    <a:pt x="112" y="28"/>
                    <a:pt x="113" y="31"/>
                  </a:cubicBezTo>
                  <a:cubicBezTo>
                    <a:pt x="110" y="33"/>
                    <a:pt x="108" y="34"/>
                    <a:pt x="107" y="38"/>
                  </a:cubicBezTo>
                  <a:cubicBezTo>
                    <a:pt x="105" y="38"/>
                    <a:pt x="106" y="40"/>
                    <a:pt x="106" y="41"/>
                  </a:cubicBezTo>
                  <a:cubicBezTo>
                    <a:pt x="106" y="43"/>
                    <a:pt x="103" y="43"/>
                    <a:pt x="102" y="44"/>
                  </a:cubicBezTo>
                  <a:cubicBezTo>
                    <a:pt x="101" y="46"/>
                    <a:pt x="101" y="50"/>
                    <a:pt x="101" y="52"/>
                  </a:cubicBezTo>
                  <a:cubicBezTo>
                    <a:pt x="101" y="54"/>
                    <a:pt x="104" y="55"/>
                    <a:pt x="103" y="57"/>
                  </a:cubicBezTo>
                  <a:cubicBezTo>
                    <a:pt x="101" y="57"/>
                    <a:pt x="96" y="56"/>
                    <a:pt x="94" y="58"/>
                  </a:cubicBezTo>
                  <a:cubicBezTo>
                    <a:pt x="94" y="60"/>
                    <a:pt x="94" y="62"/>
                    <a:pt x="94" y="63"/>
                  </a:cubicBezTo>
                  <a:cubicBezTo>
                    <a:pt x="93" y="65"/>
                    <a:pt x="92" y="66"/>
                    <a:pt x="92" y="68"/>
                  </a:cubicBezTo>
                  <a:cubicBezTo>
                    <a:pt x="90" y="68"/>
                    <a:pt x="88" y="68"/>
                    <a:pt x="87" y="67"/>
                  </a:cubicBezTo>
                  <a:cubicBezTo>
                    <a:pt x="85" y="65"/>
                    <a:pt x="82" y="66"/>
                    <a:pt x="81" y="66"/>
                  </a:cubicBezTo>
                  <a:cubicBezTo>
                    <a:pt x="75" y="66"/>
                    <a:pt x="70" y="65"/>
                    <a:pt x="65" y="65"/>
                  </a:cubicBezTo>
                  <a:cubicBezTo>
                    <a:pt x="65" y="70"/>
                    <a:pt x="63" y="74"/>
                    <a:pt x="61" y="77"/>
                  </a:cubicBezTo>
                  <a:cubicBezTo>
                    <a:pt x="61" y="79"/>
                    <a:pt x="60" y="81"/>
                    <a:pt x="58" y="82"/>
                  </a:cubicBezTo>
                  <a:cubicBezTo>
                    <a:pt x="56" y="82"/>
                    <a:pt x="55" y="80"/>
                    <a:pt x="55" y="78"/>
                  </a:cubicBezTo>
                  <a:cubicBezTo>
                    <a:pt x="54" y="78"/>
                    <a:pt x="53" y="77"/>
                    <a:pt x="52" y="77"/>
                  </a:cubicBezTo>
                  <a:cubicBezTo>
                    <a:pt x="52" y="83"/>
                    <a:pt x="52" y="88"/>
                    <a:pt x="52" y="93"/>
                  </a:cubicBezTo>
                  <a:cubicBezTo>
                    <a:pt x="52" y="94"/>
                    <a:pt x="52" y="96"/>
                    <a:pt x="52" y="98"/>
                  </a:cubicBezTo>
                  <a:cubicBezTo>
                    <a:pt x="52" y="100"/>
                    <a:pt x="54" y="99"/>
                    <a:pt x="54" y="100"/>
                  </a:cubicBezTo>
                  <a:cubicBezTo>
                    <a:pt x="57" y="104"/>
                    <a:pt x="55" y="109"/>
                    <a:pt x="54" y="113"/>
                  </a:cubicBezTo>
                  <a:cubicBezTo>
                    <a:pt x="54" y="115"/>
                    <a:pt x="53" y="118"/>
                    <a:pt x="53" y="120"/>
                  </a:cubicBezTo>
                  <a:cubicBezTo>
                    <a:pt x="54" y="123"/>
                    <a:pt x="58" y="123"/>
                    <a:pt x="60" y="123"/>
                  </a:cubicBezTo>
                  <a:cubicBezTo>
                    <a:pt x="61" y="123"/>
                    <a:pt x="67" y="123"/>
                    <a:pt x="67" y="123"/>
                  </a:cubicBezTo>
                  <a:cubicBezTo>
                    <a:pt x="69" y="125"/>
                    <a:pt x="68" y="128"/>
                    <a:pt x="67" y="131"/>
                  </a:cubicBezTo>
                  <a:cubicBezTo>
                    <a:pt x="66" y="132"/>
                    <a:pt x="65" y="134"/>
                    <a:pt x="62" y="133"/>
                  </a:cubicBezTo>
                  <a:cubicBezTo>
                    <a:pt x="62" y="132"/>
                    <a:pt x="63" y="130"/>
                    <a:pt x="62" y="128"/>
                  </a:cubicBezTo>
                  <a:cubicBezTo>
                    <a:pt x="60" y="127"/>
                    <a:pt x="52" y="126"/>
                    <a:pt x="52" y="130"/>
                  </a:cubicBezTo>
                  <a:cubicBezTo>
                    <a:pt x="48" y="131"/>
                    <a:pt x="50" y="125"/>
                    <a:pt x="50" y="123"/>
                  </a:cubicBezTo>
                  <a:cubicBezTo>
                    <a:pt x="46" y="120"/>
                    <a:pt x="40" y="121"/>
                    <a:pt x="35" y="120"/>
                  </a:cubicBezTo>
                  <a:cubicBezTo>
                    <a:pt x="35" y="117"/>
                    <a:pt x="31" y="118"/>
                    <a:pt x="29" y="118"/>
                  </a:cubicBezTo>
                  <a:cubicBezTo>
                    <a:pt x="29" y="122"/>
                    <a:pt x="26" y="125"/>
                    <a:pt x="28" y="129"/>
                  </a:cubicBezTo>
                  <a:cubicBezTo>
                    <a:pt x="29" y="130"/>
                    <a:pt x="31" y="129"/>
                    <a:pt x="32" y="129"/>
                  </a:cubicBezTo>
                  <a:cubicBezTo>
                    <a:pt x="32" y="133"/>
                    <a:pt x="36" y="131"/>
                    <a:pt x="37" y="134"/>
                  </a:cubicBezTo>
                  <a:cubicBezTo>
                    <a:pt x="39" y="138"/>
                    <a:pt x="34" y="142"/>
                    <a:pt x="34" y="147"/>
                  </a:cubicBezTo>
                  <a:cubicBezTo>
                    <a:pt x="35" y="146"/>
                    <a:pt x="37" y="147"/>
                    <a:pt x="37" y="147"/>
                  </a:cubicBezTo>
                  <a:cubicBezTo>
                    <a:pt x="38" y="149"/>
                    <a:pt x="40" y="149"/>
                    <a:pt x="41" y="151"/>
                  </a:cubicBezTo>
                  <a:cubicBezTo>
                    <a:pt x="42" y="153"/>
                    <a:pt x="41" y="156"/>
                    <a:pt x="41" y="159"/>
                  </a:cubicBezTo>
                  <a:cubicBezTo>
                    <a:pt x="41" y="164"/>
                    <a:pt x="44" y="170"/>
                    <a:pt x="43" y="176"/>
                  </a:cubicBezTo>
                  <a:cubicBezTo>
                    <a:pt x="42" y="176"/>
                    <a:pt x="41" y="176"/>
                    <a:pt x="40" y="176"/>
                  </a:cubicBezTo>
                  <a:cubicBezTo>
                    <a:pt x="40" y="178"/>
                    <a:pt x="40" y="182"/>
                    <a:pt x="38" y="183"/>
                  </a:cubicBezTo>
                  <a:cubicBezTo>
                    <a:pt x="36" y="185"/>
                    <a:pt x="33" y="184"/>
                    <a:pt x="33" y="187"/>
                  </a:cubicBezTo>
                  <a:cubicBezTo>
                    <a:pt x="31" y="187"/>
                    <a:pt x="28" y="187"/>
                    <a:pt x="27" y="187"/>
                  </a:cubicBezTo>
                  <a:cubicBezTo>
                    <a:pt x="30" y="189"/>
                    <a:pt x="30" y="190"/>
                    <a:pt x="30" y="194"/>
                  </a:cubicBezTo>
                  <a:cubicBezTo>
                    <a:pt x="28" y="194"/>
                    <a:pt x="27" y="194"/>
                    <a:pt x="25" y="194"/>
                  </a:cubicBezTo>
                  <a:cubicBezTo>
                    <a:pt x="23" y="197"/>
                    <a:pt x="22" y="202"/>
                    <a:pt x="19" y="204"/>
                  </a:cubicBezTo>
                  <a:cubicBezTo>
                    <a:pt x="18" y="205"/>
                    <a:pt x="16" y="204"/>
                    <a:pt x="15" y="204"/>
                  </a:cubicBezTo>
                  <a:cubicBezTo>
                    <a:pt x="14" y="204"/>
                    <a:pt x="14" y="205"/>
                    <a:pt x="13" y="205"/>
                  </a:cubicBezTo>
                  <a:cubicBezTo>
                    <a:pt x="11" y="207"/>
                    <a:pt x="10" y="208"/>
                    <a:pt x="8" y="209"/>
                  </a:cubicBezTo>
                  <a:cubicBezTo>
                    <a:pt x="7" y="212"/>
                    <a:pt x="7" y="216"/>
                    <a:pt x="5" y="219"/>
                  </a:cubicBezTo>
                  <a:cubicBezTo>
                    <a:pt x="3" y="222"/>
                    <a:pt x="1" y="224"/>
                    <a:pt x="0" y="227"/>
                  </a:cubicBezTo>
                  <a:cubicBezTo>
                    <a:pt x="0" y="228"/>
                    <a:pt x="0" y="229"/>
                    <a:pt x="0" y="229"/>
                  </a:cubicBezTo>
                  <a:cubicBezTo>
                    <a:pt x="0" y="229"/>
                    <a:pt x="0" y="229"/>
                    <a:pt x="0" y="229"/>
                  </a:cubicBezTo>
                  <a:cubicBezTo>
                    <a:pt x="3" y="229"/>
                    <a:pt x="7" y="228"/>
                    <a:pt x="10" y="229"/>
                  </a:cubicBezTo>
                  <a:cubicBezTo>
                    <a:pt x="12" y="229"/>
                    <a:pt x="13" y="228"/>
                    <a:pt x="16" y="227"/>
                  </a:cubicBezTo>
                  <a:cubicBezTo>
                    <a:pt x="17" y="227"/>
                    <a:pt x="19" y="228"/>
                    <a:pt x="20" y="227"/>
                  </a:cubicBezTo>
                  <a:cubicBezTo>
                    <a:pt x="21" y="227"/>
                    <a:pt x="22" y="227"/>
                    <a:pt x="23" y="226"/>
                  </a:cubicBezTo>
                  <a:cubicBezTo>
                    <a:pt x="24" y="222"/>
                    <a:pt x="26" y="223"/>
                    <a:pt x="29" y="223"/>
                  </a:cubicBezTo>
                  <a:cubicBezTo>
                    <a:pt x="33" y="222"/>
                    <a:pt x="33" y="218"/>
                    <a:pt x="37" y="218"/>
                  </a:cubicBezTo>
                  <a:cubicBezTo>
                    <a:pt x="39" y="219"/>
                    <a:pt x="41" y="218"/>
                    <a:pt x="42" y="220"/>
                  </a:cubicBezTo>
                  <a:cubicBezTo>
                    <a:pt x="42" y="221"/>
                    <a:pt x="42" y="223"/>
                    <a:pt x="44" y="223"/>
                  </a:cubicBezTo>
                  <a:cubicBezTo>
                    <a:pt x="46" y="223"/>
                    <a:pt x="46" y="221"/>
                    <a:pt x="47" y="220"/>
                  </a:cubicBezTo>
                  <a:cubicBezTo>
                    <a:pt x="47" y="218"/>
                    <a:pt x="48" y="219"/>
                    <a:pt x="49" y="219"/>
                  </a:cubicBezTo>
                  <a:cubicBezTo>
                    <a:pt x="50" y="217"/>
                    <a:pt x="49" y="215"/>
                    <a:pt x="51" y="216"/>
                  </a:cubicBezTo>
                  <a:cubicBezTo>
                    <a:pt x="51" y="215"/>
                    <a:pt x="51" y="214"/>
                    <a:pt x="51" y="214"/>
                  </a:cubicBezTo>
                  <a:cubicBezTo>
                    <a:pt x="50" y="214"/>
                    <a:pt x="50" y="213"/>
                    <a:pt x="49" y="213"/>
                  </a:cubicBezTo>
                  <a:cubicBezTo>
                    <a:pt x="49" y="212"/>
                    <a:pt x="48" y="209"/>
                    <a:pt x="50" y="209"/>
                  </a:cubicBezTo>
                  <a:cubicBezTo>
                    <a:pt x="51" y="208"/>
                    <a:pt x="52" y="208"/>
                    <a:pt x="51" y="207"/>
                  </a:cubicBezTo>
                  <a:cubicBezTo>
                    <a:pt x="51" y="207"/>
                    <a:pt x="51" y="207"/>
                    <a:pt x="51" y="207"/>
                  </a:cubicBezTo>
                  <a:cubicBezTo>
                    <a:pt x="51" y="205"/>
                    <a:pt x="50" y="203"/>
                    <a:pt x="50" y="201"/>
                  </a:cubicBezTo>
                  <a:cubicBezTo>
                    <a:pt x="53" y="200"/>
                    <a:pt x="54" y="199"/>
                    <a:pt x="56" y="197"/>
                  </a:cubicBezTo>
                  <a:cubicBezTo>
                    <a:pt x="59" y="198"/>
                    <a:pt x="61" y="202"/>
                    <a:pt x="62" y="205"/>
                  </a:cubicBezTo>
                  <a:cubicBezTo>
                    <a:pt x="64" y="206"/>
                    <a:pt x="61" y="207"/>
                    <a:pt x="60" y="208"/>
                  </a:cubicBezTo>
                  <a:cubicBezTo>
                    <a:pt x="62" y="214"/>
                    <a:pt x="68" y="205"/>
                    <a:pt x="70" y="205"/>
                  </a:cubicBezTo>
                  <a:cubicBezTo>
                    <a:pt x="71" y="204"/>
                    <a:pt x="71" y="203"/>
                    <a:pt x="71" y="202"/>
                  </a:cubicBezTo>
                  <a:cubicBezTo>
                    <a:pt x="72" y="201"/>
                    <a:pt x="74" y="202"/>
                    <a:pt x="75" y="203"/>
                  </a:cubicBezTo>
                  <a:cubicBezTo>
                    <a:pt x="76" y="204"/>
                    <a:pt x="77" y="206"/>
                    <a:pt x="78" y="206"/>
                  </a:cubicBezTo>
                  <a:cubicBezTo>
                    <a:pt x="80" y="206"/>
                    <a:pt x="81" y="203"/>
                    <a:pt x="84" y="203"/>
                  </a:cubicBezTo>
                  <a:cubicBezTo>
                    <a:pt x="84" y="202"/>
                    <a:pt x="84" y="202"/>
                    <a:pt x="83" y="202"/>
                  </a:cubicBezTo>
                  <a:cubicBezTo>
                    <a:pt x="83" y="200"/>
                    <a:pt x="83" y="198"/>
                    <a:pt x="86" y="199"/>
                  </a:cubicBezTo>
                  <a:cubicBezTo>
                    <a:pt x="86" y="198"/>
                    <a:pt x="86" y="197"/>
                    <a:pt x="84" y="197"/>
                  </a:cubicBezTo>
                  <a:cubicBezTo>
                    <a:pt x="84" y="195"/>
                    <a:pt x="81" y="195"/>
                    <a:pt x="82" y="193"/>
                  </a:cubicBezTo>
                  <a:cubicBezTo>
                    <a:pt x="82" y="191"/>
                    <a:pt x="83" y="190"/>
                    <a:pt x="84" y="190"/>
                  </a:cubicBezTo>
                  <a:cubicBezTo>
                    <a:pt x="87" y="189"/>
                    <a:pt x="85" y="185"/>
                    <a:pt x="86" y="185"/>
                  </a:cubicBezTo>
                  <a:cubicBezTo>
                    <a:pt x="88" y="185"/>
                    <a:pt x="89" y="185"/>
                    <a:pt x="91" y="185"/>
                  </a:cubicBezTo>
                  <a:cubicBezTo>
                    <a:pt x="93" y="185"/>
                    <a:pt x="95" y="185"/>
                    <a:pt x="96" y="184"/>
                  </a:cubicBezTo>
                  <a:cubicBezTo>
                    <a:pt x="98" y="183"/>
                    <a:pt x="99" y="179"/>
                    <a:pt x="101" y="179"/>
                  </a:cubicBezTo>
                  <a:cubicBezTo>
                    <a:pt x="100" y="179"/>
                    <a:pt x="100" y="179"/>
                    <a:pt x="100" y="179"/>
                  </a:cubicBezTo>
                  <a:cubicBezTo>
                    <a:pt x="100" y="178"/>
                    <a:pt x="95" y="177"/>
                    <a:pt x="97" y="175"/>
                  </a:cubicBezTo>
                  <a:cubicBezTo>
                    <a:pt x="100" y="172"/>
                    <a:pt x="101" y="176"/>
                    <a:pt x="103" y="177"/>
                  </a:cubicBezTo>
                  <a:cubicBezTo>
                    <a:pt x="103" y="175"/>
                    <a:pt x="104" y="172"/>
                    <a:pt x="105" y="171"/>
                  </a:cubicBezTo>
                  <a:cubicBezTo>
                    <a:pt x="106" y="171"/>
                    <a:pt x="106" y="173"/>
                    <a:pt x="107" y="174"/>
                  </a:cubicBezTo>
                  <a:cubicBezTo>
                    <a:pt x="107" y="173"/>
                    <a:pt x="107" y="173"/>
                    <a:pt x="108" y="172"/>
                  </a:cubicBezTo>
                  <a:cubicBezTo>
                    <a:pt x="111" y="175"/>
                    <a:pt x="111" y="169"/>
                    <a:pt x="111" y="167"/>
                  </a:cubicBezTo>
                  <a:cubicBezTo>
                    <a:pt x="112" y="167"/>
                    <a:pt x="112" y="167"/>
                    <a:pt x="112" y="168"/>
                  </a:cubicBezTo>
                  <a:cubicBezTo>
                    <a:pt x="112" y="170"/>
                    <a:pt x="114" y="175"/>
                    <a:pt x="117" y="174"/>
                  </a:cubicBezTo>
                  <a:cubicBezTo>
                    <a:pt x="117" y="173"/>
                    <a:pt x="118" y="173"/>
                    <a:pt x="119" y="173"/>
                  </a:cubicBezTo>
                  <a:cubicBezTo>
                    <a:pt x="120" y="176"/>
                    <a:pt x="122" y="178"/>
                    <a:pt x="123" y="181"/>
                  </a:cubicBezTo>
                  <a:cubicBezTo>
                    <a:pt x="123" y="184"/>
                    <a:pt x="126" y="183"/>
                    <a:pt x="128" y="183"/>
                  </a:cubicBezTo>
                  <a:cubicBezTo>
                    <a:pt x="131" y="183"/>
                    <a:pt x="133" y="184"/>
                    <a:pt x="136" y="186"/>
                  </a:cubicBezTo>
                  <a:cubicBezTo>
                    <a:pt x="138" y="186"/>
                    <a:pt x="141" y="186"/>
                    <a:pt x="144" y="186"/>
                  </a:cubicBezTo>
                  <a:cubicBezTo>
                    <a:pt x="144" y="185"/>
                    <a:pt x="144" y="185"/>
                    <a:pt x="144" y="184"/>
                  </a:cubicBezTo>
                  <a:cubicBezTo>
                    <a:pt x="148" y="184"/>
                    <a:pt x="147" y="180"/>
                    <a:pt x="151" y="180"/>
                  </a:cubicBezTo>
                  <a:cubicBezTo>
                    <a:pt x="150" y="180"/>
                    <a:pt x="148" y="177"/>
                    <a:pt x="148" y="176"/>
                  </a:cubicBezTo>
                  <a:cubicBezTo>
                    <a:pt x="149" y="175"/>
                    <a:pt x="150" y="176"/>
                    <a:pt x="151" y="176"/>
                  </a:cubicBezTo>
                  <a:cubicBezTo>
                    <a:pt x="152" y="176"/>
                    <a:pt x="152" y="175"/>
                    <a:pt x="153" y="174"/>
                  </a:cubicBezTo>
                  <a:cubicBezTo>
                    <a:pt x="154" y="173"/>
                    <a:pt x="161" y="174"/>
                    <a:pt x="160" y="171"/>
                  </a:cubicBezTo>
                  <a:cubicBezTo>
                    <a:pt x="159" y="171"/>
                    <a:pt x="158" y="170"/>
                    <a:pt x="159" y="169"/>
                  </a:cubicBezTo>
                  <a:cubicBezTo>
                    <a:pt x="160" y="168"/>
                    <a:pt x="161" y="168"/>
                    <a:pt x="164" y="168"/>
                  </a:cubicBezTo>
                  <a:cubicBezTo>
                    <a:pt x="164" y="170"/>
                    <a:pt x="163" y="172"/>
                    <a:pt x="165" y="173"/>
                  </a:cubicBezTo>
                  <a:cubicBezTo>
                    <a:pt x="165" y="173"/>
                    <a:pt x="165" y="174"/>
                    <a:pt x="165" y="174"/>
                  </a:cubicBezTo>
                  <a:cubicBezTo>
                    <a:pt x="165" y="173"/>
                    <a:pt x="165" y="173"/>
                    <a:pt x="165" y="172"/>
                  </a:cubicBezTo>
                  <a:cubicBezTo>
                    <a:pt x="167" y="170"/>
                    <a:pt x="169" y="169"/>
                    <a:pt x="171" y="166"/>
                  </a:cubicBezTo>
                  <a:cubicBezTo>
                    <a:pt x="172" y="165"/>
                    <a:pt x="172" y="164"/>
                    <a:pt x="173" y="162"/>
                  </a:cubicBezTo>
                  <a:cubicBezTo>
                    <a:pt x="174" y="161"/>
                    <a:pt x="175" y="158"/>
                    <a:pt x="177" y="157"/>
                  </a:cubicBezTo>
                  <a:cubicBezTo>
                    <a:pt x="178" y="155"/>
                    <a:pt x="181" y="155"/>
                    <a:pt x="183" y="154"/>
                  </a:cubicBezTo>
                  <a:cubicBezTo>
                    <a:pt x="185" y="152"/>
                    <a:pt x="184" y="151"/>
                    <a:pt x="187" y="150"/>
                  </a:cubicBezTo>
                  <a:cubicBezTo>
                    <a:pt x="189" y="149"/>
                    <a:pt x="190" y="147"/>
                    <a:pt x="192" y="147"/>
                  </a:cubicBezTo>
                  <a:cubicBezTo>
                    <a:pt x="192" y="146"/>
                    <a:pt x="192" y="146"/>
                    <a:pt x="192" y="145"/>
                  </a:cubicBezTo>
                  <a:cubicBezTo>
                    <a:pt x="191" y="145"/>
                    <a:pt x="191" y="145"/>
                    <a:pt x="190" y="145"/>
                  </a:cubicBezTo>
                  <a:cubicBezTo>
                    <a:pt x="189" y="146"/>
                    <a:pt x="188" y="146"/>
                    <a:pt x="186" y="146"/>
                  </a:cubicBezTo>
                  <a:cubicBezTo>
                    <a:pt x="187" y="145"/>
                    <a:pt x="189" y="144"/>
                    <a:pt x="190" y="143"/>
                  </a:cubicBezTo>
                  <a:cubicBezTo>
                    <a:pt x="189" y="143"/>
                    <a:pt x="188" y="142"/>
                    <a:pt x="187" y="142"/>
                  </a:cubicBezTo>
                  <a:cubicBezTo>
                    <a:pt x="187" y="144"/>
                    <a:pt x="186" y="146"/>
                    <a:pt x="184" y="147"/>
                  </a:cubicBezTo>
                  <a:cubicBezTo>
                    <a:pt x="184" y="148"/>
                    <a:pt x="183" y="148"/>
                    <a:pt x="182" y="148"/>
                  </a:cubicBezTo>
                  <a:cubicBezTo>
                    <a:pt x="183" y="147"/>
                    <a:pt x="183" y="143"/>
                    <a:pt x="183" y="142"/>
                  </a:cubicBezTo>
                  <a:cubicBezTo>
                    <a:pt x="184" y="141"/>
                    <a:pt x="186" y="139"/>
                    <a:pt x="186" y="138"/>
                  </a:cubicBezTo>
                  <a:cubicBezTo>
                    <a:pt x="188" y="137"/>
                    <a:pt x="191" y="136"/>
                    <a:pt x="193" y="135"/>
                  </a:cubicBezTo>
                  <a:cubicBezTo>
                    <a:pt x="196" y="133"/>
                    <a:pt x="200" y="130"/>
                    <a:pt x="202" y="133"/>
                  </a:cubicBezTo>
                  <a:cubicBezTo>
                    <a:pt x="204" y="136"/>
                    <a:pt x="201" y="138"/>
                    <a:pt x="200" y="139"/>
                  </a:cubicBezTo>
                  <a:cubicBezTo>
                    <a:pt x="199" y="140"/>
                    <a:pt x="193" y="143"/>
                    <a:pt x="193" y="142"/>
                  </a:cubicBezTo>
                  <a:cubicBezTo>
                    <a:pt x="193" y="143"/>
                    <a:pt x="193" y="144"/>
                    <a:pt x="193" y="145"/>
                  </a:cubicBezTo>
                  <a:cubicBezTo>
                    <a:pt x="194" y="146"/>
                    <a:pt x="194" y="144"/>
                    <a:pt x="195" y="144"/>
                  </a:cubicBezTo>
                  <a:cubicBezTo>
                    <a:pt x="196" y="143"/>
                    <a:pt x="198" y="143"/>
                    <a:pt x="199" y="142"/>
                  </a:cubicBezTo>
                  <a:cubicBezTo>
                    <a:pt x="201" y="142"/>
                    <a:pt x="204" y="142"/>
                    <a:pt x="206" y="141"/>
                  </a:cubicBezTo>
                  <a:cubicBezTo>
                    <a:pt x="210" y="139"/>
                    <a:pt x="214" y="137"/>
                    <a:pt x="218" y="135"/>
                  </a:cubicBezTo>
                  <a:cubicBezTo>
                    <a:pt x="223" y="133"/>
                    <a:pt x="228" y="134"/>
                    <a:pt x="233" y="132"/>
                  </a:cubicBezTo>
                  <a:cubicBezTo>
                    <a:pt x="236" y="130"/>
                    <a:pt x="241" y="129"/>
                    <a:pt x="242" y="125"/>
                  </a:cubicBezTo>
                  <a:cubicBezTo>
                    <a:pt x="243" y="123"/>
                    <a:pt x="243" y="120"/>
                    <a:pt x="246" y="120"/>
                  </a:cubicBezTo>
                  <a:cubicBezTo>
                    <a:pt x="246" y="117"/>
                    <a:pt x="253" y="115"/>
                    <a:pt x="255" y="114"/>
                  </a:cubicBezTo>
                  <a:cubicBezTo>
                    <a:pt x="256" y="113"/>
                    <a:pt x="259" y="113"/>
                    <a:pt x="260" y="112"/>
                  </a:cubicBezTo>
                  <a:cubicBezTo>
                    <a:pt x="261" y="111"/>
                    <a:pt x="261" y="108"/>
                    <a:pt x="261" y="106"/>
                  </a:cubicBezTo>
                  <a:cubicBezTo>
                    <a:pt x="260" y="106"/>
                    <a:pt x="259" y="106"/>
                    <a:pt x="258" y="106"/>
                  </a:cubicBezTo>
                  <a:cubicBezTo>
                    <a:pt x="258" y="102"/>
                    <a:pt x="263" y="100"/>
                    <a:pt x="267" y="98"/>
                  </a:cubicBezTo>
                  <a:cubicBezTo>
                    <a:pt x="270" y="96"/>
                    <a:pt x="273" y="92"/>
                    <a:pt x="275" y="89"/>
                  </a:cubicBezTo>
                  <a:cubicBezTo>
                    <a:pt x="274" y="88"/>
                    <a:pt x="274" y="88"/>
                    <a:pt x="273" y="88"/>
                  </a:cubicBezTo>
                  <a:cubicBezTo>
                    <a:pt x="272" y="89"/>
                    <a:pt x="273" y="89"/>
                    <a:pt x="272" y="90"/>
                  </a:cubicBezTo>
                  <a:cubicBezTo>
                    <a:pt x="272" y="90"/>
                    <a:pt x="271" y="90"/>
                    <a:pt x="270" y="90"/>
                  </a:cubicBezTo>
                  <a:cubicBezTo>
                    <a:pt x="270" y="90"/>
                    <a:pt x="269" y="91"/>
                    <a:pt x="269" y="91"/>
                  </a:cubicBezTo>
                  <a:cubicBezTo>
                    <a:pt x="268" y="92"/>
                    <a:pt x="267" y="91"/>
                    <a:pt x="265" y="92"/>
                  </a:cubicBezTo>
                  <a:cubicBezTo>
                    <a:pt x="264" y="92"/>
                    <a:pt x="264" y="93"/>
                    <a:pt x="263" y="93"/>
                  </a:cubicBezTo>
                  <a:cubicBezTo>
                    <a:pt x="263" y="89"/>
                    <a:pt x="264" y="88"/>
                    <a:pt x="269" y="88"/>
                  </a:cubicBezTo>
                  <a:cubicBezTo>
                    <a:pt x="274" y="88"/>
                    <a:pt x="270" y="83"/>
                    <a:pt x="269" y="81"/>
                  </a:cubicBezTo>
                  <a:cubicBezTo>
                    <a:pt x="267" y="78"/>
                    <a:pt x="266" y="75"/>
                    <a:pt x="265" y="73"/>
                  </a:cubicBezTo>
                  <a:cubicBezTo>
                    <a:pt x="265" y="71"/>
                    <a:pt x="265" y="64"/>
                    <a:pt x="267" y="63"/>
                  </a:cubicBezTo>
                  <a:cubicBezTo>
                    <a:pt x="267" y="61"/>
                    <a:pt x="269" y="59"/>
                    <a:pt x="271" y="58"/>
                  </a:cubicBezTo>
                  <a:cubicBezTo>
                    <a:pt x="273" y="56"/>
                    <a:pt x="275" y="54"/>
                    <a:pt x="277" y="53"/>
                  </a:cubicBezTo>
                  <a:cubicBezTo>
                    <a:pt x="279" y="52"/>
                    <a:pt x="282" y="50"/>
                    <a:pt x="285" y="50"/>
                  </a:cubicBezTo>
                  <a:cubicBezTo>
                    <a:pt x="286" y="50"/>
                    <a:pt x="287" y="50"/>
                    <a:pt x="289" y="50"/>
                  </a:cubicBezTo>
                  <a:cubicBezTo>
                    <a:pt x="291" y="50"/>
                    <a:pt x="292" y="51"/>
                    <a:pt x="294" y="51"/>
                  </a:cubicBezTo>
                  <a:cubicBezTo>
                    <a:pt x="294" y="51"/>
                    <a:pt x="296" y="47"/>
                    <a:pt x="297" y="47"/>
                  </a:cubicBezTo>
                  <a:cubicBezTo>
                    <a:pt x="298" y="46"/>
                    <a:pt x="298" y="46"/>
                    <a:pt x="298" y="46"/>
                  </a:cubicBezTo>
                  <a:cubicBezTo>
                    <a:pt x="299" y="41"/>
                    <a:pt x="296" y="41"/>
                    <a:pt x="293" y="38"/>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8" name="Freeform 295">
              <a:extLst>
                <a:ext uri="{FF2B5EF4-FFF2-40B4-BE49-F238E27FC236}">
                  <a16:creationId xmlns:a16="http://schemas.microsoft.com/office/drawing/2014/main" id="{D8C84B89-322D-44EF-B654-5E851C724618}"/>
                </a:ext>
              </a:extLst>
            </p:cNvPr>
            <p:cNvSpPr>
              <a:spLocks/>
            </p:cNvSpPr>
            <p:nvPr/>
          </p:nvSpPr>
          <p:spPr bwMode="auto">
            <a:xfrm>
              <a:off x="4933951" y="4324351"/>
              <a:ext cx="476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29" name="Freeform 296">
              <a:extLst>
                <a:ext uri="{FF2B5EF4-FFF2-40B4-BE49-F238E27FC236}">
                  <a16:creationId xmlns:a16="http://schemas.microsoft.com/office/drawing/2014/main" id="{B0CCD944-A2E2-4DCC-8427-1177C582380F}"/>
                </a:ext>
              </a:extLst>
            </p:cNvPr>
            <p:cNvSpPr>
              <a:spLocks/>
            </p:cNvSpPr>
            <p:nvPr/>
          </p:nvSpPr>
          <p:spPr bwMode="auto">
            <a:xfrm>
              <a:off x="4132263" y="5392738"/>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0" name="Freeform 297">
              <a:extLst>
                <a:ext uri="{FF2B5EF4-FFF2-40B4-BE49-F238E27FC236}">
                  <a16:creationId xmlns:a16="http://schemas.microsoft.com/office/drawing/2014/main" id="{804C8EB9-CA84-4503-BA6C-6C44551456D0}"/>
                </a:ext>
              </a:extLst>
            </p:cNvPr>
            <p:cNvSpPr>
              <a:spLocks/>
            </p:cNvSpPr>
            <p:nvPr/>
          </p:nvSpPr>
          <p:spPr bwMode="auto">
            <a:xfrm>
              <a:off x="3559176" y="615632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1" name="Freeform 298">
              <a:extLst>
                <a:ext uri="{FF2B5EF4-FFF2-40B4-BE49-F238E27FC236}">
                  <a16:creationId xmlns:a16="http://schemas.microsoft.com/office/drawing/2014/main" id="{F4A5B215-0335-4F27-85D1-DD22FA1E66E8}"/>
                </a:ext>
              </a:extLst>
            </p:cNvPr>
            <p:cNvSpPr>
              <a:spLocks/>
            </p:cNvSpPr>
            <p:nvPr/>
          </p:nvSpPr>
          <p:spPr bwMode="auto">
            <a:xfrm>
              <a:off x="3541713" y="6138863"/>
              <a:ext cx="3175" cy="6350"/>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2" name="Freeform 299">
              <a:extLst>
                <a:ext uri="{FF2B5EF4-FFF2-40B4-BE49-F238E27FC236}">
                  <a16:creationId xmlns:a16="http://schemas.microsoft.com/office/drawing/2014/main" id="{631E311A-8493-4ABE-B22C-7C6B0AA0F3BE}"/>
                </a:ext>
              </a:extLst>
            </p:cNvPr>
            <p:cNvSpPr>
              <a:spLocks/>
            </p:cNvSpPr>
            <p:nvPr/>
          </p:nvSpPr>
          <p:spPr bwMode="auto">
            <a:xfrm>
              <a:off x="3346451" y="5675313"/>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3" name="Rectangle 132">
              <a:extLst>
                <a:ext uri="{FF2B5EF4-FFF2-40B4-BE49-F238E27FC236}">
                  <a16:creationId xmlns:a16="http://schemas.microsoft.com/office/drawing/2014/main" id="{5A096CE1-3631-469A-861E-E6A258E3D27E}"/>
                </a:ext>
              </a:extLst>
            </p:cNvPr>
            <p:cNvSpPr>
              <a:spLocks noChangeArrowheads="1"/>
            </p:cNvSpPr>
            <p:nvPr/>
          </p:nvSpPr>
          <p:spPr bwMode="auto">
            <a:xfrm>
              <a:off x="3498851" y="5637213"/>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4" name="Freeform 301">
              <a:extLst>
                <a:ext uri="{FF2B5EF4-FFF2-40B4-BE49-F238E27FC236}">
                  <a16:creationId xmlns:a16="http://schemas.microsoft.com/office/drawing/2014/main" id="{3704DE27-B7B0-47D2-8555-AF3B7AE2783E}"/>
                </a:ext>
              </a:extLst>
            </p:cNvPr>
            <p:cNvSpPr>
              <a:spLocks/>
            </p:cNvSpPr>
            <p:nvPr/>
          </p:nvSpPr>
          <p:spPr bwMode="auto">
            <a:xfrm>
              <a:off x="3184526" y="53387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5" name="Freeform 302">
              <a:extLst>
                <a:ext uri="{FF2B5EF4-FFF2-40B4-BE49-F238E27FC236}">
                  <a16:creationId xmlns:a16="http://schemas.microsoft.com/office/drawing/2014/main" id="{40684283-6DC2-46F9-B52E-8BFDB532997E}"/>
                </a:ext>
              </a:extLst>
            </p:cNvPr>
            <p:cNvSpPr>
              <a:spLocks/>
            </p:cNvSpPr>
            <p:nvPr/>
          </p:nvSpPr>
          <p:spPr bwMode="auto">
            <a:xfrm>
              <a:off x="3498851" y="56324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6" name="Freeform 303">
              <a:extLst>
                <a:ext uri="{FF2B5EF4-FFF2-40B4-BE49-F238E27FC236}">
                  <a16:creationId xmlns:a16="http://schemas.microsoft.com/office/drawing/2014/main" id="{8124E8ED-31EE-4CF0-984D-51CA05AC87DE}"/>
                </a:ext>
              </a:extLst>
            </p:cNvPr>
            <p:cNvSpPr>
              <a:spLocks/>
            </p:cNvSpPr>
            <p:nvPr/>
          </p:nvSpPr>
          <p:spPr bwMode="auto">
            <a:xfrm>
              <a:off x="3049588" y="4387851"/>
              <a:ext cx="795338" cy="1171575"/>
            </a:xfrm>
            <a:custGeom>
              <a:avLst/>
              <a:gdLst>
                <a:gd name="T0" fmla="*/ 214 w 225"/>
                <a:gd name="T1" fmla="*/ 235 h 331"/>
                <a:gd name="T2" fmla="*/ 201 w 225"/>
                <a:gd name="T3" fmla="*/ 231 h 331"/>
                <a:gd name="T4" fmla="*/ 196 w 225"/>
                <a:gd name="T5" fmla="*/ 216 h 331"/>
                <a:gd name="T6" fmla="*/ 188 w 225"/>
                <a:gd name="T7" fmla="*/ 220 h 331"/>
                <a:gd name="T8" fmla="*/ 171 w 225"/>
                <a:gd name="T9" fmla="*/ 227 h 331"/>
                <a:gd name="T10" fmla="*/ 154 w 225"/>
                <a:gd name="T11" fmla="*/ 223 h 331"/>
                <a:gd name="T12" fmla="*/ 147 w 225"/>
                <a:gd name="T13" fmla="*/ 206 h 331"/>
                <a:gd name="T14" fmla="*/ 158 w 225"/>
                <a:gd name="T15" fmla="*/ 212 h 331"/>
                <a:gd name="T16" fmla="*/ 171 w 225"/>
                <a:gd name="T17" fmla="*/ 201 h 331"/>
                <a:gd name="T18" fmla="*/ 164 w 225"/>
                <a:gd name="T19" fmla="*/ 196 h 331"/>
                <a:gd name="T20" fmla="*/ 147 w 225"/>
                <a:gd name="T21" fmla="*/ 201 h 331"/>
                <a:gd name="T22" fmla="*/ 148 w 225"/>
                <a:gd name="T23" fmla="*/ 191 h 331"/>
                <a:gd name="T24" fmla="*/ 140 w 225"/>
                <a:gd name="T25" fmla="*/ 175 h 331"/>
                <a:gd name="T26" fmla="*/ 146 w 225"/>
                <a:gd name="T27" fmla="*/ 163 h 331"/>
                <a:gd name="T28" fmla="*/ 157 w 225"/>
                <a:gd name="T29" fmla="*/ 151 h 331"/>
                <a:gd name="T30" fmla="*/ 156 w 225"/>
                <a:gd name="T31" fmla="*/ 125 h 331"/>
                <a:gd name="T32" fmla="*/ 177 w 225"/>
                <a:gd name="T33" fmla="*/ 99 h 331"/>
                <a:gd name="T34" fmla="*/ 177 w 225"/>
                <a:gd name="T35" fmla="*/ 86 h 331"/>
                <a:gd name="T36" fmla="*/ 178 w 225"/>
                <a:gd name="T37" fmla="*/ 62 h 331"/>
                <a:gd name="T38" fmla="*/ 180 w 225"/>
                <a:gd name="T39" fmla="*/ 42 h 331"/>
                <a:gd name="T40" fmla="*/ 194 w 225"/>
                <a:gd name="T41" fmla="*/ 18 h 331"/>
                <a:gd name="T42" fmla="*/ 187 w 225"/>
                <a:gd name="T43" fmla="*/ 7 h 331"/>
                <a:gd name="T44" fmla="*/ 162 w 225"/>
                <a:gd name="T45" fmla="*/ 15 h 331"/>
                <a:gd name="T46" fmla="*/ 151 w 225"/>
                <a:gd name="T47" fmla="*/ 20 h 331"/>
                <a:gd name="T48" fmla="*/ 139 w 225"/>
                <a:gd name="T49" fmla="*/ 29 h 331"/>
                <a:gd name="T50" fmla="*/ 128 w 225"/>
                <a:gd name="T51" fmla="*/ 41 h 331"/>
                <a:gd name="T52" fmla="*/ 115 w 225"/>
                <a:gd name="T53" fmla="*/ 46 h 331"/>
                <a:gd name="T54" fmla="*/ 91 w 225"/>
                <a:gd name="T55" fmla="*/ 44 h 331"/>
                <a:gd name="T56" fmla="*/ 86 w 225"/>
                <a:gd name="T57" fmla="*/ 61 h 331"/>
                <a:gd name="T58" fmla="*/ 54 w 225"/>
                <a:gd name="T59" fmla="*/ 63 h 331"/>
                <a:gd name="T60" fmla="*/ 40 w 225"/>
                <a:gd name="T61" fmla="*/ 79 h 331"/>
                <a:gd name="T62" fmla="*/ 22 w 225"/>
                <a:gd name="T63" fmla="*/ 82 h 331"/>
                <a:gd name="T64" fmla="*/ 28 w 225"/>
                <a:gd name="T65" fmla="*/ 103 h 331"/>
                <a:gd name="T66" fmla="*/ 17 w 225"/>
                <a:gd name="T67" fmla="*/ 116 h 331"/>
                <a:gd name="T68" fmla="*/ 16 w 225"/>
                <a:gd name="T69" fmla="*/ 131 h 331"/>
                <a:gd name="T70" fmla="*/ 16 w 225"/>
                <a:gd name="T71" fmla="*/ 148 h 331"/>
                <a:gd name="T72" fmla="*/ 9 w 225"/>
                <a:gd name="T73" fmla="*/ 158 h 331"/>
                <a:gd name="T74" fmla="*/ 3 w 225"/>
                <a:gd name="T75" fmla="*/ 166 h 331"/>
                <a:gd name="T76" fmla="*/ 14 w 225"/>
                <a:gd name="T77" fmla="*/ 175 h 331"/>
                <a:gd name="T78" fmla="*/ 19 w 225"/>
                <a:gd name="T79" fmla="*/ 190 h 331"/>
                <a:gd name="T80" fmla="*/ 26 w 225"/>
                <a:gd name="T81" fmla="*/ 209 h 331"/>
                <a:gd name="T82" fmla="*/ 29 w 225"/>
                <a:gd name="T83" fmla="*/ 231 h 331"/>
                <a:gd name="T84" fmla="*/ 32 w 225"/>
                <a:gd name="T85" fmla="*/ 245 h 331"/>
                <a:gd name="T86" fmla="*/ 38 w 225"/>
                <a:gd name="T87" fmla="*/ 268 h 331"/>
                <a:gd name="T88" fmla="*/ 48 w 225"/>
                <a:gd name="T89" fmla="*/ 274 h 331"/>
                <a:gd name="T90" fmla="*/ 58 w 225"/>
                <a:gd name="T91" fmla="*/ 276 h 331"/>
                <a:gd name="T92" fmla="*/ 62 w 225"/>
                <a:gd name="T93" fmla="*/ 286 h 331"/>
                <a:gd name="T94" fmla="*/ 84 w 225"/>
                <a:gd name="T95" fmla="*/ 306 h 331"/>
                <a:gd name="T96" fmla="*/ 103 w 225"/>
                <a:gd name="T97" fmla="*/ 316 h 331"/>
                <a:gd name="T98" fmla="*/ 115 w 225"/>
                <a:gd name="T99" fmla="*/ 326 h 331"/>
                <a:gd name="T100" fmla="*/ 130 w 225"/>
                <a:gd name="T101" fmla="*/ 330 h 331"/>
                <a:gd name="T102" fmla="*/ 149 w 225"/>
                <a:gd name="T103" fmla="*/ 322 h 331"/>
                <a:gd name="T104" fmla="*/ 179 w 225"/>
                <a:gd name="T105" fmla="*/ 312 h 331"/>
                <a:gd name="T106" fmla="*/ 175 w 225"/>
                <a:gd name="T107" fmla="*/ 288 h 331"/>
                <a:gd name="T108" fmla="*/ 193 w 225"/>
                <a:gd name="T109" fmla="*/ 272 h 331"/>
                <a:gd name="T110" fmla="*/ 209 w 225"/>
                <a:gd name="T111" fmla="*/ 271 h 331"/>
                <a:gd name="T112" fmla="*/ 222 w 225"/>
                <a:gd name="T113" fmla="*/ 26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331">
                  <a:moveTo>
                    <a:pt x="224" y="249"/>
                  </a:moveTo>
                  <a:cubicBezTo>
                    <a:pt x="221" y="247"/>
                    <a:pt x="218" y="248"/>
                    <a:pt x="215" y="248"/>
                  </a:cubicBezTo>
                  <a:cubicBezTo>
                    <a:pt x="215" y="247"/>
                    <a:pt x="215" y="246"/>
                    <a:pt x="214" y="245"/>
                  </a:cubicBezTo>
                  <a:cubicBezTo>
                    <a:pt x="214" y="244"/>
                    <a:pt x="214" y="242"/>
                    <a:pt x="214" y="241"/>
                  </a:cubicBezTo>
                  <a:cubicBezTo>
                    <a:pt x="214" y="240"/>
                    <a:pt x="216" y="236"/>
                    <a:pt x="214" y="235"/>
                  </a:cubicBezTo>
                  <a:cubicBezTo>
                    <a:pt x="213" y="234"/>
                    <a:pt x="206" y="234"/>
                    <a:pt x="206" y="236"/>
                  </a:cubicBezTo>
                  <a:cubicBezTo>
                    <a:pt x="205" y="236"/>
                    <a:pt x="205" y="236"/>
                    <a:pt x="205" y="236"/>
                  </a:cubicBezTo>
                  <a:cubicBezTo>
                    <a:pt x="205" y="235"/>
                    <a:pt x="206" y="233"/>
                    <a:pt x="205" y="232"/>
                  </a:cubicBezTo>
                  <a:cubicBezTo>
                    <a:pt x="205" y="232"/>
                    <a:pt x="204" y="231"/>
                    <a:pt x="204" y="231"/>
                  </a:cubicBezTo>
                  <a:cubicBezTo>
                    <a:pt x="203" y="231"/>
                    <a:pt x="202" y="232"/>
                    <a:pt x="201" y="231"/>
                  </a:cubicBezTo>
                  <a:cubicBezTo>
                    <a:pt x="199" y="230"/>
                    <a:pt x="201" y="229"/>
                    <a:pt x="202" y="230"/>
                  </a:cubicBezTo>
                  <a:cubicBezTo>
                    <a:pt x="202" y="228"/>
                    <a:pt x="204" y="222"/>
                    <a:pt x="201" y="221"/>
                  </a:cubicBezTo>
                  <a:cubicBezTo>
                    <a:pt x="200" y="220"/>
                    <a:pt x="196" y="220"/>
                    <a:pt x="196" y="222"/>
                  </a:cubicBezTo>
                  <a:cubicBezTo>
                    <a:pt x="196" y="222"/>
                    <a:pt x="195" y="222"/>
                    <a:pt x="195" y="222"/>
                  </a:cubicBezTo>
                  <a:cubicBezTo>
                    <a:pt x="195" y="220"/>
                    <a:pt x="196" y="219"/>
                    <a:pt x="196" y="216"/>
                  </a:cubicBezTo>
                  <a:cubicBezTo>
                    <a:pt x="196" y="216"/>
                    <a:pt x="195" y="216"/>
                    <a:pt x="195" y="216"/>
                  </a:cubicBezTo>
                  <a:cubicBezTo>
                    <a:pt x="194" y="217"/>
                    <a:pt x="195" y="218"/>
                    <a:pt x="194" y="218"/>
                  </a:cubicBezTo>
                  <a:cubicBezTo>
                    <a:pt x="194" y="218"/>
                    <a:pt x="193" y="218"/>
                    <a:pt x="193" y="218"/>
                  </a:cubicBezTo>
                  <a:cubicBezTo>
                    <a:pt x="193" y="216"/>
                    <a:pt x="189" y="217"/>
                    <a:pt x="187" y="217"/>
                  </a:cubicBezTo>
                  <a:cubicBezTo>
                    <a:pt x="188" y="218"/>
                    <a:pt x="188" y="219"/>
                    <a:pt x="188" y="220"/>
                  </a:cubicBezTo>
                  <a:cubicBezTo>
                    <a:pt x="186" y="220"/>
                    <a:pt x="185" y="221"/>
                    <a:pt x="184" y="223"/>
                  </a:cubicBezTo>
                  <a:cubicBezTo>
                    <a:pt x="183" y="224"/>
                    <a:pt x="181" y="224"/>
                    <a:pt x="180" y="224"/>
                  </a:cubicBezTo>
                  <a:cubicBezTo>
                    <a:pt x="180" y="225"/>
                    <a:pt x="180" y="225"/>
                    <a:pt x="180" y="225"/>
                  </a:cubicBezTo>
                  <a:cubicBezTo>
                    <a:pt x="177" y="225"/>
                    <a:pt x="174" y="224"/>
                    <a:pt x="172" y="224"/>
                  </a:cubicBezTo>
                  <a:cubicBezTo>
                    <a:pt x="172" y="225"/>
                    <a:pt x="172" y="226"/>
                    <a:pt x="171" y="227"/>
                  </a:cubicBezTo>
                  <a:cubicBezTo>
                    <a:pt x="171" y="225"/>
                    <a:pt x="171" y="225"/>
                    <a:pt x="171" y="225"/>
                  </a:cubicBezTo>
                  <a:cubicBezTo>
                    <a:pt x="167" y="225"/>
                    <a:pt x="168" y="222"/>
                    <a:pt x="168" y="220"/>
                  </a:cubicBezTo>
                  <a:cubicBezTo>
                    <a:pt x="166" y="220"/>
                    <a:pt x="161" y="220"/>
                    <a:pt x="159" y="218"/>
                  </a:cubicBezTo>
                  <a:cubicBezTo>
                    <a:pt x="158" y="217"/>
                    <a:pt x="157" y="215"/>
                    <a:pt x="155" y="216"/>
                  </a:cubicBezTo>
                  <a:cubicBezTo>
                    <a:pt x="154" y="217"/>
                    <a:pt x="155" y="223"/>
                    <a:pt x="154" y="223"/>
                  </a:cubicBezTo>
                  <a:cubicBezTo>
                    <a:pt x="152" y="223"/>
                    <a:pt x="149" y="223"/>
                    <a:pt x="147" y="222"/>
                  </a:cubicBezTo>
                  <a:cubicBezTo>
                    <a:pt x="147" y="221"/>
                    <a:pt x="148" y="219"/>
                    <a:pt x="148" y="217"/>
                  </a:cubicBezTo>
                  <a:cubicBezTo>
                    <a:pt x="152" y="217"/>
                    <a:pt x="152" y="214"/>
                    <a:pt x="150" y="212"/>
                  </a:cubicBezTo>
                  <a:cubicBezTo>
                    <a:pt x="149" y="211"/>
                    <a:pt x="148" y="211"/>
                    <a:pt x="147" y="210"/>
                  </a:cubicBezTo>
                  <a:cubicBezTo>
                    <a:pt x="146" y="209"/>
                    <a:pt x="147" y="208"/>
                    <a:pt x="147" y="206"/>
                  </a:cubicBezTo>
                  <a:cubicBezTo>
                    <a:pt x="146" y="206"/>
                    <a:pt x="144" y="205"/>
                    <a:pt x="143" y="205"/>
                  </a:cubicBezTo>
                  <a:cubicBezTo>
                    <a:pt x="143" y="204"/>
                    <a:pt x="143" y="203"/>
                    <a:pt x="143" y="202"/>
                  </a:cubicBezTo>
                  <a:cubicBezTo>
                    <a:pt x="147" y="203"/>
                    <a:pt x="150" y="205"/>
                    <a:pt x="151" y="208"/>
                  </a:cubicBezTo>
                  <a:cubicBezTo>
                    <a:pt x="152" y="211"/>
                    <a:pt x="155" y="209"/>
                    <a:pt x="156" y="213"/>
                  </a:cubicBezTo>
                  <a:cubicBezTo>
                    <a:pt x="157" y="214"/>
                    <a:pt x="157" y="213"/>
                    <a:pt x="158" y="212"/>
                  </a:cubicBezTo>
                  <a:cubicBezTo>
                    <a:pt x="161" y="211"/>
                    <a:pt x="164" y="213"/>
                    <a:pt x="166" y="216"/>
                  </a:cubicBezTo>
                  <a:cubicBezTo>
                    <a:pt x="168" y="220"/>
                    <a:pt x="173" y="215"/>
                    <a:pt x="168" y="213"/>
                  </a:cubicBezTo>
                  <a:cubicBezTo>
                    <a:pt x="166" y="212"/>
                    <a:pt x="165" y="208"/>
                    <a:pt x="167" y="206"/>
                  </a:cubicBezTo>
                  <a:cubicBezTo>
                    <a:pt x="169" y="205"/>
                    <a:pt x="174" y="207"/>
                    <a:pt x="174" y="204"/>
                  </a:cubicBezTo>
                  <a:cubicBezTo>
                    <a:pt x="172" y="204"/>
                    <a:pt x="171" y="202"/>
                    <a:pt x="171" y="201"/>
                  </a:cubicBezTo>
                  <a:cubicBezTo>
                    <a:pt x="170" y="200"/>
                    <a:pt x="170" y="200"/>
                    <a:pt x="170" y="199"/>
                  </a:cubicBezTo>
                  <a:cubicBezTo>
                    <a:pt x="170" y="197"/>
                    <a:pt x="169" y="198"/>
                    <a:pt x="168" y="197"/>
                  </a:cubicBezTo>
                  <a:cubicBezTo>
                    <a:pt x="168" y="198"/>
                    <a:pt x="169" y="202"/>
                    <a:pt x="168" y="202"/>
                  </a:cubicBezTo>
                  <a:cubicBezTo>
                    <a:pt x="168" y="203"/>
                    <a:pt x="165" y="200"/>
                    <a:pt x="164" y="200"/>
                  </a:cubicBezTo>
                  <a:cubicBezTo>
                    <a:pt x="164" y="199"/>
                    <a:pt x="164" y="198"/>
                    <a:pt x="164" y="196"/>
                  </a:cubicBezTo>
                  <a:cubicBezTo>
                    <a:pt x="163" y="196"/>
                    <a:pt x="163" y="196"/>
                    <a:pt x="163" y="196"/>
                  </a:cubicBezTo>
                  <a:cubicBezTo>
                    <a:pt x="163" y="198"/>
                    <a:pt x="160" y="197"/>
                    <a:pt x="158" y="197"/>
                  </a:cubicBezTo>
                  <a:cubicBezTo>
                    <a:pt x="155" y="197"/>
                    <a:pt x="155" y="199"/>
                    <a:pt x="155" y="201"/>
                  </a:cubicBezTo>
                  <a:cubicBezTo>
                    <a:pt x="154" y="201"/>
                    <a:pt x="153" y="201"/>
                    <a:pt x="152" y="201"/>
                  </a:cubicBezTo>
                  <a:cubicBezTo>
                    <a:pt x="151" y="200"/>
                    <a:pt x="149" y="201"/>
                    <a:pt x="147" y="201"/>
                  </a:cubicBezTo>
                  <a:cubicBezTo>
                    <a:pt x="145" y="200"/>
                    <a:pt x="146" y="197"/>
                    <a:pt x="146" y="196"/>
                  </a:cubicBezTo>
                  <a:cubicBezTo>
                    <a:pt x="144" y="196"/>
                    <a:pt x="144" y="195"/>
                    <a:pt x="144" y="193"/>
                  </a:cubicBezTo>
                  <a:cubicBezTo>
                    <a:pt x="144" y="193"/>
                    <a:pt x="144" y="193"/>
                    <a:pt x="144" y="193"/>
                  </a:cubicBezTo>
                  <a:cubicBezTo>
                    <a:pt x="145" y="193"/>
                    <a:pt x="145" y="193"/>
                    <a:pt x="145" y="192"/>
                  </a:cubicBezTo>
                  <a:cubicBezTo>
                    <a:pt x="145" y="191"/>
                    <a:pt x="146" y="191"/>
                    <a:pt x="148" y="191"/>
                  </a:cubicBezTo>
                  <a:cubicBezTo>
                    <a:pt x="148" y="189"/>
                    <a:pt x="147" y="189"/>
                    <a:pt x="145" y="189"/>
                  </a:cubicBezTo>
                  <a:cubicBezTo>
                    <a:pt x="143" y="190"/>
                    <a:pt x="143" y="188"/>
                    <a:pt x="141" y="187"/>
                  </a:cubicBezTo>
                  <a:cubicBezTo>
                    <a:pt x="141" y="186"/>
                    <a:pt x="140" y="186"/>
                    <a:pt x="139" y="185"/>
                  </a:cubicBezTo>
                  <a:cubicBezTo>
                    <a:pt x="138" y="184"/>
                    <a:pt x="138" y="182"/>
                    <a:pt x="138" y="180"/>
                  </a:cubicBezTo>
                  <a:cubicBezTo>
                    <a:pt x="139" y="180"/>
                    <a:pt x="140" y="175"/>
                    <a:pt x="140" y="175"/>
                  </a:cubicBezTo>
                  <a:cubicBezTo>
                    <a:pt x="140" y="175"/>
                    <a:pt x="141" y="174"/>
                    <a:pt x="141" y="175"/>
                  </a:cubicBezTo>
                  <a:cubicBezTo>
                    <a:pt x="142" y="171"/>
                    <a:pt x="142" y="168"/>
                    <a:pt x="143" y="165"/>
                  </a:cubicBezTo>
                  <a:cubicBezTo>
                    <a:pt x="139" y="165"/>
                    <a:pt x="139" y="164"/>
                    <a:pt x="139" y="161"/>
                  </a:cubicBezTo>
                  <a:cubicBezTo>
                    <a:pt x="140" y="161"/>
                    <a:pt x="140" y="160"/>
                    <a:pt x="141" y="159"/>
                  </a:cubicBezTo>
                  <a:cubicBezTo>
                    <a:pt x="142" y="160"/>
                    <a:pt x="143" y="163"/>
                    <a:pt x="146" y="163"/>
                  </a:cubicBezTo>
                  <a:cubicBezTo>
                    <a:pt x="148" y="163"/>
                    <a:pt x="150" y="162"/>
                    <a:pt x="152" y="163"/>
                  </a:cubicBezTo>
                  <a:cubicBezTo>
                    <a:pt x="154" y="163"/>
                    <a:pt x="155" y="165"/>
                    <a:pt x="156" y="162"/>
                  </a:cubicBezTo>
                  <a:cubicBezTo>
                    <a:pt x="158" y="160"/>
                    <a:pt x="161" y="160"/>
                    <a:pt x="159" y="157"/>
                  </a:cubicBezTo>
                  <a:cubicBezTo>
                    <a:pt x="159" y="157"/>
                    <a:pt x="158" y="156"/>
                    <a:pt x="158" y="156"/>
                  </a:cubicBezTo>
                  <a:cubicBezTo>
                    <a:pt x="157" y="155"/>
                    <a:pt x="157" y="152"/>
                    <a:pt x="157" y="151"/>
                  </a:cubicBezTo>
                  <a:cubicBezTo>
                    <a:pt x="157" y="148"/>
                    <a:pt x="154" y="146"/>
                    <a:pt x="152" y="144"/>
                  </a:cubicBezTo>
                  <a:cubicBezTo>
                    <a:pt x="150" y="142"/>
                    <a:pt x="154" y="141"/>
                    <a:pt x="154" y="139"/>
                  </a:cubicBezTo>
                  <a:cubicBezTo>
                    <a:pt x="154" y="136"/>
                    <a:pt x="154" y="134"/>
                    <a:pt x="158" y="134"/>
                  </a:cubicBezTo>
                  <a:cubicBezTo>
                    <a:pt x="158" y="133"/>
                    <a:pt x="158" y="132"/>
                    <a:pt x="158" y="131"/>
                  </a:cubicBezTo>
                  <a:cubicBezTo>
                    <a:pt x="155" y="131"/>
                    <a:pt x="155" y="128"/>
                    <a:pt x="156" y="125"/>
                  </a:cubicBezTo>
                  <a:cubicBezTo>
                    <a:pt x="159" y="116"/>
                    <a:pt x="172" y="122"/>
                    <a:pt x="179" y="122"/>
                  </a:cubicBezTo>
                  <a:cubicBezTo>
                    <a:pt x="179" y="117"/>
                    <a:pt x="177" y="108"/>
                    <a:pt x="181" y="104"/>
                  </a:cubicBezTo>
                  <a:cubicBezTo>
                    <a:pt x="183" y="104"/>
                    <a:pt x="185" y="104"/>
                    <a:pt x="185" y="101"/>
                  </a:cubicBezTo>
                  <a:cubicBezTo>
                    <a:pt x="185" y="101"/>
                    <a:pt x="184" y="101"/>
                    <a:pt x="183" y="101"/>
                  </a:cubicBezTo>
                  <a:cubicBezTo>
                    <a:pt x="182" y="99"/>
                    <a:pt x="178" y="99"/>
                    <a:pt x="177" y="99"/>
                  </a:cubicBezTo>
                  <a:cubicBezTo>
                    <a:pt x="173" y="99"/>
                    <a:pt x="170" y="97"/>
                    <a:pt x="167" y="96"/>
                  </a:cubicBezTo>
                  <a:cubicBezTo>
                    <a:pt x="166" y="92"/>
                    <a:pt x="172" y="94"/>
                    <a:pt x="175" y="93"/>
                  </a:cubicBezTo>
                  <a:cubicBezTo>
                    <a:pt x="175" y="92"/>
                    <a:pt x="177" y="90"/>
                    <a:pt x="178" y="90"/>
                  </a:cubicBezTo>
                  <a:cubicBezTo>
                    <a:pt x="178" y="89"/>
                    <a:pt x="178" y="88"/>
                    <a:pt x="179" y="88"/>
                  </a:cubicBezTo>
                  <a:cubicBezTo>
                    <a:pt x="179" y="86"/>
                    <a:pt x="179" y="86"/>
                    <a:pt x="177" y="86"/>
                  </a:cubicBezTo>
                  <a:cubicBezTo>
                    <a:pt x="178" y="84"/>
                    <a:pt x="177" y="82"/>
                    <a:pt x="177" y="80"/>
                  </a:cubicBezTo>
                  <a:cubicBezTo>
                    <a:pt x="178" y="80"/>
                    <a:pt x="179" y="80"/>
                    <a:pt x="180" y="80"/>
                  </a:cubicBezTo>
                  <a:cubicBezTo>
                    <a:pt x="180" y="78"/>
                    <a:pt x="177" y="76"/>
                    <a:pt x="179" y="74"/>
                  </a:cubicBezTo>
                  <a:cubicBezTo>
                    <a:pt x="181" y="71"/>
                    <a:pt x="181" y="69"/>
                    <a:pt x="181" y="66"/>
                  </a:cubicBezTo>
                  <a:cubicBezTo>
                    <a:pt x="182" y="62"/>
                    <a:pt x="180" y="63"/>
                    <a:pt x="178" y="62"/>
                  </a:cubicBezTo>
                  <a:cubicBezTo>
                    <a:pt x="175" y="60"/>
                    <a:pt x="178" y="57"/>
                    <a:pt x="180" y="58"/>
                  </a:cubicBezTo>
                  <a:cubicBezTo>
                    <a:pt x="181" y="52"/>
                    <a:pt x="189" y="47"/>
                    <a:pt x="194" y="47"/>
                  </a:cubicBezTo>
                  <a:cubicBezTo>
                    <a:pt x="195" y="44"/>
                    <a:pt x="190" y="44"/>
                    <a:pt x="189" y="44"/>
                  </a:cubicBezTo>
                  <a:cubicBezTo>
                    <a:pt x="187" y="44"/>
                    <a:pt x="186" y="44"/>
                    <a:pt x="184" y="44"/>
                  </a:cubicBezTo>
                  <a:cubicBezTo>
                    <a:pt x="182" y="43"/>
                    <a:pt x="182" y="42"/>
                    <a:pt x="180" y="42"/>
                  </a:cubicBezTo>
                  <a:cubicBezTo>
                    <a:pt x="179" y="39"/>
                    <a:pt x="181" y="39"/>
                    <a:pt x="183" y="39"/>
                  </a:cubicBezTo>
                  <a:cubicBezTo>
                    <a:pt x="184" y="36"/>
                    <a:pt x="184" y="36"/>
                    <a:pt x="187" y="35"/>
                  </a:cubicBezTo>
                  <a:cubicBezTo>
                    <a:pt x="187" y="34"/>
                    <a:pt x="187" y="33"/>
                    <a:pt x="187" y="32"/>
                  </a:cubicBezTo>
                  <a:cubicBezTo>
                    <a:pt x="189" y="32"/>
                    <a:pt x="193" y="28"/>
                    <a:pt x="193" y="27"/>
                  </a:cubicBezTo>
                  <a:cubicBezTo>
                    <a:pt x="194" y="24"/>
                    <a:pt x="190" y="18"/>
                    <a:pt x="194" y="18"/>
                  </a:cubicBezTo>
                  <a:cubicBezTo>
                    <a:pt x="194" y="17"/>
                    <a:pt x="194" y="16"/>
                    <a:pt x="194" y="15"/>
                  </a:cubicBezTo>
                  <a:cubicBezTo>
                    <a:pt x="193" y="15"/>
                    <a:pt x="193" y="11"/>
                    <a:pt x="193" y="10"/>
                  </a:cubicBezTo>
                  <a:cubicBezTo>
                    <a:pt x="194" y="10"/>
                    <a:pt x="194" y="10"/>
                    <a:pt x="195" y="10"/>
                  </a:cubicBezTo>
                  <a:cubicBezTo>
                    <a:pt x="194" y="7"/>
                    <a:pt x="194" y="7"/>
                    <a:pt x="194" y="7"/>
                  </a:cubicBezTo>
                  <a:cubicBezTo>
                    <a:pt x="194" y="7"/>
                    <a:pt x="188" y="5"/>
                    <a:pt x="187" y="7"/>
                  </a:cubicBezTo>
                  <a:cubicBezTo>
                    <a:pt x="183" y="13"/>
                    <a:pt x="184" y="2"/>
                    <a:pt x="183" y="0"/>
                  </a:cubicBezTo>
                  <a:cubicBezTo>
                    <a:pt x="179" y="0"/>
                    <a:pt x="180" y="0"/>
                    <a:pt x="178" y="3"/>
                  </a:cubicBezTo>
                  <a:cubicBezTo>
                    <a:pt x="177" y="6"/>
                    <a:pt x="174" y="7"/>
                    <a:pt x="172" y="9"/>
                  </a:cubicBezTo>
                  <a:cubicBezTo>
                    <a:pt x="170" y="13"/>
                    <a:pt x="163" y="6"/>
                    <a:pt x="160" y="13"/>
                  </a:cubicBezTo>
                  <a:cubicBezTo>
                    <a:pt x="162" y="13"/>
                    <a:pt x="162" y="14"/>
                    <a:pt x="162" y="15"/>
                  </a:cubicBezTo>
                  <a:cubicBezTo>
                    <a:pt x="162" y="17"/>
                    <a:pt x="162" y="17"/>
                    <a:pt x="160" y="17"/>
                  </a:cubicBezTo>
                  <a:cubicBezTo>
                    <a:pt x="160" y="18"/>
                    <a:pt x="160" y="20"/>
                    <a:pt x="160" y="20"/>
                  </a:cubicBezTo>
                  <a:cubicBezTo>
                    <a:pt x="159" y="21"/>
                    <a:pt x="159" y="21"/>
                    <a:pt x="159" y="21"/>
                  </a:cubicBezTo>
                  <a:cubicBezTo>
                    <a:pt x="156" y="23"/>
                    <a:pt x="154" y="23"/>
                    <a:pt x="151" y="22"/>
                  </a:cubicBezTo>
                  <a:cubicBezTo>
                    <a:pt x="151" y="21"/>
                    <a:pt x="151" y="21"/>
                    <a:pt x="151" y="20"/>
                  </a:cubicBezTo>
                  <a:cubicBezTo>
                    <a:pt x="151" y="20"/>
                    <a:pt x="151" y="20"/>
                    <a:pt x="151" y="20"/>
                  </a:cubicBezTo>
                  <a:cubicBezTo>
                    <a:pt x="151" y="22"/>
                    <a:pt x="150" y="24"/>
                    <a:pt x="151" y="25"/>
                  </a:cubicBezTo>
                  <a:cubicBezTo>
                    <a:pt x="153" y="26"/>
                    <a:pt x="153" y="27"/>
                    <a:pt x="150" y="28"/>
                  </a:cubicBezTo>
                  <a:cubicBezTo>
                    <a:pt x="147" y="29"/>
                    <a:pt x="147" y="35"/>
                    <a:pt x="145" y="29"/>
                  </a:cubicBezTo>
                  <a:cubicBezTo>
                    <a:pt x="143" y="30"/>
                    <a:pt x="141" y="28"/>
                    <a:pt x="139" y="29"/>
                  </a:cubicBezTo>
                  <a:cubicBezTo>
                    <a:pt x="137" y="29"/>
                    <a:pt x="137" y="31"/>
                    <a:pt x="135" y="32"/>
                  </a:cubicBezTo>
                  <a:cubicBezTo>
                    <a:pt x="134" y="33"/>
                    <a:pt x="135" y="36"/>
                    <a:pt x="133" y="36"/>
                  </a:cubicBezTo>
                  <a:cubicBezTo>
                    <a:pt x="132" y="36"/>
                    <a:pt x="130" y="35"/>
                    <a:pt x="128" y="35"/>
                  </a:cubicBezTo>
                  <a:cubicBezTo>
                    <a:pt x="128" y="36"/>
                    <a:pt x="129" y="37"/>
                    <a:pt x="129" y="38"/>
                  </a:cubicBezTo>
                  <a:cubicBezTo>
                    <a:pt x="130" y="39"/>
                    <a:pt x="128" y="40"/>
                    <a:pt x="128" y="41"/>
                  </a:cubicBezTo>
                  <a:cubicBezTo>
                    <a:pt x="128" y="43"/>
                    <a:pt x="129" y="46"/>
                    <a:pt x="131" y="47"/>
                  </a:cubicBezTo>
                  <a:cubicBezTo>
                    <a:pt x="131" y="48"/>
                    <a:pt x="130" y="49"/>
                    <a:pt x="129" y="50"/>
                  </a:cubicBezTo>
                  <a:cubicBezTo>
                    <a:pt x="126" y="48"/>
                    <a:pt x="126" y="47"/>
                    <a:pt x="122" y="47"/>
                  </a:cubicBezTo>
                  <a:cubicBezTo>
                    <a:pt x="115" y="44"/>
                    <a:pt x="115" y="44"/>
                    <a:pt x="115" y="44"/>
                  </a:cubicBezTo>
                  <a:cubicBezTo>
                    <a:pt x="115" y="46"/>
                    <a:pt x="115" y="46"/>
                    <a:pt x="115" y="46"/>
                  </a:cubicBezTo>
                  <a:cubicBezTo>
                    <a:pt x="113" y="46"/>
                    <a:pt x="110" y="46"/>
                    <a:pt x="108" y="45"/>
                  </a:cubicBezTo>
                  <a:cubicBezTo>
                    <a:pt x="107" y="44"/>
                    <a:pt x="105" y="40"/>
                    <a:pt x="102" y="40"/>
                  </a:cubicBezTo>
                  <a:cubicBezTo>
                    <a:pt x="102" y="42"/>
                    <a:pt x="98" y="41"/>
                    <a:pt x="98" y="40"/>
                  </a:cubicBezTo>
                  <a:cubicBezTo>
                    <a:pt x="96" y="38"/>
                    <a:pt x="95" y="36"/>
                    <a:pt x="92" y="37"/>
                  </a:cubicBezTo>
                  <a:cubicBezTo>
                    <a:pt x="92" y="39"/>
                    <a:pt x="91" y="41"/>
                    <a:pt x="91" y="44"/>
                  </a:cubicBezTo>
                  <a:cubicBezTo>
                    <a:pt x="91" y="46"/>
                    <a:pt x="93" y="48"/>
                    <a:pt x="93" y="51"/>
                  </a:cubicBezTo>
                  <a:cubicBezTo>
                    <a:pt x="91" y="51"/>
                    <a:pt x="90" y="53"/>
                    <a:pt x="91" y="55"/>
                  </a:cubicBezTo>
                  <a:cubicBezTo>
                    <a:pt x="92" y="57"/>
                    <a:pt x="92" y="58"/>
                    <a:pt x="92" y="60"/>
                  </a:cubicBezTo>
                  <a:cubicBezTo>
                    <a:pt x="92" y="62"/>
                    <a:pt x="92" y="65"/>
                    <a:pt x="90" y="63"/>
                  </a:cubicBezTo>
                  <a:cubicBezTo>
                    <a:pt x="88" y="62"/>
                    <a:pt x="89" y="61"/>
                    <a:pt x="86" y="61"/>
                  </a:cubicBezTo>
                  <a:cubicBezTo>
                    <a:pt x="86" y="62"/>
                    <a:pt x="86" y="63"/>
                    <a:pt x="86" y="64"/>
                  </a:cubicBezTo>
                  <a:cubicBezTo>
                    <a:pt x="81" y="64"/>
                    <a:pt x="75" y="62"/>
                    <a:pt x="71" y="63"/>
                  </a:cubicBezTo>
                  <a:cubicBezTo>
                    <a:pt x="71" y="65"/>
                    <a:pt x="72" y="66"/>
                    <a:pt x="70" y="67"/>
                  </a:cubicBezTo>
                  <a:cubicBezTo>
                    <a:pt x="69" y="68"/>
                    <a:pt x="67" y="68"/>
                    <a:pt x="66" y="67"/>
                  </a:cubicBezTo>
                  <a:cubicBezTo>
                    <a:pt x="63" y="63"/>
                    <a:pt x="58" y="63"/>
                    <a:pt x="54" y="63"/>
                  </a:cubicBezTo>
                  <a:cubicBezTo>
                    <a:pt x="55" y="63"/>
                    <a:pt x="54" y="66"/>
                    <a:pt x="54" y="67"/>
                  </a:cubicBezTo>
                  <a:cubicBezTo>
                    <a:pt x="54" y="67"/>
                    <a:pt x="53" y="67"/>
                    <a:pt x="52" y="67"/>
                  </a:cubicBezTo>
                  <a:cubicBezTo>
                    <a:pt x="52" y="70"/>
                    <a:pt x="51" y="72"/>
                    <a:pt x="48" y="72"/>
                  </a:cubicBezTo>
                  <a:cubicBezTo>
                    <a:pt x="47" y="72"/>
                    <a:pt x="43" y="73"/>
                    <a:pt x="43" y="74"/>
                  </a:cubicBezTo>
                  <a:cubicBezTo>
                    <a:pt x="39" y="74"/>
                    <a:pt x="37" y="77"/>
                    <a:pt x="40" y="79"/>
                  </a:cubicBezTo>
                  <a:cubicBezTo>
                    <a:pt x="38" y="79"/>
                    <a:pt x="36" y="80"/>
                    <a:pt x="34" y="80"/>
                  </a:cubicBezTo>
                  <a:cubicBezTo>
                    <a:pt x="34" y="78"/>
                    <a:pt x="34" y="77"/>
                    <a:pt x="32" y="76"/>
                  </a:cubicBezTo>
                  <a:cubicBezTo>
                    <a:pt x="30" y="76"/>
                    <a:pt x="28" y="75"/>
                    <a:pt x="27" y="77"/>
                  </a:cubicBezTo>
                  <a:cubicBezTo>
                    <a:pt x="26" y="79"/>
                    <a:pt x="27" y="79"/>
                    <a:pt x="24" y="79"/>
                  </a:cubicBezTo>
                  <a:cubicBezTo>
                    <a:pt x="22" y="80"/>
                    <a:pt x="22" y="81"/>
                    <a:pt x="22" y="82"/>
                  </a:cubicBezTo>
                  <a:cubicBezTo>
                    <a:pt x="20" y="83"/>
                    <a:pt x="20" y="80"/>
                    <a:pt x="18" y="81"/>
                  </a:cubicBezTo>
                  <a:cubicBezTo>
                    <a:pt x="17" y="83"/>
                    <a:pt x="23" y="87"/>
                    <a:pt x="21" y="89"/>
                  </a:cubicBezTo>
                  <a:cubicBezTo>
                    <a:pt x="20" y="90"/>
                    <a:pt x="19" y="90"/>
                    <a:pt x="20" y="93"/>
                  </a:cubicBezTo>
                  <a:cubicBezTo>
                    <a:pt x="20" y="94"/>
                    <a:pt x="22" y="96"/>
                    <a:pt x="22" y="94"/>
                  </a:cubicBezTo>
                  <a:cubicBezTo>
                    <a:pt x="27" y="93"/>
                    <a:pt x="28" y="100"/>
                    <a:pt x="28" y="103"/>
                  </a:cubicBezTo>
                  <a:cubicBezTo>
                    <a:pt x="26" y="103"/>
                    <a:pt x="24" y="103"/>
                    <a:pt x="21" y="104"/>
                  </a:cubicBezTo>
                  <a:cubicBezTo>
                    <a:pt x="20" y="107"/>
                    <a:pt x="24" y="106"/>
                    <a:pt x="26" y="107"/>
                  </a:cubicBezTo>
                  <a:cubicBezTo>
                    <a:pt x="28" y="109"/>
                    <a:pt x="24" y="113"/>
                    <a:pt x="22" y="113"/>
                  </a:cubicBezTo>
                  <a:cubicBezTo>
                    <a:pt x="22" y="114"/>
                    <a:pt x="22" y="116"/>
                    <a:pt x="22" y="117"/>
                  </a:cubicBezTo>
                  <a:cubicBezTo>
                    <a:pt x="20" y="117"/>
                    <a:pt x="19" y="116"/>
                    <a:pt x="17" y="116"/>
                  </a:cubicBezTo>
                  <a:cubicBezTo>
                    <a:pt x="17" y="117"/>
                    <a:pt x="17" y="117"/>
                    <a:pt x="17" y="117"/>
                  </a:cubicBezTo>
                  <a:cubicBezTo>
                    <a:pt x="18" y="117"/>
                    <a:pt x="18" y="117"/>
                    <a:pt x="18" y="118"/>
                  </a:cubicBezTo>
                  <a:cubicBezTo>
                    <a:pt x="15" y="118"/>
                    <a:pt x="7" y="119"/>
                    <a:pt x="8" y="124"/>
                  </a:cubicBezTo>
                  <a:cubicBezTo>
                    <a:pt x="12" y="124"/>
                    <a:pt x="12" y="124"/>
                    <a:pt x="15" y="126"/>
                  </a:cubicBezTo>
                  <a:cubicBezTo>
                    <a:pt x="16" y="127"/>
                    <a:pt x="19" y="130"/>
                    <a:pt x="16" y="131"/>
                  </a:cubicBezTo>
                  <a:cubicBezTo>
                    <a:pt x="17" y="133"/>
                    <a:pt x="15" y="136"/>
                    <a:pt x="15" y="138"/>
                  </a:cubicBezTo>
                  <a:cubicBezTo>
                    <a:pt x="17" y="138"/>
                    <a:pt x="19" y="140"/>
                    <a:pt x="18" y="142"/>
                  </a:cubicBezTo>
                  <a:cubicBezTo>
                    <a:pt x="18" y="142"/>
                    <a:pt x="17" y="142"/>
                    <a:pt x="17" y="143"/>
                  </a:cubicBezTo>
                  <a:cubicBezTo>
                    <a:pt x="17" y="144"/>
                    <a:pt x="14" y="144"/>
                    <a:pt x="14" y="144"/>
                  </a:cubicBezTo>
                  <a:cubicBezTo>
                    <a:pt x="13" y="146"/>
                    <a:pt x="17" y="145"/>
                    <a:pt x="16" y="148"/>
                  </a:cubicBezTo>
                  <a:cubicBezTo>
                    <a:pt x="16" y="148"/>
                    <a:pt x="16" y="148"/>
                    <a:pt x="16" y="148"/>
                  </a:cubicBezTo>
                  <a:cubicBezTo>
                    <a:pt x="15" y="150"/>
                    <a:pt x="16" y="153"/>
                    <a:pt x="14" y="154"/>
                  </a:cubicBezTo>
                  <a:cubicBezTo>
                    <a:pt x="13" y="155"/>
                    <a:pt x="13" y="156"/>
                    <a:pt x="13" y="158"/>
                  </a:cubicBezTo>
                  <a:cubicBezTo>
                    <a:pt x="11" y="158"/>
                    <a:pt x="10" y="156"/>
                    <a:pt x="9" y="156"/>
                  </a:cubicBezTo>
                  <a:cubicBezTo>
                    <a:pt x="9" y="157"/>
                    <a:pt x="9" y="158"/>
                    <a:pt x="9" y="158"/>
                  </a:cubicBezTo>
                  <a:cubicBezTo>
                    <a:pt x="7" y="158"/>
                    <a:pt x="5" y="158"/>
                    <a:pt x="3" y="158"/>
                  </a:cubicBezTo>
                  <a:cubicBezTo>
                    <a:pt x="3" y="159"/>
                    <a:pt x="3" y="159"/>
                    <a:pt x="3" y="159"/>
                  </a:cubicBezTo>
                  <a:cubicBezTo>
                    <a:pt x="4" y="160"/>
                    <a:pt x="6" y="160"/>
                    <a:pt x="6" y="162"/>
                  </a:cubicBezTo>
                  <a:cubicBezTo>
                    <a:pt x="4" y="162"/>
                    <a:pt x="0" y="160"/>
                    <a:pt x="1" y="163"/>
                  </a:cubicBezTo>
                  <a:cubicBezTo>
                    <a:pt x="3" y="164"/>
                    <a:pt x="2" y="165"/>
                    <a:pt x="3" y="166"/>
                  </a:cubicBezTo>
                  <a:cubicBezTo>
                    <a:pt x="4" y="166"/>
                    <a:pt x="6" y="165"/>
                    <a:pt x="7" y="166"/>
                  </a:cubicBezTo>
                  <a:cubicBezTo>
                    <a:pt x="8" y="166"/>
                    <a:pt x="8" y="168"/>
                    <a:pt x="9" y="168"/>
                  </a:cubicBezTo>
                  <a:cubicBezTo>
                    <a:pt x="10" y="169"/>
                    <a:pt x="11" y="168"/>
                    <a:pt x="12" y="169"/>
                  </a:cubicBezTo>
                  <a:cubicBezTo>
                    <a:pt x="13" y="170"/>
                    <a:pt x="12" y="172"/>
                    <a:pt x="12" y="172"/>
                  </a:cubicBezTo>
                  <a:cubicBezTo>
                    <a:pt x="13" y="174"/>
                    <a:pt x="14" y="173"/>
                    <a:pt x="14" y="175"/>
                  </a:cubicBezTo>
                  <a:cubicBezTo>
                    <a:pt x="14" y="177"/>
                    <a:pt x="14" y="179"/>
                    <a:pt x="18" y="179"/>
                  </a:cubicBezTo>
                  <a:cubicBezTo>
                    <a:pt x="18" y="180"/>
                    <a:pt x="16" y="180"/>
                    <a:pt x="16" y="182"/>
                  </a:cubicBezTo>
                  <a:cubicBezTo>
                    <a:pt x="16" y="182"/>
                    <a:pt x="17" y="184"/>
                    <a:pt x="17" y="185"/>
                  </a:cubicBezTo>
                  <a:cubicBezTo>
                    <a:pt x="17" y="186"/>
                    <a:pt x="18" y="186"/>
                    <a:pt x="18" y="187"/>
                  </a:cubicBezTo>
                  <a:cubicBezTo>
                    <a:pt x="19" y="188"/>
                    <a:pt x="20" y="188"/>
                    <a:pt x="19" y="190"/>
                  </a:cubicBezTo>
                  <a:cubicBezTo>
                    <a:pt x="19" y="190"/>
                    <a:pt x="19" y="190"/>
                    <a:pt x="19" y="190"/>
                  </a:cubicBezTo>
                  <a:cubicBezTo>
                    <a:pt x="19" y="191"/>
                    <a:pt x="19" y="191"/>
                    <a:pt x="19" y="191"/>
                  </a:cubicBezTo>
                  <a:cubicBezTo>
                    <a:pt x="22" y="191"/>
                    <a:pt x="19" y="197"/>
                    <a:pt x="18" y="198"/>
                  </a:cubicBezTo>
                  <a:cubicBezTo>
                    <a:pt x="21" y="199"/>
                    <a:pt x="24" y="203"/>
                    <a:pt x="25" y="206"/>
                  </a:cubicBezTo>
                  <a:cubicBezTo>
                    <a:pt x="25" y="207"/>
                    <a:pt x="26" y="208"/>
                    <a:pt x="26" y="209"/>
                  </a:cubicBezTo>
                  <a:cubicBezTo>
                    <a:pt x="26" y="210"/>
                    <a:pt x="27" y="210"/>
                    <a:pt x="27" y="211"/>
                  </a:cubicBezTo>
                  <a:cubicBezTo>
                    <a:pt x="27" y="212"/>
                    <a:pt x="27" y="214"/>
                    <a:pt x="27" y="216"/>
                  </a:cubicBezTo>
                  <a:cubicBezTo>
                    <a:pt x="28" y="216"/>
                    <a:pt x="30" y="216"/>
                    <a:pt x="30" y="218"/>
                  </a:cubicBezTo>
                  <a:cubicBezTo>
                    <a:pt x="26" y="219"/>
                    <a:pt x="29" y="221"/>
                    <a:pt x="29" y="224"/>
                  </a:cubicBezTo>
                  <a:cubicBezTo>
                    <a:pt x="30" y="227"/>
                    <a:pt x="30" y="229"/>
                    <a:pt x="29" y="231"/>
                  </a:cubicBezTo>
                  <a:cubicBezTo>
                    <a:pt x="29" y="231"/>
                    <a:pt x="26" y="232"/>
                    <a:pt x="26" y="233"/>
                  </a:cubicBezTo>
                  <a:cubicBezTo>
                    <a:pt x="25" y="234"/>
                    <a:pt x="27" y="234"/>
                    <a:pt x="28" y="234"/>
                  </a:cubicBezTo>
                  <a:cubicBezTo>
                    <a:pt x="29" y="235"/>
                    <a:pt x="29" y="235"/>
                    <a:pt x="30" y="237"/>
                  </a:cubicBezTo>
                  <a:cubicBezTo>
                    <a:pt x="30" y="238"/>
                    <a:pt x="30" y="239"/>
                    <a:pt x="31" y="241"/>
                  </a:cubicBezTo>
                  <a:cubicBezTo>
                    <a:pt x="32" y="242"/>
                    <a:pt x="32" y="243"/>
                    <a:pt x="32" y="245"/>
                  </a:cubicBezTo>
                  <a:cubicBezTo>
                    <a:pt x="32" y="246"/>
                    <a:pt x="32" y="247"/>
                    <a:pt x="32" y="249"/>
                  </a:cubicBezTo>
                  <a:cubicBezTo>
                    <a:pt x="32" y="250"/>
                    <a:pt x="32" y="251"/>
                    <a:pt x="32" y="252"/>
                  </a:cubicBezTo>
                  <a:cubicBezTo>
                    <a:pt x="33" y="254"/>
                    <a:pt x="34" y="253"/>
                    <a:pt x="35" y="254"/>
                  </a:cubicBezTo>
                  <a:cubicBezTo>
                    <a:pt x="32" y="256"/>
                    <a:pt x="35" y="259"/>
                    <a:pt x="36" y="262"/>
                  </a:cubicBezTo>
                  <a:cubicBezTo>
                    <a:pt x="37" y="264"/>
                    <a:pt x="37" y="266"/>
                    <a:pt x="38" y="268"/>
                  </a:cubicBezTo>
                  <a:cubicBezTo>
                    <a:pt x="38" y="268"/>
                    <a:pt x="39" y="268"/>
                    <a:pt x="40" y="268"/>
                  </a:cubicBezTo>
                  <a:cubicBezTo>
                    <a:pt x="42" y="268"/>
                    <a:pt x="42" y="267"/>
                    <a:pt x="44" y="267"/>
                  </a:cubicBezTo>
                  <a:cubicBezTo>
                    <a:pt x="45" y="267"/>
                    <a:pt x="44" y="270"/>
                    <a:pt x="44" y="270"/>
                  </a:cubicBezTo>
                  <a:cubicBezTo>
                    <a:pt x="46" y="270"/>
                    <a:pt x="48" y="272"/>
                    <a:pt x="46" y="272"/>
                  </a:cubicBezTo>
                  <a:cubicBezTo>
                    <a:pt x="46" y="273"/>
                    <a:pt x="47" y="274"/>
                    <a:pt x="48" y="274"/>
                  </a:cubicBezTo>
                  <a:cubicBezTo>
                    <a:pt x="48" y="272"/>
                    <a:pt x="49" y="272"/>
                    <a:pt x="51" y="273"/>
                  </a:cubicBezTo>
                  <a:cubicBezTo>
                    <a:pt x="54" y="275"/>
                    <a:pt x="51" y="275"/>
                    <a:pt x="52" y="276"/>
                  </a:cubicBezTo>
                  <a:cubicBezTo>
                    <a:pt x="53" y="277"/>
                    <a:pt x="54" y="277"/>
                    <a:pt x="55" y="277"/>
                  </a:cubicBezTo>
                  <a:cubicBezTo>
                    <a:pt x="55" y="277"/>
                    <a:pt x="55" y="278"/>
                    <a:pt x="55" y="279"/>
                  </a:cubicBezTo>
                  <a:cubicBezTo>
                    <a:pt x="55" y="278"/>
                    <a:pt x="57" y="276"/>
                    <a:pt x="58" y="276"/>
                  </a:cubicBezTo>
                  <a:cubicBezTo>
                    <a:pt x="58" y="278"/>
                    <a:pt x="58" y="279"/>
                    <a:pt x="57" y="280"/>
                  </a:cubicBezTo>
                  <a:cubicBezTo>
                    <a:pt x="59" y="280"/>
                    <a:pt x="60" y="282"/>
                    <a:pt x="60" y="283"/>
                  </a:cubicBezTo>
                  <a:cubicBezTo>
                    <a:pt x="62" y="283"/>
                    <a:pt x="62" y="283"/>
                    <a:pt x="62" y="283"/>
                  </a:cubicBezTo>
                  <a:cubicBezTo>
                    <a:pt x="62" y="282"/>
                    <a:pt x="65" y="282"/>
                    <a:pt x="64" y="283"/>
                  </a:cubicBezTo>
                  <a:cubicBezTo>
                    <a:pt x="64" y="285"/>
                    <a:pt x="62" y="285"/>
                    <a:pt x="62" y="286"/>
                  </a:cubicBezTo>
                  <a:cubicBezTo>
                    <a:pt x="62" y="288"/>
                    <a:pt x="63" y="288"/>
                    <a:pt x="63" y="290"/>
                  </a:cubicBezTo>
                  <a:cubicBezTo>
                    <a:pt x="63" y="293"/>
                    <a:pt x="64" y="292"/>
                    <a:pt x="67" y="293"/>
                  </a:cubicBezTo>
                  <a:cubicBezTo>
                    <a:pt x="69" y="293"/>
                    <a:pt x="71" y="298"/>
                    <a:pt x="71" y="300"/>
                  </a:cubicBezTo>
                  <a:cubicBezTo>
                    <a:pt x="74" y="300"/>
                    <a:pt x="75" y="302"/>
                    <a:pt x="77" y="303"/>
                  </a:cubicBezTo>
                  <a:cubicBezTo>
                    <a:pt x="78" y="305"/>
                    <a:pt x="83" y="304"/>
                    <a:pt x="84" y="306"/>
                  </a:cubicBezTo>
                  <a:cubicBezTo>
                    <a:pt x="84" y="309"/>
                    <a:pt x="85" y="310"/>
                    <a:pt x="88" y="312"/>
                  </a:cubicBezTo>
                  <a:cubicBezTo>
                    <a:pt x="89" y="312"/>
                    <a:pt x="91" y="312"/>
                    <a:pt x="92" y="312"/>
                  </a:cubicBezTo>
                  <a:cubicBezTo>
                    <a:pt x="94" y="312"/>
                    <a:pt x="96" y="311"/>
                    <a:pt x="98" y="311"/>
                  </a:cubicBezTo>
                  <a:cubicBezTo>
                    <a:pt x="98" y="312"/>
                    <a:pt x="98" y="314"/>
                    <a:pt x="98" y="315"/>
                  </a:cubicBezTo>
                  <a:cubicBezTo>
                    <a:pt x="99" y="315"/>
                    <a:pt x="102" y="315"/>
                    <a:pt x="103" y="316"/>
                  </a:cubicBezTo>
                  <a:cubicBezTo>
                    <a:pt x="103" y="317"/>
                    <a:pt x="104" y="319"/>
                    <a:pt x="104" y="319"/>
                  </a:cubicBezTo>
                  <a:cubicBezTo>
                    <a:pt x="104" y="319"/>
                    <a:pt x="104" y="319"/>
                    <a:pt x="104" y="319"/>
                  </a:cubicBezTo>
                  <a:cubicBezTo>
                    <a:pt x="106" y="318"/>
                    <a:pt x="107" y="321"/>
                    <a:pt x="109" y="322"/>
                  </a:cubicBezTo>
                  <a:cubicBezTo>
                    <a:pt x="111" y="322"/>
                    <a:pt x="114" y="322"/>
                    <a:pt x="114" y="324"/>
                  </a:cubicBezTo>
                  <a:cubicBezTo>
                    <a:pt x="114" y="324"/>
                    <a:pt x="115" y="325"/>
                    <a:pt x="115" y="326"/>
                  </a:cubicBezTo>
                  <a:cubicBezTo>
                    <a:pt x="115" y="326"/>
                    <a:pt x="115" y="326"/>
                    <a:pt x="115" y="326"/>
                  </a:cubicBezTo>
                  <a:cubicBezTo>
                    <a:pt x="117" y="326"/>
                    <a:pt x="119" y="325"/>
                    <a:pt x="120" y="326"/>
                  </a:cubicBezTo>
                  <a:cubicBezTo>
                    <a:pt x="121" y="327"/>
                    <a:pt x="121" y="331"/>
                    <a:pt x="121" y="331"/>
                  </a:cubicBezTo>
                  <a:cubicBezTo>
                    <a:pt x="122" y="331"/>
                    <a:pt x="123" y="330"/>
                    <a:pt x="125" y="330"/>
                  </a:cubicBezTo>
                  <a:cubicBezTo>
                    <a:pt x="126" y="330"/>
                    <a:pt x="128" y="330"/>
                    <a:pt x="130" y="330"/>
                  </a:cubicBezTo>
                  <a:cubicBezTo>
                    <a:pt x="135" y="330"/>
                    <a:pt x="135" y="330"/>
                    <a:pt x="136" y="326"/>
                  </a:cubicBezTo>
                  <a:cubicBezTo>
                    <a:pt x="136" y="323"/>
                    <a:pt x="139" y="321"/>
                    <a:pt x="142" y="321"/>
                  </a:cubicBezTo>
                  <a:cubicBezTo>
                    <a:pt x="143" y="321"/>
                    <a:pt x="145" y="320"/>
                    <a:pt x="146" y="321"/>
                  </a:cubicBezTo>
                  <a:cubicBezTo>
                    <a:pt x="147" y="322"/>
                    <a:pt x="148" y="324"/>
                    <a:pt x="149" y="324"/>
                  </a:cubicBezTo>
                  <a:cubicBezTo>
                    <a:pt x="149" y="323"/>
                    <a:pt x="150" y="322"/>
                    <a:pt x="149" y="322"/>
                  </a:cubicBezTo>
                  <a:cubicBezTo>
                    <a:pt x="153" y="321"/>
                    <a:pt x="155" y="321"/>
                    <a:pt x="158" y="322"/>
                  </a:cubicBezTo>
                  <a:cubicBezTo>
                    <a:pt x="160" y="322"/>
                    <a:pt x="164" y="324"/>
                    <a:pt x="166" y="324"/>
                  </a:cubicBezTo>
                  <a:cubicBezTo>
                    <a:pt x="166" y="322"/>
                    <a:pt x="166" y="319"/>
                    <a:pt x="168" y="317"/>
                  </a:cubicBezTo>
                  <a:cubicBezTo>
                    <a:pt x="171" y="315"/>
                    <a:pt x="175" y="315"/>
                    <a:pt x="178" y="315"/>
                  </a:cubicBezTo>
                  <a:cubicBezTo>
                    <a:pt x="178" y="314"/>
                    <a:pt x="178" y="312"/>
                    <a:pt x="179" y="312"/>
                  </a:cubicBezTo>
                  <a:cubicBezTo>
                    <a:pt x="180" y="311"/>
                    <a:pt x="181" y="311"/>
                    <a:pt x="181" y="310"/>
                  </a:cubicBezTo>
                  <a:cubicBezTo>
                    <a:pt x="181" y="308"/>
                    <a:pt x="182" y="306"/>
                    <a:pt x="181" y="304"/>
                  </a:cubicBezTo>
                  <a:cubicBezTo>
                    <a:pt x="180" y="300"/>
                    <a:pt x="170" y="303"/>
                    <a:pt x="167" y="300"/>
                  </a:cubicBezTo>
                  <a:cubicBezTo>
                    <a:pt x="169" y="299"/>
                    <a:pt x="173" y="297"/>
                    <a:pt x="174" y="296"/>
                  </a:cubicBezTo>
                  <a:cubicBezTo>
                    <a:pt x="176" y="294"/>
                    <a:pt x="175" y="290"/>
                    <a:pt x="175" y="288"/>
                  </a:cubicBezTo>
                  <a:cubicBezTo>
                    <a:pt x="175" y="288"/>
                    <a:pt x="174" y="288"/>
                    <a:pt x="174" y="288"/>
                  </a:cubicBezTo>
                  <a:cubicBezTo>
                    <a:pt x="175" y="285"/>
                    <a:pt x="174" y="282"/>
                    <a:pt x="174" y="280"/>
                  </a:cubicBezTo>
                  <a:cubicBezTo>
                    <a:pt x="177" y="280"/>
                    <a:pt x="182" y="281"/>
                    <a:pt x="183" y="278"/>
                  </a:cubicBezTo>
                  <a:cubicBezTo>
                    <a:pt x="185" y="276"/>
                    <a:pt x="185" y="273"/>
                    <a:pt x="185" y="271"/>
                  </a:cubicBezTo>
                  <a:cubicBezTo>
                    <a:pt x="186" y="269"/>
                    <a:pt x="192" y="271"/>
                    <a:pt x="193" y="272"/>
                  </a:cubicBezTo>
                  <a:cubicBezTo>
                    <a:pt x="196" y="276"/>
                    <a:pt x="196" y="270"/>
                    <a:pt x="199" y="271"/>
                  </a:cubicBezTo>
                  <a:cubicBezTo>
                    <a:pt x="200" y="272"/>
                    <a:pt x="201" y="274"/>
                    <a:pt x="202" y="274"/>
                  </a:cubicBezTo>
                  <a:cubicBezTo>
                    <a:pt x="204" y="275"/>
                    <a:pt x="205" y="275"/>
                    <a:pt x="206" y="275"/>
                  </a:cubicBezTo>
                  <a:cubicBezTo>
                    <a:pt x="206" y="275"/>
                    <a:pt x="206" y="275"/>
                    <a:pt x="206" y="275"/>
                  </a:cubicBezTo>
                  <a:cubicBezTo>
                    <a:pt x="207" y="274"/>
                    <a:pt x="207" y="272"/>
                    <a:pt x="209" y="271"/>
                  </a:cubicBezTo>
                  <a:cubicBezTo>
                    <a:pt x="210" y="270"/>
                    <a:pt x="213" y="270"/>
                    <a:pt x="213" y="269"/>
                  </a:cubicBezTo>
                  <a:cubicBezTo>
                    <a:pt x="211" y="269"/>
                    <a:pt x="208" y="266"/>
                    <a:pt x="211" y="265"/>
                  </a:cubicBezTo>
                  <a:cubicBezTo>
                    <a:pt x="214" y="265"/>
                    <a:pt x="215" y="270"/>
                    <a:pt x="217" y="270"/>
                  </a:cubicBezTo>
                  <a:cubicBezTo>
                    <a:pt x="220" y="270"/>
                    <a:pt x="217" y="264"/>
                    <a:pt x="218" y="263"/>
                  </a:cubicBezTo>
                  <a:cubicBezTo>
                    <a:pt x="218" y="260"/>
                    <a:pt x="220" y="260"/>
                    <a:pt x="222" y="260"/>
                  </a:cubicBezTo>
                  <a:cubicBezTo>
                    <a:pt x="222" y="259"/>
                    <a:pt x="222" y="257"/>
                    <a:pt x="223" y="257"/>
                  </a:cubicBezTo>
                  <a:cubicBezTo>
                    <a:pt x="224" y="255"/>
                    <a:pt x="225" y="249"/>
                    <a:pt x="224" y="249"/>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7" name="Freeform 304">
              <a:extLst>
                <a:ext uri="{FF2B5EF4-FFF2-40B4-BE49-F238E27FC236}">
                  <a16:creationId xmlns:a16="http://schemas.microsoft.com/office/drawing/2014/main" id="{4687AB58-3323-47B6-AE9E-6B43B6835B46}"/>
                </a:ext>
              </a:extLst>
            </p:cNvPr>
            <p:cNvSpPr>
              <a:spLocks/>
            </p:cNvSpPr>
            <p:nvPr/>
          </p:nvSpPr>
          <p:spPr bwMode="auto">
            <a:xfrm>
              <a:off x="3357563" y="5692776"/>
              <a:ext cx="3175" cy="317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1" y="1"/>
                    <a:pt x="1" y="1"/>
                  </a:cubicBezTo>
                  <a:cubicBezTo>
                    <a:pt x="1" y="1"/>
                    <a:pt x="1"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8" name="Freeform 305">
              <a:extLst>
                <a:ext uri="{FF2B5EF4-FFF2-40B4-BE49-F238E27FC236}">
                  <a16:creationId xmlns:a16="http://schemas.microsoft.com/office/drawing/2014/main" id="{AFF95028-228D-45D1-9ABD-4F725EFE4AC3}"/>
                </a:ext>
              </a:extLst>
            </p:cNvPr>
            <p:cNvSpPr>
              <a:spLocks/>
            </p:cNvSpPr>
            <p:nvPr/>
          </p:nvSpPr>
          <p:spPr bwMode="auto">
            <a:xfrm>
              <a:off x="3417888" y="5229226"/>
              <a:ext cx="738188" cy="947738"/>
            </a:xfrm>
            <a:custGeom>
              <a:avLst/>
              <a:gdLst>
                <a:gd name="T0" fmla="*/ 121 w 209"/>
                <a:gd name="T1" fmla="*/ 214 h 268"/>
                <a:gd name="T2" fmla="*/ 104 w 209"/>
                <a:gd name="T3" fmla="*/ 218 h 268"/>
                <a:gd name="T4" fmla="*/ 95 w 209"/>
                <a:gd name="T5" fmla="*/ 224 h 268"/>
                <a:gd name="T6" fmla="*/ 90 w 209"/>
                <a:gd name="T7" fmla="*/ 242 h 268"/>
                <a:gd name="T8" fmla="*/ 90 w 209"/>
                <a:gd name="T9" fmla="*/ 246 h 268"/>
                <a:gd name="T10" fmla="*/ 81 w 209"/>
                <a:gd name="T11" fmla="*/ 256 h 268"/>
                <a:gd name="T12" fmla="*/ 72 w 209"/>
                <a:gd name="T13" fmla="*/ 262 h 268"/>
                <a:gd name="T14" fmla="*/ 61 w 209"/>
                <a:gd name="T15" fmla="*/ 267 h 268"/>
                <a:gd name="T16" fmla="*/ 54 w 209"/>
                <a:gd name="T17" fmla="*/ 268 h 268"/>
                <a:gd name="T18" fmla="*/ 39 w 209"/>
                <a:gd name="T19" fmla="*/ 255 h 268"/>
                <a:gd name="T20" fmla="*/ 42 w 209"/>
                <a:gd name="T21" fmla="*/ 247 h 268"/>
                <a:gd name="T22" fmla="*/ 46 w 209"/>
                <a:gd name="T23" fmla="*/ 232 h 268"/>
                <a:gd name="T24" fmla="*/ 50 w 209"/>
                <a:gd name="T25" fmla="*/ 207 h 268"/>
                <a:gd name="T26" fmla="*/ 43 w 209"/>
                <a:gd name="T27" fmla="*/ 192 h 268"/>
                <a:gd name="T28" fmla="*/ 47 w 209"/>
                <a:gd name="T29" fmla="*/ 170 h 268"/>
                <a:gd name="T30" fmla="*/ 35 w 209"/>
                <a:gd name="T31" fmla="*/ 162 h 268"/>
                <a:gd name="T32" fmla="*/ 28 w 209"/>
                <a:gd name="T33" fmla="*/ 147 h 268"/>
                <a:gd name="T34" fmla="*/ 21 w 209"/>
                <a:gd name="T35" fmla="*/ 121 h 268"/>
                <a:gd name="T36" fmla="*/ 10 w 209"/>
                <a:gd name="T37" fmla="*/ 112 h 268"/>
                <a:gd name="T38" fmla="*/ 5 w 209"/>
                <a:gd name="T39" fmla="*/ 100 h 268"/>
                <a:gd name="T40" fmla="*/ 10 w 209"/>
                <a:gd name="T41" fmla="*/ 88 h 268"/>
                <a:gd name="T42" fmla="*/ 26 w 209"/>
                <a:gd name="T43" fmla="*/ 92 h 268"/>
                <a:gd name="T44" fmla="*/ 45 w 209"/>
                <a:gd name="T45" fmla="*/ 86 h 268"/>
                <a:gd name="T46" fmla="*/ 64 w 209"/>
                <a:gd name="T47" fmla="*/ 79 h 268"/>
                <a:gd name="T48" fmla="*/ 77 w 209"/>
                <a:gd name="T49" fmla="*/ 66 h 268"/>
                <a:gd name="T50" fmla="*/ 70 w 209"/>
                <a:gd name="T51" fmla="*/ 50 h 268"/>
                <a:gd name="T52" fmla="*/ 89 w 209"/>
                <a:gd name="T53" fmla="*/ 34 h 268"/>
                <a:gd name="T54" fmla="*/ 103 w 209"/>
                <a:gd name="T55" fmla="*/ 40 h 268"/>
                <a:gd name="T56" fmla="*/ 123 w 209"/>
                <a:gd name="T57" fmla="*/ 28 h 268"/>
                <a:gd name="T58" fmla="*/ 146 w 209"/>
                <a:gd name="T59" fmla="*/ 26 h 268"/>
                <a:gd name="T60" fmla="*/ 161 w 209"/>
                <a:gd name="T61" fmla="*/ 19 h 268"/>
                <a:gd name="T62" fmla="*/ 173 w 209"/>
                <a:gd name="T63" fmla="*/ 15 h 268"/>
                <a:gd name="T64" fmla="*/ 187 w 209"/>
                <a:gd name="T65" fmla="*/ 11 h 268"/>
                <a:gd name="T66" fmla="*/ 197 w 209"/>
                <a:gd name="T67" fmla="*/ 2 h 268"/>
                <a:gd name="T68" fmla="*/ 202 w 209"/>
                <a:gd name="T69" fmla="*/ 3 h 268"/>
                <a:gd name="T70" fmla="*/ 205 w 209"/>
                <a:gd name="T71" fmla="*/ 33 h 268"/>
                <a:gd name="T72" fmla="*/ 196 w 209"/>
                <a:gd name="T73" fmla="*/ 52 h 268"/>
                <a:gd name="T74" fmla="*/ 197 w 209"/>
                <a:gd name="T75" fmla="*/ 58 h 268"/>
                <a:gd name="T76" fmla="*/ 187 w 209"/>
                <a:gd name="T77" fmla="*/ 67 h 268"/>
                <a:gd name="T78" fmla="*/ 185 w 209"/>
                <a:gd name="T79" fmla="*/ 72 h 268"/>
                <a:gd name="T80" fmla="*/ 184 w 209"/>
                <a:gd name="T81" fmla="*/ 76 h 268"/>
                <a:gd name="T82" fmla="*/ 180 w 209"/>
                <a:gd name="T83" fmla="*/ 95 h 268"/>
                <a:gd name="T84" fmla="*/ 181 w 209"/>
                <a:gd name="T85" fmla="*/ 109 h 268"/>
                <a:gd name="T86" fmla="*/ 182 w 209"/>
                <a:gd name="T87" fmla="*/ 158 h 268"/>
                <a:gd name="T88" fmla="*/ 181 w 209"/>
                <a:gd name="T89" fmla="*/ 162 h 268"/>
                <a:gd name="T90" fmla="*/ 181 w 209"/>
                <a:gd name="T91" fmla="*/ 160 h 268"/>
                <a:gd name="T92" fmla="*/ 168 w 209"/>
                <a:gd name="T93" fmla="*/ 159 h 268"/>
                <a:gd name="T94" fmla="*/ 162 w 209"/>
                <a:gd name="T95" fmla="*/ 161 h 268"/>
                <a:gd name="T96" fmla="*/ 152 w 209"/>
                <a:gd name="T97" fmla="*/ 167 h 268"/>
                <a:gd name="T98" fmla="*/ 148 w 209"/>
                <a:gd name="T99" fmla="*/ 177 h 268"/>
                <a:gd name="T100" fmla="*/ 135 w 209"/>
                <a:gd name="T101" fmla="*/ 206 h 268"/>
                <a:gd name="T102" fmla="*/ 144 w 209"/>
                <a:gd name="T103"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 h="268">
                  <a:moveTo>
                    <a:pt x="128" y="212"/>
                  </a:moveTo>
                  <a:cubicBezTo>
                    <a:pt x="127" y="212"/>
                    <a:pt x="127" y="212"/>
                    <a:pt x="126" y="212"/>
                  </a:cubicBezTo>
                  <a:cubicBezTo>
                    <a:pt x="125" y="212"/>
                    <a:pt x="125" y="213"/>
                    <a:pt x="124" y="213"/>
                  </a:cubicBezTo>
                  <a:cubicBezTo>
                    <a:pt x="124" y="213"/>
                    <a:pt x="122" y="214"/>
                    <a:pt x="121" y="214"/>
                  </a:cubicBezTo>
                  <a:cubicBezTo>
                    <a:pt x="121" y="215"/>
                    <a:pt x="121" y="215"/>
                    <a:pt x="121" y="215"/>
                  </a:cubicBezTo>
                  <a:cubicBezTo>
                    <a:pt x="120" y="215"/>
                    <a:pt x="119" y="215"/>
                    <a:pt x="118" y="216"/>
                  </a:cubicBezTo>
                  <a:cubicBezTo>
                    <a:pt x="115" y="217"/>
                    <a:pt x="112" y="217"/>
                    <a:pt x="108" y="218"/>
                  </a:cubicBezTo>
                  <a:cubicBezTo>
                    <a:pt x="107" y="218"/>
                    <a:pt x="105" y="218"/>
                    <a:pt x="104" y="218"/>
                  </a:cubicBezTo>
                  <a:cubicBezTo>
                    <a:pt x="103" y="219"/>
                    <a:pt x="103" y="221"/>
                    <a:pt x="102" y="222"/>
                  </a:cubicBezTo>
                  <a:cubicBezTo>
                    <a:pt x="100" y="222"/>
                    <a:pt x="99" y="222"/>
                    <a:pt x="98" y="223"/>
                  </a:cubicBezTo>
                  <a:cubicBezTo>
                    <a:pt x="97" y="223"/>
                    <a:pt x="97" y="224"/>
                    <a:pt x="96" y="224"/>
                  </a:cubicBezTo>
                  <a:cubicBezTo>
                    <a:pt x="96" y="224"/>
                    <a:pt x="95" y="224"/>
                    <a:pt x="95" y="224"/>
                  </a:cubicBezTo>
                  <a:cubicBezTo>
                    <a:pt x="94" y="225"/>
                    <a:pt x="93" y="228"/>
                    <a:pt x="93" y="229"/>
                  </a:cubicBezTo>
                  <a:cubicBezTo>
                    <a:pt x="93" y="231"/>
                    <a:pt x="94" y="234"/>
                    <a:pt x="93" y="236"/>
                  </a:cubicBezTo>
                  <a:cubicBezTo>
                    <a:pt x="93" y="237"/>
                    <a:pt x="92" y="238"/>
                    <a:pt x="91" y="239"/>
                  </a:cubicBezTo>
                  <a:cubicBezTo>
                    <a:pt x="90" y="240"/>
                    <a:pt x="91" y="241"/>
                    <a:pt x="90" y="242"/>
                  </a:cubicBezTo>
                  <a:cubicBezTo>
                    <a:pt x="89" y="242"/>
                    <a:pt x="85" y="241"/>
                    <a:pt x="85" y="243"/>
                  </a:cubicBezTo>
                  <a:cubicBezTo>
                    <a:pt x="86" y="243"/>
                    <a:pt x="87" y="243"/>
                    <a:pt x="88" y="243"/>
                  </a:cubicBezTo>
                  <a:cubicBezTo>
                    <a:pt x="88" y="242"/>
                    <a:pt x="90" y="243"/>
                    <a:pt x="90" y="243"/>
                  </a:cubicBezTo>
                  <a:cubicBezTo>
                    <a:pt x="91" y="244"/>
                    <a:pt x="90" y="245"/>
                    <a:pt x="90" y="246"/>
                  </a:cubicBezTo>
                  <a:cubicBezTo>
                    <a:pt x="90" y="247"/>
                    <a:pt x="90" y="247"/>
                    <a:pt x="89" y="248"/>
                  </a:cubicBezTo>
                  <a:cubicBezTo>
                    <a:pt x="89" y="248"/>
                    <a:pt x="88" y="249"/>
                    <a:pt x="88" y="250"/>
                  </a:cubicBezTo>
                  <a:cubicBezTo>
                    <a:pt x="87" y="252"/>
                    <a:pt x="87" y="253"/>
                    <a:pt x="85" y="254"/>
                  </a:cubicBezTo>
                  <a:cubicBezTo>
                    <a:pt x="84" y="255"/>
                    <a:pt x="83" y="256"/>
                    <a:pt x="81" y="256"/>
                  </a:cubicBezTo>
                  <a:cubicBezTo>
                    <a:pt x="81" y="257"/>
                    <a:pt x="80" y="257"/>
                    <a:pt x="79" y="258"/>
                  </a:cubicBezTo>
                  <a:cubicBezTo>
                    <a:pt x="79" y="258"/>
                    <a:pt x="78" y="258"/>
                    <a:pt x="77" y="258"/>
                  </a:cubicBezTo>
                  <a:cubicBezTo>
                    <a:pt x="77" y="258"/>
                    <a:pt x="75" y="258"/>
                    <a:pt x="75" y="259"/>
                  </a:cubicBezTo>
                  <a:cubicBezTo>
                    <a:pt x="73" y="259"/>
                    <a:pt x="73" y="261"/>
                    <a:pt x="72" y="262"/>
                  </a:cubicBezTo>
                  <a:cubicBezTo>
                    <a:pt x="72" y="263"/>
                    <a:pt x="71" y="263"/>
                    <a:pt x="70" y="263"/>
                  </a:cubicBezTo>
                  <a:cubicBezTo>
                    <a:pt x="69" y="264"/>
                    <a:pt x="67" y="265"/>
                    <a:pt x="66" y="265"/>
                  </a:cubicBezTo>
                  <a:cubicBezTo>
                    <a:pt x="65" y="265"/>
                    <a:pt x="63" y="264"/>
                    <a:pt x="62" y="264"/>
                  </a:cubicBezTo>
                  <a:cubicBezTo>
                    <a:pt x="61" y="265"/>
                    <a:pt x="61" y="266"/>
                    <a:pt x="61" y="267"/>
                  </a:cubicBezTo>
                  <a:cubicBezTo>
                    <a:pt x="60" y="267"/>
                    <a:pt x="60" y="267"/>
                    <a:pt x="60" y="267"/>
                  </a:cubicBezTo>
                  <a:cubicBezTo>
                    <a:pt x="60" y="268"/>
                    <a:pt x="60" y="268"/>
                    <a:pt x="60" y="268"/>
                  </a:cubicBezTo>
                  <a:cubicBezTo>
                    <a:pt x="59" y="268"/>
                    <a:pt x="58" y="268"/>
                    <a:pt x="58" y="268"/>
                  </a:cubicBezTo>
                  <a:cubicBezTo>
                    <a:pt x="57" y="268"/>
                    <a:pt x="55" y="268"/>
                    <a:pt x="54" y="268"/>
                  </a:cubicBezTo>
                  <a:cubicBezTo>
                    <a:pt x="51" y="267"/>
                    <a:pt x="47" y="266"/>
                    <a:pt x="44" y="264"/>
                  </a:cubicBezTo>
                  <a:cubicBezTo>
                    <a:pt x="42" y="264"/>
                    <a:pt x="40" y="263"/>
                    <a:pt x="38" y="261"/>
                  </a:cubicBezTo>
                  <a:cubicBezTo>
                    <a:pt x="36" y="260"/>
                    <a:pt x="36" y="259"/>
                    <a:pt x="35" y="257"/>
                  </a:cubicBezTo>
                  <a:cubicBezTo>
                    <a:pt x="37" y="257"/>
                    <a:pt x="39" y="256"/>
                    <a:pt x="39" y="255"/>
                  </a:cubicBezTo>
                  <a:cubicBezTo>
                    <a:pt x="41" y="255"/>
                    <a:pt x="41" y="255"/>
                    <a:pt x="41" y="255"/>
                  </a:cubicBezTo>
                  <a:cubicBezTo>
                    <a:pt x="41" y="254"/>
                    <a:pt x="41" y="252"/>
                    <a:pt x="41" y="250"/>
                  </a:cubicBezTo>
                  <a:cubicBezTo>
                    <a:pt x="42" y="250"/>
                    <a:pt x="42" y="250"/>
                    <a:pt x="42" y="250"/>
                  </a:cubicBezTo>
                  <a:cubicBezTo>
                    <a:pt x="42" y="249"/>
                    <a:pt x="42" y="248"/>
                    <a:pt x="42" y="247"/>
                  </a:cubicBezTo>
                  <a:cubicBezTo>
                    <a:pt x="47" y="249"/>
                    <a:pt x="45" y="245"/>
                    <a:pt x="44" y="242"/>
                  </a:cubicBezTo>
                  <a:cubicBezTo>
                    <a:pt x="44" y="242"/>
                    <a:pt x="44" y="242"/>
                    <a:pt x="44" y="242"/>
                  </a:cubicBezTo>
                  <a:cubicBezTo>
                    <a:pt x="44" y="240"/>
                    <a:pt x="41" y="238"/>
                    <a:pt x="42" y="236"/>
                  </a:cubicBezTo>
                  <a:cubicBezTo>
                    <a:pt x="42" y="235"/>
                    <a:pt x="44" y="232"/>
                    <a:pt x="46" y="232"/>
                  </a:cubicBezTo>
                  <a:cubicBezTo>
                    <a:pt x="46" y="231"/>
                    <a:pt x="46" y="229"/>
                    <a:pt x="46" y="227"/>
                  </a:cubicBezTo>
                  <a:cubicBezTo>
                    <a:pt x="44" y="227"/>
                    <a:pt x="42" y="223"/>
                    <a:pt x="42" y="221"/>
                  </a:cubicBezTo>
                  <a:cubicBezTo>
                    <a:pt x="41" y="219"/>
                    <a:pt x="44" y="220"/>
                    <a:pt x="45" y="218"/>
                  </a:cubicBezTo>
                  <a:cubicBezTo>
                    <a:pt x="47" y="215"/>
                    <a:pt x="46" y="206"/>
                    <a:pt x="50" y="207"/>
                  </a:cubicBezTo>
                  <a:cubicBezTo>
                    <a:pt x="50" y="205"/>
                    <a:pt x="51" y="200"/>
                    <a:pt x="53" y="199"/>
                  </a:cubicBezTo>
                  <a:cubicBezTo>
                    <a:pt x="56" y="197"/>
                    <a:pt x="52" y="196"/>
                    <a:pt x="52" y="193"/>
                  </a:cubicBezTo>
                  <a:cubicBezTo>
                    <a:pt x="50" y="193"/>
                    <a:pt x="50" y="194"/>
                    <a:pt x="49" y="195"/>
                  </a:cubicBezTo>
                  <a:cubicBezTo>
                    <a:pt x="46" y="195"/>
                    <a:pt x="45" y="192"/>
                    <a:pt x="43" y="192"/>
                  </a:cubicBezTo>
                  <a:cubicBezTo>
                    <a:pt x="46" y="192"/>
                    <a:pt x="43" y="185"/>
                    <a:pt x="47" y="184"/>
                  </a:cubicBezTo>
                  <a:cubicBezTo>
                    <a:pt x="47" y="183"/>
                    <a:pt x="47" y="182"/>
                    <a:pt x="47" y="181"/>
                  </a:cubicBezTo>
                  <a:cubicBezTo>
                    <a:pt x="46" y="181"/>
                    <a:pt x="46" y="181"/>
                    <a:pt x="46" y="181"/>
                  </a:cubicBezTo>
                  <a:cubicBezTo>
                    <a:pt x="46" y="177"/>
                    <a:pt x="54" y="172"/>
                    <a:pt x="47" y="170"/>
                  </a:cubicBezTo>
                  <a:cubicBezTo>
                    <a:pt x="47" y="169"/>
                    <a:pt x="46" y="169"/>
                    <a:pt x="46" y="167"/>
                  </a:cubicBezTo>
                  <a:cubicBezTo>
                    <a:pt x="51" y="168"/>
                    <a:pt x="50" y="158"/>
                    <a:pt x="47" y="157"/>
                  </a:cubicBezTo>
                  <a:cubicBezTo>
                    <a:pt x="45" y="156"/>
                    <a:pt x="42" y="156"/>
                    <a:pt x="41" y="158"/>
                  </a:cubicBezTo>
                  <a:cubicBezTo>
                    <a:pt x="39" y="160"/>
                    <a:pt x="35" y="159"/>
                    <a:pt x="35" y="162"/>
                  </a:cubicBezTo>
                  <a:cubicBezTo>
                    <a:pt x="35" y="163"/>
                    <a:pt x="34" y="163"/>
                    <a:pt x="34" y="163"/>
                  </a:cubicBezTo>
                  <a:cubicBezTo>
                    <a:pt x="33" y="160"/>
                    <a:pt x="31" y="161"/>
                    <a:pt x="30" y="160"/>
                  </a:cubicBezTo>
                  <a:cubicBezTo>
                    <a:pt x="28" y="159"/>
                    <a:pt x="28" y="156"/>
                    <a:pt x="28" y="154"/>
                  </a:cubicBezTo>
                  <a:cubicBezTo>
                    <a:pt x="27" y="151"/>
                    <a:pt x="27" y="149"/>
                    <a:pt x="28" y="147"/>
                  </a:cubicBezTo>
                  <a:cubicBezTo>
                    <a:pt x="29" y="144"/>
                    <a:pt x="28" y="141"/>
                    <a:pt x="30" y="139"/>
                  </a:cubicBezTo>
                  <a:cubicBezTo>
                    <a:pt x="31" y="137"/>
                    <a:pt x="31" y="133"/>
                    <a:pt x="29" y="131"/>
                  </a:cubicBezTo>
                  <a:cubicBezTo>
                    <a:pt x="28" y="130"/>
                    <a:pt x="22" y="127"/>
                    <a:pt x="20" y="127"/>
                  </a:cubicBezTo>
                  <a:cubicBezTo>
                    <a:pt x="21" y="125"/>
                    <a:pt x="20" y="123"/>
                    <a:pt x="21" y="121"/>
                  </a:cubicBezTo>
                  <a:cubicBezTo>
                    <a:pt x="22" y="121"/>
                    <a:pt x="23" y="121"/>
                    <a:pt x="23" y="121"/>
                  </a:cubicBezTo>
                  <a:cubicBezTo>
                    <a:pt x="24" y="119"/>
                    <a:pt x="25" y="114"/>
                    <a:pt x="22" y="113"/>
                  </a:cubicBezTo>
                  <a:cubicBezTo>
                    <a:pt x="18" y="111"/>
                    <a:pt x="13" y="113"/>
                    <a:pt x="9" y="112"/>
                  </a:cubicBezTo>
                  <a:cubicBezTo>
                    <a:pt x="10" y="112"/>
                    <a:pt x="10" y="112"/>
                    <a:pt x="10" y="112"/>
                  </a:cubicBezTo>
                  <a:cubicBezTo>
                    <a:pt x="10" y="111"/>
                    <a:pt x="13" y="106"/>
                    <a:pt x="15" y="106"/>
                  </a:cubicBezTo>
                  <a:cubicBezTo>
                    <a:pt x="15" y="104"/>
                    <a:pt x="13" y="104"/>
                    <a:pt x="12" y="104"/>
                  </a:cubicBezTo>
                  <a:cubicBezTo>
                    <a:pt x="11" y="103"/>
                    <a:pt x="10" y="102"/>
                    <a:pt x="9" y="101"/>
                  </a:cubicBezTo>
                  <a:cubicBezTo>
                    <a:pt x="8" y="100"/>
                    <a:pt x="6" y="101"/>
                    <a:pt x="5" y="100"/>
                  </a:cubicBezTo>
                  <a:cubicBezTo>
                    <a:pt x="4" y="98"/>
                    <a:pt x="2" y="99"/>
                    <a:pt x="0" y="99"/>
                  </a:cubicBezTo>
                  <a:cubicBezTo>
                    <a:pt x="0" y="96"/>
                    <a:pt x="0" y="94"/>
                    <a:pt x="0" y="91"/>
                  </a:cubicBezTo>
                  <a:cubicBezTo>
                    <a:pt x="2" y="92"/>
                    <a:pt x="3" y="93"/>
                    <a:pt x="6" y="93"/>
                  </a:cubicBezTo>
                  <a:cubicBezTo>
                    <a:pt x="6" y="90"/>
                    <a:pt x="10" y="92"/>
                    <a:pt x="10" y="88"/>
                  </a:cubicBezTo>
                  <a:cubicBezTo>
                    <a:pt x="12" y="88"/>
                    <a:pt x="15" y="87"/>
                    <a:pt x="16" y="88"/>
                  </a:cubicBezTo>
                  <a:cubicBezTo>
                    <a:pt x="17" y="89"/>
                    <a:pt x="17" y="93"/>
                    <a:pt x="17" y="93"/>
                  </a:cubicBezTo>
                  <a:cubicBezTo>
                    <a:pt x="18" y="93"/>
                    <a:pt x="19" y="92"/>
                    <a:pt x="21" y="92"/>
                  </a:cubicBezTo>
                  <a:cubicBezTo>
                    <a:pt x="22" y="92"/>
                    <a:pt x="24" y="92"/>
                    <a:pt x="26" y="92"/>
                  </a:cubicBezTo>
                  <a:cubicBezTo>
                    <a:pt x="31" y="92"/>
                    <a:pt x="31" y="92"/>
                    <a:pt x="32" y="88"/>
                  </a:cubicBezTo>
                  <a:cubicBezTo>
                    <a:pt x="32" y="85"/>
                    <a:pt x="35" y="83"/>
                    <a:pt x="38" y="83"/>
                  </a:cubicBezTo>
                  <a:cubicBezTo>
                    <a:pt x="39" y="83"/>
                    <a:pt x="41" y="82"/>
                    <a:pt x="42" y="83"/>
                  </a:cubicBezTo>
                  <a:cubicBezTo>
                    <a:pt x="43" y="84"/>
                    <a:pt x="44" y="86"/>
                    <a:pt x="45" y="86"/>
                  </a:cubicBezTo>
                  <a:cubicBezTo>
                    <a:pt x="45" y="85"/>
                    <a:pt x="46" y="84"/>
                    <a:pt x="45" y="84"/>
                  </a:cubicBezTo>
                  <a:cubicBezTo>
                    <a:pt x="49" y="83"/>
                    <a:pt x="51" y="83"/>
                    <a:pt x="54" y="84"/>
                  </a:cubicBezTo>
                  <a:cubicBezTo>
                    <a:pt x="56" y="84"/>
                    <a:pt x="60" y="86"/>
                    <a:pt x="62" y="86"/>
                  </a:cubicBezTo>
                  <a:cubicBezTo>
                    <a:pt x="62" y="84"/>
                    <a:pt x="62" y="81"/>
                    <a:pt x="64" y="79"/>
                  </a:cubicBezTo>
                  <a:cubicBezTo>
                    <a:pt x="67" y="77"/>
                    <a:pt x="71" y="77"/>
                    <a:pt x="74" y="77"/>
                  </a:cubicBezTo>
                  <a:cubicBezTo>
                    <a:pt x="74" y="76"/>
                    <a:pt x="74" y="74"/>
                    <a:pt x="75" y="74"/>
                  </a:cubicBezTo>
                  <a:cubicBezTo>
                    <a:pt x="76" y="73"/>
                    <a:pt x="77" y="73"/>
                    <a:pt x="77" y="72"/>
                  </a:cubicBezTo>
                  <a:cubicBezTo>
                    <a:pt x="77" y="70"/>
                    <a:pt x="78" y="68"/>
                    <a:pt x="77" y="66"/>
                  </a:cubicBezTo>
                  <a:cubicBezTo>
                    <a:pt x="76" y="62"/>
                    <a:pt x="66" y="65"/>
                    <a:pt x="63" y="62"/>
                  </a:cubicBezTo>
                  <a:cubicBezTo>
                    <a:pt x="65" y="61"/>
                    <a:pt x="69" y="59"/>
                    <a:pt x="70" y="58"/>
                  </a:cubicBezTo>
                  <a:cubicBezTo>
                    <a:pt x="72" y="56"/>
                    <a:pt x="71" y="52"/>
                    <a:pt x="71" y="50"/>
                  </a:cubicBezTo>
                  <a:cubicBezTo>
                    <a:pt x="71" y="50"/>
                    <a:pt x="70" y="50"/>
                    <a:pt x="70" y="50"/>
                  </a:cubicBezTo>
                  <a:cubicBezTo>
                    <a:pt x="71" y="47"/>
                    <a:pt x="70" y="44"/>
                    <a:pt x="70" y="42"/>
                  </a:cubicBezTo>
                  <a:cubicBezTo>
                    <a:pt x="73" y="42"/>
                    <a:pt x="78" y="43"/>
                    <a:pt x="79" y="40"/>
                  </a:cubicBezTo>
                  <a:cubicBezTo>
                    <a:pt x="81" y="38"/>
                    <a:pt x="81" y="35"/>
                    <a:pt x="81" y="33"/>
                  </a:cubicBezTo>
                  <a:cubicBezTo>
                    <a:pt x="82" y="31"/>
                    <a:pt x="88" y="33"/>
                    <a:pt x="89" y="34"/>
                  </a:cubicBezTo>
                  <a:cubicBezTo>
                    <a:pt x="92" y="38"/>
                    <a:pt x="92" y="32"/>
                    <a:pt x="95" y="33"/>
                  </a:cubicBezTo>
                  <a:cubicBezTo>
                    <a:pt x="96" y="34"/>
                    <a:pt x="97" y="36"/>
                    <a:pt x="98" y="36"/>
                  </a:cubicBezTo>
                  <a:cubicBezTo>
                    <a:pt x="100" y="37"/>
                    <a:pt x="101" y="37"/>
                    <a:pt x="102" y="37"/>
                  </a:cubicBezTo>
                  <a:cubicBezTo>
                    <a:pt x="103" y="38"/>
                    <a:pt x="103" y="40"/>
                    <a:pt x="103" y="40"/>
                  </a:cubicBezTo>
                  <a:cubicBezTo>
                    <a:pt x="104" y="42"/>
                    <a:pt x="107" y="43"/>
                    <a:pt x="109" y="44"/>
                  </a:cubicBezTo>
                  <a:cubicBezTo>
                    <a:pt x="112" y="46"/>
                    <a:pt x="115" y="42"/>
                    <a:pt x="117" y="40"/>
                  </a:cubicBezTo>
                  <a:cubicBezTo>
                    <a:pt x="119" y="39"/>
                    <a:pt x="120" y="34"/>
                    <a:pt x="123" y="34"/>
                  </a:cubicBezTo>
                  <a:cubicBezTo>
                    <a:pt x="123" y="32"/>
                    <a:pt x="123" y="30"/>
                    <a:pt x="123" y="28"/>
                  </a:cubicBezTo>
                  <a:cubicBezTo>
                    <a:pt x="123" y="28"/>
                    <a:pt x="123" y="28"/>
                    <a:pt x="123" y="28"/>
                  </a:cubicBezTo>
                  <a:cubicBezTo>
                    <a:pt x="122" y="27"/>
                    <a:pt x="123" y="26"/>
                    <a:pt x="123" y="25"/>
                  </a:cubicBezTo>
                  <a:cubicBezTo>
                    <a:pt x="128" y="23"/>
                    <a:pt x="135" y="21"/>
                    <a:pt x="140" y="22"/>
                  </a:cubicBezTo>
                  <a:cubicBezTo>
                    <a:pt x="143" y="23"/>
                    <a:pt x="143" y="26"/>
                    <a:pt x="146" y="26"/>
                  </a:cubicBezTo>
                  <a:cubicBezTo>
                    <a:pt x="148" y="27"/>
                    <a:pt x="151" y="26"/>
                    <a:pt x="151" y="24"/>
                  </a:cubicBezTo>
                  <a:cubicBezTo>
                    <a:pt x="151" y="24"/>
                    <a:pt x="152" y="24"/>
                    <a:pt x="153" y="24"/>
                  </a:cubicBezTo>
                  <a:cubicBezTo>
                    <a:pt x="153" y="18"/>
                    <a:pt x="156" y="25"/>
                    <a:pt x="158" y="22"/>
                  </a:cubicBezTo>
                  <a:cubicBezTo>
                    <a:pt x="159" y="20"/>
                    <a:pt x="159" y="19"/>
                    <a:pt x="161" y="19"/>
                  </a:cubicBezTo>
                  <a:cubicBezTo>
                    <a:pt x="164" y="18"/>
                    <a:pt x="161" y="15"/>
                    <a:pt x="164" y="14"/>
                  </a:cubicBezTo>
                  <a:cubicBezTo>
                    <a:pt x="159" y="12"/>
                    <a:pt x="163" y="11"/>
                    <a:pt x="166" y="11"/>
                  </a:cubicBezTo>
                  <a:cubicBezTo>
                    <a:pt x="170" y="12"/>
                    <a:pt x="170" y="13"/>
                    <a:pt x="170" y="16"/>
                  </a:cubicBezTo>
                  <a:cubicBezTo>
                    <a:pt x="171" y="16"/>
                    <a:pt x="172" y="16"/>
                    <a:pt x="173" y="15"/>
                  </a:cubicBezTo>
                  <a:cubicBezTo>
                    <a:pt x="173" y="11"/>
                    <a:pt x="177" y="15"/>
                    <a:pt x="177" y="18"/>
                  </a:cubicBezTo>
                  <a:cubicBezTo>
                    <a:pt x="178" y="18"/>
                    <a:pt x="180" y="18"/>
                    <a:pt x="181" y="18"/>
                  </a:cubicBezTo>
                  <a:cubicBezTo>
                    <a:pt x="181" y="13"/>
                    <a:pt x="184" y="14"/>
                    <a:pt x="188" y="14"/>
                  </a:cubicBezTo>
                  <a:cubicBezTo>
                    <a:pt x="188" y="13"/>
                    <a:pt x="186" y="12"/>
                    <a:pt x="187" y="11"/>
                  </a:cubicBezTo>
                  <a:cubicBezTo>
                    <a:pt x="190" y="9"/>
                    <a:pt x="189" y="5"/>
                    <a:pt x="193" y="5"/>
                  </a:cubicBezTo>
                  <a:cubicBezTo>
                    <a:pt x="193" y="4"/>
                    <a:pt x="193" y="2"/>
                    <a:pt x="193" y="1"/>
                  </a:cubicBezTo>
                  <a:cubicBezTo>
                    <a:pt x="194" y="0"/>
                    <a:pt x="195" y="1"/>
                    <a:pt x="196" y="1"/>
                  </a:cubicBezTo>
                  <a:cubicBezTo>
                    <a:pt x="197" y="2"/>
                    <a:pt x="197" y="2"/>
                    <a:pt x="197" y="2"/>
                  </a:cubicBezTo>
                  <a:cubicBezTo>
                    <a:pt x="197" y="2"/>
                    <a:pt x="197" y="3"/>
                    <a:pt x="197" y="4"/>
                  </a:cubicBezTo>
                  <a:cubicBezTo>
                    <a:pt x="199" y="4"/>
                    <a:pt x="199" y="3"/>
                    <a:pt x="200" y="2"/>
                  </a:cubicBezTo>
                  <a:cubicBezTo>
                    <a:pt x="201" y="2"/>
                    <a:pt x="201" y="2"/>
                    <a:pt x="202" y="2"/>
                  </a:cubicBezTo>
                  <a:cubicBezTo>
                    <a:pt x="202" y="3"/>
                    <a:pt x="202" y="3"/>
                    <a:pt x="202" y="3"/>
                  </a:cubicBezTo>
                  <a:cubicBezTo>
                    <a:pt x="204" y="3"/>
                    <a:pt x="205" y="4"/>
                    <a:pt x="205" y="6"/>
                  </a:cubicBezTo>
                  <a:cubicBezTo>
                    <a:pt x="205" y="8"/>
                    <a:pt x="208" y="9"/>
                    <a:pt x="208" y="12"/>
                  </a:cubicBezTo>
                  <a:cubicBezTo>
                    <a:pt x="209" y="15"/>
                    <a:pt x="209" y="19"/>
                    <a:pt x="209" y="22"/>
                  </a:cubicBezTo>
                  <a:cubicBezTo>
                    <a:pt x="209" y="26"/>
                    <a:pt x="205" y="29"/>
                    <a:pt x="205" y="33"/>
                  </a:cubicBezTo>
                  <a:cubicBezTo>
                    <a:pt x="205" y="35"/>
                    <a:pt x="205" y="37"/>
                    <a:pt x="205" y="39"/>
                  </a:cubicBezTo>
                  <a:cubicBezTo>
                    <a:pt x="205" y="41"/>
                    <a:pt x="204" y="42"/>
                    <a:pt x="203" y="44"/>
                  </a:cubicBezTo>
                  <a:cubicBezTo>
                    <a:pt x="202" y="46"/>
                    <a:pt x="200" y="54"/>
                    <a:pt x="197" y="53"/>
                  </a:cubicBezTo>
                  <a:cubicBezTo>
                    <a:pt x="197" y="53"/>
                    <a:pt x="196" y="53"/>
                    <a:pt x="196" y="52"/>
                  </a:cubicBezTo>
                  <a:cubicBezTo>
                    <a:pt x="195" y="52"/>
                    <a:pt x="194" y="52"/>
                    <a:pt x="194" y="52"/>
                  </a:cubicBezTo>
                  <a:cubicBezTo>
                    <a:pt x="194" y="52"/>
                    <a:pt x="195" y="53"/>
                    <a:pt x="195" y="53"/>
                  </a:cubicBezTo>
                  <a:cubicBezTo>
                    <a:pt x="196" y="54"/>
                    <a:pt x="197" y="54"/>
                    <a:pt x="197" y="55"/>
                  </a:cubicBezTo>
                  <a:cubicBezTo>
                    <a:pt x="198" y="56"/>
                    <a:pt x="198" y="57"/>
                    <a:pt x="197" y="58"/>
                  </a:cubicBezTo>
                  <a:cubicBezTo>
                    <a:pt x="196" y="58"/>
                    <a:pt x="196" y="59"/>
                    <a:pt x="195" y="60"/>
                  </a:cubicBezTo>
                  <a:cubicBezTo>
                    <a:pt x="195" y="60"/>
                    <a:pt x="195" y="61"/>
                    <a:pt x="194" y="62"/>
                  </a:cubicBezTo>
                  <a:cubicBezTo>
                    <a:pt x="193" y="63"/>
                    <a:pt x="191" y="65"/>
                    <a:pt x="189" y="66"/>
                  </a:cubicBezTo>
                  <a:cubicBezTo>
                    <a:pt x="189" y="66"/>
                    <a:pt x="188" y="67"/>
                    <a:pt x="187" y="67"/>
                  </a:cubicBezTo>
                  <a:cubicBezTo>
                    <a:pt x="187" y="68"/>
                    <a:pt x="187" y="68"/>
                    <a:pt x="187" y="69"/>
                  </a:cubicBezTo>
                  <a:cubicBezTo>
                    <a:pt x="187" y="70"/>
                    <a:pt x="186" y="70"/>
                    <a:pt x="186" y="70"/>
                  </a:cubicBezTo>
                  <a:cubicBezTo>
                    <a:pt x="186" y="71"/>
                    <a:pt x="186" y="71"/>
                    <a:pt x="186" y="71"/>
                  </a:cubicBezTo>
                  <a:cubicBezTo>
                    <a:pt x="186" y="72"/>
                    <a:pt x="186" y="72"/>
                    <a:pt x="185" y="72"/>
                  </a:cubicBezTo>
                  <a:cubicBezTo>
                    <a:pt x="185" y="72"/>
                    <a:pt x="185" y="71"/>
                    <a:pt x="184" y="70"/>
                  </a:cubicBezTo>
                  <a:cubicBezTo>
                    <a:pt x="183" y="70"/>
                    <a:pt x="181" y="71"/>
                    <a:pt x="181" y="72"/>
                  </a:cubicBezTo>
                  <a:cubicBezTo>
                    <a:pt x="181" y="74"/>
                    <a:pt x="184" y="72"/>
                    <a:pt x="184" y="73"/>
                  </a:cubicBezTo>
                  <a:cubicBezTo>
                    <a:pt x="184" y="74"/>
                    <a:pt x="184" y="75"/>
                    <a:pt x="184" y="76"/>
                  </a:cubicBezTo>
                  <a:cubicBezTo>
                    <a:pt x="183" y="77"/>
                    <a:pt x="183" y="78"/>
                    <a:pt x="183" y="79"/>
                  </a:cubicBezTo>
                  <a:cubicBezTo>
                    <a:pt x="182" y="81"/>
                    <a:pt x="181" y="82"/>
                    <a:pt x="181" y="84"/>
                  </a:cubicBezTo>
                  <a:cubicBezTo>
                    <a:pt x="180" y="85"/>
                    <a:pt x="180" y="88"/>
                    <a:pt x="180" y="89"/>
                  </a:cubicBezTo>
                  <a:cubicBezTo>
                    <a:pt x="180" y="91"/>
                    <a:pt x="180" y="93"/>
                    <a:pt x="180" y="95"/>
                  </a:cubicBezTo>
                  <a:cubicBezTo>
                    <a:pt x="179" y="97"/>
                    <a:pt x="178" y="102"/>
                    <a:pt x="180" y="104"/>
                  </a:cubicBezTo>
                  <a:cubicBezTo>
                    <a:pt x="180" y="105"/>
                    <a:pt x="180" y="104"/>
                    <a:pt x="181" y="105"/>
                  </a:cubicBezTo>
                  <a:cubicBezTo>
                    <a:pt x="181" y="106"/>
                    <a:pt x="180" y="107"/>
                    <a:pt x="180" y="108"/>
                  </a:cubicBezTo>
                  <a:cubicBezTo>
                    <a:pt x="181" y="108"/>
                    <a:pt x="181" y="108"/>
                    <a:pt x="181" y="109"/>
                  </a:cubicBezTo>
                  <a:cubicBezTo>
                    <a:pt x="182" y="111"/>
                    <a:pt x="182" y="114"/>
                    <a:pt x="182" y="117"/>
                  </a:cubicBezTo>
                  <a:cubicBezTo>
                    <a:pt x="181" y="122"/>
                    <a:pt x="181" y="127"/>
                    <a:pt x="181" y="132"/>
                  </a:cubicBezTo>
                  <a:cubicBezTo>
                    <a:pt x="182" y="138"/>
                    <a:pt x="182" y="143"/>
                    <a:pt x="182" y="149"/>
                  </a:cubicBezTo>
                  <a:cubicBezTo>
                    <a:pt x="182" y="152"/>
                    <a:pt x="183" y="155"/>
                    <a:pt x="182" y="158"/>
                  </a:cubicBezTo>
                  <a:cubicBezTo>
                    <a:pt x="182" y="159"/>
                    <a:pt x="182" y="159"/>
                    <a:pt x="182" y="160"/>
                  </a:cubicBezTo>
                  <a:cubicBezTo>
                    <a:pt x="182" y="160"/>
                    <a:pt x="182" y="160"/>
                    <a:pt x="182" y="161"/>
                  </a:cubicBezTo>
                  <a:cubicBezTo>
                    <a:pt x="181" y="161"/>
                    <a:pt x="182" y="162"/>
                    <a:pt x="182" y="162"/>
                  </a:cubicBezTo>
                  <a:cubicBezTo>
                    <a:pt x="181" y="162"/>
                    <a:pt x="181" y="162"/>
                    <a:pt x="181" y="162"/>
                  </a:cubicBezTo>
                  <a:cubicBezTo>
                    <a:pt x="181" y="163"/>
                    <a:pt x="181" y="163"/>
                    <a:pt x="181" y="163"/>
                  </a:cubicBezTo>
                  <a:cubicBezTo>
                    <a:pt x="181" y="162"/>
                    <a:pt x="181" y="162"/>
                    <a:pt x="181" y="162"/>
                  </a:cubicBezTo>
                  <a:cubicBezTo>
                    <a:pt x="180" y="162"/>
                    <a:pt x="179" y="163"/>
                    <a:pt x="179" y="162"/>
                  </a:cubicBezTo>
                  <a:cubicBezTo>
                    <a:pt x="180" y="162"/>
                    <a:pt x="182" y="161"/>
                    <a:pt x="181" y="160"/>
                  </a:cubicBezTo>
                  <a:cubicBezTo>
                    <a:pt x="180" y="159"/>
                    <a:pt x="179" y="160"/>
                    <a:pt x="178" y="160"/>
                  </a:cubicBezTo>
                  <a:cubicBezTo>
                    <a:pt x="178" y="160"/>
                    <a:pt x="177" y="159"/>
                    <a:pt x="176" y="159"/>
                  </a:cubicBezTo>
                  <a:cubicBezTo>
                    <a:pt x="176" y="159"/>
                    <a:pt x="175" y="159"/>
                    <a:pt x="174" y="159"/>
                  </a:cubicBezTo>
                  <a:cubicBezTo>
                    <a:pt x="172" y="159"/>
                    <a:pt x="170" y="159"/>
                    <a:pt x="168" y="159"/>
                  </a:cubicBezTo>
                  <a:cubicBezTo>
                    <a:pt x="168" y="158"/>
                    <a:pt x="167" y="158"/>
                    <a:pt x="166" y="159"/>
                  </a:cubicBezTo>
                  <a:cubicBezTo>
                    <a:pt x="167" y="160"/>
                    <a:pt x="167" y="161"/>
                    <a:pt x="167" y="161"/>
                  </a:cubicBezTo>
                  <a:cubicBezTo>
                    <a:pt x="166" y="162"/>
                    <a:pt x="165" y="161"/>
                    <a:pt x="164" y="161"/>
                  </a:cubicBezTo>
                  <a:cubicBezTo>
                    <a:pt x="163" y="161"/>
                    <a:pt x="163" y="161"/>
                    <a:pt x="162" y="161"/>
                  </a:cubicBezTo>
                  <a:cubicBezTo>
                    <a:pt x="161" y="160"/>
                    <a:pt x="160" y="160"/>
                    <a:pt x="160" y="160"/>
                  </a:cubicBezTo>
                  <a:cubicBezTo>
                    <a:pt x="158" y="160"/>
                    <a:pt x="157" y="160"/>
                    <a:pt x="156" y="161"/>
                  </a:cubicBezTo>
                  <a:cubicBezTo>
                    <a:pt x="155" y="161"/>
                    <a:pt x="153" y="163"/>
                    <a:pt x="152" y="164"/>
                  </a:cubicBezTo>
                  <a:cubicBezTo>
                    <a:pt x="152" y="165"/>
                    <a:pt x="152" y="166"/>
                    <a:pt x="152" y="167"/>
                  </a:cubicBezTo>
                  <a:cubicBezTo>
                    <a:pt x="150" y="166"/>
                    <a:pt x="150" y="171"/>
                    <a:pt x="150" y="172"/>
                  </a:cubicBezTo>
                  <a:cubicBezTo>
                    <a:pt x="151" y="172"/>
                    <a:pt x="153" y="173"/>
                    <a:pt x="151" y="174"/>
                  </a:cubicBezTo>
                  <a:cubicBezTo>
                    <a:pt x="151" y="175"/>
                    <a:pt x="150" y="174"/>
                    <a:pt x="149" y="175"/>
                  </a:cubicBezTo>
                  <a:cubicBezTo>
                    <a:pt x="149" y="175"/>
                    <a:pt x="148" y="176"/>
                    <a:pt x="148" y="177"/>
                  </a:cubicBezTo>
                  <a:cubicBezTo>
                    <a:pt x="146" y="179"/>
                    <a:pt x="143" y="180"/>
                    <a:pt x="143" y="183"/>
                  </a:cubicBezTo>
                  <a:cubicBezTo>
                    <a:pt x="141" y="184"/>
                    <a:pt x="140" y="186"/>
                    <a:pt x="139" y="188"/>
                  </a:cubicBezTo>
                  <a:cubicBezTo>
                    <a:pt x="139" y="190"/>
                    <a:pt x="136" y="191"/>
                    <a:pt x="135" y="193"/>
                  </a:cubicBezTo>
                  <a:cubicBezTo>
                    <a:pt x="133" y="196"/>
                    <a:pt x="130" y="204"/>
                    <a:pt x="135" y="206"/>
                  </a:cubicBezTo>
                  <a:cubicBezTo>
                    <a:pt x="137" y="207"/>
                    <a:pt x="138" y="207"/>
                    <a:pt x="139" y="208"/>
                  </a:cubicBezTo>
                  <a:cubicBezTo>
                    <a:pt x="139" y="209"/>
                    <a:pt x="140" y="209"/>
                    <a:pt x="141" y="209"/>
                  </a:cubicBezTo>
                  <a:cubicBezTo>
                    <a:pt x="141" y="209"/>
                    <a:pt x="141" y="210"/>
                    <a:pt x="142" y="210"/>
                  </a:cubicBezTo>
                  <a:cubicBezTo>
                    <a:pt x="142" y="210"/>
                    <a:pt x="143" y="211"/>
                    <a:pt x="144" y="211"/>
                  </a:cubicBezTo>
                  <a:cubicBezTo>
                    <a:pt x="143" y="211"/>
                    <a:pt x="142" y="212"/>
                    <a:pt x="141" y="212"/>
                  </a:cubicBezTo>
                  <a:cubicBezTo>
                    <a:pt x="139" y="212"/>
                    <a:pt x="137" y="211"/>
                    <a:pt x="136" y="211"/>
                  </a:cubicBezTo>
                  <a:cubicBezTo>
                    <a:pt x="133" y="211"/>
                    <a:pt x="130" y="211"/>
                    <a:pt x="128" y="21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39" name="Freeform 306">
              <a:extLst>
                <a:ext uri="{FF2B5EF4-FFF2-40B4-BE49-F238E27FC236}">
                  <a16:creationId xmlns:a16="http://schemas.microsoft.com/office/drawing/2014/main" id="{118EC921-CCB9-41C3-B403-EF8C0CC04A1B}"/>
                </a:ext>
              </a:extLst>
            </p:cNvPr>
            <p:cNvSpPr>
              <a:spLocks/>
            </p:cNvSpPr>
            <p:nvPr/>
          </p:nvSpPr>
          <p:spPr bwMode="auto">
            <a:xfrm>
              <a:off x="4146551" y="5243513"/>
              <a:ext cx="6350" cy="476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1"/>
                    <a:pt x="0" y="0"/>
                  </a:cubicBezTo>
                  <a:cubicBezTo>
                    <a:pt x="1" y="1"/>
                    <a:pt x="1" y="1"/>
                    <a:pt x="2"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0" name="Freeform 307">
              <a:extLst>
                <a:ext uri="{FF2B5EF4-FFF2-40B4-BE49-F238E27FC236}">
                  <a16:creationId xmlns:a16="http://schemas.microsoft.com/office/drawing/2014/main" id="{1AA238FE-1FE1-46E1-B137-3DA100A7A926}"/>
                </a:ext>
              </a:extLst>
            </p:cNvPr>
            <p:cNvSpPr>
              <a:spLocks/>
            </p:cNvSpPr>
            <p:nvPr/>
          </p:nvSpPr>
          <p:spPr bwMode="auto">
            <a:xfrm>
              <a:off x="3775076" y="2768601"/>
              <a:ext cx="20638" cy="3175"/>
            </a:xfrm>
            <a:custGeom>
              <a:avLst/>
              <a:gdLst>
                <a:gd name="T0" fmla="*/ 0 w 6"/>
                <a:gd name="T1" fmla="*/ 1 h 1"/>
                <a:gd name="T2" fmla="*/ 1 w 6"/>
                <a:gd name="T3" fmla="*/ 1 h 1"/>
                <a:gd name="T4" fmla="*/ 1 w 6"/>
                <a:gd name="T5" fmla="*/ 1 h 1"/>
                <a:gd name="T6" fmla="*/ 6 w 6"/>
                <a:gd name="T7" fmla="*/ 0 h 1"/>
                <a:gd name="T8" fmla="*/ 6 w 6"/>
                <a:gd name="T9" fmla="*/ 0 h 1"/>
                <a:gd name="T10" fmla="*/ 0 w 6"/>
                <a:gd name="T11" fmla="*/ 1 h 1"/>
              </a:gdLst>
              <a:ahLst/>
              <a:cxnLst>
                <a:cxn ang="0">
                  <a:pos x="T0" y="T1"/>
                </a:cxn>
                <a:cxn ang="0">
                  <a:pos x="T2" y="T3"/>
                </a:cxn>
                <a:cxn ang="0">
                  <a:pos x="T4" y="T5"/>
                </a:cxn>
                <a:cxn ang="0">
                  <a:pos x="T6" y="T7"/>
                </a:cxn>
                <a:cxn ang="0">
                  <a:pos x="T8" y="T9"/>
                </a:cxn>
                <a:cxn ang="0">
                  <a:pos x="T10" y="T11"/>
                </a:cxn>
              </a:cxnLst>
              <a:rect l="0" t="0" r="r" b="b"/>
              <a:pathLst>
                <a:path w="6" h="1">
                  <a:moveTo>
                    <a:pt x="0" y="1"/>
                  </a:moveTo>
                  <a:cubicBezTo>
                    <a:pt x="1" y="1"/>
                    <a:pt x="1" y="1"/>
                    <a:pt x="1" y="1"/>
                  </a:cubicBezTo>
                  <a:cubicBezTo>
                    <a:pt x="1" y="1"/>
                    <a:pt x="1" y="1"/>
                    <a:pt x="1" y="1"/>
                  </a:cubicBezTo>
                  <a:cubicBezTo>
                    <a:pt x="2" y="0"/>
                    <a:pt x="4" y="1"/>
                    <a:pt x="6" y="0"/>
                  </a:cubicBezTo>
                  <a:cubicBezTo>
                    <a:pt x="6" y="0"/>
                    <a:pt x="6" y="0"/>
                    <a:pt x="6" y="0"/>
                  </a:cubicBezTo>
                  <a:cubicBezTo>
                    <a:pt x="4" y="1"/>
                    <a:pt x="2" y="0"/>
                    <a:pt x="0"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1" name="Freeform 308">
              <a:extLst>
                <a:ext uri="{FF2B5EF4-FFF2-40B4-BE49-F238E27FC236}">
                  <a16:creationId xmlns:a16="http://schemas.microsoft.com/office/drawing/2014/main" id="{2589C849-D8D2-4366-A313-EE09C970EB20}"/>
                </a:ext>
              </a:extLst>
            </p:cNvPr>
            <p:cNvSpPr>
              <a:spLocks/>
            </p:cNvSpPr>
            <p:nvPr/>
          </p:nvSpPr>
          <p:spPr bwMode="auto">
            <a:xfrm>
              <a:off x="3795713" y="2768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2" name="Freeform 309">
              <a:extLst>
                <a:ext uri="{FF2B5EF4-FFF2-40B4-BE49-F238E27FC236}">
                  <a16:creationId xmlns:a16="http://schemas.microsoft.com/office/drawing/2014/main" id="{99FB80A6-62A8-4834-9A96-B5ED4DD337F8}"/>
                </a:ext>
              </a:extLst>
            </p:cNvPr>
            <p:cNvSpPr>
              <a:spLocks/>
            </p:cNvSpPr>
            <p:nvPr/>
          </p:nvSpPr>
          <p:spPr bwMode="auto">
            <a:xfrm>
              <a:off x="3795713" y="2768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3" name="Freeform 310">
              <a:extLst>
                <a:ext uri="{FF2B5EF4-FFF2-40B4-BE49-F238E27FC236}">
                  <a16:creationId xmlns:a16="http://schemas.microsoft.com/office/drawing/2014/main" id="{8FA78886-3D52-42EF-BC80-93E2219D839B}"/>
                </a:ext>
              </a:extLst>
            </p:cNvPr>
            <p:cNvSpPr>
              <a:spLocks/>
            </p:cNvSpPr>
            <p:nvPr/>
          </p:nvSpPr>
          <p:spPr bwMode="auto">
            <a:xfrm>
              <a:off x="3795713" y="2768601"/>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4" name="Rectangle 143">
              <a:extLst>
                <a:ext uri="{FF2B5EF4-FFF2-40B4-BE49-F238E27FC236}">
                  <a16:creationId xmlns:a16="http://schemas.microsoft.com/office/drawing/2014/main" id="{443DBA84-095B-4079-B0B7-1DA60388C6F2}"/>
                </a:ext>
              </a:extLst>
            </p:cNvPr>
            <p:cNvSpPr>
              <a:spLocks noChangeArrowheads="1"/>
            </p:cNvSpPr>
            <p:nvPr/>
          </p:nvSpPr>
          <p:spPr bwMode="auto">
            <a:xfrm>
              <a:off x="3798888" y="2768601"/>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5" name="Freeform 312">
              <a:extLst>
                <a:ext uri="{FF2B5EF4-FFF2-40B4-BE49-F238E27FC236}">
                  <a16:creationId xmlns:a16="http://schemas.microsoft.com/office/drawing/2014/main" id="{D8FE319F-0424-40E1-AAD3-AE416880F0C3}"/>
                </a:ext>
              </a:extLst>
            </p:cNvPr>
            <p:cNvSpPr>
              <a:spLocks/>
            </p:cNvSpPr>
            <p:nvPr/>
          </p:nvSpPr>
          <p:spPr bwMode="auto">
            <a:xfrm>
              <a:off x="3562351" y="2432051"/>
              <a:ext cx="6350" cy="4763"/>
            </a:xfrm>
            <a:custGeom>
              <a:avLst/>
              <a:gdLst>
                <a:gd name="T0" fmla="*/ 0 w 2"/>
                <a:gd name="T1" fmla="*/ 0 h 1"/>
                <a:gd name="T2" fmla="*/ 2 w 2"/>
                <a:gd name="T3" fmla="*/ 1 h 1"/>
                <a:gd name="T4" fmla="*/ 0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1" y="1"/>
                    <a:pt x="1" y="1"/>
                    <a:pt x="0" y="1"/>
                  </a:cubicBez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6" name="Freeform 313">
              <a:extLst>
                <a:ext uri="{FF2B5EF4-FFF2-40B4-BE49-F238E27FC236}">
                  <a16:creationId xmlns:a16="http://schemas.microsoft.com/office/drawing/2014/main" id="{4ADCFC58-5F97-4477-BAB8-1E9B71C0E489}"/>
                </a:ext>
              </a:extLst>
            </p:cNvPr>
            <p:cNvSpPr>
              <a:spLocks/>
            </p:cNvSpPr>
            <p:nvPr/>
          </p:nvSpPr>
          <p:spPr bwMode="auto">
            <a:xfrm>
              <a:off x="3821113" y="2160588"/>
              <a:ext cx="547688" cy="490538"/>
            </a:xfrm>
            <a:custGeom>
              <a:avLst/>
              <a:gdLst>
                <a:gd name="T0" fmla="*/ 65 w 155"/>
                <a:gd name="T1" fmla="*/ 8 h 139"/>
                <a:gd name="T2" fmla="*/ 69 w 155"/>
                <a:gd name="T3" fmla="*/ 3 h 139"/>
                <a:gd name="T4" fmla="*/ 74 w 155"/>
                <a:gd name="T5" fmla="*/ 6 h 139"/>
                <a:gd name="T6" fmla="*/ 80 w 155"/>
                <a:gd name="T7" fmla="*/ 14 h 139"/>
                <a:gd name="T8" fmla="*/ 86 w 155"/>
                <a:gd name="T9" fmla="*/ 21 h 139"/>
                <a:gd name="T10" fmla="*/ 94 w 155"/>
                <a:gd name="T11" fmla="*/ 26 h 139"/>
                <a:gd name="T12" fmla="*/ 104 w 155"/>
                <a:gd name="T13" fmla="*/ 26 h 139"/>
                <a:gd name="T14" fmla="*/ 113 w 155"/>
                <a:gd name="T15" fmla="*/ 33 h 139"/>
                <a:gd name="T16" fmla="*/ 116 w 155"/>
                <a:gd name="T17" fmla="*/ 36 h 139"/>
                <a:gd name="T18" fmla="*/ 120 w 155"/>
                <a:gd name="T19" fmla="*/ 47 h 139"/>
                <a:gd name="T20" fmla="*/ 132 w 155"/>
                <a:gd name="T21" fmla="*/ 49 h 139"/>
                <a:gd name="T22" fmla="*/ 140 w 155"/>
                <a:gd name="T23" fmla="*/ 53 h 139"/>
                <a:gd name="T24" fmla="*/ 148 w 155"/>
                <a:gd name="T25" fmla="*/ 60 h 139"/>
                <a:gd name="T26" fmla="*/ 152 w 155"/>
                <a:gd name="T27" fmla="*/ 67 h 139"/>
                <a:gd name="T28" fmla="*/ 143 w 155"/>
                <a:gd name="T29" fmla="*/ 75 h 139"/>
                <a:gd name="T30" fmla="*/ 137 w 155"/>
                <a:gd name="T31" fmla="*/ 80 h 139"/>
                <a:gd name="T32" fmla="*/ 129 w 155"/>
                <a:gd name="T33" fmla="*/ 86 h 139"/>
                <a:gd name="T34" fmla="*/ 125 w 155"/>
                <a:gd name="T35" fmla="*/ 97 h 139"/>
                <a:gd name="T36" fmla="*/ 125 w 155"/>
                <a:gd name="T37" fmla="*/ 109 h 139"/>
                <a:gd name="T38" fmla="*/ 123 w 155"/>
                <a:gd name="T39" fmla="*/ 111 h 139"/>
                <a:gd name="T40" fmla="*/ 119 w 155"/>
                <a:gd name="T41" fmla="*/ 119 h 139"/>
                <a:gd name="T42" fmla="*/ 111 w 155"/>
                <a:gd name="T43" fmla="*/ 132 h 139"/>
                <a:gd name="T44" fmla="*/ 110 w 155"/>
                <a:gd name="T45" fmla="*/ 138 h 139"/>
                <a:gd name="T46" fmla="*/ 103 w 155"/>
                <a:gd name="T47" fmla="*/ 135 h 139"/>
                <a:gd name="T48" fmla="*/ 100 w 155"/>
                <a:gd name="T49" fmla="*/ 130 h 139"/>
                <a:gd name="T50" fmla="*/ 82 w 155"/>
                <a:gd name="T51" fmla="*/ 130 h 139"/>
                <a:gd name="T52" fmla="*/ 69 w 155"/>
                <a:gd name="T53" fmla="*/ 122 h 139"/>
                <a:gd name="T54" fmla="*/ 57 w 155"/>
                <a:gd name="T55" fmla="*/ 114 h 139"/>
                <a:gd name="T56" fmla="*/ 52 w 155"/>
                <a:gd name="T57" fmla="*/ 106 h 139"/>
                <a:gd name="T58" fmla="*/ 52 w 155"/>
                <a:gd name="T59" fmla="*/ 99 h 139"/>
                <a:gd name="T60" fmla="*/ 37 w 155"/>
                <a:gd name="T61" fmla="*/ 84 h 139"/>
                <a:gd name="T62" fmla="*/ 25 w 155"/>
                <a:gd name="T63" fmla="*/ 88 h 139"/>
                <a:gd name="T64" fmla="*/ 16 w 155"/>
                <a:gd name="T65" fmla="*/ 90 h 139"/>
                <a:gd name="T66" fmla="*/ 7 w 155"/>
                <a:gd name="T67" fmla="*/ 86 h 139"/>
                <a:gd name="T68" fmla="*/ 9 w 155"/>
                <a:gd name="T69" fmla="*/ 71 h 139"/>
                <a:gd name="T70" fmla="*/ 17 w 155"/>
                <a:gd name="T71" fmla="*/ 61 h 139"/>
                <a:gd name="T72" fmla="*/ 1 w 155"/>
                <a:gd name="T73" fmla="*/ 50 h 139"/>
                <a:gd name="T74" fmla="*/ 9 w 155"/>
                <a:gd name="T75" fmla="*/ 47 h 139"/>
                <a:gd name="T76" fmla="*/ 7 w 155"/>
                <a:gd name="T77" fmla="*/ 36 h 139"/>
                <a:gd name="T78" fmla="*/ 11 w 155"/>
                <a:gd name="T79" fmla="*/ 27 h 139"/>
                <a:gd name="T80" fmla="*/ 10 w 155"/>
                <a:gd name="T81" fmla="*/ 23 h 139"/>
                <a:gd name="T82" fmla="*/ 13 w 155"/>
                <a:gd name="T83" fmla="*/ 21 h 139"/>
                <a:gd name="T84" fmla="*/ 24 w 155"/>
                <a:gd name="T85" fmla="*/ 16 h 139"/>
                <a:gd name="T86" fmla="*/ 34 w 155"/>
                <a:gd name="T87" fmla="*/ 10 h 139"/>
                <a:gd name="T88" fmla="*/ 51 w 155"/>
                <a:gd name="T89" fmla="*/ 12 h 139"/>
                <a:gd name="T90" fmla="*/ 68 w 155"/>
                <a:gd name="T91" fmla="*/ 17 h 139"/>
                <a:gd name="T92" fmla="*/ 63 w 155"/>
                <a:gd name="T93"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5" h="139">
                  <a:moveTo>
                    <a:pt x="63" y="9"/>
                  </a:moveTo>
                  <a:cubicBezTo>
                    <a:pt x="64" y="9"/>
                    <a:pt x="65" y="9"/>
                    <a:pt x="65" y="8"/>
                  </a:cubicBezTo>
                  <a:cubicBezTo>
                    <a:pt x="66" y="6"/>
                    <a:pt x="65" y="5"/>
                    <a:pt x="67" y="4"/>
                  </a:cubicBezTo>
                  <a:cubicBezTo>
                    <a:pt x="67" y="3"/>
                    <a:pt x="69" y="4"/>
                    <a:pt x="69" y="3"/>
                  </a:cubicBezTo>
                  <a:cubicBezTo>
                    <a:pt x="70" y="2"/>
                    <a:pt x="69" y="1"/>
                    <a:pt x="70" y="0"/>
                  </a:cubicBezTo>
                  <a:cubicBezTo>
                    <a:pt x="71" y="0"/>
                    <a:pt x="76" y="6"/>
                    <a:pt x="74" y="6"/>
                  </a:cubicBezTo>
                  <a:cubicBezTo>
                    <a:pt x="75" y="6"/>
                    <a:pt x="76" y="7"/>
                    <a:pt x="77" y="7"/>
                  </a:cubicBezTo>
                  <a:cubicBezTo>
                    <a:pt x="78" y="10"/>
                    <a:pt x="76" y="13"/>
                    <a:pt x="80" y="14"/>
                  </a:cubicBezTo>
                  <a:cubicBezTo>
                    <a:pt x="82" y="15"/>
                    <a:pt x="81" y="17"/>
                    <a:pt x="82" y="18"/>
                  </a:cubicBezTo>
                  <a:cubicBezTo>
                    <a:pt x="83" y="20"/>
                    <a:pt x="85" y="20"/>
                    <a:pt x="86" y="21"/>
                  </a:cubicBezTo>
                  <a:cubicBezTo>
                    <a:pt x="88" y="23"/>
                    <a:pt x="89" y="28"/>
                    <a:pt x="94" y="27"/>
                  </a:cubicBezTo>
                  <a:cubicBezTo>
                    <a:pt x="94" y="26"/>
                    <a:pt x="94" y="26"/>
                    <a:pt x="94" y="26"/>
                  </a:cubicBezTo>
                  <a:cubicBezTo>
                    <a:pt x="95" y="26"/>
                    <a:pt x="97" y="25"/>
                    <a:pt x="98" y="24"/>
                  </a:cubicBezTo>
                  <a:cubicBezTo>
                    <a:pt x="101" y="24"/>
                    <a:pt x="102" y="26"/>
                    <a:pt x="104" y="26"/>
                  </a:cubicBezTo>
                  <a:cubicBezTo>
                    <a:pt x="104" y="28"/>
                    <a:pt x="107" y="32"/>
                    <a:pt x="109" y="32"/>
                  </a:cubicBezTo>
                  <a:cubicBezTo>
                    <a:pt x="110" y="33"/>
                    <a:pt x="111" y="32"/>
                    <a:pt x="113" y="33"/>
                  </a:cubicBezTo>
                  <a:cubicBezTo>
                    <a:pt x="113" y="33"/>
                    <a:pt x="114" y="33"/>
                    <a:pt x="115" y="34"/>
                  </a:cubicBezTo>
                  <a:cubicBezTo>
                    <a:pt x="116" y="35"/>
                    <a:pt x="115" y="35"/>
                    <a:pt x="116" y="36"/>
                  </a:cubicBezTo>
                  <a:cubicBezTo>
                    <a:pt x="117" y="37"/>
                    <a:pt x="117" y="38"/>
                    <a:pt x="119" y="38"/>
                  </a:cubicBezTo>
                  <a:cubicBezTo>
                    <a:pt x="118" y="41"/>
                    <a:pt x="119" y="45"/>
                    <a:pt x="120" y="47"/>
                  </a:cubicBezTo>
                  <a:cubicBezTo>
                    <a:pt x="121" y="48"/>
                    <a:pt x="124" y="48"/>
                    <a:pt x="126" y="48"/>
                  </a:cubicBezTo>
                  <a:cubicBezTo>
                    <a:pt x="128" y="48"/>
                    <a:pt x="130" y="49"/>
                    <a:pt x="132" y="49"/>
                  </a:cubicBezTo>
                  <a:cubicBezTo>
                    <a:pt x="134" y="50"/>
                    <a:pt x="135" y="51"/>
                    <a:pt x="136" y="52"/>
                  </a:cubicBezTo>
                  <a:cubicBezTo>
                    <a:pt x="138" y="52"/>
                    <a:pt x="138" y="52"/>
                    <a:pt x="140" y="53"/>
                  </a:cubicBezTo>
                  <a:cubicBezTo>
                    <a:pt x="142" y="53"/>
                    <a:pt x="142" y="55"/>
                    <a:pt x="143" y="57"/>
                  </a:cubicBezTo>
                  <a:cubicBezTo>
                    <a:pt x="145" y="60"/>
                    <a:pt x="145" y="60"/>
                    <a:pt x="148" y="60"/>
                  </a:cubicBezTo>
                  <a:cubicBezTo>
                    <a:pt x="150" y="61"/>
                    <a:pt x="151" y="62"/>
                    <a:pt x="152" y="63"/>
                  </a:cubicBezTo>
                  <a:cubicBezTo>
                    <a:pt x="152" y="63"/>
                    <a:pt x="155" y="68"/>
                    <a:pt x="152" y="67"/>
                  </a:cubicBezTo>
                  <a:cubicBezTo>
                    <a:pt x="150" y="67"/>
                    <a:pt x="149" y="67"/>
                    <a:pt x="148" y="69"/>
                  </a:cubicBezTo>
                  <a:cubicBezTo>
                    <a:pt x="147" y="71"/>
                    <a:pt x="144" y="73"/>
                    <a:pt x="143" y="75"/>
                  </a:cubicBezTo>
                  <a:cubicBezTo>
                    <a:pt x="142" y="75"/>
                    <a:pt x="140" y="75"/>
                    <a:pt x="138" y="76"/>
                  </a:cubicBezTo>
                  <a:cubicBezTo>
                    <a:pt x="137" y="77"/>
                    <a:pt x="137" y="79"/>
                    <a:pt x="137" y="80"/>
                  </a:cubicBezTo>
                  <a:cubicBezTo>
                    <a:pt x="136" y="82"/>
                    <a:pt x="135" y="83"/>
                    <a:pt x="133" y="84"/>
                  </a:cubicBezTo>
                  <a:cubicBezTo>
                    <a:pt x="132" y="84"/>
                    <a:pt x="130" y="84"/>
                    <a:pt x="129" y="86"/>
                  </a:cubicBezTo>
                  <a:cubicBezTo>
                    <a:pt x="128" y="88"/>
                    <a:pt x="131" y="93"/>
                    <a:pt x="129" y="95"/>
                  </a:cubicBezTo>
                  <a:cubicBezTo>
                    <a:pt x="127" y="97"/>
                    <a:pt x="126" y="96"/>
                    <a:pt x="125" y="97"/>
                  </a:cubicBezTo>
                  <a:cubicBezTo>
                    <a:pt x="124" y="99"/>
                    <a:pt x="125" y="101"/>
                    <a:pt x="123" y="101"/>
                  </a:cubicBezTo>
                  <a:cubicBezTo>
                    <a:pt x="122" y="104"/>
                    <a:pt x="124" y="107"/>
                    <a:pt x="125" y="109"/>
                  </a:cubicBezTo>
                  <a:cubicBezTo>
                    <a:pt x="126" y="109"/>
                    <a:pt x="126" y="110"/>
                    <a:pt x="126" y="111"/>
                  </a:cubicBezTo>
                  <a:cubicBezTo>
                    <a:pt x="125" y="111"/>
                    <a:pt x="124" y="111"/>
                    <a:pt x="123" y="111"/>
                  </a:cubicBezTo>
                  <a:cubicBezTo>
                    <a:pt x="123" y="112"/>
                    <a:pt x="122" y="112"/>
                    <a:pt x="122" y="113"/>
                  </a:cubicBezTo>
                  <a:cubicBezTo>
                    <a:pt x="121" y="114"/>
                    <a:pt x="120" y="117"/>
                    <a:pt x="119" y="119"/>
                  </a:cubicBezTo>
                  <a:cubicBezTo>
                    <a:pt x="117" y="122"/>
                    <a:pt x="115" y="125"/>
                    <a:pt x="113" y="127"/>
                  </a:cubicBezTo>
                  <a:cubicBezTo>
                    <a:pt x="112" y="128"/>
                    <a:pt x="110" y="130"/>
                    <a:pt x="111" y="132"/>
                  </a:cubicBezTo>
                  <a:cubicBezTo>
                    <a:pt x="111" y="133"/>
                    <a:pt x="112" y="134"/>
                    <a:pt x="113" y="134"/>
                  </a:cubicBezTo>
                  <a:cubicBezTo>
                    <a:pt x="111" y="135"/>
                    <a:pt x="111" y="137"/>
                    <a:pt x="110" y="138"/>
                  </a:cubicBezTo>
                  <a:cubicBezTo>
                    <a:pt x="109" y="139"/>
                    <a:pt x="107" y="138"/>
                    <a:pt x="106" y="138"/>
                  </a:cubicBezTo>
                  <a:cubicBezTo>
                    <a:pt x="107" y="135"/>
                    <a:pt x="103" y="137"/>
                    <a:pt x="103" y="135"/>
                  </a:cubicBezTo>
                  <a:cubicBezTo>
                    <a:pt x="102" y="134"/>
                    <a:pt x="101" y="134"/>
                    <a:pt x="100" y="135"/>
                  </a:cubicBezTo>
                  <a:cubicBezTo>
                    <a:pt x="100" y="133"/>
                    <a:pt x="100" y="132"/>
                    <a:pt x="100" y="130"/>
                  </a:cubicBezTo>
                  <a:cubicBezTo>
                    <a:pt x="97" y="130"/>
                    <a:pt x="94" y="132"/>
                    <a:pt x="90" y="131"/>
                  </a:cubicBezTo>
                  <a:cubicBezTo>
                    <a:pt x="87" y="130"/>
                    <a:pt x="85" y="130"/>
                    <a:pt x="82" y="130"/>
                  </a:cubicBezTo>
                  <a:cubicBezTo>
                    <a:pt x="82" y="127"/>
                    <a:pt x="81" y="127"/>
                    <a:pt x="78" y="126"/>
                  </a:cubicBezTo>
                  <a:cubicBezTo>
                    <a:pt x="75" y="125"/>
                    <a:pt x="72" y="122"/>
                    <a:pt x="69" y="122"/>
                  </a:cubicBezTo>
                  <a:cubicBezTo>
                    <a:pt x="69" y="119"/>
                    <a:pt x="69" y="117"/>
                    <a:pt x="64" y="116"/>
                  </a:cubicBezTo>
                  <a:cubicBezTo>
                    <a:pt x="61" y="116"/>
                    <a:pt x="57" y="118"/>
                    <a:pt x="57" y="114"/>
                  </a:cubicBezTo>
                  <a:cubicBezTo>
                    <a:pt x="54" y="113"/>
                    <a:pt x="54" y="110"/>
                    <a:pt x="51" y="109"/>
                  </a:cubicBezTo>
                  <a:cubicBezTo>
                    <a:pt x="51" y="108"/>
                    <a:pt x="52" y="107"/>
                    <a:pt x="52" y="106"/>
                  </a:cubicBezTo>
                  <a:cubicBezTo>
                    <a:pt x="54" y="106"/>
                    <a:pt x="59" y="106"/>
                    <a:pt x="59" y="104"/>
                  </a:cubicBezTo>
                  <a:cubicBezTo>
                    <a:pt x="58" y="102"/>
                    <a:pt x="53" y="100"/>
                    <a:pt x="52" y="99"/>
                  </a:cubicBezTo>
                  <a:cubicBezTo>
                    <a:pt x="49" y="97"/>
                    <a:pt x="45" y="94"/>
                    <a:pt x="42" y="91"/>
                  </a:cubicBezTo>
                  <a:cubicBezTo>
                    <a:pt x="40" y="89"/>
                    <a:pt x="40" y="86"/>
                    <a:pt x="37" y="84"/>
                  </a:cubicBezTo>
                  <a:cubicBezTo>
                    <a:pt x="34" y="82"/>
                    <a:pt x="32" y="85"/>
                    <a:pt x="29" y="84"/>
                  </a:cubicBezTo>
                  <a:cubicBezTo>
                    <a:pt x="27" y="84"/>
                    <a:pt x="27" y="87"/>
                    <a:pt x="25" y="88"/>
                  </a:cubicBezTo>
                  <a:cubicBezTo>
                    <a:pt x="22" y="89"/>
                    <a:pt x="23" y="91"/>
                    <a:pt x="21" y="93"/>
                  </a:cubicBezTo>
                  <a:cubicBezTo>
                    <a:pt x="19" y="94"/>
                    <a:pt x="17" y="90"/>
                    <a:pt x="16" y="90"/>
                  </a:cubicBezTo>
                  <a:cubicBezTo>
                    <a:pt x="17" y="88"/>
                    <a:pt x="16" y="86"/>
                    <a:pt x="16" y="85"/>
                  </a:cubicBezTo>
                  <a:cubicBezTo>
                    <a:pt x="14" y="86"/>
                    <a:pt x="10" y="87"/>
                    <a:pt x="7" y="86"/>
                  </a:cubicBezTo>
                  <a:cubicBezTo>
                    <a:pt x="6" y="85"/>
                    <a:pt x="6" y="81"/>
                    <a:pt x="5" y="79"/>
                  </a:cubicBezTo>
                  <a:cubicBezTo>
                    <a:pt x="3" y="76"/>
                    <a:pt x="7" y="73"/>
                    <a:pt x="9" y="71"/>
                  </a:cubicBezTo>
                  <a:cubicBezTo>
                    <a:pt x="11" y="69"/>
                    <a:pt x="12" y="65"/>
                    <a:pt x="13" y="62"/>
                  </a:cubicBezTo>
                  <a:cubicBezTo>
                    <a:pt x="14" y="62"/>
                    <a:pt x="15" y="61"/>
                    <a:pt x="17" y="61"/>
                  </a:cubicBezTo>
                  <a:cubicBezTo>
                    <a:pt x="13" y="59"/>
                    <a:pt x="9" y="59"/>
                    <a:pt x="6" y="56"/>
                  </a:cubicBezTo>
                  <a:cubicBezTo>
                    <a:pt x="4" y="55"/>
                    <a:pt x="0" y="53"/>
                    <a:pt x="1" y="50"/>
                  </a:cubicBezTo>
                  <a:cubicBezTo>
                    <a:pt x="3" y="49"/>
                    <a:pt x="3" y="49"/>
                    <a:pt x="3" y="49"/>
                  </a:cubicBezTo>
                  <a:cubicBezTo>
                    <a:pt x="5" y="48"/>
                    <a:pt x="7" y="48"/>
                    <a:pt x="9" y="47"/>
                  </a:cubicBezTo>
                  <a:cubicBezTo>
                    <a:pt x="10" y="46"/>
                    <a:pt x="10" y="43"/>
                    <a:pt x="7" y="43"/>
                  </a:cubicBezTo>
                  <a:cubicBezTo>
                    <a:pt x="8" y="41"/>
                    <a:pt x="10" y="36"/>
                    <a:pt x="7" y="36"/>
                  </a:cubicBezTo>
                  <a:cubicBezTo>
                    <a:pt x="7" y="34"/>
                    <a:pt x="9" y="28"/>
                    <a:pt x="11" y="28"/>
                  </a:cubicBezTo>
                  <a:cubicBezTo>
                    <a:pt x="11" y="27"/>
                    <a:pt x="11" y="27"/>
                    <a:pt x="11" y="27"/>
                  </a:cubicBezTo>
                  <a:cubicBezTo>
                    <a:pt x="11" y="27"/>
                    <a:pt x="11" y="27"/>
                    <a:pt x="11" y="27"/>
                  </a:cubicBezTo>
                  <a:cubicBezTo>
                    <a:pt x="10" y="26"/>
                    <a:pt x="10" y="25"/>
                    <a:pt x="10" y="23"/>
                  </a:cubicBezTo>
                  <a:cubicBezTo>
                    <a:pt x="11" y="23"/>
                    <a:pt x="15" y="24"/>
                    <a:pt x="14" y="21"/>
                  </a:cubicBezTo>
                  <a:cubicBezTo>
                    <a:pt x="14" y="22"/>
                    <a:pt x="13" y="21"/>
                    <a:pt x="13" y="21"/>
                  </a:cubicBezTo>
                  <a:cubicBezTo>
                    <a:pt x="13" y="19"/>
                    <a:pt x="17" y="13"/>
                    <a:pt x="20" y="14"/>
                  </a:cubicBezTo>
                  <a:cubicBezTo>
                    <a:pt x="22" y="15"/>
                    <a:pt x="22" y="17"/>
                    <a:pt x="24" y="16"/>
                  </a:cubicBezTo>
                  <a:cubicBezTo>
                    <a:pt x="25" y="16"/>
                    <a:pt x="26" y="13"/>
                    <a:pt x="26" y="12"/>
                  </a:cubicBezTo>
                  <a:cubicBezTo>
                    <a:pt x="28" y="11"/>
                    <a:pt x="32" y="13"/>
                    <a:pt x="34" y="10"/>
                  </a:cubicBezTo>
                  <a:cubicBezTo>
                    <a:pt x="37" y="10"/>
                    <a:pt x="42" y="11"/>
                    <a:pt x="44" y="11"/>
                  </a:cubicBezTo>
                  <a:cubicBezTo>
                    <a:pt x="47" y="12"/>
                    <a:pt x="48" y="12"/>
                    <a:pt x="51" y="12"/>
                  </a:cubicBezTo>
                  <a:cubicBezTo>
                    <a:pt x="54" y="13"/>
                    <a:pt x="61" y="14"/>
                    <a:pt x="61" y="18"/>
                  </a:cubicBezTo>
                  <a:cubicBezTo>
                    <a:pt x="62" y="18"/>
                    <a:pt x="69" y="18"/>
                    <a:pt x="68" y="17"/>
                  </a:cubicBezTo>
                  <a:cubicBezTo>
                    <a:pt x="68" y="16"/>
                    <a:pt x="67" y="14"/>
                    <a:pt x="66" y="13"/>
                  </a:cubicBezTo>
                  <a:cubicBezTo>
                    <a:pt x="65" y="11"/>
                    <a:pt x="64" y="10"/>
                    <a:pt x="63" y="9"/>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7" name="Freeform 314">
              <a:extLst>
                <a:ext uri="{FF2B5EF4-FFF2-40B4-BE49-F238E27FC236}">
                  <a16:creationId xmlns:a16="http://schemas.microsoft.com/office/drawing/2014/main" id="{5ABD33B1-5835-4614-AB1D-2F081E7ED381}"/>
                </a:ext>
              </a:extLst>
            </p:cNvPr>
            <p:cNvSpPr>
              <a:spLocks/>
            </p:cNvSpPr>
            <p:nvPr/>
          </p:nvSpPr>
          <p:spPr bwMode="auto">
            <a:xfrm>
              <a:off x="4046538" y="219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8" name="Freeform 315">
              <a:extLst>
                <a:ext uri="{FF2B5EF4-FFF2-40B4-BE49-F238E27FC236}">
                  <a16:creationId xmlns:a16="http://schemas.microsoft.com/office/drawing/2014/main" id="{F79FF514-383C-4527-B11A-26581C49604D}"/>
                </a:ext>
              </a:extLst>
            </p:cNvPr>
            <p:cNvSpPr>
              <a:spLocks/>
            </p:cNvSpPr>
            <p:nvPr/>
          </p:nvSpPr>
          <p:spPr bwMode="auto">
            <a:xfrm>
              <a:off x="4046538" y="2192338"/>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49" name="Freeform 316">
              <a:extLst>
                <a:ext uri="{FF2B5EF4-FFF2-40B4-BE49-F238E27FC236}">
                  <a16:creationId xmlns:a16="http://schemas.microsoft.com/office/drawing/2014/main" id="{6DA025B3-CFDF-4ABF-803E-26C69E901BC9}"/>
                </a:ext>
              </a:extLst>
            </p:cNvPr>
            <p:cNvSpPr>
              <a:spLocks/>
            </p:cNvSpPr>
            <p:nvPr/>
          </p:nvSpPr>
          <p:spPr bwMode="auto">
            <a:xfrm>
              <a:off x="4081463" y="1757363"/>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0" name="Freeform 317">
              <a:extLst>
                <a:ext uri="{FF2B5EF4-FFF2-40B4-BE49-F238E27FC236}">
                  <a16:creationId xmlns:a16="http://schemas.microsoft.com/office/drawing/2014/main" id="{214D58B3-0EDB-4449-9FB3-67CD745A98E9}"/>
                </a:ext>
              </a:extLst>
            </p:cNvPr>
            <p:cNvSpPr>
              <a:spLocks/>
            </p:cNvSpPr>
            <p:nvPr/>
          </p:nvSpPr>
          <p:spPr bwMode="auto">
            <a:xfrm>
              <a:off x="4078288" y="1735138"/>
              <a:ext cx="3175" cy="14288"/>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1"/>
                    <a:pt x="0" y="3"/>
                    <a:pt x="1" y="4"/>
                  </a:cubicBezTo>
                  <a:cubicBezTo>
                    <a:pt x="0" y="3"/>
                    <a:pt x="0" y="1"/>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1" name="Freeform 318">
              <a:extLst>
                <a:ext uri="{FF2B5EF4-FFF2-40B4-BE49-F238E27FC236}">
                  <a16:creationId xmlns:a16="http://schemas.microsoft.com/office/drawing/2014/main" id="{6483E03C-E4D7-41E8-9C1A-BA7AF84325CC}"/>
                </a:ext>
              </a:extLst>
            </p:cNvPr>
            <p:cNvSpPr>
              <a:spLocks/>
            </p:cNvSpPr>
            <p:nvPr/>
          </p:nvSpPr>
          <p:spPr bwMode="auto">
            <a:xfrm>
              <a:off x="3994151" y="1987551"/>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2" name="Freeform 319">
              <a:extLst>
                <a:ext uri="{FF2B5EF4-FFF2-40B4-BE49-F238E27FC236}">
                  <a16:creationId xmlns:a16="http://schemas.microsoft.com/office/drawing/2014/main" id="{73C1C70C-2631-49EA-BBF9-B619F19A706C}"/>
                </a:ext>
              </a:extLst>
            </p:cNvPr>
            <p:cNvSpPr>
              <a:spLocks/>
            </p:cNvSpPr>
            <p:nvPr/>
          </p:nvSpPr>
          <p:spPr bwMode="auto">
            <a:xfrm>
              <a:off x="3990976" y="19796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3" name="Freeform 320">
              <a:extLst>
                <a:ext uri="{FF2B5EF4-FFF2-40B4-BE49-F238E27FC236}">
                  <a16:creationId xmlns:a16="http://schemas.microsoft.com/office/drawing/2014/main" id="{D186E0EF-6314-4E54-AA73-B146E12DAA75}"/>
                </a:ext>
              </a:extLst>
            </p:cNvPr>
            <p:cNvSpPr>
              <a:spLocks/>
            </p:cNvSpPr>
            <p:nvPr/>
          </p:nvSpPr>
          <p:spPr bwMode="auto">
            <a:xfrm>
              <a:off x="3527426" y="1838326"/>
              <a:ext cx="536575" cy="506413"/>
            </a:xfrm>
            <a:custGeom>
              <a:avLst/>
              <a:gdLst>
                <a:gd name="T0" fmla="*/ 146 w 152"/>
                <a:gd name="T1" fmla="*/ 100 h 143"/>
                <a:gd name="T2" fmla="*/ 144 w 152"/>
                <a:gd name="T3" fmla="*/ 93 h 143"/>
                <a:gd name="T4" fmla="*/ 140 w 152"/>
                <a:gd name="T5" fmla="*/ 88 h 143"/>
                <a:gd name="T6" fmla="*/ 143 w 152"/>
                <a:gd name="T7" fmla="*/ 79 h 143"/>
                <a:gd name="T8" fmla="*/ 138 w 152"/>
                <a:gd name="T9" fmla="*/ 63 h 143"/>
                <a:gd name="T10" fmla="*/ 135 w 152"/>
                <a:gd name="T11" fmla="*/ 57 h 143"/>
                <a:gd name="T12" fmla="*/ 131 w 152"/>
                <a:gd name="T13" fmla="*/ 51 h 143"/>
                <a:gd name="T14" fmla="*/ 133 w 152"/>
                <a:gd name="T15" fmla="*/ 45 h 143"/>
                <a:gd name="T16" fmla="*/ 132 w 152"/>
                <a:gd name="T17" fmla="*/ 43 h 143"/>
                <a:gd name="T18" fmla="*/ 127 w 152"/>
                <a:gd name="T19" fmla="*/ 40 h 143"/>
                <a:gd name="T20" fmla="*/ 126 w 152"/>
                <a:gd name="T21" fmla="*/ 39 h 143"/>
                <a:gd name="T22" fmla="*/ 122 w 152"/>
                <a:gd name="T23" fmla="*/ 29 h 143"/>
                <a:gd name="T24" fmla="*/ 117 w 152"/>
                <a:gd name="T25" fmla="*/ 31 h 143"/>
                <a:gd name="T26" fmla="*/ 109 w 152"/>
                <a:gd name="T27" fmla="*/ 30 h 143"/>
                <a:gd name="T28" fmla="*/ 106 w 152"/>
                <a:gd name="T29" fmla="*/ 22 h 143"/>
                <a:gd name="T30" fmla="*/ 102 w 152"/>
                <a:gd name="T31" fmla="*/ 14 h 143"/>
                <a:gd name="T32" fmla="*/ 86 w 152"/>
                <a:gd name="T33" fmla="*/ 18 h 143"/>
                <a:gd name="T34" fmla="*/ 75 w 152"/>
                <a:gd name="T35" fmla="*/ 13 h 143"/>
                <a:gd name="T36" fmla="*/ 67 w 152"/>
                <a:gd name="T37" fmla="*/ 9 h 143"/>
                <a:gd name="T38" fmla="*/ 60 w 152"/>
                <a:gd name="T39" fmla="*/ 6 h 143"/>
                <a:gd name="T40" fmla="*/ 47 w 152"/>
                <a:gd name="T41" fmla="*/ 1 h 143"/>
                <a:gd name="T42" fmla="*/ 34 w 152"/>
                <a:gd name="T43" fmla="*/ 9 h 143"/>
                <a:gd name="T44" fmla="*/ 27 w 152"/>
                <a:gd name="T45" fmla="*/ 12 h 143"/>
                <a:gd name="T46" fmla="*/ 24 w 152"/>
                <a:gd name="T47" fmla="*/ 14 h 143"/>
                <a:gd name="T48" fmla="*/ 19 w 152"/>
                <a:gd name="T49" fmla="*/ 12 h 143"/>
                <a:gd name="T50" fmla="*/ 16 w 152"/>
                <a:gd name="T51" fmla="*/ 16 h 143"/>
                <a:gd name="T52" fmla="*/ 19 w 152"/>
                <a:gd name="T53" fmla="*/ 23 h 143"/>
                <a:gd name="T54" fmla="*/ 15 w 152"/>
                <a:gd name="T55" fmla="*/ 32 h 143"/>
                <a:gd name="T56" fmla="*/ 13 w 152"/>
                <a:gd name="T57" fmla="*/ 33 h 143"/>
                <a:gd name="T58" fmla="*/ 12 w 152"/>
                <a:gd name="T59" fmla="*/ 33 h 143"/>
                <a:gd name="T60" fmla="*/ 16 w 152"/>
                <a:gd name="T61" fmla="*/ 40 h 143"/>
                <a:gd name="T62" fmla="*/ 9 w 152"/>
                <a:gd name="T63" fmla="*/ 46 h 143"/>
                <a:gd name="T64" fmla="*/ 3 w 152"/>
                <a:gd name="T65" fmla="*/ 53 h 143"/>
                <a:gd name="T66" fmla="*/ 6 w 152"/>
                <a:gd name="T67" fmla="*/ 55 h 143"/>
                <a:gd name="T68" fmla="*/ 17 w 152"/>
                <a:gd name="T69" fmla="*/ 66 h 143"/>
                <a:gd name="T70" fmla="*/ 23 w 152"/>
                <a:gd name="T71" fmla="*/ 82 h 143"/>
                <a:gd name="T72" fmla="*/ 30 w 152"/>
                <a:gd name="T73" fmla="*/ 87 h 143"/>
                <a:gd name="T74" fmla="*/ 38 w 152"/>
                <a:gd name="T75" fmla="*/ 92 h 143"/>
                <a:gd name="T76" fmla="*/ 42 w 152"/>
                <a:gd name="T77" fmla="*/ 95 h 143"/>
                <a:gd name="T78" fmla="*/ 42 w 152"/>
                <a:gd name="T79" fmla="*/ 105 h 143"/>
                <a:gd name="T80" fmla="*/ 57 w 152"/>
                <a:gd name="T81" fmla="*/ 117 h 143"/>
                <a:gd name="T82" fmla="*/ 67 w 152"/>
                <a:gd name="T83" fmla="*/ 127 h 143"/>
                <a:gd name="T84" fmla="*/ 74 w 152"/>
                <a:gd name="T85" fmla="*/ 138 h 143"/>
                <a:gd name="T86" fmla="*/ 84 w 152"/>
                <a:gd name="T87" fmla="*/ 141 h 143"/>
                <a:gd name="T88" fmla="*/ 86 w 152"/>
                <a:gd name="T89" fmla="*/ 140 h 143"/>
                <a:gd name="T90" fmla="*/ 92 w 152"/>
                <a:gd name="T91" fmla="*/ 138 h 143"/>
                <a:gd name="T92" fmla="*/ 90 w 152"/>
                <a:gd name="T93" fmla="*/ 127 h 143"/>
                <a:gd name="T94" fmla="*/ 94 w 152"/>
                <a:gd name="T95" fmla="*/ 118 h 143"/>
                <a:gd name="T96" fmla="*/ 93 w 152"/>
                <a:gd name="T97" fmla="*/ 114 h 143"/>
                <a:gd name="T98" fmla="*/ 96 w 152"/>
                <a:gd name="T99" fmla="*/ 112 h 143"/>
                <a:gd name="T100" fmla="*/ 107 w 152"/>
                <a:gd name="T101" fmla="*/ 107 h 143"/>
                <a:gd name="T102" fmla="*/ 117 w 152"/>
                <a:gd name="T103" fmla="*/ 101 h 143"/>
                <a:gd name="T104" fmla="*/ 134 w 152"/>
                <a:gd name="T105" fmla="*/ 103 h 143"/>
                <a:gd name="T106" fmla="*/ 151 w 152"/>
                <a:gd name="T107" fmla="*/ 108 h 143"/>
                <a:gd name="T108" fmla="*/ 146 w 152"/>
                <a:gd name="T109" fmla="*/ 10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2" h="143">
                  <a:moveTo>
                    <a:pt x="146" y="100"/>
                  </a:moveTo>
                  <a:cubicBezTo>
                    <a:pt x="146" y="100"/>
                    <a:pt x="146" y="100"/>
                    <a:pt x="146" y="100"/>
                  </a:cubicBezTo>
                  <a:cubicBezTo>
                    <a:pt x="145" y="100"/>
                    <a:pt x="145" y="100"/>
                    <a:pt x="144" y="99"/>
                  </a:cubicBezTo>
                  <a:cubicBezTo>
                    <a:pt x="143" y="98"/>
                    <a:pt x="144" y="95"/>
                    <a:pt x="144" y="93"/>
                  </a:cubicBezTo>
                  <a:cubicBezTo>
                    <a:pt x="143" y="94"/>
                    <a:pt x="142" y="94"/>
                    <a:pt x="142" y="94"/>
                  </a:cubicBezTo>
                  <a:cubicBezTo>
                    <a:pt x="141" y="95"/>
                    <a:pt x="140" y="89"/>
                    <a:pt x="140" y="88"/>
                  </a:cubicBezTo>
                  <a:cubicBezTo>
                    <a:pt x="141" y="87"/>
                    <a:pt x="142" y="86"/>
                    <a:pt x="143" y="85"/>
                  </a:cubicBezTo>
                  <a:cubicBezTo>
                    <a:pt x="143" y="84"/>
                    <a:pt x="143" y="80"/>
                    <a:pt x="143" y="79"/>
                  </a:cubicBezTo>
                  <a:cubicBezTo>
                    <a:pt x="143" y="74"/>
                    <a:pt x="139" y="70"/>
                    <a:pt x="138" y="66"/>
                  </a:cubicBezTo>
                  <a:cubicBezTo>
                    <a:pt x="138" y="65"/>
                    <a:pt x="138" y="63"/>
                    <a:pt x="138" y="63"/>
                  </a:cubicBezTo>
                  <a:cubicBezTo>
                    <a:pt x="137" y="62"/>
                    <a:pt x="137" y="62"/>
                    <a:pt x="136" y="62"/>
                  </a:cubicBezTo>
                  <a:cubicBezTo>
                    <a:pt x="134" y="60"/>
                    <a:pt x="135" y="59"/>
                    <a:pt x="135" y="57"/>
                  </a:cubicBezTo>
                  <a:cubicBezTo>
                    <a:pt x="135" y="56"/>
                    <a:pt x="135" y="55"/>
                    <a:pt x="135" y="54"/>
                  </a:cubicBezTo>
                  <a:cubicBezTo>
                    <a:pt x="134" y="53"/>
                    <a:pt x="131" y="53"/>
                    <a:pt x="131" y="51"/>
                  </a:cubicBezTo>
                  <a:cubicBezTo>
                    <a:pt x="131" y="50"/>
                    <a:pt x="132" y="49"/>
                    <a:pt x="133" y="48"/>
                  </a:cubicBezTo>
                  <a:cubicBezTo>
                    <a:pt x="133" y="47"/>
                    <a:pt x="133" y="46"/>
                    <a:pt x="133" y="45"/>
                  </a:cubicBezTo>
                  <a:cubicBezTo>
                    <a:pt x="133" y="44"/>
                    <a:pt x="133" y="44"/>
                    <a:pt x="133" y="43"/>
                  </a:cubicBezTo>
                  <a:cubicBezTo>
                    <a:pt x="132" y="43"/>
                    <a:pt x="132" y="43"/>
                    <a:pt x="132" y="43"/>
                  </a:cubicBezTo>
                  <a:cubicBezTo>
                    <a:pt x="131" y="43"/>
                    <a:pt x="131" y="43"/>
                    <a:pt x="130" y="42"/>
                  </a:cubicBezTo>
                  <a:cubicBezTo>
                    <a:pt x="129" y="41"/>
                    <a:pt x="129" y="40"/>
                    <a:pt x="127" y="40"/>
                  </a:cubicBezTo>
                  <a:cubicBezTo>
                    <a:pt x="126" y="40"/>
                    <a:pt x="124" y="40"/>
                    <a:pt x="123" y="41"/>
                  </a:cubicBezTo>
                  <a:cubicBezTo>
                    <a:pt x="124" y="40"/>
                    <a:pt x="124" y="38"/>
                    <a:pt x="126" y="39"/>
                  </a:cubicBezTo>
                  <a:cubicBezTo>
                    <a:pt x="127" y="36"/>
                    <a:pt x="130" y="24"/>
                    <a:pt x="123" y="28"/>
                  </a:cubicBezTo>
                  <a:cubicBezTo>
                    <a:pt x="122" y="28"/>
                    <a:pt x="122" y="29"/>
                    <a:pt x="122" y="29"/>
                  </a:cubicBezTo>
                  <a:cubicBezTo>
                    <a:pt x="121" y="29"/>
                    <a:pt x="120" y="29"/>
                    <a:pt x="120" y="29"/>
                  </a:cubicBezTo>
                  <a:cubicBezTo>
                    <a:pt x="119" y="30"/>
                    <a:pt x="119" y="31"/>
                    <a:pt x="117" y="31"/>
                  </a:cubicBezTo>
                  <a:cubicBezTo>
                    <a:pt x="116" y="32"/>
                    <a:pt x="115" y="31"/>
                    <a:pt x="113" y="31"/>
                  </a:cubicBezTo>
                  <a:cubicBezTo>
                    <a:pt x="112" y="30"/>
                    <a:pt x="111" y="31"/>
                    <a:pt x="109" y="30"/>
                  </a:cubicBezTo>
                  <a:cubicBezTo>
                    <a:pt x="109" y="29"/>
                    <a:pt x="110" y="27"/>
                    <a:pt x="109" y="26"/>
                  </a:cubicBezTo>
                  <a:cubicBezTo>
                    <a:pt x="109" y="24"/>
                    <a:pt x="107" y="23"/>
                    <a:pt x="106" y="22"/>
                  </a:cubicBezTo>
                  <a:cubicBezTo>
                    <a:pt x="105" y="20"/>
                    <a:pt x="103" y="20"/>
                    <a:pt x="102" y="18"/>
                  </a:cubicBezTo>
                  <a:cubicBezTo>
                    <a:pt x="101" y="17"/>
                    <a:pt x="102" y="15"/>
                    <a:pt x="102" y="14"/>
                  </a:cubicBezTo>
                  <a:cubicBezTo>
                    <a:pt x="99" y="13"/>
                    <a:pt x="97" y="16"/>
                    <a:pt x="95" y="16"/>
                  </a:cubicBezTo>
                  <a:cubicBezTo>
                    <a:pt x="92" y="17"/>
                    <a:pt x="89" y="18"/>
                    <a:pt x="86" y="18"/>
                  </a:cubicBezTo>
                  <a:cubicBezTo>
                    <a:pt x="83" y="18"/>
                    <a:pt x="80" y="18"/>
                    <a:pt x="78" y="16"/>
                  </a:cubicBezTo>
                  <a:cubicBezTo>
                    <a:pt x="77" y="14"/>
                    <a:pt x="77" y="13"/>
                    <a:pt x="75" y="13"/>
                  </a:cubicBezTo>
                  <a:cubicBezTo>
                    <a:pt x="74" y="13"/>
                    <a:pt x="72" y="13"/>
                    <a:pt x="70" y="13"/>
                  </a:cubicBezTo>
                  <a:cubicBezTo>
                    <a:pt x="70" y="12"/>
                    <a:pt x="68" y="11"/>
                    <a:pt x="67" y="9"/>
                  </a:cubicBezTo>
                  <a:cubicBezTo>
                    <a:pt x="66" y="7"/>
                    <a:pt x="67" y="7"/>
                    <a:pt x="64" y="7"/>
                  </a:cubicBezTo>
                  <a:cubicBezTo>
                    <a:pt x="63" y="7"/>
                    <a:pt x="61" y="7"/>
                    <a:pt x="60" y="6"/>
                  </a:cubicBezTo>
                  <a:cubicBezTo>
                    <a:pt x="58" y="5"/>
                    <a:pt x="59" y="3"/>
                    <a:pt x="59" y="2"/>
                  </a:cubicBezTo>
                  <a:cubicBezTo>
                    <a:pt x="55" y="1"/>
                    <a:pt x="51" y="1"/>
                    <a:pt x="47" y="1"/>
                  </a:cubicBezTo>
                  <a:cubicBezTo>
                    <a:pt x="43" y="1"/>
                    <a:pt x="39" y="0"/>
                    <a:pt x="38" y="4"/>
                  </a:cubicBezTo>
                  <a:cubicBezTo>
                    <a:pt x="36" y="5"/>
                    <a:pt x="37" y="8"/>
                    <a:pt x="34" y="9"/>
                  </a:cubicBezTo>
                  <a:cubicBezTo>
                    <a:pt x="33" y="10"/>
                    <a:pt x="30" y="9"/>
                    <a:pt x="28" y="9"/>
                  </a:cubicBezTo>
                  <a:cubicBezTo>
                    <a:pt x="27" y="10"/>
                    <a:pt x="27" y="11"/>
                    <a:pt x="27" y="12"/>
                  </a:cubicBezTo>
                  <a:cubicBezTo>
                    <a:pt x="26" y="12"/>
                    <a:pt x="26" y="12"/>
                    <a:pt x="25" y="12"/>
                  </a:cubicBezTo>
                  <a:cubicBezTo>
                    <a:pt x="25" y="13"/>
                    <a:pt x="25" y="13"/>
                    <a:pt x="24" y="14"/>
                  </a:cubicBezTo>
                  <a:cubicBezTo>
                    <a:pt x="23" y="15"/>
                    <a:pt x="23" y="15"/>
                    <a:pt x="21" y="14"/>
                  </a:cubicBezTo>
                  <a:cubicBezTo>
                    <a:pt x="20" y="14"/>
                    <a:pt x="20" y="13"/>
                    <a:pt x="19" y="12"/>
                  </a:cubicBezTo>
                  <a:cubicBezTo>
                    <a:pt x="18" y="12"/>
                    <a:pt x="18" y="12"/>
                    <a:pt x="17" y="12"/>
                  </a:cubicBezTo>
                  <a:cubicBezTo>
                    <a:pt x="16" y="14"/>
                    <a:pt x="16" y="15"/>
                    <a:pt x="16" y="16"/>
                  </a:cubicBezTo>
                  <a:cubicBezTo>
                    <a:pt x="18" y="16"/>
                    <a:pt x="19" y="16"/>
                    <a:pt x="19" y="18"/>
                  </a:cubicBezTo>
                  <a:cubicBezTo>
                    <a:pt x="20" y="20"/>
                    <a:pt x="19" y="21"/>
                    <a:pt x="19" y="23"/>
                  </a:cubicBezTo>
                  <a:cubicBezTo>
                    <a:pt x="18" y="26"/>
                    <a:pt x="19" y="29"/>
                    <a:pt x="16" y="31"/>
                  </a:cubicBezTo>
                  <a:cubicBezTo>
                    <a:pt x="16" y="31"/>
                    <a:pt x="15" y="31"/>
                    <a:pt x="15" y="32"/>
                  </a:cubicBezTo>
                  <a:cubicBezTo>
                    <a:pt x="14" y="32"/>
                    <a:pt x="14" y="32"/>
                    <a:pt x="14" y="32"/>
                  </a:cubicBezTo>
                  <a:cubicBezTo>
                    <a:pt x="13" y="32"/>
                    <a:pt x="14" y="33"/>
                    <a:pt x="13" y="33"/>
                  </a:cubicBezTo>
                  <a:cubicBezTo>
                    <a:pt x="13" y="33"/>
                    <a:pt x="12" y="33"/>
                    <a:pt x="12" y="33"/>
                  </a:cubicBezTo>
                  <a:cubicBezTo>
                    <a:pt x="12" y="33"/>
                    <a:pt x="12" y="33"/>
                    <a:pt x="12" y="33"/>
                  </a:cubicBezTo>
                  <a:cubicBezTo>
                    <a:pt x="12" y="34"/>
                    <a:pt x="12" y="35"/>
                    <a:pt x="13" y="35"/>
                  </a:cubicBezTo>
                  <a:cubicBezTo>
                    <a:pt x="14" y="37"/>
                    <a:pt x="16" y="38"/>
                    <a:pt x="16" y="40"/>
                  </a:cubicBezTo>
                  <a:cubicBezTo>
                    <a:pt x="14" y="40"/>
                    <a:pt x="12" y="40"/>
                    <a:pt x="11" y="42"/>
                  </a:cubicBezTo>
                  <a:cubicBezTo>
                    <a:pt x="9" y="46"/>
                    <a:pt x="9" y="46"/>
                    <a:pt x="9" y="46"/>
                  </a:cubicBezTo>
                  <a:cubicBezTo>
                    <a:pt x="7" y="46"/>
                    <a:pt x="3" y="45"/>
                    <a:pt x="4" y="48"/>
                  </a:cubicBezTo>
                  <a:cubicBezTo>
                    <a:pt x="4" y="50"/>
                    <a:pt x="5" y="52"/>
                    <a:pt x="3" y="53"/>
                  </a:cubicBezTo>
                  <a:cubicBezTo>
                    <a:pt x="2" y="53"/>
                    <a:pt x="1" y="53"/>
                    <a:pt x="0" y="54"/>
                  </a:cubicBezTo>
                  <a:cubicBezTo>
                    <a:pt x="2" y="55"/>
                    <a:pt x="4" y="54"/>
                    <a:pt x="6" y="55"/>
                  </a:cubicBezTo>
                  <a:cubicBezTo>
                    <a:pt x="8" y="56"/>
                    <a:pt x="11" y="57"/>
                    <a:pt x="12" y="58"/>
                  </a:cubicBezTo>
                  <a:cubicBezTo>
                    <a:pt x="13" y="59"/>
                    <a:pt x="17" y="65"/>
                    <a:pt x="17" y="66"/>
                  </a:cubicBezTo>
                  <a:cubicBezTo>
                    <a:pt x="10" y="65"/>
                    <a:pt x="18" y="75"/>
                    <a:pt x="19" y="76"/>
                  </a:cubicBezTo>
                  <a:cubicBezTo>
                    <a:pt x="21" y="78"/>
                    <a:pt x="22" y="80"/>
                    <a:pt x="23" y="82"/>
                  </a:cubicBezTo>
                  <a:cubicBezTo>
                    <a:pt x="24" y="84"/>
                    <a:pt x="23" y="87"/>
                    <a:pt x="23" y="89"/>
                  </a:cubicBezTo>
                  <a:cubicBezTo>
                    <a:pt x="26" y="89"/>
                    <a:pt x="30" y="90"/>
                    <a:pt x="30" y="87"/>
                  </a:cubicBezTo>
                  <a:cubicBezTo>
                    <a:pt x="31" y="84"/>
                    <a:pt x="32" y="84"/>
                    <a:pt x="34" y="87"/>
                  </a:cubicBezTo>
                  <a:cubicBezTo>
                    <a:pt x="35" y="88"/>
                    <a:pt x="36" y="92"/>
                    <a:pt x="38" y="92"/>
                  </a:cubicBezTo>
                  <a:cubicBezTo>
                    <a:pt x="40" y="93"/>
                    <a:pt x="42" y="91"/>
                    <a:pt x="42" y="94"/>
                  </a:cubicBezTo>
                  <a:cubicBezTo>
                    <a:pt x="42" y="95"/>
                    <a:pt x="42" y="95"/>
                    <a:pt x="42" y="95"/>
                  </a:cubicBezTo>
                  <a:cubicBezTo>
                    <a:pt x="42" y="96"/>
                    <a:pt x="43" y="99"/>
                    <a:pt x="43" y="100"/>
                  </a:cubicBezTo>
                  <a:cubicBezTo>
                    <a:pt x="42" y="102"/>
                    <a:pt x="41" y="103"/>
                    <a:pt x="42" y="105"/>
                  </a:cubicBezTo>
                  <a:cubicBezTo>
                    <a:pt x="45" y="108"/>
                    <a:pt x="49" y="108"/>
                    <a:pt x="52" y="110"/>
                  </a:cubicBezTo>
                  <a:cubicBezTo>
                    <a:pt x="54" y="112"/>
                    <a:pt x="55" y="115"/>
                    <a:pt x="57" y="117"/>
                  </a:cubicBezTo>
                  <a:cubicBezTo>
                    <a:pt x="59" y="119"/>
                    <a:pt x="61" y="121"/>
                    <a:pt x="62" y="122"/>
                  </a:cubicBezTo>
                  <a:cubicBezTo>
                    <a:pt x="64" y="124"/>
                    <a:pt x="67" y="125"/>
                    <a:pt x="67" y="127"/>
                  </a:cubicBezTo>
                  <a:cubicBezTo>
                    <a:pt x="67" y="129"/>
                    <a:pt x="67" y="132"/>
                    <a:pt x="67" y="134"/>
                  </a:cubicBezTo>
                  <a:cubicBezTo>
                    <a:pt x="70" y="135"/>
                    <a:pt x="72" y="135"/>
                    <a:pt x="74" y="138"/>
                  </a:cubicBezTo>
                  <a:cubicBezTo>
                    <a:pt x="76" y="140"/>
                    <a:pt x="79" y="139"/>
                    <a:pt x="81" y="140"/>
                  </a:cubicBezTo>
                  <a:cubicBezTo>
                    <a:pt x="81" y="143"/>
                    <a:pt x="82" y="143"/>
                    <a:pt x="84" y="141"/>
                  </a:cubicBezTo>
                  <a:cubicBezTo>
                    <a:pt x="84" y="141"/>
                    <a:pt x="84" y="141"/>
                    <a:pt x="84" y="141"/>
                  </a:cubicBezTo>
                  <a:cubicBezTo>
                    <a:pt x="86" y="140"/>
                    <a:pt x="86" y="140"/>
                    <a:pt x="86" y="140"/>
                  </a:cubicBezTo>
                  <a:cubicBezTo>
                    <a:pt x="86" y="140"/>
                    <a:pt x="86" y="140"/>
                    <a:pt x="86" y="140"/>
                  </a:cubicBezTo>
                  <a:cubicBezTo>
                    <a:pt x="88" y="139"/>
                    <a:pt x="90" y="139"/>
                    <a:pt x="92" y="138"/>
                  </a:cubicBezTo>
                  <a:cubicBezTo>
                    <a:pt x="93" y="137"/>
                    <a:pt x="93" y="134"/>
                    <a:pt x="90" y="134"/>
                  </a:cubicBezTo>
                  <a:cubicBezTo>
                    <a:pt x="91" y="132"/>
                    <a:pt x="93" y="127"/>
                    <a:pt x="90" y="127"/>
                  </a:cubicBezTo>
                  <a:cubicBezTo>
                    <a:pt x="90" y="125"/>
                    <a:pt x="92" y="119"/>
                    <a:pt x="94" y="119"/>
                  </a:cubicBezTo>
                  <a:cubicBezTo>
                    <a:pt x="94" y="118"/>
                    <a:pt x="94" y="118"/>
                    <a:pt x="94" y="118"/>
                  </a:cubicBezTo>
                  <a:cubicBezTo>
                    <a:pt x="94" y="118"/>
                    <a:pt x="94" y="118"/>
                    <a:pt x="94" y="118"/>
                  </a:cubicBezTo>
                  <a:cubicBezTo>
                    <a:pt x="93" y="117"/>
                    <a:pt x="93" y="116"/>
                    <a:pt x="93" y="114"/>
                  </a:cubicBezTo>
                  <a:cubicBezTo>
                    <a:pt x="94" y="114"/>
                    <a:pt x="98" y="115"/>
                    <a:pt x="97" y="112"/>
                  </a:cubicBezTo>
                  <a:cubicBezTo>
                    <a:pt x="97" y="113"/>
                    <a:pt x="96" y="112"/>
                    <a:pt x="96" y="112"/>
                  </a:cubicBezTo>
                  <a:cubicBezTo>
                    <a:pt x="96" y="110"/>
                    <a:pt x="100" y="104"/>
                    <a:pt x="103" y="105"/>
                  </a:cubicBezTo>
                  <a:cubicBezTo>
                    <a:pt x="105" y="106"/>
                    <a:pt x="105" y="108"/>
                    <a:pt x="107" y="107"/>
                  </a:cubicBezTo>
                  <a:cubicBezTo>
                    <a:pt x="108" y="107"/>
                    <a:pt x="109" y="104"/>
                    <a:pt x="109" y="103"/>
                  </a:cubicBezTo>
                  <a:cubicBezTo>
                    <a:pt x="111" y="102"/>
                    <a:pt x="115" y="104"/>
                    <a:pt x="117" y="101"/>
                  </a:cubicBezTo>
                  <a:cubicBezTo>
                    <a:pt x="120" y="101"/>
                    <a:pt x="125" y="102"/>
                    <a:pt x="127" y="102"/>
                  </a:cubicBezTo>
                  <a:cubicBezTo>
                    <a:pt x="130" y="103"/>
                    <a:pt x="131" y="103"/>
                    <a:pt x="134" y="103"/>
                  </a:cubicBezTo>
                  <a:cubicBezTo>
                    <a:pt x="137" y="104"/>
                    <a:pt x="144" y="105"/>
                    <a:pt x="144" y="109"/>
                  </a:cubicBezTo>
                  <a:cubicBezTo>
                    <a:pt x="145" y="109"/>
                    <a:pt x="152" y="109"/>
                    <a:pt x="151" y="108"/>
                  </a:cubicBezTo>
                  <a:cubicBezTo>
                    <a:pt x="151" y="107"/>
                    <a:pt x="150" y="105"/>
                    <a:pt x="149" y="104"/>
                  </a:cubicBezTo>
                  <a:cubicBezTo>
                    <a:pt x="148" y="102"/>
                    <a:pt x="147" y="101"/>
                    <a:pt x="146" y="10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4" name="Freeform 321">
              <a:extLst>
                <a:ext uri="{FF2B5EF4-FFF2-40B4-BE49-F238E27FC236}">
                  <a16:creationId xmlns:a16="http://schemas.microsoft.com/office/drawing/2014/main" id="{5EE7E5A4-BFCB-438F-930E-CD3CFAD344A5}"/>
                </a:ext>
              </a:extLst>
            </p:cNvPr>
            <p:cNvSpPr>
              <a:spLocks/>
            </p:cNvSpPr>
            <p:nvPr/>
          </p:nvSpPr>
          <p:spPr bwMode="auto">
            <a:xfrm>
              <a:off x="4622801" y="346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5" name="Freeform 322">
              <a:extLst>
                <a:ext uri="{FF2B5EF4-FFF2-40B4-BE49-F238E27FC236}">
                  <a16:creationId xmlns:a16="http://schemas.microsoft.com/office/drawing/2014/main" id="{70CD4176-CAB8-46B4-8AA3-7BBF0B8A6B9E}"/>
                </a:ext>
              </a:extLst>
            </p:cNvPr>
            <p:cNvSpPr>
              <a:spLocks/>
            </p:cNvSpPr>
            <p:nvPr/>
          </p:nvSpPr>
          <p:spPr bwMode="auto">
            <a:xfrm>
              <a:off x="4619626" y="345122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6" name="Freeform 323">
              <a:extLst>
                <a:ext uri="{FF2B5EF4-FFF2-40B4-BE49-F238E27FC236}">
                  <a16:creationId xmlns:a16="http://schemas.microsoft.com/office/drawing/2014/main" id="{D1A728CE-EED5-4B3D-9213-00E4C789AE9A}"/>
                </a:ext>
              </a:extLst>
            </p:cNvPr>
            <p:cNvSpPr>
              <a:spLocks/>
            </p:cNvSpPr>
            <p:nvPr/>
          </p:nvSpPr>
          <p:spPr bwMode="auto">
            <a:xfrm>
              <a:off x="4622801" y="34623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7" name="Freeform 324">
              <a:extLst>
                <a:ext uri="{FF2B5EF4-FFF2-40B4-BE49-F238E27FC236}">
                  <a16:creationId xmlns:a16="http://schemas.microsoft.com/office/drawing/2014/main" id="{B42477D7-DDED-43AD-90F7-DDA64621D4BC}"/>
                </a:ext>
              </a:extLst>
            </p:cNvPr>
            <p:cNvSpPr>
              <a:spLocks/>
            </p:cNvSpPr>
            <p:nvPr/>
          </p:nvSpPr>
          <p:spPr bwMode="auto">
            <a:xfrm>
              <a:off x="4622801" y="3462338"/>
              <a:ext cx="476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8" name="Rectangle 157">
              <a:extLst>
                <a:ext uri="{FF2B5EF4-FFF2-40B4-BE49-F238E27FC236}">
                  <a16:creationId xmlns:a16="http://schemas.microsoft.com/office/drawing/2014/main" id="{58FD6303-CFCD-4184-BCC1-873ACC73C709}"/>
                </a:ext>
              </a:extLst>
            </p:cNvPr>
            <p:cNvSpPr>
              <a:spLocks noChangeArrowheads="1"/>
            </p:cNvSpPr>
            <p:nvPr/>
          </p:nvSpPr>
          <p:spPr bwMode="auto">
            <a:xfrm>
              <a:off x="4219576" y="2633663"/>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59" name="Freeform 326">
              <a:extLst>
                <a:ext uri="{FF2B5EF4-FFF2-40B4-BE49-F238E27FC236}">
                  <a16:creationId xmlns:a16="http://schemas.microsoft.com/office/drawing/2014/main" id="{2CFC88CE-7A6D-47B5-9F1E-DC9A750BF645}"/>
                </a:ext>
              </a:extLst>
            </p:cNvPr>
            <p:cNvSpPr>
              <a:spLocks/>
            </p:cNvSpPr>
            <p:nvPr/>
          </p:nvSpPr>
          <p:spPr bwMode="auto">
            <a:xfrm>
              <a:off x="4740276" y="3365501"/>
              <a:ext cx="3175" cy="476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0" name="Freeform 327">
              <a:extLst>
                <a:ext uri="{FF2B5EF4-FFF2-40B4-BE49-F238E27FC236}">
                  <a16:creationId xmlns:a16="http://schemas.microsoft.com/office/drawing/2014/main" id="{60FF05A4-45A7-45DB-8411-55583CEA7CD0}"/>
                </a:ext>
              </a:extLst>
            </p:cNvPr>
            <p:cNvSpPr>
              <a:spLocks/>
            </p:cNvSpPr>
            <p:nvPr/>
          </p:nvSpPr>
          <p:spPr bwMode="auto">
            <a:xfrm>
              <a:off x="4743451" y="3355976"/>
              <a:ext cx="3175" cy="9525"/>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1" y="2"/>
                    <a:pt x="0" y="3"/>
                  </a:cubicBezTo>
                  <a:cubicBezTo>
                    <a:pt x="1" y="2"/>
                    <a:pt x="1" y="1"/>
                    <a:pt x="1"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1" name="Freeform 328">
              <a:extLst>
                <a:ext uri="{FF2B5EF4-FFF2-40B4-BE49-F238E27FC236}">
                  <a16:creationId xmlns:a16="http://schemas.microsoft.com/office/drawing/2014/main" id="{171864A4-6192-44B8-8BB2-D8566EEF2C76}"/>
                </a:ext>
              </a:extLst>
            </p:cNvPr>
            <p:cNvSpPr>
              <a:spLocks/>
            </p:cNvSpPr>
            <p:nvPr/>
          </p:nvSpPr>
          <p:spPr bwMode="auto">
            <a:xfrm>
              <a:off x="4737101" y="3370263"/>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64" name="Freeform 329">
              <a:extLst>
                <a:ext uri="{FF2B5EF4-FFF2-40B4-BE49-F238E27FC236}">
                  <a16:creationId xmlns:a16="http://schemas.microsoft.com/office/drawing/2014/main" id="{5D7911FC-C40C-4048-B921-6A2C5291D30C}"/>
                </a:ext>
              </a:extLst>
            </p:cNvPr>
            <p:cNvSpPr>
              <a:spLocks/>
            </p:cNvSpPr>
            <p:nvPr/>
          </p:nvSpPr>
          <p:spPr bwMode="auto">
            <a:xfrm>
              <a:off x="4746626" y="3348038"/>
              <a:ext cx="0" cy="7938"/>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1"/>
                    <a:pt x="0" y="0"/>
                  </a:cubicBezTo>
                  <a:cubicBezTo>
                    <a:pt x="0" y="1"/>
                    <a:pt x="0" y="2"/>
                    <a:pt x="0" y="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1" name="Freeform 330">
              <a:extLst>
                <a:ext uri="{FF2B5EF4-FFF2-40B4-BE49-F238E27FC236}">
                  <a16:creationId xmlns:a16="http://schemas.microsoft.com/office/drawing/2014/main" id="{D9BA4634-1E4C-4E86-9303-973B9A32EBC2}"/>
                </a:ext>
              </a:extLst>
            </p:cNvPr>
            <p:cNvSpPr>
              <a:spLocks/>
            </p:cNvSpPr>
            <p:nvPr/>
          </p:nvSpPr>
          <p:spPr bwMode="auto">
            <a:xfrm>
              <a:off x="4740276" y="3338513"/>
              <a:ext cx="3175" cy="317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lnTo>
                    <a:pt x="2" y="2"/>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3" name="Freeform 331">
              <a:extLst>
                <a:ext uri="{FF2B5EF4-FFF2-40B4-BE49-F238E27FC236}">
                  <a16:creationId xmlns:a16="http://schemas.microsoft.com/office/drawing/2014/main" id="{B9DD5618-C00A-4EC8-9114-1E5BF7351EC0}"/>
                </a:ext>
              </a:extLst>
            </p:cNvPr>
            <p:cNvSpPr>
              <a:spLocks/>
            </p:cNvSpPr>
            <p:nvPr/>
          </p:nvSpPr>
          <p:spPr bwMode="auto">
            <a:xfrm>
              <a:off x="4711701" y="3241676"/>
              <a:ext cx="742950" cy="558800"/>
            </a:xfrm>
            <a:custGeom>
              <a:avLst/>
              <a:gdLst>
                <a:gd name="T0" fmla="*/ 208 w 210"/>
                <a:gd name="T1" fmla="*/ 22 h 158"/>
                <a:gd name="T2" fmla="*/ 203 w 210"/>
                <a:gd name="T3" fmla="*/ 6 h 158"/>
                <a:gd name="T4" fmla="*/ 189 w 210"/>
                <a:gd name="T5" fmla="*/ 4 h 158"/>
                <a:gd name="T6" fmla="*/ 175 w 210"/>
                <a:gd name="T7" fmla="*/ 14 h 158"/>
                <a:gd name="T8" fmla="*/ 168 w 210"/>
                <a:gd name="T9" fmla="*/ 35 h 158"/>
                <a:gd name="T10" fmla="*/ 157 w 210"/>
                <a:gd name="T11" fmla="*/ 37 h 158"/>
                <a:gd name="T12" fmla="*/ 147 w 210"/>
                <a:gd name="T13" fmla="*/ 40 h 158"/>
                <a:gd name="T14" fmla="*/ 136 w 210"/>
                <a:gd name="T15" fmla="*/ 47 h 158"/>
                <a:gd name="T16" fmla="*/ 128 w 210"/>
                <a:gd name="T17" fmla="*/ 33 h 158"/>
                <a:gd name="T18" fmla="*/ 115 w 210"/>
                <a:gd name="T19" fmla="*/ 28 h 158"/>
                <a:gd name="T20" fmla="*/ 107 w 210"/>
                <a:gd name="T21" fmla="*/ 35 h 158"/>
                <a:gd name="T22" fmla="*/ 102 w 210"/>
                <a:gd name="T23" fmla="*/ 40 h 158"/>
                <a:gd name="T24" fmla="*/ 83 w 210"/>
                <a:gd name="T25" fmla="*/ 47 h 158"/>
                <a:gd name="T26" fmla="*/ 70 w 210"/>
                <a:gd name="T27" fmla="*/ 43 h 158"/>
                <a:gd name="T28" fmla="*/ 60 w 210"/>
                <a:gd name="T29" fmla="*/ 52 h 158"/>
                <a:gd name="T30" fmla="*/ 38 w 210"/>
                <a:gd name="T31" fmla="*/ 43 h 158"/>
                <a:gd name="T32" fmla="*/ 8 w 210"/>
                <a:gd name="T33" fmla="*/ 39 h 158"/>
                <a:gd name="T34" fmla="*/ 4 w 210"/>
                <a:gd name="T35" fmla="*/ 41 h 158"/>
                <a:gd name="T36" fmla="*/ 2 w 210"/>
                <a:gd name="T37" fmla="*/ 53 h 158"/>
                <a:gd name="T38" fmla="*/ 15 w 210"/>
                <a:gd name="T39" fmla="*/ 68 h 158"/>
                <a:gd name="T40" fmla="*/ 23 w 210"/>
                <a:gd name="T41" fmla="*/ 81 h 158"/>
                <a:gd name="T42" fmla="*/ 33 w 210"/>
                <a:gd name="T43" fmla="*/ 105 h 158"/>
                <a:gd name="T44" fmla="*/ 44 w 210"/>
                <a:gd name="T45" fmla="*/ 119 h 158"/>
                <a:gd name="T46" fmla="*/ 34 w 210"/>
                <a:gd name="T47" fmla="*/ 131 h 158"/>
                <a:gd name="T48" fmla="*/ 54 w 210"/>
                <a:gd name="T49" fmla="*/ 139 h 158"/>
                <a:gd name="T50" fmla="*/ 77 w 210"/>
                <a:gd name="T51" fmla="*/ 135 h 158"/>
                <a:gd name="T52" fmla="*/ 82 w 210"/>
                <a:gd name="T53" fmla="*/ 148 h 158"/>
                <a:gd name="T54" fmla="*/ 97 w 210"/>
                <a:gd name="T55" fmla="*/ 150 h 158"/>
                <a:gd name="T56" fmla="*/ 117 w 210"/>
                <a:gd name="T57" fmla="*/ 157 h 158"/>
                <a:gd name="T58" fmla="*/ 126 w 210"/>
                <a:gd name="T59" fmla="*/ 145 h 158"/>
                <a:gd name="T60" fmla="*/ 142 w 210"/>
                <a:gd name="T61" fmla="*/ 136 h 158"/>
                <a:gd name="T62" fmla="*/ 158 w 210"/>
                <a:gd name="T63" fmla="*/ 147 h 158"/>
                <a:gd name="T64" fmla="*/ 168 w 210"/>
                <a:gd name="T65" fmla="*/ 144 h 158"/>
                <a:gd name="T66" fmla="*/ 163 w 210"/>
                <a:gd name="T67" fmla="*/ 134 h 158"/>
                <a:gd name="T68" fmla="*/ 156 w 210"/>
                <a:gd name="T69" fmla="*/ 126 h 158"/>
                <a:gd name="T70" fmla="*/ 151 w 210"/>
                <a:gd name="T71" fmla="*/ 113 h 158"/>
                <a:gd name="T72" fmla="*/ 142 w 210"/>
                <a:gd name="T73" fmla="*/ 110 h 158"/>
                <a:gd name="T74" fmla="*/ 124 w 210"/>
                <a:gd name="T75" fmla="*/ 103 h 158"/>
                <a:gd name="T76" fmla="*/ 120 w 210"/>
                <a:gd name="T77" fmla="*/ 95 h 158"/>
                <a:gd name="T78" fmla="*/ 127 w 210"/>
                <a:gd name="T79" fmla="*/ 83 h 158"/>
                <a:gd name="T80" fmla="*/ 142 w 210"/>
                <a:gd name="T81" fmla="*/ 87 h 158"/>
                <a:gd name="T82" fmla="*/ 160 w 210"/>
                <a:gd name="T83" fmla="*/ 76 h 158"/>
                <a:gd name="T84" fmla="*/ 178 w 210"/>
                <a:gd name="T85" fmla="*/ 70 h 158"/>
                <a:gd name="T86" fmla="*/ 182 w 210"/>
                <a:gd name="T87" fmla="*/ 65 h 158"/>
                <a:gd name="T88" fmla="*/ 187 w 210"/>
                <a:gd name="T89" fmla="*/ 59 h 158"/>
                <a:gd name="T90" fmla="*/ 192 w 210"/>
                <a:gd name="T91" fmla="*/ 59 h 158"/>
                <a:gd name="T92" fmla="*/ 198 w 210"/>
                <a:gd name="T93" fmla="*/ 51 h 158"/>
                <a:gd name="T94" fmla="*/ 204 w 210"/>
                <a:gd name="T95" fmla="*/ 3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0" h="158">
                  <a:moveTo>
                    <a:pt x="209" y="27"/>
                  </a:moveTo>
                  <a:cubicBezTo>
                    <a:pt x="208" y="25"/>
                    <a:pt x="205" y="26"/>
                    <a:pt x="206" y="23"/>
                  </a:cubicBezTo>
                  <a:cubicBezTo>
                    <a:pt x="207" y="23"/>
                    <a:pt x="207" y="22"/>
                    <a:pt x="208" y="22"/>
                  </a:cubicBezTo>
                  <a:cubicBezTo>
                    <a:pt x="208" y="18"/>
                    <a:pt x="210" y="14"/>
                    <a:pt x="207" y="10"/>
                  </a:cubicBezTo>
                  <a:cubicBezTo>
                    <a:pt x="206" y="9"/>
                    <a:pt x="204" y="7"/>
                    <a:pt x="204" y="6"/>
                  </a:cubicBezTo>
                  <a:cubicBezTo>
                    <a:pt x="203" y="6"/>
                    <a:pt x="203" y="6"/>
                    <a:pt x="203" y="6"/>
                  </a:cubicBezTo>
                  <a:cubicBezTo>
                    <a:pt x="201" y="6"/>
                    <a:pt x="200" y="4"/>
                    <a:pt x="198" y="3"/>
                  </a:cubicBezTo>
                  <a:cubicBezTo>
                    <a:pt x="196" y="1"/>
                    <a:pt x="192" y="0"/>
                    <a:pt x="189" y="0"/>
                  </a:cubicBezTo>
                  <a:cubicBezTo>
                    <a:pt x="189" y="4"/>
                    <a:pt x="189" y="4"/>
                    <a:pt x="189" y="4"/>
                  </a:cubicBezTo>
                  <a:cubicBezTo>
                    <a:pt x="187" y="4"/>
                    <a:pt x="188" y="5"/>
                    <a:pt x="188" y="7"/>
                  </a:cubicBezTo>
                  <a:cubicBezTo>
                    <a:pt x="185" y="7"/>
                    <a:pt x="183" y="6"/>
                    <a:pt x="180" y="7"/>
                  </a:cubicBezTo>
                  <a:cubicBezTo>
                    <a:pt x="179" y="9"/>
                    <a:pt x="179" y="14"/>
                    <a:pt x="175" y="14"/>
                  </a:cubicBezTo>
                  <a:cubicBezTo>
                    <a:pt x="170" y="15"/>
                    <a:pt x="174" y="21"/>
                    <a:pt x="172" y="24"/>
                  </a:cubicBezTo>
                  <a:cubicBezTo>
                    <a:pt x="171" y="26"/>
                    <a:pt x="169" y="25"/>
                    <a:pt x="169" y="28"/>
                  </a:cubicBezTo>
                  <a:cubicBezTo>
                    <a:pt x="169" y="30"/>
                    <a:pt x="169" y="33"/>
                    <a:pt x="168" y="35"/>
                  </a:cubicBezTo>
                  <a:cubicBezTo>
                    <a:pt x="167" y="36"/>
                    <a:pt x="165" y="36"/>
                    <a:pt x="164" y="36"/>
                  </a:cubicBezTo>
                  <a:cubicBezTo>
                    <a:pt x="162" y="37"/>
                    <a:pt x="164" y="38"/>
                    <a:pt x="163" y="40"/>
                  </a:cubicBezTo>
                  <a:cubicBezTo>
                    <a:pt x="161" y="41"/>
                    <a:pt x="159" y="37"/>
                    <a:pt x="157" y="37"/>
                  </a:cubicBezTo>
                  <a:cubicBezTo>
                    <a:pt x="157" y="39"/>
                    <a:pt x="153" y="41"/>
                    <a:pt x="151" y="41"/>
                  </a:cubicBezTo>
                  <a:cubicBezTo>
                    <a:pt x="151" y="39"/>
                    <a:pt x="150" y="36"/>
                    <a:pt x="148" y="38"/>
                  </a:cubicBezTo>
                  <a:cubicBezTo>
                    <a:pt x="147" y="38"/>
                    <a:pt x="148" y="39"/>
                    <a:pt x="147" y="40"/>
                  </a:cubicBezTo>
                  <a:cubicBezTo>
                    <a:pt x="146" y="41"/>
                    <a:pt x="145" y="41"/>
                    <a:pt x="145" y="42"/>
                  </a:cubicBezTo>
                  <a:cubicBezTo>
                    <a:pt x="144" y="44"/>
                    <a:pt x="145" y="50"/>
                    <a:pt x="140" y="49"/>
                  </a:cubicBezTo>
                  <a:cubicBezTo>
                    <a:pt x="140" y="46"/>
                    <a:pt x="137" y="48"/>
                    <a:pt x="136" y="47"/>
                  </a:cubicBezTo>
                  <a:cubicBezTo>
                    <a:pt x="135" y="46"/>
                    <a:pt x="136" y="43"/>
                    <a:pt x="136" y="42"/>
                  </a:cubicBezTo>
                  <a:cubicBezTo>
                    <a:pt x="136" y="36"/>
                    <a:pt x="132" y="41"/>
                    <a:pt x="129" y="40"/>
                  </a:cubicBezTo>
                  <a:cubicBezTo>
                    <a:pt x="128" y="38"/>
                    <a:pt x="130" y="35"/>
                    <a:pt x="128" y="33"/>
                  </a:cubicBezTo>
                  <a:cubicBezTo>
                    <a:pt x="127" y="32"/>
                    <a:pt x="125" y="32"/>
                    <a:pt x="125" y="30"/>
                  </a:cubicBezTo>
                  <a:cubicBezTo>
                    <a:pt x="125" y="29"/>
                    <a:pt x="125" y="30"/>
                    <a:pt x="124" y="29"/>
                  </a:cubicBezTo>
                  <a:cubicBezTo>
                    <a:pt x="123" y="29"/>
                    <a:pt x="115" y="32"/>
                    <a:pt x="115" y="28"/>
                  </a:cubicBezTo>
                  <a:cubicBezTo>
                    <a:pt x="114" y="28"/>
                    <a:pt x="111" y="27"/>
                    <a:pt x="110" y="28"/>
                  </a:cubicBezTo>
                  <a:cubicBezTo>
                    <a:pt x="108" y="29"/>
                    <a:pt x="110" y="31"/>
                    <a:pt x="109" y="32"/>
                  </a:cubicBezTo>
                  <a:cubicBezTo>
                    <a:pt x="109" y="33"/>
                    <a:pt x="107" y="33"/>
                    <a:pt x="107" y="35"/>
                  </a:cubicBezTo>
                  <a:cubicBezTo>
                    <a:pt x="107" y="36"/>
                    <a:pt x="107" y="36"/>
                    <a:pt x="107" y="37"/>
                  </a:cubicBezTo>
                  <a:cubicBezTo>
                    <a:pt x="107" y="38"/>
                    <a:pt x="106" y="38"/>
                    <a:pt x="105" y="39"/>
                  </a:cubicBezTo>
                  <a:cubicBezTo>
                    <a:pt x="103" y="39"/>
                    <a:pt x="103" y="39"/>
                    <a:pt x="102" y="40"/>
                  </a:cubicBezTo>
                  <a:cubicBezTo>
                    <a:pt x="102" y="41"/>
                    <a:pt x="101" y="42"/>
                    <a:pt x="100" y="42"/>
                  </a:cubicBezTo>
                  <a:cubicBezTo>
                    <a:pt x="97" y="43"/>
                    <a:pt x="93" y="42"/>
                    <a:pt x="89" y="44"/>
                  </a:cubicBezTo>
                  <a:cubicBezTo>
                    <a:pt x="90" y="48"/>
                    <a:pt x="85" y="47"/>
                    <a:pt x="83" y="47"/>
                  </a:cubicBezTo>
                  <a:cubicBezTo>
                    <a:pt x="81" y="48"/>
                    <a:pt x="81" y="49"/>
                    <a:pt x="80" y="50"/>
                  </a:cubicBezTo>
                  <a:cubicBezTo>
                    <a:pt x="79" y="50"/>
                    <a:pt x="77" y="49"/>
                    <a:pt x="76" y="49"/>
                  </a:cubicBezTo>
                  <a:cubicBezTo>
                    <a:pt x="73" y="47"/>
                    <a:pt x="73" y="42"/>
                    <a:pt x="70" y="43"/>
                  </a:cubicBezTo>
                  <a:cubicBezTo>
                    <a:pt x="67" y="43"/>
                    <a:pt x="67" y="45"/>
                    <a:pt x="66" y="47"/>
                  </a:cubicBezTo>
                  <a:cubicBezTo>
                    <a:pt x="65" y="48"/>
                    <a:pt x="63" y="48"/>
                    <a:pt x="61" y="48"/>
                  </a:cubicBezTo>
                  <a:cubicBezTo>
                    <a:pt x="61" y="49"/>
                    <a:pt x="61" y="51"/>
                    <a:pt x="60" y="52"/>
                  </a:cubicBezTo>
                  <a:cubicBezTo>
                    <a:pt x="57" y="52"/>
                    <a:pt x="50" y="52"/>
                    <a:pt x="50" y="48"/>
                  </a:cubicBezTo>
                  <a:cubicBezTo>
                    <a:pt x="49" y="45"/>
                    <a:pt x="50" y="40"/>
                    <a:pt x="46" y="41"/>
                  </a:cubicBezTo>
                  <a:cubicBezTo>
                    <a:pt x="44" y="42"/>
                    <a:pt x="40" y="46"/>
                    <a:pt x="38" y="43"/>
                  </a:cubicBezTo>
                  <a:cubicBezTo>
                    <a:pt x="37" y="40"/>
                    <a:pt x="36" y="37"/>
                    <a:pt x="32" y="37"/>
                  </a:cubicBezTo>
                  <a:cubicBezTo>
                    <a:pt x="32" y="42"/>
                    <a:pt x="29" y="41"/>
                    <a:pt x="24" y="41"/>
                  </a:cubicBezTo>
                  <a:cubicBezTo>
                    <a:pt x="19" y="41"/>
                    <a:pt x="13" y="42"/>
                    <a:pt x="8" y="39"/>
                  </a:cubicBezTo>
                  <a:cubicBezTo>
                    <a:pt x="7" y="38"/>
                    <a:pt x="6" y="38"/>
                    <a:pt x="5" y="37"/>
                  </a:cubicBezTo>
                  <a:cubicBezTo>
                    <a:pt x="4" y="37"/>
                    <a:pt x="4" y="37"/>
                    <a:pt x="4" y="37"/>
                  </a:cubicBezTo>
                  <a:cubicBezTo>
                    <a:pt x="4" y="38"/>
                    <a:pt x="4" y="40"/>
                    <a:pt x="4" y="41"/>
                  </a:cubicBezTo>
                  <a:cubicBezTo>
                    <a:pt x="4" y="42"/>
                    <a:pt x="6" y="42"/>
                    <a:pt x="5" y="44"/>
                  </a:cubicBezTo>
                  <a:cubicBezTo>
                    <a:pt x="3" y="45"/>
                    <a:pt x="2" y="47"/>
                    <a:pt x="4" y="49"/>
                  </a:cubicBezTo>
                  <a:cubicBezTo>
                    <a:pt x="6" y="51"/>
                    <a:pt x="3" y="52"/>
                    <a:pt x="2" y="53"/>
                  </a:cubicBezTo>
                  <a:cubicBezTo>
                    <a:pt x="0" y="54"/>
                    <a:pt x="1" y="55"/>
                    <a:pt x="2" y="56"/>
                  </a:cubicBezTo>
                  <a:cubicBezTo>
                    <a:pt x="5" y="56"/>
                    <a:pt x="9" y="57"/>
                    <a:pt x="9" y="60"/>
                  </a:cubicBezTo>
                  <a:cubicBezTo>
                    <a:pt x="9" y="65"/>
                    <a:pt x="11" y="66"/>
                    <a:pt x="15" y="68"/>
                  </a:cubicBezTo>
                  <a:cubicBezTo>
                    <a:pt x="17" y="69"/>
                    <a:pt x="18" y="71"/>
                    <a:pt x="18" y="73"/>
                  </a:cubicBezTo>
                  <a:cubicBezTo>
                    <a:pt x="19" y="74"/>
                    <a:pt x="19" y="77"/>
                    <a:pt x="22" y="76"/>
                  </a:cubicBezTo>
                  <a:cubicBezTo>
                    <a:pt x="22" y="78"/>
                    <a:pt x="22" y="80"/>
                    <a:pt x="23" y="81"/>
                  </a:cubicBezTo>
                  <a:cubicBezTo>
                    <a:pt x="25" y="82"/>
                    <a:pt x="28" y="80"/>
                    <a:pt x="29" y="81"/>
                  </a:cubicBezTo>
                  <a:cubicBezTo>
                    <a:pt x="34" y="85"/>
                    <a:pt x="29" y="91"/>
                    <a:pt x="30" y="96"/>
                  </a:cubicBezTo>
                  <a:cubicBezTo>
                    <a:pt x="34" y="96"/>
                    <a:pt x="33" y="103"/>
                    <a:pt x="33" y="105"/>
                  </a:cubicBezTo>
                  <a:cubicBezTo>
                    <a:pt x="36" y="105"/>
                    <a:pt x="36" y="108"/>
                    <a:pt x="37" y="109"/>
                  </a:cubicBezTo>
                  <a:cubicBezTo>
                    <a:pt x="39" y="112"/>
                    <a:pt x="43" y="111"/>
                    <a:pt x="46" y="112"/>
                  </a:cubicBezTo>
                  <a:cubicBezTo>
                    <a:pt x="45" y="114"/>
                    <a:pt x="45" y="117"/>
                    <a:pt x="44" y="119"/>
                  </a:cubicBezTo>
                  <a:cubicBezTo>
                    <a:pt x="44" y="123"/>
                    <a:pt x="41" y="122"/>
                    <a:pt x="39" y="124"/>
                  </a:cubicBezTo>
                  <a:cubicBezTo>
                    <a:pt x="36" y="126"/>
                    <a:pt x="35" y="129"/>
                    <a:pt x="34" y="131"/>
                  </a:cubicBezTo>
                  <a:cubicBezTo>
                    <a:pt x="34" y="131"/>
                    <a:pt x="34" y="131"/>
                    <a:pt x="34" y="131"/>
                  </a:cubicBezTo>
                  <a:cubicBezTo>
                    <a:pt x="35" y="131"/>
                    <a:pt x="36" y="132"/>
                    <a:pt x="36" y="132"/>
                  </a:cubicBezTo>
                  <a:cubicBezTo>
                    <a:pt x="38" y="134"/>
                    <a:pt x="38" y="136"/>
                    <a:pt x="39" y="137"/>
                  </a:cubicBezTo>
                  <a:cubicBezTo>
                    <a:pt x="42" y="140"/>
                    <a:pt x="50" y="141"/>
                    <a:pt x="54" y="139"/>
                  </a:cubicBezTo>
                  <a:cubicBezTo>
                    <a:pt x="56" y="139"/>
                    <a:pt x="57" y="137"/>
                    <a:pt x="59" y="137"/>
                  </a:cubicBezTo>
                  <a:cubicBezTo>
                    <a:pt x="62" y="136"/>
                    <a:pt x="66" y="138"/>
                    <a:pt x="69" y="137"/>
                  </a:cubicBezTo>
                  <a:cubicBezTo>
                    <a:pt x="72" y="137"/>
                    <a:pt x="74" y="136"/>
                    <a:pt x="77" y="135"/>
                  </a:cubicBezTo>
                  <a:cubicBezTo>
                    <a:pt x="79" y="135"/>
                    <a:pt x="81" y="132"/>
                    <a:pt x="84" y="133"/>
                  </a:cubicBezTo>
                  <a:cubicBezTo>
                    <a:pt x="84" y="138"/>
                    <a:pt x="84" y="143"/>
                    <a:pt x="83" y="148"/>
                  </a:cubicBezTo>
                  <a:cubicBezTo>
                    <a:pt x="82" y="148"/>
                    <a:pt x="82" y="148"/>
                    <a:pt x="82" y="148"/>
                  </a:cubicBezTo>
                  <a:cubicBezTo>
                    <a:pt x="82" y="150"/>
                    <a:pt x="80" y="150"/>
                    <a:pt x="79" y="152"/>
                  </a:cubicBezTo>
                  <a:cubicBezTo>
                    <a:pt x="83" y="152"/>
                    <a:pt x="86" y="156"/>
                    <a:pt x="90" y="155"/>
                  </a:cubicBezTo>
                  <a:cubicBezTo>
                    <a:pt x="93" y="155"/>
                    <a:pt x="94" y="151"/>
                    <a:pt x="97" y="150"/>
                  </a:cubicBezTo>
                  <a:cubicBezTo>
                    <a:pt x="100" y="148"/>
                    <a:pt x="104" y="150"/>
                    <a:pt x="107" y="151"/>
                  </a:cubicBezTo>
                  <a:cubicBezTo>
                    <a:pt x="110" y="152"/>
                    <a:pt x="114" y="155"/>
                    <a:pt x="117" y="152"/>
                  </a:cubicBezTo>
                  <a:cubicBezTo>
                    <a:pt x="120" y="153"/>
                    <a:pt x="118" y="155"/>
                    <a:pt x="117" y="157"/>
                  </a:cubicBezTo>
                  <a:cubicBezTo>
                    <a:pt x="119" y="157"/>
                    <a:pt x="120" y="158"/>
                    <a:pt x="123" y="158"/>
                  </a:cubicBezTo>
                  <a:cubicBezTo>
                    <a:pt x="124" y="156"/>
                    <a:pt x="123" y="152"/>
                    <a:pt x="127" y="152"/>
                  </a:cubicBezTo>
                  <a:cubicBezTo>
                    <a:pt x="128" y="149"/>
                    <a:pt x="125" y="147"/>
                    <a:pt x="126" y="145"/>
                  </a:cubicBezTo>
                  <a:cubicBezTo>
                    <a:pt x="130" y="143"/>
                    <a:pt x="125" y="135"/>
                    <a:pt x="124" y="133"/>
                  </a:cubicBezTo>
                  <a:cubicBezTo>
                    <a:pt x="126" y="133"/>
                    <a:pt x="132" y="131"/>
                    <a:pt x="131" y="135"/>
                  </a:cubicBezTo>
                  <a:cubicBezTo>
                    <a:pt x="135" y="135"/>
                    <a:pt x="140" y="134"/>
                    <a:pt x="142" y="136"/>
                  </a:cubicBezTo>
                  <a:cubicBezTo>
                    <a:pt x="143" y="138"/>
                    <a:pt x="147" y="142"/>
                    <a:pt x="147" y="144"/>
                  </a:cubicBezTo>
                  <a:cubicBezTo>
                    <a:pt x="147" y="144"/>
                    <a:pt x="148" y="144"/>
                    <a:pt x="149" y="143"/>
                  </a:cubicBezTo>
                  <a:cubicBezTo>
                    <a:pt x="150" y="137"/>
                    <a:pt x="159" y="142"/>
                    <a:pt x="158" y="147"/>
                  </a:cubicBezTo>
                  <a:cubicBezTo>
                    <a:pt x="159" y="147"/>
                    <a:pt x="160" y="148"/>
                    <a:pt x="160" y="148"/>
                  </a:cubicBezTo>
                  <a:cubicBezTo>
                    <a:pt x="161" y="147"/>
                    <a:pt x="161" y="147"/>
                    <a:pt x="162" y="147"/>
                  </a:cubicBezTo>
                  <a:cubicBezTo>
                    <a:pt x="165" y="147"/>
                    <a:pt x="166" y="144"/>
                    <a:pt x="168" y="144"/>
                  </a:cubicBezTo>
                  <a:cubicBezTo>
                    <a:pt x="166" y="142"/>
                    <a:pt x="165" y="144"/>
                    <a:pt x="165" y="141"/>
                  </a:cubicBezTo>
                  <a:cubicBezTo>
                    <a:pt x="165" y="138"/>
                    <a:pt x="163" y="138"/>
                    <a:pt x="161" y="137"/>
                  </a:cubicBezTo>
                  <a:cubicBezTo>
                    <a:pt x="162" y="135"/>
                    <a:pt x="164" y="136"/>
                    <a:pt x="163" y="134"/>
                  </a:cubicBezTo>
                  <a:cubicBezTo>
                    <a:pt x="162" y="132"/>
                    <a:pt x="158" y="131"/>
                    <a:pt x="159" y="129"/>
                  </a:cubicBezTo>
                  <a:cubicBezTo>
                    <a:pt x="158" y="129"/>
                    <a:pt x="157" y="129"/>
                    <a:pt x="155" y="129"/>
                  </a:cubicBezTo>
                  <a:cubicBezTo>
                    <a:pt x="156" y="128"/>
                    <a:pt x="156" y="127"/>
                    <a:pt x="156" y="126"/>
                  </a:cubicBezTo>
                  <a:cubicBezTo>
                    <a:pt x="154" y="126"/>
                    <a:pt x="152" y="125"/>
                    <a:pt x="151" y="123"/>
                  </a:cubicBezTo>
                  <a:cubicBezTo>
                    <a:pt x="150" y="123"/>
                    <a:pt x="148" y="121"/>
                    <a:pt x="148" y="120"/>
                  </a:cubicBezTo>
                  <a:cubicBezTo>
                    <a:pt x="145" y="117"/>
                    <a:pt x="148" y="114"/>
                    <a:pt x="151" y="113"/>
                  </a:cubicBezTo>
                  <a:cubicBezTo>
                    <a:pt x="152" y="110"/>
                    <a:pt x="146" y="111"/>
                    <a:pt x="144" y="111"/>
                  </a:cubicBezTo>
                  <a:cubicBezTo>
                    <a:pt x="144" y="112"/>
                    <a:pt x="144" y="112"/>
                    <a:pt x="144" y="112"/>
                  </a:cubicBezTo>
                  <a:cubicBezTo>
                    <a:pt x="143" y="112"/>
                    <a:pt x="142" y="111"/>
                    <a:pt x="142" y="110"/>
                  </a:cubicBezTo>
                  <a:cubicBezTo>
                    <a:pt x="139" y="110"/>
                    <a:pt x="137" y="112"/>
                    <a:pt x="135" y="109"/>
                  </a:cubicBezTo>
                  <a:cubicBezTo>
                    <a:pt x="134" y="107"/>
                    <a:pt x="133" y="105"/>
                    <a:pt x="130" y="106"/>
                  </a:cubicBezTo>
                  <a:cubicBezTo>
                    <a:pt x="129" y="103"/>
                    <a:pt x="127" y="102"/>
                    <a:pt x="124" y="103"/>
                  </a:cubicBezTo>
                  <a:cubicBezTo>
                    <a:pt x="122" y="103"/>
                    <a:pt x="122" y="102"/>
                    <a:pt x="122" y="101"/>
                  </a:cubicBezTo>
                  <a:cubicBezTo>
                    <a:pt x="122" y="100"/>
                    <a:pt x="119" y="100"/>
                    <a:pt x="118" y="100"/>
                  </a:cubicBezTo>
                  <a:cubicBezTo>
                    <a:pt x="118" y="99"/>
                    <a:pt x="119" y="96"/>
                    <a:pt x="120" y="95"/>
                  </a:cubicBezTo>
                  <a:cubicBezTo>
                    <a:pt x="123" y="95"/>
                    <a:pt x="122" y="88"/>
                    <a:pt x="120" y="87"/>
                  </a:cubicBezTo>
                  <a:cubicBezTo>
                    <a:pt x="123" y="87"/>
                    <a:pt x="126" y="87"/>
                    <a:pt x="128" y="87"/>
                  </a:cubicBezTo>
                  <a:cubicBezTo>
                    <a:pt x="129" y="86"/>
                    <a:pt x="127" y="85"/>
                    <a:pt x="127" y="83"/>
                  </a:cubicBezTo>
                  <a:cubicBezTo>
                    <a:pt x="129" y="83"/>
                    <a:pt x="131" y="83"/>
                    <a:pt x="133" y="83"/>
                  </a:cubicBezTo>
                  <a:cubicBezTo>
                    <a:pt x="134" y="87"/>
                    <a:pt x="135" y="89"/>
                    <a:pt x="139" y="89"/>
                  </a:cubicBezTo>
                  <a:cubicBezTo>
                    <a:pt x="141" y="89"/>
                    <a:pt x="142" y="89"/>
                    <a:pt x="142" y="87"/>
                  </a:cubicBezTo>
                  <a:cubicBezTo>
                    <a:pt x="143" y="84"/>
                    <a:pt x="144" y="84"/>
                    <a:pt x="146" y="82"/>
                  </a:cubicBezTo>
                  <a:cubicBezTo>
                    <a:pt x="148" y="81"/>
                    <a:pt x="151" y="79"/>
                    <a:pt x="153" y="78"/>
                  </a:cubicBezTo>
                  <a:cubicBezTo>
                    <a:pt x="155" y="77"/>
                    <a:pt x="158" y="77"/>
                    <a:pt x="160" y="76"/>
                  </a:cubicBezTo>
                  <a:cubicBezTo>
                    <a:pt x="163" y="76"/>
                    <a:pt x="162" y="67"/>
                    <a:pt x="166" y="71"/>
                  </a:cubicBezTo>
                  <a:cubicBezTo>
                    <a:pt x="166" y="70"/>
                    <a:pt x="166" y="67"/>
                    <a:pt x="168" y="68"/>
                  </a:cubicBezTo>
                  <a:cubicBezTo>
                    <a:pt x="172" y="68"/>
                    <a:pt x="174" y="71"/>
                    <a:pt x="178" y="70"/>
                  </a:cubicBezTo>
                  <a:cubicBezTo>
                    <a:pt x="179" y="69"/>
                    <a:pt x="178" y="68"/>
                    <a:pt x="177" y="67"/>
                  </a:cubicBezTo>
                  <a:cubicBezTo>
                    <a:pt x="179" y="67"/>
                    <a:pt x="180" y="68"/>
                    <a:pt x="182" y="68"/>
                  </a:cubicBezTo>
                  <a:cubicBezTo>
                    <a:pt x="182" y="67"/>
                    <a:pt x="182" y="66"/>
                    <a:pt x="182" y="65"/>
                  </a:cubicBezTo>
                  <a:cubicBezTo>
                    <a:pt x="183" y="64"/>
                    <a:pt x="184" y="64"/>
                    <a:pt x="184" y="63"/>
                  </a:cubicBezTo>
                  <a:cubicBezTo>
                    <a:pt x="184" y="62"/>
                    <a:pt x="181" y="59"/>
                    <a:pt x="182" y="59"/>
                  </a:cubicBezTo>
                  <a:cubicBezTo>
                    <a:pt x="184" y="58"/>
                    <a:pt x="186" y="59"/>
                    <a:pt x="187" y="59"/>
                  </a:cubicBezTo>
                  <a:cubicBezTo>
                    <a:pt x="189" y="60"/>
                    <a:pt x="189" y="62"/>
                    <a:pt x="192" y="62"/>
                  </a:cubicBezTo>
                  <a:cubicBezTo>
                    <a:pt x="192" y="61"/>
                    <a:pt x="192" y="60"/>
                    <a:pt x="192" y="59"/>
                  </a:cubicBezTo>
                  <a:cubicBezTo>
                    <a:pt x="192" y="59"/>
                    <a:pt x="192" y="59"/>
                    <a:pt x="192" y="59"/>
                  </a:cubicBezTo>
                  <a:cubicBezTo>
                    <a:pt x="193" y="57"/>
                    <a:pt x="192" y="53"/>
                    <a:pt x="196" y="55"/>
                  </a:cubicBezTo>
                  <a:cubicBezTo>
                    <a:pt x="196" y="53"/>
                    <a:pt x="199" y="53"/>
                    <a:pt x="201" y="53"/>
                  </a:cubicBezTo>
                  <a:cubicBezTo>
                    <a:pt x="200" y="52"/>
                    <a:pt x="200" y="51"/>
                    <a:pt x="198" y="51"/>
                  </a:cubicBezTo>
                  <a:cubicBezTo>
                    <a:pt x="198" y="49"/>
                    <a:pt x="202" y="48"/>
                    <a:pt x="202" y="47"/>
                  </a:cubicBezTo>
                  <a:cubicBezTo>
                    <a:pt x="205" y="44"/>
                    <a:pt x="206" y="42"/>
                    <a:pt x="206" y="38"/>
                  </a:cubicBezTo>
                  <a:cubicBezTo>
                    <a:pt x="201" y="37"/>
                    <a:pt x="205" y="35"/>
                    <a:pt x="204" y="33"/>
                  </a:cubicBezTo>
                  <a:cubicBezTo>
                    <a:pt x="206" y="33"/>
                    <a:pt x="208" y="33"/>
                    <a:pt x="209" y="33"/>
                  </a:cubicBezTo>
                  <a:cubicBezTo>
                    <a:pt x="209" y="31"/>
                    <a:pt x="210" y="29"/>
                    <a:pt x="209" y="27"/>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4" name="Rectangle 173">
              <a:extLst>
                <a:ext uri="{FF2B5EF4-FFF2-40B4-BE49-F238E27FC236}">
                  <a16:creationId xmlns:a16="http://schemas.microsoft.com/office/drawing/2014/main" id="{D8ACDBC9-DB58-4761-9C92-BDD6AFB42F47}"/>
                </a:ext>
              </a:extLst>
            </p:cNvPr>
            <p:cNvSpPr>
              <a:spLocks noChangeArrowheads="1"/>
            </p:cNvSpPr>
            <p:nvPr/>
          </p:nvSpPr>
          <p:spPr bwMode="auto">
            <a:xfrm>
              <a:off x="4737101" y="3333751"/>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5" name="Freeform 333">
              <a:extLst>
                <a:ext uri="{FF2B5EF4-FFF2-40B4-BE49-F238E27FC236}">
                  <a16:creationId xmlns:a16="http://schemas.microsoft.com/office/drawing/2014/main" id="{FDFD8B57-ED08-48BB-BBE2-1D2A3CB85582}"/>
                </a:ext>
              </a:extLst>
            </p:cNvPr>
            <p:cNvSpPr>
              <a:spLocks/>
            </p:cNvSpPr>
            <p:nvPr/>
          </p:nvSpPr>
          <p:spPr bwMode="auto">
            <a:xfrm>
              <a:off x="4676776" y="3425826"/>
              <a:ext cx="41275" cy="14288"/>
            </a:xfrm>
            <a:custGeom>
              <a:avLst/>
              <a:gdLst>
                <a:gd name="T0" fmla="*/ 0 w 26"/>
                <a:gd name="T1" fmla="*/ 0 h 9"/>
                <a:gd name="T2" fmla="*/ 26 w 26"/>
                <a:gd name="T3" fmla="*/ 9 h 9"/>
                <a:gd name="T4" fmla="*/ 0 w 26"/>
                <a:gd name="T5" fmla="*/ 0 h 9"/>
                <a:gd name="T6" fmla="*/ 0 w 26"/>
                <a:gd name="T7" fmla="*/ 0 h 9"/>
              </a:gdLst>
              <a:ahLst/>
              <a:cxnLst>
                <a:cxn ang="0">
                  <a:pos x="T0" y="T1"/>
                </a:cxn>
                <a:cxn ang="0">
                  <a:pos x="T2" y="T3"/>
                </a:cxn>
                <a:cxn ang="0">
                  <a:pos x="T4" y="T5"/>
                </a:cxn>
                <a:cxn ang="0">
                  <a:pos x="T6" y="T7"/>
                </a:cxn>
              </a:cxnLst>
              <a:rect l="0" t="0" r="r" b="b"/>
              <a:pathLst>
                <a:path w="26" h="9">
                  <a:moveTo>
                    <a:pt x="0" y="0"/>
                  </a:moveTo>
                  <a:lnTo>
                    <a:pt x="26" y="9"/>
                  </a:ln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6" name="Freeform 334">
              <a:extLst>
                <a:ext uri="{FF2B5EF4-FFF2-40B4-BE49-F238E27FC236}">
                  <a16:creationId xmlns:a16="http://schemas.microsoft.com/office/drawing/2014/main" id="{EFA7ED96-A115-470A-9300-1B25EFF1D0BA}"/>
                </a:ext>
              </a:extLst>
            </p:cNvPr>
            <p:cNvSpPr>
              <a:spLocks/>
            </p:cNvSpPr>
            <p:nvPr/>
          </p:nvSpPr>
          <p:spPr bwMode="auto">
            <a:xfrm>
              <a:off x="4743451" y="3341688"/>
              <a:ext cx="3175" cy="6350"/>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1"/>
                    <a:pt x="0" y="1"/>
                    <a:pt x="0" y="0"/>
                  </a:cubicBezTo>
                  <a:cubicBezTo>
                    <a:pt x="0" y="1"/>
                    <a:pt x="0" y="1"/>
                    <a:pt x="1" y="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7" name="Freeform 335">
              <a:extLst>
                <a:ext uri="{FF2B5EF4-FFF2-40B4-BE49-F238E27FC236}">
                  <a16:creationId xmlns:a16="http://schemas.microsoft.com/office/drawing/2014/main" id="{4D0F5ACB-ADB1-40AB-8FD0-21D9E3DF643A}"/>
                </a:ext>
              </a:extLst>
            </p:cNvPr>
            <p:cNvSpPr>
              <a:spLocks/>
            </p:cNvSpPr>
            <p:nvPr/>
          </p:nvSpPr>
          <p:spPr bwMode="auto">
            <a:xfrm>
              <a:off x="3159126" y="2955926"/>
              <a:ext cx="1481138" cy="968375"/>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8" name="Rectangle 177">
              <a:extLst>
                <a:ext uri="{FF2B5EF4-FFF2-40B4-BE49-F238E27FC236}">
                  <a16:creationId xmlns:a16="http://schemas.microsoft.com/office/drawing/2014/main" id="{AF89F6F1-CC06-4427-9863-29E1277596C3}"/>
                </a:ext>
              </a:extLst>
            </p:cNvPr>
            <p:cNvSpPr>
              <a:spLocks noChangeArrowheads="1"/>
            </p:cNvSpPr>
            <p:nvPr/>
          </p:nvSpPr>
          <p:spPr bwMode="auto">
            <a:xfrm>
              <a:off x="3830638" y="2333626"/>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79" name="Freeform 337">
              <a:extLst>
                <a:ext uri="{FF2B5EF4-FFF2-40B4-BE49-F238E27FC236}">
                  <a16:creationId xmlns:a16="http://schemas.microsoft.com/office/drawing/2014/main" id="{1D5B82B5-060B-4DA8-9204-D49E2B7B5C64}"/>
                </a:ext>
              </a:extLst>
            </p:cNvPr>
            <p:cNvSpPr>
              <a:spLocks/>
            </p:cNvSpPr>
            <p:nvPr/>
          </p:nvSpPr>
          <p:spPr bwMode="auto">
            <a:xfrm>
              <a:off x="3679826" y="2212976"/>
              <a:ext cx="3175"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0" name="Freeform 338">
              <a:extLst>
                <a:ext uri="{FF2B5EF4-FFF2-40B4-BE49-F238E27FC236}">
                  <a16:creationId xmlns:a16="http://schemas.microsoft.com/office/drawing/2014/main" id="{8384A649-CD10-4490-B0C3-D17B0E3FC0BA}"/>
                </a:ext>
              </a:extLst>
            </p:cNvPr>
            <p:cNvSpPr>
              <a:spLocks/>
            </p:cNvSpPr>
            <p:nvPr/>
          </p:nvSpPr>
          <p:spPr bwMode="auto">
            <a:xfrm>
              <a:off x="3675063" y="22098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1" name="Freeform 339">
              <a:extLst>
                <a:ext uri="{FF2B5EF4-FFF2-40B4-BE49-F238E27FC236}">
                  <a16:creationId xmlns:a16="http://schemas.microsoft.com/office/drawing/2014/main" id="{AB63A453-101B-478D-A415-281B54914EA7}"/>
                </a:ext>
              </a:extLst>
            </p:cNvPr>
            <p:cNvSpPr>
              <a:spLocks/>
            </p:cNvSpPr>
            <p:nvPr/>
          </p:nvSpPr>
          <p:spPr bwMode="auto">
            <a:xfrm>
              <a:off x="3657601" y="2163763"/>
              <a:ext cx="3175"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2" name="Freeform 340">
              <a:extLst>
                <a:ext uri="{FF2B5EF4-FFF2-40B4-BE49-F238E27FC236}">
                  <a16:creationId xmlns:a16="http://schemas.microsoft.com/office/drawing/2014/main" id="{E5C55A8E-0207-4C18-A09B-C437E903A9C6}"/>
                </a:ext>
              </a:extLst>
            </p:cNvPr>
            <p:cNvSpPr>
              <a:spLocks/>
            </p:cNvSpPr>
            <p:nvPr/>
          </p:nvSpPr>
          <p:spPr bwMode="auto">
            <a:xfrm>
              <a:off x="6275388" y="3117851"/>
              <a:ext cx="279400" cy="307975"/>
            </a:xfrm>
            <a:custGeom>
              <a:avLst/>
              <a:gdLst>
                <a:gd name="T0" fmla="*/ 72 w 79"/>
                <a:gd name="T1" fmla="*/ 17 h 87"/>
                <a:gd name="T2" fmla="*/ 74 w 79"/>
                <a:gd name="T3" fmla="*/ 11 h 87"/>
                <a:gd name="T4" fmla="*/ 69 w 79"/>
                <a:gd name="T5" fmla="*/ 1 h 87"/>
                <a:gd name="T6" fmla="*/ 64 w 79"/>
                <a:gd name="T7" fmla="*/ 4 h 87"/>
                <a:gd name="T8" fmla="*/ 63 w 79"/>
                <a:gd name="T9" fmla="*/ 8 h 87"/>
                <a:gd name="T10" fmla="*/ 54 w 79"/>
                <a:gd name="T11" fmla="*/ 9 h 87"/>
                <a:gd name="T12" fmla="*/ 50 w 79"/>
                <a:gd name="T13" fmla="*/ 9 h 87"/>
                <a:gd name="T14" fmla="*/ 46 w 79"/>
                <a:gd name="T15" fmla="*/ 9 h 87"/>
                <a:gd name="T16" fmla="*/ 37 w 79"/>
                <a:gd name="T17" fmla="*/ 10 h 87"/>
                <a:gd name="T18" fmla="*/ 34 w 79"/>
                <a:gd name="T19" fmla="*/ 16 h 87"/>
                <a:gd name="T20" fmla="*/ 28 w 79"/>
                <a:gd name="T21" fmla="*/ 24 h 87"/>
                <a:gd name="T22" fmla="*/ 20 w 79"/>
                <a:gd name="T23" fmla="*/ 21 h 87"/>
                <a:gd name="T24" fmla="*/ 17 w 79"/>
                <a:gd name="T25" fmla="*/ 23 h 87"/>
                <a:gd name="T26" fmla="*/ 14 w 79"/>
                <a:gd name="T27" fmla="*/ 30 h 87"/>
                <a:gd name="T28" fmla="*/ 10 w 79"/>
                <a:gd name="T29" fmla="*/ 34 h 87"/>
                <a:gd name="T30" fmla="*/ 9 w 79"/>
                <a:gd name="T31" fmla="*/ 45 h 87"/>
                <a:gd name="T32" fmla="*/ 4 w 79"/>
                <a:gd name="T33" fmla="*/ 55 h 87"/>
                <a:gd name="T34" fmla="*/ 2 w 79"/>
                <a:gd name="T35" fmla="*/ 62 h 87"/>
                <a:gd name="T36" fmla="*/ 2 w 79"/>
                <a:gd name="T37" fmla="*/ 69 h 87"/>
                <a:gd name="T38" fmla="*/ 0 w 79"/>
                <a:gd name="T39" fmla="*/ 75 h 87"/>
                <a:gd name="T40" fmla="*/ 9 w 79"/>
                <a:gd name="T41" fmla="*/ 77 h 87"/>
                <a:gd name="T42" fmla="*/ 18 w 79"/>
                <a:gd name="T43" fmla="*/ 77 h 87"/>
                <a:gd name="T44" fmla="*/ 22 w 79"/>
                <a:gd name="T45" fmla="*/ 79 h 87"/>
                <a:gd name="T46" fmla="*/ 28 w 79"/>
                <a:gd name="T47" fmla="*/ 78 h 87"/>
                <a:gd name="T48" fmla="*/ 39 w 79"/>
                <a:gd name="T49" fmla="*/ 83 h 87"/>
                <a:gd name="T50" fmla="*/ 52 w 79"/>
                <a:gd name="T51" fmla="*/ 86 h 87"/>
                <a:gd name="T52" fmla="*/ 60 w 79"/>
                <a:gd name="T53" fmla="*/ 68 h 87"/>
                <a:gd name="T54" fmla="*/ 63 w 79"/>
                <a:gd name="T55" fmla="*/ 61 h 87"/>
                <a:gd name="T56" fmla="*/ 64 w 79"/>
                <a:gd name="T57" fmla="*/ 58 h 87"/>
                <a:gd name="T58" fmla="*/ 67 w 79"/>
                <a:gd name="T59" fmla="*/ 52 h 87"/>
                <a:gd name="T60" fmla="*/ 70 w 79"/>
                <a:gd name="T61" fmla="*/ 46 h 87"/>
                <a:gd name="T62" fmla="*/ 73 w 79"/>
                <a:gd name="T63" fmla="*/ 41 h 87"/>
                <a:gd name="T64" fmla="*/ 78 w 79"/>
                <a:gd name="T65" fmla="*/ 32 h 87"/>
                <a:gd name="T66" fmla="*/ 79 w 79"/>
                <a:gd name="T67" fmla="*/ 26 h 87"/>
                <a:gd name="T68" fmla="*/ 72 w 79"/>
                <a:gd name="T69"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87">
                  <a:moveTo>
                    <a:pt x="72" y="23"/>
                  </a:moveTo>
                  <a:cubicBezTo>
                    <a:pt x="72" y="21"/>
                    <a:pt x="72" y="19"/>
                    <a:pt x="72" y="17"/>
                  </a:cubicBezTo>
                  <a:cubicBezTo>
                    <a:pt x="73" y="16"/>
                    <a:pt x="74" y="16"/>
                    <a:pt x="74" y="15"/>
                  </a:cubicBezTo>
                  <a:cubicBezTo>
                    <a:pt x="74" y="15"/>
                    <a:pt x="74" y="12"/>
                    <a:pt x="74" y="11"/>
                  </a:cubicBezTo>
                  <a:cubicBezTo>
                    <a:pt x="73" y="10"/>
                    <a:pt x="71" y="9"/>
                    <a:pt x="69" y="9"/>
                  </a:cubicBezTo>
                  <a:cubicBezTo>
                    <a:pt x="69" y="7"/>
                    <a:pt x="69" y="4"/>
                    <a:pt x="69" y="1"/>
                  </a:cubicBezTo>
                  <a:cubicBezTo>
                    <a:pt x="68" y="1"/>
                    <a:pt x="68" y="1"/>
                    <a:pt x="68" y="0"/>
                  </a:cubicBezTo>
                  <a:cubicBezTo>
                    <a:pt x="67" y="0"/>
                    <a:pt x="65" y="4"/>
                    <a:pt x="64" y="4"/>
                  </a:cubicBezTo>
                  <a:cubicBezTo>
                    <a:pt x="64" y="5"/>
                    <a:pt x="64" y="5"/>
                    <a:pt x="63" y="6"/>
                  </a:cubicBezTo>
                  <a:cubicBezTo>
                    <a:pt x="63" y="6"/>
                    <a:pt x="63" y="7"/>
                    <a:pt x="63" y="8"/>
                  </a:cubicBezTo>
                  <a:cubicBezTo>
                    <a:pt x="62" y="9"/>
                    <a:pt x="60" y="8"/>
                    <a:pt x="59" y="8"/>
                  </a:cubicBezTo>
                  <a:cubicBezTo>
                    <a:pt x="57" y="8"/>
                    <a:pt x="56" y="9"/>
                    <a:pt x="54" y="9"/>
                  </a:cubicBezTo>
                  <a:cubicBezTo>
                    <a:pt x="53" y="10"/>
                    <a:pt x="53" y="10"/>
                    <a:pt x="52" y="10"/>
                  </a:cubicBezTo>
                  <a:cubicBezTo>
                    <a:pt x="51" y="10"/>
                    <a:pt x="52" y="9"/>
                    <a:pt x="50" y="9"/>
                  </a:cubicBezTo>
                  <a:cubicBezTo>
                    <a:pt x="50" y="9"/>
                    <a:pt x="49" y="10"/>
                    <a:pt x="49" y="10"/>
                  </a:cubicBezTo>
                  <a:cubicBezTo>
                    <a:pt x="48" y="10"/>
                    <a:pt x="47" y="10"/>
                    <a:pt x="46" y="9"/>
                  </a:cubicBezTo>
                  <a:cubicBezTo>
                    <a:pt x="45" y="9"/>
                    <a:pt x="43" y="9"/>
                    <a:pt x="42" y="9"/>
                  </a:cubicBezTo>
                  <a:cubicBezTo>
                    <a:pt x="40" y="9"/>
                    <a:pt x="39" y="9"/>
                    <a:pt x="37" y="10"/>
                  </a:cubicBezTo>
                  <a:cubicBezTo>
                    <a:pt x="35" y="10"/>
                    <a:pt x="33" y="10"/>
                    <a:pt x="32" y="12"/>
                  </a:cubicBezTo>
                  <a:cubicBezTo>
                    <a:pt x="34" y="12"/>
                    <a:pt x="35" y="14"/>
                    <a:pt x="34" y="16"/>
                  </a:cubicBezTo>
                  <a:cubicBezTo>
                    <a:pt x="33" y="17"/>
                    <a:pt x="32" y="17"/>
                    <a:pt x="31" y="18"/>
                  </a:cubicBezTo>
                  <a:cubicBezTo>
                    <a:pt x="29" y="20"/>
                    <a:pt x="29" y="22"/>
                    <a:pt x="28" y="24"/>
                  </a:cubicBezTo>
                  <a:cubicBezTo>
                    <a:pt x="26" y="24"/>
                    <a:pt x="25" y="23"/>
                    <a:pt x="23" y="22"/>
                  </a:cubicBezTo>
                  <a:cubicBezTo>
                    <a:pt x="22" y="21"/>
                    <a:pt x="21" y="21"/>
                    <a:pt x="20" y="21"/>
                  </a:cubicBezTo>
                  <a:cubicBezTo>
                    <a:pt x="20" y="22"/>
                    <a:pt x="20" y="22"/>
                    <a:pt x="20" y="22"/>
                  </a:cubicBezTo>
                  <a:cubicBezTo>
                    <a:pt x="18" y="22"/>
                    <a:pt x="18" y="22"/>
                    <a:pt x="17" y="23"/>
                  </a:cubicBezTo>
                  <a:cubicBezTo>
                    <a:pt x="16" y="24"/>
                    <a:pt x="15" y="25"/>
                    <a:pt x="14" y="26"/>
                  </a:cubicBezTo>
                  <a:cubicBezTo>
                    <a:pt x="14" y="27"/>
                    <a:pt x="14" y="29"/>
                    <a:pt x="14" y="30"/>
                  </a:cubicBezTo>
                  <a:cubicBezTo>
                    <a:pt x="14" y="31"/>
                    <a:pt x="13" y="32"/>
                    <a:pt x="12" y="33"/>
                  </a:cubicBezTo>
                  <a:cubicBezTo>
                    <a:pt x="12" y="33"/>
                    <a:pt x="11" y="33"/>
                    <a:pt x="10" y="34"/>
                  </a:cubicBezTo>
                  <a:cubicBezTo>
                    <a:pt x="11" y="36"/>
                    <a:pt x="11" y="37"/>
                    <a:pt x="10" y="39"/>
                  </a:cubicBezTo>
                  <a:cubicBezTo>
                    <a:pt x="10" y="41"/>
                    <a:pt x="10" y="43"/>
                    <a:pt x="9" y="45"/>
                  </a:cubicBezTo>
                  <a:cubicBezTo>
                    <a:pt x="8" y="45"/>
                    <a:pt x="6" y="44"/>
                    <a:pt x="4" y="44"/>
                  </a:cubicBezTo>
                  <a:cubicBezTo>
                    <a:pt x="4" y="48"/>
                    <a:pt x="4" y="51"/>
                    <a:pt x="4" y="55"/>
                  </a:cubicBezTo>
                  <a:cubicBezTo>
                    <a:pt x="4" y="57"/>
                    <a:pt x="3" y="58"/>
                    <a:pt x="2" y="60"/>
                  </a:cubicBezTo>
                  <a:cubicBezTo>
                    <a:pt x="2" y="61"/>
                    <a:pt x="2" y="61"/>
                    <a:pt x="2" y="62"/>
                  </a:cubicBezTo>
                  <a:cubicBezTo>
                    <a:pt x="2" y="63"/>
                    <a:pt x="2" y="63"/>
                    <a:pt x="2" y="63"/>
                  </a:cubicBezTo>
                  <a:cubicBezTo>
                    <a:pt x="3" y="65"/>
                    <a:pt x="2" y="67"/>
                    <a:pt x="2" y="69"/>
                  </a:cubicBezTo>
                  <a:cubicBezTo>
                    <a:pt x="2" y="70"/>
                    <a:pt x="3" y="72"/>
                    <a:pt x="2" y="72"/>
                  </a:cubicBezTo>
                  <a:cubicBezTo>
                    <a:pt x="1" y="74"/>
                    <a:pt x="0" y="74"/>
                    <a:pt x="0" y="75"/>
                  </a:cubicBezTo>
                  <a:cubicBezTo>
                    <a:pt x="3" y="76"/>
                    <a:pt x="4" y="76"/>
                    <a:pt x="7" y="76"/>
                  </a:cubicBezTo>
                  <a:cubicBezTo>
                    <a:pt x="8" y="77"/>
                    <a:pt x="8" y="77"/>
                    <a:pt x="9" y="77"/>
                  </a:cubicBezTo>
                  <a:cubicBezTo>
                    <a:pt x="10" y="78"/>
                    <a:pt x="12" y="78"/>
                    <a:pt x="13" y="78"/>
                  </a:cubicBezTo>
                  <a:cubicBezTo>
                    <a:pt x="14" y="78"/>
                    <a:pt x="16" y="77"/>
                    <a:pt x="18" y="77"/>
                  </a:cubicBezTo>
                  <a:cubicBezTo>
                    <a:pt x="18" y="77"/>
                    <a:pt x="18" y="76"/>
                    <a:pt x="19" y="76"/>
                  </a:cubicBezTo>
                  <a:cubicBezTo>
                    <a:pt x="20" y="76"/>
                    <a:pt x="22" y="78"/>
                    <a:pt x="22" y="79"/>
                  </a:cubicBezTo>
                  <a:cubicBezTo>
                    <a:pt x="23" y="80"/>
                    <a:pt x="25" y="82"/>
                    <a:pt x="26" y="82"/>
                  </a:cubicBezTo>
                  <a:cubicBezTo>
                    <a:pt x="29" y="82"/>
                    <a:pt x="28" y="80"/>
                    <a:pt x="28" y="78"/>
                  </a:cubicBezTo>
                  <a:cubicBezTo>
                    <a:pt x="30" y="78"/>
                    <a:pt x="34" y="77"/>
                    <a:pt x="35" y="78"/>
                  </a:cubicBezTo>
                  <a:cubicBezTo>
                    <a:pt x="37" y="79"/>
                    <a:pt x="37" y="83"/>
                    <a:pt x="39" y="83"/>
                  </a:cubicBezTo>
                  <a:cubicBezTo>
                    <a:pt x="39" y="80"/>
                    <a:pt x="44" y="80"/>
                    <a:pt x="46" y="81"/>
                  </a:cubicBezTo>
                  <a:cubicBezTo>
                    <a:pt x="49" y="82"/>
                    <a:pt x="51" y="84"/>
                    <a:pt x="52" y="86"/>
                  </a:cubicBezTo>
                  <a:cubicBezTo>
                    <a:pt x="56" y="87"/>
                    <a:pt x="58" y="74"/>
                    <a:pt x="59" y="72"/>
                  </a:cubicBezTo>
                  <a:cubicBezTo>
                    <a:pt x="59" y="71"/>
                    <a:pt x="59" y="69"/>
                    <a:pt x="60" y="68"/>
                  </a:cubicBezTo>
                  <a:cubicBezTo>
                    <a:pt x="60" y="67"/>
                    <a:pt x="61" y="66"/>
                    <a:pt x="62" y="65"/>
                  </a:cubicBezTo>
                  <a:cubicBezTo>
                    <a:pt x="62" y="64"/>
                    <a:pt x="62" y="63"/>
                    <a:pt x="63" y="61"/>
                  </a:cubicBezTo>
                  <a:cubicBezTo>
                    <a:pt x="63" y="61"/>
                    <a:pt x="64" y="61"/>
                    <a:pt x="64" y="60"/>
                  </a:cubicBezTo>
                  <a:cubicBezTo>
                    <a:pt x="64" y="59"/>
                    <a:pt x="64" y="59"/>
                    <a:pt x="64" y="58"/>
                  </a:cubicBezTo>
                  <a:cubicBezTo>
                    <a:pt x="64" y="56"/>
                    <a:pt x="65" y="56"/>
                    <a:pt x="65" y="55"/>
                  </a:cubicBezTo>
                  <a:cubicBezTo>
                    <a:pt x="66" y="53"/>
                    <a:pt x="65" y="53"/>
                    <a:pt x="67" y="52"/>
                  </a:cubicBezTo>
                  <a:cubicBezTo>
                    <a:pt x="68" y="52"/>
                    <a:pt x="70" y="52"/>
                    <a:pt x="70" y="50"/>
                  </a:cubicBezTo>
                  <a:cubicBezTo>
                    <a:pt x="71" y="49"/>
                    <a:pt x="70" y="47"/>
                    <a:pt x="70" y="46"/>
                  </a:cubicBezTo>
                  <a:cubicBezTo>
                    <a:pt x="72" y="46"/>
                    <a:pt x="73" y="45"/>
                    <a:pt x="73" y="44"/>
                  </a:cubicBezTo>
                  <a:cubicBezTo>
                    <a:pt x="73" y="43"/>
                    <a:pt x="73" y="42"/>
                    <a:pt x="73" y="41"/>
                  </a:cubicBezTo>
                  <a:cubicBezTo>
                    <a:pt x="74" y="39"/>
                    <a:pt x="76" y="39"/>
                    <a:pt x="77" y="37"/>
                  </a:cubicBezTo>
                  <a:cubicBezTo>
                    <a:pt x="78" y="36"/>
                    <a:pt x="77" y="34"/>
                    <a:pt x="78" y="32"/>
                  </a:cubicBezTo>
                  <a:cubicBezTo>
                    <a:pt x="79" y="31"/>
                    <a:pt x="79" y="30"/>
                    <a:pt x="79" y="30"/>
                  </a:cubicBezTo>
                  <a:cubicBezTo>
                    <a:pt x="79" y="29"/>
                    <a:pt x="79" y="28"/>
                    <a:pt x="79" y="26"/>
                  </a:cubicBezTo>
                  <a:cubicBezTo>
                    <a:pt x="77" y="26"/>
                    <a:pt x="77" y="26"/>
                    <a:pt x="75" y="25"/>
                  </a:cubicBezTo>
                  <a:cubicBezTo>
                    <a:pt x="74" y="24"/>
                    <a:pt x="73" y="23"/>
                    <a:pt x="72" y="23"/>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83" name="Freeform 341">
              <a:extLst>
                <a:ext uri="{FF2B5EF4-FFF2-40B4-BE49-F238E27FC236}">
                  <a16:creationId xmlns:a16="http://schemas.microsoft.com/office/drawing/2014/main" id="{A3C44525-9815-4CDE-9826-797B9618322A}"/>
                </a:ext>
              </a:extLst>
            </p:cNvPr>
            <p:cNvSpPr>
              <a:spLocks/>
            </p:cNvSpPr>
            <p:nvPr/>
          </p:nvSpPr>
          <p:spPr bwMode="auto">
            <a:xfrm>
              <a:off x="5457826" y="289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2" name="Freeform 342">
              <a:extLst>
                <a:ext uri="{FF2B5EF4-FFF2-40B4-BE49-F238E27FC236}">
                  <a16:creationId xmlns:a16="http://schemas.microsoft.com/office/drawing/2014/main" id="{C0403B61-08C6-44B6-98D7-494816D75698}"/>
                </a:ext>
              </a:extLst>
            </p:cNvPr>
            <p:cNvSpPr>
              <a:spLocks/>
            </p:cNvSpPr>
            <p:nvPr/>
          </p:nvSpPr>
          <p:spPr bwMode="auto">
            <a:xfrm>
              <a:off x="5454651" y="2895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3" name="Freeform 343">
              <a:extLst>
                <a:ext uri="{FF2B5EF4-FFF2-40B4-BE49-F238E27FC236}">
                  <a16:creationId xmlns:a16="http://schemas.microsoft.com/office/drawing/2014/main" id="{BAAFD98D-B27D-4E53-958E-4849D0128C2B}"/>
                </a:ext>
              </a:extLst>
            </p:cNvPr>
            <p:cNvSpPr>
              <a:spLocks/>
            </p:cNvSpPr>
            <p:nvPr/>
          </p:nvSpPr>
          <p:spPr bwMode="auto">
            <a:xfrm>
              <a:off x="5454651" y="2881313"/>
              <a:ext cx="3175" cy="7938"/>
            </a:xfrm>
            <a:custGeom>
              <a:avLst/>
              <a:gdLst>
                <a:gd name="T0" fmla="*/ 1 w 1"/>
                <a:gd name="T1" fmla="*/ 2 h 2"/>
                <a:gd name="T2" fmla="*/ 0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0" y="0"/>
                  </a:cubicBezTo>
                  <a:cubicBezTo>
                    <a:pt x="0" y="0"/>
                    <a:pt x="0" y="0"/>
                    <a:pt x="0" y="0"/>
                  </a:cubicBezTo>
                  <a:cubicBezTo>
                    <a:pt x="1" y="1"/>
                    <a:pt x="1" y="1"/>
                    <a:pt x="1" y="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4" name="Freeform 344">
              <a:extLst>
                <a:ext uri="{FF2B5EF4-FFF2-40B4-BE49-F238E27FC236}">
                  <a16:creationId xmlns:a16="http://schemas.microsoft.com/office/drawing/2014/main" id="{27D90C68-E769-4C59-ACC4-E4AB9F524705}"/>
                </a:ext>
              </a:extLst>
            </p:cNvPr>
            <p:cNvSpPr>
              <a:spLocks/>
            </p:cNvSpPr>
            <p:nvPr/>
          </p:nvSpPr>
          <p:spPr bwMode="auto">
            <a:xfrm>
              <a:off x="5457826" y="2889251"/>
              <a:ext cx="0" cy="3175"/>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5" name="Freeform 345">
              <a:extLst>
                <a:ext uri="{FF2B5EF4-FFF2-40B4-BE49-F238E27FC236}">
                  <a16:creationId xmlns:a16="http://schemas.microsoft.com/office/drawing/2014/main" id="{143D13C0-B3C1-4E9D-A0B1-EAE5B875717B}"/>
                </a:ext>
              </a:extLst>
            </p:cNvPr>
            <p:cNvSpPr>
              <a:spLocks/>
            </p:cNvSpPr>
            <p:nvPr/>
          </p:nvSpPr>
          <p:spPr bwMode="auto">
            <a:xfrm>
              <a:off x="5457826" y="28892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6" name="Freeform 346">
              <a:extLst>
                <a:ext uri="{FF2B5EF4-FFF2-40B4-BE49-F238E27FC236}">
                  <a16:creationId xmlns:a16="http://schemas.microsoft.com/office/drawing/2014/main" id="{05FCD773-D906-4C06-968B-ACDCE8EE6BC3}"/>
                </a:ext>
              </a:extLst>
            </p:cNvPr>
            <p:cNvSpPr>
              <a:spLocks/>
            </p:cNvSpPr>
            <p:nvPr/>
          </p:nvSpPr>
          <p:spPr bwMode="auto">
            <a:xfrm>
              <a:off x="5584826" y="2898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7" name="Freeform 347">
              <a:extLst>
                <a:ext uri="{FF2B5EF4-FFF2-40B4-BE49-F238E27FC236}">
                  <a16:creationId xmlns:a16="http://schemas.microsoft.com/office/drawing/2014/main" id="{B9B59DFA-267B-4251-ACB5-3544E6475EE2}"/>
                </a:ext>
              </a:extLst>
            </p:cNvPr>
            <p:cNvSpPr>
              <a:spLocks/>
            </p:cNvSpPr>
            <p:nvPr/>
          </p:nvSpPr>
          <p:spPr bwMode="auto">
            <a:xfrm>
              <a:off x="5581651" y="2898776"/>
              <a:ext cx="3175"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8" name="Freeform 348">
              <a:extLst>
                <a:ext uri="{FF2B5EF4-FFF2-40B4-BE49-F238E27FC236}">
                  <a16:creationId xmlns:a16="http://schemas.microsoft.com/office/drawing/2014/main" id="{4D5A5834-EA2A-4347-8EBA-2FE8CE4392FB}"/>
                </a:ext>
              </a:extLst>
            </p:cNvPr>
            <p:cNvSpPr>
              <a:spLocks/>
            </p:cNvSpPr>
            <p:nvPr/>
          </p:nvSpPr>
          <p:spPr bwMode="auto">
            <a:xfrm>
              <a:off x="5581651" y="29035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199" name="Freeform 349">
              <a:extLst>
                <a:ext uri="{FF2B5EF4-FFF2-40B4-BE49-F238E27FC236}">
                  <a16:creationId xmlns:a16="http://schemas.microsoft.com/office/drawing/2014/main" id="{EEA67201-C33E-4E0F-BC2B-1B31DEFDED0B}"/>
                </a:ext>
              </a:extLst>
            </p:cNvPr>
            <p:cNvSpPr>
              <a:spLocks/>
            </p:cNvSpPr>
            <p:nvPr/>
          </p:nvSpPr>
          <p:spPr bwMode="auto">
            <a:xfrm>
              <a:off x="5581651" y="29067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0" name="Freeform 350">
              <a:extLst>
                <a:ext uri="{FF2B5EF4-FFF2-40B4-BE49-F238E27FC236}">
                  <a16:creationId xmlns:a16="http://schemas.microsoft.com/office/drawing/2014/main" id="{735FABC9-9A01-4317-8F54-8C567663CCB1}"/>
                </a:ext>
              </a:extLst>
            </p:cNvPr>
            <p:cNvSpPr>
              <a:spLocks/>
            </p:cNvSpPr>
            <p:nvPr/>
          </p:nvSpPr>
          <p:spPr bwMode="auto">
            <a:xfrm>
              <a:off x="5588001" y="2898776"/>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1" name="Freeform 351">
              <a:extLst>
                <a:ext uri="{FF2B5EF4-FFF2-40B4-BE49-F238E27FC236}">
                  <a16:creationId xmlns:a16="http://schemas.microsoft.com/office/drawing/2014/main" id="{E38B9086-887F-4405-89D5-07228D1C1837}"/>
                </a:ext>
              </a:extLst>
            </p:cNvPr>
            <p:cNvSpPr>
              <a:spLocks/>
            </p:cNvSpPr>
            <p:nvPr/>
          </p:nvSpPr>
          <p:spPr bwMode="auto">
            <a:xfrm>
              <a:off x="5581651" y="2898776"/>
              <a:ext cx="0" cy="476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2" name="Freeform 352">
              <a:extLst>
                <a:ext uri="{FF2B5EF4-FFF2-40B4-BE49-F238E27FC236}">
                  <a16:creationId xmlns:a16="http://schemas.microsoft.com/office/drawing/2014/main" id="{DDCF91EC-07BE-46E3-9167-D63CA269FCBE}"/>
                </a:ext>
              </a:extLst>
            </p:cNvPr>
            <p:cNvSpPr>
              <a:spLocks/>
            </p:cNvSpPr>
            <p:nvPr/>
          </p:nvSpPr>
          <p:spPr bwMode="auto">
            <a:xfrm>
              <a:off x="5129213" y="2898776"/>
              <a:ext cx="636588" cy="969963"/>
            </a:xfrm>
            <a:custGeom>
              <a:avLst/>
              <a:gdLst>
                <a:gd name="T0" fmla="*/ 162 w 180"/>
                <a:gd name="T1" fmla="*/ 22 h 274"/>
                <a:gd name="T2" fmla="*/ 131 w 180"/>
                <a:gd name="T3" fmla="*/ 12 h 274"/>
                <a:gd name="T4" fmla="*/ 114 w 180"/>
                <a:gd name="T5" fmla="*/ 2 h 274"/>
                <a:gd name="T6" fmla="*/ 92 w 180"/>
                <a:gd name="T7" fmla="*/ 0 h 274"/>
                <a:gd name="T8" fmla="*/ 102 w 180"/>
                <a:gd name="T9" fmla="*/ 26 h 274"/>
                <a:gd name="T10" fmla="*/ 102 w 180"/>
                <a:gd name="T11" fmla="*/ 26 h 274"/>
                <a:gd name="T12" fmla="*/ 102 w 180"/>
                <a:gd name="T13" fmla="*/ 26 h 274"/>
                <a:gd name="T14" fmla="*/ 101 w 180"/>
                <a:gd name="T15" fmla="*/ 26 h 274"/>
                <a:gd name="T16" fmla="*/ 101 w 180"/>
                <a:gd name="T17" fmla="*/ 27 h 274"/>
                <a:gd name="T18" fmla="*/ 101 w 180"/>
                <a:gd name="T19" fmla="*/ 27 h 274"/>
                <a:gd name="T20" fmla="*/ 101 w 180"/>
                <a:gd name="T21" fmla="*/ 27 h 274"/>
                <a:gd name="T22" fmla="*/ 100 w 180"/>
                <a:gd name="T23" fmla="*/ 27 h 274"/>
                <a:gd name="T24" fmla="*/ 100 w 180"/>
                <a:gd name="T25" fmla="*/ 27 h 274"/>
                <a:gd name="T26" fmla="*/ 100 w 180"/>
                <a:gd name="T27" fmla="*/ 27 h 274"/>
                <a:gd name="T28" fmla="*/ 100 w 180"/>
                <a:gd name="T29" fmla="*/ 28 h 274"/>
                <a:gd name="T30" fmla="*/ 100 w 180"/>
                <a:gd name="T31" fmla="*/ 28 h 274"/>
                <a:gd name="T32" fmla="*/ 99 w 180"/>
                <a:gd name="T33" fmla="*/ 28 h 274"/>
                <a:gd name="T34" fmla="*/ 99 w 180"/>
                <a:gd name="T35" fmla="*/ 28 h 274"/>
                <a:gd name="T36" fmla="*/ 99 w 180"/>
                <a:gd name="T37" fmla="*/ 28 h 274"/>
                <a:gd name="T38" fmla="*/ 99 w 180"/>
                <a:gd name="T39" fmla="*/ 29 h 274"/>
                <a:gd name="T40" fmla="*/ 93 w 180"/>
                <a:gd name="T41" fmla="*/ 55 h 274"/>
                <a:gd name="T42" fmla="*/ 89 w 180"/>
                <a:gd name="T43" fmla="*/ 88 h 274"/>
                <a:gd name="T44" fmla="*/ 91 w 180"/>
                <a:gd name="T45" fmla="*/ 124 h 274"/>
                <a:gd name="T46" fmla="*/ 78 w 180"/>
                <a:gd name="T47" fmla="*/ 152 h 274"/>
                <a:gd name="T48" fmla="*/ 64 w 180"/>
                <a:gd name="T49" fmla="*/ 162 h 274"/>
                <a:gd name="T50" fmla="*/ 35 w 180"/>
                <a:gd name="T51" fmla="*/ 175 h 274"/>
                <a:gd name="T52" fmla="*/ 2 w 180"/>
                <a:gd name="T53" fmla="*/ 184 h 274"/>
                <a:gd name="T54" fmla="*/ 24 w 180"/>
                <a:gd name="T55" fmla="*/ 207 h 274"/>
                <a:gd name="T56" fmla="*/ 37 w 180"/>
                <a:gd name="T57" fmla="*/ 226 h 274"/>
                <a:gd name="T58" fmla="*/ 42 w 180"/>
                <a:gd name="T59" fmla="*/ 245 h 274"/>
                <a:gd name="T60" fmla="*/ 74 w 180"/>
                <a:gd name="T61" fmla="*/ 266 h 274"/>
                <a:gd name="T62" fmla="*/ 98 w 180"/>
                <a:gd name="T63" fmla="*/ 258 h 274"/>
                <a:gd name="T64" fmla="*/ 110 w 180"/>
                <a:gd name="T65" fmla="*/ 250 h 274"/>
                <a:gd name="T66" fmla="*/ 119 w 180"/>
                <a:gd name="T67" fmla="*/ 261 h 274"/>
                <a:gd name="T68" fmla="*/ 139 w 180"/>
                <a:gd name="T69" fmla="*/ 240 h 274"/>
                <a:gd name="T70" fmla="*/ 141 w 180"/>
                <a:gd name="T71" fmla="*/ 218 h 274"/>
                <a:gd name="T72" fmla="*/ 136 w 180"/>
                <a:gd name="T73" fmla="*/ 192 h 274"/>
                <a:gd name="T74" fmla="*/ 125 w 180"/>
                <a:gd name="T75" fmla="*/ 175 h 274"/>
                <a:gd name="T76" fmla="*/ 127 w 180"/>
                <a:gd name="T77" fmla="*/ 142 h 274"/>
                <a:gd name="T78" fmla="*/ 97 w 180"/>
                <a:gd name="T79" fmla="*/ 125 h 274"/>
                <a:gd name="T80" fmla="*/ 111 w 180"/>
                <a:gd name="T81" fmla="*/ 115 h 274"/>
                <a:gd name="T82" fmla="*/ 137 w 180"/>
                <a:gd name="T83" fmla="*/ 99 h 274"/>
                <a:gd name="T84" fmla="*/ 120 w 180"/>
                <a:gd name="T85" fmla="*/ 85 h 274"/>
                <a:gd name="T86" fmla="*/ 102 w 180"/>
                <a:gd name="T87" fmla="*/ 61 h 274"/>
                <a:gd name="T88" fmla="*/ 111 w 180"/>
                <a:gd name="T89" fmla="*/ 46 h 274"/>
                <a:gd name="T90" fmla="*/ 115 w 180"/>
                <a:gd name="T91" fmla="*/ 40 h 274"/>
                <a:gd name="T92" fmla="*/ 117 w 180"/>
                <a:gd name="T93" fmla="*/ 39 h 274"/>
                <a:gd name="T94" fmla="*/ 127 w 180"/>
                <a:gd name="T95" fmla="*/ 55 h 274"/>
                <a:gd name="T96" fmla="*/ 139 w 180"/>
                <a:gd name="T97" fmla="*/ 49 h 274"/>
                <a:gd name="T98" fmla="*/ 144 w 180"/>
                <a:gd name="T99" fmla="*/ 51 h 274"/>
                <a:gd name="T100" fmla="*/ 144 w 180"/>
                <a:gd name="T101" fmla="*/ 51 h 274"/>
                <a:gd name="T102" fmla="*/ 144 w 180"/>
                <a:gd name="T103" fmla="*/ 52 h 274"/>
                <a:gd name="T104" fmla="*/ 144 w 180"/>
                <a:gd name="T105" fmla="*/ 52 h 274"/>
                <a:gd name="T106" fmla="*/ 156 w 180"/>
                <a:gd name="T107" fmla="*/ 59 h 274"/>
                <a:gd name="T108" fmla="*/ 172 w 180"/>
                <a:gd name="T109" fmla="*/ 45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0" h="274">
                  <a:moveTo>
                    <a:pt x="177" y="34"/>
                  </a:moveTo>
                  <a:cubicBezTo>
                    <a:pt x="176" y="32"/>
                    <a:pt x="177" y="28"/>
                    <a:pt x="178" y="26"/>
                  </a:cubicBezTo>
                  <a:cubicBezTo>
                    <a:pt x="179" y="25"/>
                    <a:pt x="179" y="24"/>
                    <a:pt x="179" y="23"/>
                  </a:cubicBezTo>
                  <a:cubicBezTo>
                    <a:pt x="178" y="24"/>
                    <a:pt x="177" y="24"/>
                    <a:pt x="176" y="24"/>
                  </a:cubicBezTo>
                  <a:cubicBezTo>
                    <a:pt x="173" y="25"/>
                    <a:pt x="170" y="25"/>
                    <a:pt x="167" y="24"/>
                  </a:cubicBezTo>
                  <a:cubicBezTo>
                    <a:pt x="165" y="24"/>
                    <a:pt x="163" y="25"/>
                    <a:pt x="160" y="26"/>
                  </a:cubicBezTo>
                  <a:cubicBezTo>
                    <a:pt x="160" y="24"/>
                    <a:pt x="161" y="23"/>
                    <a:pt x="162" y="22"/>
                  </a:cubicBezTo>
                  <a:cubicBezTo>
                    <a:pt x="161" y="22"/>
                    <a:pt x="159" y="22"/>
                    <a:pt x="158" y="21"/>
                  </a:cubicBezTo>
                  <a:cubicBezTo>
                    <a:pt x="156" y="21"/>
                    <a:pt x="155" y="19"/>
                    <a:pt x="154" y="19"/>
                  </a:cubicBezTo>
                  <a:cubicBezTo>
                    <a:pt x="150" y="17"/>
                    <a:pt x="148" y="21"/>
                    <a:pt x="145" y="21"/>
                  </a:cubicBezTo>
                  <a:cubicBezTo>
                    <a:pt x="143" y="20"/>
                    <a:pt x="142" y="20"/>
                    <a:pt x="140" y="19"/>
                  </a:cubicBezTo>
                  <a:cubicBezTo>
                    <a:pt x="139" y="17"/>
                    <a:pt x="140" y="16"/>
                    <a:pt x="138" y="16"/>
                  </a:cubicBezTo>
                  <a:cubicBezTo>
                    <a:pt x="135" y="15"/>
                    <a:pt x="135" y="16"/>
                    <a:pt x="133" y="14"/>
                  </a:cubicBezTo>
                  <a:cubicBezTo>
                    <a:pt x="133" y="14"/>
                    <a:pt x="131" y="13"/>
                    <a:pt x="131" y="12"/>
                  </a:cubicBezTo>
                  <a:cubicBezTo>
                    <a:pt x="130" y="11"/>
                    <a:pt x="130" y="9"/>
                    <a:pt x="129" y="8"/>
                  </a:cubicBezTo>
                  <a:cubicBezTo>
                    <a:pt x="127" y="5"/>
                    <a:pt x="127" y="7"/>
                    <a:pt x="128" y="4"/>
                  </a:cubicBezTo>
                  <a:cubicBezTo>
                    <a:pt x="128" y="3"/>
                    <a:pt x="128" y="3"/>
                    <a:pt x="128" y="3"/>
                  </a:cubicBezTo>
                  <a:cubicBezTo>
                    <a:pt x="127" y="3"/>
                    <a:pt x="127" y="3"/>
                    <a:pt x="126" y="2"/>
                  </a:cubicBezTo>
                  <a:cubicBezTo>
                    <a:pt x="125" y="3"/>
                    <a:pt x="125" y="4"/>
                    <a:pt x="124" y="4"/>
                  </a:cubicBezTo>
                  <a:cubicBezTo>
                    <a:pt x="123" y="1"/>
                    <a:pt x="123" y="4"/>
                    <a:pt x="120" y="3"/>
                  </a:cubicBezTo>
                  <a:cubicBezTo>
                    <a:pt x="118" y="3"/>
                    <a:pt x="117" y="0"/>
                    <a:pt x="114" y="2"/>
                  </a:cubicBezTo>
                  <a:cubicBezTo>
                    <a:pt x="114" y="3"/>
                    <a:pt x="114" y="3"/>
                    <a:pt x="114" y="4"/>
                  </a:cubicBezTo>
                  <a:cubicBezTo>
                    <a:pt x="111" y="6"/>
                    <a:pt x="110" y="8"/>
                    <a:pt x="106" y="6"/>
                  </a:cubicBezTo>
                  <a:cubicBezTo>
                    <a:pt x="104" y="5"/>
                    <a:pt x="104" y="5"/>
                    <a:pt x="102" y="5"/>
                  </a:cubicBezTo>
                  <a:cubicBezTo>
                    <a:pt x="100" y="5"/>
                    <a:pt x="98" y="5"/>
                    <a:pt x="96" y="5"/>
                  </a:cubicBezTo>
                  <a:cubicBezTo>
                    <a:pt x="95" y="4"/>
                    <a:pt x="95" y="4"/>
                    <a:pt x="95" y="4"/>
                  </a:cubicBezTo>
                  <a:cubicBezTo>
                    <a:pt x="93" y="2"/>
                    <a:pt x="95" y="1"/>
                    <a:pt x="91" y="0"/>
                  </a:cubicBezTo>
                  <a:cubicBezTo>
                    <a:pt x="92" y="0"/>
                    <a:pt x="92" y="0"/>
                    <a:pt x="92" y="0"/>
                  </a:cubicBezTo>
                  <a:cubicBezTo>
                    <a:pt x="93" y="2"/>
                    <a:pt x="91" y="8"/>
                    <a:pt x="92" y="9"/>
                  </a:cubicBezTo>
                  <a:cubicBezTo>
                    <a:pt x="93" y="10"/>
                    <a:pt x="95" y="8"/>
                    <a:pt x="96" y="10"/>
                  </a:cubicBezTo>
                  <a:cubicBezTo>
                    <a:pt x="97" y="11"/>
                    <a:pt x="95" y="13"/>
                    <a:pt x="98" y="12"/>
                  </a:cubicBezTo>
                  <a:cubicBezTo>
                    <a:pt x="98" y="14"/>
                    <a:pt x="97" y="15"/>
                    <a:pt x="97" y="17"/>
                  </a:cubicBezTo>
                  <a:cubicBezTo>
                    <a:pt x="98" y="19"/>
                    <a:pt x="99" y="19"/>
                    <a:pt x="100" y="21"/>
                  </a:cubicBezTo>
                  <a:cubicBezTo>
                    <a:pt x="101" y="22"/>
                    <a:pt x="102" y="25"/>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6"/>
                    <a:pt x="101" y="26"/>
                    <a:pt x="101" y="26"/>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1" y="27"/>
                    <a:pt x="101" y="27"/>
                    <a:pt x="101"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100" y="28"/>
                    <a:pt x="100" y="28"/>
                    <a:pt x="100"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8"/>
                    <a:pt x="99" y="28"/>
                    <a:pt x="99" y="28"/>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30"/>
                    <a:pt x="99" y="31"/>
                    <a:pt x="99" y="31"/>
                  </a:cubicBezTo>
                  <a:cubicBezTo>
                    <a:pt x="99" y="33"/>
                    <a:pt x="99" y="34"/>
                    <a:pt x="99" y="34"/>
                  </a:cubicBezTo>
                  <a:cubicBezTo>
                    <a:pt x="102" y="38"/>
                    <a:pt x="102" y="38"/>
                    <a:pt x="102" y="38"/>
                  </a:cubicBezTo>
                  <a:cubicBezTo>
                    <a:pt x="103" y="41"/>
                    <a:pt x="106" y="44"/>
                    <a:pt x="103" y="47"/>
                  </a:cubicBezTo>
                  <a:cubicBezTo>
                    <a:pt x="102" y="48"/>
                    <a:pt x="101" y="49"/>
                    <a:pt x="99" y="50"/>
                  </a:cubicBezTo>
                  <a:cubicBezTo>
                    <a:pt x="98" y="50"/>
                    <a:pt x="97" y="52"/>
                    <a:pt x="96" y="53"/>
                  </a:cubicBezTo>
                  <a:cubicBezTo>
                    <a:pt x="96" y="54"/>
                    <a:pt x="94" y="54"/>
                    <a:pt x="93" y="55"/>
                  </a:cubicBezTo>
                  <a:cubicBezTo>
                    <a:pt x="92" y="56"/>
                    <a:pt x="92" y="58"/>
                    <a:pt x="91" y="59"/>
                  </a:cubicBezTo>
                  <a:cubicBezTo>
                    <a:pt x="90" y="59"/>
                    <a:pt x="88" y="59"/>
                    <a:pt x="87" y="59"/>
                  </a:cubicBezTo>
                  <a:cubicBezTo>
                    <a:pt x="87" y="62"/>
                    <a:pt x="84" y="65"/>
                    <a:pt x="85" y="68"/>
                  </a:cubicBezTo>
                  <a:cubicBezTo>
                    <a:pt x="86" y="70"/>
                    <a:pt x="89" y="70"/>
                    <a:pt x="89" y="72"/>
                  </a:cubicBezTo>
                  <a:cubicBezTo>
                    <a:pt x="96" y="73"/>
                    <a:pt x="97" y="80"/>
                    <a:pt x="97" y="85"/>
                  </a:cubicBezTo>
                  <a:cubicBezTo>
                    <a:pt x="95" y="85"/>
                    <a:pt x="94" y="83"/>
                    <a:pt x="92" y="83"/>
                  </a:cubicBezTo>
                  <a:cubicBezTo>
                    <a:pt x="89" y="84"/>
                    <a:pt x="89" y="86"/>
                    <a:pt x="89" y="88"/>
                  </a:cubicBezTo>
                  <a:cubicBezTo>
                    <a:pt x="87" y="88"/>
                    <a:pt x="86" y="88"/>
                    <a:pt x="84" y="88"/>
                  </a:cubicBezTo>
                  <a:cubicBezTo>
                    <a:pt x="84" y="90"/>
                    <a:pt x="87" y="97"/>
                    <a:pt x="89" y="97"/>
                  </a:cubicBezTo>
                  <a:cubicBezTo>
                    <a:pt x="88" y="99"/>
                    <a:pt x="85" y="100"/>
                    <a:pt x="85" y="102"/>
                  </a:cubicBezTo>
                  <a:cubicBezTo>
                    <a:pt x="85" y="104"/>
                    <a:pt x="88" y="105"/>
                    <a:pt x="89" y="107"/>
                  </a:cubicBezTo>
                  <a:cubicBezTo>
                    <a:pt x="92" y="111"/>
                    <a:pt x="90" y="115"/>
                    <a:pt x="90" y="119"/>
                  </a:cubicBezTo>
                  <a:cubicBezTo>
                    <a:pt x="89" y="119"/>
                    <a:pt x="89" y="120"/>
                    <a:pt x="88" y="120"/>
                  </a:cubicBezTo>
                  <a:cubicBezTo>
                    <a:pt x="87" y="123"/>
                    <a:pt x="90" y="122"/>
                    <a:pt x="91" y="124"/>
                  </a:cubicBezTo>
                  <a:cubicBezTo>
                    <a:pt x="92" y="126"/>
                    <a:pt x="91" y="128"/>
                    <a:pt x="91" y="130"/>
                  </a:cubicBezTo>
                  <a:cubicBezTo>
                    <a:pt x="90" y="130"/>
                    <a:pt x="88" y="130"/>
                    <a:pt x="86" y="130"/>
                  </a:cubicBezTo>
                  <a:cubicBezTo>
                    <a:pt x="87" y="132"/>
                    <a:pt x="83" y="134"/>
                    <a:pt x="88" y="135"/>
                  </a:cubicBezTo>
                  <a:cubicBezTo>
                    <a:pt x="88" y="139"/>
                    <a:pt x="87" y="141"/>
                    <a:pt x="84" y="144"/>
                  </a:cubicBezTo>
                  <a:cubicBezTo>
                    <a:pt x="84" y="145"/>
                    <a:pt x="80" y="146"/>
                    <a:pt x="80" y="148"/>
                  </a:cubicBezTo>
                  <a:cubicBezTo>
                    <a:pt x="82" y="148"/>
                    <a:pt x="82" y="149"/>
                    <a:pt x="83" y="150"/>
                  </a:cubicBezTo>
                  <a:cubicBezTo>
                    <a:pt x="81" y="150"/>
                    <a:pt x="78" y="150"/>
                    <a:pt x="78" y="152"/>
                  </a:cubicBezTo>
                  <a:cubicBezTo>
                    <a:pt x="74" y="150"/>
                    <a:pt x="75" y="154"/>
                    <a:pt x="74" y="156"/>
                  </a:cubicBezTo>
                  <a:cubicBezTo>
                    <a:pt x="74" y="156"/>
                    <a:pt x="74" y="156"/>
                    <a:pt x="74" y="156"/>
                  </a:cubicBezTo>
                  <a:cubicBezTo>
                    <a:pt x="74" y="157"/>
                    <a:pt x="74" y="158"/>
                    <a:pt x="74" y="159"/>
                  </a:cubicBezTo>
                  <a:cubicBezTo>
                    <a:pt x="71" y="159"/>
                    <a:pt x="71" y="157"/>
                    <a:pt x="69" y="156"/>
                  </a:cubicBezTo>
                  <a:cubicBezTo>
                    <a:pt x="68" y="156"/>
                    <a:pt x="66" y="155"/>
                    <a:pt x="64" y="156"/>
                  </a:cubicBezTo>
                  <a:cubicBezTo>
                    <a:pt x="63" y="156"/>
                    <a:pt x="66" y="159"/>
                    <a:pt x="66" y="160"/>
                  </a:cubicBezTo>
                  <a:cubicBezTo>
                    <a:pt x="66" y="161"/>
                    <a:pt x="65" y="161"/>
                    <a:pt x="64" y="162"/>
                  </a:cubicBezTo>
                  <a:cubicBezTo>
                    <a:pt x="64" y="163"/>
                    <a:pt x="64" y="164"/>
                    <a:pt x="64" y="165"/>
                  </a:cubicBezTo>
                  <a:cubicBezTo>
                    <a:pt x="62" y="165"/>
                    <a:pt x="61" y="164"/>
                    <a:pt x="59" y="164"/>
                  </a:cubicBezTo>
                  <a:cubicBezTo>
                    <a:pt x="60" y="165"/>
                    <a:pt x="61" y="166"/>
                    <a:pt x="60" y="167"/>
                  </a:cubicBezTo>
                  <a:cubicBezTo>
                    <a:pt x="56" y="168"/>
                    <a:pt x="54" y="165"/>
                    <a:pt x="50" y="165"/>
                  </a:cubicBezTo>
                  <a:cubicBezTo>
                    <a:pt x="48" y="164"/>
                    <a:pt x="48" y="167"/>
                    <a:pt x="48" y="168"/>
                  </a:cubicBezTo>
                  <a:cubicBezTo>
                    <a:pt x="44" y="164"/>
                    <a:pt x="45" y="173"/>
                    <a:pt x="42" y="173"/>
                  </a:cubicBezTo>
                  <a:cubicBezTo>
                    <a:pt x="40" y="174"/>
                    <a:pt x="37" y="174"/>
                    <a:pt x="35" y="175"/>
                  </a:cubicBezTo>
                  <a:cubicBezTo>
                    <a:pt x="33" y="176"/>
                    <a:pt x="30" y="178"/>
                    <a:pt x="28" y="179"/>
                  </a:cubicBezTo>
                  <a:cubicBezTo>
                    <a:pt x="26" y="181"/>
                    <a:pt x="25" y="181"/>
                    <a:pt x="24" y="184"/>
                  </a:cubicBezTo>
                  <a:cubicBezTo>
                    <a:pt x="24" y="186"/>
                    <a:pt x="23" y="186"/>
                    <a:pt x="21" y="186"/>
                  </a:cubicBezTo>
                  <a:cubicBezTo>
                    <a:pt x="17" y="186"/>
                    <a:pt x="16" y="184"/>
                    <a:pt x="15" y="180"/>
                  </a:cubicBezTo>
                  <a:cubicBezTo>
                    <a:pt x="13" y="180"/>
                    <a:pt x="11" y="180"/>
                    <a:pt x="9" y="180"/>
                  </a:cubicBezTo>
                  <a:cubicBezTo>
                    <a:pt x="9" y="182"/>
                    <a:pt x="11" y="183"/>
                    <a:pt x="10" y="184"/>
                  </a:cubicBezTo>
                  <a:cubicBezTo>
                    <a:pt x="8" y="184"/>
                    <a:pt x="5" y="184"/>
                    <a:pt x="2" y="184"/>
                  </a:cubicBezTo>
                  <a:cubicBezTo>
                    <a:pt x="4" y="185"/>
                    <a:pt x="5" y="192"/>
                    <a:pt x="2" y="192"/>
                  </a:cubicBezTo>
                  <a:cubicBezTo>
                    <a:pt x="1" y="193"/>
                    <a:pt x="0" y="196"/>
                    <a:pt x="0" y="197"/>
                  </a:cubicBezTo>
                  <a:cubicBezTo>
                    <a:pt x="1" y="197"/>
                    <a:pt x="4" y="197"/>
                    <a:pt x="4" y="198"/>
                  </a:cubicBezTo>
                  <a:cubicBezTo>
                    <a:pt x="4" y="199"/>
                    <a:pt x="4" y="200"/>
                    <a:pt x="6" y="200"/>
                  </a:cubicBezTo>
                  <a:cubicBezTo>
                    <a:pt x="9" y="199"/>
                    <a:pt x="11" y="200"/>
                    <a:pt x="12" y="203"/>
                  </a:cubicBezTo>
                  <a:cubicBezTo>
                    <a:pt x="15" y="202"/>
                    <a:pt x="16" y="204"/>
                    <a:pt x="17" y="206"/>
                  </a:cubicBezTo>
                  <a:cubicBezTo>
                    <a:pt x="19" y="209"/>
                    <a:pt x="21" y="207"/>
                    <a:pt x="24" y="207"/>
                  </a:cubicBezTo>
                  <a:cubicBezTo>
                    <a:pt x="24" y="208"/>
                    <a:pt x="25" y="209"/>
                    <a:pt x="26" y="209"/>
                  </a:cubicBezTo>
                  <a:cubicBezTo>
                    <a:pt x="26" y="208"/>
                    <a:pt x="26" y="208"/>
                    <a:pt x="26" y="208"/>
                  </a:cubicBezTo>
                  <a:cubicBezTo>
                    <a:pt x="28" y="208"/>
                    <a:pt x="34" y="207"/>
                    <a:pt x="33" y="210"/>
                  </a:cubicBezTo>
                  <a:cubicBezTo>
                    <a:pt x="30" y="211"/>
                    <a:pt x="27" y="214"/>
                    <a:pt x="30" y="217"/>
                  </a:cubicBezTo>
                  <a:cubicBezTo>
                    <a:pt x="30" y="218"/>
                    <a:pt x="32" y="220"/>
                    <a:pt x="33" y="220"/>
                  </a:cubicBezTo>
                  <a:cubicBezTo>
                    <a:pt x="34" y="222"/>
                    <a:pt x="36" y="223"/>
                    <a:pt x="38" y="223"/>
                  </a:cubicBezTo>
                  <a:cubicBezTo>
                    <a:pt x="38" y="224"/>
                    <a:pt x="38" y="225"/>
                    <a:pt x="37" y="226"/>
                  </a:cubicBezTo>
                  <a:cubicBezTo>
                    <a:pt x="39" y="226"/>
                    <a:pt x="40" y="226"/>
                    <a:pt x="41" y="226"/>
                  </a:cubicBezTo>
                  <a:cubicBezTo>
                    <a:pt x="40" y="228"/>
                    <a:pt x="44" y="229"/>
                    <a:pt x="45" y="231"/>
                  </a:cubicBezTo>
                  <a:cubicBezTo>
                    <a:pt x="46" y="233"/>
                    <a:pt x="44" y="232"/>
                    <a:pt x="43" y="234"/>
                  </a:cubicBezTo>
                  <a:cubicBezTo>
                    <a:pt x="45" y="235"/>
                    <a:pt x="47" y="235"/>
                    <a:pt x="47" y="238"/>
                  </a:cubicBezTo>
                  <a:cubicBezTo>
                    <a:pt x="47" y="241"/>
                    <a:pt x="48" y="239"/>
                    <a:pt x="50" y="241"/>
                  </a:cubicBezTo>
                  <a:cubicBezTo>
                    <a:pt x="48" y="241"/>
                    <a:pt x="47" y="244"/>
                    <a:pt x="44" y="244"/>
                  </a:cubicBezTo>
                  <a:cubicBezTo>
                    <a:pt x="43" y="244"/>
                    <a:pt x="43" y="244"/>
                    <a:pt x="42" y="245"/>
                  </a:cubicBezTo>
                  <a:cubicBezTo>
                    <a:pt x="43" y="245"/>
                    <a:pt x="43" y="245"/>
                    <a:pt x="44" y="245"/>
                  </a:cubicBezTo>
                  <a:cubicBezTo>
                    <a:pt x="45" y="251"/>
                    <a:pt x="50" y="248"/>
                    <a:pt x="54" y="251"/>
                  </a:cubicBezTo>
                  <a:cubicBezTo>
                    <a:pt x="57" y="254"/>
                    <a:pt x="53" y="257"/>
                    <a:pt x="55" y="260"/>
                  </a:cubicBezTo>
                  <a:cubicBezTo>
                    <a:pt x="56" y="261"/>
                    <a:pt x="59" y="263"/>
                    <a:pt x="59" y="260"/>
                  </a:cubicBezTo>
                  <a:cubicBezTo>
                    <a:pt x="62" y="259"/>
                    <a:pt x="62" y="260"/>
                    <a:pt x="63" y="257"/>
                  </a:cubicBezTo>
                  <a:cubicBezTo>
                    <a:pt x="66" y="256"/>
                    <a:pt x="67" y="259"/>
                    <a:pt x="67" y="262"/>
                  </a:cubicBezTo>
                  <a:cubicBezTo>
                    <a:pt x="68" y="265"/>
                    <a:pt x="72" y="264"/>
                    <a:pt x="74" y="266"/>
                  </a:cubicBezTo>
                  <a:cubicBezTo>
                    <a:pt x="77" y="269"/>
                    <a:pt x="80" y="269"/>
                    <a:pt x="79" y="274"/>
                  </a:cubicBezTo>
                  <a:cubicBezTo>
                    <a:pt x="81" y="273"/>
                    <a:pt x="82" y="272"/>
                    <a:pt x="84" y="271"/>
                  </a:cubicBezTo>
                  <a:cubicBezTo>
                    <a:pt x="87" y="270"/>
                    <a:pt x="90" y="271"/>
                    <a:pt x="91" y="267"/>
                  </a:cubicBezTo>
                  <a:cubicBezTo>
                    <a:pt x="91" y="266"/>
                    <a:pt x="91" y="266"/>
                    <a:pt x="92" y="264"/>
                  </a:cubicBezTo>
                  <a:cubicBezTo>
                    <a:pt x="92" y="263"/>
                    <a:pt x="94" y="263"/>
                    <a:pt x="95" y="262"/>
                  </a:cubicBezTo>
                  <a:cubicBezTo>
                    <a:pt x="96" y="261"/>
                    <a:pt x="96" y="260"/>
                    <a:pt x="97" y="259"/>
                  </a:cubicBezTo>
                  <a:cubicBezTo>
                    <a:pt x="97" y="259"/>
                    <a:pt x="98" y="259"/>
                    <a:pt x="98" y="258"/>
                  </a:cubicBezTo>
                  <a:cubicBezTo>
                    <a:pt x="99" y="257"/>
                    <a:pt x="99" y="256"/>
                    <a:pt x="100" y="256"/>
                  </a:cubicBezTo>
                  <a:cubicBezTo>
                    <a:pt x="102" y="255"/>
                    <a:pt x="102" y="256"/>
                    <a:pt x="103" y="255"/>
                  </a:cubicBezTo>
                  <a:cubicBezTo>
                    <a:pt x="104" y="253"/>
                    <a:pt x="103" y="253"/>
                    <a:pt x="105" y="252"/>
                  </a:cubicBezTo>
                  <a:cubicBezTo>
                    <a:pt x="105" y="252"/>
                    <a:pt x="107" y="252"/>
                    <a:pt x="107" y="252"/>
                  </a:cubicBezTo>
                  <a:cubicBezTo>
                    <a:pt x="108" y="250"/>
                    <a:pt x="108" y="248"/>
                    <a:pt x="108" y="247"/>
                  </a:cubicBezTo>
                  <a:cubicBezTo>
                    <a:pt x="107" y="245"/>
                    <a:pt x="106" y="244"/>
                    <a:pt x="105" y="243"/>
                  </a:cubicBezTo>
                  <a:cubicBezTo>
                    <a:pt x="110" y="242"/>
                    <a:pt x="110" y="247"/>
                    <a:pt x="110" y="250"/>
                  </a:cubicBezTo>
                  <a:cubicBezTo>
                    <a:pt x="109" y="252"/>
                    <a:pt x="108" y="253"/>
                    <a:pt x="107" y="254"/>
                  </a:cubicBezTo>
                  <a:cubicBezTo>
                    <a:pt x="107" y="256"/>
                    <a:pt x="108" y="257"/>
                    <a:pt x="109" y="258"/>
                  </a:cubicBezTo>
                  <a:cubicBezTo>
                    <a:pt x="110" y="259"/>
                    <a:pt x="110" y="259"/>
                    <a:pt x="110" y="261"/>
                  </a:cubicBezTo>
                  <a:cubicBezTo>
                    <a:pt x="110" y="261"/>
                    <a:pt x="110" y="263"/>
                    <a:pt x="110" y="263"/>
                  </a:cubicBezTo>
                  <a:cubicBezTo>
                    <a:pt x="111" y="265"/>
                    <a:pt x="113" y="262"/>
                    <a:pt x="114" y="261"/>
                  </a:cubicBezTo>
                  <a:cubicBezTo>
                    <a:pt x="115" y="260"/>
                    <a:pt x="115" y="259"/>
                    <a:pt x="116" y="258"/>
                  </a:cubicBezTo>
                  <a:cubicBezTo>
                    <a:pt x="119" y="257"/>
                    <a:pt x="120" y="258"/>
                    <a:pt x="119" y="261"/>
                  </a:cubicBezTo>
                  <a:cubicBezTo>
                    <a:pt x="120" y="261"/>
                    <a:pt x="121" y="261"/>
                    <a:pt x="122" y="261"/>
                  </a:cubicBezTo>
                  <a:cubicBezTo>
                    <a:pt x="122" y="257"/>
                    <a:pt x="122" y="257"/>
                    <a:pt x="125" y="257"/>
                  </a:cubicBezTo>
                  <a:cubicBezTo>
                    <a:pt x="125" y="256"/>
                    <a:pt x="125" y="253"/>
                    <a:pt x="125" y="252"/>
                  </a:cubicBezTo>
                  <a:cubicBezTo>
                    <a:pt x="125" y="251"/>
                    <a:pt x="126" y="250"/>
                    <a:pt x="126" y="248"/>
                  </a:cubicBezTo>
                  <a:cubicBezTo>
                    <a:pt x="129" y="248"/>
                    <a:pt x="133" y="249"/>
                    <a:pt x="133" y="246"/>
                  </a:cubicBezTo>
                  <a:cubicBezTo>
                    <a:pt x="135" y="245"/>
                    <a:pt x="136" y="244"/>
                    <a:pt x="137" y="242"/>
                  </a:cubicBezTo>
                  <a:cubicBezTo>
                    <a:pt x="138" y="241"/>
                    <a:pt x="137" y="241"/>
                    <a:pt x="139" y="240"/>
                  </a:cubicBezTo>
                  <a:cubicBezTo>
                    <a:pt x="140" y="240"/>
                    <a:pt x="141" y="240"/>
                    <a:pt x="142" y="240"/>
                  </a:cubicBezTo>
                  <a:cubicBezTo>
                    <a:pt x="144" y="241"/>
                    <a:pt x="146" y="243"/>
                    <a:pt x="147" y="244"/>
                  </a:cubicBezTo>
                  <a:cubicBezTo>
                    <a:pt x="147" y="245"/>
                    <a:pt x="148" y="246"/>
                    <a:pt x="149" y="246"/>
                  </a:cubicBezTo>
                  <a:cubicBezTo>
                    <a:pt x="148" y="244"/>
                    <a:pt x="148" y="243"/>
                    <a:pt x="147" y="241"/>
                  </a:cubicBezTo>
                  <a:cubicBezTo>
                    <a:pt x="145" y="238"/>
                    <a:pt x="144" y="236"/>
                    <a:pt x="144" y="232"/>
                  </a:cubicBezTo>
                  <a:cubicBezTo>
                    <a:pt x="144" y="228"/>
                    <a:pt x="143" y="226"/>
                    <a:pt x="141" y="222"/>
                  </a:cubicBezTo>
                  <a:cubicBezTo>
                    <a:pt x="141" y="221"/>
                    <a:pt x="141" y="219"/>
                    <a:pt x="141" y="218"/>
                  </a:cubicBezTo>
                  <a:cubicBezTo>
                    <a:pt x="140" y="216"/>
                    <a:pt x="139" y="214"/>
                    <a:pt x="141" y="214"/>
                  </a:cubicBezTo>
                  <a:cubicBezTo>
                    <a:pt x="141" y="212"/>
                    <a:pt x="141" y="211"/>
                    <a:pt x="141" y="209"/>
                  </a:cubicBezTo>
                  <a:cubicBezTo>
                    <a:pt x="140" y="208"/>
                    <a:pt x="139" y="208"/>
                    <a:pt x="139" y="207"/>
                  </a:cubicBezTo>
                  <a:cubicBezTo>
                    <a:pt x="138" y="206"/>
                    <a:pt x="138" y="206"/>
                    <a:pt x="137" y="205"/>
                  </a:cubicBezTo>
                  <a:cubicBezTo>
                    <a:pt x="138" y="203"/>
                    <a:pt x="137" y="198"/>
                    <a:pt x="140" y="197"/>
                  </a:cubicBezTo>
                  <a:cubicBezTo>
                    <a:pt x="140" y="195"/>
                    <a:pt x="141" y="194"/>
                    <a:pt x="143" y="194"/>
                  </a:cubicBezTo>
                  <a:cubicBezTo>
                    <a:pt x="142" y="194"/>
                    <a:pt x="137" y="192"/>
                    <a:pt x="136" y="192"/>
                  </a:cubicBezTo>
                  <a:cubicBezTo>
                    <a:pt x="133" y="192"/>
                    <a:pt x="131" y="197"/>
                    <a:pt x="130" y="193"/>
                  </a:cubicBezTo>
                  <a:cubicBezTo>
                    <a:pt x="129" y="191"/>
                    <a:pt x="130" y="188"/>
                    <a:pt x="131" y="186"/>
                  </a:cubicBezTo>
                  <a:cubicBezTo>
                    <a:pt x="131" y="185"/>
                    <a:pt x="131" y="184"/>
                    <a:pt x="131" y="184"/>
                  </a:cubicBezTo>
                  <a:cubicBezTo>
                    <a:pt x="131" y="183"/>
                    <a:pt x="132" y="183"/>
                    <a:pt x="132" y="182"/>
                  </a:cubicBezTo>
                  <a:cubicBezTo>
                    <a:pt x="133" y="180"/>
                    <a:pt x="131" y="180"/>
                    <a:pt x="129" y="179"/>
                  </a:cubicBezTo>
                  <a:cubicBezTo>
                    <a:pt x="128" y="179"/>
                    <a:pt x="127" y="178"/>
                    <a:pt x="125" y="177"/>
                  </a:cubicBezTo>
                  <a:cubicBezTo>
                    <a:pt x="125" y="176"/>
                    <a:pt x="125" y="175"/>
                    <a:pt x="125" y="175"/>
                  </a:cubicBezTo>
                  <a:cubicBezTo>
                    <a:pt x="124" y="175"/>
                    <a:pt x="122" y="175"/>
                    <a:pt x="122" y="175"/>
                  </a:cubicBezTo>
                  <a:cubicBezTo>
                    <a:pt x="122" y="172"/>
                    <a:pt x="121" y="169"/>
                    <a:pt x="122" y="166"/>
                  </a:cubicBezTo>
                  <a:cubicBezTo>
                    <a:pt x="122" y="165"/>
                    <a:pt x="122" y="163"/>
                    <a:pt x="123" y="163"/>
                  </a:cubicBezTo>
                  <a:cubicBezTo>
                    <a:pt x="124" y="162"/>
                    <a:pt x="125" y="163"/>
                    <a:pt x="126" y="162"/>
                  </a:cubicBezTo>
                  <a:cubicBezTo>
                    <a:pt x="128" y="162"/>
                    <a:pt x="127" y="161"/>
                    <a:pt x="128" y="160"/>
                  </a:cubicBezTo>
                  <a:cubicBezTo>
                    <a:pt x="129" y="157"/>
                    <a:pt x="130" y="156"/>
                    <a:pt x="131" y="153"/>
                  </a:cubicBezTo>
                  <a:cubicBezTo>
                    <a:pt x="131" y="150"/>
                    <a:pt x="130" y="144"/>
                    <a:pt x="127" y="142"/>
                  </a:cubicBezTo>
                  <a:cubicBezTo>
                    <a:pt x="125" y="141"/>
                    <a:pt x="123" y="141"/>
                    <a:pt x="121" y="141"/>
                  </a:cubicBezTo>
                  <a:cubicBezTo>
                    <a:pt x="119" y="141"/>
                    <a:pt x="118" y="140"/>
                    <a:pt x="117" y="139"/>
                  </a:cubicBezTo>
                  <a:cubicBezTo>
                    <a:pt x="115" y="139"/>
                    <a:pt x="112" y="139"/>
                    <a:pt x="110" y="139"/>
                  </a:cubicBezTo>
                  <a:cubicBezTo>
                    <a:pt x="111" y="136"/>
                    <a:pt x="109" y="135"/>
                    <a:pt x="107" y="135"/>
                  </a:cubicBezTo>
                  <a:cubicBezTo>
                    <a:pt x="106" y="134"/>
                    <a:pt x="103" y="133"/>
                    <a:pt x="101" y="131"/>
                  </a:cubicBezTo>
                  <a:cubicBezTo>
                    <a:pt x="101" y="130"/>
                    <a:pt x="101" y="129"/>
                    <a:pt x="100" y="128"/>
                  </a:cubicBezTo>
                  <a:cubicBezTo>
                    <a:pt x="99" y="127"/>
                    <a:pt x="97" y="126"/>
                    <a:pt x="97" y="125"/>
                  </a:cubicBezTo>
                  <a:cubicBezTo>
                    <a:pt x="96" y="124"/>
                    <a:pt x="98" y="124"/>
                    <a:pt x="99" y="123"/>
                  </a:cubicBezTo>
                  <a:cubicBezTo>
                    <a:pt x="99" y="122"/>
                    <a:pt x="98" y="121"/>
                    <a:pt x="99" y="121"/>
                  </a:cubicBezTo>
                  <a:cubicBezTo>
                    <a:pt x="99" y="120"/>
                    <a:pt x="100" y="120"/>
                    <a:pt x="100" y="119"/>
                  </a:cubicBezTo>
                  <a:cubicBezTo>
                    <a:pt x="102" y="117"/>
                    <a:pt x="101" y="114"/>
                    <a:pt x="102" y="111"/>
                  </a:cubicBezTo>
                  <a:cubicBezTo>
                    <a:pt x="103" y="111"/>
                    <a:pt x="107" y="111"/>
                    <a:pt x="108" y="112"/>
                  </a:cubicBezTo>
                  <a:cubicBezTo>
                    <a:pt x="108" y="112"/>
                    <a:pt x="107" y="114"/>
                    <a:pt x="108" y="114"/>
                  </a:cubicBezTo>
                  <a:cubicBezTo>
                    <a:pt x="109" y="115"/>
                    <a:pt x="110" y="115"/>
                    <a:pt x="111" y="115"/>
                  </a:cubicBezTo>
                  <a:cubicBezTo>
                    <a:pt x="110" y="114"/>
                    <a:pt x="109" y="113"/>
                    <a:pt x="110" y="111"/>
                  </a:cubicBezTo>
                  <a:cubicBezTo>
                    <a:pt x="111" y="111"/>
                    <a:pt x="112" y="112"/>
                    <a:pt x="113" y="111"/>
                  </a:cubicBezTo>
                  <a:cubicBezTo>
                    <a:pt x="114" y="108"/>
                    <a:pt x="113" y="108"/>
                    <a:pt x="116" y="107"/>
                  </a:cubicBezTo>
                  <a:cubicBezTo>
                    <a:pt x="117" y="105"/>
                    <a:pt x="115" y="103"/>
                    <a:pt x="116" y="100"/>
                  </a:cubicBezTo>
                  <a:cubicBezTo>
                    <a:pt x="118" y="99"/>
                    <a:pt x="121" y="100"/>
                    <a:pt x="123" y="99"/>
                  </a:cubicBezTo>
                  <a:cubicBezTo>
                    <a:pt x="125" y="99"/>
                    <a:pt x="128" y="99"/>
                    <a:pt x="131" y="99"/>
                  </a:cubicBezTo>
                  <a:cubicBezTo>
                    <a:pt x="131" y="97"/>
                    <a:pt x="135" y="100"/>
                    <a:pt x="137" y="99"/>
                  </a:cubicBezTo>
                  <a:cubicBezTo>
                    <a:pt x="138" y="98"/>
                    <a:pt x="139" y="92"/>
                    <a:pt x="139" y="90"/>
                  </a:cubicBezTo>
                  <a:cubicBezTo>
                    <a:pt x="137" y="90"/>
                    <a:pt x="138" y="92"/>
                    <a:pt x="136" y="93"/>
                  </a:cubicBezTo>
                  <a:cubicBezTo>
                    <a:pt x="135" y="93"/>
                    <a:pt x="133" y="91"/>
                    <a:pt x="132" y="90"/>
                  </a:cubicBezTo>
                  <a:cubicBezTo>
                    <a:pt x="132" y="89"/>
                    <a:pt x="131" y="88"/>
                    <a:pt x="131" y="87"/>
                  </a:cubicBezTo>
                  <a:cubicBezTo>
                    <a:pt x="130" y="85"/>
                    <a:pt x="129" y="84"/>
                    <a:pt x="129" y="83"/>
                  </a:cubicBezTo>
                  <a:cubicBezTo>
                    <a:pt x="127" y="84"/>
                    <a:pt x="127" y="85"/>
                    <a:pt x="125" y="86"/>
                  </a:cubicBezTo>
                  <a:cubicBezTo>
                    <a:pt x="123" y="86"/>
                    <a:pt x="122" y="86"/>
                    <a:pt x="120" y="85"/>
                  </a:cubicBezTo>
                  <a:cubicBezTo>
                    <a:pt x="118" y="84"/>
                    <a:pt x="115" y="83"/>
                    <a:pt x="114" y="80"/>
                  </a:cubicBezTo>
                  <a:cubicBezTo>
                    <a:pt x="113" y="79"/>
                    <a:pt x="114" y="78"/>
                    <a:pt x="114" y="77"/>
                  </a:cubicBezTo>
                  <a:cubicBezTo>
                    <a:pt x="113" y="77"/>
                    <a:pt x="112" y="76"/>
                    <a:pt x="111" y="75"/>
                  </a:cubicBezTo>
                  <a:cubicBezTo>
                    <a:pt x="110" y="74"/>
                    <a:pt x="109" y="73"/>
                    <a:pt x="108" y="73"/>
                  </a:cubicBezTo>
                  <a:cubicBezTo>
                    <a:pt x="107" y="72"/>
                    <a:pt x="105" y="72"/>
                    <a:pt x="104" y="71"/>
                  </a:cubicBezTo>
                  <a:cubicBezTo>
                    <a:pt x="102" y="71"/>
                    <a:pt x="101" y="72"/>
                    <a:pt x="99" y="71"/>
                  </a:cubicBezTo>
                  <a:cubicBezTo>
                    <a:pt x="99" y="68"/>
                    <a:pt x="98" y="61"/>
                    <a:pt x="102" y="61"/>
                  </a:cubicBezTo>
                  <a:cubicBezTo>
                    <a:pt x="103" y="59"/>
                    <a:pt x="101" y="59"/>
                    <a:pt x="101" y="57"/>
                  </a:cubicBezTo>
                  <a:cubicBezTo>
                    <a:pt x="101" y="56"/>
                    <a:pt x="102" y="55"/>
                    <a:pt x="103" y="54"/>
                  </a:cubicBezTo>
                  <a:cubicBezTo>
                    <a:pt x="104" y="52"/>
                    <a:pt x="107" y="52"/>
                    <a:pt x="109" y="50"/>
                  </a:cubicBezTo>
                  <a:cubicBezTo>
                    <a:pt x="110" y="49"/>
                    <a:pt x="110" y="47"/>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2" y="45"/>
                    <a:pt x="114" y="44"/>
                    <a:pt x="115" y="44"/>
                  </a:cubicBezTo>
                  <a:cubicBezTo>
                    <a:pt x="116" y="43"/>
                    <a:pt x="115" y="42"/>
                    <a:pt x="115" y="40"/>
                  </a:cubicBezTo>
                  <a:cubicBezTo>
                    <a:pt x="112" y="40"/>
                    <a:pt x="111" y="40"/>
                    <a:pt x="110" y="37"/>
                  </a:cubicBezTo>
                  <a:cubicBezTo>
                    <a:pt x="109" y="36"/>
                    <a:pt x="108" y="36"/>
                    <a:pt x="109" y="34"/>
                  </a:cubicBezTo>
                  <a:cubicBezTo>
                    <a:pt x="109" y="33"/>
                    <a:pt x="110" y="32"/>
                    <a:pt x="110" y="31"/>
                  </a:cubicBezTo>
                  <a:cubicBezTo>
                    <a:pt x="110" y="31"/>
                    <a:pt x="110" y="32"/>
                    <a:pt x="110" y="33"/>
                  </a:cubicBezTo>
                  <a:cubicBezTo>
                    <a:pt x="111" y="33"/>
                    <a:pt x="111" y="33"/>
                    <a:pt x="112" y="33"/>
                  </a:cubicBezTo>
                  <a:cubicBezTo>
                    <a:pt x="112" y="35"/>
                    <a:pt x="116" y="37"/>
                    <a:pt x="117" y="37"/>
                  </a:cubicBezTo>
                  <a:cubicBezTo>
                    <a:pt x="117" y="38"/>
                    <a:pt x="117" y="39"/>
                    <a:pt x="117" y="39"/>
                  </a:cubicBezTo>
                  <a:cubicBezTo>
                    <a:pt x="119" y="39"/>
                    <a:pt x="120" y="39"/>
                    <a:pt x="121" y="39"/>
                  </a:cubicBezTo>
                  <a:cubicBezTo>
                    <a:pt x="121" y="40"/>
                    <a:pt x="121" y="41"/>
                    <a:pt x="120" y="42"/>
                  </a:cubicBezTo>
                  <a:cubicBezTo>
                    <a:pt x="122" y="42"/>
                    <a:pt x="124" y="42"/>
                    <a:pt x="125" y="42"/>
                  </a:cubicBezTo>
                  <a:cubicBezTo>
                    <a:pt x="125" y="43"/>
                    <a:pt x="126" y="45"/>
                    <a:pt x="125" y="46"/>
                  </a:cubicBezTo>
                  <a:cubicBezTo>
                    <a:pt x="125" y="48"/>
                    <a:pt x="123" y="49"/>
                    <a:pt x="123" y="50"/>
                  </a:cubicBezTo>
                  <a:cubicBezTo>
                    <a:pt x="124" y="51"/>
                    <a:pt x="126" y="50"/>
                    <a:pt x="127" y="50"/>
                  </a:cubicBezTo>
                  <a:cubicBezTo>
                    <a:pt x="127" y="52"/>
                    <a:pt x="126" y="54"/>
                    <a:pt x="127" y="55"/>
                  </a:cubicBezTo>
                  <a:cubicBezTo>
                    <a:pt x="127" y="54"/>
                    <a:pt x="128" y="53"/>
                    <a:pt x="128" y="52"/>
                  </a:cubicBezTo>
                  <a:cubicBezTo>
                    <a:pt x="129" y="51"/>
                    <a:pt x="127" y="47"/>
                    <a:pt x="130" y="47"/>
                  </a:cubicBezTo>
                  <a:cubicBezTo>
                    <a:pt x="130" y="48"/>
                    <a:pt x="130" y="49"/>
                    <a:pt x="131" y="50"/>
                  </a:cubicBezTo>
                  <a:cubicBezTo>
                    <a:pt x="131" y="49"/>
                    <a:pt x="131" y="48"/>
                    <a:pt x="131" y="47"/>
                  </a:cubicBezTo>
                  <a:cubicBezTo>
                    <a:pt x="133" y="46"/>
                    <a:pt x="133" y="47"/>
                    <a:pt x="134" y="48"/>
                  </a:cubicBezTo>
                  <a:cubicBezTo>
                    <a:pt x="135" y="48"/>
                    <a:pt x="135" y="49"/>
                    <a:pt x="136" y="49"/>
                  </a:cubicBezTo>
                  <a:cubicBezTo>
                    <a:pt x="137" y="49"/>
                    <a:pt x="138" y="49"/>
                    <a:pt x="139" y="49"/>
                  </a:cubicBezTo>
                  <a:cubicBezTo>
                    <a:pt x="138" y="47"/>
                    <a:pt x="137" y="46"/>
                    <a:pt x="136" y="44"/>
                  </a:cubicBezTo>
                  <a:cubicBezTo>
                    <a:pt x="135" y="43"/>
                    <a:pt x="133" y="42"/>
                    <a:pt x="134" y="40"/>
                  </a:cubicBezTo>
                  <a:cubicBezTo>
                    <a:pt x="135" y="39"/>
                    <a:pt x="137" y="39"/>
                    <a:pt x="139" y="39"/>
                  </a:cubicBezTo>
                  <a:cubicBezTo>
                    <a:pt x="139" y="42"/>
                    <a:pt x="141" y="41"/>
                    <a:pt x="142" y="43"/>
                  </a:cubicBezTo>
                  <a:cubicBezTo>
                    <a:pt x="143" y="43"/>
                    <a:pt x="143" y="46"/>
                    <a:pt x="143" y="47"/>
                  </a:cubicBezTo>
                  <a:cubicBezTo>
                    <a:pt x="143" y="49"/>
                    <a:pt x="143" y="50"/>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4" y="52"/>
                    <a:pt x="144" y="52"/>
                    <a:pt x="144" y="52"/>
                  </a:cubicBezTo>
                  <a:cubicBezTo>
                    <a:pt x="145" y="53"/>
                    <a:pt x="145" y="53"/>
                    <a:pt x="146" y="54"/>
                  </a:cubicBezTo>
                  <a:cubicBezTo>
                    <a:pt x="146" y="54"/>
                    <a:pt x="147" y="54"/>
                    <a:pt x="147" y="55"/>
                  </a:cubicBezTo>
                  <a:cubicBezTo>
                    <a:pt x="150" y="56"/>
                    <a:pt x="153" y="58"/>
                    <a:pt x="156" y="59"/>
                  </a:cubicBezTo>
                  <a:cubicBezTo>
                    <a:pt x="157" y="59"/>
                    <a:pt x="162" y="60"/>
                    <a:pt x="163" y="59"/>
                  </a:cubicBezTo>
                  <a:cubicBezTo>
                    <a:pt x="163" y="59"/>
                    <a:pt x="163" y="57"/>
                    <a:pt x="164" y="57"/>
                  </a:cubicBezTo>
                  <a:cubicBezTo>
                    <a:pt x="164" y="56"/>
                    <a:pt x="165" y="55"/>
                    <a:pt x="165" y="55"/>
                  </a:cubicBezTo>
                  <a:cubicBezTo>
                    <a:pt x="165" y="53"/>
                    <a:pt x="165" y="53"/>
                    <a:pt x="165" y="53"/>
                  </a:cubicBezTo>
                  <a:cubicBezTo>
                    <a:pt x="166" y="52"/>
                    <a:pt x="167" y="52"/>
                    <a:pt x="168" y="51"/>
                  </a:cubicBezTo>
                  <a:cubicBezTo>
                    <a:pt x="169" y="50"/>
                    <a:pt x="169" y="50"/>
                    <a:pt x="169" y="50"/>
                  </a:cubicBezTo>
                  <a:cubicBezTo>
                    <a:pt x="169" y="48"/>
                    <a:pt x="170" y="46"/>
                    <a:pt x="172" y="45"/>
                  </a:cubicBezTo>
                  <a:cubicBezTo>
                    <a:pt x="173" y="44"/>
                    <a:pt x="174" y="43"/>
                    <a:pt x="175" y="43"/>
                  </a:cubicBezTo>
                  <a:cubicBezTo>
                    <a:pt x="176" y="41"/>
                    <a:pt x="177" y="40"/>
                    <a:pt x="178" y="39"/>
                  </a:cubicBezTo>
                  <a:cubicBezTo>
                    <a:pt x="179" y="38"/>
                    <a:pt x="179" y="37"/>
                    <a:pt x="180" y="36"/>
                  </a:cubicBezTo>
                  <a:cubicBezTo>
                    <a:pt x="178" y="36"/>
                    <a:pt x="178" y="35"/>
                    <a:pt x="177" y="34"/>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3" name="Freeform 353">
              <a:extLst>
                <a:ext uri="{FF2B5EF4-FFF2-40B4-BE49-F238E27FC236}">
                  <a16:creationId xmlns:a16="http://schemas.microsoft.com/office/drawing/2014/main" id="{1CE17560-933F-4BD5-BE44-6CA5E13929A5}"/>
                </a:ext>
              </a:extLst>
            </p:cNvPr>
            <p:cNvSpPr>
              <a:spLocks/>
            </p:cNvSpPr>
            <p:nvPr/>
          </p:nvSpPr>
          <p:spPr bwMode="auto">
            <a:xfrm>
              <a:off x="5454651" y="28956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4" name="Freeform 354">
              <a:extLst>
                <a:ext uri="{FF2B5EF4-FFF2-40B4-BE49-F238E27FC236}">
                  <a16:creationId xmlns:a16="http://schemas.microsoft.com/office/drawing/2014/main" id="{D24D90FF-452B-4962-81FF-7BE5C16CAFC1}"/>
                </a:ext>
              </a:extLst>
            </p:cNvPr>
            <p:cNvSpPr>
              <a:spLocks/>
            </p:cNvSpPr>
            <p:nvPr/>
          </p:nvSpPr>
          <p:spPr bwMode="auto">
            <a:xfrm>
              <a:off x="3095626" y="48307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5" name="Freeform 355">
              <a:extLst>
                <a:ext uri="{FF2B5EF4-FFF2-40B4-BE49-F238E27FC236}">
                  <a16:creationId xmlns:a16="http://schemas.microsoft.com/office/drawing/2014/main" id="{8B979998-F3B6-416C-96FC-23410A1D2E47}"/>
                </a:ext>
              </a:extLst>
            </p:cNvPr>
            <p:cNvSpPr>
              <a:spLocks/>
            </p:cNvSpPr>
            <p:nvPr/>
          </p:nvSpPr>
          <p:spPr bwMode="auto">
            <a:xfrm>
              <a:off x="3098801" y="48307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6" name="Freeform 356">
              <a:extLst>
                <a:ext uri="{FF2B5EF4-FFF2-40B4-BE49-F238E27FC236}">
                  <a16:creationId xmlns:a16="http://schemas.microsoft.com/office/drawing/2014/main" id="{950107C5-A85B-4B3D-B96C-51AA0EB561B3}"/>
                </a:ext>
              </a:extLst>
            </p:cNvPr>
            <p:cNvSpPr>
              <a:spLocks/>
            </p:cNvSpPr>
            <p:nvPr/>
          </p:nvSpPr>
          <p:spPr bwMode="auto">
            <a:xfrm>
              <a:off x="3089276" y="482600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07" name="Freeform 357">
              <a:extLst>
                <a:ext uri="{FF2B5EF4-FFF2-40B4-BE49-F238E27FC236}">
                  <a16:creationId xmlns:a16="http://schemas.microsoft.com/office/drawing/2014/main" id="{5A1F73C4-DD83-4063-9DCF-00722A05E1A5}"/>
                </a:ext>
              </a:extLst>
            </p:cNvPr>
            <p:cNvSpPr>
              <a:spLocks/>
            </p:cNvSpPr>
            <p:nvPr/>
          </p:nvSpPr>
          <p:spPr bwMode="auto">
            <a:xfrm>
              <a:off x="2897188" y="3754438"/>
              <a:ext cx="1400175" cy="1071563"/>
            </a:xfrm>
            <a:custGeom>
              <a:avLst/>
              <a:gdLst>
                <a:gd name="T0" fmla="*/ 373 w 396"/>
                <a:gd name="T1" fmla="*/ 119 h 303"/>
                <a:gd name="T2" fmla="*/ 372 w 396"/>
                <a:gd name="T3" fmla="*/ 98 h 303"/>
                <a:gd name="T4" fmla="*/ 380 w 396"/>
                <a:gd name="T5" fmla="*/ 65 h 303"/>
                <a:gd name="T6" fmla="*/ 386 w 396"/>
                <a:gd name="T7" fmla="*/ 49 h 303"/>
                <a:gd name="T8" fmla="*/ 354 w 396"/>
                <a:gd name="T9" fmla="*/ 35 h 303"/>
                <a:gd name="T10" fmla="*/ 315 w 396"/>
                <a:gd name="T11" fmla="*/ 28 h 303"/>
                <a:gd name="T12" fmla="*/ 283 w 396"/>
                <a:gd name="T13" fmla="*/ 31 h 303"/>
                <a:gd name="T14" fmla="*/ 245 w 396"/>
                <a:gd name="T15" fmla="*/ 36 h 303"/>
                <a:gd name="T16" fmla="*/ 242 w 396"/>
                <a:gd name="T17" fmla="*/ 29 h 303"/>
                <a:gd name="T18" fmla="*/ 202 w 396"/>
                <a:gd name="T19" fmla="*/ 27 h 303"/>
                <a:gd name="T20" fmla="*/ 187 w 396"/>
                <a:gd name="T21" fmla="*/ 43 h 303"/>
                <a:gd name="T22" fmla="*/ 166 w 396"/>
                <a:gd name="T23" fmla="*/ 33 h 303"/>
                <a:gd name="T24" fmla="*/ 116 w 396"/>
                <a:gd name="T25" fmla="*/ 17 h 303"/>
                <a:gd name="T26" fmla="*/ 77 w 396"/>
                <a:gd name="T27" fmla="*/ 4 h 303"/>
                <a:gd name="T28" fmla="*/ 66 w 396"/>
                <a:gd name="T29" fmla="*/ 17 h 303"/>
                <a:gd name="T30" fmla="*/ 72 w 396"/>
                <a:gd name="T31" fmla="*/ 27 h 303"/>
                <a:gd name="T32" fmla="*/ 52 w 396"/>
                <a:gd name="T33" fmla="*/ 40 h 303"/>
                <a:gd name="T34" fmla="*/ 54 w 396"/>
                <a:gd name="T35" fmla="*/ 65 h 303"/>
                <a:gd name="T36" fmla="*/ 41 w 396"/>
                <a:gd name="T37" fmla="*/ 69 h 303"/>
                <a:gd name="T38" fmla="*/ 18 w 396"/>
                <a:gd name="T39" fmla="*/ 79 h 303"/>
                <a:gd name="T40" fmla="*/ 5 w 396"/>
                <a:gd name="T41" fmla="*/ 89 h 303"/>
                <a:gd name="T42" fmla="*/ 1 w 396"/>
                <a:gd name="T43" fmla="*/ 111 h 303"/>
                <a:gd name="T44" fmla="*/ 4 w 396"/>
                <a:gd name="T45" fmla="*/ 120 h 303"/>
                <a:gd name="T46" fmla="*/ 4 w 396"/>
                <a:gd name="T47" fmla="*/ 139 h 303"/>
                <a:gd name="T48" fmla="*/ 10 w 396"/>
                <a:gd name="T49" fmla="*/ 135 h 303"/>
                <a:gd name="T50" fmla="*/ 7 w 396"/>
                <a:gd name="T51" fmla="*/ 145 h 303"/>
                <a:gd name="T52" fmla="*/ 7 w 396"/>
                <a:gd name="T53" fmla="*/ 159 h 303"/>
                <a:gd name="T54" fmla="*/ 9 w 396"/>
                <a:gd name="T55" fmla="*/ 170 h 303"/>
                <a:gd name="T56" fmla="*/ 8 w 396"/>
                <a:gd name="T57" fmla="*/ 180 h 303"/>
                <a:gd name="T58" fmla="*/ 13 w 396"/>
                <a:gd name="T59" fmla="*/ 218 h 303"/>
                <a:gd name="T60" fmla="*/ 15 w 396"/>
                <a:gd name="T61" fmla="*/ 234 h 303"/>
                <a:gd name="T62" fmla="*/ 18 w 396"/>
                <a:gd name="T63" fmla="*/ 265 h 303"/>
                <a:gd name="T64" fmla="*/ 24 w 396"/>
                <a:gd name="T65" fmla="*/ 286 h 303"/>
                <a:gd name="T66" fmla="*/ 43 w 396"/>
                <a:gd name="T67" fmla="*/ 301 h 303"/>
                <a:gd name="T68" fmla="*/ 60 w 396"/>
                <a:gd name="T69" fmla="*/ 296 h 303"/>
                <a:gd name="T70" fmla="*/ 71 w 396"/>
                <a:gd name="T71" fmla="*/ 282 h 303"/>
                <a:gd name="T72" fmla="*/ 67 w 396"/>
                <a:gd name="T73" fmla="*/ 258 h 303"/>
                <a:gd name="T74" fmla="*/ 91 w 396"/>
                <a:gd name="T75" fmla="*/ 251 h 303"/>
                <a:gd name="T76" fmla="*/ 114 w 396"/>
                <a:gd name="T77" fmla="*/ 242 h 303"/>
                <a:gd name="T78" fmla="*/ 136 w 396"/>
                <a:gd name="T79" fmla="*/ 230 h 303"/>
                <a:gd name="T80" fmla="*/ 158 w 396"/>
                <a:gd name="T81" fmla="*/ 225 h 303"/>
                <a:gd name="T82" fmla="*/ 172 w 396"/>
                <a:gd name="T83" fmla="*/ 217 h 303"/>
                <a:gd name="T84" fmla="*/ 193 w 396"/>
                <a:gd name="T85" fmla="*/ 207 h 303"/>
                <a:gd name="T86" fmla="*/ 203 w 396"/>
                <a:gd name="T87" fmla="*/ 199 h 303"/>
                <a:gd name="T88" fmla="*/ 226 w 396"/>
                <a:gd name="T89" fmla="*/ 179 h 303"/>
                <a:gd name="T90" fmla="*/ 232 w 396"/>
                <a:gd name="T91" fmla="*/ 171 h 303"/>
                <a:gd name="T92" fmla="*/ 248 w 396"/>
                <a:gd name="T93" fmla="*/ 154 h 303"/>
                <a:gd name="T94" fmla="*/ 263 w 396"/>
                <a:gd name="T95" fmla="*/ 138 h 303"/>
                <a:gd name="T96" fmla="*/ 270 w 396"/>
                <a:gd name="T97" fmla="*/ 117 h 303"/>
                <a:gd name="T98" fmla="*/ 297 w 396"/>
                <a:gd name="T99" fmla="*/ 113 h 303"/>
                <a:gd name="T100" fmla="*/ 308 w 396"/>
                <a:gd name="T101" fmla="*/ 127 h 303"/>
                <a:gd name="T102" fmla="*/ 322 w 396"/>
                <a:gd name="T103" fmla="*/ 124 h 303"/>
                <a:gd name="T104" fmla="*/ 333 w 396"/>
                <a:gd name="T105" fmla="*/ 125 h 303"/>
                <a:gd name="T106" fmla="*/ 347 w 396"/>
                <a:gd name="T107" fmla="*/ 148 h 303"/>
                <a:gd name="T108" fmla="*/ 362 w 396"/>
                <a:gd name="T109" fmla="*/ 170 h 303"/>
                <a:gd name="T110" fmla="*/ 369 w 396"/>
                <a:gd name="T111" fmla="*/ 145 h 303"/>
                <a:gd name="T112" fmla="*/ 393 w 396"/>
                <a:gd name="T113" fmla="*/ 14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6" h="303">
                  <a:moveTo>
                    <a:pt x="395" y="132"/>
                  </a:moveTo>
                  <a:cubicBezTo>
                    <a:pt x="394" y="129"/>
                    <a:pt x="390" y="130"/>
                    <a:pt x="387" y="129"/>
                  </a:cubicBezTo>
                  <a:cubicBezTo>
                    <a:pt x="387" y="129"/>
                    <a:pt x="387" y="128"/>
                    <a:pt x="387" y="127"/>
                  </a:cubicBezTo>
                  <a:cubicBezTo>
                    <a:pt x="383" y="127"/>
                    <a:pt x="384" y="125"/>
                    <a:pt x="383" y="122"/>
                  </a:cubicBezTo>
                  <a:cubicBezTo>
                    <a:pt x="381" y="121"/>
                    <a:pt x="382" y="118"/>
                    <a:pt x="380" y="117"/>
                  </a:cubicBezTo>
                  <a:cubicBezTo>
                    <a:pt x="377" y="115"/>
                    <a:pt x="375" y="118"/>
                    <a:pt x="373" y="119"/>
                  </a:cubicBezTo>
                  <a:cubicBezTo>
                    <a:pt x="372" y="117"/>
                    <a:pt x="374" y="117"/>
                    <a:pt x="375" y="115"/>
                  </a:cubicBezTo>
                  <a:cubicBezTo>
                    <a:pt x="375" y="113"/>
                    <a:pt x="373" y="112"/>
                    <a:pt x="374" y="111"/>
                  </a:cubicBezTo>
                  <a:cubicBezTo>
                    <a:pt x="378" y="111"/>
                    <a:pt x="378" y="110"/>
                    <a:pt x="379" y="106"/>
                  </a:cubicBezTo>
                  <a:cubicBezTo>
                    <a:pt x="379" y="103"/>
                    <a:pt x="377" y="102"/>
                    <a:pt x="375" y="100"/>
                  </a:cubicBezTo>
                  <a:cubicBezTo>
                    <a:pt x="374" y="101"/>
                    <a:pt x="373" y="102"/>
                    <a:pt x="372" y="102"/>
                  </a:cubicBezTo>
                  <a:cubicBezTo>
                    <a:pt x="372" y="100"/>
                    <a:pt x="372" y="99"/>
                    <a:pt x="372" y="98"/>
                  </a:cubicBezTo>
                  <a:cubicBezTo>
                    <a:pt x="373" y="96"/>
                    <a:pt x="374" y="96"/>
                    <a:pt x="374" y="94"/>
                  </a:cubicBezTo>
                  <a:cubicBezTo>
                    <a:pt x="374" y="96"/>
                    <a:pt x="381" y="93"/>
                    <a:pt x="381" y="92"/>
                  </a:cubicBezTo>
                  <a:cubicBezTo>
                    <a:pt x="382" y="90"/>
                    <a:pt x="382" y="87"/>
                    <a:pt x="382" y="85"/>
                  </a:cubicBezTo>
                  <a:cubicBezTo>
                    <a:pt x="382" y="83"/>
                    <a:pt x="383" y="81"/>
                    <a:pt x="383" y="79"/>
                  </a:cubicBezTo>
                  <a:cubicBezTo>
                    <a:pt x="381" y="79"/>
                    <a:pt x="379" y="81"/>
                    <a:pt x="378" y="80"/>
                  </a:cubicBezTo>
                  <a:cubicBezTo>
                    <a:pt x="377" y="75"/>
                    <a:pt x="384" y="70"/>
                    <a:pt x="380" y="65"/>
                  </a:cubicBezTo>
                  <a:cubicBezTo>
                    <a:pt x="379" y="63"/>
                    <a:pt x="376" y="64"/>
                    <a:pt x="375" y="62"/>
                  </a:cubicBezTo>
                  <a:cubicBezTo>
                    <a:pt x="375" y="60"/>
                    <a:pt x="375" y="58"/>
                    <a:pt x="375" y="56"/>
                  </a:cubicBezTo>
                  <a:cubicBezTo>
                    <a:pt x="375" y="55"/>
                    <a:pt x="374" y="54"/>
                    <a:pt x="374" y="52"/>
                  </a:cubicBezTo>
                  <a:cubicBezTo>
                    <a:pt x="376" y="52"/>
                    <a:pt x="377" y="52"/>
                    <a:pt x="377" y="54"/>
                  </a:cubicBezTo>
                  <a:cubicBezTo>
                    <a:pt x="379" y="55"/>
                    <a:pt x="380" y="52"/>
                    <a:pt x="382" y="52"/>
                  </a:cubicBezTo>
                  <a:cubicBezTo>
                    <a:pt x="383" y="52"/>
                    <a:pt x="385" y="51"/>
                    <a:pt x="386" y="49"/>
                  </a:cubicBezTo>
                  <a:cubicBezTo>
                    <a:pt x="387" y="45"/>
                    <a:pt x="383" y="45"/>
                    <a:pt x="380" y="44"/>
                  </a:cubicBezTo>
                  <a:cubicBezTo>
                    <a:pt x="375" y="44"/>
                    <a:pt x="372" y="40"/>
                    <a:pt x="371" y="36"/>
                  </a:cubicBezTo>
                  <a:cubicBezTo>
                    <a:pt x="370" y="34"/>
                    <a:pt x="367" y="34"/>
                    <a:pt x="367" y="33"/>
                  </a:cubicBezTo>
                  <a:cubicBezTo>
                    <a:pt x="365" y="33"/>
                    <a:pt x="364" y="33"/>
                    <a:pt x="363" y="32"/>
                  </a:cubicBezTo>
                  <a:cubicBezTo>
                    <a:pt x="362" y="31"/>
                    <a:pt x="361" y="32"/>
                    <a:pt x="360" y="32"/>
                  </a:cubicBezTo>
                  <a:cubicBezTo>
                    <a:pt x="358" y="34"/>
                    <a:pt x="357" y="35"/>
                    <a:pt x="354" y="35"/>
                  </a:cubicBezTo>
                  <a:cubicBezTo>
                    <a:pt x="351" y="35"/>
                    <a:pt x="348" y="35"/>
                    <a:pt x="346" y="34"/>
                  </a:cubicBezTo>
                  <a:cubicBezTo>
                    <a:pt x="342" y="32"/>
                    <a:pt x="340" y="32"/>
                    <a:pt x="336" y="32"/>
                  </a:cubicBezTo>
                  <a:cubicBezTo>
                    <a:pt x="335" y="33"/>
                    <a:pt x="329" y="34"/>
                    <a:pt x="329" y="32"/>
                  </a:cubicBezTo>
                  <a:cubicBezTo>
                    <a:pt x="329" y="29"/>
                    <a:pt x="326" y="28"/>
                    <a:pt x="324" y="28"/>
                  </a:cubicBezTo>
                  <a:cubicBezTo>
                    <a:pt x="320" y="28"/>
                    <a:pt x="321" y="26"/>
                    <a:pt x="319" y="25"/>
                  </a:cubicBezTo>
                  <a:cubicBezTo>
                    <a:pt x="316" y="23"/>
                    <a:pt x="316" y="27"/>
                    <a:pt x="315" y="28"/>
                  </a:cubicBezTo>
                  <a:cubicBezTo>
                    <a:pt x="314" y="28"/>
                    <a:pt x="313" y="28"/>
                    <a:pt x="312" y="29"/>
                  </a:cubicBezTo>
                  <a:cubicBezTo>
                    <a:pt x="312" y="29"/>
                    <a:pt x="312" y="30"/>
                    <a:pt x="312" y="30"/>
                  </a:cubicBezTo>
                  <a:cubicBezTo>
                    <a:pt x="309" y="30"/>
                    <a:pt x="306" y="29"/>
                    <a:pt x="303" y="29"/>
                  </a:cubicBezTo>
                  <a:cubicBezTo>
                    <a:pt x="303" y="31"/>
                    <a:pt x="303" y="32"/>
                    <a:pt x="303" y="34"/>
                  </a:cubicBezTo>
                  <a:cubicBezTo>
                    <a:pt x="299" y="34"/>
                    <a:pt x="294" y="37"/>
                    <a:pt x="290" y="35"/>
                  </a:cubicBezTo>
                  <a:cubicBezTo>
                    <a:pt x="288" y="34"/>
                    <a:pt x="286" y="30"/>
                    <a:pt x="283" y="31"/>
                  </a:cubicBezTo>
                  <a:cubicBezTo>
                    <a:pt x="282" y="32"/>
                    <a:pt x="280" y="34"/>
                    <a:pt x="279" y="32"/>
                  </a:cubicBezTo>
                  <a:cubicBezTo>
                    <a:pt x="278" y="30"/>
                    <a:pt x="279" y="29"/>
                    <a:pt x="279" y="27"/>
                  </a:cubicBezTo>
                  <a:cubicBezTo>
                    <a:pt x="277" y="27"/>
                    <a:pt x="277" y="29"/>
                    <a:pt x="276" y="30"/>
                  </a:cubicBezTo>
                  <a:cubicBezTo>
                    <a:pt x="274" y="31"/>
                    <a:pt x="273" y="29"/>
                    <a:pt x="271" y="29"/>
                  </a:cubicBezTo>
                  <a:cubicBezTo>
                    <a:pt x="268" y="27"/>
                    <a:pt x="265" y="30"/>
                    <a:pt x="264" y="33"/>
                  </a:cubicBezTo>
                  <a:cubicBezTo>
                    <a:pt x="257" y="34"/>
                    <a:pt x="252" y="37"/>
                    <a:pt x="245" y="36"/>
                  </a:cubicBezTo>
                  <a:cubicBezTo>
                    <a:pt x="242" y="35"/>
                    <a:pt x="241" y="36"/>
                    <a:pt x="240" y="34"/>
                  </a:cubicBezTo>
                  <a:cubicBezTo>
                    <a:pt x="238" y="32"/>
                    <a:pt x="236" y="35"/>
                    <a:pt x="236" y="36"/>
                  </a:cubicBezTo>
                  <a:cubicBezTo>
                    <a:pt x="234" y="36"/>
                    <a:pt x="233" y="30"/>
                    <a:pt x="232" y="28"/>
                  </a:cubicBezTo>
                  <a:cubicBezTo>
                    <a:pt x="234" y="28"/>
                    <a:pt x="237" y="29"/>
                    <a:pt x="239" y="28"/>
                  </a:cubicBezTo>
                  <a:cubicBezTo>
                    <a:pt x="239" y="29"/>
                    <a:pt x="239" y="30"/>
                    <a:pt x="239" y="30"/>
                  </a:cubicBezTo>
                  <a:cubicBezTo>
                    <a:pt x="240" y="30"/>
                    <a:pt x="241" y="29"/>
                    <a:pt x="242" y="29"/>
                  </a:cubicBezTo>
                  <a:cubicBezTo>
                    <a:pt x="239" y="26"/>
                    <a:pt x="238" y="19"/>
                    <a:pt x="234" y="18"/>
                  </a:cubicBezTo>
                  <a:cubicBezTo>
                    <a:pt x="229" y="17"/>
                    <a:pt x="227" y="19"/>
                    <a:pt x="224" y="22"/>
                  </a:cubicBezTo>
                  <a:cubicBezTo>
                    <a:pt x="223" y="22"/>
                    <a:pt x="221" y="22"/>
                    <a:pt x="220" y="23"/>
                  </a:cubicBezTo>
                  <a:cubicBezTo>
                    <a:pt x="220" y="20"/>
                    <a:pt x="215" y="21"/>
                    <a:pt x="214" y="21"/>
                  </a:cubicBezTo>
                  <a:cubicBezTo>
                    <a:pt x="210" y="22"/>
                    <a:pt x="208" y="23"/>
                    <a:pt x="205" y="24"/>
                  </a:cubicBezTo>
                  <a:cubicBezTo>
                    <a:pt x="205" y="26"/>
                    <a:pt x="204" y="27"/>
                    <a:pt x="202" y="27"/>
                  </a:cubicBezTo>
                  <a:cubicBezTo>
                    <a:pt x="203" y="28"/>
                    <a:pt x="203" y="31"/>
                    <a:pt x="201" y="32"/>
                  </a:cubicBezTo>
                  <a:cubicBezTo>
                    <a:pt x="199" y="32"/>
                    <a:pt x="198" y="32"/>
                    <a:pt x="198" y="34"/>
                  </a:cubicBezTo>
                  <a:cubicBezTo>
                    <a:pt x="196" y="34"/>
                    <a:pt x="195" y="36"/>
                    <a:pt x="193" y="38"/>
                  </a:cubicBezTo>
                  <a:cubicBezTo>
                    <a:pt x="196" y="38"/>
                    <a:pt x="197" y="39"/>
                    <a:pt x="196" y="41"/>
                  </a:cubicBezTo>
                  <a:cubicBezTo>
                    <a:pt x="194" y="41"/>
                    <a:pt x="193" y="43"/>
                    <a:pt x="192" y="43"/>
                  </a:cubicBezTo>
                  <a:cubicBezTo>
                    <a:pt x="190" y="44"/>
                    <a:pt x="188" y="43"/>
                    <a:pt x="187" y="43"/>
                  </a:cubicBezTo>
                  <a:cubicBezTo>
                    <a:pt x="186" y="45"/>
                    <a:pt x="187" y="47"/>
                    <a:pt x="185" y="47"/>
                  </a:cubicBezTo>
                  <a:cubicBezTo>
                    <a:pt x="184" y="47"/>
                    <a:pt x="182" y="47"/>
                    <a:pt x="181" y="47"/>
                  </a:cubicBezTo>
                  <a:cubicBezTo>
                    <a:pt x="179" y="47"/>
                    <a:pt x="173" y="48"/>
                    <a:pt x="173" y="45"/>
                  </a:cubicBezTo>
                  <a:cubicBezTo>
                    <a:pt x="173" y="45"/>
                    <a:pt x="173" y="45"/>
                    <a:pt x="173" y="45"/>
                  </a:cubicBezTo>
                  <a:cubicBezTo>
                    <a:pt x="174" y="43"/>
                    <a:pt x="173" y="35"/>
                    <a:pt x="171" y="34"/>
                  </a:cubicBezTo>
                  <a:cubicBezTo>
                    <a:pt x="170" y="34"/>
                    <a:pt x="167" y="34"/>
                    <a:pt x="166" y="33"/>
                  </a:cubicBezTo>
                  <a:cubicBezTo>
                    <a:pt x="165" y="30"/>
                    <a:pt x="164" y="31"/>
                    <a:pt x="161" y="31"/>
                  </a:cubicBezTo>
                  <a:cubicBezTo>
                    <a:pt x="156" y="31"/>
                    <a:pt x="150" y="33"/>
                    <a:pt x="145" y="31"/>
                  </a:cubicBezTo>
                  <a:cubicBezTo>
                    <a:pt x="143" y="30"/>
                    <a:pt x="141" y="30"/>
                    <a:pt x="139" y="31"/>
                  </a:cubicBezTo>
                  <a:cubicBezTo>
                    <a:pt x="137" y="31"/>
                    <a:pt x="135" y="30"/>
                    <a:pt x="133" y="30"/>
                  </a:cubicBezTo>
                  <a:cubicBezTo>
                    <a:pt x="128" y="30"/>
                    <a:pt x="127" y="28"/>
                    <a:pt x="125" y="24"/>
                  </a:cubicBezTo>
                  <a:cubicBezTo>
                    <a:pt x="123" y="19"/>
                    <a:pt x="121" y="18"/>
                    <a:pt x="116" y="17"/>
                  </a:cubicBezTo>
                  <a:cubicBezTo>
                    <a:pt x="112" y="17"/>
                    <a:pt x="106" y="20"/>
                    <a:pt x="102" y="17"/>
                  </a:cubicBezTo>
                  <a:cubicBezTo>
                    <a:pt x="99" y="13"/>
                    <a:pt x="100" y="9"/>
                    <a:pt x="99" y="5"/>
                  </a:cubicBezTo>
                  <a:cubicBezTo>
                    <a:pt x="93" y="0"/>
                    <a:pt x="93" y="0"/>
                    <a:pt x="93" y="0"/>
                  </a:cubicBezTo>
                  <a:cubicBezTo>
                    <a:pt x="90" y="0"/>
                    <a:pt x="91" y="6"/>
                    <a:pt x="86" y="4"/>
                  </a:cubicBezTo>
                  <a:cubicBezTo>
                    <a:pt x="84" y="3"/>
                    <a:pt x="82" y="2"/>
                    <a:pt x="80" y="2"/>
                  </a:cubicBezTo>
                  <a:cubicBezTo>
                    <a:pt x="79" y="2"/>
                    <a:pt x="78" y="4"/>
                    <a:pt x="77" y="4"/>
                  </a:cubicBezTo>
                  <a:cubicBezTo>
                    <a:pt x="76" y="4"/>
                    <a:pt x="75" y="4"/>
                    <a:pt x="74" y="4"/>
                  </a:cubicBezTo>
                  <a:cubicBezTo>
                    <a:pt x="72" y="4"/>
                    <a:pt x="72" y="7"/>
                    <a:pt x="70" y="7"/>
                  </a:cubicBezTo>
                  <a:cubicBezTo>
                    <a:pt x="68" y="8"/>
                    <a:pt x="67" y="7"/>
                    <a:pt x="65" y="7"/>
                  </a:cubicBezTo>
                  <a:cubicBezTo>
                    <a:pt x="64" y="9"/>
                    <a:pt x="67" y="9"/>
                    <a:pt x="68" y="10"/>
                  </a:cubicBezTo>
                  <a:cubicBezTo>
                    <a:pt x="68" y="11"/>
                    <a:pt x="68" y="12"/>
                    <a:pt x="68" y="14"/>
                  </a:cubicBezTo>
                  <a:cubicBezTo>
                    <a:pt x="67" y="14"/>
                    <a:pt x="65" y="16"/>
                    <a:pt x="66" y="17"/>
                  </a:cubicBezTo>
                  <a:cubicBezTo>
                    <a:pt x="69" y="17"/>
                    <a:pt x="67" y="26"/>
                    <a:pt x="73" y="21"/>
                  </a:cubicBezTo>
                  <a:cubicBezTo>
                    <a:pt x="78" y="17"/>
                    <a:pt x="85" y="21"/>
                    <a:pt x="89" y="24"/>
                  </a:cubicBezTo>
                  <a:cubicBezTo>
                    <a:pt x="87" y="24"/>
                    <a:pt x="86" y="25"/>
                    <a:pt x="84" y="25"/>
                  </a:cubicBezTo>
                  <a:cubicBezTo>
                    <a:pt x="82" y="25"/>
                    <a:pt x="80" y="24"/>
                    <a:pt x="79" y="25"/>
                  </a:cubicBezTo>
                  <a:cubicBezTo>
                    <a:pt x="78" y="25"/>
                    <a:pt x="77" y="26"/>
                    <a:pt x="77" y="27"/>
                  </a:cubicBezTo>
                  <a:cubicBezTo>
                    <a:pt x="76" y="28"/>
                    <a:pt x="74" y="27"/>
                    <a:pt x="72" y="27"/>
                  </a:cubicBezTo>
                  <a:cubicBezTo>
                    <a:pt x="72" y="28"/>
                    <a:pt x="72" y="29"/>
                    <a:pt x="72" y="30"/>
                  </a:cubicBezTo>
                  <a:cubicBezTo>
                    <a:pt x="70" y="30"/>
                    <a:pt x="66" y="29"/>
                    <a:pt x="64" y="32"/>
                  </a:cubicBezTo>
                  <a:cubicBezTo>
                    <a:pt x="63" y="33"/>
                    <a:pt x="65" y="36"/>
                    <a:pt x="62" y="36"/>
                  </a:cubicBezTo>
                  <a:cubicBezTo>
                    <a:pt x="61" y="37"/>
                    <a:pt x="60" y="38"/>
                    <a:pt x="59" y="38"/>
                  </a:cubicBezTo>
                  <a:cubicBezTo>
                    <a:pt x="56" y="38"/>
                    <a:pt x="54" y="38"/>
                    <a:pt x="52" y="38"/>
                  </a:cubicBezTo>
                  <a:cubicBezTo>
                    <a:pt x="52" y="40"/>
                    <a:pt x="52" y="40"/>
                    <a:pt x="52" y="40"/>
                  </a:cubicBezTo>
                  <a:cubicBezTo>
                    <a:pt x="53" y="40"/>
                    <a:pt x="55" y="40"/>
                    <a:pt x="55" y="40"/>
                  </a:cubicBezTo>
                  <a:cubicBezTo>
                    <a:pt x="59" y="40"/>
                    <a:pt x="59" y="41"/>
                    <a:pt x="61" y="43"/>
                  </a:cubicBezTo>
                  <a:cubicBezTo>
                    <a:pt x="66" y="47"/>
                    <a:pt x="67" y="51"/>
                    <a:pt x="66" y="57"/>
                  </a:cubicBezTo>
                  <a:cubicBezTo>
                    <a:pt x="65" y="57"/>
                    <a:pt x="60" y="57"/>
                    <a:pt x="60" y="58"/>
                  </a:cubicBezTo>
                  <a:cubicBezTo>
                    <a:pt x="60" y="59"/>
                    <a:pt x="62" y="60"/>
                    <a:pt x="62" y="61"/>
                  </a:cubicBezTo>
                  <a:cubicBezTo>
                    <a:pt x="61" y="65"/>
                    <a:pt x="55" y="62"/>
                    <a:pt x="54" y="65"/>
                  </a:cubicBezTo>
                  <a:cubicBezTo>
                    <a:pt x="53" y="64"/>
                    <a:pt x="53" y="63"/>
                    <a:pt x="51" y="63"/>
                  </a:cubicBezTo>
                  <a:cubicBezTo>
                    <a:pt x="51" y="62"/>
                    <a:pt x="51" y="61"/>
                    <a:pt x="51" y="60"/>
                  </a:cubicBezTo>
                  <a:cubicBezTo>
                    <a:pt x="49" y="60"/>
                    <a:pt x="47" y="60"/>
                    <a:pt x="45" y="59"/>
                  </a:cubicBezTo>
                  <a:cubicBezTo>
                    <a:pt x="44" y="57"/>
                    <a:pt x="44" y="56"/>
                    <a:pt x="42" y="56"/>
                  </a:cubicBezTo>
                  <a:cubicBezTo>
                    <a:pt x="41" y="57"/>
                    <a:pt x="41" y="58"/>
                    <a:pt x="40" y="59"/>
                  </a:cubicBezTo>
                  <a:cubicBezTo>
                    <a:pt x="45" y="60"/>
                    <a:pt x="41" y="67"/>
                    <a:pt x="41" y="69"/>
                  </a:cubicBezTo>
                  <a:cubicBezTo>
                    <a:pt x="40" y="71"/>
                    <a:pt x="42" y="74"/>
                    <a:pt x="40" y="75"/>
                  </a:cubicBezTo>
                  <a:cubicBezTo>
                    <a:pt x="37" y="76"/>
                    <a:pt x="38" y="80"/>
                    <a:pt x="38" y="81"/>
                  </a:cubicBezTo>
                  <a:cubicBezTo>
                    <a:pt x="37" y="82"/>
                    <a:pt x="36" y="81"/>
                    <a:pt x="34" y="81"/>
                  </a:cubicBezTo>
                  <a:cubicBezTo>
                    <a:pt x="34" y="81"/>
                    <a:pt x="34" y="83"/>
                    <a:pt x="33" y="83"/>
                  </a:cubicBezTo>
                  <a:cubicBezTo>
                    <a:pt x="32" y="84"/>
                    <a:pt x="30" y="83"/>
                    <a:pt x="29" y="83"/>
                  </a:cubicBezTo>
                  <a:cubicBezTo>
                    <a:pt x="18" y="79"/>
                    <a:pt x="18" y="79"/>
                    <a:pt x="18" y="79"/>
                  </a:cubicBezTo>
                  <a:cubicBezTo>
                    <a:pt x="17" y="78"/>
                    <a:pt x="15" y="78"/>
                    <a:pt x="14" y="78"/>
                  </a:cubicBezTo>
                  <a:cubicBezTo>
                    <a:pt x="12" y="79"/>
                    <a:pt x="11" y="80"/>
                    <a:pt x="11" y="82"/>
                  </a:cubicBezTo>
                  <a:cubicBezTo>
                    <a:pt x="9" y="82"/>
                    <a:pt x="8" y="82"/>
                    <a:pt x="6" y="81"/>
                  </a:cubicBezTo>
                  <a:cubicBezTo>
                    <a:pt x="6" y="82"/>
                    <a:pt x="5" y="82"/>
                    <a:pt x="4" y="83"/>
                  </a:cubicBezTo>
                  <a:cubicBezTo>
                    <a:pt x="2" y="86"/>
                    <a:pt x="7" y="88"/>
                    <a:pt x="7" y="91"/>
                  </a:cubicBezTo>
                  <a:cubicBezTo>
                    <a:pt x="6" y="90"/>
                    <a:pt x="5" y="90"/>
                    <a:pt x="5" y="89"/>
                  </a:cubicBezTo>
                  <a:cubicBezTo>
                    <a:pt x="4" y="88"/>
                    <a:pt x="3" y="88"/>
                    <a:pt x="2" y="89"/>
                  </a:cubicBezTo>
                  <a:cubicBezTo>
                    <a:pt x="1" y="90"/>
                    <a:pt x="2" y="91"/>
                    <a:pt x="3" y="92"/>
                  </a:cubicBezTo>
                  <a:cubicBezTo>
                    <a:pt x="3" y="92"/>
                    <a:pt x="5" y="95"/>
                    <a:pt x="4" y="95"/>
                  </a:cubicBezTo>
                  <a:cubicBezTo>
                    <a:pt x="4" y="95"/>
                    <a:pt x="3" y="95"/>
                    <a:pt x="2" y="95"/>
                  </a:cubicBezTo>
                  <a:cubicBezTo>
                    <a:pt x="2" y="97"/>
                    <a:pt x="1" y="99"/>
                    <a:pt x="1" y="102"/>
                  </a:cubicBezTo>
                  <a:cubicBezTo>
                    <a:pt x="5" y="101"/>
                    <a:pt x="0" y="110"/>
                    <a:pt x="1" y="111"/>
                  </a:cubicBezTo>
                  <a:cubicBezTo>
                    <a:pt x="2" y="111"/>
                    <a:pt x="3" y="111"/>
                    <a:pt x="4" y="111"/>
                  </a:cubicBezTo>
                  <a:cubicBezTo>
                    <a:pt x="4" y="110"/>
                    <a:pt x="4" y="107"/>
                    <a:pt x="5" y="107"/>
                  </a:cubicBezTo>
                  <a:cubicBezTo>
                    <a:pt x="6" y="107"/>
                    <a:pt x="8" y="110"/>
                    <a:pt x="8" y="110"/>
                  </a:cubicBezTo>
                  <a:cubicBezTo>
                    <a:pt x="7" y="112"/>
                    <a:pt x="3" y="111"/>
                    <a:pt x="3" y="113"/>
                  </a:cubicBezTo>
                  <a:cubicBezTo>
                    <a:pt x="2" y="115"/>
                    <a:pt x="3" y="115"/>
                    <a:pt x="4" y="116"/>
                  </a:cubicBezTo>
                  <a:cubicBezTo>
                    <a:pt x="4" y="117"/>
                    <a:pt x="4" y="119"/>
                    <a:pt x="4" y="120"/>
                  </a:cubicBezTo>
                  <a:cubicBezTo>
                    <a:pt x="6" y="120"/>
                    <a:pt x="8" y="120"/>
                    <a:pt x="10" y="120"/>
                  </a:cubicBezTo>
                  <a:cubicBezTo>
                    <a:pt x="8" y="121"/>
                    <a:pt x="4" y="120"/>
                    <a:pt x="3" y="122"/>
                  </a:cubicBezTo>
                  <a:cubicBezTo>
                    <a:pt x="3" y="123"/>
                    <a:pt x="3" y="128"/>
                    <a:pt x="4" y="129"/>
                  </a:cubicBezTo>
                  <a:cubicBezTo>
                    <a:pt x="4" y="130"/>
                    <a:pt x="4" y="130"/>
                    <a:pt x="4" y="131"/>
                  </a:cubicBezTo>
                  <a:cubicBezTo>
                    <a:pt x="2" y="132"/>
                    <a:pt x="4" y="133"/>
                    <a:pt x="4" y="135"/>
                  </a:cubicBezTo>
                  <a:cubicBezTo>
                    <a:pt x="2" y="135"/>
                    <a:pt x="2" y="139"/>
                    <a:pt x="4" y="139"/>
                  </a:cubicBezTo>
                  <a:cubicBezTo>
                    <a:pt x="5" y="137"/>
                    <a:pt x="6" y="136"/>
                    <a:pt x="7" y="134"/>
                  </a:cubicBezTo>
                  <a:cubicBezTo>
                    <a:pt x="8" y="134"/>
                    <a:pt x="9" y="134"/>
                    <a:pt x="11" y="134"/>
                  </a:cubicBezTo>
                  <a:cubicBezTo>
                    <a:pt x="11" y="133"/>
                    <a:pt x="10" y="128"/>
                    <a:pt x="12" y="128"/>
                  </a:cubicBezTo>
                  <a:cubicBezTo>
                    <a:pt x="12" y="130"/>
                    <a:pt x="13" y="131"/>
                    <a:pt x="13" y="132"/>
                  </a:cubicBezTo>
                  <a:cubicBezTo>
                    <a:pt x="13" y="133"/>
                    <a:pt x="13" y="134"/>
                    <a:pt x="13" y="135"/>
                  </a:cubicBezTo>
                  <a:cubicBezTo>
                    <a:pt x="12" y="135"/>
                    <a:pt x="11" y="135"/>
                    <a:pt x="10" y="135"/>
                  </a:cubicBezTo>
                  <a:cubicBezTo>
                    <a:pt x="9" y="136"/>
                    <a:pt x="9" y="136"/>
                    <a:pt x="9" y="137"/>
                  </a:cubicBezTo>
                  <a:cubicBezTo>
                    <a:pt x="8" y="138"/>
                    <a:pt x="5" y="140"/>
                    <a:pt x="8" y="141"/>
                  </a:cubicBezTo>
                  <a:cubicBezTo>
                    <a:pt x="7" y="142"/>
                    <a:pt x="8" y="142"/>
                    <a:pt x="8" y="143"/>
                  </a:cubicBezTo>
                  <a:cubicBezTo>
                    <a:pt x="9" y="143"/>
                    <a:pt x="10" y="143"/>
                    <a:pt x="11" y="143"/>
                  </a:cubicBezTo>
                  <a:cubicBezTo>
                    <a:pt x="11" y="143"/>
                    <a:pt x="12" y="144"/>
                    <a:pt x="13" y="145"/>
                  </a:cubicBezTo>
                  <a:cubicBezTo>
                    <a:pt x="11" y="145"/>
                    <a:pt x="9" y="145"/>
                    <a:pt x="7" y="145"/>
                  </a:cubicBezTo>
                  <a:cubicBezTo>
                    <a:pt x="7" y="144"/>
                    <a:pt x="7" y="144"/>
                    <a:pt x="7" y="144"/>
                  </a:cubicBezTo>
                  <a:cubicBezTo>
                    <a:pt x="3" y="143"/>
                    <a:pt x="3" y="149"/>
                    <a:pt x="4" y="152"/>
                  </a:cubicBezTo>
                  <a:cubicBezTo>
                    <a:pt x="4" y="152"/>
                    <a:pt x="5" y="152"/>
                    <a:pt x="5" y="153"/>
                  </a:cubicBezTo>
                  <a:cubicBezTo>
                    <a:pt x="6" y="154"/>
                    <a:pt x="6" y="155"/>
                    <a:pt x="6" y="155"/>
                  </a:cubicBezTo>
                  <a:cubicBezTo>
                    <a:pt x="7" y="157"/>
                    <a:pt x="7" y="158"/>
                    <a:pt x="9" y="159"/>
                  </a:cubicBezTo>
                  <a:cubicBezTo>
                    <a:pt x="8" y="159"/>
                    <a:pt x="7" y="159"/>
                    <a:pt x="7" y="159"/>
                  </a:cubicBezTo>
                  <a:cubicBezTo>
                    <a:pt x="7" y="158"/>
                    <a:pt x="7" y="158"/>
                    <a:pt x="7" y="158"/>
                  </a:cubicBezTo>
                  <a:cubicBezTo>
                    <a:pt x="6" y="158"/>
                    <a:pt x="6" y="158"/>
                    <a:pt x="6" y="158"/>
                  </a:cubicBezTo>
                  <a:cubicBezTo>
                    <a:pt x="5" y="161"/>
                    <a:pt x="5" y="163"/>
                    <a:pt x="5" y="166"/>
                  </a:cubicBezTo>
                  <a:cubicBezTo>
                    <a:pt x="6" y="166"/>
                    <a:pt x="6" y="166"/>
                    <a:pt x="7" y="167"/>
                  </a:cubicBezTo>
                  <a:cubicBezTo>
                    <a:pt x="7" y="168"/>
                    <a:pt x="7" y="169"/>
                    <a:pt x="7" y="170"/>
                  </a:cubicBezTo>
                  <a:cubicBezTo>
                    <a:pt x="7" y="170"/>
                    <a:pt x="8" y="170"/>
                    <a:pt x="9" y="170"/>
                  </a:cubicBezTo>
                  <a:cubicBezTo>
                    <a:pt x="9" y="169"/>
                    <a:pt x="10" y="169"/>
                    <a:pt x="11" y="169"/>
                  </a:cubicBezTo>
                  <a:cubicBezTo>
                    <a:pt x="11" y="170"/>
                    <a:pt x="11" y="172"/>
                    <a:pt x="11" y="173"/>
                  </a:cubicBezTo>
                  <a:cubicBezTo>
                    <a:pt x="11" y="171"/>
                    <a:pt x="7" y="171"/>
                    <a:pt x="5" y="171"/>
                  </a:cubicBezTo>
                  <a:cubicBezTo>
                    <a:pt x="5" y="174"/>
                    <a:pt x="7" y="174"/>
                    <a:pt x="8" y="175"/>
                  </a:cubicBezTo>
                  <a:cubicBezTo>
                    <a:pt x="9" y="177"/>
                    <a:pt x="7" y="178"/>
                    <a:pt x="7" y="180"/>
                  </a:cubicBezTo>
                  <a:cubicBezTo>
                    <a:pt x="7" y="180"/>
                    <a:pt x="7" y="180"/>
                    <a:pt x="8" y="180"/>
                  </a:cubicBezTo>
                  <a:cubicBezTo>
                    <a:pt x="8" y="182"/>
                    <a:pt x="9" y="186"/>
                    <a:pt x="11" y="185"/>
                  </a:cubicBezTo>
                  <a:cubicBezTo>
                    <a:pt x="7" y="186"/>
                    <a:pt x="10" y="191"/>
                    <a:pt x="11" y="193"/>
                  </a:cubicBezTo>
                  <a:cubicBezTo>
                    <a:pt x="14" y="196"/>
                    <a:pt x="12" y="200"/>
                    <a:pt x="12" y="204"/>
                  </a:cubicBezTo>
                  <a:cubicBezTo>
                    <a:pt x="13" y="204"/>
                    <a:pt x="15" y="204"/>
                    <a:pt x="15" y="204"/>
                  </a:cubicBezTo>
                  <a:cubicBezTo>
                    <a:pt x="15" y="205"/>
                    <a:pt x="13" y="205"/>
                    <a:pt x="12" y="206"/>
                  </a:cubicBezTo>
                  <a:cubicBezTo>
                    <a:pt x="14" y="209"/>
                    <a:pt x="16" y="215"/>
                    <a:pt x="13" y="218"/>
                  </a:cubicBezTo>
                  <a:cubicBezTo>
                    <a:pt x="14" y="218"/>
                    <a:pt x="15" y="218"/>
                    <a:pt x="16" y="218"/>
                  </a:cubicBezTo>
                  <a:cubicBezTo>
                    <a:pt x="16" y="220"/>
                    <a:pt x="15" y="219"/>
                    <a:pt x="14" y="220"/>
                  </a:cubicBezTo>
                  <a:cubicBezTo>
                    <a:pt x="14" y="221"/>
                    <a:pt x="14" y="222"/>
                    <a:pt x="14" y="223"/>
                  </a:cubicBezTo>
                  <a:cubicBezTo>
                    <a:pt x="16" y="224"/>
                    <a:pt x="17" y="224"/>
                    <a:pt x="16" y="226"/>
                  </a:cubicBezTo>
                  <a:cubicBezTo>
                    <a:pt x="15" y="226"/>
                    <a:pt x="15" y="227"/>
                    <a:pt x="15" y="228"/>
                  </a:cubicBezTo>
                  <a:cubicBezTo>
                    <a:pt x="17" y="228"/>
                    <a:pt x="15" y="233"/>
                    <a:pt x="15" y="234"/>
                  </a:cubicBezTo>
                  <a:cubicBezTo>
                    <a:pt x="16" y="234"/>
                    <a:pt x="17" y="235"/>
                    <a:pt x="17" y="235"/>
                  </a:cubicBezTo>
                  <a:cubicBezTo>
                    <a:pt x="18" y="236"/>
                    <a:pt x="16" y="236"/>
                    <a:pt x="15" y="236"/>
                  </a:cubicBezTo>
                  <a:cubicBezTo>
                    <a:pt x="17" y="239"/>
                    <a:pt x="16" y="245"/>
                    <a:pt x="17" y="248"/>
                  </a:cubicBezTo>
                  <a:cubicBezTo>
                    <a:pt x="17" y="249"/>
                    <a:pt x="16" y="251"/>
                    <a:pt x="16" y="253"/>
                  </a:cubicBezTo>
                  <a:cubicBezTo>
                    <a:pt x="16" y="255"/>
                    <a:pt x="17" y="257"/>
                    <a:pt x="17" y="259"/>
                  </a:cubicBezTo>
                  <a:cubicBezTo>
                    <a:pt x="18" y="261"/>
                    <a:pt x="17" y="263"/>
                    <a:pt x="18" y="265"/>
                  </a:cubicBezTo>
                  <a:cubicBezTo>
                    <a:pt x="19" y="267"/>
                    <a:pt x="19" y="268"/>
                    <a:pt x="19" y="270"/>
                  </a:cubicBezTo>
                  <a:cubicBezTo>
                    <a:pt x="19" y="271"/>
                    <a:pt x="19" y="273"/>
                    <a:pt x="19" y="274"/>
                  </a:cubicBezTo>
                  <a:cubicBezTo>
                    <a:pt x="19" y="275"/>
                    <a:pt x="21" y="276"/>
                    <a:pt x="21" y="276"/>
                  </a:cubicBezTo>
                  <a:cubicBezTo>
                    <a:pt x="21" y="278"/>
                    <a:pt x="19" y="279"/>
                    <a:pt x="18" y="280"/>
                  </a:cubicBezTo>
                  <a:cubicBezTo>
                    <a:pt x="19" y="281"/>
                    <a:pt x="20" y="282"/>
                    <a:pt x="21" y="283"/>
                  </a:cubicBezTo>
                  <a:cubicBezTo>
                    <a:pt x="22" y="283"/>
                    <a:pt x="23" y="285"/>
                    <a:pt x="24" y="286"/>
                  </a:cubicBezTo>
                  <a:cubicBezTo>
                    <a:pt x="25" y="288"/>
                    <a:pt x="26" y="291"/>
                    <a:pt x="27" y="294"/>
                  </a:cubicBezTo>
                  <a:cubicBezTo>
                    <a:pt x="27" y="294"/>
                    <a:pt x="27" y="294"/>
                    <a:pt x="27" y="294"/>
                  </a:cubicBezTo>
                  <a:cubicBezTo>
                    <a:pt x="27" y="294"/>
                    <a:pt x="27" y="294"/>
                    <a:pt x="27" y="294"/>
                  </a:cubicBezTo>
                  <a:cubicBezTo>
                    <a:pt x="29" y="294"/>
                    <a:pt x="32" y="294"/>
                    <a:pt x="34" y="294"/>
                  </a:cubicBezTo>
                  <a:cubicBezTo>
                    <a:pt x="35" y="292"/>
                    <a:pt x="37" y="292"/>
                    <a:pt x="39" y="292"/>
                  </a:cubicBezTo>
                  <a:cubicBezTo>
                    <a:pt x="40" y="296"/>
                    <a:pt x="43" y="297"/>
                    <a:pt x="43" y="301"/>
                  </a:cubicBezTo>
                  <a:cubicBezTo>
                    <a:pt x="46" y="302"/>
                    <a:pt x="50" y="303"/>
                    <a:pt x="53" y="303"/>
                  </a:cubicBezTo>
                  <a:cubicBezTo>
                    <a:pt x="53" y="303"/>
                    <a:pt x="53" y="303"/>
                    <a:pt x="53" y="303"/>
                  </a:cubicBezTo>
                  <a:cubicBezTo>
                    <a:pt x="53" y="303"/>
                    <a:pt x="53" y="303"/>
                    <a:pt x="53" y="303"/>
                  </a:cubicBezTo>
                  <a:cubicBezTo>
                    <a:pt x="53" y="303"/>
                    <a:pt x="52" y="303"/>
                    <a:pt x="51" y="303"/>
                  </a:cubicBezTo>
                  <a:cubicBezTo>
                    <a:pt x="50" y="298"/>
                    <a:pt x="58" y="297"/>
                    <a:pt x="61" y="297"/>
                  </a:cubicBezTo>
                  <a:cubicBezTo>
                    <a:pt x="61" y="296"/>
                    <a:pt x="61" y="296"/>
                    <a:pt x="60" y="296"/>
                  </a:cubicBezTo>
                  <a:cubicBezTo>
                    <a:pt x="60" y="295"/>
                    <a:pt x="60" y="295"/>
                    <a:pt x="60" y="295"/>
                  </a:cubicBezTo>
                  <a:cubicBezTo>
                    <a:pt x="62" y="295"/>
                    <a:pt x="63" y="296"/>
                    <a:pt x="65" y="296"/>
                  </a:cubicBezTo>
                  <a:cubicBezTo>
                    <a:pt x="65" y="295"/>
                    <a:pt x="65" y="293"/>
                    <a:pt x="65" y="292"/>
                  </a:cubicBezTo>
                  <a:cubicBezTo>
                    <a:pt x="67" y="292"/>
                    <a:pt x="71" y="288"/>
                    <a:pt x="69" y="286"/>
                  </a:cubicBezTo>
                  <a:cubicBezTo>
                    <a:pt x="67" y="285"/>
                    <a:pt x="63" y="286"/>
                    <a:pt x="64" y="283"/>
                  </a:cubicBezTo>
                  <a:cubicBezTo>
                    <a:pt x="67" y="282"/>
                    <a:pt x="69" y="282"/>
                    <a:pt x="71" y="282"/>
                  </a:cubicBezTo>
                  <a:cubicBezTo>
                    <a:pt x="71" y="279"/>
                    <a:pt x="70" y="272"/>
                    <a:pt x="65" y="273"/>
                  </a:cubicBezTo>
                  <a:cubicBezTo>
                    <a:pt x="65" y="275"/>
                    <a:pt x="63" y="273"/>
                    <a:pt x="63" y="272"/>
                  </a:cubicBezTo>
                  <a:cubicBezTo>
                    <a:pt x="62" y="269"/>
                    <a:pt x="63" y="269"/>
                    <a:pt x="64" y="268"/>
                  </a:cubicBezTo>
                  <a:cubicBezTo>
                    <a:pt x="66" y="266"/>
                    <a:pt x="60" y="262"/>
                    <a:pt x="61" y="260"/>
                  </a:cubicBezTo>
                  <a:cubicBezTo>
                    <a:pt x="63" y="259"/>
                    <a:pt x="63" y="262"/>
                    <a:pt x="65" y="261"/>
                  </a:cubicBezTo>
                  <a:cubicBezTo>
                    <a:pt x="65" y="260"/>
                    <a:pt x="65" y="259"/>
                    <a:pt x="67" y="258"/>
                  </a:cubicBezTo>
                  <a:cubicBezTo>
                    <a:pt x="70" y="258"/>
                    <a:pt x="69" y="258"/>
                    <a:pt x="70" y="256"/>
                  </a:cubicBezTo>
                  <a:cubicBezTo>
                    <a:pt x="71" y="254"/>
                    <a:pt x="73" y="255"/>
                    <a:pt x="75" y="255"/>
                  </a:cubicBezTo>
                  <a:cubicBezTo>
                    <a:pt x="77" y="256"/>
                    <a:pt x="77" y="257"/>
                    <a:pt x="77" y="259"/>
                  </a:cubicBezTo>
                  <a:cubicBezTo>
                    <a:pt x="79" y="259"/>
                    <a:pt x="81" y="258"/>
                    <a:pt x="83" y="258"/>
                  </a:cubicBezTo>
                  <a:cubicBezTo>
                    <a:pt x="80" y="256"/>
                    <a:pt x="82" y="253"/>
                    <a:pt x="86" y="253"/>
                  </a:cubicBezTo>
                  <a:cubicBezTo>
                    <a:pt x="86" y="252"/>
                    <a:pt x="90" y="251"/>
                    <a:pt x="91" y="251"/>
                  </a:cubicBezTo>
                  <a:cubicBezTo>
                    <a:pt x="94" y="251"/>
                    <a:pt x="95" y="249"/>
                    <a:pt x="95" y="246"/>
                  </a:cubicBezTo>
                  <a:cubicBezTo>
                    <a:pt x="96" y="246"/>
                    <a:pt x="97" y="246"/>
                    <a:pt x="97" y="246"/>
                  </a:cubicBezTo>
                  <a:cubicBezTo>
                    <a:pt x="97" y="245"/>
                    <a:pt x="98" y="242"/>
                    <a:pt x="97" y="242"/>
                  </a:cubicBezTo>
                  <a:cubicBezTo>
                    <a:pt x="101" y="242"/>
                    <a:pt x="106" y="242"/>
                    <a:pt x="109" y="246"/>
                  </a:cubicBezTo>
                  <a:cubicBezTo>
                    <a:pt x="110" y="247"/>
                    <a:pt x="112" y="247"/>
                    <a:pt x="113" y="246"/>
                  </a:cubicBezTo>
                  <a:cubicBezTo>
                    <a:pt x="115" y="245"/>
                    <a:pt x="114" y="244"/>
                    <a:pt x="114" y="242"/>
                  </a:cubicBezTo>
                  <a:cubicBezTo>
                    <a:pt x="118" y="241"/>
                    <a:pt x="124" y="243"/>
                    <a:pt x="129" y="243"/>
                  </a:cubicBezTo>
                  <a:cubicBezTo>
                    <a:pt x="129" y="242"/>
                    <a:pt x="129" y="241"/>
                    <a:pt x="129" y="240"/>
                  </a:cubicBezTo>
                  <a:cubicBezTo>
                    <a:pt x="132" y="240"/>
                    <a:pt x="131" y="241"/>
                    <a:pt x="133" y="242"/>
                  </a:cubicBezTo>
                  <a:cubicBezTo>
                    <a:pt x="135" y="244"/>
                    <a:pt x="135" y="241"/>
                    <a:pt x="135" y="239"/>
                  </a:cubicBezTo>
                  <a:cubicBezTo>
                    <a:pt x="135" y="237"/>
                    <a:pt x="135" y="236"/>
                    <a:pt x="134" y="234"/>
                  </a:cubicBezTo>
                  <a:cubicBezTo>
                    <a:pt x="133" y="232"/>
                    <a:pt x="134" y="230"/>
                    <a:pt x="136" y="230"/>
                  </a:cubicBezTo>
                  <a:cubicBezTo>
                    <a:pt x="136" y="227"/>
                    <a:pt x="134" y="225"/>
                    <a:pt x="134" y="223"/>
                  </a:cubicBezTo>
                  <a:cubicBezTo>
                    <a:pt x="134" y="220"/>
                    <a:pt x="135" y="218"/>
                    <a:pt x="135" y="216"/>
                  </a:cubicBezTo>
                  <a:cubicBezTo>
                    <a:pt x="138" y="215"/>
                    <a:pt x="139" y="217"/>
                    <a:pt x="141" y="219"/>
                  </a:cubicBezTo>
                  <a:cubicBezTo>
                    <a:pt x="141" y="220"/>
                    <a:pt x="145" y="221"/>
                    <a:pt x="145" y="219"/>
                  </a:cubicBezTo>
                  <a:cubicBezTo>
                    <a:pt x="148" y="219"/>
                    <a:pt x="150" y="223"/>
                    <a:pt x="151" y="224"/>
                  </a:cubicBezTo>
                  <a:cubicBezTo>
                    <a:pt x="153" y="225"/>
                    <a:pt x="156" y="225"/>
                    <a:pt x="158" y="225"/>
                  </a:cubicBezTo>
                  <a:cubicBezTo>
                    <a:pt x="158" y="223"/>
                    <a:pt x="158" y="223"/>
                    <a:pt x="158" y="223"/>
                  </a:cubicBezTo>
                  <a:cubicBezTo>
                    <a:pt x="165" y="226"/>
                    <a:pt x="165" y="226"/>
                    <a:pt x="165" y="226"/>
                  </a:cubicBezTo>
                  <a:cubicBezTo>
                    <a:pt x="169" y="226"/>
                    <a:pt x="169" y="227"/>
                    <a:pt x="172" y="229"/>
                  </a:cubicBezTo>
                  <a:cubicBezTo>
                    <a:pt x="173" y="228"/>
                    <a:pt x="174" y="227"/>
                    <a:pt x="174" y="226"/>
                  </a:cubicBezTo>
                  <a:cubicBezTo>
                    <a:pt x="172" y="225"/>
                    <a:pt x="171" y="222"/>
                    <a:pt x="171" y="220"/>
                  </a:cubicBezTo>
                  <a:cubicBezTo>
                    <a:pt x="171" y="219"/>
                    <a:pt x="173" y="218"/>
                    <a:pt x="172" y="217"/>
                  </a:cubicBezTo>
                  <a:cubicBezTo>
                    <a:pt x="172" y="216"/>
                    <a:pt x="171" y="215"/>
                    <a:pt x="171" y="214"/>
                  </a:cubicBezTo>
                  <a:cubicBezTo>
                    <a:pt x="173" y="214"/>
                    <a:pt x="175" y="215"/>
                    <a:pt x="176" y="215"/>
                  </a:cubicBezTo>
                  <a:cubicBezTo>
                    <a:pt x="178" y="215"/>
                    <a:pt x="177" y="212"/>
                    <a:pt x="178" y="211"/>
                  </a:cubicBezTo>
                  <a:cubicBezTo>
                    <a:pt x="180" y="210"/>
                    <a:pt x="180" y="208"/>
                    <a:pt x="182" y="208"/>
                  </a:cubicBezTo>
                  <a:cubicBezTo>
                    <a:pt x="184" y="207"/>
                    <a:pt x="186" y="209"/>
                    <a:pt x="188" y="208"/>
                  </a:cubicBezTo>
                  <a:cubicBezTo>
                    <a:pt x="190" y="214"/>
                    <a:pt x="190" y="208"/>
                    <a:pt x="193" y="207"/>
                  </a:cubicBezTo>
                  <a:cubicBezTo>
                    <a:pt x="196" y="206"/>
                    <a:pt x="196" y="205"/>
                    <a:pt x="194" y="204"/>
                  </a:cubicBezTo>
                  <a:cubicBezTo>
                    <a:pt x="193" y="203"/>
                    <a:pt x="194" y="201"/>
                    <a:pt x="194" y="199"/>
                  </a:cubicBezTo>
                  <a:cubicBezTo>
                    <a:pt x="194" y="199"/>
                    <a:pt x="194" y="199"/>
                    <a:pt x="194" y="199"/>
                  </a:cubicBezTo>
                  <a:cubicBezTo>
                    <a:pt x="194" y="200"/>
                    <a:pt x="194" y="200"/>
                    <a:pt x="194" y="201"/>
                  </a:cubicBezTo>
                  <a:cubicBezTo>
                    <a:pt x="197" y="202"/>
                    <a:pt x="199" y="202"/>
                    <a:pt x="202" y="200"/>
                  </a:cubicBezTo>
                  <a:cubicBezTo>
                    <a:pt x="203" y="199"/>
                    <a:pt x="203" y="199"/>
                    <a:pt x="203" y="199"/>
                  </a:cubicBezTo>
                  <a:cubicBezTo>
                    <a:pt x="203" y="199"/>
                    <a:pt x="203" y="197"/>
                    <a:pt x="203" y="196"/>
                  </a:cubicBezTo>
                  <a:cubicBezTo>
                    <a:pt x="205" y="196"/>
                    <a:pt x="205" y="196"/>
                    <a:pt x="205" y="194"/>
                  </a:cubicBezTo>
                  <a:cubicBezTo>
                    <a:pt x="205" y="193"/>
                    <a:pt x="205" y="192"/>
                    <a:pt x="203" y="192"/>
                  </a:cubicBezTo>
                  <a:cubicBezTo>
                    <a:pt x="206" y="185"/>
                    <a:pt x="213" y="192"/>
                    <a:pt x="215" y="188"/>
                  </a:cubicBezTo>
                  <a:cubicBezTo>
                    <a:pt x="217" y="186"/>
                    <a:pt x="220" y="185"/>
                    <a:pt x="221" y="182"/>
                  </a:cubicBezTo>
                  <a:cubicBezTo>
                    <a:pt x="223" y="179"/>
                    <a:pt x="222" y="179"/>
                    <a:pt x="226" y="179"/>
                  </a:cubicBezTo>
                  <a:cubicBezTo>
                    <a:pt x="227" y="181"/>
                    <a:pt x="226" y="192"/>
                    <a:pt x="230" y="186"/>
                  </a:cubicBezTo>
                  <a:cubicBezTo>
                    <a:pt x="230" y="185"/>
                    <a:pt x="230" y="185"/>
                    <a:pt x="230" y="185"/>
                  </a:cubicBezTo>
                  <a:cubicBezTo>
                    <a:pt x="231" y="185"/>
                    <a:pt x="231" y="184"/>
                    <a:pt x="231" y="184"/>
                  </a:cubicBezTo>
                  <a:cubicBezTo>
                    <a:pt x="232" y="182"/>
                    <a:pt x="233" y="180"/>
                    <a:pt x="232" y="178"/>
                  </a:cubicBezTo>
                  <a:cubicBezTo>
                    <a:pt x="232" y="176"/>
                    <a:pt x="231" y="176"/>
                    <a:pt x="231" y="174"/>
                  </a:cubicBezTo>
                  <a:cubicBezTo>
                    <a:pt x="232" y="174"/>
                    <a:pt x="232" y="172"/>
                    <a:pt x="232" y="171"/>
                  </a:cubicBezTo>
                  <a:cubicBezTo>
                    <a:pt x="233" y="172"/>
                    <a:pt x="234" y="171"/>
                    <a:pt x="234" y="169"/>
                  </a:cubicBezTo>
                  <a:cubicBezTo>
                    <a:pt x="236" y="169"/>
                    <a:pt x="238" y="170"/>
                    <a:pt x="240" y="170"/>
                  </a:cubicBezTo>
                  <a:cubicBezTo>
                    <a:pt x="240" y="169"/>
                    <a:pt x="241" y="165"/>
                    <a:pt x="242" y="164"/>
                  </a:cubicBezTo>
                  <a:cubicBezTo>
                    <a:pt x="243" y="161"/>
                    <a:pt x="245" y="159"/>
                    <a:pt x="248" y="158"/>
                  </a:cubicBezTo>
                  <a:cubicBezTo>
                    <a:pt x="249" y="157"/>
                    <a:pt x="250" y="156"/>
                    <a:pt x="250" y="154"/>
                  </a:cubicBezTo>
                  <a:cubicBezTo>
                    <a:pt x="248" y="154"/>
                    <a:pt x="248" y="154"/>
                    <a:pt x="248" y="154"/>
                  </a:cubicBezTo>
                  <a:cubicBezTo>
                    <a:pt x="248" y="151"/>
                    <a:pt x="239" y="146"/>
                    <a:pt x="246" y="144"/>
                  </a:cubicBezTo>
                  <a:cubicBezTo>
                    <a:pt x="249" y="143"/>
                    <a:pt x="247" y="140"/>
                    <a:pt x="248" y="138"/>
                  </a:cubicBezTo>
                  <a:cubicBezTo>
                    <a:pt x="249" y="136"/>
                    <a:pt x="252" y="136"/>
                    <a:pt x="251" y="133"/>
                  </a:cubicBezTo>
                  <a:cubicBezTo>
                    <a:pt x="252" y="133"/>
                    <a:pt x="253" y="133"/>
                    <a:pt x="254" y="133"/>
                  </a:cubicBezTo>
                  <a:cubicBezTo>
                    <a:pt x="254" y="136"/>
                    <a:pt x="258" y="136"/>
                    <a:pt x="256" y="139"/>
                  </a:cubicBezTo>
                  <a:cubicBezTo>
                    <a:pt x="258" y="137"/>
                    <a:pt x="261" y="138"/>
                    <a:pt x="263" y="138"/>
                  </a:cubicBezTo>
                  <a:cubicBezTo>
                    <a:pt x="264" y="137"/>
                    <a:pt x="264" y="137"/>
                    <a:pt x="264" y="137"/>
                  </a:cubicBezTo>
                  <a:cubicBezTo>
                    <a:pt x="263" y="136"/>
                    <a:pt x="263" y="134"/>
                    <a:pt x="261" y="133"/>
                  </a:cubicBezTo>
                  <a:cubicBezTo>
                    <a:pt x="260" y="133"/>
                    <a:pt x="259" y="132"/>
                    <a:pt x="259" y="131"/>
                  </a:cubicBezTo>
                  <a:cubicBezTo>
                    <a:pt x="264" y="131"/>
                    <a:pt x="266" y="131"/>
                    <a:pt x="269" y="128"/>
                  </a:cubicBezTo>
                  <a:cubicBezTo>
                    <a:pt x="271" y="127"/>
                    <a:pt x="271" y="121"/>
                    <a:pt x="271" y="119"/>
                  </a:cubicBezTo>
                  <a:cubicBezTo>
                    <a:pt x="271" y="118"/>
                    <a:pt x="269" y="118"/>
                    <a:pt x="270" y="117"/>
                  </a:cubicBezTo>
                  <a:cubicBezTo>
                    <a:pt x="270" y="116"/>
                    <a:pt x="272" y="116"/>
                    <a:pt x="272" y="115"/>
                  </a:cubicBezTo>
                  <a:cubicBezTo>
                    <a:pt x="275" y="112"/>
                    <a:pt x="270" y="111"/>
                    <a:pt x="270" y="108"/>
                  </a:cubicBezTo>
                  <a:cubicBezTo>
                    <a:pt x="271" y="108"/>
                    <a:pt x="272" y="108"/>
                    <a:pt x="272" y="107"/>
                  </a:cubicBezTo>
                  <a:cubicBezTo>
                    <a:pt x="274" y="108"/>
                    <a:pt x="280" y="111"/>
                    <a:pt x="280" y="113"/>
                  </a:cubicBezTo>
                  <a:cubicBezTo>
                    <a:pt x="283" y="113"/>
                    <a:pt x="286" y="111"/>
                    <a:pt x="289" y="113"/>
                  </a:cubicBezTo>
                  <a:cubicBezTo>
                    <a:pt x="291" y="114"/>
                    <a:pt x="294" y="113"/>
                    <a:pt x="297" y="113"/>
                  </a:cubicBezTo>
                  <a:cubicBezTo>
                    <a:pt x="297" y="116"/>
                    <a:pt x="296" y="118"/>
                    <a:pt x="296" y="120"/>
                  </a:cubicBezTo>
                  <a:cubicBezTo>
                    <a:pt x="299" y="121"/>
                    <a:pt x="301" y="120"/>
                    <a:pt x="303" y="120"/>
                  </a:cubicBezTo>
                  <a:cubicBezTo>
                    <a:pt x="303" y="122"/>
                    <a:pt x="303" y="122"/>
                    <a:pt x="301" y="123"/>
                  </a:cubicBezTo>
                  <a:cubicBezTo>
                    <a:pt x="300" y="124"/>
                    <a:pt x="300" y="126"/>
                    <a:pt x="300" y="127"/>
                  </a:cubicBezTo>
                  <a:cubicBezTo>
                    <a:pt x="303" y="128"/>
                    <a:pt x="306" y="127"/>
                    <a:pt x="308" y="127"/>
                  </a:cubicBezTo>
                  <a:cubicBezTo>
                    <a:pt x="308" y="127"/>
                    <a:pt x="308" y="127"/>
                    <a:pt x="308" y="127"/>
                  </a:cubicBezTo>
                  <a:cubicBezTo>
                    <a:pt x="311" y="126"/>
                    <a:pt x="312" y="130"/>
                    <a:pt x="315" y="129"/>
                  </a:cubicBezTo>
                  <a:cubicBezTo>
                    <a:pt x="314" y="128"/>
                    <a:pt x="313" y="126"/>
                    <a:pt x="315" y="126"/>
                  </a:cubicBezTo>
                  <a:cubicBezTo>
                    <a:pt x="315" y="124"/>
                    <a:pt x="315" y="123"/>
                    <a:pt x="315" y="122"/>
                  </a:cubicBezTo>
                  <a:cubicBezTo>
                    <a:pt x="315" y="122"/>
                    <a:pt x="316" y="122"/>
                    <a:pt x="316" y="122"/>
                  </a:cubicBezTo>
                  <a:cubicBezTo>
                    <a:pt x="317" y="122"/>
                    <a:pt x="317" y="124"/>
                    <a:pt x="317" y="124"/>
                  </a:cubicBezTo>
                  <a:cubicBezTo>
                    <a:pt x="318" y="125"/>
                    <a:pt x="320" y="124"/>
                    <a:pt x="322" y="124"/>
                  </a:cubicBezTo>
                  <a:cubicBezTo>
                    <a:pt x="322" y="125"/>
                    <a:pt x="322" y="126"/>
                    <a:pt x="322" y="126"/>
                  </a:cubicBezTo>
                  <a:cubicBezTo>
                    <a:pt x="322" y="126"/>
                    <a:pt x="323" y="126"/>
                    <a:pt x="324" y="126"/>
                  </a:cubicBezTo>
                  <a:cubicBezTo>
                    <a:pt x="323" y="128"/>
                    <a:pt x="326" y="131"/>
                    <a:pt x="328" y="129"/>
                  </a:cubicBezTo>
                  <a:cubicBezTo>
                    <a:pt x="329" y="128"/>
                    <a:pt x="327" y="127"/>
                    <a:pt x="328" y="126"/>
                  </a:cubicBezTo>
                  <a:cubicBezTo>
                    <a:pt x="330" y="125"/>
                    <a:pt x="330" y="127"/>
                    <a:pt x="330" y="128"/>
                  </a:cubicBezTo>
                  <a:cubicBezTo>
                    <a:pt x="332" y="128"/>
                    <a:pt x="332" y="126"/>
                    <a:pt x="333" y="125"/>
                  </a:cubicBezTo>
                  <a:cubicBezTo>
                    <a:pt x="335" y="125"/>
                    <a:pt x="337" y="126"/>
                    <a:pt x="339" y="126"/>
                  </a:cubicBezTo>
                  <a:cubicBezTo>
                    <a:pt x="340" y="125"/>
                    <a:pt x="341" y="125"/>
                    <a:pt x="341" y="126"/>
                  </a:cubicBezTo>
                  <a:cubicBezTo>
                    <a:pt x="343" y="129"/>
                    <a:pt x="346" y="131"/>
                    <a:pt x="349" y="132"/>
                  </a:cubicBezTo>
                  <a:cubicBezTo>
                    <a:pt x="349" y="133"/>
                    <a:pt x="351" y="134"/>
                    <a:pt x="351" y="135"/>
                  </a:cubicBezTo>
                  <a:cubicBezTo>
                    <a:pt x="351" y="137"/>
                    <a:pt x="350" y="138"/>
                    <a:pt x="349" y="140"/>
                  </a:cubicBezTo>
                  <a:cubicBezTo>
                    <a:pt x="348" y="143"/>
                    <a:pt x="350" y="146"/>
                    <a:pt x="347" y="148"/>
                  </a:cubicBezTo>
                  <a:cubicBezTo>
                    <a:pt x="345" y="150"/>
                    <a:pt x="344" y="153"/>
                    <a:pt x="347" y="154"/>
                  </a:cubicBezTo>
                  <a:cubicBezTo>
                    <a:pt x="349" y="155"/>
                    <a:pt x="350" y="161"/>
                    <a:pt x="350" y="163"/>
                  </a:cubicBezTo>
                  <a:cubicBezTo>
                    <a:pt x="347" y="164"/>
                    <a:pt x="350" y="166"/>
                    <a:pt x="351" y="167"/>
                  </a:cubicBezTo>
                  <a:cubicBezTo>
                    <a:pt x="353" y="169"/>
                    <a:pt x="357" y="170"/>
                    <a:pt x="360" y="171"/>
                  </a:cubicBezTo>
                  <a:cubicBezTo>
                    <a:pt x="361" y="171"/>
                    <a:pt x="361" y="171"/>
                    <a:pt x="361" y="171"/>
                  </a:cubicBezTo>
                  <a:cubicBezTo>
                    <a:pt x="362" y="170"/>
                    <a:pt x="362" y="170"/>
                    <a:pt x="362" y="170"/>
                  </a:cubicBezTo>
                  <a:cubicBezTo>
                    <a:pt x="362" y="170"/>
                    <a:pt x="363" y="170"/>
                    <a:pt x="364" y="169"/>
                  </a:cubicBezTo>
                  <a:cubicBezTo>
                    <a:pt x="364" y="169"/>
                    <a:pt x="363" y="168"/>
                    <a:pt x="362" y="168"/>
                  </a:cubicBezTo>
                  <a:cubicBezTo>
                    <a:pt x="361" y="164"/>
                    <a:pt x="365" y="165"/>
                    <a:pt x="367" y="164"/>
                  </a:cubicBezTo>
                  <a:cubicBezTo>
                    <a:pt x="371" y="162"/>
                    <a:pt x="366" y="160"/>
                    <a:pt x="365" y="158"/>
                  </a:cubicBezTo>
                  <a:cubicBezTo>
                    <a:pt x="364" y="157"/>
                    <a:pt x="363" y="151"/>
                    <a:pt x="366" y="151"/>
                  </a:cubicBezTo>
                  <a:cubicBezTo>
                    <a:pt x="369" y="150"/>
                    <a:pt x="366" y="146"/>
                    <a:pt x="369" y="145"/>
                  </a:cubicBezTo>
                  <a:cubicBezTo>
                    <a:pt x="369" y="144"/>
                    <a:pt x="369" y="144"/>
                    <a:pt x="369" y="144"/>
                  </a:cubicBezTo>
                  <a:cubicBezTo>
                    <a:pt x="372" y="145"/>
                    <a:pt x="377" y="137"/>
                    <a:pt x="379" y="138"/>
                  </a:cubicBezTo>
                  <a:cubicBezTo>
                    <a:pt x="380" y="139"/>
                    <a:pt x="381" y="142"/>
                    <a:pt x="383" y="142"/>
                  </a:cubicBezTo>
                  <a:cubicBezTo>
                    <a:pt x="385" y="143"/>
                    <a:pt x="387" y="143"/>
                    <a:pt x="389" y="143"/>
                  </a:cubicBezTo>
                  <a:cubicBezTo>
                    <a:pt x="390" y="142"/>
                    <a:pt x="390" y="142"/>
                    <a:pt x="392" y="141"/>
                  </a:cubicBezTo>
                  <a:cubicBezTo>
                    <a:pt x="392" y="140"/>
                    <a:pt x="392" y="141"/>
                    <a:pt x="393" y="140"/>
                  </a:cubicBezTo>
                  <a:cubicBezTo>
                    <a:pt x="392" y="139"/>
                    <a:pt x="394" y="138"/>
                    <a:pt x="394" y="137"/>
                  </a:cubicBezTo>
                  <a:cubicBezTo>
                    <a:pt x="394" y="137"/>
                    <a:pt x="394" y="137"/>
                    <a:pt x="393" y="137"/>
                  </a:cubicBezTo>
                  <a:cubicBezTo>
                    <a:pt x="392" y="135"/>
                    <a:pt x="396" y="134"/>
                    <a:pt x="395" y="13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08" name="Group 207">
              <a:extLst>
                <a:ext uri="{FF2B5EF4-FFF2-40B4-BE49-F238E27FC236}">
                  <a16:creationId xmlns:a16="http://schemas.microsoft.com/office/drawing/2014/main" id="{C250199B-1073-4EE3-A70C-A58F7865992D}"/>
                </a:ext>
              </a:extLst>
            </p:cNvPr>
            <p:cNvGrpSpPr/>
            <p:nvPr/>
          </p:nvGrpSpPr>
          <p:grpSpPr>
            <a:xfrm>
              <a:off x="6221413" y="5003801"/>
              <a:ext cx="411163" cy="1385888"/>
              <a:chOff x="6221413" y="5003801"/>
              <a:chExt cx="411163" cy="1385888"/>
            </a:xfrm>
            <a:grpFill/>
          </p:grpSpPr>
          <p:sp>
            <p:nvSpPr>
              <p:cNvPr id="254" name="Freeform 358">
                <a:extLst>
                  <a:ext uri="{FF2B5EF4-FFF2-40B4-BE49-F238E27FC236}">
                    <a16:creationId xmlns:a16="http://schemas.microsoft.com/office/drawing/2014/main" id="{09B72D9C-C101-4D75-A64C-8B3DA7CFD1A9}"/>
                  </a:ext>
                </a:extLst>
              </p:cNvPr>
              <p:cNvSpPr>
                <a:spLocks/>
              </p:cNvSpPr>
              <p:nvPr/>
            </p:nvSpPr>
            <p:spPr bwMode="auto">
              <a:xfrm>
                <a:off x="6483351" y="5003801"/>
                <a:ext cx="14288" cy="14288"/>
              </a:xfrm>
              <a:custGeom>
                <a:avLst/>
                <a:gdLst>
                  <a:gd name="T0" fmla="*/ 1 w 4"/>
                  <a:gd name="T1" fmla="*/ 0 h 4"/>
                  <a:gd name="T2" fmla="*/ 2 w 4"/>
                  <a:gd name="T3" fmla="*/ 4 h 4"/>
                  <a:gd name="T4" fmla="*/ 4 w 4"/>
                  <a:gd name="T5" fmla="*/ 3 h 4"/>
                  <a:gd name="T6" fmla="*/ 3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0" y="1"/>
                      <a:pt x="0" y="2"/>
                      <a:pt x="2" y="4"/>
                    </a:cubicBezTo>
                    <a:cubicBezTo>
                      <a:pt x="2" y="4"/>
                      <a:pt x="3" y="3"/>
                      <a:pt x="4" y="3"/>
                    </a:cubicBezTo>
                    <a:cubicBezTo>
                      <a:pt x="4" y="2"/>
                      <a:pt x="3" y="2"/>
                      <a:pt x="3" y="1"/>
                    </a:cubicBezTo>
                    <a:lnTo>
                      <a:pt x="1"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5" name="Freeform 359">
                <a:extLst>
                  <a:ext uri="{FF2B5EF4-FFF2-40B4-BE49-F238E27FC236}">
                    <a16:creationId xmlns:a16="http://schemas.microsoft.com/office/drawing/2014/main" id="{768A6F90-8EEF-4A50-803C-F04D9F881AE2}"/>
                  </a:ext>
                </a:extLst>
              </p:cNvPr>
              <p:cNvSpPr>
                <a:spLocks/>
              </p:cNvSpPr>
              <p:nvPr/>
            </p:nvSpPr>
            <p:spPr bwMode="auto">
              <a:xfrm>
                <a:off x="6540501" y="5448301"/>
                <a:ext cx="9525" cy="7938"/>
              </a:xfrm>
              <a:custGeom>
                <a:avLst/>
                <a:gdLst>
                  <a:gd name="T0" fmla="*/ 1 w 3"/>
                  <a:gd name="T1" fmla="*/ 0 h 2"/>
                  <a:gd name="T2" fmla="*/ 0 w 3"/>
                  <a:gd name="T3" fmla="*/ 2 h 2"/>
                  <a:gd name="T4" fmla="*/ 3 w 3"/>
                  <a:gd name="T5" fmla="*/ 2 h 2"/>
                  <a:gd name="T6" fmla="*/ 0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1"/>
                      <a:pt x="0" y="0"/>
                      <a:pt x="0" y="2"/>
                    </a:cubicBezTo>
                    <a:cubicBezTo>
                      <a:pt x="1" y="2"/>
                      <a:pt x="2" y="2"/>
                      <a:pt x="3" y="2"/>
                    </a:cubicBezTo>
                    <a:cubicBezTo>
                      <a:pt x="2" y="1"/>
                      <a:pt x="1" y="1"/>
                      <a:pt x="0" y="1"/>
                    </a:cubicBezTo>
                    <a:lnTo>
                      <a:pt x="1"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6" name="Freeform 360">
                <a:extLst>
                  <a:ext uri="{FF2B5EF4-FFF2-40B4-BE49-F238E27FC236}">
                    <a16:creationId xmlns:a16="http://schemas.microsoft.com/office/drawing/2014/main" id="{36709D56-D2D8-4860-B1AE-384E6576E77B}"/>
                  </a:ext>
                </a:extLst>
              </p:cNvPr>
              <p:cNvSpPr>
                <a:spLocks/>
              </p:cNvSpPr>
              <p:nvPr/>
            </p:nvSpPr>
            <p:spPr bwMode="auto">
              <a:xfrm>
                <a:off x="6348413" y="5332413"/>
                <a:ext cx="46038" cy="88900"/>
              </a:xfrm>
              <a:custGeom>
                <a:avLst/>
                <a:gdLst>
                  <a:gd name="T0" fmla="*/ 12 w 13"/>
                  <a:gd name="T1" fmla="*/ 10 h 25"/>
                  <a:gd name="T2" fmla="*/ 11 w 13"/>
                  <a:gd name="T3" fmla="*/ 1 h 25"/>
                  <a:gd name="T4" fmla="*/ 3 w 13"/>
                  <a:gd name="T5" fmla="*/ 2 h 25"/>
                  <a:gd name="T6" fmla="*/ 3 w 13"/>
                  <a:gd name="T7" fmla="*/ 10 h 25"/>
                  <a:gd name="T8" fmla="*/ 1 w 13"/>
                  <a:gd name="T9" fmla="*/ 16 h 25"/>
                  <a:gd name="T10" fmla="*/ 2 w 13"/>
                  <a:gd name="T11" fmla="*/ 25 h 25"/>
                  <a:gd name="T12" fmla="*/ 10 w 13"/>
                  <a:gd name="T13" fmla="*/ 25 h 25"/>
                  <a:gd name="T14" fmla="*/ 9 w 13"/>
                  <a:gd name="T15" fmla="*/ 17 h 25"/>
                  <a:gd name="T16" fmla="*/ 12 w 13"/>
                  <a:gd name="T17" fmla="*/ 17 h 25"/>
                  <a:gd name="T18" fmla="*/ 13 w 13"/>
                  <a:gd name="T19" fmla="*/ 14 h 25"/>
                  <a:gd name="T20" fmla="*/ 12 w 13"/>
                  <a:gd name="T21"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5">
                    <a:moveTo>
                      <a:pt x="12" y="10"/>
                    </a:moveTo>
                    <a:cubicBezTo>
                      <a:pt x="11" y="8"/>
                      <a:pt x="13" y="3"/>
                      <a:pt x="11" y="1"/>
                    </a:cubicBezTo>
                    <a:cubicBezTo>
                      <a:pt x="10" y="0"/>
                      <a:pt x="4" y="1"/>
                      <a:pt x="3" y="2"/>
                    </a:cubicBezTo>
                    <a:cubicBezTo>
                      <a:pt x="2" y="3"/>
                      <a:pt x="4" y="8"/>
                      <a:pt x="3" y="10"/>
                    </a:cubicBezTo>
                    <a:cubicBezTo>
                      <a:pt x="3" y="12"/>
                      <a:pt x="1" y="14"/>
                      <a:pt x="1" y="16"/>
                    </a:cubicBezTo>
                    <a:cubicBezTo>
                      <a:pt x="0" y="19"/>
                      <a:pt x="2" y="22"/>
                      <a:pt x="2" y="25"/>
                    </a:cubicBezTo>
                    <a:cubicBezTo>
                      <a:pt x="4" y="25"/>
                      <a:pt x="7" y="25"/>
                      <a:pt x="10" y="25"/>
                    </a:cubicBezTo>
                    <a:cubicBezTo>
                      <a:pt x="10" y="22"/>
                      <a:pt x="9" y="20"/>
                      <a:pt x="9" y="17"/>
                    </a:cubicBezTo>
                    <a:cubicBezTo>
                      <a:pt x="10" y="17"/>
                      <a:pt x="11" y="17"/>
                      <a:pt x="12" y="17"/>
                    </a:cubicBezTo>
                    <a:cubicBezTo>
                      <a:pt x="12" y="16"/>
                      <a:pt x="13" y="15"/>
                      <a:pt x="13" y="14"/>
                    </a:cubicBezTo>
                    <a:cubicBezTo>
                      <a:pt x="13" y="12"/>
                      <a:pt x="12" y="12"/>
                      <a:pt x="12" y="1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7" name="Freeform 361">
                <a:extLst>
                  <a:ext uri="{FF2B5EF4-FFF2-40B4-BE49-F238E27FC236}">
                    <a16:creationId xmlns:a16="http://schemas.microsoft.com/office/drawing/2014/main" id="{5962C09D-0637-4B07-8493-E6AEE2CA5399}"/>
                  </a:ext>
                </a:extLst>
              </p:cNvPr>
              <p:cNvSpPr>
                <a:spLocks/>
              </p:cNvSpPr>
              <p:nvPr/>
            </p:nvSpPr>
            <p:spPr bwMode="auto">
              <a:xfrm>
                <a:off x="6370638" y="5427663"/>
                <a:ext cx="14288" cy="25400"/>
              </a:xfrm>
              <a:custGeom>
                <a:avLst/>
                <a:gdLst>
                  <a:gd name="T0" fmla="*/ 3 w 4"/>
                  <a:gd name="T1" fmla="*/ 1 h 7"/>
                  <a:gd name="T2" fmla="*/ 0 w 4"/>
                  <a:gd name="T3" fmla="*/ 3 h 7"/>
                  <a:gd name="T4" fmla="*/ 0 w 4"/>
                  <a:gd name="T5" fmla="*/ 7 h 7"/>
                  <a:gd name="T6" fmla="*/ 3 w 4"/>
                  <a:gd name="T7" fmla="*/ 7 h 7"/>
                  <a:gd name="T8" fmla="*/ 3 w 4"/>
                  <a:gd name="T9" fmla="*/ 1 h 7"/>
                </a:gdLst>
                <a:ahLst/>
                <a:cxnLst>
                  <a:cxn ang="0">
                    <a:pos x="T0" y="T1"/>
                  </a:cxn>
                  <a:cxn ang="0">
                    <a:pos x="T2" y="T3"/>
                  </a:cxn>
                  <a:cxn ang="0">
                    <a:pos x="T4" y="T5"/>
                  </a:cxn>
                  <a:cxn ang="0">
                    <a:pos x="T6" y="T7"/>
                  </a:cxn>
                  <a:cxn ang="0">
                    <a:pos x="T8" y="T9"/>
                  </a:cxn>
                </a:cxnLst>
                <a:rect l="0" t="0" r="r" b="b"/>
                <a:pathLst>
                  <a:path w="4" h="7">
                    <a:moveTo>
                      <a:pt x="3" y="1"/>
                    </a:moveTo>
                    <a:cubicBezTo>
                      <a:pt x="2" y="0"/>
                      <a:pt x="1" y="1"/>
                      <a:pt x="0" y="3"/>
                    </a:cubicBezTo>
                    <a:cubicBezTo>
                      <a:pt x="0" y="4"/>
                      <a:pt x="0" y="6"/>
                      <a:pt x="0" y="7"/>
                    </a:cubicBezTo>
                    <a:cubicBezTo>
                      <a:pt x="3" y="7"/>
                      <a:pt x="3" y="7"/>
                      <a:pt x="3" y="7"/>
                    </a:cubicBezTo>
                    <a:cubicBezTo>
                      <a:pt x="4" y="7"/>
                      <a:pt x="4" y="2"/>
                      <a:pt x="3"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8" name="Freeform 362">
                <a:extLst>
                  <a:ext uri="{FF2B5EF4-FFF2-40B4-BE49-F238E27FC236}">
                    <a16:creationId xmlns:a16="http://schemas.microsoft.com/office/drawing/2014/main" id="{D6D3C230-335D-405C-8F9D-C6BED5244747}"/>
                  </a:ext>
                </a:extLst>
              </p:cNvPr>
              <p:cNvSpPr>
                <a:spLocks/>
              </p:cNvSpPr>
              <p:nvPr/>
            </p:nvSpPr>
            <p:spPr bwMode="auto">
              <a:xfrm>
                <a:off x="6359526" y="5191126"/>
                <a:ext cx="42863" cy="138113"/>
              </a:xfrm>
              <a:custGeom>
                <a:avLst/>
                <a:gdLst>
                  <a:gd name="T0" fmla="*/ 11 w 12"/>
                  <a:gd name="T1" fmla="*/ 14 h 39"/>
                  <a:gd name="T2" fmla="*/ 11 w 12"/>
                  <a:gd name="T3" fmla="*/ 12 h 39"/>
                  <a:gd name="T4" fmla="*/ 6 w 12"/>
                  <a:gd name="T5" fmla="*/ 7 h 39"/>
                  <a:gd name="T6" fmla="*/ 3 w 12"/>
                  <a:gd name="T7" fmla="*/ 13 h 39"/>
                  <a:gd name="T8" fmla="*/ 3 w 12"/>
                  <a:gd name="T9" fmla="*/ 23 h 39"/>
                  <a:gd name="T10" fmla="*/ 1 w 12"/>
                  <a:gd name="T11" fmla="*/ 33 h 39"/>
                  <a:gd name="T12" fmla="*/ 1 w 12"/>
                  <a:gd name="T13" fmla="*/ 37 h 39"/>
                  <a:gd name="T14" fmla="*/ 6 w 12"/>
                  <a:gd name="T15" fmla="*/ 37 h 39"/>
                  <a:gd name="T16" fmla="*/ 5 w 12"/>
                  <a:gd name="T17" fmla="*/ 28 h 39"/>
                  <a:gd name="T18" fmla="*/ 8 w 12"/>
                  <a:gd name="T19" fmla="*/ 28 h 39"/>
                  <a:gd name="T20" fmla="*/ 8 w 12"/>
                  <a:gd name="T21" fmla="*/ 31 h 39"/>
                  <a:gd name="T22" fmla="*/ 11 w 12"/>
                  <a:gd name="T23" fmla="*/ 31 h 39"/>
                  <a:gd name="T24" fmla="*/ 11 w 12"/>
                  <a:gd name="T25" fmla="*/ 23 h 39"/>
                  <a:gd name="T26" fmla="*/ 11 w 12"/>
                  <a:gd name="T27" fmla="*/ 19 h 39"/>
                  <a:gd name="T28" fmla="*/ 8 w 12"/>
                  <a:gd name="T29" fmla="*/ 16 h 39"/>
                  <a:gd name="T30" fmla="*/ 11 w 12"/>
                  <a:gd name="T31"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39">
                    <a:moveTo>
                      <a:pt x="11" y="14"/>
                    </a:moveTo>
                    <a:cubicBezTo>
                      <a:pt x="12" y="12"/>
                      <a:pt x="11" y="14"/>
                      <a:pt x="11" y="12"/>
                    </a:cubicBezTo>
                    <a:cubicBezTo>
                      <a:pt x="11" y="9"/>
                      <a:pt x="9" y="0"/>
                      <a:pt x="6" y="7"/>
                    </a:cubicBezTo>
                    <a:cubicBezTo>
                      <a:pt x="5" y="9"/>
                      <a:pt x="6" y="13"/>
                      <a:pt x="3" y="13"/>
                    </a:cubicBezTo>
                    <a:cubicBezTo>
                      <a:pt x="2" y="16"/>
                      <a:pt x="3" y="20"/>
                      <a:pt x="3" y="23"/>
                    </a:cubicBezTo>
                    <a:cubicBezTo>
                      <a:pt x="3" y="27"/>
                      <a:pt x="2" y="30"/>
                      <a:pt x="1" y="33"/>
                    </a:cubicBezTo>
                    <a:cubicBezTo>
                      <a:pt x="1" y="34"/>
                      <a:pt x="0" y="36"/>
                      <a:pt x="1" y="37"/>
                    </a:cubicBezTo>
                    <a:cubicBezTo>
                      <a:pt x="2" y="39"/>
                      <a:pt x="5" y="38"/>
                      <a:pt x="6" y="37"/>
                    </a:cubicBezTo>
                    <a:cubicBezTo>
                      <a:pt x="8" y="35"/>
                      <a:pt x="4" y="30"/>
                      <a:pt x="5" y="28"/>
                    </a:cubicBezTo>
                    <a:cubicBezTo>
                      <a:pt x="6" y="28"/>
                      <a:pt x="7" y="28"/>
                      <a:pt x="8" y="28"/>
                    </a:cubicBezTo>
                    <a:cubicBezTo>
                      <a:pt x="8" y="29"/>
                      <a:pt x="8" y="30"/>
                      <a:pt x="8" y="31"/>
                    </a:cubicBezTo>
                    <a:cubicBezTo>
                      <a:pt x="9" y="31"/>
                      <a:pt x="10" y="31"/>
                      <a:pt x="11" y="31"/>
                    </a:cubicBezTo>
                    <a:cubicBezTo>
                      <a:pt x="11" y="28"/>
                      <a:pt x="11" y="26"/>
                      <a:pt x="11" y="23"/>
                    </a:cubicBezTo>
                    <a:cubicBezTo>
                      <a:pt x="11" y="22"/>
                      <a:pt x="11" y="19"/>
                      <a:pt x="11" y="19"/>
                    </a:cubicBezTo>
                    <a:cubicBezTo>
                      <a:pt x="10" y="18"/>
                      <a:pt x="8" y="18"/>
                      <a:pt x="8" y="16"/>
                    </a:cubicBezTo>
                    <a:cubicBezTo>
                      <a:pt x="8" y="15"/>
                      <a:pt x="10" y="15"/>
                      <a:pt x="11" y="1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9" name="Freeform 363">
                <a:extLst>
                  <a:ext uri="{FF2B5EF4-FFF2-40B4-BE49-F238E27FC236}">
                    <a16:creationId xmlns:a16="http://schemas.microsoft.com/office/drawing/2014/main" id="{A42209ED-C58C-4DB8-A6FC-9CC2D049DE37}"/>
                  </a:ext>
                </a:extLst>
              </p:cNvPr>
              <p:cNvSpPr>
                <a:spLocks/>
              </p:cNvSpPr>
              <p:nvPr/>
            </p:nvSpPr>
            <p:spPr bwMode="auto">
              <a:xfrm>
                <a:off x="6330951" y="5448301"/>
                <a:ext cx="49213" cy="117475"/>
              </a:xfrm>
              <a:custGeom>
                <a:avLst/>
                <a:gdLst>
                  <a:gd name="T0" fmla="*/ 9 w 14"/>
                  <a:gd name="T1" fmla="*/ 19 h 33"/>
                  <a:gd name="T2" fmla="*/ 9 w 14"/>
                  <a:gd name="T3" fmla="*/ 10 h 33"/>
                  <a:gd name="T4" fmla="*/ 8 w 14"/>
                  <a:gd name="T5" fmla="*/ 3 h 33"/>
                  <a:gd name="T6" fmla="*/ 8 w 14"/>
                  <a:gd name="T7" fmla="*/ 4 h 33"/>
                  <a:gd name="T8" fmla="*/ 8 w 14"/>
                  <a:gd name="T9" fmla="*/ 2 h 33"/>
                  <a:gd name="T10" fmla="*/ 8 w 14"/>
                  <a:gd name="T11" fmla="*/ 3 h 33"/>
                  <a:gd name="T12" fmla="*/ 6 w 14"/>
                  <a:gd name="T13" fmla="*/ 0 h 33"/>
                  <a:gd name="T14" fmla="*/ 4 w 14"/>
                  <a:gd name="T15" fmla="*/ 6 h 33"/>
                  <a:gd name="T16" fmla="*/ 3 w 14"/>
                  <a:gd name="T17" fmla="*/ 12 h 33"/>
                  <a:gd name="T18" fmla="*/ 1 w 14"/>
                  <a:gd name="T19" fmla="*/ 15 h 33"/>
                  <a:gd name="T20" fmla="*/ 1 w 14"/>
                  <a:gd name="T21" fmla="*/ 17 h 33"/>
                  <a:gd name="T22" fmla="*/ 3 w 14"/>
                  <a:gd name="T23" fmla="*/ 18 h 33"/>
                  <a:gd name="T24" fmla="*/ 3 w 14"/>
                  <a:gd name="T25" fmla="*/ 22 h 33"/>
                  <a:gd name="T26" fmla="*/ 4 w 14"/>
                  <a:gd name="T27" fmla="*/ 25 h 33"/>
                  <a:gd name="T28" fmla="*/ 7 w 14"/>
                  <a:gd name="T29" fmla="*/ 28 h 33"/>
                  <a:gd name="T30" fmla="*/ 7 w 14"/>
                  <a:gd name="T31" fmla="*/ 31 h 33"/>
                  <a:gd name="T32" fmla="*/ 10 w 14"/>
                  <a:gd name="T33" fmla="*/ 32 h 33"/>
                  <a:gd name="T34" fmla="*/ 14 w 14"/>
                  <a:gd name="T35" fmla="*/ 31 h 33"/>
                  <a:gd name="T36" fmla="*/ 13 w 14"/>
                  <a:gd name="T37" fmla="*/ 23 h 33"/>
                  <a:gd name="T38" fmla="*/ 14 w 14"/>
                  <a:gd name="T39" fmla="*/ 15 h 33"/>
                  <a:gd name="T40" fmla="*/ 9 w 14"/>
                  <a:gd name="T41"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33">
                    <a:moveTo>
                      <a:pt x="9" y="19"/>
                    </a:moveTo>
                    <a:cubicBezTo>
                      <a:pt x="7" y="17"/>
                      <a:pt x="9" y="13"/>
                      <a:pt x="9" y="10"/>
                    </a:cubicBezTo>
                    <a:cubicBezTo>
                      <a:pt x="10" y="7"/>
                      <a:pt x="9" y="5"/>
                      <a:pt x="8" y="3"/>
                    </a:cubicBezTo>
                    <a:cubicBezTo>
                      <a:pt x="8" y="3"/>
                      <a:pt x="8" y="4"/>
                      <a:pt x="8" y="4"/>
                    </a:cubicBezTo>
                    <a:cubicBezTo>
                      <a:pt x="8" y="2"/>
                      <a:pt x="8" y="2"/>
                      <a:pt x="8" y="2"/>
                    </a:cubicBezTo>
                    <a:cubicBezTo>
                      <a:pt x="8" y="3"/>
                      <a:pt x="8" y="3"/>
                      <a:pt x="8" y="3"/>
                    </a:cubicBezTo>
                    <a:cubicBezTo>
                      <a:pt x="8" y="1"/>
                      <a:pt x="7" y="0"/>
                      <a:pt x="6" y="0"/>
                    </a:cubicBezTo>
                    <a:cubicBezTo>
                      <a:pt x="6" y="2"/>
                      <a:pt x="4" y="4"/>
                      <a:pt x="4" y="6"/>
                    </a:cubicBezTo>
                    <a:cubicBezTo>
                      <a:pt x="4" y="8"/>
                      <a:pt x="5" y="10"/>
                      <a:pt x="3" y="12"/>
                    </a:cubicBezTo>
                    <a:cubicBezTo>
                      <a:pt x="5" y="14"/>
                      <a:pt x="3" y="17"/>
                      <a:pt x="1" y="15"/>
                    </a:cubicBezTo>
                    <a:cubicBezTo>
                      <a:pt x="1" y="15"/>
                      <a:pt x="0" y="16"/>
                      <a:pt x="1" y="17"/>
                    </a:cubicBezTo>
                    <a:cubicBezTo>
                      <a:pt x="1" y="17"/>
                      <a:pt x="2" y="18"/>
                      <a:pt x="3" y="18"/>
                    </a:cubicBezTo>
                    <a:cubicBezTo>
                      <a:pt x="3" y="19"/>
                      <a:pt x="2" y="20"/>
                      <a:pt x="3" y="22"/>
                    </a:cubicBezTo>
                    <a:cubicBezTo>
                      <a:pt x="4" y="22"/>
                      <a:pt x="3" y="24"/>
                      <a:pt x="4" y="25"/>
                    </a:cubicBezTo>
                    <a:cubicBezTo>
                      <a:pt x="4" y="27"/>
                      <a:pt x="6" y="27"/>
                      <a:pt x="7" y="28"/>
                    </a:cubicBezTo>
                    <a:cubicBezTo>
                      <a:pt x="7" y="29"/>
                      <a:pt x="6" y="30"/>
                      <a:pt x="7" y="31"/>
                    </a:cubicBezTo>
                    <a:cubicBezTo>
                      <a:pt x="8" y="33"/>
                      <a:pt x="7" y="33"/>
                      <a:pt x="10" y="32"/>
                    </a:cubicBezTo>
                    <a:cubicBezTo>
                      <a:pt x="11" y="32"/>
                      <a:pt x="12" y="31"/>
                      <a:pt x="14" y="31"/>
                    </a:cubicBezTo>
                    <a:cubicBezTo>
                      <a:pt x="14" y="29"/>
                      <a:pt x="13" y="26"/>
                      <a:pt x="13" y="23"/>
                    </a:cubicBezTo>
                    <a:cubicBezTo>
                      <a:pt x="13" y="20"/>
                      <a:pt x="14" y="18"/>
                      <a:pt x="14" y="15"/>
                    </a:cubicBezTo>
                    <a:cubicBezTo>
                      <a:pt x="11" y="15"/>
                      <a:pt x="11" y="17"/>
                      <a:pt x="9" y="19"/>
                    </a:cubicBezTo>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0" name="Freeform 364">
                <a:extLst>
                  <a:ext uri="{FF2B5EF4-FFF2-40B4-BE49-F238E27FC236}">
                    <a16:creationId xmlns:a16="http://schemas.microsoft.com/office/drawing/2014/main" id="{D4F0BF51-DCDF-4DDF-8498-C5D2B9A660FE}"/>
                  </a:ext>
                </a:extLst>
              </p:cNvPr>
              <p:cNvSpPr>
                <a:spLocks/>
              </p:cNvSpPr>
              <p:nvPr/>
            </p:nvSpPr>
            <p:spPr bwMode="auto">
              <a:xfrm>
                <a:off x="6345238" y="5565776"/>
                <a:ext cx="17463" cy="25400"/>
              </a:xfrm>
              <a:custGeom>
                <a:avLst/>
                <a:gdLst>
                  <a:gd name="T0" fmla="*/ 2 w 5"/>
                  <a:gd name="T1" fmla="*/ 0 h 7"/>
                  <a:gd name="T2" fmla="*/ 0 w 5"/>
                  <a:gd name="T3" fmla="*/ 7 h 7"/>
                  <a:gd name="T4" fmla="*/ 5 w 5"/>
                  <a:gd name="T5" fmla="*/ 7 h 7"/>
                  <a:gd name="T6" fmla="*/ 4 w 5"/>
                  <a:gd name="T7" fmla="*/ 3 h 7"/>
                  <a:gd name="T8" fmla="*/ 5 w 5"/>
                  <a:gd name="T9" fmla="*/ 1 h 7"/>
                  <a:gd name="T10" fmla="*/ 2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2" y="0"/>
                    </a:moveTo>
                    <a:cubicBezTo>
                      <a:pt x="2" y="3"/>
                      <a:pt x="0" y="4"/>
                      <a:pt x="0" y="7"/>
                    </a:cubicBezTo>
                    <a:cubicBezTo>
                      <a:pt x="2" y="7"/>
                      <a:pt x="3" y="7"/>
                      <a:pt x="5" y="7"/>
                    </a:cubicBezTo>
                    <a:cubicBezTo>
                      <a:pt x="5" y="6"/>
                      <a:pt x="5" y="5"/>
                      <a:pt x="4" y="3"/>
                    </a:cubicBezTo>
                    <a:cubicBezTo>
                      <a:pt x="5" y="3"/>
                      <a:pt x="5" y="2"/>
                      <a:pt x="5" y="1"/>
                    </a:cubicBezTo>
                    <a:cubicBezTo>
                      <a:pt x="4" y="1"/>
                      <a:pt x="3" y="1"/>
                      <a:pt x="2" y="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1" name="Freeform 365">
                <a:extLst>
                  <a:ext uri="{FF2B5EF4-FFF2-40B4-BE49-F238E27FC236}">
                    <a16:creationId xmlns:a16="http://schemas.microsoft.com/office/drawing/2014/main" id="{B8BD0EE2-9183-466B-9390-5390ECF6FCBA}"/>
                  </a:ext>
                </a:extLst>
              </p:cNvPr>
              <p:cNvSpPr>
                <a:spLocks/>
              </p:cNvSpPr>
              <p:nvPr/>
            </p:nvSpPr>
            <p:spPr bwMode="auto">
              <a:xfrm>
                <a:off x="6362701" y="5986463"/>
                <a:ext cx="17463" cy="31750"/>
              </a:xfrm>
              <a:custGeom>
                <a:avLst/>
                <a:gdLst>
                  <a:gd name="T0" fmla="*/ 3 w 5"/>
                  <a:gd name="T1" fmla="*/ 1 h 9"/>
                  <a:gd name="T2" fmla="*/ 2 w 5"/>
                  <a:gd name="T3" fmla="*/ 0 h 9"/>
                  <a:gd name="T4" fmla="*/ 0 w 5"/>
                  <a:gd name="T5" fmla="*/ 0 h 9"/>
                  <a:gd name="T6" fmla="*/ 0 w 5"/>
                  <a:gd name="T7" fmla="*/ 8 h 9"/>
                  <a:gd name="T8" fmla="*/ 2 w 5"/>
                  <a:gd name="T9" fmla="*/ 7 h 9"/>
                  <a:gd name="T10" fmla="*/ 4 w 5"/>
                  <a:gd name="T11" fmla="*/ 4 h 9"/>
                  <a:gd name="T12" fmla="*/ 5 w 5"/>
                  <a:gd name="T13" fmla="*/ 3 h 9"/>
                  <a:gd name="T14" fmla="*/ 3 w 5"/>
                  <a:gd name="T15" fmla="*/ 2 h 9"/>
                  <a:gd name="T16" fmla="*/ 3 w 5"/>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3" y="1"/>
                    </a:moveTo>
                    <a:cubicBezTo>
                      <a:pt x="2" y="0"/>
                      <a:pt x="2" y="0"/>
                      <a:pt x="2" y="0"/>
                    </a:cubicBezTo>
                    <a:cubicBezTo>
                      <a:pt x="2" y="0"/>
                      <a:pt x="1" y="0"/>
                      <a:pt x="0" y="0"/>
                    </a:cubicBezTo>
                    <a:cubicBezTo>
                      <a:pt x="0" y="3"/>
                      <a:pt x="0" y="6"/>
                      <a:pt x="0" y="8"/>
                    </a:cubicBezTo>
                    <a:cubicBezTo>
                      <a:pt x="0" y="9"/>
                      <a:pt x="2" y="7"/>
                      <a:pt x="2" y="7"/>
                    </a:cubicBezTo>
                    <a:cubicBezTo>
                      <a:pt x="3" y="6"/>
                      <a:pt x="4" y="4"/>
                      <a:pt x="4" y="4"/>
                    </a:cubicBezTo>
                    <a:cubicBezTo>
                      <a:pt x="4" y="3"/>
                      <a:pt x="4" y="3"/>
                      <a:pt x="5" y="3"/>
                    </a:cubicBezTo>
                    <a:cubicBezTo>
                      <a:pt x="4" y="3"/>
                      <a:pt x="4" y="3"/>
                      <a:pt x="3" y="2"/>
                    </a:cubicBezTo>
                    <a:cubicBezTo>
                      <a:pt x="3" y="2"/>
                      <a:pt x="3" y="1"/>
                      <a:pt x="3"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2" name="Freeform 366">
                <a:extLst>
                  <a:ext uri="{FF2B5EF4-FFF2-40B4-BE49-F238E27FC236}">
                    <a16:creationId xmlns:a16="http://schemas.microsoft.com/office/drawing/2014/main" id="{D566911C-A7B6-4E63-95E7-16361D395EA8}"/>
                  </a:ext>
                </a:extLst>
              </p:cNvPr>
              <p:cNvSpPr>
                <a:spLocks/>
              </p:cNvSpPr>
              <p:nvPr/>
            </p:nvSpPr>
            <p:spPr bwMode="auto">
              <a:xfrm>
                <a:off x="6302376" y="5683251"/>
                <a:ext cx="42863" cy="66675"/>
              </a:xfrm>
              <a:custGeom>
                <a:avLst/>
                <a:gdLst>
                  <a:gd name="T0" fmla="*/ 5 w 12"/>
                  <a:gd name="T1" fmla="*/ 5 h 19"/>
                  <a:gd name="T2" fmla="*/ 5 w 12"/>
                  <a:gd name="T3" fmla="*/ 7 h 19"/>
                  <a:gd name="T4" fmla="*/ 3 w 12"/>
                  <a:gd name="T5" fmla="*/ 7 h 19"/>
                  <a:gd name="T6" fmla="*/ 5 w 12"/>
                  <a:gd name="T7" fmla="*/ 18 h 19"/>
                  <a:gd name="T8" fmla="*/ 8 w 12"/>
                  <a:gd name="T9" fmla="*/ 16 h 19"/>
                  <a:gd name="T10" fmla="*/ 10 w 12"/>
                  <a:gd name="T11" fmla="*/ 14 h 19"/>
                  <a:gd name="T12" fmla="*/ 9 w 12"/>
                  <a:gd name="T13" fmla="*/ 0 h 19"/>
                  <a:gd name="T14" fmla="*/ 5 w 12"/>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5" y="5"/>
                    </a:moveTo>
                    <a:cubicBezTo>
                      <a:pt x="5" y="6"/>
                      <a:pt x="5" y="6"/>
                      <a:pt x="5" y="7"/>
                    </a:cubicBezTo>
                    <a:cubicBezTo>
                      <a:pt x="5" y="7"/>
                      <a:pt x="4" y="7"/>
                      <a:pt x="3" y="7"/>
                    </a:cubicBezTo>
                    <a:cubicBezTo>
                      <a:pt x="3" y="9"/>
                      <a:pt x="0" y="19"/>
                      <a:pt x="5" y="18"/>
                    </a:cubicBezTo>
                    <a:cubicBezTo>
                      <a:pt x="6" y="17"/>
                      <a:pt x="7" y="17"/>
                      <a:pt x="8" y="16"/>
                    </a:cubicBezTo>
                    <a:cubicBezTo>
                      <a:pt x="11" y="15"/>
                      <a:pt x="10" y="16"/>
                      <a:pt x="10" y="14"/>
                    </a:cubicBezTo>
                    <a:cubicBezTo>
                      <a:pt x="11" y="10"/>
                      <a:pt x="12" y="3"/>
                      <a:pt x="9" y="0"/>
                    </a:cubicBezTo>
                    <a:cubicBezTo>
                      <a:pt x="8" y="2"/>
                      <a:pt x="8" y="5"/>
                      <a:pt x="5" y="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3" name="Freeform 367">
                <a:extLst>
                  <a:ext uri="{FF2B5EF4-FFF2-40B4-BE49-F238E27FC236}">
                    <a16:creationId xmlns:a16="http://schemas.microsoft.com/office/drawing/2014/main" id="{2821997B-9EB4-42BD-A4FC-18F1ED2DCD84}"/>
                  </a:ext>
                </a:extLst>
              </p:cNvPr>
              <p:cNvSpPr>
                <a:spLocks/>
              </p:cNvSpPr>
              <p:nvPr/>
            </p:nvSpPr>
            <p:spPr bwMode="auto">
              <a:xfrm>
                <a:off x="6529388" y="6103938"/>
                <a:ext cx="6350" cy="23813"/>
              </a:xfrm>
              <a:custGeom>
                <a:avLst/>
                <a:gdLst>
                  <a:gd name="T0" fmla="*/ 2 w 2"/>
                  <a:gd name="T1" fmla="*/ 2 h 7"/>
                  <a:gd name="T2" fmla="*/ 0 w 2"/>
                  <a:gd name="T3" fmla="*/ 5 h 7"/>
                  <a:gd name="T4" fmla="*/ 2 w 2"/>
                  <a:gd name="T5" fmla="*/ 6 h 7"/>
                  <a:gd name="T6" fmla="*/ 2 w 2"/>
                  <a:gd name="T7" fmla="*/ 4 h 7"/>
                  <a:gd name="T8" fmla="*/ 2 w 2"/>
                  <a:gd name="T9" fmla="*/ 2 h 7"/>
                </a:gdLst>
                <a:ahLst/>
                <a:cxnLst>
                  <a:cxn ang="0">
                    <a:pos x="T0" y="T1"/>
                  </a:cxn>
                  <a:cxn ang="0">
                    <a:pos x="T2" y="T3"/>
                  </a:cxn>
                  <a:cxn ang="0">
                    <a:pos x="T4" y="T5"/>
                  </a:cxn>
                  <a:cxn ang="0">
                    <a:pos x="T6" y="T7"/>
                  </a:cxn>
                  <a:cxn ang="0">
                    <a:pos x="T8" y="T9"/>
                  </a:cxn>
                </a:cxnLst>
                <a:rect l="0" t="0" r="r" b="b"/>
                <a:pathLst>
                  <a:path w="2" h="7">
                    <a:moveTo>
                      <a:pt x="2" y="2"/>
                    </a:moveTo>
                    <a:cubicBezTo>
                      <a:pt x="0" y="0"/>
                      <a:pt x="0" y="4"/>
                      <a:pt x="0" y="5"/>
                    </a:cubicBezTo>
                    <a:cubicBezTo>
                      <a:pt x="0" y="6"/>
                      <a:pt x="1" y="7"/>
                      <a:pt x="2" y="6"/>
                    </a:cubicBezTo>
                    <a:cubicBezTo>
                      <a:pt x="2" y="5"/>
                      <a:pt x="2" y="4"/>
                      <a:pt x="2" y="4"/>
                    </a:cubicBezTo>
                    <a:cubicBezTo>
                      <a:pt x="2" y="3"/>
                      <a:pt x="2" y="3"/>
                      <a:pt x="2"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4" name="Freeform 368">
                <a:extLst>
                  <a:ext uri="{FF2B5EF4-FFF2-40B4-BE49-F238E27FC236}">
                    <a16:creationId xmlns:a16="http://schemas.microsoft.com/office/drawing/2014/main" id="{D1B88ED3-A740-44F2-AB7B-E47396A37365}"/>
                  </a:ext>
                </a:extLst>
              </p:cNvPr>
              <p:cNvSpPr>
                <a:spLocks/>
              </p:cNvSpPr>
              <p:nvPr/>
            </p:nvSpPr>
            <p:spPr bwMode="auto">
              <a:xfrm>
                <a:off x="6572251" y="6276976"/>
                <a:ext cx="17463" cy="14288"/>
              </a:xfrm>
              <a:custGeom>
                <a:avLst/>
                <a:gdLst>
                  <a:gd name="T0" fmla="*/ 2 w 5"/>
                  <a:gd name="T1" fmla="*/ 4 h 4"/>
                  <a:gd name="T2" fmla="*/ 5 w 5"/>
                  <a:gd name="T3" fmla="*/ 4 h 4"/>
                  <a:gd name="T4" fmla="*/ 4 w 5"/>
                  <a:gd name="T5" fmla="*/ 2 h 4"/>
                  <a:gd name="T6" fmla="*/ 5 w 5"/>
                  <a:gd name="T7" fmla="*/ 0 h 4"/>
                  <a:gd name="T8" fmla="*/ 3 w 5"/>
                  <a:gd name="T9" fmla="*/ 0 h 4"/>
                  <a:gd name="T10" fmla="*/ 0 w 5"/>
                  <a:gd name="T11" fmla="*/ 3 h 4"/>
                  <a:gd name="T12" fmla="*/ 3 w 5"/>
                  <a:gd name="T13" fmla="*/ 4 h 4"/>
                  <a:gd name="T14" fmla="*/ 2 w 5"/>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4"/>
                    </a:moveTo>
                    <a:cubicBezTo>
                      <a:pt x="3" y="4"/>
                      <a:pt x="4" y="4"/>
                      <a:pt x="5" y="4"/>
                    </a:cubicBezTo>
                    <a:cubicBezTo>
                      <a:pt x="4" y="3"/>
                      <a:pt x="4" y="2"/>
                      <a:pt x="4" y="2"/>
                    </a:cubicBezTo>
                    <a:cubicBezTo>
                      <a:pt x="5" y="1"/>
                      <a:pt x="4" y="1"/>
                      <a:pt x="5" y="0"/>
                    </a:cubicBezTo>
                    <a:cubicBezTo>
                      <a:pt x="4" y="0"/>
                      <a:pt x="4" y="0"/>
                      <a:pt x="3" y="0"/>
                    </a:cubicBezTo>
                    <a:cubicBezTo>
                      <a:pt x="2" y="1"/>
                      <a:pt x="0" y="1"/>
                      <a:pt x="0" y="3"/>
                    </a:cubicBezTo>
                    <a:cubicBezTo>
                      <a:pt x="1" y="3"/>
                      <a:pt x="2" y="4"/>
                      <a:pt x="3" y="4"/>
                    </a:cubicBezTo>
                    <a:lnTo>
                      <a:pt x="2" y="4"/>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5" name="Freeform 369">
                <a:extLst>
                  <a:ext uri="{FF2B5EF4-FFF2-40B4-BE49-F238E27FC236}">
                    <a16:creationId xmlns:a16="http://schemas.microsoft.com/office/drawing/2014/main" id="{C4879091-E99D-4D72-BB2E-A93592440933}"/>
                  </a:ext>
                </a:extLst>
              </p:cNvPr>
              <p:cNvSpPr>
                <a:spLocks/>
              </p:cNvSpPr>
              <p:nvPr/>
            </p:nvSpPr>
            <p:spPr bwMode="auto">
              <a:xfrm>
                <a:off x="6581776" y="6305551"/>
                <a:ext cx="50800" cy="84138"/>
              </a:xfrm>
              <a:custGeom>
                <a:avLst/>
                <a:gdLst>
                  <a:gd name="T0" fmla="*/ 13 w 14"/>
                  <a:gd name="T1" fmla="*/ 11 h 24"/>
                  <a:gd name="T2" fmla="*/ 10 w 14"/>
                  <a:gd name="T3" fmla="*/ 8 h 24"/>
                  <a:gd name="T4" fmla="*/ 10 w 14"/>
                  <a:gd name="T5" fmla="*/ 1 h 24"/>
                  <a:gd name="T6" fmla="*/ 4 w 14"/>
                  <a:gd name="T7" fmla="*/ 3 h 24"/>
                  <a:gd name="T8" fmla="*/ 0 w 14"/>
                  <a:gd name="T9" fmla="*/ 3 h 24"/>
                  <a:gd name="T10" fmla="*/ 0 w 14"/>
                  <a:gd name="T11" fmla="*/ 11 h 24"/>
                  <a:gd name="T12" fmla="*/ 3 w 14"/>
                  <a:gd name="T13" fmla="*/ 12 h 24"/>
                  <a:gd name="T14" fmla="*/ 6 w 14"/>
                  <a:gd name="T15" fmla="*/ 24 h 24"/>
                  <a:gd name="T16" fmla="*/ 12 w 14"/>
                  <a:gd name="T17" fmla="*/ 24 h 24"/>
                  <a:gd name="T18" fmla="*/ 12 w 14"/>
                  <a:gd name="T19" fmla="*/ 18 h 24"/>
                  <a:gd name="T20" fmla="*/ 12 w 14"/>
                  <a:gd name="T21" fmla="*/ 14 h 24"/>
                  <a:gd name="T22" fmla="*/ 13 w 14"/>
                  <a:gd name="T23"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3" y="11"/>
                    </a:moveTo>
                    <a:cubicBezTo>
                      <a:pt x="13" y="9"/>
                      <a:pt x="11" y="9"/>
                      <a:pt x="10" y="8"/>
                    </a:cubicBezTo>
                    <a:cubicBezTo>
                      <a:pt x="9" y="7"/>
                      <a:pt x="10" y="1"/>
                      <a:pt x="10" y="1"/>
                    </a:cubicBezTo>
                    <a:cubicBezTo>
                      <a:pt x="8" y="1"/>
                      <a:pt x="5" y="0"/>
                      <a:pt x="4" y="3"/>
                    </a:cubicBezTo>
                    <a:cubicBezTo>
                      <a:pt x="3" y="3"/>
                      <a:pt x="1" y="3"/>
                      <a:pt x="0" y="3"/>
                    </a:cubicBezTo>
                    <a:cubicBezTo>
                      <a:pt x="0" y="6"/>
                      <a:pt x="0" y="9"/>
                      <a:pt x="0" y="11"/>
                    </a:cubicBezTo>
                    <a:cubicBezTo>
                      <a:pt x="1" y="12"/>
                      <a:pt x="2" y="12"/>
                      <a:pt x="3" y="12"/>
                    </a:cubicBezTo>
                    <a:cubicBezTo>
                      <a:pt x="5" y="16"/>
                      <a:pt x="6" y="20"/>
                      <a:pt x="6" y="24"/>
                    </a:cubicBezTo>
                    <a:cubicBezTo>
                      <a:pt x="8" y="24"/>
                      <a:pt x="10" y="24"/>
                      <a:pt x="12" y="24"/>
                    </a:cubicBezTo>
                    <a:cubicBezTo>
                      <a:pt x="12" y="22"/>
                      <a:pt x="13" y="20"/>
                      <a:pt x="12" y="18"/>
                    </a:cubicBezTo>
                    <a:cubicBezTo>
                      <a:pt x="12" y="16"/>
                      <a:pt x="11" y="16"/>
                      <a:pt x="12" y="14"/>
                    </a:cubicBezTo>
                    <a:cubicBezTo>
                      <a:pt x="12" y="13"/>
                      <a:pt x="14" y="12"/>
                      <a:pt x="13" y="1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6" name="Freeform 370">
                <a:extLst>
                  <a:ext uri="{FF2B5EF4-FFF2-40B4-BE49-F238E27FC236}">
                    <a16:creationId xmlns:a16="http://schemas.microsoft.com/office/drawing/2014/main" id="{20D5CB04-FDFA-4982-9B98-BC5A63D886A6}"/>
                  </a:ext>
                </a:extLst>
              </p:cNvPr>
              <p:cNvSpPr>
                <a:spLocks/>
              </p:cNvSpPr>
              <p:nvPr/>
            </p:nvSpPr>
            <p:spPr bwMode="auto">
              <a:xfrm>
                <a:off x="6457951" y="6153151"/>
                <a:ext cx="7938" cy="9525"/>
              </a:xfrm>
              <a:custGeom>
                <a:avLst/>
                <a:gdLst>
                  <a:gd name="T0" fmla="*/ 1 w 2"/>
                  <a:gd name="T1" fmla="*/ 0 h 3"/>
                  <a:gd name="T2" fmla="*/ 2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3"/>
                      <a:pt x="2" y="3"/>
                    </a:cubicBezTo>
                    <a:cubicBezTo>
                      <a:pt x="2" y="1"/>
                      <a:pt x="2" y="1"/>
                      <a:pt x="2" y="1"/>
                    </a:cubicBezTo>
                    <a:cubicBezTo>
                      <a:pt x="2" y="1"/>
                      <a:pt x="1" y="1"/>
                      <a:pt x="1" y="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7" name="Freeform 371">
                <a:extLst>
                  <a:ext uri="{FF2B5EF4-FFF2-40B4-BE49-F238E27FC236}">
                    <a16:creationId xmlns:a16="http://schemas.microsoft.com/office/drawing/2014/main" id="{8EA9F63F-521F-475E-99D9-3FC9D6DF5AC8}"/>
                  </a:ext>
                </a:extLst>
              </p:cNvPr>
              <p:cNvSpPr>
                <a:spLocks/>
              </p:cNvSpPr>
              <p:nvPr/>
            </p:nvSpPr>
            <p:spPr bwMode="auto">
              <a:xfrm>
                <a:off x="6434138" y="6138863"/>
                <a:ext cx="20638" cy="31750"/>
              </a:xfrm>
              <a:custGeom>
                <a:avLst/>
                <a:gdLst>
                  <a:gd name="T0" fmla="*/ 3 w 6"/>
                  <a:gd name="T1" fmla="*/ 3 h 9"/>
                  <a:gd name="T2" fmla="*/ 3 w 6"/>
                  <a:gd name="T3" fmla="*/ 0 h 9"/>
                  <a:gd name="T4" fmla="*/ 0 w 6"/>
                  <a:gd name="T5" fmla="*/ 0 h 9"/>
                  <a:gd name="T6" fmla="*/ 2 w 6"/>
                  <a:gd name="T7" fmla="*/ 9 h 9"/>
                  <a:gd name="T8" fmla="*/ 5 w 6"/>
                  <a:gd name="T9" fmla="*/ 9 h 9"/>
                  <a:gd name="T10" fmla="*/ 4 w 6"/>
                  <a:gd name="T11" fmla="*/ 5 h 9"/>
                  <a:gd name="T12" fmla="*/ 3 w 6"/>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3" y="3"/>
                    </a:moveTo>
                    <a:cubicBezTo>
                      <a:pt x="3" y="0"/>
                      <a:pt x="3" y="0"/>
                      <a:pt x="3" y="0"/>
                    </a:cubicBezTo>
                    <a:cubicBezTo>
                      <a:pt x="2" y="0"/>
                      <a:pt x="1" y="0"/>
                      <a:pt x="0" y="0"/>
                    </a:cubicBezTo>
                    <a:cubicBezTo>
                      <a:pt x="0" y="4"/>
                      <a:pt x="2" y="6"/>
                      <a:pt x="2" y="9"/>
                    </a:cubicBezTo>
                    <a:cubicBezTo>
                      <a:pt x="3" y="9"/>
                      <a:pt x="4" y="9"/>
                      <a:pt x="5" y="9"/>
                    </a:cubicBezTo>
                    <a:cubicBezTo>
                      <a:pt x="6" y="7"/>
                      <a:pt x="5" y="6"/>
                      <a:pt x="4" y="5"/>
                    </a:cubicBezTo>
                    <a:cubicBezTo>
                      <a:pt x="3" y="4"/>
                      <a:pt x="3" y="4"/>
                      <a:pt x="3" y="3"/>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8" name="Freeform 372">
                <a:extLst>
                  <a:ext uri="{FF2B5EF4-FFF2-40B4-BE49-F238E27FC236}">
                    <a16:creationId xmlns:a16="http://schemas.microsoft.com/office/drawing/2014/main" id="{FDC43427-65F5-4850-B3C7-FF2644D7151F}"/>
                  </a:ext>
                </a:extLst>
              </p:cNvPr>
              <p:cNvSpPr>
                <a:spLocks/>
              </p:cNvSpPr>
              <p:nvPr/>
            </p:nvSpPr>
            <p:spPr bwMode="auto">
              <a:xfrm>
                <a:off x="6503988" y="6162676"/>
                <a:ext cx="22225" cy="46038"/>
              </a:xfrm>
              <a:custGeom>
                <a:avLst/>
                <a:gdLst>
                  <a:gd name="T0" fmla="*/ 5 w 6"/>
                  <a:gd name="T1" fmla="*/ 4 h 13"/>
                  <a:gd name="T2" fmla="*/ 4 w 6"/>
                  <a:gd name="T3" fmla="*/ 4 h 13"/>
                  <a:gd name="T4" fmla="*/ 3 w 6"/>
                  <a:gd name="T5" fmla="*/ 0 h 13"/>
                  <a:gd name="T6" fmla="*/ 3 w 6"/>
                  <a:gd name="T7" fmla="*/ 6 h 13"/>
                  <a:gd name="T8" fmla="*/ 3 w 6"/>
                  <a:gd name="T9" fmla="*/ 11 h 13"/>
                  <a:gd name="T10" fmla="*/ 5 w 6"/>
                  <a:gd name="T11" fmla="*/ 13 h 13"/>
                  <a:gd name="T12" fmla="*/ 6 w 6"/>
                  <a:gd name="T13" fmla="*/ 6 h 13"/>
                  <a:gd name="T14" fmla="*/ 5 w 6"/>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4"/>
                    </a:moveTo>
                    <a:cubicBezTo>
                      <a:pt x="4" y="4"/>
                      <a:pt x="4" y="4"/>
                      <a:pt x="4" y="4"/>
                    </a:cubicBezTo>
                    <a:cubicBezTo>
                      <a:pt x="4" y="2"/>
                      <a:pt x="4" y="1"/>
                      <a:pt x="3" y="0"/>
                    </a:cubicBezTo>
                    <a:cubicBezTo>
                      <a:pt x="1" y="1"/>
                      <a:pt x="0" y="5"/>
                      <a:pt x="3" y="6"/>
                    </a:cubicBezTo>
                    <a:cubicBezTo>
                      <a:pt x="3" y="8"/>
                      <a:pt x="3" y="9"/>
                      <a:pt x="3" y="11"/>
                    </a:cubicBezTo>
                    <a:cubicBezTo>
                      <a:pt x="4" y="11"/>
                      <a:pt x="5" y="12"/>
                      <a:pt x="5" y="13"/>
                    </a:cubicBezTo>
                    <a:cubicBezTo>
                      <a:pt x="5" y="11"/>
                      <a:pt x="6" y="9"/>
                      <a:pt x="6" y="6"/>
                    </a:cubicBezTo>
                    <a:cubicBezTo>
                      <a:pt x="6" y="5"/>
                      <a:pt x="5" y="5"/>
                      <a:pt x="5"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69" name="Freeform 373">
                <a:extLst>
                  <a:ext uri="{FF2B5EF4-FFF2-40B4-BE49-F238E27FC236}">
                    <a16:creationId xmlns:a16="http://schemas.microsoft.com/office/drawing/2014/main" id="{F1C08414-53EB-4763-8C44-43720561AC63}"/>
                  </a:ext>
                </a:extLst>
              </p:cNvPr>
              <p:cNvSpPr>
                <a:spLocks/>
              </p:cNvSpPr>
              <p:nvPr/>
            </p:nvSpPr>
            <p:spPr bwMode="auto">
              <a:xfrm>
                <a:off x="6483351" y="6205538"/>
                <a:ext cx="25400" cy="11113"/>
              </a:xfrm>
              <a:custGeom>
                <a:avLst/>
                <a:gdLst>
                  <a:gd name="T0" fmla="*/ 5 w 7"/>
                  <a:gd name="T1" fmla="*/ 2 h 3"/>
                  <a:gd name="T2" fmla="*/ 1 w 7"/>
                  <a:gd name="T3" fmla="*/ 0 h 3"/>
                  <a:gd name="T4" fmla="*/ 0 w 7"/>
                  <a:gd name="T5" fmla="*/ 2 h 3"/>
                  <a:gd name="T6" fmla="*/ 7 w 7"/>
                  <a:gd name="T7" fmla="*/ 3 h 3"/>
                  <a:gd name="T8" fmla="*/ 5 w 7"/>
                  <a:gd name="T9" fmla="*/ 2 h 3"/>
                </a:gdLst>
                <a:ahLst/>
                <a:cxnLst>
                  <a:cxn ang="0">
                    <a:pos x="T0" y="T1"/>
                  </a:cxn>
                  <a:cxn ang="0">
                    <a:pos x="T2" y="T3"/>
                  </a:cxn>
                  <a:cxn ang="0">
                    <a:pos x="T4" y="T5"/>
                  </a:cxn>
                  <a:cxn ang="0">
                    <a:pos x="T6" y="T7"/>
                  </a:cxn>
                  <a:cxn ang="0">
                    <a:pos x="T8" y="T9"/>
                  </a:cxn>
                </a:cxnLst>
                <a:rect l="0" t="0" r="r" b="b"/>
                <a:pathLst>
                  <a:path w="7" h="3">
                    <a:moveTo>
                      <a:pt x="5" y="2"/>
                    </a:moveTo>
                    <a:cubicBezTo>
                      <a:pt x="4" y="1"/>
                      <a:pt x="2" y="0"/>
                      <a:pt x="1" y="0"/>
                    </a:cubicBezTo>
                    <a:cubicBezTo>
                      <a:pt x="0" y="1"/>
                      <a:pt x="0" y="1"/>
                      <a:pt x="0" y="2"/>
                    </a:cubicBezTo>
                    <a:cubicBezTo>
                      <a:pt x="0" y="2"/>
                      <a:pt x="7" y="3"/>
                      <a:pt x="7" y="3"/>
                    </a:cubicBezTo>
                    <a:cubicBezTo>
                      <a:pt x="7" y="2"/>
                      <a:pt x="6" y="2"/>
                      <a:pt x="5"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0" name="Freeform 374">
                <a:extLst>
                  <a:ext uri="{FF2B5EF4-FFF2-40B4-BE49-F238E27FC236}">
                    <a16:creationId xmlns:a16="http://schemas.microsoft.com/office/drawing/2014/main" id="{9CAC7268-6AD7-4347-BAC6-06BDD58D88DD}"/>
                  </a:ext>
                </a:extLst>
              </p:cNvPr>
              <p:cNvSpPr>
                <a:spLocks/>
              </p:cNvSpPr>
              <p:nvPr/>
            </p:nvSpPr>
            <p:spPr bwMode="auto">
              <a:xfrm>
                <a:off x="6419851" y="6118226"/>
                <a:ext cx="14288" cy="12700"/>
              </a:xfrm>
              <a:custGeom>
                <a:avLst/>
                <a:gdLst>
                  <a:gd name="T0" fmla="*/ 2 w 4"/>
                  <a:gd name="T1" fmla="*/ 2 h 4"/>
                  <a:gd name="T2" fmla="*/ 1 w 4"/>
                  <a:gd name="T3" fmla="*/ 2 h 4"/>
                  <a:gd name="T4" fmla="*/ 3 w 4"/>
                  <a:gd name="T5" fmla="*/ 4 h 4"/>
                  <a:gd name="T6" fmla="*/ 2 w 4"/>
                  <a:gd name="T7" fmla="*/ 2 h 4"/>
                </a:gdLst>
                <a:ahLst/>
                <a:cxnLst>
                  <a:cxn ang="0">
                    <a:pos x="T0" y="T1"/>
                  </a:cxn>
                  <a:cxn ang="0">
                    <a:pos x="T2" y="T3"/>
                  </a:cxn>
                  <a:cxn ang="0">
                    <a:pos x="T4" y="T5"/>
                  </a:cxn>
                  <a:cxn ang="0">
                    <a:pos x="T6" y="T7"/>
                  </a:cxn>
                </a:cxnLst>
                <a:rect l="0" t="0" r="r" b="b"/>
                <a:pathLst>
                  <a:path w="4" h="4">
                    <a:moveTo>
                      <a:pt x="2" y="2"/>
                    </a:moveTo>
                    <a:cubicBezTo>
                      <a:pt x="1" y="0"/>
                      <a:pt x="0" y="1"/>
                      <a:pt x="1" y="2"/>
                    </a:cubicBezTo>
                    <a:cubicBezTo>
                      <a:pt x="1" y="3"/>
                      <a:pt x="2" y="4"/>
                      <a:pt x="3" y="4"/>
                    </a:cubicBezTo>
                    <a:cubicBezTo>
                      <a:pt x="4" y="2"/>
                      <a:pt x="2" y="3"/>
                      <a:pt x="2"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1" name="Freeform 375">
                <a:extLst>
                  <a:ext uri="{FF2B5EF4-FFF2-40B4-BE49-F238E27FC236}">
                    <a16:creationId xmlns:a16="http://schemas.microsoft.com/office/drawing/2014/main" id="{BF5A0E9D-3AA1-44B5-9376-3A23B1AD8667}"/>
                  </a:ext>
                </a:extLst>
              </p:cNvPr>
              <p:cNvSpPr>
                <a:spLocks/>
              </p:cNvSpPr>
              <p:nvPr/>
            </p:nvSpPr>
            <p:spPr bwMode="auto">
              <a:xfrm>
                <a:off x="6221413" y="5522913"/>
                <a:ext cx="7938" cy="17463"/>
              </a:xfrm>
              <a:custGeom>
                <a:avLst/>
                <a:gdLst>
                  <a:gd name="T0" fmla="*/ 0 w 2"/>
                  <a:gd name="T1" fmla="*/ 0 h 5"/>
                  <a:gd name="T2" fmla="*/ 0 w 2"/>
                  <a:gd name="T3" fmla="*/ 4 h 5"/>
                  <a:gd name="T4" fmla="*/ 2 w 2"/>
                  <a:gd name="T5" fmla="*/ 3 h 5"/>
                  <a:gd name="T6" fmla="*/ 2 w 2"/>
                  <a:gd name="T7" fmla="*/ 2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0" y="1"/>
                      <a:pt x="0" y="3"/>
                      <a:pt x="0" y="4"/>
                    </a:cubicBezTo>
                    <a:cubicBezTo>
                      <a:pt x="2" y="5"/>
                      <a:pt x="1" y="4"/>
                      <a:pt x="2" y="3"/>
                    </a:cubicBezTo>
                    <a:cubicBezTo>
                      <a:pt x="2" y="2"/>
                      <a:pt x="2" y="2"/>
                      <a:pt x="2" y="2"/>
                    </a:cubicBezTo>
                    <a:cubicBezTo>
                      <a:pt x="1" y="2"/>
                      <a:pt x="1" y="1"/>
                      <a:pt x="0" y="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2" name="Freeform 376">
                <a:extLst>
                  <a:ext uri="{FF2B5EF4-FFF2-40B4-BE49-F238E27FC236}">
                    <a16:creationId xmlns:a16="http://schemas.microsoft.com/office/drawing/2014/main" id="{675A5C26-E6EE-4E9E-B492-8A00D6B2D20A}"/>
                  </a:ext>
                </a:extLst>
              </p:cNvPr>
              <p:cNvSpPr>
                <a:spLocks/>
              </p:cNvSpPr>
              <p:nvPr/>
            </p:nvSpPr>
            <p:spPr bwMode="auto">
              <a:xfrm>
                <a:off x="6253163" y="5583238"/>
                <a:ext cx="14288" cy="14288"/>
              </a:xfrm>
              <a:custGeom>
                <a:avLst/>
                <a:gdLst>
                  <a:gd name="T0" fmla="*/ 2 w 4"/>
                  <a:gd name="T1" fmla="*/ 0 h 4"/>
                  <a:gd name="T2" fmla="*/ 1 w 4"/>
                  <a:gd name="T3" fmla="*/ 4 h 4"/>
                  <a:gd name="T4" fmla="*/ 4 w 4"/>
                  <a:gd name="T5" fmla="*/ 4 h 4"/>
                  <a:gd name="T6" fmla="*/ 3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1"/>
                      <a:pt x="0" y="2"/>
                      <a:pt x="1" y="4"/>
                    </a:cubicBezTo>
                    <a:cubicBezTo>
                      <a:pt x="2" y="4"/>
                      <a:pt x="3" y="4"/>
                      <a:pt x="4" y="4"/>
                    </a:cubicBezTo>
                    <a:cubicBezTo>
                      <a:pt x="4" y="2"/>
                      <a:pt x="4" y="1"/>
                      <a:pt x="3" y="0"/>
                    </a:cubicBezTo>
                    <a:lnTo>
                      <a:pt x="2"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3" name="Freeform 377">
                <a:extLst>
                  <a:ext uri="{FF2B5EF4-FFF2-40B4-BE49-F238E27FC236}">
                    <a16:creationId xmlns:a16="http://schemas.microsoft.com/office/drawing/2014/main" id="{FD2AA3EF-C028-4C02-8C2D-1A19850310F7}"/>
                  </a:ext>
                </a:extLst>
              </p:cNvPr>
              <p:cNvSpPr>
                <a:spLocks/>
              </p:cNvSpPr>
              <p:nvPr/>
            </p:nvSpPr>
            <p:spPr bwMode="auto">
              <a:xfrm>
                <a:off x="6483351" y="5003801"/>
                <a:ext cx="14288" cy="14288"/>
              </a:xfrm>
              <a:custGeom>
                <a:avLst/>
                <a:gdLst>
                  <a:gd name="T0" fmla="*/ 4 w 4"/>
                  <a:gd name="T1" fmla="*/ 3 h 4"/>
                  <a:gd name="T2" fmla="*/ 2 w 4"/>
                  <a:gd name="T3" fmla="*/ 4 h 4"/>
                  <a:gd name="T4" fmla="*/ 1 w 4"/>
                  <a:gd name="T5" fmla="*/ 0 h 4"/>
                  <a:gd name="T6" fmla="*/ 3 w 4"/>
                  <a:gd name="T7" fmla="*/ 1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3"/>
                      <a:pt x="2" y="4"/>
                      <a:pt x="2" y="4"/>
                    </a:cubicBezTo>
                    <a:cubicBezTo>
                      <a:pt x="0" y="2"/>
                      <a:pt x="0" y="1"/>
                      <a:pt x="1" y="0"/>
                    </a:cubicBezTo>
                    <a:cubicBezTo>
                      <a:pt x="3" y="1"/>
                      <a:pt x="3" y="1"/>
                      <a:pt x="3" y="1"/>
                    </a:cubicBezTo>
                    <a:cubicBezTo>
                      <a:pt x="3" y="2"/>
                      <a:pt x="4" y="2"/>
                      <a:pt x="4" y="3"/>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4" name="Freeform 378">
                <a:extLst>
                  <a:ext uri="{FF2B5EF4-FFF2-40B4-BE49-F238E27FC236}">
                    <a16:creationId xmlns:a16="http://schemas.microsoft.com/office/drawing/2014/main" id="{6D6CF1E1-3A32-44C8-AAB3-CF672D4F3042}"/>
                  </a:ext>
                </a:extLst>
              </p:cNvPr>
              <p:cNvSpPr>
                <a:spLocks/>
              </p:cNvSpPr>
              <p:nvPr/>
            </p:nvSpPr>
            <p:spPr bwMode="auto">
              <a:xfrm>
                <a:off x="6221413" y="5522913"/>
                <a:ext cx="7938" cy="17463"/>
              </a:xfrm>
              <a:custGeom>
                <a:avLst/>
                <a:gdLst>
                  <a:gd name="T0" fmla="*/ 2 w 2"/>
                  <a:gd name="T1" fmla="*/ 3 h 5"/>
                  <a:gd name="T2" fmla="*/ 0 w 2"/>
                  <a:gd name="T3" fmla="*/ 4 h 5"/>
                  <a:gd name="T4" fmla="*/ 0 w 2"/>
                  <a:gd name="T5" fmla="*/ 0 h 5"/>
                  <a:gd name="T6" fmla="*/ 2 w 2"/>
                  <a:gd name="T7" fmla="*/ 2 h 5"/>
                  <a:gd name="T8" fmla="*/ 2 w 2"/>
                  <a:gd name="T9" fmla="*/ 3 h 5"/>
                </a:gdLst>
                <a:ahLst/>
                <a:cxnLst>
                  <a:cxn ang="0">
                    <a:pos x="T0" y="T1"/>
                  </a:cxn>
                  <a:cxn ang="0">
                    <a:pos x="T2" y="T3"/>
                  </a:cxn>
                  <a:cxn ang="0">
                    <a:pos x="T4" y="T5"/>
                  </a:cxn>
                  <a:cxn ang="0">
                    <a:pos x="T6" y="T7"/>
                  </a:cxn>
                  <a:cxn ang="0">
                    <a:pos x="T8" y="T9"/>
                  </a:cxn>
                </a:cxnLst>
                <a:rect l="0" t="0" r="r" b="b"/>
                <a:pathLst>
                  <a:path w="2" h="5">
                    <a:moveTo>
                      <a:pt x="2" y="3"/>
                    </a:moveTo>
                    <a:cubicBezTo>
                      <a:pt x="1" y="4"/>
                      <a:pt x="2" y="5"/>
                      <a:pt x="0" y="4"/>
                    </a:cubicBezTo>
                    <a:cubicBezTo>
                      <a:pt x="0" y="3"/>
                      <a:pt x="0" y="1"/>
                      <a:pt x="0" y="0"/>
                    </a:cubicBezTo>
                    <a:cubicBezTo>
                      <a:pt x="1" y="1"/>
                      <a:pt x="1" y="2"/>
                      <a:pt x="2" y="2"/>
                    </a:cubicBezTo>
                    <a:lnTo>
                      <a:pt x="2" y="3"/>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5" name="Freeform 379">
                <a:extLst>
                  <a:ext uri="{FF2B5EF4-FFF2-40B4-BE49-F238E27FC236}">
                    <a16:creationId xmlns:a16="http://schemas.microsoft.com/office/drawing/2014/main" id="{462FDE6B-48D3-41B3-8639-C49E13508338}"/>
                  </a:ext>
                </a:extLst>
              </p:cNvPr>
              <p:cNvSpPr>
                <a:spLocks/>
              </p:cNvSpPr>
              <p:nvPr/>
            </p:nvSpPr>
            <p:spPr bwMode="auto">
              <a:xfrm>
                <a:off x="6253163" y="5583238"/>
                <a:ext cx="14288" cy="14288"/>
              </a:xfrm>
              <a:custGeom>
                <a:avLst/>
                <a:gdLst>
                  <a:gd name="T0" fmla="*/ 4 w 4"/>
                  <a:gd name="T1" fmla="*/ 4 h 4"/>
                  <a:gd name="T2" fmla="*/ 1 w 4"/>
                  <a:gd name="T3" fmla="*/ 4 h 4"/>
                  <a:gd name="T4" fmla="*/ 2 w 4"/>
                  <a:gd name="T5" fmla="*/ 0 h 4"/>
                  <a:gd name="T6" fmla="*/ 3 w 4"/>
                  <a:gd name="T7" fmla="*/ 0 h 4"/>
                  <a:gd name="T8" fmla="*/ 4 w 4"/>
                  <a:gd name="T9" fmla="*/ 4 h 4"/>
                </a:gdLst>
                <a:ahLst/>
                <a:cxnLst>
                  <a:cxn ang="0">
                    <a:pos x="T0" y="T1"/>
                  </a:cxn>
                  <a:cxn ang="0">
                    <a:pos x="T2" y="T3"/>
                  </a:cxn>
                  <a:cxn ang="0">
                    <a:pos x="T4" y="T5"/>
                  </a:cxn>
                  <a:cxn ang="0">
                    <a:pos x="T6" y="T7"/>
                  </a:cxn>
                  <a:cxn ang="0">
                    <a:pos x="T8" y="T9"/>
                  </a:cxn>
                </a:cxnLst>
                <a:rect l="0" t="0" r="r" b="b"/>
                <a:pathLst>
                  <a:path w="4" h="4">
                    <a:moveTo>
                      <a:pt x="4" y="4"/>
                    </a:moveTo>
                    <a:cubicBezTo>
                      <a:pt x="3" y="4"/>
                      <a:pt x="2" y="4"/>
                      <a:pt x="1" y="4"/>
                    </a:cubicBezTo>
                    <a:cubicBezTo>
                      <a:pt x="0" y="2"/>
                      <a:pt x="1" y="1"/>
                      <a:pt x="2" y="0"/>
                    </a:cubicBezTo>
                    <a:cubicBezTo>
                      <a:pt x="3" y="0"/>
                      <a:pt x="3" y="0"/>
                      <a:pt x="3" y="0"/>
                    </a:cubicBezTo>
                    <a:cubicBezTo>
                      <a:pt x="4" y="1"/>
                      <a:pt x="4" y="2"/>
                      <a:pt x="4"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6" name="Freeform 380">
                <a:extLst>
                  <a:ext uri="{FF2B5EF4-FFF2-40B4-BE49-F238E27FC236}">
                    <a16:creationId xmlns:a16="http://schemas.microsoft.com/office/drawing/2014/main" id="{E31B2F78-8BC7-4E6E-8004-651C1310A90A}"/>
                  </a:ext>
                </a:extLst>
              </p:cNvPr>
              <p:cNvSpPr>
                <a:spLocks/>
              </p:cNvSpPr>
              <p:nvPr/>
            </p:nvSpPr>
            <p:spPr bwMode="auto">
              <a:xfrm>
                <a:off x="6302376" y="5683251"/>
                <a:ext cx="42863" cy="66675"/>
              </a:xfrm>
              <a:custGeom>
                <a:avLst/>
                <a:gdLst>
                  <a:gd name="T0" fmla="*/ 10 w 12"/>
                  <a:gd name="T1" fmla="*/ 14 h 19"/>
                  <a:gd name="T2" fmla="*/ 8 w 12"/>
                  <a:gd name="T3" fmla="*/ 16 h 19"/>
                  <a:gd name="T4" fmla="*/ 5 w 12"/>
                  <a:gd name="T5" fmla="*/ 18 h 19"/>
                  <a:gd name="T6" fmla="*/ 3 w 12"/>
                  <a:gd name="T7" fmla="*/ 7 h 19"/>
                  <a:gd name="T8" fmla="*/ 5 w 12"/>
                  <a:gd name="T9" fmla="*/ 7 h 19"/>
                  <a:gd name="T10" fmla="*/ 5 w 12"/>
                  <a:gd name="T11" fmla="*/ 5 h 19"/>
                  <a:gd name="T12" fmla="*/ 9 w 12"/>
                  <a:gd name="T13" fmla="*/ 0 h 19"/>
                  <a:gd name="T14" fmla="*/ 10 w 12"/>
                  <a:gd name="T15" fmla="*/ 1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4"/>
                    </a:moveTo>
                    <a:cubicBezTo>
                      <a:pt x="10" y="16"/>
                      <a:pt x="11" y="15"/>
                      <a:pt x="8" y="16"/>
                    </a:cubicBezTo>
                    <a:cubicBezTo>
                      <a:pt x="7" y="17"/>
                      <a:pt x="6" y="17"/>
                      <a:pt x="5" y="18"/>
                    </a:cubicBezTo>
                    <a:cubicBezTo>
                      <a:pt x="0" y="19"/>
                      <a:pt x="3" y="9"/>
                      <a:pt x="3" y="7"/>
                    </a:cubicBezTo>
                    <a:cubicBezTo>
                      <a:pt x="4" y="7"/>
                      <a:pt x="5" y="7"/>
                      <a:pt x="5" y="7"/>
                    </a:cubicBezTo>
                    <a:cubicBezTo>
                      <a:pt x="5" y="6"/>
                      <a:pt x="5" y="6"/>
                      <a:pt x="5" y="5"/>
                    </a:cubicBezTo>
                    <a:cubicBezTo>
                      <a:pt x="8" y="5"/>
                      <a:pt x="8" y="2"/>
                      <a:pt x="9" y="0"/>
                    </a:cubicBezTo>
                    <a:cubicBezTo>
                      <a:pt x="12" y="3"/>
                      <a:pt x="11" y="10"/>
                      <a:pt x="10" y="1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7" name="Freeform 381">
                <a:extLst>
                  <a:ext uri="{FF2B5EF4-FFF2-40B4-BE49-F238E27FC236}">
                    <a16:creationId xmlns:a16="http://schemas.microsoft.com/office/drawing/2014/main" id="{A86E8C4B-8A83-45BF-8F46-33A7463483AA}"/>
                  </a:ext>
                </a:extLst>
              </p:cNvPr>
              <p:cNvSpPr>
                <a:spLocks/>
              </p:cNvSpPr>
              <p:nvPr/>
            </p:nvSpPr>
            <p:spPr bwMode="auto">
              <a:xfrm>
                <a:off x="6345238" y="5565776"/>
                <a:ext cx="17463" cy="25400"/>
              </a:xfrm>
              <a:custGeom>
                <a:avLst/>
                <a:gdLst>
                  <a:gd name="T0" fmla="*/ 5 w 5"/>
                  <a:gd name="T1" fmla="*/ 7 h 7"/>
                  <a:gd name="T2" fmla="*/ 0 w 5"/>
                  <a:gd name="T3" fmla="*/ 7 h 7"/>
                  <a:gd name="T4" fmla="*/ 2 w 5"/>
                  <a:gd name="T5" fmla="*/ 0 h 7"/>
                  <a:gd name="T6" fmla="*/ 5 w 5"/>
                  <a:gd name="T7" fmla="*/ 1 h 7"/>
                  <a:gd name="T8" fmla="*/ 4 w 5"/>
                  <a:gd name="T9" fmla="*/ 3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3" y="7"/>
                      <a:pt x="2" y="7"/>
                      <a:pt x="0" y="7"/>
                    </a:cubicBezTo>
                    <a:cubicBezTo>
                      <a:pt x="0" y="4"/>
                      <a:pt x="2" y="3"/>
                      <a:pt x="2" y="0"/>
                    </a:cubicBezTo>
                    <a:cubicBezTo>
                      <a:pt x="3" y="1"/>
                      <a:pt x="4" y="1"/>
                      <a:pt x="5" y="1"/>
                    </a:cubicBezTo>
                    <a:cubicBezTo>
                      <a:pt x="5" y="2"/>
                      <a:pt x="5" y="3"/>
                      <a:pt x="4" y="3"/>
                    </a:cubicBezTo>
                    <a:cubicBezTo>
                      <a:pt x="5" y="5"/>
                      <a:pt x="5" y="6"/>
                      <a:pt x="5" y="7"/>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8" name="Freeform 382">
                <a:extLst>
                  <a:ext uri="{FF2B5EF4-FFF2-40B4-BE49-F238E27FC236}">
                    <a16:creationId xmlns:a16="http://schemas.microsoft.com/office/drawing/2014/main" id="{31D8E2EF-EA52-4497-8CF1-5CF94B4C8006}"/>
                  </a:ext>
                </a:extLst>
              </p:cNvPr>
              <p:cNvSpPr>
                <a:spLocks/>
              </p:cNvSpPr>
              <p:nvPr/>
            </p:nvSpPr>
            <p:spPr bwMode="auto">
              <a:xfrm>
                <a:off x="6362701" y="5986463"/>
                <a:ext cx="17463" cy="31750"/>
              </a:xfrm>
              <a:custGeom>
                <a:avLst/>
                <a:gdLst>
                  <a:gd name="T0" fmla="*/ 4 w 5"/>
                  <a:gd name="T1" fmla="*/ 4 h 9"/>
                  <a:gd name="T2" fmla="*/ 2 w 5"/>
                  <a:gd name="T3" fmla="*/ 7 h 9"/>
                  <a:gd name="T4" fmla="*/ 0 w 5"/>
                  <a:gd name="T5" fmla="*/ 8 h 9"/>
                  <a:gd name="T6" fmla="*/ 0 w 5"/>
                  <a:gd name="T7" fmla="*/ 0 h 9"/>
                  <a:gd name="T8" fmla="*/ 2 w 5"/>
                  <a:gd name="T9" fmla="*/ 0 h 9"/>
                  <a:gd name="T10" fmla="*/ 3 w 5"/>
                  <a:gd name="T11" fmla="*/ 1 h 9"/>
                  <a:gd name="T12" fmla="*/ 3 w 5"/>
                  <a:gd name="T13" fmla="*/ 2 h 9"/>
                  <a:gd name="T14" fmla="*/ 5 w 5"/>
                  <a:gd name="T15" fmla="*/ 3 h 9"/>
                  <a:gd name="T16" fmla="*/ 4 w 5"/>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4"/>
                    </a:moveTo>
                    <a:cubicBezTo>
                      <a:pt x="4" y="4"/>
                      <a:pt x="3" y="6"/>
                      <a:pt x="2" y="7"/>
                    </a:cubicBezTo>
                    <a:cubicBezTo>
                      <a:pt x="2" y="7"/>
                      <a:pt x="0" y="9"/>
                      <a:pt x="0" y="8"/>
                    </a:cubicBezTo>
                    <a:cubicBezTo>
                      <a:pt x="0" y="6"/>
                      <a:pt x="0" y="3"/>
                      <a:pt x="0" y="0"/>
                    </a:cubicBezTo>
                    <a:cubicBezTo>
                      <a:pt x="1" y="0"/>
                      <a:pt x="2" y="0"/>
                      <a:pt x="2" y="0"/>
                    </a:cubicBezTo>
                    <a:cubicBezTo>
                      <a:pt x="3" y="1"/>
                      <a:pt x="3" y="1"/>
                      <a:pt x="3" y="1"/>
                    </a:cubicBezTo>
                    <a:cubicBezTo>
                      <a:pt x="3" y="1"/>
                      <a:pt x="3" y="2"/>
                      <a:pt x="3" y="2"/>
                    </a:cubicBezTo>
                    <a:cubicBezTo>
                      <a:pt x="4" y="3"/>
                      <a:pt x="4" y="3"/>
                      <a:pt x="5" y="3"/>
                    </a:cubicBezTo>
                    <a:cubicBezTo>
                      <a:pt x="4" y="3"/>
                      <a:pt x="4" y="3"/>
                      <a:pt x="4"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79" name="Freeform 383">
                <a:extLst>
                  <a:ext uri="{FF2B5EF4-FFF2-40B4-BE49-F238E27FC236}">
                    <a16:creationId xmlns:a16="http://schemas.microsoft.com/office/drawing/2014/main" id="{E40F5EC6-361C-42DA-894D-1F8317C88F92}"/>
                  </a:ext>
                </a:extLst>
              </p:cNvPr>
              <p:cNvSpPr>
                <a:spLocks/>
              </p:cNvSpPr>
              <p:nvPr/>
            </p:nvSpPr>
            <p:spPr bwMode="auto">
              <a:xfrm>
                <a:off x="6330951" y="5448301"/>
                <a:ext cx="49213" cy="117475"/>
              </a:xfrm>
              <a:custGeom>
                <a:avLst/>
                <a:gdLst>
                  <a:gd name="T0" fmla="*/ 14 w 14"/>
                  <a:gd name="T1" fmla="*/ 31 h 33"/>
                  <a:gd name="T2" fmla="*/ 10 w 14"/>
                  <a:gd name="T3" fmla="*/ 32 h 33"/>
                  <a:gd name="T4" fmla="*/ 7 w 14"/>
                  <a:gd name="T5" fmla="*/ 31 h 33"/>
                  <a:gd name="T6" fmla="*/ 7 w 14"/>
                  <a:gd name="T7" fmla="*/ 28 h 33"/>
                  <a:gd name="T8" fmla="*/ 4 w 14"/>
                  <a:gd name="T9" fmla="*/ 25 h 33"/>
                  <a:gd name="T10" fmla="*/ 3 w 14"/>
                  <a:gd name="T11" fmla="*/ 22 h 33"/>
                  <a:gd name="T12" fmla="*/ 3 w 14"/>
                  <a:gd name="T13" fmla="*/ 18 h 33"/>
                  <a:gd name="T14" fmla="*/ 1 w 14"/>
                  <a:gd name="T15" fmla="*/ 17 h 33"/>
                  <a:gd name="T16" fmla="*/ 1 w 14"/>
                  <a:gd name="T17" fmla="*/ 15 h 33"/>
                  <a:gd name="T18" fmla="*/ 3 w 14"/>
                  <a:gd name="T19" fmla="*/ 12 h 33"/>
                  <a:gd name="T20" fmla="*/ 4 w 14"/>
                  <a:gd name="T21" fmla="*/ 6 h 33"/>
                  <a:gd name="T22" fmla="*/ 6 w 14"/>
                  <a:gd name="T23" fmla="*/ 0 h 33"/>
                  <a:gd name="T24" fmla="*/ 8 w 14"/>
                  <a:gd name="T25" fmla="*/ 3 h 33"/>
                  <a:gd name="T26" fmla="*/ 8 w 14"/>
                  <a:gd name="T27" fmla="*/ 2 h 33"/>
                  <a:gd name="T28" fmla="*/ 8 w 14"/>
                  <a:gd name="T29" fmla="*/ 4 h 33"/>
                  <a:gd name="T30" fmla="*/ 8 w 14"/>
                  <a:gd name="T31" fmla="*/ 3 h 33"/>
                  <a:gd name="T32" fmla="*/ 9 w 14"/>
                  <a:gd name="T33" fmla="*/ 10 h 33"/>
                  <a:gd name="T34" fmla="*/ 9 w 14"/>
                  <a:gd name="T35" fmla="*/ 19 h 33"/>
                  <a:gd name="T36" fmla="*/ 14 w 14"/>
                  <a:gd name="T37" fmla="*/ 15 h 33"/>
                  <a:gd name="T38" fmla="*/ 13 w 14"/>
                  <a:gd name="T39" fmla="*/ 23 h 33"/>
                  <a:gd name="T40" fmla="*/ 14 w 14"/>
                  <a:gd name="T4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33">
                    <a:moveTo>
                      <a:pt x="14" y="31"/>
                    </a:moveTo>
                    <a:cubicBezTo>
                      <a:pt x="12" y="31"/>
                      <a:pt x="11" y="32"/>
                      <a:pt x="10" y="32"/>
                    </a:cubicBezTo>
                    <a:cubicBezTo>
                      <a:pt x="7" y="33"/>
                      <a:pt x="8" y="33"/>
                      <a:pt x="7" y="31"/>
                    </a:cubicBezTo>
                    <a:cubicBezTo>
                      <a:pt x="6" y="30"/>
                      <a:pt x="7" y="29"/>
                      <a:pt x="7" y="28"/>
                    </a:cubicBezTo>
                    <a:cubicBezTo>
                      <a:pt x="6" y="27"/>
                      <a:pt x="4" y="27"/>
                      <a:pt x="4" y="25"/>
                    </a:cubicBezTo>
                    <a:cubicBezTo>
                      <a:pt x="3" y="24"/>
                      <a:pt x="4" y="22"/>
                      <a:pt x="3" y="22"/>
                    </a:cubicBezTo>
                    <a:cubicBezTo>
                      <a:pt x="2" y="20"/>
                      <a:pt x="3" y="19"/>
                      <a:pt x="3" y="18"/>
                    </a:cubicBezTo>
                    <a:cubicBezTo>
                      <a:pt x="2" y="18"/>
                      <a:pt x="1" y="17"/>
                      <a:pt x="1" y="17"/>
                    </a:cubicBezTo>
                    <a:cubicBezTo>
                      <a:pt x="0" y="16"/>
                      <a:pt x="1" y="15"/>
                      <a:pt x="1" y="15"/>
                    </a:cubicBezTo>
                    <a:cubicBezTo>
                      <a:pt x="3" y="17"/>
                      <a:pt x="5" y="14"/>
                      <a:pt x="3" y="12"/>
                    </a:cubicBezTo>
                    <a:cubicBezTo>
                      <a:pt x="5" y="10"/>
                      <a:pt x="4" y="8"/>
                      <a:pt x="4" y="6"/>
                    </a:cubicBezTo>
                    <a:cubicBezTo>
                      <a:pt x="4" y="4"/>
                      <a:pt x="6" y="2"/>
                      <a:pt x="6" y="0"/>
                    </a:cubicBezTo>
                    <a:cubicBezTo>
                      <a:pt x="7" y="0"/>
                      <a:pt x="8" y="1"/>
                      <a:pt x="8" y="3"/>
                    </a:cubicBezTo>
                    <a:cubicBezTo>
                      <a:pt x="8" y="2"/>
                      <a:pt x="8" y="2"/>
                      <a:pt x="8" y="2"/>
                    </a:cubicBezTo>
                    <a:cubicBezTo>
                      <a:pt x="8" y="4"/>
                      <a:pt x="8" y="4"/>
                      <a:pt x="8" y="4"/>
                    </a:cubicBezTo>
                    <a:cubicBezTo>
                      <a:pt x="8" y="4"/>
                      <a:pt x="8" y="3"/>
                      <a:pt x="8" y="3"/>
                    </a:cubicBezTo>
                    <a:cubicBezTo>
                      <a:pt x="9" y="5"/>
                      <a:pt x="10" y="7"/>
                      <a:pt x="9" y="10"/>
                    </a:cubicBezTo>
                    <a:cubicBezTo>
                      <a:pt x="9" y="13"/>
                      <a:pt x="7" y="17"/>
                      <a:pt x="9" y="19"/>
                    </a:cubicBezTo>
                    <a:cubicBezTo>
                      <a:pt x="11" y="17"/>
                      <a:pt x="11" y="15"/>
                      <a:pt x="14" y="15"/>
                    </a:cubicBezTo>
                    <a:cubicBezTo>
                      <a:pt x="14" y="18"/>
                      <a:pt x="13" y="20"/>
                      <a:pt x="13" y="23"/>
                    </a:cubicBezTo>
                    <a:cubicBezTo>
                      <a:pt x="13" y="26"/>
                      <a:pt x="14" y="29"/>
                      <a:pt x="14" y="31"/>
                    </a:cubicBezTo>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0" name="Freeform 384">
                <a:extLst>
                  <a:ext uri="{FF2B5EF4-FFF2-40B4-BE49-F238E27FC236}">
                    <a16:creationId xmlns:a16="http://schemas.microsoft.com/office/drawing/2014/main" id="{2FBB90B6-0F4E-4E54-9A0C-EEEA65911C22}"/>
                  </a:ext>
                </a:extLst>
              </p:cNvPr>
              <p:cNvSpPr>
                <a:spLocks/>
              </p:cNvSpPr>
              <p:nvPr/>
            </p:nvSpPr>
            <p:spPr bwMode="auto">
              <a:xfrm>
                <a:off x="6370638" y="5427663"/>
                <a:ext cx="14288" cy="25400"/>
              </a:xfrm>
              <a:custGeom>
                <a:avLst/>
                <a:gdLst>
                  <a:gd name="T0" fmla="*/ 3 w 4"/>
                  <a:gd name="T1" fmla="*/ 7 h 7"/>
                  <a:gd name="T2" fmla="*/ 0 w 4"/>
                  <a:gd name="T3" fmla="*/ 7 h 7"/>
                  <a:gd name="T4" fmla="*/ 0 w 4"/>
                  <a:gd name="T5" fmla="*/ 3 h 7"/>
                  <a:gd name="T6" fmla="*/ 3 w 4"/>
                  <a:gd name="T7" fmla="*/ 1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0" y="7"/>
                      <a:pt x="0" y="7"/>
                      <a:pt x="0" y="7"/>
                    </a:cubicBezTo>
                    <a:cubicBezTo>
                      <a:pt x="0" y="6"/>
                      <a:pt x="0" y="4"/>
                      <a:pt x="0" y="3"/>
                    </a:cubicBezTo>
                    <a:cubicBezTo>
                      <a:pt x="1" y="1"/>
                      <a:pt x="2" y="0"/>
                      <a:pt x="3" y="1"/>
                    </a:cubicBezTo>
                    <a:cubicBezTo>
                      <a:pt x="4" y="2"/>
                      <a:pt x="4" y="7"/>
                      <a:pt x="3" y="7"/>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1" name="Freeform 385">
                <a:extLst>
                  <a:ext uri="{FF2B5EF4-FFF2-40B4-BE49-F238E27FC236}">
                    <a16:creationId xmlns:a16="http://schemas.microsoft.com/office/drawing/2014/main" id="{64A66658-F043-4268-8D43-E226A305FEC7}"/>
                  </a:ext>
                </a:extLst>
              </p:cNvPr>
              <p:cNvSpPr>
                <a:spLocks/>
              </p:cNvSpPr>
              <p:nvPr/>
            </p:nvSpPr>
            <p:spPr bwMode="auto">
              <a:xfrm>
                <a:off x="6348413" y="5332413"/>
                <a:ext cx="46038" cy="88900"/>
              </a:xfrm>
              <a:custGeom>
                <a:avLst/>
                <a:gdLst>
                  <a:gd name="T0" fmla="*/ 12 w 13"/>
                  <a:gd name="T1" fmla="*/ 17 h 25"/>
                  <a:gd name="T2" fmla="*/ 9 w 13"/>
                  <a:gd name="T3" fmla="*/ 17 h 25"/>
                  <a:gd name="T4" fmla="*/ 10 w 13"/>
                  <a:gd name="T5" fmla="*/ 25 h 25"/>
                  <a:gd name="T6" fmla="*/ 2 w 13"/>
                  <a:gd name="T7" fmla="*/ 25 h 25"/>
                  <a:gd name="T8" fmla="*/ 1 w 13"/>
                  <a:gd name="T9" fmla="*/ 16 h 25"/>
                  <a:gd name="T10" fmla="*/ 3 w 13"/>
                  <a:gd name="T11" fmla="*/ 10 h 25"/>
                  <a:gd name="T12" fmla="*/ 3 w 13"/>
                  <a:gd name="T13" fmla="*/ 2 h 25"/>
                  <a:gd name="T14" fmla="*/ 11 w 13"/>
                  <a:gd name="T15" fmla="*/ 1 h 25"/>
                  <a:gd name="T16" fmla="*/ 12 w 13"/>
                  <a:gd name="T17" fmla="*/ 10 h 25"/>
                  <a:gd name="T18" fmla="*/ 13 w 13"/>
                  <a:gd name="T19" fmla="*/ 14 h 25"/>
                  <a:gd name="T20" fmla="*/ 12 w 13"/>
                  <a:gd name="T21"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5">
                    <a:moveTo>
                      <a:pt x="12" y="17"/>
                    </a:moveTo>
                    <a:cubicBezTo>
                      <a:pt x="11" y="17"/>
                      <a:pt x="10" y="17"/>
                      <a:pt x="9" y="17"/>
                    </a:cubicBezTo>
                    <a:cubicBezTo>
                      <a:pt x="9" y="20"/>
                      <a:pt x="10" y="22"/>
                      <a:pt x="10" y="25"/>
                    </a:cubicBezTo>
                    <a:cubicBezTo>
                      <a:pt x="7" y="25"/>
                      <a:pt x="4" y="25"/>
                      <a:pt x="2" y="25"/>
                    </a:cubicBezTo>
                    <a:cubicBezTo>
                      <a:pt x="2" y="22"/>
                      <a:pt x="0" y="19"/>
                      <a:pt x="1" y="16"/>
                    </a:cubicBezTo>
                    <a:cubicBezTo>
                      <a:pt x="1" y="14"/>
                      <a:pt x="3" y="12"/>
                      <a:pt x="3" y="10"/>
                    </a:cubicBezTo>
                    <a:cubicBezTo>
                      <a:pt x="4" y="8"/>
                      <a:pt x="2" y="3"/>
                      <a:pt x="3" y="2"/>
                    </a:cubicBezTo>
                    <a:cubicBezTo>
                      <a:pt x="4" y="1"/>
                      <a:pt x="10" y="0"/>
                      <a:pt x="11" y="1"/>
                    </a:cubicBezTo>
                    <a:cubicBezTo>
                      <a:pt x="13" y="3"/>
                      <a:pt x="11" y="8"/>
                      <a:pt x="12" y="10"/>
                    </a:cubicBezTo>
                    <a:cubicBezTo>
                      <a:pt x="12" y="12"/>
                      <a:pt x="13" y="12"/>
                      <a:pt x="13" y="14"/>
                    </a:cubicBezTo>
                    <a:cubicBezTo>
                      <a:pt x="13" y="15"/>
                      <a:pt x="12" y="16"/>
                      <a:pt x="12" y="17"/>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2" name="Freeform 386">
                <a:extLst>
                  <a:ext uri="{FF2B5EF4-FFF2-40B4-BE49-F238E27FC236}">
                    <a16:creationId xmlns:a16="http://schemas.microsoft.com/office/drawing/2014/main" id="{3DC70C9E-B537-4577-94D6-CB2F576F00CB}"/>
                  </a:ext>
                </a:extLst>
              </p:cNvPr>
              <p:cNvSpPr>
                <a:spLocks/>
              </p:cNvSpPr>
              <p:nvPr/>
            </p:nvSpPr>
            <p:spPr bwMode="auto">
              <a:xfrm>
                <a:off x="6359526" y="5191126"/>
                <a:ext cx="42863" cy="138113"/>
              </a:xfrm>
              <a:custGeom>
                <a:avLst/>
                <a:gdLst>
                  <a:gd name="T0" fmla="*/ 11 w 12"/>
                  <a:gd name="T1" fmla="*/ 19 h 39"/>
                  <a:gd name="T2" fmla="*/ 11 w 12"/>
                  <a:gd name="T3" fmla="*/ 23 h 39"/>
                  <a:gd name="T4" fmla="*/ 11 w 12"/>
                  <a:gd name="T5" fmla="*/ 31 h 39"/>
                  <a:gd name="T6" fmla="*/ 8 w 12"/>
                  <a:gd name="T7" fmla="*/ 31 h 39"/>
                  <a:gd name="T8" fmla="*/ 8 w 12"/>
                  <a:gd name="T9" fmla="*/ 28 h 39"/>
                  <a:gd name="T10" fmla="*/ 5 w 12"/>
                  <a:gd name="T11" fmla="*/ 28 h 39"/>
                  <a:gd name="T12" fmla="*/ 6 w 12"/>
                  <a:gd name="T13" fmla="*/ 37 h 39"/>
                  <a:gd name="T14" fmla="*/ 1 w 12"/>
                  <a:gd name="T15" fmla="*/ 37 h 39"/>
                  <a:gd name="T16" fmla="*/ 1 w 12"/>
                  <a:gd name="T17" fmla="*/ 33 h 39"/>
                  <a:gd name="T18" fmla="*/ 3 w 12"/>
                  <a:gd name="T19" fmla="*/ 23 h 39"/>
                  <a:gd name="T20" fmla="*/ 3 w 12"/>
                  <a:gd name="T21" fmla="*/ 13 h 39"/>
                  <a:gd name="T22" fmla="*/ 6 w 12"/>
                  <a:gd name="T23" fmla="*/ 7 h 39"/>
                  <a:gd name="T24" fmla="*/ 11 w 12"/>
                  <a:gd name="T25" fmla="*/ 12 h 39"/>
                  <a:gd name="T26" fmla="*/ 11 w 12"/>
                  <a:gd name="T27" fmla="*/ 14 h 39"/>
                  <a:gd name="T28" fmla="*/ 8 w 12"/>
                  <a:gd name="T29" fmla="*/ 16 h 39"/>
                  <a:gd name="T30" fmla="*/ 11 w 12"/>
                  <a:gd name="T31"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39">
                    <a:moveTo>
                      <a:pt x="11" y="19"/>
                    </a:moveTo>
                    <a:cubicBezTo>
                      <a:pt x="11" y="19"/>
                      <a:pt x="11" y="22"/>
                      <a:pt x="11" y="23"/>
                    </a:cubicBezTo>
                    <a:cubicBezTo>
                      <a:pt x="11" y="26"/>
                      <a:pt x="11" y="28"/>
                      <a:pt x="11" y="31"/>
                    </a:cubicBezTo>
                    <a:cubicBezTo>
                      <a:pt x="10" y="31"/>
                      <a:pt x="9" y="31"/>
                      <a:pt x="8" y="31"/>
                    </a:cubicBezTo>
                    <a:cubicBezTo>
                      <a:pt x="8" y="30"/>
                      <a:pt x="8" y="29"/>
                      <a:pt x="8" y="28"/>
                    </a:cubicBezTo>
                    <a:cubicBezTo>
                      <a:pt x="7" y="28"/>
                      <a:pt x="6" y="28"/>
                      <a:pt x="5" y="28"/>
                    </a:cubicBezTo>
                    <a:cubicBezTo>
                      <a:pt x="4" y="30"/>
                      <a:pt x="8" y="35"/>
                      <a:pt x="6" y="37"/>
                    </a:cubicBezTo>
                    <a:cubicBezTo>
                      <a:pt x="5" y="38"/>
                      <a:pt x="2" y="39"/>
                      <a:pt x="1" y="37"/>
                    </a:cubicBezTo>
                    <a:cubicBezTo>
                      <a:pt x="0" y="36"/>
                      <a:pt x="1" y="34"/>
                      <a:pt x="1" y="33"/>
                    </a:cubicBezTo>
                    <a:cubicBezTo>
                      <a:pt x="2" y="30"/>
                      <a:pt x="3" y="27"/>
                      <a:pt x="3" y="23"/>
                    </a:cubicBezTo>
                    <a:cubicBezTo>
                      <a:pt x="3" y="20"/>
                      <a:pt x="2" y="16"/>
                      <a:pt x="3" y="13"/>
                    </a:cubicBezTo>
                    <a:cubicBezTo>
                      <a:pt x="6" y="13"/>
                      <a:pt x="5" y="9"/>
                      <a:pt x="6" y="7"/>
                    </a:cubicBezTo>
                    <a:cubicBezTo>
                      <a:pt x="9" y="0"/>
                      <a:pt x="11" y="9"/>
                      <a:pt x="11" y="12"/>
                    </a:cubicBezTo>
                    <a:cubicBezTo>
                      <a:pt x="11" y="14"/>
                      <a:pt x="12" y="12"/>
                      <a:pt x="11" y="14"/>
                    </a:cubicBezTo>
                    <a:cubicBezTo>
                      <a:pt x="10" y="15"/>
                      <a:pt x="8" y="15"/>
                      <a:pt x="8" y="16"/>
                    </a:cubicBezTo>
                    <a:cubicBezTo>
                      <a:pt x="8" y="18"/>
                      <a:pt x="10" y="18"/>
                      <a:pt x="11" y="19"/>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3" name="Freeform 387">
                <a:extLst>
                  <a:ext uri="{FF2B5EF4-FFF2-40B4-BE49-F238E27FC236}">
                    <a16:creationId xmlns:a16="http://schemas.microsoft.com/office/drawing/2014/main" id="{5710223F-6D6C-4DC9-B731-52B8996B6D84}"/>
                  </a:ext>
                </a:extLst>
              </p:cNvPr>
              <p:cNvSpPr>
                <a:spLocks/>
              </p:cNvSpPr>
              <p:nvPr/>
            </p:nvSpPr>
            <p:spPr bwMode="auto">
              <a:xfrm>
                <a:off x="6419851" y="6118226"/>
                <a:ext cx="14288" cy="12700"/>
              </a:xfrm>
              <a:custGeom>
                <a:avLst/>
                <a:gdLst>
                  <a:gd name="T0" fmla="*/ 3 w 4"/>
                  <a:gd name="T1" fmla="*/ 4 h 4"/>
                  <a:gd name="T2" fmla="*/ 1 w 4"/>
                  <a:gd name="T3" fmla="*/ 2 h 4"/>
                  <a:gd name="T4" fmla="*/ 2 w 4"/>
                  <a:gd name="T5" fmla="*/ 2 h 4"/>
                  <a:gd name="T6" fmla="*/ 3 w 4"/>
                  <a:gd name="T7" fmla="*/ 4 h 4"/>
                </a:gdLst>
                <a:ahLst/>
                <a:cxnLst>
                  <a:cxn ang="0">
                    <a:pos x="T0" y="T1"/>
                  </a:cxn>
                  <a:cxn ang="0">
                    <a:pos x="T2" y="T3"/>
                  </a:cxn>
                  <a:cxn ang="0">
                    <a:pos x="T4" y="T5"/>
                  </a:cxn>
                  <a:cxn ang="0">
                    <a:pos x="T6" y="T7"/>
                  </a:cxn>
                </a:cxnLst>
                <a:rect l="0" t="0" r="r" b="b"/>
                <a:pathLst>
                  <a:path w="4" h="4">
                    <a:moveTo>
                      <a:pt x="3" y="4"/>
                    </a:moveTo>
                    <a:cubicBezTo>
                      <a:pt x="2" y="4"/>
                      <a:pt x="1" y="3"/>
                      <a:pt x="1" y="2"/>
                    </a:cubicBezTo>
                    <a:cubicBezTo>
                      <a:pt x="0" y="1"/>
                      <a:pt x="1" y="0"/>
                      <a:pt x="2" y="2"/>
                    </a:cubicBezTo>
                    <a:cubicBezTo>
                      <a:pt x="2" y="3"/>
                      <a:pt x="4" y="2"/>
                      <a:pt x="3"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4" name="Freeform 388">
                <a:extLst>
                  <a:ext uri="{FF2B5EF4-FFF2-40B4-BE49-F238E27FC236}">
                    <a16:creationId xmlns:a16="http://schemas.microsoft.com/office/drawing/2014/main" id="{7694892A-18E8-4B63-99D0-0208F2F4EA32}"/>
                  </a:ext>
                </a:extLst>
              </p:cNvPr>
              <p:cNvSpPr>
                <a:spLocks/>
              </p:cNvSpPr>
              <p:nvPr/>
            </p:nvSpPr>
            <p:spPr bwMode="auto">
              <a:xfrm>
                <a:off x="6434138" y="6138863"/>
                <a:ext cx="20638" cy="31750"/>
              </a:xfrm>
              <a:custGeom>
                <a:avLst/>
                <a:gdLst>
                  <a:gd name="T0" fmla="*/ 5 w 6"/>
                  <a:gd name="T1" fmla="*/ 9 h 9"/>
                  <a:gd name="T2" fmla="*/ 2 w 6"/>
                  <a:gd name="T3" fmla="*/ 9 h 9"/>
                  <a:gd name="T4" fmla="*/ 0 w 6"/>
                  <a:gd name="T5" fmla="*/ 0 h 9"/>
                  <a:gd name="T6" fmla="*/ 3 w 6"/>
                  <a:gd name="T7" fmla="*/ 0 h 9"/>
                  <a:gd name="T8" fmla="*/ 3 w 6"/>
                  <a:gd name="T9" fmla="*/ 3 h 9"/>
                  <a:gd name="T10" fmla="*/ 4 w 6"/>
                  <a:gd name="T11" fmla="*/ 5 h 9"/>
                  <a:gd name="T12" fmla="*/ 5 w 6"/>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5" y="9"/>
                    </a:moveTo>
                    <a:cubicBezTo>
                      <a:pt x="4" y="9"/>
                      <a:pt x="3" y="9"/>
                      <a:pt x="2" y="9"/>
                    </a:cubicBezTo>
                    <a:cubicBezTo>
                      <a:pt x="2" y="6"/>
                      <a:pt x="0" y="4"/>
                      <a:pt x="0" y="0"/>
                    </a:cubicBezTo>
                    <a:cubicBezTo>
                      <a:pt x="1" y="0"/>
                      <a:pt x="2" y="0"/>
                      <a:pt x="3" y="0"/>
                    </a:cubicBezTo>
                    <a:cubicBezTo>
                      <a:pt x="3" y="3"/>
                      <a:pt x="3" y="3"/>
                      <a:pt x="3" y="3"/>
                    </a:cubicBezTo>
                    <a:cubicBezTo>
                      <a:pt x="3" y="4"/>
                      <a:pt x="3" y="4"/>
                      <a:pt x="4" y="5"/>
                    </a:cubicBezTo>
                    <a:cubicBezTo>
                      <a:pt x="5" y="6"/>
                      <a:pt x="6" y="7"/>
                      <a:pt x="5" y="9"/>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5" name="Freeform 389">
                <a:extLst>
                  <a:ext uri="{FF2B5EF4-FFF2-40B4-BE49-F238E27FC236}">
                    <a16:creationId xmlns:a16="http://schemas.microsoft.com/office/drawing/2014/main" id="{A13F384F-D98D-4BBB-AE1B-4918455067E2}"/>
                  </a:ext>
                </a:extLst>
              </p:cNvPr>
              <p:cNvSpPr>
                <a:spLocks/>
              </p:cNvSpPr>
              <p:nvPr/>
            </p:nvSpPr>
            <p:spPr bwMode="auto">
              <a:xfrm>
                <a:off x="6457951" y="6153151"/>
                <a:ext cx="7938" cy="9525"/>
              </a:xfrm>
              <a:custGeom>
                <a:avLst/>
                <a:gdLst>
                  <a:gd name="T0" fmla="*/ 2 w 2"/>
                  <a:gd name="T1" fmla="*/ 3 h 3"/>
                  <a:gd name="T2" fmla="*/ 1 w 2"/>
                  <a:gd name="T3" fmla="*/ 0 h 3"/>
                  <a:gd name="T4" fmla="*/ 2 w 2"/>
                  <a:gd name="T5" fmla="*/ 1 h 3"/>
                  <a:gd name="T6" fmla="*/ 2 w 2"/>
                  <a:gd name="T7" fmla="*/ 3 h 3"/>
                </a:gdLst>
                <a:ahLst/>
                <a:cxnLst>
                  <a:cxn ang="0">
                    <a:pos x="T0" y="T1"/>
                  </a:cxn>
                  <a:cxn ang="0">
                    <a:pos x="T2" y="T3"/>
                  </a:cxn>
                  <a:cxn ang="0">
                    <a:pos x="T4" y="T5"/>
                  </a:cxn>
                  <a:cxn ang="0">
                    <a:pos x="T6" y="T7"/>
                  </a:cxn>
                </a:cxnLst>
                <a:rect l="0" t="0" r="r" b="b"/>
                <a:pathLst>
                  <a:path w="2" h="3">
                    <a:moveTo>
                      <a:pt x="2" y="3"/>
                    </a:moveTo>
                    <a:cubicBezTo>
                      <a:pt x="0" y="3"/>
                      <a:pt x="0" y="0"/>
                      <a:pt x="1" y="0"/>
                    </a:cubicBezTo>
                    <a:cubicBezTo>
                      <a:pt x="1" y="1"/>
                      <a:pt x="2" y="1"/>
                      <a:pt x="2" y="1"/>
                    </a:cubicBezTo>
                    <a:lnTo>
                      <a:pt x="2" y="3"/>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6" name="Freeform 390">
                <a:extLst>
                  <a:ext uri="{FF2B5EF4-FFF2-40B4-BE49-F238E27FC236}">
                    <a16:creationId xmlns:a16="http://schemas.microsoft.com/office/drawing/2014/main" id="{8376798F-534B-4B8E-9A18-4CB3B2DC4851}"/>
                  </a:ext>
                </a:extLst>
              </p:cNvPr>
              <p:cNvSpPr>
                <a:spLocks/>
              </p:cNvSpPr>
              <p:nvPr/>
            </p:nvSpPr>
            <p:spPr bwMode="auto">
              <a:xfrm>
                <a:off x="6483351" y="6205538"/>
                <a:ext cx="25400" cy="11113"/>
              </a:xfrm>
              <a:custGeom>
                <a:avLst/>
                <a:gdLst>
                  <a:gd name="T0" fmla="*/ 0 w 7"/>
                  <a:gd name="T1" fmla="*/ 2 h 3"/>
                  <a:gd name="T2" fmla="*/ 1 w 7"/>
                  <a:gd name="T3" fmla="*/ 0 h 3"/>
                  <a:gd name="T4" fmla="*/ 5 w 7"/>
                  <a:gd name="T5" fmla="*/ 2 h 3"/>
                  <a:gd name="T6" fmla="*/ 7 w 7"/>
                  <a:gd name="T7" fmla="*/ 3 h 3"/>
                  <a:gd name="T8" fmla="*/ 0 w 7"/>
                  <a:gd name="T9" fmla="*/ 2 h 3"/>
                </a:gdLst>
                <a:ahLst/>
                <a:cxnLst>
                  <a:cxn ang="0">
                    <a:pos x="T0" y="T1"/>
                  </a:cxn>
                  <a:cxn ang="0">
                    <a:pos x="T2" y="T3"/>
                  </a:cxn>
                  <a:cxn ang="0">
                    <a:pos x="T4" y="T5"/>
                  </a:cxn>
                  <a:cxn ang="0">
                    <a:pos x="T6" y="T7"/>
                  </a:cxn>
                  <a:cxn ang="0">
                    <a:pos x="T8" y="T9"/>
                  </a:cxn>
                </a:cxnLst>
                <a:rect l="0" t="0" r="r" b="b"/>
                <a:pathLst>
                  <a:path w="7" h="3">
                    <a:moveTo>
                      <a:pt x="0" y="2"/>
                    </a:moveTo>
                    <a:cubicBezTo>
                      <a:pt x="0" y="1"/>
                      <a:pt x="0" y="1"/>
                      <a:pt x="1" y="0"/>
                    </a:cubicBezTo>
                    <a:cubicBezTo>
                      <a:pt x="2" y="0"/>
                      <a:pt x="4" y="1"/>
                      <a:pt x="5" y="2"/>
                    </a:cubicBezTo>
                    <a:cubicBezTo>
                      <a:pt x="6" y="2"/>
                      <a:pt x="7" y="2"/>
                      <a:pt x="7" y="3"/>
                    </a:cubicBezTo>
                    <a:cubicBezTo>
                      <a:pt x="7" y="3"/>
                      <a:pt x="0" y="2"/>
                      <a:pt x="0"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7" name="Freeform 391">
                <a:extLst>
                  <a:ext uri="{FF2B5EF4-FFF2-40B4-BE49-F238E27FC236}">
                    <a16:creationId xmlns:a16="http://schemas.microsoft.com/office/drawing/2014/main" id="{4FE4B845-64D8-4D0F-A130-8CC5159B000C}"/>
                  </a:ext>
                </a:extLst>
              </p:cNvPr>
              <p:cNvSpPr>
                <a:spLocks/>
              </p:cNvSpPr>
              <p:nvPr/>
            </p:nvSpPr>
            <p:spPr bwMode="auto">
              <a:xfrm>
                <a:off x="6503988" y="6162676"/>
                <a:ext cx="22225" cy="46038"/>
              </a:xfrm>
              <a:custGeom>
                <a:avLst/>
                <a:gdLst>
                  <a:gd name="T0" fmla="*/ 5 w 6"/>
                  <a:gd name="T1" fmla="*/ 13 h 13"/>
                  <a:gd name="T2" fmla="*/ 3 w 6"/>
                  <a:gd name="T3" fmla="*/ 11 h 13"/>
                  <a:gd name="T4" fmla="*/ 3 w 6"/>
                  <a:gd name="T5" fmla="*/ 6 h 13"/>
                  <a:gd name="T6" fmla="*/ 3 w 6"/>
                  <a:gd name="T7" fmla="*/ 0 h 13"/>
                  <a:gd name="T8" fmla="*/ 4 w 6"/>
                  <a:gd name="T9" fmla="*/ 4 h 13"/>
                  <a:gd name="T10" fmla="*/ 5 w 6"/>
                  <a:gd name="T11" fmla="*/ 4 h 13"/>
                  <a:gd name="T12" fmla="*/ 6 w 6"/>
                  <a:gd name="T13" fmla="*/ 6 h 13"/>
                  <a:gd name="T14" fmla="*/ 5 w 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13"/>
                    </a:moveTo>
                    <a:cubicBezTo>
                      <a:pt x="5" y="12"/>
                      <a:pt x="4" y="11"/>
                      <a:pt x="3" y="11"/>
                    </a:cubicBezTo>
                    <a:cubicBezTo>
                      <a:pt x="3" y="9"/>
                      <a:pt x="3" y="8"/>
                      <a:pt x="3" y="6"/>
                    </a:cubicBezTo>
                    <a:cubicBezTo>
                      <a:pt x="0" y="5"/>
                      <a:pt x="1" y="1"/>
                      <a:pt x="3" y="0"/>
                    </a:cubicBezTo>
                    <a:cubicBezTo>
                      <a:pt x="4" y="1"/>
                      <a:pt x="4" y="2"/>
                      <a:pt x="4" y="4"/>
                    </a:cubicBezTo>
                    <a:cubicBezTo>
                      <a:pt x="5" y="4"/>
                      <a:pt x="5" y="4"/>
                      <a:pt x="5" y="4"/>
                    </a:cubicBezTo>
                    <a:cubicBezTo>
                      <a:pt x="5" y="5"/>
                      <a:pt x="6" y="5"/>
                      <a:pt x="6" y="6"/>
                    </a:cubicBezTo>
                    <a:cubicBezTo>
                      <a:pt x="6" y="9"/>
                      <a:pt x="5" y="11"/>
                      <a:pt x="5" y="13"/>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8" name="Freeform 392">
                <a:extLst>
                  <a:ext uri="{FF2B5EF4-FFF2-40B4-BE49-F238E27FC236}">
                    <a16:creationId xmlns:a16="http://schemas.microsoft.com/office/drawing/2014/main" id="{C96453AA-5F51-421A-802B-E83DD09692A4}"/>
                  </a:ext>
                </a:extLst>
              </p:cNvPr>
              <p:cNvSpPr>
                <a:spLocks/>
              </p:cNvSpPr>
              <p:nvPr/>
            </p:nvSpPr>
            <p:spPr bwMode="auto">
              <a:xfrm>
                <a:off x="6529388" y="6103938"/>
                <a:ext cx="6350" cy="23813"/>
              </a:xfrm>
              <a:custGeom>
                <a:avLst/>
                <a:gdLst>
                  <a:gd name="T0" fmla="*/ 2 w 2"/>
                  <a:gd name="T1" fmla="*/ 6 h 7"/>
                  <a:gd name="T2" fmla="*/ 0 w 2"/>
                  <a:gd name="T3" fmla="*/ 5 h 7"/>
                  <a:gd name="T4" fmla="*/ 2 w 2"/>
                  <a:gd name="T5" fmla="*/ 2 h 7"/>
                  <a:gd name="T6" fmla="*/ 2 w 2"/>
                  <a:gd name="T7" fmla="*/ 4 h 7"/>
                  <a:gd name="T8" fmla="*/ 2 w 2"/>
                  <a:gd name="T9" fmla="*/ 6 h 7"/>
                </a:gdLst>
                <a:ahLst/>
                <a:cxnLst>
                  <a:cxn ang="0">
                    <a:pos x="T0" y="T1"/>
                  </a:cxn>
                  <a:cxn ang="0">
                    <a:pos x="T2" y="T3"/>
                  </a:cxn>
                  <a:cxn ang="0">
                    <a:pos x="T4" y="T5"/>
                  </a:cxn>
                  <a:cxn ang="0">
                    <a:pos x="T6" y="T7"/>
                  </a:cxn>
                  <a:cxn ang="0">
                    <a:pos x="T8" y="T9"/>
                  </a:cxn>
                </a:cxnLst>
                <a:rect l="0" t="0" r="r" b="b"/>
                <a:pathLst>
                  <a:path w="2" h="7">
                    <a:moveTo>
                      <a:pt x="2" y="6"/>
                    </a:moveTo>
                    <a:cubicBezTo>
                      <a:pt x="1" y="7"/>
                      <a:pt x="0" y="6"/>
                      <a:pt x="0" y="5"/>
                    </a:cubicBezTo>
                    <a:cubicBezTo>
                      <a:pt x="0" y="4"/>
                      <a:pt x="0" y="0"/>
                      <a:pt x="2" y="2"/>
                    </a:cubicBezTo>
                    <a:cubicBezTo>
                      <a:pt x="2" y="3"/>
                      <a:pt x="2" y="3"/>
                      <a:pt x="2" y="4"/>
                    </a:cubicBezTo>
                    <a:cubicBezTo>
                      <a:pt x="2" y="4"/>
                      <a:pt x="2" y="5"/>
                      <a:pt x="2" y="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89" name="Freeform 393">
                <a:extLst>
                  <a:ext uri="{FF2B5EF4-FFF2-40B4-BE49-F238E27FC236}">
                    <a16:creationId xmlns:a16="http://schemas.microsoft.com/office/drawing/2014/main" id="{FC31A184-D79C-44DC-A34E-5D3D93738D8F}"/>
                  </a:ext>
                </a:extLst>
              </p:cNvPr>
              <p:cNvSpPr>
                <a:spLocks/>
              </p:cNvSpPr>
              <p:nvPr/>
            </p:nvSpPr>
            <p:spPr bwMode="auto">
              <a:xfrm>
                <a:off x="6540501" y="5448301"/>
                <a:ext cx="9525" cy="7938"/>
              </a:xfrm>
              <a:custGeom>
                <a:avLst/>
                <a:gdLst>
                  <a:gd name="T0" fmla="*/ 0 w 3"/>
                  <a:gd name="T1" fmla="*/ 2 h 2"/>
                  <a:gd name="T2" fmla="*/ 1 w 3"/>
                  <a:gd name="T3" fmla="*/ 0 h 2"/>
                  <a:gd name="T4" fmla="*/ 0 w 3"/>
                  <a:gd name="T5" fmla="*/ 1 h 2"/>
                  <a:gd name="T6" fmla="*/ 3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0" y="0"/>
                      <a:pt x="0" y="1"/>
                      <a:pt x="1" y="0"/>
                    </a:cubicBezTo>
                    <a:cubicBezTo>
                      <a:pt x="0" y="1"/>
                      <a:pt x="0" y="1"/>
                      <a:pt x="0" y="1"/>
                    </a:cubicBezTo>
                    <a:cubicBezTo>
                      <a:pt x="1" y="1"/>
                      <a:pt x="2" y="1"/>
                      <a:pt x="3" y="2"/>
                    </a:cubicBezTo>
                    <a:cubicBezTo>
                      <a:pt x="2" y="2"/>
                      <a:pt x="1" y="2"/>
                      <a:pt x="0"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0" name="Freeform 394">
                <a:extLst>
                  <a:ext uri="{FF2B5EF4-FFF2-40B4-BE49-F238E27FC236}">
                    <a16:creationId xmlns:a16="http://schemas.microsoft.com/office/drawing/2014/main" id="{81507608-6DF9-47BC-AB54-EFF49B541386}"/>
                  </a:ext>
                </a:extLst>
              </p:cNvPr>
              <p:cNvSpPr>
                <a:spLocks/>
              </p:cNvSpPr>
              <p:nvPr/>
            </p:nvSpPr>
            <p:spPr bwMode="auto">
              <a:xfrm>
                <a:off x="6572251" y="6276976"/>
                <a:ext cx="17463" cy="14288"/>
              </a:xfrm>
              <a:custGeom>
                <a:avLst/>
                <a:gdLst>
                  <a:gd name="T0" fmla="*/ 0 w 5"/>
                  <a:gd name="T1" fmla="*/ 3 h 4"/>
                  <a:gd name="T2" fmla="*/ 3 w 5"/>
                  <a:gd name="T3" fmla="*/ 0 h 4"/>
                  <a:gd name="T4" fmla="*/ 5 w 5"/>
                  <a:gd name="T5" fmla="*/ 0 h 4"/>
                  <a:gd name="T6" fmla="*/ 4 w 5"/>
                  <a:gd name="T7" fmla="*/ 2 h 4"/>
                  <a:gd name="T8" fmla="*/ 5 w 5"/>
                  <a:gd name="T9" fmla="*/ 4 h 4"/>
                  <a:gd name="T10" fmla="*/ 2 w 5"/>
                  <a:gd name="T11" fmla="*/ 4 h 4"/>
                  <a:gd name="T12" fmla="*/ 3 w 5"/>
                  <a:gd name="T13" fmla="*/ 4 h 4"/>
                  <a:gd name="T14" fmla="*/ 0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0" y="3"/>
                    </a:moveTo>
                    <a:cubicBezTo>
                      <a:pt x="0" y="1"/>
                      <a:pt x="2" y="1"/>
                      <a:pt x="3" y="0"/>
                    </a:cubicBezTo>
                    <a:cubicBezTo>
                      <a:pt x="4" y="0"/>
                      <a:pt x="4" y="0"/>
                      <a:pt x="5" y="0"/>
                    </a:cubicBezTo>
                    <a:cubicBezTo>
                      <a:pt x="4" y="1"/>
                      <a:pt x="5" y="1"/>
                      <a:pt x="4" y="2"/>
                    </a:cubicBezTo>
                    <a:cubicBezTo>
                      <a:pt x="4" y="2"/>
                      <a:pt x="4" y="3"/>
                      <a:pt x="5" y="4"/>
                    </a:cubicBezTo>
                    <a:cubicBezTo>
                      <a:pt x="4" y="4"/>
                      <a:pt x="3" y="4"/>
                      <a:pt x="2" y="4"/>
                    </a:cubicBezTo>
                    <a:cubicBezTo>
                      <a:pt x="3" y="4"/>
                      <a:pt x="3" y="4"/>
                      <a:pt x="3" y="4"/>
                    </a:cubicBezTo>
                    <a:cubicBezTo>
                      <a:pt x="2" y="4"/>
                      <a:pt x="1" y="3"/>
                      <a:pt x="0" y="3"/>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1" name="Freeform 395">
                <a:extLst>
                  <a:ext uri="{FF2B5EF4-FFF2-40B4-BE49-F238E27FC236}">
                    <a16:creationId xmlns:a16="http://schemas.microsoft.com/office/drawing/2014/main" id="{6E9002F8-E4E3-462D-ACB1-28DE211985E3}"/>
                  </a:ext>
                </a:extLst>
              </p:cNvPr>
              <p:cNvSpPr>
                <a:spLocks/>
              </p:cNvSpPr>
              <p:nvPr/>
            </p:nvSpPr>
            <p:spPr bwMode="auto">
              <a:xfrm>
                <a:off x="6581776" y="6305551"/>
                <a:ext cx="50800" cy="84138"/>
              </a:xfrm>
              <a:custGeom>
                <a:avLst/>
                <a:gdLst>
                  <a:gd name="T0" fmla="*/ 12 w 14"/>
                  <a:gd name="T1" fmla="*/ 18 h 24"/>
                  <a:gd name="T2" fmla="*/ 12 w 14"/>
                  <a:gd name="T3" fmla="*/ 24 h 24"/>
                  <a:gd name="T4" fmla="*/ 6 w 14"/>
                  <a:gd name="T5" fmla="*/ 24 h 24"/>
                  <a:gd name="T6" fmla="*/ 3 w 14"/>
                  <a:gd name="T7" fmla="*/ 12 h 24"/>
                  <a:gd name="T8" fmla="*/ 0 w 14"/>
                  <a:gd name="T9" fmla="*/ 11 h 24"/>
                  <a:gd name="T10" fmla="*/ 0 w 14"/>
                  <a:gd name="T11" fmla="*/ 3 h 24"/>
                  <a:gd name="T12" fmla="*/ 4 w 14"/>
                  <a:gd name="T13" fmla="*/ 3 h 24"/>
                  <a:gd name="T14" fmla="*/ 10 w 14"/>
                  <a:gd name="T15" fmla="*/ 1 h 24"/>
                  <a:gd name="T16" fmla="*/ 10 w 14"/>
                  <a:gd name="T17" fmla="*/ 8 h 24"/>
                  <a:gd name="T18" fmla="*/ 13 w 14"/>
                  <a:gd name="T19" fmla="*/ 11 h 24"/>
                  <a:gd name="T20" fmla="*/ 12 w 14"/>
                  <a:gd name="T21" fmla="*/ 14 h 24"/>
                  <a:gd name="T22" fmla="*/ 12 w 14"/>
                  <a:gd name="T23"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2" y="18"/>
                    </a:moveTo>
                    <a:cubicBezTo>
                      <a:pt x="13" y="20"/>
                      <a:pt x="12" y="22"/>
                      <a:pt x="12" y="24"/>
                    </a:cubicBezTo>
                    <a:cubicBezTo>
                      <a:pt x="10" y="24"/>
                      <a:pt x="8" y="24"/>
                      <a:pt x="6" y="24"/>
                    </a:cubicBezTo>
                    <a:cubicBezTo>
                      <a:pt x="6" y="20"/>
                      <a:pt x="5" y="16"/>
                      <a:pt x="3" y="12"/>
                    </a:cubicBezTo>
                    <a:cubicBezTo>
                      <a:pt x="2" y="12"/>
                      <a:pt x="1" y="12"/>
                      <a:pt x="0" y="11"/>
                    </a:cubicBezTo>
                    <a:cubicBezTo>
                      <a:pt x="0" y="9"/>
                      <a:pt x="0" y="6"/>
                      <a:pt x="0" y="3"/>
                    </a:cubicBezTo>
                    <a:cubicBezTo>
                      <a:pt x="1" y="3"/>
                      <a:pt x="3" y="3"/>
                      <a:pt x="4" y="3"/>
                    </a:cubicBezTo>
                    <a:cubicBezTo>
                      <a:pt x="5" y="0"/>
                      <a:pt x="8" y="1"/>
                      <a:pt x="10" y="1"/>
                    </a:cubicBezTo>
                    <a:cubicBezTo>
                      <a:pt x="10" y="1"/>
                      <a:pt x="9" y="7"/>
                      <a:pt x="10" y="8"/>
                    </a:cubicBezTo>
                    <a:cubicBezTo>
                      <a:pt x="11" y="9"/>
                      <a:pt x="13" y="9"/>
                      <a:pt x="13" y="11"/>
                    </a:cubicBezTo>
                    <a:cubicBezTo>
                      <a:pt x="14" y="12"/>
                      <a:pt x="12" y="13"/>
                      <a:pt x="12" y="14"/>
                    </a:cubicBezTo>
                    <a:cubicBezTo>
                      <a:pt x="11" y="16"/>
                      <a:pt x="12" y="16"/>
                      <a:pt x="12" y="18"/>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2" name="Freeform 396">
                <a:extLst>
                  <a:ext uri="{FF2B5EF4-FFF2-40B4-BE49-F238E27FC236}">
                    <a16:creationId xmlns:a16="http://schemas.microsoft.com/office/drawing/2014/main" id="{FAAFC122-CDF4-4B84-80AD-A378A5DEBF7B}"/>
                  </a:ext>
                </a:extLst>
              </p:cNvPr>
              <p:cNvSpPr>
                <a:spLocks/>
              </p:cNvSpPr>
              <p:nvPr/>
            </p:nvSpPr>
            <p:spPr bwMode="auto">
              <a:xfrm>
                <a:off x="6367463" y="5522913"/>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3" name="Freeform 397">
                <a:extLst>
                  <a:ext uri="{FF2B5EF4-FFF2-40B4-BE49-F238E27FC236}">
                    <a16:creationId xmlns:a16="http://schemas.microsoft.com/office/drawing/2014/main" id="{86125695-7D02-4335-81C0-141678C65C07}"/>
                  </a:ext>
                </a:extLst>
              </p:cNvPr>
              <p:cNvSpPr>
                <a:spLocks/>
              </p:cNvSpPr>
              <p:nvPr/>
            </p:nvSpPr>
            <p:spPr bwMode="auto">
              <a:xfrm>
                <a:off x="6367463" y="5522913"/>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4" name="Rectangle 293">
                <a:extLst>
                  <a:ext uri="{FF2B5EF4-FFF2-40B4-BE49-F238E27FC236}">
                    <a16:creationId xmlns:a16="http://schemas.microsoft.com/office/drawing/2014/main" id="{B7F353D6-7416-48D8-8EA7-2B47B528DCF7}"/>
                  </a:ext>
                </a:extLst>
              </p:cNvPr>
              <p:cNvSpPr>
                <a:spLocks noChangeArrowheads="1"/>
              </p:cNvSpPr>
              <p:nvPr/>
            </p:nvSpPr>
            <p:spPr bwMode="auto">
              <a:xfrm>
                <a:off x="6367463" y="5522913"/>
                <a:ext cx="1588" cy="3175"/>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5" name="Rectangle 294">
                <a:extLst>
                  <a:ext uri="{FF2B5EF4-FFF2-40B4-BE49-F238E27FC236}">
                    <a16:creationId xmlns:a16="http://schemas.microsoft.com/office/drawing/2014/main" id="{F547F84E-94DC-49EE-9442-F8F4EAFE2C2C}"/>
                  </a:ext>
                </a:extLst>
              </p:cNvPr>
              <p:cNvSpPr>
                <a:spLocks noChangeArrowheads="1"/>
              </p:cNvSpPr>
              <p:nvPr/>
            </p:nvSpPr>
            <p:spPr bwMode="auto">
              <a:xfrm>
                <a:off x="6367463" y="5522913"/>
                <a:ext cx="1588" cy="3175"/>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pic>
            <p:nvPicPr>
              <p:cNvPr id="296" name="Picture 295">
                <a:extLst>
                  <a:ext uri="{FF2B5EF4-FFF2-40B4-BE49-F238E27FC236}">
                    <a16:creationId xmlns:a16="http://schemas.microsoft.com/office/drawing/2014/main" id="{5095EA59-D8DD-476A-8104-B04083BA8142}"/>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354763" y="5505451"/>
                <a:ext cx="28575" cy="26988"/>
              </a:xfrm>
              <a:prstGeom prst="rect">
                <a:avLst/>
              </a:prstGeom>
              <a:grpFill/>
              <a:ln w="9525">
                <a:solidFill>
                  <a:srgbClr val="000000"/>
                </a:solidFill>
                <a:miter lim="800000"/>
                <a:headEnd/>
                <a:tailEnd/>
              </a:ln>
            </p:spPr>
          </p:pic>
          <p:sp>
            <p:nvSpPr>
              <p:cNvPr id="297" name="Freeform 401">
                <a:extLst>
                  <a:ext uri="{FF2B5EF4-FFF2-40B4-BE49-F238E27FC236}">
                    <a16:creationId xmlns:a16="http://schemas.microsoft.com/office/drawing/2014/main" id="{151EFAE6-6288-4EB7-ABFE-52EF8B458E74}"/>
                  </a:ext>
                </a:extLst>
              </p:cNvPr>
              <p:cNvSpPr>
                <a:spLocks/>
              </p:cNvSpPr>
              <p:nvPr/>
            </p:nvSpPr>
            <p:spPr bwMode="auto">
              <a:xfrm>
                <a:off x="6362701" y="55832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98" name="Rectangle 297">
                <a:extLst>
                  <a:ext uri="{FF2B5EF4-FFF2-40B4-BE49-F238E27FC236}">
                    <a16:creationId xmlns:a16="http://schemas.microsoft.com/office/drawing/2014/main" id="{5D006840-27FC-44CD-9695-1A5B5797374B}"/>
                  </a:ext>
                </a:extLst>
              </p:cNvPr>
              <p:cNvSpPr>
                <a:spLocks noChangeArrowheads="1"/>
              </p:cNvSpPr>
              <p:nvPr/>
            </p:nvSpPr>
            <p:spPr bwMode="auto">
              <a:xfrm>
                <a:off x="6362701" y="5583238"/>
                <a:ext cx="1588" cy="158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grpSp>
          <p:nvGrpSpPr>
            <p:cNvPr id="209" name="Group 208">
              <a:extLst>
                <a:ext uri="{FF2B5EF4-FFF2-40B4-BE49-F238E27FC236}">
                  <a16:creationId xmlns:a16="http://schemas.microsoft.com/office/drawing/2014/main" id="{74ABEE98-BB4C-42E4-9E9B-46BD9ACB6F65}"/>
                </a:ext>
              </a:extLst>
            </p:cNvPr>
            <p:cNvGrpSpPr/>
            <p:nvPr/>
          </p:nvGrpSpPr>
          <p:grpSpPr>
            <a:xfrm>
              <a:off x="2589213" y="5357813"/>
              <a:ext cx="347663" cy="731838"/>
              <a:chOff x="2589213" y="5357813"/>
              <a:chExt cx="347663" cy="731838"/>
            </a:xfrm>
            <a:grpFill/>
          </p:grpSpPr>
          <p:sp>
            <p:nvSpPr>
              <p:cNvPr id="230" name="Freeform 403">
                <a:extLst>
                  <a:ext uri="{FF2B5EF4-FFF2-40B4-BE49-F238E27FC236}">
                    <a16:creationId xmlns:a16="http://schemas.microsoft.com/office/drawing/2014/main" id="{4E9288FD-E45D-48E3-989A-7F861FD62984}"/>
                  </a:ext>
                </a:extLst>
              </p:cNvPr>
              <p:cNvSpPr>
                <a:spLocks/>
              </p:cNvSpPr>
              <p:nvPr/>
            </p:nvSpPr>
            <p:spPr bwMode="auto">
              <a:xfrm>
                <a:off x="2589213" y="5484813"/>
                <a:ext cx="7938" cy="9525"/>
              </a:xfrm>
              <a:custGeom>
                <a:avLst/>
                <a:gdLst>
                  <a:gd name="T0" fmla="*/ 0 w 2"/>
                  <a:gd name="T1" fmla="*/ 1 h 3"/>
                  <a:gd name="T2" fmla="*/ 1 w 2"/>
                  <a:gd name="T3" fmla="*/ 2 h 3"/>
                  <a:gd name="T4" fmla="*/ 1 w 2"/>
                  <a:gd name="T5" fmla="*/ 1 h 3"/>
                  <a:gd name="T6" fmla="*/ 2 w 2"/>
                  <a:gd name="T7" fmla="*/ 3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0"/>
                      <a:pt x="1" y="1"/>
                      <a:pt x="1" y="2"/>
                    </a:cubicBezTo>
                    <a:cubicBezTo>
                      <a:pt x="1" y="1"/>
                      <a:pt x="1" y="1"/>
                      <a:pt x="1" y="1"/>
                    </a:cubicBezTo>
                    <a:cubicBezTo>
                      <a:pt x="1" y="2"/>
                      <a:pt x="2" y="2"/>
                      <a:pt x="2" y="3"/>
                    </a:cubicBezTo>
                    <a:cubicBezTo>
                      <a:pt x="1" y="2"/>
                      <a:pt x="0" y="2"/>
                      <a:pt x="0"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1" name="Freeform 404">
                <a:extLst>
                  <a:ext uri="{FF2B5EF4-FFF2-40B4-BE49-F238E27FC236}">
                    <a16:creationId xmlns:a16="http://schemas.microsoft.com/office/drawing/2014/main" id="{2F3E23EE-8B55-49AC-974F-69E0486F303F}"/>
                  </a:ext>
                </a:extLst>
              </p:cNvPr>
              <p:cNvSpPr>
                <a:spLocks/>
              </p:cNvSpPr>
              <p:nvPr/>
            </p:nvSpPr>
            <p:spPr bwMode="auto">
              <a:xfrm>
                <a:off x="2620963" y="5441951"/>
                <a:ext cx="14288" cy="14288"/>
              </a:xfrm>
              <a:custGeom>
                <a:avLst/>
                <a:gdLst>
                  <a:gd name="T0" fmla="*/ 3 w 4"/>
                  <a:gd name="T1" fmla="*/ 4 h 4"/>
                  <a:gd name="T2" fmla="*/ 1 w 4"/>
                  <a:gd name="T3" fmla="*/ 1 h 4"/>
                  <a:gd name="T4" fmla="*/ 4 w 4"/>
                  <a:gd name="T5" fmla="*/ 2 h 4"/>
                  <a:gd name="T6" fmla="*/ 3 w 4"/>
                  <a:gd name="T7" fmla="*/ 4 h 4"/>
                </a:gdLst>
                <a:ahLst/>
                <a:cxnLst>
                  <a:cxn ang="0">
                    <a:pos x="T0" y="T1"/>
                  </a:cxn>
                  <a:cxn ang="0">
                    <a:pos x="T2" y="T3"/>
                  </a:cxn>
                  <a:cxn ang="0">
                    <a:pos x="T4" y="T5"/>
                  </a:cxn>
                  <a:cxn ang="0">
                    <a:pos x="T6" y="T7"/>
                  </a:cxn>
                </a:cxnLst>
                <a:rect l="0" t="0" r="r" b="b"/>
                <a:pathLst>
                  <a:path w="4" h="4">
                    <a:moveTo>
                      <a:pt x="3" y="4"/>
                    </a:moveTo>
                    <a:cubicBezTo>
                      <a:pt x="2" y="4"/>
                      <a:pt x="0" y="2"/>
                      <a:pt x="1" y="1"/>
                    </a:cubicBezTo>
                    <a:cubicBezTo>
                      <a:pt x="1" y="0"/>
                      <a:pt x="3" y="1"/>
                      <a:pt x="4" y="2"/>
                    </a:cubicBezTo>
                    <a:cubicBezTo>
                      <a:pt x="4" y="2"/>
                      <a:pt x="4" y="3"/>
                      <a:pt x="3"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2" name="Freeform 405">
                <a:extLst>
                  <a:ext uri="{FF2B5EF4-FFF2-40B4-BE49-F238E27FC236}">
                    <a16:creationId xmlns:a16="http://schemas.microsoft.com/office/drawing/2014/main" id="{53A1BF02-E154-4DB5-8C4F-FE3242500B74}"/>
                  </a:ext>
                </a:extLst>
              </p:cNvPr>
              <p:cNvSpPr>
                <a:spLocks/>
              </p:cNvSpPr>
              <p:nvPr/>
            </p:nvSpPr>
            <p:spPr bwMode="auto">
              <a:xfrm>
                <a:off x="2643188" y="5357813"/>
                <a:ext cx="3175" cy="3175"/>
              </a:xfrm>
              <a:custGeom>
                <a:avLst/>
                <a:gdLst>
                  <a:gd name="T0" fmla="*/ 0 w 1"/>
                  <a:gd name="T1" fmla="*/ 1 h 1"/>
                  <a:gd name="T2" fmla="*/ 0 w 1"/>
                  <a:gd name="T3" fmla="*/ 0 h 1"/>
                  <a:gd name="T4" fmla="*/ 0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0"/>
                      <a:pt x="0" y="0"/>
                    </a:cubicBezTo>
                    <a:cubicBezTo>
                      <a:pt x="0" y="0"/>
                      <a:pt x="0" y="0"/>
                      <a:pt x="0" y="0"/>
                    </a:cubicBezTo>
                    <a:cubicBezTo>
                      <a:pt x="0" y="1"/>
                      <a:pt x="1" y="1"/>
                      <a:pt x="1" y="1"/>
                    </a:cubicBezTo>
                    <a:cubicBezTo>
                      <a:pt x="0" y="1"/>
                      <a:pt x="0" y="1"/>
                      <a:pt x="0"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3" name="Freeform 406">
                <a:extLst>
                  <a:ext uri="{FF2B5EF4-FFF2-40B4-BE49-F238E27FC236}">
                    <a16:creationId xmlns:a16="http://schemas.microsoft.com/office/drawing/2014/main" id="{9DB660CB-AF31-4F2C-B795-592CD1522F85}"/>
                  </a:ext>
                </a:extLst>
              </p:cNvPr>
              <p:cNvSpPr>
                <a:spLocks/>
              </p:cNvSpPr>
              <p:nvPr/>
            </p:nvSpPr>
            <p:spPr bwMode="auto">
              <a:xfrm>
                <a:off x="2649538" y="5367338"/>
                <a:ext cx="4763" cy="7938"/>
              </a:xfrm>
              <a:custGeom>
                <a:avLst/>
                <a:gdLst>
                  <a:gd name="T0" fmla="*/ 0 w 1"/>
                  <a:gd name="T1" fmla="*/ 2 h 2"/>
                  <a:gd name="T2" fmla="*/ 0 w 1"/>
                  <a:gd name="T3" fmla="*/ 0 h 2"/>
                  <a:gd name="T4" fmla="*/ 0 w 1"/>
                  <a:gd name="T5" fmla="*/ 0 h 2"/>
                  <a:gd name="T6" fmla="*/ 0 w 1"/>
                  <a:gd name="T7" fmla="*/ 0 h 2"/>
                  <a:gd name="T8" fmla="*/ 0 w 1"/>
                  <a:gd name="T9" fmla="*/ 0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1"/>
                      <a:pt x="0" y="1"/>
                      <a:pt x="0" y="0"/>
                    </a:cubicBezTo>
                    <a:cubicBezTo>
                      <a:pt x="0" y="0"/>
                      <a:pt x="0" y="0"/>
                      <a:pt x="0" y="0"/>
                    </a:cubicBezTo>
                    <a:cubicBezTo>
                      <a:pt x="0" y="0"/>
                      <a:pt x="0" y="0"/>
                      <a:pt x="0" y="0"/>
                    </a:cubicBezTo>
                    <a:cubicBezTo>
                      <a:pt x="0" y="0"/>
                      <a:pt x="0" y="0"/>
                      <a:pt x="0" y="0"/>
                    </a:cubicBezTo>
                    <a:cubicBezTo>
                      <a:pt x="1" y="0"/>
                      <a:pt x="1" y="0"/>
                      <a:pt x="1" y="0"/>
                    </a:cubicBezTo>
                    <a:cubicBezTo>
                      <a:pt x="1" y="1"/>
                      <a:pt x="0" y="1"/>
                      <a:pt x="0"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4" name="Freeform 407">
                <a:extLst>
                  <a:ext uri="{FF2B5EF4-FFF2-40B4-BE49-F238E27FC236}">
                    <a16:creationId xmlns:a16="http://schemas.microsoft.com/office/drawing/2014/main" id="{E3282FD6-296F-498E-A216-D1C5AD187BE5}"/>
                  </a:ext>
                </a:extLst>
              </p:cNvPr>
              <p:cNvSpPr>
                <a:spLocks/>
              </p:cNvSpPr>
              <p:nvPr/>
            </p:nvSpPr>
            <p:spPr bwMode="auto">
              <a:xfrm>
                <a:off x="2660651" y="5554663"/>
                <a:ext cx="14288" cy="14288"/>
              </a:xfrm>
              <a:custGeom>
                <a:avLst/>
                <a:gdLst>
                  <a:gd name="T0" fmla="*/ 1 w 4"/>
                  <a:gd name="T1" fmla="*/ 1 h 4"/>
                  <a:gd name="T2" fmla="*/ 3 w 4"/>
                  <a:gd name="T3" fmla="*/ 3 h 4"/>
                  <a:gd name="T4" fmla="*/ 3 w 4"/>
                  <a:gd name="T5" fmla="*/ 3 h 4"/>
                  <a:gd name="T6" fmla="*/ 3 w 4"/>
                  <a:gd name="T7" fmla="*/ 4 h 4"/>
                  <a:gd name="T8" fmla="*/ 1 w 4"/>
                  <a:gd name="T9" fmla="*/ 1 h 4"/>
                </a:gdLst>
                <a:ahLst/>
                <a:cxnLst>
                  <a:cxn ang="0">
                    <a:pos x="T0" y="T1"/>
                  </a:cxn>
                  <a:cxn ang="0">
                    <a:pos x="T2" y="T3"/>
                  </a:cxn>
                  <a:cxn ang="0">
                    <a:pos x="T4" y="T5"/>
                  </a:cxn>
                  <a:cxn ang="0">
                    <a:pos x="T6" y="T7"/>
                  </a:cxn>
                  <a:cxn ang="0">
                    <a:pos x="T8" y="T9"/>
                  </a:cxn>
                </a:cxnLst>
                <a:rect l="0" t="0" r="r" b="b"/>
                <a:pathLst>
                  <a:path w="4" h="4">
                    <a:moveTo>
                      <a:pt x="1" y="1"/>
                    </a:moveTo>
                    <a:cubicBezTo>
                      <a:pt x="2" y="0"/>
                      <a:pt x="4" y="2"/>
                      <a:pt x="3" y="3"/>
                    </a:cubicBezTo>
                    <a:cubicBezTo>
                      <a:pt x="3" y="3"/>
                      <a:pt x="3" y="3"/>
                      <a:pt x="3" y="3"/>
                    </a:cubicBezTo>
                    <a:cubicBezTo>
                      <a:pt x="3" y="3"/>
                      <a:pt x="3" y="3"/>
                      <a:pt x="3" y="4"/>
                    </a:cubicBezTo>
                    <a:cubicBezTo>
                      <a:pt x="2" y="4"/>
                      <a:pt x="0" y="2"/>
                      <a:pt x="1"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5" name="Freeform 408">
                <a:extLst>
                  <a:ext uri="{FF2B5EF4-FFF2-40B4-BE49-F238E27FC236}">
                    <a16:creationId xmlns:a16="http://schemas.microsoft.com/office/drawing/2014/main" id="{6D76AA46-6BD3-4A28-A540-E39515E9E9FC}"/>
                  </a:ext>
                </a:extLst>
              </p:cNvPr>
              <p:cNvSpPr>
                <a:spLocks/>
              </p:cNvSpPr>
              <p:nvPr/>
            </p:nvSpPr>
            <p:spPr bwMode="auto">
              <a:xfrm>
                <a:off x="2663826" y="5761038"/>
                <a:ext cx="7938" cy="3175"/>
              </a:xfrm>
              <a:custGeom>
                <a:avLst/>
                <a:gdLst>
                  <a:gd name="T0" fmla="*/ 2 w 2"/>
                  <a:gd name="T1" fmla="*/ 1 h 1"/>
                  <a:gd name="T2" fmla="*/ 1 w 2"/>
                  <a:gd name="T3" fmla="*/ 1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1" y="1"/>
                      <a:pt x="1" y="1"/>
                    </a:cubicBezTo>
                    <a:cubicBezTo>
                      <a:pt x="0" y="0"/>
                      <a:pt x="1" y="0"/>
                      <a:pt x="1" y="0"/>
                    </a:cubicBezTo>
                    <a:cubicBezTo>
                      <a:pt x="2" y="0"/>
                      <a:pt x="2" y="0"/>
                      <a:pt x="2"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6" name="Freeform 409">
                <a:extLst>
                  <a:ext uri="{FF2B5EF4-FFF2-40B4-BE49-F238E27FC236}">
                    <a16:creationId xmlns:a16="http://schemas.microsoft.com/office/drawing/2014/main" id="{F656D1DE-E54D-4AE6-AEA6-48501E619153}"/>
                  </a:ext>
                </a:extLst>
              </p:cNvPr>
              <p:cNvSpPr>
                <a:spLocks/>
              </p:cNvSpPr>
              <p:nvPr/>
            </p:nvSpPr>
            <p:spPr bwMode="auto">
              <a:xfrm>
                <a:off x="2674938" y="5618163"/>
                <a:ext cx="11113" cy="14288"/>
              </a:xfrm>
              <a:custGeom>
                <a:avLst/>
                <a:gdLst>
                  <a:gd name="T0" fmla="*/ 0 w 3"/>
                  <a:gd name="T1" fmla="*/ 1 h 4"/>
                  <a:gd name="T2" fmla="*/ 2 w 3"/>
                  <a:gd name="T3" fmla="*/ 1 h 4"/>
                  <a:gd name="T4" fmla="*/ 2 w 3"/>
                  <a:gd name="T5" fmla="*/ 2 h 4"/>
                  <a:gd name="T6" fmla="*/ 2 w 3"/>
                  <a:gd name="T7" fmla="*/ 2 h 4"/>
                  <a:gd name="T8" fmla="*/ 2 w 3"/>
                  <a:gd name="T9" fmla="*/ 4 h 4"/>
                  <a:gd name="T10" fmla="*/ 1 w 3"/>
                  <a:gd name="T11" fmla="*/ 3 h 4"/>
                  <a:gd name="T12" fmla="*/ 0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1"/>
                    </a:moveTo>
                    <a:cubicBezTo>
                      <a:pt x="1" y="0"/>
                      <a:pt x="2" y="0"/>
                      <a:pt x="2" y="1"/>
                    </a:cubicBezTo>
                    <a:cubicBezTo>
                      <a:pt x="2" y="1"/>
                      <a:pt x="2" y="2"/>
                      <a:pt x="2" y="2"/>
                    </a:cubicBezTo>
                    <a:cubicBezTo>
                      <a:pt x="2" y="2"/>
                      <a:pt x="2" y="2"/>
                      <a:pt x="2" y="2"/>
                    </a:cubicBezTo>
                    <a:cubicBezTo>
                      <a:pt x="2" y="3"/>
                      <a:pt x="3" y="3"/>
                      <a:pt x="2" y="4"/>
                    </a:cubicBezTo>
                    <a:cubicBezTo>
                      <a:pt x="2" y="4"/>
                      <a:pt x="1" y="4"/>
                      <a:pt x="1" y="3"/>
                    </a:cubicBezTo>
                    <a:cubicBezTo>
                      <a:pt x="0" y="3"/>
                      <a:pt x="0" y="1"/>
                      <a:pt x="0"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7" name="Freeform 410">
                <a:extLst>
                  <a:ext uri="{FF2B5EF4-FFF2-40B4-BE49-F238E27FC236}">
                    <a16:creationId xmlns:a16="http://schemas.microsoft.com/office/drawing/2014/main" id="{4D6F5D69-30AE-4EC4-848A-86316551529A}"/>
                  </a:ext>
                </a:extLst>
              </p:cNvPr>
              <p:cNvSpPr>
                <a:spLocks/>
              </p:cNvSpPr>
              <p:nvPr/>
            </p:nvSpPr>
            <p:spPr bwMode="auto">
              <a:xfrm>
                <a:off x="2674938" y="5746751"/>
                <a:ext cx="6350" cy="3175"/>
              </a:xfrm>
              <a:custGeom>
                <a:avLst/>
                <a:gdLst>
                  <a:gd name="T0" fmla="*/ 0 w 2"/>
                  <a:gd name="T1" fmla="*/ 1 h 1"/>
                  <a:gd name="T2" fmla="*/ 1 w 2"/>
                  <a:gd name="T3" fmla="*/ 0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1" y="0"/>
                    </a:cubicBezTo>
                    <a:cubicBezTo>
                      <a:pt x="1" y="0"/>
                      <a:pt x="2" y="0"/>
                      <a:pt x="2" y="1"/>
                    </a:cubicBezTo>
                    <a:lnTo>
                      <a:pt x="0" y="1"/>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8" name="Freeform 411">
                <a:extLst>
                  <a:ext uri="{FF2B5EF4-FFF2-40B4-BE49-F238E27FC236}">
                    <a16:creationId xmlns:a16="http://schemas.microsoft.com/office/drawing/2014/main" id="{66FAB7C6-677D-4AB6-920A-D4153D9B0EF1}"/>
                  </a:ext>
                </a:extLst>
              </p:cNvPr>
              <p:cNvSpPr>
                <a:spLocks/>
              </p:cNvSpPr>
              <p:nvPr/>
            </p:nvSpPr>
            <p:spPr bwMode="auto">
              <a:xfrm>
                <a:off x="2678113" y="5484813"/>
                <a:ext cx="14288" cy="17463"/>
              </a:xfrm>
              <a:custGeom>
                <a:avLst/>
                <a:gdLst>
                  <a:gd name="T0" fmla="*/ 3 w 4"/>
                  <a:gd name="T1" fmla="*/ 4 h 5"/>
                  <a:gd name="T2" fmla="*/ 3 w 4"/>
                  <a:gd name="T3" fmla="*/ 4 h 5"/>
                  <a:gd name="T4" fmla="*/ 3 w 4"/>
                  <a:gd name="T5" fmla="*/ 4 h 5"/>
                  <a:gd name="T6" fmla="*/ 2 w 4"/>
                  <a:gd name="T7" fmla="*/ 0 h 5"/>
                  <a:gd name="T8" fmla="*/ 3 w 4"/>
                  <a:gd name="T9" fmla="*/ 4 h 5"/>
                </a:gdLst>
                <a:ahLst/>
                <a:cxnLst>
                  <a:cxn ang="0">
                    <a:pos x="T0" y="T1"/>
                  </a:cxn>
                  <a:cxn ang="0">
                    <a:pos x="T2" y="T3"/>
                  </a:cxn>
                  <a:cxn ang="0">
                    <a:pos x="T4" y="T5"/>
                  </a:cxn>
                  <a:cxn ang="0">
                    <a:pos x="T6" y="T7"/>
                  </a:cxn>
                  <a:cxn ang="0">
                    <a:pos x="T8" y="T9"/>
                  </a:cxn>
                </a:cxnLst>
                <a:rect l="0" t="0" r="r" b="b"/>
                <a:pathLst>
                  <a:path w="4" h="5">
                    <a:moveTo>
                      <a:pt x="3" y="4"/>
                    </a:moveTo>
                    <a:cubicBezTo>
                      <a:pt x="3" y="4"/>
                      <a:pt x="3" y="4"/>
                      <a:pt x="3" y="4"/>
                    </a:cubicBezTo>
                    <a:cubicBezTo>
                      <a:pt x="3" y="4"/>
                      <a:pt x="3" y="4"/>
                      <a:pt x="3" y="4"/>
                    </a:cubicBezTo>
                    <a:cubicBezTo>
                      <a:pt x="0" y="5"/>
                      <a:pt x="2" y="1"/>
                      <a:pt x="2" y="0"/>
                    </a:cubicBezTo>
                    <a:cubicBezTo>
                      <a:pt x="3" y="1"/>
                      <a:pt x="4" y="3"/>
                      <a:pt x="3"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39" name="Freeform 412">
                <a:extLst>
                  <a:ext uri="{FF2B5EF4-FFF2-40B4-BE49-F238E27FC236}">
                    <a16:creationId xmlns:a16="http://schemas.microsoft.com/office/drawing/2014/main" id="{9646703E-BC88-45B4-85A7-E314F4E114F0}"/>
                  </a:ext>
                </a:extLst>
              </p:cNvPr>
              <p:cNvSpPr>
                <a:spLocks/>
              </p:cNvSpPr>
              <p:nvPr/>
            </p:nvSpPr>
            <p:spPr bwMode="auto">
              <a:xfrm>
                <a:off x="2698751" y="5600701"/>
                <a:ext cx="11113" cy="7938"/>
              </a:xfrm>
              <a:custGeom>
                <a:avLst/>
                <a:gdLst>
                  <a:gd name="T0" fmla="*/ 2 w 3"/>
                  <a:gd name="T1" fmla="*/ 2 h 2"/>
                  <a:gd name="T2" fmla="*/ 1 w 3"/>
                  <a:gd name="T3" fmla="*/ 0 h 2"/>
                  <a:gd name="T4" fmla="*/ 2 w 3"/>
                  <a:gd name="T5" fmla="*/ 2 h 2"/>
                </a:gdLst>
                <a:ahLst/>
                <a:cxnLst>
                  <a:cxn ang="0">
                    <a:pos x="T0" y="T1"/>
                  </a:cxn>
                  <a:cxn ang="0">
                    <a:pos x="T2" y="T3"/>
                  </a:cxn>
                  <a:cxn ang="0">
                    <a:pos x="T4" y="T5"/>
                  </a:cxn>
                </a:cxnLst>
                <a:rect l="0" t="0" r="r" b="b"/>
                <a:pathLst>
                  <a:path w="3" h="2">
                    <a:moveTo>
                      <a:pt x="2" y="2"/>
                    </a:moveTo>
                    <a:cubicBezTo>
                      <a:pt x="1" y="2"/>
                      <a:pt x="0" y="1"/>
                      <a:pt x="1" y="0"/>
                    </a:cubicBezTo>
                    <a:cubicBezTo>
                      <a:pt x="2" y="0"/>
                      <a:pt x="3" y="2"/>
                      <a:pt x="2" y="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0" name="Freeform 413">
                <a:extLst>
                  <a:ext uri="{FF2B5EF4-FFF2-40B4-BE49-F238E27FC236}">
                    <a16:creationId xmlns:a16="http://schemas.microsoft.com/office/drawing/2014/main" id="{144E6C03-7300-41C0-A890-4DA26CD7AE2A}"/>
                  </a:ext>
                </a:extLst>
              </p:cNvPr>
              <p:cNvSpPr>
                <a:spLocks/>
              </p:cNvSpPr>
              <p:nvPr/>
            </p:nvSpPr>
            <p:spPr bwMode="auto">
              <a:xfrm>
                <a:off x="2744788" y="5626101"/>
                <a:ext cx="7938"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0"/>
                      <a:pt x="2" y="2"/>
                      <a:pt x="2" y="2"/>
                    </a:cubicBezTo>
                    <a:cubicBezTo>
                      <a:pt x="0" y="2"/>
                      <a:pt x="0" y="2"/>
                      <a:pt x="0" y="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1" name="Freeform 414">
                <a:extLst>
                  <a:ext uri="{FF2B5EF4-FFF2-40B4-BE49-F238E27FC236}">
                    <a16:creationId xmlns:a16="http://schemas.microsoft.com/office/drawing/2014/main" id="{AD973BFB-468E-4B81-86F7-7ABE23D737A9}"/>
                  </a:ext>
                </a:extLst>
              </p:cNvPr>
              <p:cNvSpPr>
                <a:spLocks/>
              </p:cNvSpPr>
              <p:nvPr/>
            </p:nvSpPr>
            <p:spPr bwMode="auto">
              <a:xfrm>
                <a:off x="2744788" y="5686426"/>
                <a:ext cx="25400" cy="17463"/>
              </a:xfrm>
              <a:custGeom>
                <a:avLst/>
                <a:gdLst>
                  <a:gd name="T0" fmla="*/ 0 w 7"/>
                  <a:gd name="T1" fmla="*/ 4 h 5"/>
                  <a:gd name="T2" fmla="*/ 0 w 7"/>
                  <a:gd name="T3" fmla="*/ 0 h 5"/>
                  <a:gd name="T4" fmla="*/ 0 w 7"/>
                  <a:gd name="T5" fmla="*/ 4 h 5"/>
                </a:gdLst>
                <a:ahLst/>
                <a:cxnLst>
                  <a:cxn ang="0">
                    <a:pos x="T0" y="T1"/>
                  </a:cxn>
                  <a:cxn ang="0">
                    <a:pos x="T2" y="T3"/>
                  </a:cxn>
                  <a:cxn ang="0">
                    <a:pos x="T4" y="T5"/>
                  </a:cxn>
                </a:cxnLst>
                <a:rect l="0" t="0" r="r" b="b"/>
                <a:pathLst>
                  <a:path w="7" h="5">
                    <a:moveTo>
                      <a:pt x="0" y="4"/>
                    </a:moveTo>
                    <a:cubicBezTo>
                      <a:pt x="0" y="2"/>
                      <a:pt x="0" y="1"/>
                      <a:pt x="0" y="0"/>
                    </a:cubicBezTo>
                    <a:cubicBezTo>
                      <a:pt x="7" y="0"/>
                      <a:pt x="0" y="5"/>
                      <a:pt x="0" y="4"/>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2" name="Freeform 415">
                <a:extLst>
                  <a:ext uri="{FF2B5EF4-FFF2-40B4-BE49-F238E27FC236}">
                    <a16:creationId xmlns:a16="http://schemas.microsoft.com/office/drawing/2014/main" id="{7A3C8740-7FF3-4253-A787-840A4B64EFDF}"/>
                  </a:ext>
                </a:extLst>
              </p:cNvPr>
              <p:cNvSpPr>
                <a:spLocks/>
              </p:cNvSpPr>
              <p:nvPr/>
            </p:nvSpPr>
            <p:spPr bwMode="auto">
              <a:xfrm>
                <a:off x="2790826" y="5476876"/>
                <a:ext cx="4763" cy="7938"/>
              </a:xfrm>
              <a:custGeom>
                <a:avLst/>
                <a:gdLst>
                  <a:gd name="T0" fmla="*/ 0 w 1"/>
                  <a:gd name="T1" fmla="*/ 0 h 2"/>
                  <a:gd name="T2" fmla="*/ 1 w 1"/>
                  <a:gd name="T3" fmla="*/ 0 h 2"/>
                  <a:gd name="T4" fmla="*/ 0 w 1"/>
                  <a:gd name="T5" fmla="*/ 0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1" y="0"/>
                      <a:pt x="1" y="0"/>
                    </a:cubicBezTo>
                    <a:cubicBezTo>
                      <a:pt x="0" y="0"/>
                      <a:pt x="0" y="0"/>
                      <a:pt x="0" y="0"/>
                    </a:cubicBezTo>
                    <a:cubicBezTo>
                      <a:pt x="1" y="1"/>
                      <a:pt x="1" y="1"/>
                      <a:pt x="1" y="2"/>
                    </a:cubicBezTo>
                    <a:cubicBezTo>
                      <a:pt x="0" y="1"/>
                      <a:pt x="0" y="1"/>
                      <a:pt x="0" y="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3" name="Freeform 416">
                <a:extLst>
                  <a:ext uri="{FF2B5EF4-FFF2-40B4-BE49-F238E27FC236}">
                    <a16:creationId xmlns:a16="http://schemas.microsoft.com/office/drawing/2014/main" id="{7EE52C2D-3086-43CC-94C2-3BE48A9E8799}"/>
                  </a:ext>
                </a:extLst>
              </p:cNvPr>
              <p:cNvSpPr>
                <a:spLocks/>
              </p:cNvSpPr>
              <p:nvPr/>
            </p:nvSpPr>
            <p:spPr bwMode="auto">
              <a:xfrm>
                <a:off x="2784476" y="5554663"/>
                <a:ext cx="6350" cy="14288"/>
              </a:xfrm>
              <a:custGeom>
                <a:avLst/>
                <a:gdLst>
                  <a:gd name="T0" fmla="*/ 2 w 2"/>
                  <a:gd name="T1" fmla="*/ 3 h 4"/>
                  <a:gd name="T2" fmla="*/ 2 w 2"/>
                  <a:gd name="T3" fmla="*/ 2 h 4"/>
                  <a:gd name="T4" fmla="*/ 2 w 2"/>
                  <a:gd name="T5" fmla="*/ 2 h 4"/>
                  <a:gd name="T6" fmla="*/ 0 w 2"/>
                  <a:gd name="T7" fmla="*/ 4 h 4"/>
                  <a:gd name="T8" fmla="*/ 0 w 2"/>
                  <a:gd name="T9" fmla="*/ 0 h 4"/>
                  <a:gd name="T10" fmla="*/ 2 w 2"/>
                  <a:gd name="T11" fmla="*/ 2 h 4"/>
                  <a:gd name="T12" fmla="*/ 2 w 2"/>
                  <a:gd name="T13" fmla="*/ 2 h 4"/>
                  <a:gd name="T14" fmla="*/ 2 w 2"/>
                  <a:gd name="T15" fmla="*/ 2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2" y="2"/>
                      <a:pt x="2" y="2"/>
                      <a:pt x="2" y="2"/>
                    </a:cubicBezTo>
                    <a:cubicBezTo>
                      <a:pt x="2" y="2"/>
                      <a:pt x="2" y="2"/>
                      <a:pt x="2" y="2"/>
                    </a:cubicBezTo>
                    <a:cubicBezTo>
                      <a:pt x="2" y="3"/>
                      <a:pt x="2" y="4"/>
                      <a:pt x="0" y="4"/>
                    </a:cubicBezTo>
                    <a:cubicBezTo>
                      <a:pt x="0" y="3"/>
                      <a:pt x="0" y="2"/>
                      <a:pt x="0" y="0"/>
                    </a:cubicBezTo>
                    <a:cubicBezTo>
                      <a:pt x="1" y="0"/>
                      <a:pt x="2" y="1"/>
                      <a:pt x="2" y="2"/>
                    </a:cubicBezTo>
                    <a:cubicBezTo>
                      <a:pt x="2" y="2"/>
                      <a:pt x="2" y="2"/>
                      <a:pt x="2" y="2"/>
                    </a:cubicBezTo>
                    <a:cubicBezTo>
                      <a:pt x="2" y="2"/>
                      <a:pt x="2" y="2"/>
                      <a:pt x="2" y="2"/>
                    </a:cubicBezTo>
                    <a:cubicBezTo>
                      <a:pt x="2" y="2"/>
                      <a:pt x="2" y="3"/>
                      <a:pt x="2" y="3"/>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4" name="Freeform 417">
                <a:extLst>
                  <a:ext uri="{FF2B5EF4-FFF2-40B4-BE49-F238E27FC236}">
                    <a16:creationId xmlns:a16="http://schemas.microsoft.com/office/drawing/2014/main" id="{69439EDA-5652-4BBE-B0BF-ED92397B1F8D}"/>
                  </a:ext>
                </a:extLst>
              </p:cNvPr>
              <p:cNvSpPr>
                <a:spLocks/>
              </p:cNvSpPr>
              <p:nvPr/>
            </p:nvSpPr>
            <p:spPr bwMode="auto">
              <a:xfrm>
                <a:off x="2790826" y="6067426"/>
                <a:ext cx="11113" cy="22225"/>
              </a:xfrm>
              <a:custGeom>
                <a:avLst/>
                <a:gdLst>
                  <a:gd name="T0" fmla="*/ 0 w 3"/>
                  <a:gd name="T1" fmla="*/ 6 h 6"/>
                  <a:gd name="T2" fmla="*/ 0 w 3"/>
                  <a:gd name="T3" fmla="*/ 6 h 6"/>
                  <a:gd name="T4" fmla="*/ 2 w 3"/>
                  <a:gd name="T5" fmla="*/ 1 h 6"/>
                  <a:gd name="T6" fmla="*/ 2 w 3"/>
                  <a:gd name="T7" fmla="*/ 3 h 6"/>
                  <a:gd name="T8" fmla="*/ 3 w 3"/>
                  <a:gd name="T9" fmla="*/ 3 h 6"/>
                  <a:gd name="T10" fmla="*/ 0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0" y="6"/>
                    </a:moveTo>
                    <a:cubicBezTo>
                      <a:pt x="0" y="6"/>
                      <a:pt x="0" y="6"/>
                      <a:pt x="0" y="6"/>
                    </a:cubicBezTo>
                    <a:cubicBezTo>
                      <a:pt x="1" y="6"/>
                      <a:pt x="0" y="0"/>
                      <a:pt x="2" y="1"/>
                    </a:cubicBezTo>
                    <a:cubicBezTo>
                      <a:pt x="2" y="2"/>
                      <a:pt x="2" y="2"/>
                      <a:pt x="2" y="3"/>
                    </a:cubicBezTo>
                    <a:cubicBezTo>
                      <a:pt x="3" y="3"/>
                      <a:pt x="3" y="3"/>
                      <a:pt x="3" y="3"/>
                    </a:cubicBezTo>
                    <a:cubicBezTo>
                      <a:pt x="3" y="5"/>
                      <a:pt x="2" y="6"/>
                      <a:pt x="0" y="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5" name="Freeform 418">
                <a:extLst>
                  <a:ext uri="{FF2B5EF4-FFF2-40B4-BE49-F238E27FC236}">
                    <a16:creationId xmlns:a16="http://schemas.microsoft.com/office/drawing/2014/main" id="{939193DE-A1AE-4D72-8B1A-3685771C16B2}"/>
                  </a:ext>
                </a:extLst>
              </p:cNvPr>
              <p:cNvSpPr>
                <a:spLocks/>
              </p:cNvSpPr>
              <p:nvPr/>
            </p:nvSpPr>
            <p:spPr bwMode="auto">
              <a:xfrm>
                <a:off x="2841626" y="5519738"/>
                <a:ext cx="6350" cy="6350"/>
              </a:xfrm>
              <a:custGeom>
                <a:avLst/>
                <a:gdLst>
                  <a:gd name="T0" fmla="*/ 2 w 2"/>
                  <a:gd name="T1" fmla="*/ 1 h 2"/>
                  <a:gd name="T2" fmla="*/ 0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2" y="2"/>
                      <a:pt x="0" y="1"/>
                      <a:pt x="0" y="2"/>
                    </a:cubicBezTo>
                    <a:cubicBezTo>
                      <a:pt x="1" y="1"/>
                      <a:pt x="0" y="0"/>
                      <a:pt x="1" y="0"/>
                    </a:cubicBezTo>
                    <a:cubicBezTo>
                      <a:pt x="2" y="0"/>
                      <a:pt x="2" y="1"/>
                      <a:pt x="2" y="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6" name="Freeform 419">
                <a:extLst>
                  <a:ext uri="{FF2B5EF4-FFF2-40B4-BE49-F238E27FC236}">
                    <a16:creationId xmlns:a16="http://schemas.microsoft.com/office/drawing/2014/main" id="{6E3A6908-7906-4B9D-9444-7E25D606FE97}"/>
                  </a:ext>
                </a:extLst>
              </p:cNvPr>
              <p:cNvSpPr>
                <a:spLocks/>
              </p:cNvSpPr>
              <p:nvPr/>
            </p:nvSpPr>
            <p:spPr bwMode="auto">
              <a:xfrm>
                <a:off x="2928938" y="5764213"/>
                <a:ext cx="7938" cy="17463"/>
              </a:xfrm>
              <a:custGeom>
                <a:avLst/>
                <a:gdLst>
                  <a:gd name="T0" fmla="*/ 1 w 2"/>
                  <a:gd name="T1" fmla="*/ 5 h 5"/>
                  <a:gd name="T2" fmla="*/ 2 w 2"/>
                  <a:gd name="T3" fmla="*/ 0 h 5"/>
                  <a:gd name="T4" fmla="*/ 2 w 2"/>
                  <a:gd name="T5" fmla="*/ 3 h 5"/>
                  <a:gd name="T6" fmla="*/ 1 w 2"/>
                  <a:gd name="T7" fmla="*/ 5 h 5"/>
                </a:gdLst>
                <a:ahLst/>
                <a:cxnLst>
                  <a:cxn ang="0">
                    <a:pos x="T0" y="T1"/>
                  </a:cxn>
                  <a:cxn ang="0">
                    <a:pos x="T2" y="T3"/>
                  </a:cxn>
                  <a:cxn ang="0">
                    <a:pos x="T4" y="T5"/>
                  </a:cxn>
                  <a:cxn ang="0">
                    <a:pos x="T6" y="T7"/>
                  </a:cxn>
                </a:cxnLst>
                <a:rect l="0" t="0" r="r" b="b"/>
                <a:pathLst>
                  <a:path w="2" h="5">
                    <a:moveTo>
                      <a:pt x="1" y="5"/>
                    </a:moveTo>
                    <a:cubicBezTo>
                      <a:pt x="0" y="4"/>
                      <a:pt x="1" y="2"/>
                      <a:pt x="2" y="0"/>
                    </a:cubicBezTo>
                    <a:cubicBezTo>
                      <a:pt x="2" y="1"/>
                      <a:pt x="2" y="2"/>
                      <a:pt x="2" y="3"/>
                    </a:cubicBezTo>
                    <a:lnTo>
                      <a:pt x="1" y="5"/>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7" name="Freeform 420">
                <a:extLst>
                  <a:ext uri="{FF2B5EF4-FFF2-40B4-BE49-F238E27FC236}">
                    <a16:creationId xmlns:a16="http://schemas.microsoft.com/office/drawing/2014/main" id="{44304EF6-53FE-4E60-8D94-596D9A09726B}"/>
                  </a:ext>
                </a:extLst>
              </p:cNvPr>
              <p:cNvSpPr>
                <a:spLocks/>
              </p:cNvSpPr>
              <p:nvPr/>
            </p:nvSpPr>
            <p:spPr bwMode="auto">
              <a:xfrm>
                <a:off x="2749551" y="5657851"/>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8" name="Freeform 421">
                <a:extLst>
                  <a:ext uri="{FF2B5EF4-FFF2-40B4-BE49-F238E27FC236}">
                    <a16:creationId xmlns:a16="http://schemas.microsoft.com/office/drawing/2014/main" id="{5360E935-042A-4B6D-8CD0-50D717D91AE6}"/>
                  </a:ext>
                </a:extLst>
              </p:cNvPr>
              <p:cNvSpPr>
                <a:spLocks/>
              </p:cNvSpPr>
              <p:nvPr/>
            </p:nvSpPr>
            <p:spPr bwMode="auto">
              <a:xfrm>
                <a:off x="2749551" y="5657851"/>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49" name="Rectangle 248">
                <a:extLst>
                  <a:ext uri="{FF2B5EF4-FFF2-40B4-BE49-F238E27FC236}">
                    <a16:creationId xmlns:a16="http://schemas.microsoft.com/office/drawing/2014/main" id="{52CD155E-68F4-4C4A-BE02-30A845B3534B}"/>
                  </a:ext>
                </a:extLst>
              </p:cNvPr>
              <p:cNvSpPr>
                <a:spLocks noChangeArrowheads="1"/>
              </p:cNvSpPr>
              <p:nvPr/>
            </p:nvSpPr>
            <p:spPr bwMode="auto">
              <a:xfrm>
                <a:off x="2749551" y="5657851"/>
                <a:ext cx="1588" cy="3175"/>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0" name="Rectangle 249">
                <a:extLst>
                  <a:ext uri="{FF2B5EF4-FFF2-40B4-BE49-F238E27FC236}">
                    <a16:creationId xmlns:a16="http://schemas.microsoft.com/office/drawing/2014/main" id="{05D4ED2D-6EDF-4D77-88FE-0B48AFF98014}"/>
                  </a:ext>
                </a:extLst>
              </p:cNvPr>
              <p:cNvSpPr>
                <a:spLocks noChangeArrowheads="1"/>
              </p:cNvSpPr>
              <p:nvPr/>
            </p:nvSpPr>
            <p:spPr bwMode="auto">
              <a:xfrm>
                <a:off x="2749551" y="5657851"/>
                <a:ext cx="1588" cy="3175"/>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pic>
            <p:nvPicPr>
              <p:cNvPr id="251" name="Picture 250">
                <a:extLst>
                  <a:ext uri="{FF2B5EF4-FFF2-40B4-BE49-F238E27FC236}">
                    <a16:creationId xmlns:a16="http://schemas.microsoft.com/office/drawing/2014/main" id="{F8EDBF4C-DDE1-4E4D-9A17-A63C23CF4160}"/>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2743201" y="5646738"/>
                <a:ext cx="28575" cy="26988"/>
              </a:xfrm>
              <a:prstGeom prst="rect">
                <a:avLst/>
              </a:prstGeom>
              <a:grpFill/>
              <a:ln w="9525">
                <a:solidFill>
                  <a:srgbClr val="000000"/>
                </a:solidFill>
                <a:miter lim="800000"/>
                <a:headEnd/>
                <a:tailEnd/>
              </a:ln>
            </p:spPr>
          </p:pic>
          <p:sp>
            <p:nvSpPr>
              <p:cNvPr id="252" name="Freeform 425">
                <a:extLst>
                  <a:ext uri="{FF2B5EF4-FFF2-40B4-BE49-F238E27FC236}">
                    <a16:creationId xmlns:a16="http://schemas.microsoft.com/office/drawing/2014/main" id="{BBD69F2D-94C0-40D5-BE4F-EAC06903943A}"/>
                  </a:ext>
                </a:extLst>
              </p:cNvPr>
              <p:cNvSpPr>
                <a:spLocks/>
              </p:cNvSpPr>
              <p:nvPr/>
            </p:nvSpPr>
            <p:spPr bwMode="auto">
              <a:xfrm>
                <a:off x="2744788" y="571817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53" name="Rectangle 252">
                <a:extLst>
                  <a:ext uri="{FF2B5EF4-FFF2-40B4-BE49-F238E27FC236}">
                    <a16:creationId xmlns:a16="http://schemas.microsoft.com/office/drawing/2014/main" id="{C3F588B3-24E4-4141-85D9-25DB00333DDF}"/>
                  </a:ext>
                </a:extLst>
              </p:cNvPr>
              <p:cNvSpPr>
                <a:spLocks noChangeArrowheads="1"/>
              </p:cNvSpPr>
              <p:nvPr/>
            </p:nvSpPr>
            <p:spPr bwMode="auto">
              <a:xfrm>
                <a:off x="2744788" y="5718176"/>
                <a:ext cx="1588" cy="158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sp>
          <p:nvSpPr>
            <p:cNvPr id="210" name="Freeform 427">
              <a:extLst>
                <a:ext uri="{FF2B5EF4-FFF2-40B4-BE49-F238E27FC236}">
                  <a16:creationId xmlns:a16="http://schemas.microsoft.com/office/drawing/2014/main" id="{5A0F40D3-0FB0-4C86-A96A-9EF58B5F00EE}"/>
                </a:ext>
              </a:extLst>
            </p:cNvPr>
            <p:cNvSpPr>
              <a:spLocks/>
            </p:cNvSpPr>
            <p:nvPr/>
          </p:nvSpPr>
          <p:spPr bwMode="auto">
            <a:xfrm>
              <a:off x="3536951" y="2422526"/>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1" name="Freeform 428">
              <a:extLst>
                <a:ext uri="{FF2B5EF4-FFF2-40B4-BE49-F238E27FC236}">
                  <a16:creationId xmlns:a16="http://schemas.microsoft.com/office/drawing/2014/main" id="{2C4CA946-CB46-41D1-8CBA-20830F42F9E9}"/>
                </a:ext>
              </a:extLst>
            </p:cNvPr>
            <p:cNvSpPr>
              <a:spLocks/>
            </p:cNvSpPr>
            <p:nvPr/>
          </p:nvSpPr>
          <p:spPr bwMode="auto">
            <a:xfrm>
              <a:off x="3530601" y="2425701"/>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2" name="Freeform 429">
              <a:extLst>
                <a:ext uri="{FF2B5EF4-FFF2-40B4-BE49-F238E27FC236}">
                  <a16:creationId xmlns:a16="http://schemas.microsoft.com/office/drawing/2014/main" id="{7098BF4A-E257-467C-B894-AA3DA1EA0407}"/>
                </a:ext>
              </a:extLst>
            </p:cNvPr>
            <p:cNvSpPr>
              <a:spLocks/>
            </p:cNvSpPr>
            <p:nvPr/>
          </p:nvSpPr>
          <p:spPr bwMode="auto">
            <a:xfrm>
              <a:off x="3530601" y="2422526"/>
              <a:ext cx="3175" cy="317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3" name="Freeform 430">
              <a:extLst>
                <a:ext uri="{FF2B5EF4-FFF2-40B4-BE49-F238E27FC236}">
                  <a16:creationId xmlns:a16="http://schemas.microsoft.com/office/drawing/2014/main" id="{69F2557D-32D9-4B52-AF2D-25E15BB423C8}"/>
                </a:ext>
              </a:extLst>
            </p:cNvPr>
            <p:cNvSpPr>
              <a:spLocks/>
            </p:cNvSpPr>
            <p:nvPr/>
          </p:nvSpPr>
          <p:spPr bwMode="auto">
            <a:xfrm>
              <a:off x="3286126" y="227330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4" name="Freeform 431">
              <a:extLst>
                <a:ext uri="{FF2B5EF4-FFF2-40B4-BE49-F238E27FC236}">
                  <a16:creationId xmlns:a16="http://schemas.microsoft.com/office/drawing/2014/main" id="{701BDA7D-2AAE-47A5-8037-486FE1355651}"/>
                </a:ext>
              </a:extLst>
            </p:cNvPr>
            <p:cNvSpPr>
              <a:spLocks/>
            </p:cNvSpPr>
            <p:nvPr/>
          </p:nvSpPr>
          <p:spPr bwMode="auto">
            <a:xfrm>
              <a:off x="2493963" y="2347913"/>
              <a:ext cx="1411288" cy="1216025"/>
            </a:xfrm>
            <a:custGeom>
              <a:avLst/>
              <a:gdLst>
                <a:gd name="T0" fmla="*/ 392 w 399"/>
                <a:gd name="T1" fmla="*/ 167 h 344"/>
                <a:gd name="T2" fmla="*/ 375 w 399"/>
                <a:gd name="T3" fmla="*/ 167 h 344"/>
                <a:gd name="T4" fmla="*/ 366 w 399"/>
                <a:gd name="T5" fmla="*/ 166 h 344"/>
                <a:gd name="T6" fmla="*/ 372 w 399"/>
                <a:gd name="T7" fmla="*/ 156 h 344"/>
                <a:gd name="T8" fmla="*/ 369 w 399"/>
                <a:gd name="T9" fmla="*/ 146 h 344"/>
                <a:gd name="T10" fmla="*/ 357 w 399"/>
                <a:gd name="T11" fmla="*/ 124 h 344"/>
                <a:gd name="T12" fmla="*/ 341 w 399"/>
                <a:gd name="T13" fmla="*/ 122 h 344"/>
                <a:gd name="T14" fmla="*/ 336 w 399"/>
                <a:gd name="T15" fmla="*/ 109 h 344"/>
                <a:gd name="T16" fmla="*/ 316 w 399"/>
                <a:gd name="T17" fmla="*/ 107 h 344"/>
                <a:gd name="T18" fmla="*/ 309 w 399"/>
                <a:gd name="T19" fmla="*/ 121 h 344"/>
                <a:gd name="T20" fmla="*/ 295 w 399"/>
                <a:gd name="T21" fmla="*/ 94 h 344"/>
                <a:gd name="T22" fmla="*/ 281 w 399"/>
                <a:gd name="T23" fmla="*/ 61 h 344"/>
                <a:gd name="T24" fmla="*/ 274 w 399"/>
                <a:gd name="T25" fmla="*/ 48 h 344"/>
                <a:gd name="T26" fmla="*/ 250 w 399"/>
                <a:gd name="T27" fmla="*/ 44 h 344"/>
                <a:gd name="T28" fmla="*/ 242 w 399"/>
                <a:gd name="T29" fmla="*/ 38 h 344"/>
                <a:gd name="T30" fmla="*/ 242 w 399"/>
                <a:gd name="T31" fmla="*/ 18 h 344"/>
                <a:gd name="T32" fmla="*/ 237 w 399"/>
                <a:gd name="T33" fmla="*/ 10 h 344"/>
                <a:gd name="T34" fmla="*/ 213 w 399"/>
                <a:gd name="T35" fmla="*/ 0 h 344"/>
                <a:gd name="T36" fmla="*/ 190 w 399"/>
                <a:gd name="T37" fmla="*/ 8 h 344"/>
                <a:gd name="T38" fmla="*/ 166 w 399"/>
                <a:gd name="T39" fmla="*/ 52 h 344"/>
                <a:gd name="T40" fmla="*/ 132 w 399"/>
                <a:gd name="T41" fmla="*/ 80 h 344"/>
                <a:gd name="T42" fmla="*/ 94 w 399"/>
                <a:gd name="T43" fmla="*/ 101 h 344"/>
                <a:gd name="T44" fmla="*/ 58 w 399"/>
                <a:gd name="T45" fmla="*/ 92 h 344"/>
                <a:gd name="T46" fmla="*/ 22 w 399"/>
                <a:gd name="T47" fmla="*/ 116 h 344"/>
                <a:gd name="T48" fmla="*/ 12 w 399"/>
                <a:gd name="T49" fmla="*/ 152 h 344"/>
                <a:gd name="T50" fmla="*/ 29 w 399"/>
                <a:gd name="T51" fmla="*/ 158 h 344"/>
                <a:gd name="T52" fmla="*/ 25 w 399"/>
                <a:gd name="T53" fmla="*/ 187 h 344"/>
                <a:gd name="T54" fmla="*/ 35 w 399"/>
                <a:gd name="T55" fmla="*/ 200 h 344"/>
                <a:gd name="T56" fmla="*/ 55 w 399"/>
                <a:gd name="T57" fmla="*/ 226 h 344"/>
                <a:gd name="T58" fmla="*/ 78 w 399"/>
                <a:gd name="T59" fmla="*/ 252 h 344"/>
                <a:gd name="T60" fmla="*/ 92 w 399"/>
                <a:gd name="T61" fmla="*/ 255 h 344"/>
                <a:gd name="T62" fmla="*/ 109 w 399"/>
                <a:gd name="T63" fmla="*/ 258 h 344"/>
                <a:gd name="T64" fmla="*/ 127 w 399"/>
                <a:gd name="T65" fmla="*/ 262 h 344"/>
                <a:gd name="T66" fmla="*/ 143 w 399"/>
                <a:gd name="T67" fmla="*/ 272 h 344"/>
                <a:gd name="T68" fmla="*/ 163 w 399"/>
                <a:gd name="T69" fmla="*/ 273 h 344"/>
                <a:gd name="T70" fmla="*/ 165 w 399"/>
                <a:gd name="T71" fmla="*/ 291 h 344"/>
                <a:gd name="T72" fmla="*/ 173 w 399"/>
                <a:gd name="T73" fmla="*/ 310 h 344"/>
                <a:gd name="T74" fmla="*/ 193 w 399"/>
                <a:gd name="T75" fmla="*/ 330 h 344"/>
                <a:gd name="T76" fmla="*/ 206 w 399"/>
                <a:gd name="T77" fmla="*/ 339 h 344"/>
                <a:gd name="T78" fmla="*/ 215 w 399"/>
                <a:gd name="T79" fmla="*/ 344 h 344"/>
                <a:gd name="T80" fmla="*/ 235 w 399"/>
                <a:gd name="T81" fmla="*/ 322 h 344"/>
                <a:gd name="T82" fmla="*/ 241 w 399"/>
                <a:gd name="T83" fmla="*/ 296 h 344"/>
                <a:gd name="T84" fmla="*/ 237 w 399"/>
                <a:gd name="T85" fmla="*/ 279 h 344"/>
                <a:gd name="T86" fmla="*/ 238 w 399"/>
                <a:gd name="T87" fmla="*/ 263 h 344"/>
                <a:gd name="T88" fmla="*/ 242 w 399"/>
                <a:gd name="T89" fmla="*/ 257 h 344"/>
                <a:gd name="T90" fmla="*/ 260 w 399"/>
                <a:gd name="T91" fmla="*/ 257 h 344"/>
                <a:gd name="T92" fmla="*/ 275 w 399"/>
                <a:gd name="T93" fmla="*/ 268 h 344"/>
                <a:gd name="T94" fmla="*/ 282 w 399"/>
                <a:gd name="T95" fmla="*/ 281 h 344"/>
                <a:gd name="T96" fmla="*/ 284 w 399"/>
                <a:gd name="T97" fmla="*/ 299 h 344"/>
                <a:gd name="T98" fmla="*/ 275 w 399"/>
                <a:gd name="T99" fmla="*/ 314 h 344"/>
                <a:gd name="T100" fmla="*/ 287 w 399"/>
                <a:gd name="T101" fmla="*/ 302 h 344"/>
                <a:gd name="T102" fmla="*/ 315 w 399"/>
                <a:gd name="T103" fmla="*/ 296 h 344"/>
                <a:gd name="T104" fmla="*/ 320 w 399"/>
                <a:gd name="T105" fmla="*/ 296 h 344"/>
                <a:gd name="T106" fmla="*/ 330 w 399"/>
                <a:gd name="T107" fmla="*/ 280 h 344"/>
                <a:gd name="T108" fmla="*/ 330 w 399"/>
                <a:gd name="T109" fmla="*/ 266 h 344"/>
                <a:gd name="T110" fmla="*/ 344 w 399"/>
                <a:gd name="T111" fmla="*/ 255 h 344"/>
                <a:gd name="T112" fmla="*/ 357 w 399"/>
                <a:gd name="T113" fmla="*/ 243 h 344"/>
                <a:gd name="T114" fmla="*/ 341 w 399"/>
                <a:gd name="T115" fmla="*/ 242 h 344"/>
                <a:gd name="T116" fmla="*/ 320 w 399"/>
                <a:gd name="T117" fmla="*/ 216 h 344"/>
                <a:gd name="T118" fmla="*/ 351 w 399"/>
                <a:gd name="T119" fmla="*/ 196 h 344"/>
                <a:gd name="T120" fmla="*/ 378 w 399"/>
                <a:gd name="T121" fmla="*/ 185 h 344"/>
                <a:gd name="T122" fmla="*/ 399 w 399"/>
                <a:gd name="T123" fmla="*/ 169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9" h="344">
                  <a:moveTo>
                    <a:pt x="399" y="169"/>
                  </a:moveTo>
                  <a:cubicBezTo>
                    <a:pt x="398" y="169"/>
                    <a:pt x="396" y="167"/>
                    <a:pt x="396" y="165"/>
                  </a:cubicBezTo>
                  <a:cubicBezTo>
                    <a:pt x="395" y="165"/>
                    <a:pt x="394" y="166"/>
                    <a:pt x="394" y="167"/>
                  </a:cubicBezTo>
                  <a:cubicBezTo>
                    <a:pt x="393" y="167"/>
                    <a:pt x="393" y="167"/>
                    <a:pt x="392" y="167"/>
                  </a:cubicBezTo>
                  <a:cubicBezTo>
                    <a:pt x="392" y="168"/>
                    <a:pt x="391" y="170"/>
                    <a:pt x="391" y="171"/>
                  </a:cubicBezTo>
                  <a:cubicBezTo>
                    <a:pt x="389" y="171"/>
                    <a:pt x="389" y="169"/>
                    <a:pt x="388" y="167"/>
                  </a:cubicBezTo>
                  <a:cubicBezTo>
                    <a:pt x="386" y="167"/>
                    <a:pt x="383" y="171"/>
                    <a:pt x="382" y="169"/>
                  </a:cubicBezTo>
                  <a:cubicBezTo>
                    <a:pt x="380" y="167"/>
                    <a:pt x="378" y="167"/>
                    <a:pt x="375" y="167"/>
                  </a:cubicBezTo>
                  <a:cubicBezTo>
                    <a:pt x="375" y="168"/>
                    <a:pt x="375" y="169"/>
                    <a:pt x="375" y="171"/>
                  </a:cubicBezTo>
                  <a:cubicBezTo>
                    <a:pt x="370" y="171"/>
                    <a:pt x="363" y="168"/>
                    <a:pt x="364" y="175"/>
                  </a:cubicBezTo>
                  <a:cubicBezTo>
                    <a:pt x="360" y="175"/>
                    <a:pt x="362" y="167"/>
                    <a:pt x="366" y="167"/>
                  </a:cubicBezTo>
                  <a:cubicBezTo>
                    <a:pt x="366" y="166"/>
                    <a:pt x="366" y="166"/>
                    <a:pt x="366" y="166"/>
                  </a:cubicBezTo>
                  <a:cubicBezTo>
                    <a:pt x="368" y="166"/>
                    <a:pt x="370" y="166"/>
                    <a:pt x="372" y="166"/>
                  </a:cubicBezTo>
                  <a:cubicBezTo>
                    <a:pt x="372" y="164"/>
                    <a:pt x="376" y="164"/>
                    <a:pt x="378" y="164"/>
                  </a:cubicBezTo>
                  <a:cubicBezTo>
                    <a:pt x="377" y="160"/>
                    <a:pt x="372" y="161"/>
                    <a:pt x="369" y="161"/>
                  </a:cubicBezTo>
                  <a:cubicBezTo>
                    <a:pt x="369" y="158"/>
                    <a:pt x="369" y="156"/>
                    <a:pt x="372" y="156"/>
                  </a:cubicBezTo>
                  <a:cubicBezTo>
                    <a:pt x="372" y="155"/>
                    <a:pt x="372" y="154"/>
                    <a:pt x="374" y="154"/>
                  </a:cubicBezTo>
                  <a:cubicBezTo>
                    <a:pt x="375" y="149"/>
                    <a:pt x="370" y="152"/>
                    <a:pt x="370" y="149"/>
                  </a:cubicBezTo>
                  <a:cubicBezTo>
                    <a:pt x="370" y="149"/>
                    <a:pt x="374" y="149"/>
                    <a:pt x="372" y="147"/>
                  </a:cubicBezTo>
                  <a:cubicBezTo>
                    <a:pt x="371" y="146"/>
                    <a:pt x="370" y="146"/>
                    <a:pt x="369" y="146"/>
                  </a:cubicBezTo>
                  <a:cubicBezTo>
                    <a:pt x="367" y="145"/>
                    <a:pt x="363" y="145"/>
                    <a:pt x="363" y="142"/>
                  </a:cubicBezTo>
                  <a:cubicBezTo>
                    <a:pt x="363" y="137"/>
                    <a:pt x="356" y="129"/>
                    <a:pt x="361" y="124"/>
                  </a:cubicBezTo>
                  <a:cubicBezTo>
                    <a:pt x="363" y="122"/>
                    <a:pt x="364" y="122"/>
                    <a:pt x="362" y="120"/>
                  </a:cubicBezTo>
                  <a:cubicBezTo>
                    <a:pt x="360" y="121"/>
                    <a:pt x="359" y="123"/>
                    <a:pt x="357" y="124"/>
                  </a:cubicBezTo>
                  <a:cubicBezTo>
                    <a:pt x="355" y="126"/>
                    <a:pt x="350" y="126"/>
                    <a:pt x="347" y="125"/>
                  </a:cubicBezTo>
                  <a:cubicBezTo>
                    <a:pt x="348" y="126"/>
                    <a:pt x="348" y="127"/>
                    <a:pt x="348" y="128"/>
                  </a:cubicBezTo>
                  <a:cubicBezTo>
                    <a:pt x="345" y="128"/>
                    <a:pt x="343" y="128"/>
                    <a:pt x="343" y="131"/>
                  </a:cubicBezTo>
                  <a:cubicBezTo>
                    <a:pt x="338" y="133"/>
                    <a:pt x="340" y="124"/>
                    <a:pt x="341" y="122"/>
                  </a:cubicBezTo>
                  <a:cubicBezTo>
                    <a:pt x="341" y="119"/>
                    <a:pt x="340" y="111"/>
                    <a:pt x="344" y="110"/>
                  </a:cubicBezTo>
                  <a:cubicBezTo>
                    <a:pt x="344" y="109"/>
                    <a:pt x="344" y="109"/>
                    <a:pt x="344" y="109"/>
                  </a:cubicBezTo>
                  <a:cubicBezTo>
                    <a:pt x="341" y="108"/>
                    <a:pt x="339" y="103"/>
                    <a:pt x="337" y="105"/>
                  </a:cubicBezTo>
                  <a:cubicBezTo>
                    <a:pt x="337" y="106"/>
                    <a:pt x="336" y="107"/>
                    <a:pt x="336" y="109"/>
                  </a:cubicBezTo>
                  <a:cubicBezTo>
                    <a:pt x="335" y="109"/>
                    <a:pt x="332" y="108"/>
                    <a:pt x="331" y="109"/>
                  </a:cubicBezTo>
                  <a:cubicBezTo>
                    <a:pt x="330" y="110"/>
                    <a:pt x="331" y="112"/>
                    <a:pt x="330" y="113"/>
                  </a:cubicBezTo>
                  <a:cubicBezTo>
                    <a:pt x="323" y="114"/>
                    <a:pt x="322" y="103"/>
                    <a:pt x="313" y="105"/>
                  </a:cubicBezTo>
                  <a:cubicBezTo>
                    <a:pt x="313" y="106"/>
                    <a:pt x="314" y="107"/>
                    <a:pt x="316" y="107"/>
                  </a:cubicBezTo>
                  <a:cubicBezTo>
                    <a:pt x="316" y="107"/>
                    <a:pt x="315" y="107"/>
                    <a:pt x="315" y="107"/>
                  </a:cubicBezTo>
                  <a:cubicBezTo>
                    <a:pt x="314" y="109"/>
                    <a:pt x="315" y="111"/>
                    <a:pt x="316" y="113"/>
                  </a:cubicBezTo>
                  <a:cubicBezTo>
                    <a:pt x="314" y="113"/>
                    <a:pt x="309" y="111"/>
                    <a:pt x="308" y="114"/>
                  </a:cubicBezTo>
                  <a:cubicBezTo>
                    <a:pt x="308" y="116"/>
                    <a:pt x="309" y="119"/>
                    <a:pt x="309" y="121"/>
                  </a:cubicBezTo>
                  <a:cubicBezTo>
                    <a:pt x="308" y="121"/>
                    <a:pt x="307" y="120"/>
                    <a:pt x="305" y="120"/>
                  </a:cubicBezTo>
                  <a:cubicBezTo>
                    <a:pt x="305" y="120"/>
                    <a:pt x="304" y="121"/>
                    <a:pt x="303" y="121"/>
                  </a:cubicBezTo>
                  <a:cubicBezTo>
                    <a:pt x="293" y="119"/>
                    <a:pt x="304" y="107"/>
                    <a:pt x="302" y="103"/>
                  </a:cubicBezTo>
                  <a:cubicBezTo>
                    <a:pt x="301" y="99"/>
                    <a:pt x="298" y="96"/>
                    <a:pt x="295" y="94"/>
                  </a:cubicBezTo>
                  <a:cubicBezTo>
                    <a:pt x="292" y="93"/>
                    <a:pt x="291" y="91"/>
                    <a:pt x="291" y="88"/>
                  </a:cubicBezTo>
                  <a:cubicBezTo>
                    <a:pt x="289" y="88"/>
                    <a:pt x="285" y="89"/>
                    <a:pt x="284" y="86"/>
                  </a:cubicBezTo>
                  <a:cubicBezTo>
                    <a:pt x="284" y="84"/>
                    <a:pt x="283" y="82"/>
                    <a:pt x="282" y="80"/>
                  </a:cubicBezTo>
                  <a:cubicBezTo>
                    <a:pt x="279" y="74"/>
                    <a:pt x="280" y="67"/>
                    <a:pt x="281" y="61"/>
                  </a:cubicBezTo>
                  <a:cubicBezTo>
                    <a:pt x="281" y="62"/>
                    <a:pt x="278" y="60"/>
                    <a:pt x="278" y="60"/>
                  </a:cubicBezTo>
                  <a:cubicBezTo>
                    <a:pt x="277" y="59"/>
                    <a:pt x="278" y="57"/>
                    <a:pt x="278" y="56"/>
                  </a:cubicBezTo>
                  <a:cubicBezTo>
                    <a:pt x="278" y="53"/>
                    <a:pt x="278" y="50"/>
                    <a:pt x="274" y="50"/>
                  </a:cubicBezTo>
                  <a:cubicBezTo>
                    <a:pt x="274" y="49"/>
                    <a:pt x="274" y="49"/>
                    <a:pt x="274" y="48"/>
                  </a:cubicBezTo>
                  <a:cubicBezTo>
                    <a:pt x="271" y="48"/>
                    <a:pt x="262" y="53"/>
                    <a:pt x="261" y="47"/>
                  </a:cubicBezTo>
                  <a:cubicBezTo>
                    <a:pt x="260" y="48"/>
                    <a:pt x="260" y="47"/>
                    <a:pt x="259" y="47"/>
                  </a:cubicBezTo>
                  <a:cubicBezTo>
                    <a:pt x="259" y="46"/>
                    <a:pt x="259" y="45"/>
                    <a:pt x="259" y="44"/>
                  </a:cubicBezTo>
                  <a:cubicBezTo>
                    <a:pt x="256" y="43"/>
                    <a:pt x="251" y="39"/>
                    <a:pt x="250" y="44"/>
                  </a:cubicBezTo>
                  <a:cubicBezTo>
                    <a:pt x="247" y="43"/>
                    <a:pt x="245" y="42"/>
                    <a:pt x="242" y="43"/>
                  </a:cubicBezTo>
                  <a:cubicBezTo>
                    <a:pt x="242" y="42"/>
                    <a:pt x="241" y="42"/>
                    <a:pt x="241" y="41"/>
                  </a:cubicBezTo>
                  <a:cubicBezTo>
                    <a:pt x="240" y="41"/>
                    <a:pt x="238" y="40"/>
                    <a:pt x="238" y="38"/>
                  </a:cubicBezTo>
                  <a:cubicBezTo>
                    <a:pt x="239" y="38"/>
                    <a:pt x="241" y="38"/>
                    <a:pt x="242" y="38"/>
                  </a:cubicBezTo>
                  <a:cubicBezTo>
                    <a:pt x="242" y="36"/>
                    <a:pt x="241" y="33"/>
                    <a:pt x="242" y="31"/>
                  </a:cubicBezTo>
                  <a:cubicBezTo>
                    <a:pt x="244" y="29"/>
                    <a:pt x="244" y="27"/>
                    <a:pt x="243" y="25"/>
                  </a:cubicBezTo>
                  <a:cubicBezTo>
                    <a:pt x="242" y="25"/>
                    <a:pt x="241" y="25"/>
                    <a:pt x="240" y="24"/>
                  </a:cubicBezTo>
                  <a:cubicBezTo>
                    <a:pt x="239" y="22"/>
                    <a:pt x="239" y="18"/>
                    <a:pt x="242" y="18"/>
                  </a:cubicBezTo>
                  <a:cubicBezTo>
                    <a:pt x="243" y="18"/>
                    <a:pt x="243" y="16"/>
                    <a:pt x="242" y="15"/>
                  </a:cubicBezTo>
                  <a:cubicBezTo>
                    <a:pt x="242" y="15"/>
                    <a:pt x="240" y="15"/>
                    <a:pt x="239" y="15"/>
                  </a:cubicBezTo>
                  <a:cubicBezTo>
                    <a:pt x="238" y="14"/>
                    <a:pt x="238" y="12"/>
                    <a:pt x="238" y="11"/>
                  </a:cubicBezTo>
                  <a:cubicBezTo>
                    <a:pt x="237" y="10"/>
                    <a:pt x="237" y="10"/>
                    <a:pt x="237" y="10"/>
                  </a:cubicBezTo>
                  <a:cubicBezTo>
                    <a:pt x="235" y="9"/>
                    <a:pt x="232" y="10"/>
                    <a:pt x="229" y="9"/>
                  </a:cubicBezTo>
                  <a:cubicBezTo>
                    <a:pt x="226" y="8"/>
                    <a:pt x="224" y="7"/>
                    <a:pt x="221" y="7"/>
                  </a:cubicBezTo>
                  <a:cubicBezTo>
                    <a:pt x="219" y="7"/>
                    <a:pt x="215" y="8"/>
                    <a:pt x="216" y="6"/>
                  </a:cubicBezTo>
                  <a:cubicBezTo>
                    <a:pt x="216" y="2"/>
                    <a:pt x="215" y="1"/>
                    <a:pt x="213" y="0"/>
                  </a:cubicBezTo>
                  <a:cubicBezTo>
                    <a:pt x="212" y="1"/>
                    <a:pt x="211" y="1"/>
                    <a:pt x="210" y="2"/>
                  </a:cubicBezTo>
                  <a:cubicBezTo>
                    <a:pt x="209" y="5"/>
                    <a:pt x="209" y="7"/>
                    <a:pt x="206" y="7"/>
                  </a:cubicBezTo>
                  <a:cubicBezTo>
                    <a:pt x="203" y="7"/>
                    <a:pt x="201" y="6"/>
                    <a:pt x="199" y="6"/>
                  </a:cubicBezTo>
                  <a:cubicBezTo>
                    <a:pt x="195" y="6"/>
                    <a:pt x="193" y="7"/>
                    <a:pt x="190" y="8"/>
                  </a:cubicBezTo>
                  <a:cubicBezTo>
                    <a:pt x="189" y="14"/>
                    <a:pt x="188" y="18"/>
                    <a:pt x="186" y="23"/>
                  </a:cubicBezTo>
                  <a:cubicBezTo>
                    <a:pt x="185" y="25"/>
                    <a:pt x="184" y="28"/>
                    <a:pt x="183" y="31"/>
                  </a:cubicBezTo>
                  <a:cubicBezTo>
                    <a:pt x="182" y="33"/>
                    <a:pt x="181" y="36"/>
                    <a:pt x="179" y="37"/>
                  </a:cubicBezTo>
                  <a:cubicBezTo>
                    <a:pt x="173" y="42"/>
                    <a:pt x="172" y="48"/>
                    <a:pt x="166" y="52"/>
                  </a:cubicBezTo>
                  <a:cubicBezTo>
                    <a:pt x="161" y="56"/>
                    <a:pt x="156" y="56"/>
                    <a:pt x="151" y="60"/>
                  </a:cubicBezTo>
                  <a:cubicBezTo>
                    <a:pt x="149" y="62"/>
                    <a:pt x="147" y="61"/>
                    <a:pt x="144" y="62"/>
                  </a:cubicBezTo>
                  <a:cubicBezTo>
                    <a:pt x="139" y="63"/>
                    <a:pt x="136" y="68"/>
                    <a:pt x="134" y="72"/>
                  </a:cubicBezTo>
                  <a:cubicBezTo>
                    <a:pt x="131" y="73"/>
                    <a:pt x="133" y="77"/>
                    <a:pt x="132" y="80"/>
                  </a:cubicBezTo>
                  <a:cubicBezTo>
                    <a:pt x="131" y="82"/>
                    <a:pt x="130" y="82"/>
                    <a:pt x="128" y="83"/>
                  </a:cubicBezTo>
                  <a:cubicBezTo>
                    <a:pt x="125" y="84"/>
                    <a:pt x="123" y="85"/>
                    <a:pt x="122" y="87"/>
                  </a:cubicBezTo>
                  <a:cubicBezTo>
                    <a:pt x="119" y="91"/>
                    <a:pt x="119" y="96"/>
                    <a:pt x="115" y="99"/>
                  </a:cubicBezTo>
                  <a:cubicBezTo>
                    <a:pt x="109" y="104"/>
                    <a:pt x="101" y="102"/>
                    <a:pt x="94" y="101"/>
                  </a:cubicBezTo>
                  <a:cubicBezTo>
                    <a:pt x="89" y="101"/>
                    <a:pt x="85" y="102"/>
                    <a:pt x="82" y="103"/>
                  </a:cubicBezTo>
                  <a:cubicBezTo>
                    <a:pt x="77" y="105"/>
                    <a:pt x="73" y="109"/>
                    <a:pt x="68" y="107"/>
                  </a:cubicBezTo>
                  <a:cubicBezTo>
                    <a:pt x="65" y="107"/>
                    <a:pt x="60" y="102"/>
                    <a:pt x="60" y="99"/>
                  </a:cubicBezTo>
                  <a:cubicBezTo>
                    <a:pt x="59" y="96"/>
                    <a:pt x="61" y="94"/>
                    <a:pt x="58" y="92"/>
                  </a:cubicBezTo>
                  <a:cubicBezTo>
                    <a:pt x="52" y="87"/>
                    <a:pt x="43" y="91"/>
                    <a:pt x="39" y="96"/>
                  </a:cubicBezTo>
                  <a:cubicBezTo>
                    <a:pt x="38" y="97"/>
                    <a:pt x="38" y="98"/>
                    <a:pt x="37" y="100"/>
                  </a:cubicBezTo>
                  <a:cubicBezTo>
                    <a:pt x="35" y="102"/>
                    <a:pt x="33" y="104"/>
                    <a:pt x="30" y="107"/>
                  </a:cubicBezTo>
                  <a:cubicBezTo>
                    <a:pt x="28" y="110"/>
                    <a:pt x="25" y="114"/>
                    <a:pt x="22" y="116"/>
                  </a:cubicBezTo>
                  <a:cubicBezTo>
                    <a:pt x="19" y="118"/>
                    <a:pt x="15" y="120"/>
                    <a:pt x="11" y="122"/>
                  </a:cubicBezTo>
                  <a:cubicBezTo>
                    <a:pt x="6" y="125"/>
                    <a:pt x="7" y="127"/>
                    <a:pt x="5" y="133"/>
                  </a:cubicBezTo>
                  <a:cubicBezTo>
                    <a:pt x="5" y="135"/>
                    <a:pt x="3" y="136"/>
                    <a:pt x="3" y="139"/>
                  </a:cubicBezTo>
                  <a:cubicBezTo>
                    <a:pt x="0" y="148"/>
                    <a:pt x="7" y="148"/>
                    <a:pt x="12" y="152"/>
                  </a:cubicBezTo>
                  <a:cubicBezTo>
                    <a:pt x="13" y="153"/>
                    <a:pt x="14" y="154"/>
                    <a:pt x="15" y="155"/>
                  </a:cubicBezTo>
                  <a:cubicBezTo>
                    <a:pt x="16" y="156"/>
                    <a:pt x="16" y="157"/>
                    <a:pt x="18" y="157"/>
                  </a:cubicBezTo>
                  <a:cubicBezTo>
                    <a:pt x="19" y="157"/>
                    <a:pt x="19" y="156"/>
                    <a:pt x="19" y="156"/>
                  </a:cubicBezTo>
                  <a:cubicBezTo>
                    <a:pt x="22" y="155"/>
                    <a:pt x="27" y="156"/>
                    <a:pt x="29" y="158"/>
                  </a:cubicBezTo>
                  <a:cubicBezTo>
                    <a:pt x="33" y="160"/>
                    <a:pt x="31" y="164"/>
                    <a:pt x="31" y="168"/>
                  </a:cubicBezTo>
                  <a:cubicBezTo>
                    <a:pt x="31" y="170"/>
                    <a:pt x="31" y="172"/>
                    <a:pt x="30" y="173"/>
                  </a:cubicBezTo>
                  <a:cubicBezTo>
                    <a:pt x="29" y="175"/>
                    <a:pt x="28" y="175"/>
                    <a:pt x="27" y="177"/>
                  </a:cubicBezTo>
                  <a:cubicBezTo>
                    <a:pt x="25" y="179"/>
                    <a:pt x="25" y="184"/>
                    <a:pt x="25" y="187"/>
                  </a:cubicBezTo>
                  <a:cubicBezTo>
                    <a:pt x="26" y="188"/>
                    <a:pt x="28" y="189"/>
                    <a:pt x="28" y="190"/>
                  </a:cubicBezTo>
                  <a:cubicBezTo>
                    <a:pt x="29" y="191"/>
                    <a:pt x="28" y="193"/>
                    <a:pt x="28" y="195"/>
                  </a:cubicBezTo>
                  <a:cubicBezTo>
                    <a:pt x="32" y="195"/>
                    <a:pt x="30" y="197"/>
                    <a:pt x="31" y="198"/>
                  </a:cubicBezTo>
                  <a:cubicBezTo>
                    <a:pt x="32" y="199"/>
                    <a:pt x="34" y="199"/>
                    <a:pt x="35" y="200"/>
                  </a:cubicBezTo>
                  <a:cubicBezTo>
                    <a:pt x="38" y="201"/>
                    <a:pt x="41" y="201"/>
                    <a:pt x="45" y="201"/>
                  </a:cubicBezTo>
                  <a:cubicBezTo>
                    <a:pt x="51" y="201"/>
                    <a:pt x="50" y="202"/>
                    <a:pt x="50" y="208"/>
                  </a:cubicBezTo>
                  <a:cubicBezTo>
                    <a:pt x="50" y="211"/>
                    <a:pt x="50" y="214"/>
                    <a:pt x="51" y="217"/>
                  </a:cubicBezTo>
                  <a:cubicBezTo>
                    <a:pt x="52" y="220"/>
                    <a:pt x="54" y="223"/>
                    <a:pt x="55" y="226"/>
                  </a:cubicBezTo>
                  <a:cubicBezTo>
                    <a:pt x="57" y="229"/>
                    <a:pt x="59" y="231"/>
                    <a:pt x="60" y="234"/>
                  </a:cubicBezTo>
                  <a:cubicBezTo>
                    <a:pt x="60" y="238"/>
                    <a:pt x="62" y="239"/>
                    <a:pt x="64" y="243"/>
                  </a:cubicBezTo>
                  <a:cubicBezTo>
                    <a:pt x="66" y="245"/>
                    <a:pt x="70" y="250"/>
                    <a:pt x="70" y="253"/>
                  </a:cubicBezTo>
                  <a:cubicBezTo>
                    <a:pt x="73" y="252"/>
                    <a:pt x="77" y="251"/>
                    <a:pt x="78" y="252"/>
                  </a:cubicBezTo>
                  <a:cubicBezTo>
                    <a:pt x="79" y="253"/>
                    <a:pt x="78" y="255"/>
                    <a:pt x="79" y="256"/>
                  </a:cubicBezTo>
                  <a:cubicBezTo>
                    <a:pt x="79" y="258"/>
                    <a:pt x="81" y="258"/>
                    <a:pt x="83" y="258"/>
                  </a:cubicBezTo>
                  <a:cubicBezTo>
                    <a:pt x="83" y="257"/>
                    <a:pt x="83" y="256"/>
                    <a:pt x="83" y="255"/>
                  </a:cubicBezTo>
                  <a:cubicBezTo>
                    <a:pt x="86" y="255"/>
                    <a:pt x="89" y="254"/>
                    <a:pt x="92" y="255"/>
                  </a:cubicBezTo>
                  <a:cubicBezTo>
                    <a:pt x="94" y="256"/>
                    <a:pt x="96" y="257"/>
                    <a:pt x="98" y="257"/>
                  </a:cubicBezTo>
                  <a:cubicBezTo>
                    <a:pt x="100" y="256"/>
                    <a:pt x="103" y="256"/>
                    <a:pt x="103" y="259"/>
                  </a:cubicBezTo>
                  <a:cubicBezTo>
                    <a:pt x="104" y="260"/>
                    <a:pt x="105" y="262"/>
                    <a:pt x="107" y="262"/>
                  </a:cubicBezTo>
                  <a:cubicBezTo>
                    <a:pt x="107" y="260"/>
                    <a:pt x="108" y="258"/>
                    <a:pt x="109" y="258"/>
                  </a:cubicBezTo>
                  <a:cubicBezTo>
                    <a:pt x="109" y="259"/>
                    <a:pt x="110" y="260"/>
                    <a:pt x="111" y="260"/>
                  </a:cubicBezTo>
                  <a:cubicBezTo>
                    <a:pt x="112" y="258"/>
                    <a:pt x="116" y="256"/>
                    <a:pt x="118" y="256"/>
                  </a:cubicBezTo>
                  <a:cubicBezTo>
                    <a:pt x="118" y="258"/>
                    <a:pt x="118" y="260"/>
                    <a:pt x="120" y="261"/>
                  </a:cubicBezTo>
                  <a:cubicBezTo>
                    <a:pt x="122" y="262"/>
                    <a:pt x="126" y="260"/>
                    <a:pt x="127" y="262"/>
                  </a:cubicBezTo>
                  <a:cubicBezTo>
                    <a:pt x="128" y="264"/>
                    <a:pt x="128" y="265"/>
                    <a:pt x="130" y="267"/>
                  </a:cubicBezTo>
                  <a:cubicBezTo>
                    <a:pt x="132" y="268"/>
                    <a:pt x="132" y="269"/>
                    <a:pt x="132" y="272"/>
                  </a:cubicBezTo>
                  <a:cubicBezTo>
                    <a:pt x="134" y="271"/>
                    <a:pt x="135" y="270"/>
                    <a:pt x="136" y="268"/>
                  </a:cubicBezTo>
                  <a:cubicBezTo>
                    <a:pt x="138" y="267"/>
                    <a:pt x="140" y="272"/>
                    <a:pt x="143" y="272"/>
                  </a:cubicBezTo>
                  <a:cubicBezTo>
                    <a:pt x="143" y="274"/>
                    <a:pt x="143" y="275"/>
                    <a:pt x="143" y="277"/>
                  </a:cubicBezTo>
                  <a:cubicBezTo>
                    <a:pt x="146" y="277"/>
                    <a:pt x="152" y="275"/>
                    <a:pt x="153" y="279"/>
                  </a:cubicBezTo>
                  <a:cubicBezTo>
                    <a:pt x="156" y="280"/>
                    <a:pt x="156" y="275"/>
                    <a:pt x="157" y="273"/>
                  </a:cubicBezTo>
                  <a:cubicBezTo>
                    <a:pt x="158" y="271"/>
                    <a:pt x="161" y="272"/>
                    <a:pt x="163" y="273"/>
                  </a:cubicBezTo>
                  <a:cubicBezTo>
                    <a:pt x="163" y="275"/>
                    <a:pt x="162" y="277"/>
                    <a:pt x="163" y="278"/>
                  </a:cubicBezTo>
                  <a:cubicBezTo>
                    <a:pt x="164" y="279"/>
                    <a:pt x="166" y="278"/>
                    <a:pt x="167" y="279"/>
                  </a:cubicBezTo>
                  <a:cubicBezTo>
                    <a:pt x="164" y="281"/>
                    <a:pt x="161" y="281"/>
                    <a:pt x="160" y="285"/>
                  </a:cubicBezTo>
                  <a:cubicBezTo>
                    <a:pt x="160" y="288"/>
                    <a:pt x="162" y="292"/>
                    <a:pt x="165" y="291"/>
                  </a:cubicBezTo>
                  <a:cubicBezTo>
                    <a:pt x="164" y="295"/>
                    <a:pt x="166" y="297"/>
                    <a:pt x="169" y="294"/>
                  </a:cubicBezTo>
                  <a:cubicBezTo>
                    <a:pt x="172" y="290"/>
                    <a:pt x="176" y="295"/>
                    <a:pt x="175" y="299"/>
                  </a:cubicBezTo>
                  <a:cubicBezTo>
                    <a:pt x="174" y="301"/>
                    <a:pt x="167" y="305"/>
                    <a:pt x="169" y="308"/>
                  </a:cubicBezTo>
                  <a:cubicBezTo>
                    <a:pt x="170" y="310"/>
                    <a:pt x="172" y="309"/>
                    <a:pt x="173" y="310"/>
                  </a:cubicBezTo>
                  <a:cubicBezTo>
                    <a:pt x="175" y="312"/>
                    <a:pt x="173" y="315"/>
                    <a:pt x="175" y="317"/>
                  </a:cubicBezTo>
                  <a:cubicBezTo>
                    <a:pt x="184" y="312"/>
                    <a:pt x="177" y="322"/>
                    <a:pt x="181" y="325"/>
                  </a:cubicBezTo>
                  <a:cubicBezTo>
                    <a:pt x="182" y="327"/>
                    <a:pt x="186" y="326"/>
                    <a:pt x="188" y="326"/>
                  </a:cubicBezTo>
                  <a:cubicBezTo>
                    <a:pt x="190" y="327"/>
                    <a:pt x="190" y="331"/>
                    <a:pt x="193" y="330"/>
                  </a:cubicBezTo>
                  <a:cubicBezTo>
                    <a:pt x="193" y="331"/>
                    <a:pt x="193" y="331"/>
                    <a:pt x="193" y="331"/>
                  </a:cubicBezTo>
                  <a:cubicBezTo>
                    <a:pt x="195" y="331"/>
                    <a:pt x="198" y="330"/>
                    <a:pt x="200" y="332"/>
                  </a:cubicBezTo>
                  <a:cubicBezTo>
                    <a:pt x="202" y="334"/>
                    <a:pt x="201" y="335"/>
                    <a:pt x="200" y="338"/>
                  </a:cubicBezTo>
                  <a:cubicBezTo>
                    <a:pt x="200" y="341"/>
                    <a:pt x="205" y="339"/>
                    <a:pt x="206" y="339"/>
                  </a:cubicBezTo>
                  <a:cubicBezTo>
                    <a:pt x="208" y="339"/>
                    <a:pt x="208" y="342"/>
                    <a:pt x="208" y="344"/>
                  </a:cubicBezTo>
                  <a:cubicBezTo>
                    <a:pt x="209" y="344"/>
                    <a:pt x="209" y="344"/>
                    <a:pt x="209" y="344"/>
                  </a:cubicBezTo>
                  <a:cubicBezTo>
                    <a:pt x="210" y="344"/>
                    <a:pt x="210" y="344"/>
                    <a:pt x="210" y="343"/>
                  </a:cubicBezTo>
                  <a:cubicBezTo>
                    <a:pt x="210" y="342"/>
                    <a:pt x="214" y="343"/>
                    <a:pt x="215" y="344"/>
                  </a:cubicBezTo>
                  <a:cubicBezTo>
                    <a:pt x="217" y="340"/>
                    <a:pt x="224" y="342"/>
                    <a:pt x="227" y="338"/>
                  </a:cubicBezTo>
                  <a:cubicBezTo>
                    <a:pt x="229" y="335"/>
                    <a:pt x="221" y="333"/>
                    <a:pt x="219" y="332"/>
                  </a:cubicBezTo>
                  <a:cubicBezTo>
                    <a:pt x="222" y="330"/>
                    <a:pt x="220" y="329"/>
                    <a:pt x="221" y="327"/>
                  </a:cubicBezTo>
                  <a:cubicBezTo>
                    <a:pt x="225" y="325"/>
                    <a:pt x="230" y="324"/>
                    <a:pt x="235" y="322"/>
                  </a:cubicBezTo>
                  <a:cubicBezTo>
                    <a:pt x="238" y="320"/>
                    <a:pt x="239" y="316"/>
                    <a:pt x="239" y="313"/>
                  </a:cubicBezTo>
                  <a:cubicBezTo>
                    <a:pt x="239" y="311"/>
                    <a:pt x="238" y="309"/>
                    <a:pt x="238" y="307"/>
                  </a:cubicBezTo>
                  <a:cubicBezTo>
                    <a:pt x="239" y="304"/>
                    <a:pt x="240" y="303"/>
                    <a:pt x="242" y="301"/>
                  </a:cubicBezTo>
                  <a:cubicBezTo>
                    <a:pt x="243" y="299"/>
                    <a:pt x="242" y="298"/>
                    <a:pt x="241" y="296"/>
                  </a:cubicBezTo>
                  <a:cubicBezTo>
                    <a:pt x="240" y="294"/>
                    <a:pt x="240" y="291"/>
                    <a:pt x="240" y="289"/>
                  </a:cubicBezTo>
                  <a:cubicBezTo>
                    <a:pt x="237" y="288"/>
                    <a:pt x="235" y="288"/>
                    <a:pt x="232" y="288"/>
                  </a:cubicBezTo>
                  <a:cubicBezTo>
                    <a:pt x="233" y="287"/>
                    <a:pt x="235" y="286"/>
                    <a:pt x="235" y="284"/>
                  </a:cubicBezTo>
                  <a:cubicBezTo>
                    <a:pt x="236" y="283"/>
                    <a:pt x="234" y="280"/>
                    <a:pt x="237" y="279"/>
                  </a:cubicBezTo>
                  <a:cubicBezTo>
                    <a:pt x="236" y="278"/>
                    <a:pt x="234" y="277"/>
                    <a:pt x="232" y="277"/>
                  </a:cubicBezTo>
                  <a:cubicBezTo>
                    <a:pt x="232" y="275"/>
                    <a:pt x="231" y="273"/>
                    <a:pt x="232" y="272"/>
                  </a:cubicBezTo>
                  <a:cubicBezTo>
                    <a:pt x="233" y="270"/>
                    <a:pt x="236" y="270"/>
                    <a:pt x="236" y="269"/>
                  </a:cubicBezTo>
                  <a:cubicBezTo>
                    <a:pt x="236" y="266"/>
                    <a:pt x="232" y="262"/>
                    <a:pt x="238" y="263"/>
                  </a:cubicBezTo>
                  <a:cubicBezTo>
                    <a:pt x="237" y="265"/>
                    <a:pt x="239" y="264"/>
                    <a:pt x="240" y="265"/>
                  </a:cubicBezTo>
                  <a:cubicBezTo>
                    <a:pt x="241" y="266"/>
                    <a:pt x="242" y="268"/>
                    <a:pt x="244" y="267"/>
                  </a:cubicBezTo>
                  <a:cubicBezTo>
                    <a:pt x="244" y="262"/>
                    <a:pt x="235" y="258"/>
                    <a:pt x="238" y="253"/>
                  </a:cubicBezTo>
                  <a:cubicBezTo>
                    <a:pt x="241" y="253"/>
                    <a:pt x="241" y="256"/>
                    <a:pt x="242" y="257"/>
                  </a:cubicBezTo>
                  <a:cubicBezTo>
                    <a:pt x="243" y="259"/>
                    <a:pt x="247" y="259"/>
                    <a:pt x="248" y="258"/>
                  </a:cubicBezTo>
                  <a:cubicBezTo>
                    <a:pt x="251" y="257"/>
                    <a:pt x="250" y="254"/>
                    <a:pt x="251" y="252"/>
                  </a:cubicBezTo>
                  <a:cubicBezTo>
                    <a:pt x="253" y="249"/>
                    <a:pt x="258" y="250"/>
                    <a:pt x="261" y="250"/>
                  </a:cubicBezTo>
                  <a:cubicBezTo>
                    <a:pt x="261" y="253"/>
                    <a:pt x="261" y="255"/>
                    <a:pt x="260" y="257"/>
                  </a:cubicBezTo>
                  <a:cubicBezTo>
                    <a:pt x="257" y="256"/>
                    <a:pt x="258" y="260"/>
                    <a:pt x="258" y="262"/>
                  </a:cubicBezTo>
                  <a:cubicBezTo>
                    <a:pt x="254" y="262"/>
                    <a:pt x="253" y="266"/>
                    <a:pt x="257" y="267"/>
                  </a:cubicBezTo>
                  <a:cubicBezTo>
                    <a:pt x="261" y="268"/>
                    <a:pt x="266" y="268"/>
                    <a:pt x="270" y="268"/>
                  </a:cubicBezTo>
                  <a:cubicBezTo>
                    <a:pt x="269" y="273"/>
                    <a:pt x="273" y="270"/>
                    <a:pt x="275" y="268"/>
                  </a:cubicBezTo>
                  <a:cubicBezTo>
                    <a:pt x="278" y="267"/>
                    <a:pt x="279" y="266"/>
                    <a:pt x="282" y="267"/>
                  </a:cubicBezTo>
                  <a:cubicBezTo>
                    <a:pt x="283" y="269"/>
                    <a:pt x="282" y="272"/>
                    <a:pt x="282" y="275"/>
                  </a:cubicBezTo>
                  <a:cubicBezTo>
                    <a:pt x="284" y="275"/>
                    <a:pt x="285" y="275"/>
                    <a:pt x="287" y="275"/>
                  </a:cubicBezTo>
                  <a:cubicBezTo>
                    <a:pt x="287" y="278"/>
                    <a:pt x="286" y="286"/>
                    <a:pt x="282" y="281"/>
                  </a:cubicBezTo>
                  <a:cubicBezTo>
                    <a:pt x="279" y="281"/>
                    <a:pt x="278" y="284"/>
                    <a:pt x="279" y="286"/>
                  </a:cubicBezTo>
                  <a:cubicBezTo>
                    <a:pt x="279" y="288"/>
                    <a:pt x="281" y="287"/>
                    <a:pt x="281" y="290"/>
                  </a:cubicBezTo>
                  <a:cubicBezTo>
                    <a:pt x="281" y="292"/>
                    <a:pt x="280" y="293"/>
                    <a:pt x="280" y="295"/>
                  </a:cubicBezTo>
                  <a:cubicBezTo>
                    <a:pt x="281" y="298"/>
                    <a:pt x="284" y="297"/>
                    <a:pt x="284" y="299"/>
                  </a:cubicBezTo>
                  <a:cubicBezTo>
                    <a:pt x="281" y="300"/>
                    <a:pt x="280" y="302"/>
                    <a:pt x="276" y="302"/>
                  </a:cubicBezTo>
                  <a:cubicBezTo>
                    <a:pt x="274" y="303"/>
                    <a:pt x="272" y="302"/>
                    <a:pt x="270" y="301"/>
                  </a:cubicBezTo>
                  <a:cubicBezTo>
                    <a:pt x="266" y="299"/>
                    <a:pt x="266" y="307"/>
                    <a:pt x="267" y="309"/>
                  </a:cubicBezTo>
                  <a:cubicBezTo>
                    <a:pt x="272" y="309"/>
                    <a:pt x="271" y="312"/>
                    <a:pt x="275" y="314"/>
                  </a:cubicBezTo>
                  <a:cubicBezTo>
                    <a:pt x="275" y="312"/>
                    <a:pt x="275" y="310"/>
                    <a:pt x="276" y="309"/>
                  </a:cubicBezTo>
                  <a:cubicBezTo>
                    <a:pt x="278" y="308"/>
                    <a:pt x="282" y="309"/>
                    <a:pt x="285" y="309"/>
                  </a:cubicBezTo>
                  <a:cubicBezTo>
                    <a:pt x="285" y="308"/>
                    <a:pt x="286" y="307"/>
                    <a:pt x="288" y="308"/>
                  </a:cubicBezTo>
                  <a:cubicBezTo>
                    <a:pt x="288" y="305"/>
                    <a:pt x="287" y="304"/>
                    <a:pt x="287" y="302"/>
                  </a:cubicBezTo>
                  <a:cubicBezTo>
                    <a:pt x="289" y="302"/>
                    <a:pt x="291" y="302"/>
                    <a:pt x="292" y="300"/>
                  </a:cubicBezTo>
                  <a:cubicBezTo>
                    <a:pt x="294" y="298"/>
                    <a:pt x="296" y="295"/>
                    <a:pt x="296" y="292"/>
                  </a:cubicBezTo>
                  <a:cubicBezTo>
                    <a:pt x="299" y="291"/>
                    <a:pt x="302" y="293"/>
                    <a:pt x="306" y="294"/>
                  </a:cubicBezTo>
                  <a:cubicBezTo>
                    <a:pt x="309" y="294"/>
                    <a:pt x="312" y="294"/>
                    <a:pt x="315" y="296"/>
                  </a:cubicBezTo>
                  <a:cubicBezTo>
                    <a:pt x="315" y="295"/>
                    <a:pt x="316" y="294"/>
                    <a:pt x="316" y="293"/>
                  </a:cubicBezTo>
                  <a:cubicBezTo>
                    <a:pt x="317" y="293"/>
                    <a:pt x="318" y="293"/>
                    <a:pt x="320" y="293"/>
                  </a:cubicBezTo>
                  <a:cubicBezTo>
                    <a:pt x="320" y="292"/>
                    <a:pt x="320" y="292"/>
                    <a:pt x="320" y="292"/>
                  </a:cubicBezTo>
                  <a:cubicBezTo>
                    <a:pt x="320" y="293"/>
                    <a:pt x="320" y="295"/>
                    <a:pt x="320" y="296"/>
                  </a:cubicBezTo>
                  <a:cubicBezTo>
                    <a:pt x="322" y="296"/>
                    <a:pt x="323" y="298"/>
                    <a:pt x="325" y="297"/>
                  </a:cubicBezTo>
                  <a:cubicBezTo>
                    <a:pt x="325" y="299"/>
                    <a:pt x="326" y="301"/>
                    <a:pt x="328" y="301"/>
                  </a:cubicBezTo>
                  <a:cubicBezTo>
                    <a:pt x="328" y="298"/>
                    <a:pt x="333" y="298"/>
                    <a:pt x="333" y="296"/>
                  </a:cubicBezTo>
                  <a:cubicBezTo>
                    <a:pt x="329" y="295"/>
                    <a:pt x="331" y="283"/>
                    <a:pt x="330" y="280"/>
                  </a:cubicBezTo>
                  <a:cubicBezTo>
                    <a:pt x="333" y="279"/>
                    <a:pt x="334" y="282"/>
                    <a:pt x="336" y="283"/>
                  </a:cubicBezTo>
                  <a:cubicBezTo>
                    <a:pt x="340" y="284"/>
                    <a:pt x="341" y="279"/>
                    <a:pt x="341" y="277"/>
                  </a:cubicBezTo>
                  <a:cubicBezTo>
                    <a:pt x="341" y="273"/>
                    <a:pt x="340" y="272"/>
                    <a:pt x="337" y="271"/>
                  </a:cubicBezTo>
                  <a:cubicBezTo>
                    <a:pt x="333" y="270"/>
                    <a:pt x="331" y="269"/>
                    <a:pt x="330" y="266"/>
                  </a:cubicBezTo>
                  <a:cubicBezTo>
                    <a:pt x="332" y="266"/>
                    <a:pt x="336" y="266"/>
                    <a:pt x="335" y="263"/>
                  </a:cubicBezTo>
                  <a:cubicBezTo>
                    <a:pt x="335" y="261"/>
                    <a:pt x="333" y="261"/>
                    <a:pt x="333" y="259"/>
                  </a:cubicBezTo>
                  <a:cubicBezTo>
                    <a:pt x="332" y="258"/>
                    <a:pt x="333" y="256"/>
                    <a:pt x="333" y="255"/>
                  </a:cubicBezTo>
                  <a:cubicBezTo>
                    <a:pt x="337" y="254"/>
                    <a:pt x="340" y="255"/>
                    <a:pt x="344" y="255"/>
                  </a:cubicBezTo>
                  <a:cubicBezTo>
                    <a:pt x="347" y="254"/>
                    <a:pt x="349" y="253"/>
                    <a:pt x="352" y="252"/>
                  </a:cubicBezTo>
                  <a:cubicBezTo>
                    <a:pt x="352" y="252"/>
                    <a:pt x="352" y="254"/>
                    <a:pt x="352" y="254"/>
                  </a:cubicBezTo>
                  <a:cubicBezTo>
                    <a:pt x="354" y="254"/>
                    <a:pt x="355" y="253"/>
                    <a:pt x="357" y="254"/>
                  </a:cubicBezTo>
                  <a:cubicBezTo>
                    <a:pt x="357" y="250"/>
                    <a:pt x="357" y="247"/>
                    <a:pt x="357" y="243"/>
                  </a:cubicBezTo>
                  <a:cubicBezTo>
                    <a:pt x="354" y="244"/>
                    <a:pt x="355" y="240"/>
                    <a:pt x="355" y="238"/>
                  </a:cubicBezTo>
                  <a:cubicBezTo>
                    <a:pt x="351" y="238"/>
                    <a:pt x="350" y="239"/>
                    <a:pt x="349" y="243"/>
                  </a:cubicBezTo>
                  <a:cubicBezTo>
                    <a:pt x="348" y="243"/>
                    <a:pt x="347" y="242"/>
                    <a:pt x="346" y="241"/>
                  </a:cubicBezTo>
                  <a:cubicBezTo>
                    <a:pt x="344" y="241"/>
                    <a:pt x="343" y="242"/>
                    <a:pt x="341" y="242"/>
                  </a:cubicBezTo>
                  <a:cubicBezTo>
                    <a:pt x="336" y="243"/>
                    <a:pt x="330" y="242"/>
                    <a:pt x="325" y="240"/>
                  </a:cubicBezTo>
                  <a:cubicBezTo>
                    <a:pt x="322" y="239"/>
                    <a:pt x="321" y="238"/>
                    <a:pt x="320" y="235"/>
                  </a:cubicBezTo>
                  <a:cubicBezTo>
                    <a:pt x="319" y="231"/>
                    <a:pt x="318" y="226"/>
                    <a:pt x="316" y="222"/>
                  </a:cubicBezTo>
                  <a:cubicBezTo>
                    <a:pt x="320" y="223"/>
                    <a:pt x="318" y="218"/>
                    <a:pt x="320" y="216"/>
                  </a:cubicBezTo>
                  <a:cubicBezTo>
                    <a:pt x="324" y="216"/>
                    <a:pt x="328" y="215"/>
                    <a:pt x="331" y="211"/>
                  </a:cubicBezTo>
                  <a:cubicBezTo>
                    <a:pt x="333" y="208"/>
                    <a:pt x="336" y="203"/>
                    <a:pt x="341" y="202"/>
                  </a:cubicBezTo>
                  <a:cubicBezTo>
                    <a:pt x="343" y="202"/>
                    <a:pt x="346" y="202"/>
                    <a:pt x="348" y="200"/>
                  </a:cubicBezTo>
                  <a:cubicBezTo>
                    <a:pt x="349" y="198"/>
                    <a:pt x="349" y="197"/>
                    <a:pt x="351" y="196"/>
                  </a:cubicBezTo>
                  <a:cubicBezTo>
                    <a:pt x="354" y="195"/>
                    <a:pt x="359" y="195"/>
                    <a:pt x="361" y="192"/>
                  </a:cubicBezTo>
                  <a:cubicBezTo>
                    <a:pt x="364" y="192"/>
                    <a:pt x="367" y="191"/>
                    <a:pt x="369" y="189"/>
                  </a:cubicBezTo>
                  <a:cubicBezTo>
                    <a:pt x="370" y="188"/>
                    <a:pt x="371" y="187"/>
                    <a:pt x="372" y="186"/>
                  </a:cubicBezTo>
                  <a:cubicBezTo>
                    <a:pt x="374" y="185"/>
                    <a:pt x="376" y="185"/>
                    <a:pt x="378" y="185"/>
                  </a:cubicBezTo>
                  <a:cubicBezTo>
                    <a:pt x="379" y="177"/>
                    <a:pt x="389" y="180"/>
                    <a:pt x="394" y="179"/>
                  </a:cubicBezTo>
                  <a:cubicBezTo>
                    <a:pt x="395" y="176"/>
                    <a:pt x="395" y="176"/>
                    <a:pt x="395" y="176"/>
                  </a:cubicBezTo>
                  <a:cubicBezTo>
                    <a:pt x="396" y="174"/>
                    <a:pt x="398" y="173"/>
                    <a:pt x="399" y="172"/>
                  </a:cubicBezTo>
                  <a:cubicBezTo>
                    <a:pt x="398" y="172"/>
                    <a:pt x="398" y="170"/>
                    <a:pt x="399" y="169"/>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5" name="Freeform 432">
              <a:extLst>
                <a:ext uri="{FF2B5EF4-FFF2-40B4-BE49-F238E27FC236}">
                  <a16:creationId xmlns:a16="http://schemas.microsoft.com/office/drawing/2014/main" id="{FC59F653-543A-4BF8-834F-D7A1974BE313}"/>
                </a:ext>
              </a:extLst>
            </p:cNvPr>
            <p:cNvSpPr>
              <a:spLocks/>
            </p:cNvSpPr>
            <p:nvPr/>
          </p:nvSpPr>
          <p:spPr bwMode="auto">
            <a:xfrm>
              <a:off x="3533776" y="2422526"/>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6" name="Freeform 433">
              <a:extLst>
                <a:ext uri="{FF2B5EF4-FFF2-40B4-BE49-F238E27FC236}">
                  <a16:creationId xmlns:a16="http://schemas.microsoft.com/office/drawing/2014/main" id="{873807E9-A086-4042-AD0F-B87CA3B2400A}"/>
                </a:ext>
              </a:extLst>
            </p:cNvPr>
            <p:cNvSpPr>
              <a:spLocks/>
            </p:cNvSpPr>
            <p:nvPr/>
          </p:nvSpPr>
          <p:spPr bwMode="auto">
            <a:xfrm>
              <a:off x="3248026" y="2344738"/>
              <a:ext cx="6350"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1"/>
                    <a:pt x="1" y="1"/>
                    <a:pt x="0"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7" name="Freeform 434">
              <a:extLst>
                <a:ext uri="{FF2B5EF4-FFF2-40B4-BE49-F238E27FC236}">
                  <a16:creationId xmlns:a16="http://schemas.microsoft.com/office/drawing/2014/main" id="{85EA4BA3-1F76-433E-A724-B8EF10314BA1}"/>
                </a:ext>
              </a:extLst>
            </p:cNvPr>
            <p:cNvSpPr>
              <a:spLocks/>
            </p:cNvSpPr>
            <p:nvPr/>
          </p:nvSpPr>
          <p:spPr bwMode="auto">
            <a:xfrm>
              <a:off x="3536951" y="4133851"/>
              <a:ext cx="1401763" cy="1258888"/>
            </a:xfrm>
            <a:custGeom>
              <a:avLst/>
              <a:gdLst>
                <a:gd name="T0" fmla="*/ 381 w 396"/>
                <a:gd name="T1" fmla="*/ 69 h 356"/>
                <a:gd name="T2" fmla="*/ 360 w 396"/>
                <a:gd name="T3" fmla="*/ 91 h 356"/>
                <a:gd name="T4" fmla="*/ 325 w 396"/>
                <a:gd name="T5" fmla="*/ 118 h 356"/>
                <a:gd name="T6" fmla="*/ 291 w 396"/>
                <a:gd name="T7" fmla="*/ 138 h 356"/>
                <a:gd name="T8" fmla="*/ 278 w 396"/>
                <a:gd name="T9" fmla="*/ 150 h 356"/>
                <a:gd name="T10" fmla="*/ 276 w 396"/>
                <a:gd name="T11" fmla="*/ 166 h 356"/>
                <a:gd name="T12" fmla="*/ 248 w 396"/>
                <a:gd name="T13" fmla="*/ 176 h 356"/>
                <a:gd name="T14" fmla="*/ 233 w 396"/>
                <a:gd name="T15" fmla="*/ 177 h 356"/>
                <a:gd name="T16" fmla="*/ 221 w 396"/>
                <a:gd name="T17" fmla="*/ 194 h 356"/>
                <a:gd name="T18" fmla="*/ 211 w 396"/>
                <a:gd name="T19" fmla="*/ 204 h 356"/>
                <a:gd name="T20" fmla="*/ 203 w 396"/>
                <a:gd name="T21" fmla="*/ 198 h 356"/>
                <a:gd name="T22" fmla="*/ 176 w 396"/>
                <a:gd name="T23" fmla="*/ 215 h 356"/>
                <a:gd name="T24" fmla="*/ 173 w 396"/>
                <a:gd name="T25" fmla="*/ 261 h 356"/>
                <a:gd name="T26" fmla="*/ 170 w 396"/>
                <a:gd name="T27" fmla="*/ 283 h 356"/>
                <a:gd name="T28" fmla="*/ 174 w 396"/>
                <a:gd name="T29" fmla="*/ 315 h 356"/>
                <a:gd name="T30" fmla="*/ 165 w 396"/>
                <a:gd name="T31" fmla="*/ 296 h 356"/>
                <a:gd name="T32" fmla="*/ 163 w 396"/>
                <a:gd name="T33" fmla="*/ 314 h 356"/>
                <a:gd name="T34" fmla="*/ 154 w 396"/>
                <a:gd name="T35" fmla="*/ 324 h 356"/>
                <a:gd name="T36" fmla="*/ 130 w 396"/>
                <a:gd name="T37" fmla="*/ 324 h 356"/>
                <a:gd name="T38" fmla="*/ 106 w 396"/>
                <a:gd name="T39" fmla="*/ 332 h 356"/>
                <a:gd name="T40" fmla="*/ 75 w 396"/>
                <a:gd name="T41" fmla="*/ 354 h 356"/>
                <a:gd name="T42" fmla="*/ 79 w 396"/>
                <a:gd name="T43" fmla="*/ 342 h 356"/>
                <a:gd name="T44" fmla="*/ 76 w 396"/>
                <a:gd name="T45" fmla="*/ 317 h 356"/>
                <a:gd name="T46" fmla="*/ 66 w 396"/>
                <a:gd name="T47" fmla="*/ 303 h 356"/>
                <a:gd name="T48" fmla="*/ 58 w 396"/>
                <a:gd name="T49" fmla="*/ 288 h 356"/>
                <a:gd name="T50" fmla="*/ 46 w 396"/>
                <a:gd name="T51" fmla="*/ 295 h 356"/>
                <a:gd name="T52" fmla="*/ 30 w 396"/>
                <a:gd name="T53" fmla="*/ 292 h 356"/>
                <a:gd name="T54" fmla="*/ 12 w 396"/>
                <a:gd name="T55" fmla="*/ 284 h 356"/>
                <a:gd name="T56" fmla="*/ 18 w 396"/>
                <a:gd name="T57" fmla="*/ 285 h 356"/>
                <a:gd name="T58" fmla="*/ 33 w 396"/>
                <a:gd name="T59" fmla="*/ 273 h 356"/>
                <a:gd name="T60" fmla="*/ 25 w 396"/>
                <a:gd name="T61" fmla="*/ 268 h 356"/>
                <a:gd name="T62" fmla="*/ 6 w 396"/>
                <a:gd name="T63" fmla="*/ 265 h 356"/>
                <a:gd name="T64" fmla="*/ 1 w 396"/>
                <a:gd name="T65" fmla="*/ 257 h 356"/>
                <a:gd name="T66" fmla="*/ 3 w 396"/>
                <a:gd name="T67" fmla="*/ 231 h 356"/>
                <a:gd name="T68" fmla="*/ 19 w 396"/>
                <a:gd name="T69" fmla="*/ 223 h 356"/>
                <a:gd name="T70" fmla="*/ 41 w 396"/>
                <a:gd name="T71" fmla="*/ 194 h 356"/>
                <a:gd name="T72" fmla="*/ 37 w 396"/>
                <a:gd name="T73" fmla="*/ 165 h 356"/>
                <a:gd name="T74" fmla="*/ 41 w 396"/>
                <a:gd name="T75" fmla="*/ 146 h 356"/>
                <a:gd name="T76" fmla="*/ 46 w 396"/>
                <a:gd name="T77" fmla="*/ 116 h 356"/>
                <a:gd name="T78" fmla="*/ 56 w 396"/>
                <a:gd name="T79" fmla="*/ 90 h 356"/>
                <a:gd name="T80" fmla="*/ 50 w 396"/>
                <a:gd name="T81" fmla="*/ 77 h 356"/>
                <a:gd name="T82" fmla="*/ 61 w 396"/>
                <a:gd name="T83" fmla="*/ 57 h 356"/>
                <a:gd name="T84" fmla="*/ 70 w 396"/>
                <a:gd name="T85" fmla="*/ 26 h 356"/>
                <a:gd name="T86" fmla="*/ 78 w 396"/>
                <a:gd name="T87" fmla="*/ 24 h 356"/>
                <a:gd name="T88" fmla="*/ 91 w 396"/>
                <a:gd name="T89" fmla="*/ 0 h 356"/>
                <a:gd name="T90" fmla="*/ 120 w 396"/>
                <a:gd name="T91" fmla="*/ 16 h 356"/>
                <a:gd name="T92" fmla="*/ 134 w 396"/>
                <a:gd name="T93" fmla="*/ 15 h 356"/>
                <a:gd name="T94" fmla="*/ 147 w 396"/>
                <a:gd name="T95" fmla="*/ 22 h 356"/>
                <a:gd name="T96" fmla="*/ 168 w 396"/>
                <a:gd name="T97" fmla="*/ 25 h 356"/>
                <a:gd name="T98" fmla="*/ 170 w 396"/>
                <a:gd name="T99" fmla="*/ 60 h 356"/>
                <a:gd name="T100" fmla="*/ 205 w 396"/>
                <a:gd name="T101" fmla="*/ 85 h 356"/>
                <a:gd name="T102" fmla="*/ 215 w 396"/>
                <a:gd name="T103" fmla="*/ 97 h 356"/>
                <a:gd name="T104" fmla="*/ 251 w 396"/>
                <a:gd name="T105" fmla="*/ 106 h 356"/>
                <a:gd name="T106" fmla="*/ 278 w 396"/>
                <a:gd name="T107" fmla="*/ 99 h 356"/>
                <a:gd name="T108" fmla="*/ 282 w 396"/>
                <a:gd name="T109" fmla="*/ 86 h 356"/>
                <a:gd name="T110" fmla="*/ 301 w 396"/>
                <a:gd name="T111" fmla="*/ 84 h 356"/>
                <a:gd name="T112" fmla="*/ 317 w 396"/>
                <a:gd name="T113" fmla="*/ 78 h 356"/>
                <a:gd name="T114" fmla="*/ 327 w 396"/>
                <a:gd name="T115" fmla="*/ 63 h 356"/>
                <a:gd name="T116" fmla="*/ 338 w 396"/>
                <a:gd name="T117" fmla="*/ 53 h 356"/>
                <a:gd name="T118" fmla="*/ 354 w 396"/>
                <a:gd name="T119" fmla="*/ 60 h 356"/>
                <a:gd name="T120" fmla="*/ 379 w 396"/>
                <a:gd name="T121" fmla="*/ 55 h 356"/>
                <a:gd name="T122" fmla="*/ 396 w 396"/>
                <a:gd name="T123" fmla="*/ 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356">
                  <a:moveTo>
                    <a:pt x="396" y="52"/>
                  </a:moveTo>
                  <a:cubicBezTo>
                    <a:pt x="396" y="53"/>
                    <a:pt x="396" y="54"/>
                    <a:pt x="395" y="55"/>
                  </a:cubicBezTo>
                  <a:cubicBezTo>
                    <a:pt x="394" y="57"/>
                    <a:pt x="392" y="58"/>
                    <a:pt x="390" y="59"/>
                  </a:cubicBezTo>
                  <a:cubicBezTo>
                    <a:pt x="389" y="60"/>
                    <a:pt x="387" y="62"/>
                    <a:pt x="386" y="63"/>
                  </a:cubicBezTo>
                  <a:cubicBezTo>
                    <a:pt x="385" y="64"/>
                    <a:pt x="385" y="66"/>
                    <a:pt x="384" y="67"/>
                  </a:cubicBezTo>
                  <a:cubicBezTo>
                    <a:pt x="383" y="68"/>
                    <a:pt x="382" y="68"/>
                    <a:pt x="381" y="69"/>
                  </a:cubicBezTo>
                  <a:cubicBezTo>
                    <a:pt x="380" y="71"/>
                    <a:pt x="379" y="73"/>
                    <a:pt x="378" y="75"/>
                  </a:cubicBezTo>
                  <a:cubicBezTo>
                    <a:pt x="377" y="75"/>
                    <a:pt x="376" y="75"/>
                    <a:pt x="376" y="76"/>
                  </a:cubicBezTo>
                  <a:cubicBezTo>
                    <a:pt x="374" y="76"/>
                    <a:pt x="372" y="79"/>
                    <a:pt x="370" y="80"/>
                  </a:cubicBezTo>
                  <a:cubicBezTo>
                    <a:pt x="368" y="81"/>
                    <a:pt x="367" y="81"/>
                    <a:pt x="366" y="82"/>
                  </a:cubicBezTo>
                  <a:cubicBezTo>
                    <a:pt x="366" y="83"/>
                    <a:pt x="367" y="87"/>
                    <a:pt x="364" y="88"/>
                  </a:cubicBezTo>
                  <a:cubicBezTo>
                    <a:pt x="362" y="88"/>
                    <a:pt x="362" y="90"/>
                    <a:pt x="360" y="91"/>
                  </a:cubicBezTo>
                  <a:cubicBezTo>
                    <a:pt x="358" y="93"/>
                    <a:pt x="356" y="94"/>
                    <a:pt x="353" y="95"/>
                  </a:cubicBezTo>
                  <a:cubicBezTo>
                    <a:pt x="352" y="95"/>
                    <a:pt x="351" y="96"/>
                    <a:pt x="350" y="96"/>
                  </a:cubicBezTo>
                  <a:cubicBezTo>
                    <a:pt x="349" y="97"/>
                    <a:pt x="348" y="98"/>
                    <a:pt x="347" y="99"/>
                  </a:cubicBezTo>
                  <a:cubicBezTo>
                    <a:pt x="342" y="102"/>
                    <a:pt x="338" y="103"/>
                    <a:pt x="334" y="107"/>
                  </a:cubicBezTo>
                  <a:cubicBezTo>
                    <a:pt x="331" y="109"/>
                    <a:pt x="329" y="111"/>
                    <a:pt x="327" y="114"/>
                  </a:cubicBezTo>
                  <a:cubicBezTo>
                    <a:pt x="326" y="115"/>
                    <a:pt x="326" y="117"/>
                    <a:pt x="325" y="118"/>
                  </a:cubicBezTo>
                  <a:cubicBezTo>
                    <a:pt x="325" y="119"/>
                    <a:pt x="323" y="120"/>
                    <a:pt x="322" y="121"/>
                  </a:cubicBezTo>
                  <a:cubicBezTo>
                    <a:pt x="320" y="122"/>
                    <a:pt x="320" y="123"/>
                    <a:pt x="318" y="124"/>
                  </a:cubicBezTo>
                  <a:cubicBezTo>
                    <a:pt x="317" y="125"/>
                    <a:pt x="314" y="126"/>
                    <a:pt x="312" y="126"/>
                  </a:cubicBezTo>
                  <a:cubicBezTo>
                    <a:pt x="309" y="127"/>
                    <a:pt x="306" y="128"/>
                    <a:pt x="303" y="130"/>
                  </a:cubicBezTo>
                  <a:cubicBezTo>
                    <a:pt x="300" y="131"/>
                    <a:pt x="298" y="132"/>
                    <a:pt x="296" y="134"/>
                  </a:cubicBezTo>
                  <a:cubicBezTo>
                    <a:pt x="295" y="136"/>
                    <a:pt x="293" y="137"/>
                    <a:pt x="291" y="138"/>
                  </a:cubicBezTo>
                  <a:cubicBezTo>
                    <a:pt x="289" y="140"/>
                    <a:pt x="287" y="142"/>
                    <a:pt x="284" y="143"/>
                  </a:cubicBezTo>
                  <a:cubicBezTo>
                    <a:pt x="282" y="144"/>
                    <a:pt x="280" y="145"/>
                    <a:pt x="278" y="147"/>
                  </a:cubicBezTo>
                  <a:cubicBezTo>
                    <a:pt x="277" y="148"/>
                    <a:pt x="273" y="159"/>
                    <a:pt x="278" y="158"/>
                  </a:cubicBezTo>
                  <a:cubicBezTo>
                    <a:pt x="279" y="156"/>
                    <a:pt x="278" y="154"/>
                    <a:pt x="278" y="152"/>
                  </a:cubicBezTo>
                  <a:cubicBezTo>
                    <a:pt x="278" y="152"/>
                    <a:pt x="278" y="152"/>
                    <a:pt x="278" y="152"/>
                  </a:cubicBezTo>
                  <a:cubicBezTo>
                    <a:pt x="277" y="151"/>
                    <a:pt x="277" y="150"/>
                    <a:pt x="278" y="150"/>
                  </a:cubicBezTo>
                  <a:cubicBezTo>
                    <a:pt x="279" y="150"/>
                    <a:pt x="281" y="152"/>
                    <a:pt x="281" y="153"/>
                  </a:cubicBezTo>
                  <a:cubicBezTo>
                    <a:pt x="281" y="155"/>
                    <a:pt x="280" y="156"/>
                    <a:pt x="279" y="158"/>
                  </a:cubicBezTo>
                  <a:cubicBezTo>
                    <a:pt x="278" y="159"/>
                    <a:pt x="278" y="162"/>
                    <a:pt x="277" y="163"/>
                  </a:cubicBezTo>
                  <a:cubicBezTo>
                    <a:pt x="277" y="164"/>
                    <a:pt x="278" y="169"/>
                    <a:pt x="277" y="169"/>
                  </a:cubicBezTo>
                  <a:cubicBezTo>
                    <a:pt x="277" y="169"/>
                    <a:pt x="277" y="169"/>
                    <a:pt x="276" y="169"/>
                  </a:cubicBezTo>
                  <a:cubicBezTo>
                    <a:pt x="276" y="168"/>
                    <a:pt x="276" y="167"/>
                    <a:pt x="276" y="166"/>
                  </a:cubicBezTo>
                  <a:cubicBezTo>
                    <a:pt x="275" y="167"/>
                    <a:pt x="276" y="168"/>
                    <a:pt x="275" y="170"/>
                  </a:cubicBezTo>
                  <a:cubicBezTo>
                    <a:pt x="274" y="171"/>
                    <a:pt x="274" y="171"/>
                    <a:pt x="273" y="172"/>
                  </a:cubicBezTo>
                  <a:cubicBezTo>
                    <a:pt x="270" y="173"/>
                    <a:pt x="267" y="173"/>
                    <a:pt x="265" y="175"/>
                  </a:cubicBezTo>
                  <a:cubicBezTo>
                    <a:pt x="262" y="176"/>
                    <a:pt x="261" y="178"/>
                    <a:pt x="258" y="179"/>
                  </a:cubicBezTo>
                  <a:cubicBezTo>
                    <a:pt x="255" y="180"/>
                    <a:pt x="252" y="181"/>
                    <a:pt x="249" y="180"/>
                  </a:cubicBezTo>
                  <a:cubicBezTo>
                    <a:pt x="249" y="179"/>
                    <a:pt x="250" y="177"/>
                    <a:pt x="248" y="176"/>
                  </a:cubicBezTo>
                  <a:cubicBezTo>
                    <a:pt x="248" y="178"/>
                    <a:pt x="248" y="179"/>
                    <a:pt x="248" y="180"/>
                  </a:cubicBezTo>
                  <a:cubicBezTo>
                    <a:pt x="248" y="179"/>
                    <a:pt x="248" y="179"/>
                    <a:pt x="248" y="179"/>
                  </a:cubicBezTo>
                  <a:cubicBezTo>
                    <a:pt x="246" y="179"/>
                    <a:pt x="244" y="177"/>
                    <a:pt x="243" y="177"/>
                  </a:cubicBezTo>
                  <a:cubicBezTo>
                    <a:pt x="241" y="176"/>
                    <a:pt x="239" y="176"/>
                    <a:pt x="237" y="176"/>
                  </a:cubicBezTo>
                  <a:cubicBezTo>
                    <a:pt x="235" y="176"/>
                    <a:pt x="229" y="176"/>
                    <a:pt x="229" y="178"/>
                  </a:cubicBezTo>
                  <a:cubicBezTo>
                    <a:pt x="231" y="179"/>
                    <a:pt x="231" y="177"/>
                    <a:pt x="233" y="177"/>
                  </a:cubicBezTo>
                  <a:cubicBezTo>
                    <a:pt x="235" y="176"/>
                    <a:pt x="238" y="176"/>
                    <a:pt x="238" y="178"/>
                  </a:cubicBezTo>
                  <a:cubicBezTo>
                    <a:pt x="236" y="179"/>
                    <a:pt x="233" y="179"/>
                    <a:pt x="231" y="179"/>
                  </a:cubicBezTo>
                  <a:cubicBezTo>
                    <a:pt x="228" y="180"/>
                    <a:pt x="227" y="180"/>
                    <a:pt x="227" y="183"/>
                  </a:cubicBezTo>
                  <a:cubicBezTo>
                    <a:pt x="226" y="186"/>
                    <a:pt x="227" y="186"/>
                    <a:pt x="225" y="187"/>
                  </a:cubicBezTo>
                  <a:cubicBezTo>
                    <a:pt x="224" y="188"/>
                    <a:pt x="223" y="189"/>
                    <a:pt x="222" y="190"/>
                  </a:cubicBezTo>
                  <a:cubicBezTo>
                    <a:pt x="221" y="191"/>
                    <a:pt x="222" y="192"/>
                    <a:pt x="221" y="194"/>
                  </a:cubicBezTo>
                  <a:cubicBezTo>
                    <a:pt x="220" y="197"/>
                    <a:pt x="217" y="197"/>
                    <a:pt x="215" y="200"/>
                  </a:cubicBezTo>
                  <a:cubicBezTo>
                    <a:pt x="213" y="201"/>
                    <a:pt x="213" y="204"/>
                    <a:pt x="215" y="204"/>
                  </a:cubicBezTo>
                  <a:cubicBezTo>
                    <a:pt x="214" y="204"/>
                    <a:pt x="213" y="204"/>
                    <a:pt x="212" y="203"/>
                  </a:cubicBezTo>
                  <a:cubicBezTo>
                    <a:pt x="213" y="204"/>
                    <a:pt x="212" y="205"/>
                    <a:pt x="212" y="205"/>
                  </a:cubicBezTo>
                  <a:cubicBezTo>
                    <a:pt x="212" y="205"/>
                    <a:pt x="212" y="205"/>
                    <a:pt x="211" y="205"/>
                  </a:cubicBezTo>
                  <a:cubicBezTo>
                    <a:pt x="211" y="204"/>
                    <a:pt x="211" y="204"/>
                    <a:pt x="211" y="204"/>
                  </a:cubicBezTo>
                  <a:cubicBezTo>
                    <a:pt x="209" y="205"/>
                    <a:pt x="209" y="202"/>
                    <a:pt x="209" y="201"/>
                  </a:cubicBezTo>
                  <a:cubicBezTo>
                    <a:pt x="208" y="203"/>
                    <a:pt x="209" y="207"/>
                    <a:pt x="206" y="207"/>
                  </a:cubicBezTo>
                  <a:cubicBezTo>
                    <a:pt x="206" y="206"/>
                    <a:pt x="207" y="205"/>
                    <a:pt x="207" y="203"/>
                  </a:cubicBezTo>
                  <a:cubicBezTo>
                    <a:pt x="205" y="204"/>
                    <a:pt x="205" y="205"/>
                    <a:pt x="205" y="206"/>
                  </a:cubicBezTo>
                  <a:cubicBezTo>
                    <a:pt x="203" y="207"/>
                    <a:pt x="204" y="204"/>
                    <a:pt x="204" y="203"/>
                  </a:cubicBezTo>
                  <a:cubicBezTo>
                    <a:pt x="203" y="201"/>
                    <a:pt x="203" y="200"/>
                    <a:pt x="203" y="198"/>
                  </a:cubicBezTo>
                  <a:cubicBezTo>
                    <a:pt x="199" y="198"/>
                    <a:pt x="196" y="197"/>
                    <a:pt x="193" y="199"/>
                  </a:cubicBezTo>
                  <a:cubicBezTo>
                    <a:pt x="193" y="200"/>
                    <a:pt x="193" y="200"/>
                    <a:pt x="193" y="200"/>
                  </a:cubicBezTo>
                  <a:cubicBezTo>
                    <a:pt x="191" y="200"/>
                    <a:pt x="191" y="201"/>
                    <a:pt x="189" y="202"/>
                  </a:cubicBezTo>
                  <a:cubicBezTo>
                    <a:pt x="188" y="202"/>
                    <a:pt x="187" y="201"/>
                    <a:pt x="185" y="202"/>
                  </a:cubicBezTo>
                  <a:cubicBezTo>
                    <a:pt x="183" y="202"/>
                    <a:pt x="182" y="205"/>
                    <a:pt x="181" y="206"/>
                  </a:cubicBezTo>
                  <a:cubicBezTo>
                    <a:pt x="179" y="209"/>
                    <a:pt x="179" y="212"/>
                    <a:pt x="176" y="215"/>
                  </a:cubicBezTo>
                  <a:cubicBezTo>
                    <a:pt x="173" y="217"/>
                    <a:pt x="172" y="222"/>
                    <a:pt x="171" y="226"/>
                  </a:cubicBezTo>
                  <a:cubicBezTo>
                    <a:pt x="170" y="227"/>
                    <a:pt x="170" y="227"/>
                    <a:pt x="169" y="229"/>
                  </a:cubicBezTo>
                  <a:cubicBezTo>
                    <a:pt x="168" y="232"/>
                    <a:pt x="167" y="236"/>
                    <a:pt x="168" y="239"/>
                  </a:cubicBezTo>
                  <a:cubicBezTo>
                    <a:pt x="168" y="242"/>
                    <a:pt x="169" y="246"/>
                    <a:pt x="170" y="249"/>
                  </a:cubicBezTo>
                  <a:cubicBezTo>
                    <a:pt x="171" y="252"/>
                    <a:pt x="172" y="255"/>
                    <a:pt x="173" y="258"/>
                  </a:cubicBezTo>
                  <a:cubicBezTo>
                    <a:pt x="173" y="259"/>
                    <a:pt x="173" y="260"/>
                    <a:pt x="173" y="261"/>
                  </a:cubicBezTo>
                  <a:cubicBezTo>
                    <a:pt x="173" y="264"/>
                    <a:pt x="173" y="267"/>
                    <a:pt x="172" y="269"/>
                  </a:cubicBezTo>
                  <a:cubicBezTo>
                    <a:pt x="172" y="271"/>
                    <a:pt x="171" y="271"/>
                    <a:pt x="170" y="272"/>
                  </a:cubicBezTo>
                  <a:cubicBezTo>
                    <a:pt x="169" y="273"/>
                    <a:pt x="169" y="274"/>
                    <a:pt x="169" y="275"/>
                  </a:cubicBezTo>
                  <a:cubicBezTo>
                    <a:pt x="167" y="275"/>
                    <a:pt x="165" y="275"/>
                    <a:pt x="166" y="277"/>
                  </a:cubicBezTo>
                  <a:cubicBezTo>
                    <a:pt x="166" y="276"/>
                    <a:pt x="167" y="276"/>
                    <a:pt x="169" y="276"/>
                  </a:cubicBezTo>
                  <a:cubicBezTo>
                    <a:pt x="169" y="279"/>
                    <a:pt x="170" y="280"/>
                    <a:pt x="170" y="283"/>
                  </a:cubicBezTo>
                  <a:cubicBezTo>
                    <a:pt x="170" y="285"/>
                    <a:pt x="171" y="288"/>
                    <a:pt x="171" y="290"/>
                  </a:cubicBezTo>
                  <a:cubicBezTo>
                    <a:pt x="172" y="293"/>
                    <a:pt x="171" y="295"/>
                    <a:pt x="172" y="297"/>
                  </a:cubicBezTo>
                  <a:cubicBezTo>
                    <a:pt x="172" y="301"/>
                    <a:pt x="173" y="304"/>
                    <a:pt x="173" y="307"/>
                  </a:cubicBezTo>
                  <a:cubicBezTo>
                    <a:pt x="174" y="309"/>
                    <a:pt x="173" y="311"/>
                    <a:pt x="173" y="313"/>
                  </a:cubicBezTo>
                  <a:cubicBezTo>
                    <a:pt x="173" y="313"/>
                    <a:pt x="175" y="314"/>
                    <a:pt x="174" y="315"/>
                  </a:cubicBezTo>
                  <a:cubicBezTo>
                    <a:pt x="174" y="315"/>
                    <a:pt x="174" y="315"/>
                    <a:pt x="174" y="315"/>
                  </a:cubicBezTo>
                  <a:cubicBezTo>
                    <a:pt x="173" y="315"/>
                    <a:pt x="173" y="315"/>
                    <a:pt x="172" y="314"/>
                  </a:cubicBezTo>
                  <a:cubicBezTo>
                    <a:pt x="172" y="314"/>
                    <a:pt x="172" y="314"/>
                    <a:pt x="172" y="313"/>
                  </a:cubicBezTo>
                  <a:cubicBezTo>
                    <a:pt x="171" y="312"/>
                    <a:pt x="172" y="311"/>
                    <a:pt x="171" y="310"/>
                  </a:cubicBezTo>
                  <a:cubicBezTo>
                    <a:pt x="171" y="309"/>
                    <a:pt x="170" y="309"/>
                    <a:pt x="170" y="307"/>
                  </a:cubicBezTo>
                  <a:cubicBezTo>
                    <a:pt x="170" y="303"/>
                    <a:pt x="167" y="300"/>
                    <a:pt x="167" y="296"/>
                  </a:cubicBezTo>
                  <a:cubicBezTo>
                    <a:pt x="165" y="296"/>
                    <a:pt x="165" y="296"/>
                    <a:pt x="165" y="296"/>
                  </a:cubicBezTo>
                  <a:cubicBezTo>
                    <a:pt x="165" y="298"/>
                    <a:pt x="165" y="301"/>
                    <a:pt x="165" y="303"/>
                  </a:cubicBezTo>
                  <a:cubicBezTo>
                    <a:pt x="165" y="304"/>
                    <a:pt x="169" y="309"/>
                    <a:pt x="166" y="309"/>
                  </a:cubicBezTo>
                  <a:cubicBezTo>
                    <a:pt x="166" y="310"/>
                    <a:pt x="167" y="311"/>
                    <a:pt x="168" y="313"/>
                  </a:cubicBezTo>
                  <a:cubicBezTo>
                    <a:pt x="168" y="312"/>
                    <a:pt x="168" y="312"/>
                    <a:pt x="168" y="312"/>
                  </a:cubicBezTo>
                  <a:cubicBezTo>
                    <a:pt x="167" y="312"/>
                    <a:pt x="167" y="312"/>
                    <a:pt x="166" y="312"/>
                  </a:cubicBezTo>
                  <a:cubicBezTo>
                    <a:pt x="165" y="313"/>
                    <a:pt x="165" y="314"/>
                    <a:pt x="163" y="314"/>
                  </a:cubicBezTo>
                  <a:cubicBezTo>
                    <a:pt x="163" y="313"/>
                    <a:pt x="163" y="312"/>
                    <a:pt x="163" y="312"/>
                  </a:cubicBezTo>
                  <a:cubicBezTo>
                    <a:pt x="162" y="311"/>
                    <a:pt x="162" y="311"/>
                    <a:pt x="162" y="311"/>
                  </a:cubicBezTo>
                  <a:cubicBezTo>
                    <a:pt x="161" y="311"/>
                    <a:pt x="160" y="310"/>
                    <a:pt x="159" y="311"/>
                  </a:cubicBezTo>
                  <a:cubicBezTo>
                    <a:pt x="159" y="312"/>
                    <a:pt x="159" y="314"/>
                    <a:pt x="159" y="315"/>
                  </a:cubicBezTo>
                  <a:cubicBezTo>
                    <a:pt x="155" y="315"/>
                    <a:pt x="156" y="319"/>
                    <a:pt x="153" y="321"/>
                  </a:cubicBezTo>
                  <a:cubicBezTo>
                    <a:pt x="152" y="322"/>
                    <a:pt x="154" y="323"/>
                    <a:pt x="154" y="324"/>
                  </a:cubicBezTo>
                  <a:cubicBezTo>
                    <a:pt x="150" y="324"/>
                    <a:pt x="147" y="323"/>
                    <a:pt x="147" y="328"/>
                  </a:cubicBezTo>
                  <a:cubicBezTo>
                    <a:pt x="146" y="328"/>
                    <a:pt x="144" y="328"/>
                    <a:pt x="143" y="328"/>
                  </a:cubicBezTo>
                  <a:cubicBezTo>
                    <a:pt x="143" y="325"/>
                    <a:pt x="139" y="321"/>
                    <a:pt x="139" y="325"/>
                  </a:cubicBezTo>
                  <a:cubicBezTo>
                    <a:pt x="138" y="326"/>
                    <a:pt x="137" y="326"/>
                    <a:pt x="136" y="326"/>
                  </a:cubicBezTo>
                  <a:cubicBezTo>
                    <a:pt x="136" y="323"/>
                    <a:pt x="136" y="322"/>
                    <a:pt x="132" y="321"/>
                  </a:cubicBezTo>
                  <a:cubicBezTo>
                    <a:pt x="129" y="321"/>
                    <a:pt x="125" y="322"/>
                    <a:pt x="130" y="324"/>
                  </a:cubicBezTo>
                  <a:cubicBezTo>
                    <a:pt x="127" y="325"/>
                    <a:pt x="130" y="328"/>
                    <a:pt x="127" y="329"/>
                  </a:cubicBezTo>
                  <a:cubicBezTo>
                    <a:pt x="125" y="329"/>
                    <a:pt x="125" y="330"/>
                    <a:pt x="124" y="332"/>
                  </a:cubicBezTo>
                  <a:cubicBezTo>
                    <a:pt x="122" y="335"/>
                    <a:pt x="119" y="328"/>
                    <a:pt x="119" y="334"/>
                  </a:cubicBezTo>
                  <a:cubicBezTo>
                    <a:pt x="118" y="334"/>
                    <a:pt x="117" y="334"/>
                    <a:pt x="117" y="334"/>
                  </a:cubicBezTo>
                  <a:cubicBezTo>
                    <a:pt x="117" y="336"/>
                    <a:pt x="114" y="337"/>
                    <a:pt x="112" y="336"/>
                  </a:cubicBezTo>
                  <a:cubicBezTo>
                    <a:pt x="109" y="336"/>
                    <a:pt x="109" y="333"/>
                    <a:pt x="106" y="332"/>
                  </a:cubicBezTo>
                  <a:cubicBezTo>
                    <a:pt x="101" y="331"/>
                    <a:pt x="94" y="333"/>
                    <a:pt x="89" y="335"/>
                  </a:cubicBezTo>
                  <a:cubicBezTo>
                    <a:pt x="89" y="336"/>
                    <a:pt x="88" y="337"/>
                    <a:pt x="89" y="338"/>
                  </a:cubicBezTo>
                  <a:cubicBezTo>
                    <a:pt x="89" y="338"/>
                    <a:pt x="89" y="338"/>
                    <a:pt x="89" y="338"/>
                  </a:cubicBezTo>
                  <a:cubicBezTo>
                    <a:pt x="89" y="340"/>
                    <a:pt x="89" y="342"/>
                    <a:pt x="89" y="344"/>
                  </a:cubicBezTo>
                  <a:cubicBezTo>
                    <a:pt x="86" y="344"/>
                    <a:pt x="85" y="349"/>
                    <a:pt x="83" y="350"/>
                  </a:cubicBezTo>
                  <a:cubicBezTo>
                    <a:pt x="81" y="352"/>
                    <a:pt x="78" y="356"/>
                    <a:pt x="75" y="354"/>
                  </a:cubicBezTo>
                  <a:cubicBezTo>
                    <a:pt x="73" y="353"/>
                    <a:pt x="70" y="352"/>
                    <a:pt x="69" y="350"/>
                  </a:cubicBezTo>
                  <a:cubicBezTo>
                    <a:pt x="69" y="350"/>
                    <a:pt x="69" y="348"/>
                    <a:pt x="68" y="347"/>
                  </a:cubicBezTo>
                  <a:cubicBezTo>
                    <a:pt x="69" y="346"/>
                    <a:pt x="69" y="344"/>
                    <a:pt x="71" y="343"/>
                  </a:cubicBezTo>
                  <a:cubicBezTo>
                    <a:pt x="72" y="342"/>
                    <a:pt x="75" y="342"/>
                    <a:pt x="75" y="341"/>
                  </a:cubicBezTo>
                  <a:cubicBezTo>
                    <a:pt x="73" y="341"/>
                    <a:pt x="70" y="338"/>
                    <a:pt x="73" y="337"/>
                  </a:cubicBezTo>
                  <a:cubicBezTo>
                    <a:pt x="76" y="337"/>
                    <a:pt x="77" y="342"/>
                    <a:pt x="79" y="342"/>
                  </a:cubicBezTo>
                  <a:cubicBezTo>
                    <a:pt x="82" y="342"/>
                    <a:pt x="79" y="336"/>
                    <a:pt x="80" y="335"/>
                  </a:cubicBezTo>
                  <a:cubicBezTo>
                    <a:pt x="80" y="332"/>
                    <a:pt x="82" y="332"/>
                    <a:pt x="84" y="332"/>
                  </a:cubicBezTo>
                  <a:cubicBezTo>
                    <a:pt x="84" y="331"/>
                    <a:pt x="84" y="329"/>
                    <a:pt x="85" y="329"/>
                  </a:cubicBezTo>
                  <a:cubicBezTo>
                    <a:pt x="86" y="327"/>
                    <a:pt x="87" y="321"/>
                    <a:pt x="86" y="321"/>
                  </a:cubicBezTo>
                  <a:cubicBezTo>
                    <a:pt x="83" y="319"/>
                    <a:pt x="80" y="320"/>
                    <a:pt x="77" y="320"/>
                  </a:cubicBezTo>
                  <a:cubicBezTo>
                    <a:pt x="77" y="319"/>
                    <a:pt x="77" y="318"/>
                    <a:pt x="76" y="317"/>
                  </a:cubicBezTo>
                  <a:cubicBezTo>
                    <a:pt x="76" y="316"/>
                    <a:pt x="76" y="314"/>
                    <a:pt x="76" y="313"/>
                  </a:cubicBezTo>
                  <a:cubicBezTo>
                    <a:pt x="76" y="312"/>
                    <a:pt x="78" y="308"/>
                    <a:pt x="76" y="307"/>
                  </a:cubicBezTo>
                  <a:cubicBezTo>
                    <a:pt x="75" y="306"/>
                    <a:pt x="68" y="306"/>
                    <a:pt x="68" y="308"/>
                  </a:cubicBezTo>
                  <a:cubicBezTo>
                    <a:pt x="67" y="308"/>
                    <a:pt x="67" y="308"/>
                    <a:pt x="67" y="308"/>
                  </a:cubicBezTo>
                  <a:cubicBezTo>
                    <a:pt x="67" y="307"/>
                    <a:pt x="68" y="305"/>
                    <a:pt x="67" y="304"/>
                  </a:cubicBezTo>
                  <a:cubicBezTo>
                    <a:pt x="67" y="304"/>
                    <a:pt x="66" y="303"/>
                    <a:pt x="66" y="303"/>
                  </a:cubicBezTo>
                  <a:cubicBezTo>
                    <a:pt x="65" y="303"/>
                    <a:pt x="64" y="304"/>
                    <a:pt x="63" y="303"/>
                  </a:cubicBezTo>
                  <a:cubicBezTo>
                    <a:pt x="61" y="302"/>
                    <a:pt x="63" y="301"/>
                    <a:pt x="64" y="302"/>
                  </a:cubicBezTo>
                  <a:cubicBezTo>
                    <a:pt x="64" y="300"/>
                    <a:pt x="66" y="294"/>
                    <a:pt x="63" y="293"/>
                  </a:cubicBezTo>
                  <a:cubicBezTo>
                    <a:pt x="62" y="292"/>
                    <a:pt x="58" y="292"/>
                    <a:pt x="58" y="294"/>
                  </a:cubicBezTo>
                  <a:cubicBezTo>
                    <a:pt x="58" y="294"/>
                    <a:pt x="57" y="294"/>
                    <a:pt x="57" y="294"/>
                  </a:cubicBezTo>
                  <a:cubicBezTo>
                    <a:pt x="57" y="292"/>
                    <a:pt x="58" y="291"/>
                    <a:pt x="58" y="288"/>
                  </a:cubicBezTo>
                  <a:cubicBezTo>
                    <a:pt x="58" y="288"/>
                    <a:pt x="57" y="288"/>
                    <a:pt x="57" y="288"/>
                  </a:cubicBezTo>
                  <a:cubicBezTo>
                    <a:pt x="56" y="289"/>
                    <a:pt x="57" y="290"/>
                    <a:pt x="56" y="290"/>
                  </a:cubicBezTo>
                  <a:cubicBezTo>
                    <a:pt x="56" y="290"/>
                    <a:pt x="55" y="290"/>
                    <a:pt x="55" y="290"/>
                  </a:cubicBezTo>
                  <a:cubicBezTo>
                    <a:pt x="55" y="288"/>
                    <a:pt x="51" y="289"/>
                    <a:pt x="49" y="289"/>
                  </a:cubicBezTo>
                  <a:cubicBezTo>
                    <a:pt x="50" y="290"/>
                    <a:pt x="50" y="291"/>
                    <a:pt x="50" y="292"/>
                  </a:cubicBezTo>
                  <a:cubicBezTo>
                    <a:pt x="48" y="292"/>
                    <a:pt x="47" y="293"/>
                    <a:pt x="46" y="295"/>
                  </a:cubicBezTo>
                  <a:cubicBezTo>
                    <a:pt x="45" y="296"/>
                    <a:pt x="43" y="296"/>
                    <a:pt x="42" y="296"/>
                  </a:cubicBezTo>
                  <a:cubicBezTo>
                    <a:pt x="42" y="297"/>
                    <a:pt x="42" y="297"/>
                    <a:pt x="42" y="297"/>
                  </a:cubicBezTo>
                  <a:cubicBezTo>
                    <a:pt x="39" y="297"/>
                    <a:pt x="36" y="296"/>
                    <a:pt x="34" y="296"/>
                  </a:cubicBezTo>
                  <a:cubicBezTo>
                    <a:pt x="34" y="297"/>
                    <a:pt x="34" y="298"/>
                    <a:pt x="33" y="299"/>
                  </a:cubicBezTo>
                  <a:cubicBezTo>
                    <a:pt x="33" y="297"/>
                    <a:pt x="33" y="297"/>
                    <a:pt x="33" y="297"/>
                  </a:cubicBezTo>
                  <a:cubicBezTo>
                    <a:pt x="29" y="297"/>
                    <a:pt x="30" y="294"/>
                    <a:pt x="30" y="292"/>
                  </a:cubicBezTo>
                  <a:cubicBezTo>
                    <a:pt x="28" y="292"/>
                    <a:pt x="23" y="292"/>
                    <a:pt x="21" y="290"/>
                  </a:cubicBezTo>
                  <a:cubicBezTo>
                    <a:pt x="20" y="289"/>
                    <a:pt x="19" y="287"/>
                    <a:pt x="17" y="288"/>
                  </a:cubicBezTo>
                  <a:cubicBezTo>
                    <a:pt x="16" y="289"/>
                    <a:pt x="17" y="295"/>
                    <a:pt x="16" y="295"/>
                  </a:cubicBezTo>
                  <a:cubicBezTo>
                    <a:pt x="14" y="295"/>
                    <a:pt x="11" y="295"/>
                    <a:pt x="9" y="294"/>
                  </a:cubicBezTo>
                  <a:cubicBezTo>
                    <a:pt x="9" y="293"/>
                    <a:pt x="10" y="291"/>
                    <a:pt x="10" y="289"/>
                  </a:cubicBezTo>
                  <a:cubicBezTo>
                    <a:pt x="14" y="289"/>
                    <a:pt x="14" y="286"/>
                    <a:pt x="12" y="284"/>
                  </a:cubicBezTo>
                  <a:cubicBezTo>
                    <a:pt x="11" y="283"/>
                    <a:pt x="10" y="283"/>
                    <a:pt x="9" y="282"/>
                  </a:cubicBezTo>
                  <a:cubicBezTo>
                    <a:pt x="8" y="281"/>
                    <a:pt x="9" y="280"/>
                    <a:pt x="9" y="278"/>
                  </a:cubicBezTo>
                  <a:cubicBezTo>
                    <a:pt x="8" y="278"/>
                    <a:pt x="6" y="277"/>
                    <a:pt x="5" y="277"/>
                  </a:cubicBezTo>
                  <a:cubicBezTo>
                    <a:pt x="5" y="276"/>
                    <a:pt x="5" y="275"/>
                    <a:pt x="5" y="274"/>
                  </a:cubicBezTo>
                  <a:cubicBezTo>
                    <a:pt x="9" y="275"/>
                    <a:pt x="12" y="277"/>
                    <a:pt x="13" y="280"/>
                  </a:cubicBezTo>
                  <a:cubicBezTo>
                    <a:pt x="14" y="283"/>
                    <a:pt x="17" y="281"/>
                    <a:pt x="18" y="285"/>
                  </a:cubicBezTo>
                  <a:cubicBezTo>
                    <a:pt x="19" y="286"/>
                    <a:pt x="19" y="285"/>
                    <a:pt x="20" y="284"/>
                  </a:cubicBezTo>
                  <a:cubicBezTo>
                    <a:pt x="23" y="283"/>
                    <a:pt x="26" y="285"/>
                    <a:pt x="28" y="288"/>
                  </a:cubicBezTo>
                  <a:cubicBezTo>
                    <a:pt x="30" y="292"/>
                    <a:pt x="35" y="287"/>
                    <a:pt x="30" y="285"/>
                  </a:cubicBezTo>
                  <a:cubicBezTo>
                    <a:pt x="28" y="284"/>
                    <a:pt x="27" y="280"/>
                    <a:pt x="29" y="278"/>
                  </a:cubicBezTo>
                  <a:cubicBezTo>
                    <a:pt x="31" y="277"/>
                    <a:pt x="36" y="279"/>
                    <a:pt x="36" y="276"/>
                  </a:cubicBezTo>
                  <a:cubicBezTo>
                    <a:pt x="34" y="276"/>
                    <a:pt x="33" y="274"/>
                    <a:pt x="33" y="273"/>
                  </a:cubicBezTo>
                  <a:cubicBezTo>
                    <a:pt x="32" y="272"/>
                    <a:pt x="32" y="272"/>
                    <a:pt x="32" y="271"/>
                  </a:cubicBezTo>
                  <a:cubicBezTo>
                    <a:pt x="32" y="269"/>
                    <a:pt x="31" y="270"/>
                    <a:pt x="30" y="269"/>
                  </a:cubicBezTo>
                  <a:cubicBezTo>
                    <a:pt x="30" y="270"/>
                    <a:pt x="31" y="274"/>
                    <a:pt x="30" y="274"/>
                  </a:cubicBezTo>
                  <a:cubicBezTo>
                    <a:pt x="30" y="275"/>
                    <a:pt x="27" y="272"/>
                    <a:pt x="26" y="272"/>
                  </a:cubicBezTo>
                  <a:cubicBezTo>
                    <a:pt x="26" y="271"/>
                    <a:pt x="26" y="270"/>
                    <a:pt x="26" y="268"/>
                  </a:cubicBezTo>
                  <a:cubicBezTo>
                    <a:pt x="25" y="268"/>
                    <a:pt x="25" y="268"/>
                    <a:pt x="25" y="268"/>
                  </a:cubicBezTo>
                  <a:cubicBezTo>
                    <a:pt x="25" y="270"/>
                    <a:pt x="22" y="269"/>
                    <a:pt x="20" y="269"/>
                  </a:cubicBezTo>
                  <a:cubicBezTo>
                    <a:pt x="17" y="269"/>
                    <a:pt x="17" y="271"/>
                    <a:pt x="17" y="273"/>
                  </a:cubicBezTo>
                  <a:cubicBezTo>
                    <a:pt x="16" y="273"/>
                    <a:pt x="15" y="273"/>
                    <a:pt x="14" y="273"/>
                  </a:cubicBezTo>
                  <a:cubicBezTo>
                    <a:pt x="13" y="272"/>
                    <a:pt x="11" y="273"/>
                    <a:pt x="9" y="273"/>
                  </a:cubicBezTo>
                  <a:cubicBezTo>
                    <a:pt x="7" y="272"/>
                    <a:pt x="8" y="269"/>
                    <a:pt x="8" y="268"/>
                  </a:cubicBezTo>
                  <a:cubicBezTo>
                    <a:pt x="6" y="268"/>
                    <a:pt x="6" y="267"/>
                    <a:pt x="6" y="265"/>
                  </a:cubicBezTo>
                  <a:cubicBezTo>
                    <a:pt x="6" y="265"/>
                    <a:pt x="6" y="265"/>
                    <a:pt x="6" y="265"/>
                  </a:cubicBezTo>
                  <a:cubicBezTo>
                    <a:pt x="7" y="265"/>
                    <a:pt x="7" y="265"/>
                    <a:pt x="7" y="264"/>
                  </a:cubicBezTo>
                  <a:cubicBezTo>
                    <a:pt x="7" y="263"/>
                    <a:pt x="8" y="263"/>
                    <a:pt x="10" y="263"/>
                  </a:cubicBezTo>
                  <a:cubicBezTo>
                    <a:pt x="10" y="261"/>
                    <a:pt x="9" y="261"/>
                    <a:pt x="7" y="261"/>
                  </a:cubicBezTo>
                  <a:cubicBezTo>
                    <a:pt x="5" y="262"/>
                    <a:pt x="5" y="260"/>
                    <a:pt x="3" y="259"/>
                  </a:cubicBezTo>
                  <a:cubicBezTo>
                    <a:pt x="3" y="258"/>
                    <a:pt x="2" y="258"/>
                    <a:pt x="1" y="257"/>
                  </a:cubicBezTo>
                  <a:cubicBezTo>
                    <a:pt x="0" y="256"/>
                    <a:pt x="0" y="254"/>
                    <a:pt x="0" y="252"/>
                  </a:cubicBezTo>
                  <a:cubicBezTo>
                    <a:pt x="1" y="252"/>
                    <a:pt x="2" y="247"/>
                    <a:pt x="2" y="247"/>
                  </a:cubicBezTo>
                  <a:cubicBezTo>
                    <a:pt x="2" y="247"/>
                    <a:pt x="3" y="246"/>
                    <a:pt x="3" y="247"/>
                  </a:cubicBezTo>
                  <a:cubicBezTo>
                    <a:pt x="4" y="243"/>
                    <a:pt x="4" y="240"/>
                    <a:pt x="5" y="237"/>
                  </a:cubicBezTo>
                  <a:cubicBezTo>
                    <a:pt x="1" y="237"/>
                    <a:pt x="1" y="236"/>
                    <a:pt x="1" y="233"/>
                  </a:cubicBezTo>
                  <a:cubicBezTo>
                    <a:pt x="2" y="233"/>
                    <a:pt x="2" y="232"/>
                    <a:pt x="3" y="231"/>
                  </a:cubicBezTo>
                  <a:cubicBezTo>
                    <a:pt x="4" y="232"/>
                    <a:pt x="5" y="235"/>
                    <a:pt x="8" y="235"/>
                  </a:cubicBezTo>
                  <a:cubicBezTo>
                    <a:pt x="10" y="235"/>
                    <a:pt x="12" y="234"/>
                    <a:pt x="14" y="235"/>
                  </a:cubicBezTo>
                  <a:cubicBezTo>
                    <a:pt x="16" y="235"/>
                    <a:pt x="17" y="237"/>
                    <a:pt x="18" y="234"/>
                  </a:cubicBezTo>
                  <a:cubicBezTo>
                    <a:pt x="20" y="232"/>
                    <a:pt x="23" y="232"/>
                    <a:pt x="21" y="229"/>
                  </a:cubicBezTo>
                  <a:cubicBezTo>
                    <a:pt x="21" y="229"/>
                    <a:pt x="20" y="228"/>
                    <a:pt x="20" y="228"/>
                  </a:cubicBezTo>
                  <a:cubicBezTo>
                    <a:pt x="19" y="227"/>
                    <a:pt x="19" y="224"/>
                    <a:pt x="19" y="223"/>
                  </a:cubicBezTo>
                  <a:cubicBezTo>
                    <a:pt x="19" y="220"/>
                    <a:pt x="16" y="218"/>
                    <a:pt x="14" y="216"/>
                  </a:cubicBezTo>
                  <a:cubicBezTo>
                    <a:pt x="12" y="214"/>
                    <a:pt x="16" y="213"/>
                    <a:pt x="16" y="211"/>
                  </a:cubicBezTo>
                  <a:cubicBezTo>
                    <a:pt x="16" y="208"/>
                    <a:pt x="16" y="206"/>
                    <a:pt x="20" y="206"/>
                  </a:cubicBezTo>
                  <a:cubicBezTo>
                    <a:pt x="20" y="205"/>
                    <a:pt x="20" y="204"/>
                    <a:pt x="20" y="203"/>
                  </a:cubicBezTo>
                  <a:cubicBezTo>
                    <a:pt x="17" y="203"/>
                    <a:pt x="17" y="200"/>
                    <a:pt x="18" y="197"/>
                  </a:cubicBezTo>
                  <a:cubicBezTo>
                    <a:pt x="21" y="188"/>
                    <a:pt x="34" y="194"/>
                    <a:pt x="41" y="194"/>
                  </a:cubicBezTo>
                  <a:cubicBezTo>
                    <a:pt x="41" y="189"/>
                    <a:pt x="39" y="180"/>
                    <a:pt x="43" y="176"/>
                  </a:cubicBezTo>
                  <a:cubicBezTo>
                    <a:pt x="45" y="176"/>
                    <a:pt x="47" y="176"/>
                    <a:pt x="47" y="173"/>
                  </a:cubicBezTo>
                  <a:cubicBezTo>
                    <a:pt x="47" y="173"/>
                    <a:pt x="46" y="173"/>
                    <a:pt x="45" y="173"/>
                  </a:cubicBezTo>
                  <a:cubicBezTo>
                    <a:pt x="44" y="171"/>
                    <a:pt x="40" y="171"/>
                    <a:pt x="39" y="171"/>
                  </a:cubicBezTo>
                  <a:cubicBezTo>
                    <a:pt x="35" y="171"/>
                    <a:pt x="32" y="169"/>
                    <a:pt x="29" y="168"/>
                  </a:cubicBezTo>
                  <a:cubicBezTo>
                    <a:pt x="28" y="164"/>
                    <a:pt x="34" y="166"/>
                    <a:pt x="37" y="165"/>
                  </a:cubicBezTo>
                  <a:cubicBezTo>
                    <a:pt x="37" y="164"/>
                    <a:pt x="39" y="162"/>
                    <a:pt x="40" y="162"/>
                  </a:cubicBezTo>
                  <a:cubicBezTo>
                    <a:pt x="40" y="161"/>
                    <a:pt x="40" y="160"/>
                    <a:pt x="41" y="160"/>
                  </a:cubicBezTo>
                  <a:cubicBezTo>
                    <a:pt x="41" y="158"/>
                    <a:pt x="41" y="158"/>
                    <a:pt x="39" y="158"/>
                  </a:cubicBezTo>
                  <a:cubicBezTo>
                    <a:pt x="40" y="156"/>
                    <a:pt x="39" y="154"/>
                    <a:pt x="39" y="152"/>
                  </a:cubicBezTo>
                  <a:cubicBezTo>
                    <a:pt x="40" y="152"/>
                    <a:pt x="41" y="152"/>
                    <a:pt x="42" y="152"/>
                  </a:cubicBezTo>
                  <a:cubicBezTo>
                    <a:pt x="42" y="150"/>
                    <a:pt x="39" y="148"/>
                    <a:pt x="41" y="146"/>
                  </a:cubicBezTo>
                  <a:cubicBezTo>
                    <a:pt x="43" y="143"/>
                    <a:pt x="43" y="141"/>
                    <a:pt x="43" y="138"/>
                  </a:cubicBezTo>
                  <a:cubicBezTo>
                    <a:pt x="44" y="134"/>
                    <a:pt x="42" y="135"/>
                    <a:pt x="40" y="134"/>
                  </a:cubicBezTo>
                  <a:cubicBezTo>
                    <a:pt x="37" y="132"/>
                    <a:pt x="40" y="129"/>
                    <a:pt x="42" y="130"/>
                  </a:cubicBezTo>
                  <a:cubicBezTo>
                    <a:pt x="43" y="124"/>
                    <a:pt x="51" y="119"/>
                    <a:pt x="56" y="119"/>
                  </a:cubicBezTo>
                  <a:cubicBezTo>
                    <a:pt x="57" y="116"/>
                    <a:pt x="52" y="116"/>
                    <a:pt x="51" y="116"/>
                  </a:cubicBezTo>
                  <a:cubicBezTo>
                    <a:pt x="49" y="116"/>
                    <a:pt x="48" y="116"/>
                    <a:pt x="46" y="116"/>
                  </a:cubicBezTo>
                  <a:cubicBezTo>
                    <a:pt x="44" y="115"/>
                    <a:pt x="44" y="114"/>
                    <a:pt x="42" y="114"/>
                  </a:cubicBezTo>
                  <a:cubicBezTo>
                    <a:pt x="41" y="111"/>
                    <a:pt x="43" y="111"/>
                    <a:pt x="45" y="111"/>
                  </a:cubicBezTo>
                  <a:cubicBezTo>
                    <a:pt x="46" y="108"/>
                    <a:pt x="46" y="108"/>
                    <a:pt x="49" y="107"/>
                  </a:cubicBezTo>
                  <a:cubicBezTo>
                    <a:pt x="49" y="106"/>
                    <a:pt x="49" y="105"/>
                    <a:pt x="49" y="104"/>
                  </a:cubicBezTo>
                  <a:cubicBezTo>
                    <a:pt x="51" y="104"/>
                    <a:pt x="55" y="100"/>
                    <a:pt x="55" y="99"/>
                  </a:cubicBezTo>
                  <a:cubicBezTo>
                    <a:pt x="56" y="96"/>
                    <a:pt x="52" y="90"/>
                    <a:pt x="56" y="90"/>
                  </a:cubicBezTo>
                  <a:cubicBezTo>
                    <a:pt x="56" y="89"/>
                    <a:pt x="56" y="88"/>
                    <a:pt x="56" y="87"/>
                  </a:cubicBezTo>
                  <a:cubicBezTo>
                    <a:pt x="55" y="87"/>
                    <a:pt x="55" y="83"/>
                    <a:pt x="55" y="82"/>
                  </a:cubicBezTo>
                  <a:cubicBezTo>
                    <a:pt x="56" y="82"/>
                    <a:pt x="56" y="82"/>
                    <a:pt x="57" y="82"/>
                  </a:cubicBezTo>
                  <a:cubicBezTo>
                    <a:pt x="56" y="79"/>
                    <a:pt x="56" y="79"/>
                    <a:pt x="56" y="79"/>
                  </a:cubicBezTo>
                  <a:cubicBezTo>
                    <a:pt x="56" y="79"/>
                    <a:pt x="51" y="78"/>
                    <a:pt x="49" y="78"/>
                  </a:cubicBezTo>
                  <a:cubicBezTo>
                    <a:pt x="50" y="78"/>
                    <a:pt x="50" y="77"/>
                    <a:pt x="50" y="77"/>
                  </a:cubicBezTo>
                  <a:cubicBezTo>
                    <a:pt x="51" y="75"/>
                    <a:pt x="52" y="73"/>
                    <a:pt x="51" y="71"/>
                  </a:cubicBezTo>
                  <a:cubicBezTo>
                    <a:pt x="51" y="69"/>
                    <a:pt x="50" y="69"/>
                    <a:pt x="50" y="67"/>
                  </a:cubicBezTo>
                  <a:cubicBezTo>
                    <a:pt x="51" y="67"/>
                    <a:pt x="51" y="65"/>
                    <a:pt x="51" y="64"/>
                  </a:cubicBezTo>
                  <a:cubicBezTo>
                    <a:pt x="52" y="65"/>
                    <a:pt x="53" y="64"/>
                    <a:pt x="53" y="62"/>
                  </a:cubicBezTo>
                  <a:cubicBezTo>
                    <a:pt x="55" y="62"/>
                    <a:pt x="57" y="63"/>
                    <a:pt x="59" y="63"/>
                  </a:cubicBezTo>
                  <a:cubicBezTo>
                    <a:pt x="59" y="62"/>
                    <a:pt x="60" y="58"/>
                    <a:pt x="61" y="57"/>
                  </a:cubicBezTo>
                  <a:cubicBezTo>
                    <a:pt x="62" y="54"/>
                    <a:pt x="64" y="52"/>
                    <a:pt x="67" y="51"/>
                  </a:cubicBezTo>
                  <a:cubicBezTo>
                    <a:pt x="68" y="50"/>
                    <a:pt x="69" y="49"/>
                    <a:pt x="69" y="47"/>
                  </a:cubicBezTo>
                  <a:cubicBezTo>
                    <a:pt x="67" y="47"/>
                    <a:pt x="67" y="47"/>
                    <a:pt x="67" y="47"/>
                  </a:cubicBezTo>
                  <a:cubicBezTo>
                    <a:pt x="67" y="44"/>
                    <a:pt x="58" y="39"/>
                    <a:pt x="65" y="37"/>
                  </a:cubicBezTo>
                  <a:cubicBezTo>
                    <a:pt x="68" y="36"/>
                    <a:pt x="66" y="33"/>
                    <a:pt x="67" y="31"/>
                  </a:cubicBezTo>
                  <a:cubicBezTo>
                    <a:pt x="68" y="29"/>
                    <a:pt x="71" y="29"/>
                    <a:pt x="70" y="26"/>
                  </a:cubicBezTo>
                  <a:cubicBezTo>
                    <a:pt x="71" y="26"/>
                    <a:pt x="72" y="26"/>
                    <a:pt x="73" y="26"/>
                  </a:cubicBezTo>
                  <a:cubicBezTo>
                    <a:pt x="73" y="29"/>
                    <a:pt x="77" y="29"/>
                    <a:pt x="75" y="32"/>
                  </a:cubicBezTo>
                  <a:cubicBezTo>
                    <a:pt x="77" y="30"/>
                    <a:pt x="80" y="31"/>
                    <a:pt x="82" y="31"/>
                  </a:cubicBezTo>
                  <a:cubicBezTo>
                    <a:pt x="83" y="30"/>
                    <a:pt x="83" y="30"/>
                    <a:pt x="83" y="30"/>
                  </a:cubicBezTo>
                  <a:cubicBezTo>
                    <a:pt x="82" y="29"/>
                    <a:pt x="82" y="27"/>
                    <a:pt x="80" y="26"/>
                  </a:cubicBezTo>
                  <a:cubicBezTo>
                    <a:pt x="79" y="26"/>
                    <a:pt x="78" y="25"/>
                    <a:pt x="78" y="24"/>
                  </a:cubicBezTo>
                  <a:cubicBezTo>
                    <a:pt x="83" y="24"/>
                    <a:pt x="85" y="24"/>
                    <a:pt x="88" y="21"/>
                  </a:cubicBezTo>
                  <a:cubicBezTo>
                    <a:pt x="90" y="20"/>
                    <a:pt x="90" y="14"/>
                    <a:pt x="90" y="12"/>
                  </a:cubicBezTo>
                  <a:cubicBezTo>
                    <a:pt x="90" y="11"/>
                    <a:pt x="88" y="11"/>
                    <a:pt x="89" y="10"/>
                  </a:cubicBezTo>
                  <a:cubicBezTo>
                    <a:pt x="89" y="9"/>
                    <a:pt x="91" y="9"/>
                    <a:pt x="91" y="8"/>
                  </a:cubicBezTo>
                  <a:cubicBezTo>
                    <a:pt x="94" y="5"/>
                    <a:pt x="89" y="4"/>
                    <a:pt x="89" y="1"/>
                  </a:cubicBezTo>
                  <a:cubicBezTo>
                    <a:pt x="90" y="1"/>
                    <a:pt x="91" y="1"/>
                    <a:pt x="91" y="0"/>
                  </a:cubicBezTo>
                  <a:cubicBezTo>
                    <a:pt x="93" y="1"/>
                    <a:pt x="99" y="4"/>
                    <a:pt x="99" y="6"/>
                  </a:cubicBezTo>
                  <a:cubicBezTo>
                    <a:pt x="102" y="6"/>
                    <a:pt x="105" y="4"/>
                    <a:pt x="108" y="6"/>
                  </a:cubicBezTo>
                  <a:cubicBezTo>
                    <a:pt x="110" y="7"/>
                    <a:pt x="113" y="6"/>
                    <a:pt x="116" y="6"/>
                  </a:cubicBezTo>
                  <a:cubicBezTo>
                    <a:pt x="116" y="9"/>
                    <a:pt x="115" y="11"/>
                    <a:pt x="115" y="13"/>
                  </a:cubicBezTo>
                  <a:cubicBezTo>
                    <a:pt x="118" y="14"/>
                    <a:pt x="120" y="13"/>
                    <a:pt x="122" y="13"/>
                  </a:cubicBezTo>
                  <a:cubicBezTo>
                    <a:pt x="122" y="15"/>
                    <a:pt x="122" y="15"/>
                    <a:pt x="120" y="16"/>
                  </a:cubicBezTo>
                  <a:cubicBezTo>
                    <a:pt x="119" y="17"/>
                    <a:pt x="119" y="19"/>
                    <a:pt x="119" y="20"/>
                  </a:cubicBezTo>
                  <a:cubicBezTo>
                    <a:pt x="122" y="21"/>
                    <a:pt x="125" y="20"/>
                    <a:pt x="127" y="20"/>
                  </a:cubicBezTo>
                  <a:cubicBezTo>
                    <a:pt x="127" y="20"/>
                    <a:pt x="127" y="20"/>
                    <a:pt x="127" y="20"/>
                  </a:cubicBezTo>
                  <a:cubicBezTo>
                    <a:pt x="130" y="19"/>
                    <a:pt x="131" y="23"/>
                    <a:pt x="134" y="22"/>
                  </a:cubicBezTo>
                  <a:cubicBezTo>
                    <a:pt x="133" y="21"/>
                    <a:pt x="132" y="19"/>
                    <a:pt x="134" y="19"/>
                  </a:cubicBezTo>
                  <a:cubicBezTo>
                    <a:pt x="134" y="17"/>
                    <a:pt x="134" y="16"/>
                    <a:pt x="134" y="15"/>
                  </a:cubicBezTo>
                  <a:cubicBezTo>
                    <a:pt x="134" y="15"/>
                    <a:pt x="135" y="15"/>
                    <a:pt x="135" y="15"/>
                  </a:cubicBezTo>
                  <a:cubicBezTo>
                    <a:pt x="136" y="15"/>
                    <a:pt x="136" y="17"/>
                    <a:pt x="136" y="17"/>
                  </a:cubicBezTo>
                  <a:cubicBezTo>
                    <a:pt x="137" y="18"/>
                    <a:pt x="139" y="17"/>
                    <a:pt x="141" y="17"/>
                  </a:cubicBezTo>
                  <a:cubicBezTo>
                    <a:pt x="141" y="18"/>
                    <a:pt x="141" y="19"/>
                    <a:pt x="141" y="19"/>
                  </a:cubicBezTo>
                  <a:cubicBezTo>
                    <a:pt x="141" y="19"/>
                    <a:pt x="142" y="19"/>
                    <a:pt x="143" y="19"/>
                  </a:cubicBezTo>
                  <a:cubicBezTo>
                    <a:pt x="142" y="21"/>
                    <a:pt x="145" y="24"/>
                    <a:pt x="147" y="22"/>
                  </a:cubicBezTo>
                  <a:cubicBezTo>
                    <a:pt x="148" y="21"/>
                    <a:pt x="146" y="20"/>
                    <a:pt x="147" y="19"/>
                  </a:cubicBezTo>
                  <a:cubicBezTo>
                    <a:pt x="149" y="18"/>
                    <a:pt x="149" y="20"/>
                    <a:pt x="149" y="21"/>
                  </a:cubicBezTo>
                  <a:cubicBezTo>
                    <a:pt x="151" y="21"/>
                    <a:pt x="151" y="19"/>
                    <a:pt x="152" y="18"/>
                  </a:cubicBezTo>
                  <a:cubicBezTo>
                    <a:pt x="154" y="18"/>
                    <a:pt x="156" y="19"/>
                    <a:pt x="158" y="19"/>
                  </a:cubicBezTo>
                  <a:cubicBezTo>
                    <a:pt x="159" y="18"/>
                    <a:pt x="160" y="18"/>
                    <a:pt x="160" y="19"/>
                  </a:cubicBezTo>
                  <a:cubicBezTo>
                    <a:pt x="162" y="22"/>
                    <a:pt x="165" y="24"/>
                    <a:pt x="168" y="25"/>
                  </a:cubicBezTo>
                  <a:cubicBezTo>
                    <a:pt x="168" y="26"/>
                    <a:pt x="170" y="27"/>
                    <a:pt x="170" y="28"/>
                  </a:cubicBezTo>
                  <a:cubicBezTo>
                    <a:pt x="170" y="30"/>
                    <a:pt x="169" y="31"/>
                    <a:pt x="168" y="33"/>
                  </a:cubicBezTo>
                  <a:cubicBezTo>
                    <a:pt x="167" y="36"/>
                    <a:pt x="169" y="39"/>
                    <a:pt x="166" y="41"/>
                  </a:cubicBezTo>
                  <a:cubicBezTo>
                    <a:pt x="164" y="43"/>
                    <a:pt x="163" y="46"/>
                    <a:pt x="166" y="47"/>
                  </a:cubicBezTo>
                  <a:cubicBezTo>
                    <a:pt x="168" y="48"/>
                    <a:pt x="169" y="54"/>
                    <a:pt x="169" y="56"/>
                  </a:cubicBezTo>
                  <a:cubicBezTo>
                    <a:pt x="166" y="57"/>
                    <a:pt x="169" y="59"/>
                    <a:pt x="170" y="60"/>
                  </a:cubicBezTo>
                  <a:cubicBezTo>
                    <a:pt x="172" y="62"/>
                    <a:pt x="176" y="63"/>
                    <a:pt x="179" y="64"/>
                  </a:cubicBezTo>
                  <a:cubicBezTo>
                    <a:pt x="180" y="64"/>
                    <a:pt x="182" y="63"/>
                    <a:pt x="183" y="64"/>
                  </a:cubicBezTo>
                  <a:cubicBezTo>
                    <a:pt x="184" y="65"/>
                    <a:pt x="184" y="66"/>
                    <a:pt x="185" y="67"/>
                  </a:cubicBezTo>
                  <a:cubicBezTo>
                    <a:pt x="186" y="68"/>
                    <a:pt x="190" y="69"/>
                    <a:pt x="191" y="68"/>
                  </a:cubicBezTo>
                  <a:cubicBezTo>
                    <a:pt x="194" y="64"/>
                    <a:pt x="201" y="75"/>
                    <a:pt x="202" y="77"/>
                  </a:cubicBezTo>
                  <a:cubicBezTo>
                    <a:pt x="203" y="80"/>
                    <a:pt x="204" y="82"/>
                    <a:pt x="205" y="85"/>
                  </a:cubicBezTo>
                  <a:cubicBezTo>
                    <a:pt x="206" y="87"/>
                    <a:pt x="203" y="88"/>
                    <a:pt x="204" y="91"/>
                  </a:cubicBezTo>
                  <a:cubicBezTo>
                    <a:pt x="206" y="92"/>
                    <a:pt x="208" y="89"/>
                    <a:pt x="211" y="89"/>
                  </a:cubicBezTo>
                  <a:cubicBezTo>
                    <a:pt x="211" y="90"/>
                    <a:pt x="211" y="91"/>
                    <a:pt x="211" y="92"/>
                  </a:cubicBezTo>
                  <a:cubicBezTo>
                    <a:pt x="213" y="93"/>
                    <a:pt x="213" y="91"/>
                    <a:pt x="215" y="91"/>
                  </a:cubicBezTo>
                  <a:cubicBezTo>
                    <a:pt x="215" y="92"/>
                    <a:pt x="215" y="92"/>
                    <a:pt x="215" y="92"/>
                  </a:cubicBezTo>
                  <a:cubicBezTo>
                    <a:pt x="216" y="93"/>
                    <a:pt x="213" y="95"/>
                    <a:pt x="215" y="97"/>
                  </a:cubicBezTo>
                  <a:cubicBezTo>
                    <a:pt x="217" y="99"/>
                    <a:pt x="217" y="102"/>
                    <a:pt x="217" y="105"/>
                  </a:cubicBezTo>
                  <a:cubicBezTo>
                    <a:pt x="216" y="113"/>
                    <a:pt x="220" y="107"/>
                    <a:pt x="225" y="107"/>
                  </a:cubicBezTo>
                  <a:cubicBezTo>
                    <a:pt x="227" y="107"/>
                    <a:pt x="229" y="109"/>
                    <a:pt x="231" y="108"/>
                  </a:cubicBezTo>
                  <a:cubicBezTo>
                    <a:pt x="234" y="108"/>
                    <a:pt x="237" y="107"/>
                    <a:pt x="241" y="108"/>
                  </a:cubicBezTo>
                  <a:cubicBezTo>
                    <a:pt x="243" y="108"/>
                    <a:pt x="244" y="107"/>
                    <a:pt x="247" y="106"/>
                  </a:cubicBezTo>
                  <a:cubicBezTo>
                    <a:pt x="248" y="106"/>
                    <a:pt x="250" y="107"/>
                    <a:pt x="251" y="106"/>
                  </a:cubicBezTo>
                  <a:cubicBezTo>
                    <a:pt x="252" y="106"/>
                    <a:pt x="253" y="106"/>
                    <a:pt x="254" y="105"/>
                  </a:cubicBezTo>
                  <a:cubicBezTo>
                    <a:pt x="255" y="101"/>
                    <a:pt x="257" y="102"/>
                    <a:pt x="260" y="102"/>
                  </a:cubicBezTo>
                  <a:cubicBezTo>
                    <a:pt x="264" y="101"/>
                    <a:pt x="264" y="97"/>
                    <a:pt x="268" y="97"/>
                  </a:cubicBezTo>
                  <a:cubicBezTo>
                    <a:pt x="270" y="98"/>
                    <a:pt x="272" y="97"/>
                    <a:pt x="273" y="99"/>
                  </a:cubicBezTo>
                  <a:cubicBezTo>
                    <a:pt x="273" y="100"/>
                    <a:pt x="273" y="102"/>
                    <a:pt x="275" y="102"/>
                  </a:cubicBezTo>
                  <a:cubicBezTo>
                    <a:pt x="277" y="102"/>
                    <a:pt x="277" y="100"/>
                    <a:pt x="278" y="99"/>
                  </a:cubicBezTo>
                  <a:cubicBezTo>
                    <a:pt x="278" y="97"/>
                    <a:pt x="279" y="98"/>
                    <a:pt x="280" y="98"/>
                  </a:cubicBezTo>
                  <a:cubicBezTo>
                    <a:pt x="281" y="96"/>
                    <a:pt x="280" y="94"/>
                    <a:pt x="282" y="95"/>
                  </a:cubicBezTo>
                  <a:cubicBezTo>
                    <a:pt x="282" y="94"/>
                    <a:pt x="282" y="93"/>
                    <a:pt x="282" y="93"/>
                  </a:cubicBezTo>
                  <a:cubicBezTo>
                    <a:pt x="281" y="93"/>
                    <a:pt x="281" y="92"/>
                    <a:pt x="280" y="92"/>
                  </a:cubicBezTo>
                  <a:cubicBezTo>
                    <a:pt x="280" y="91"/>
                    <a:pt x="279" y="88"/>
                    <a:pt x="281" y="88"/>
                  </a:cubicBezTo>
                  <a:cubicBezTo>
                    <a:pt x="282" y="87"/>
                    <a:pt x="283" y="87"/>
                    <a:pt x="282" y="86"/>
                  </a:cubicBezTo>
                  <a:cubicBezTo>
                    <a:pt x="282" y="86"/>
                    <a:pt x="282" y="86"/>
                    <a:pt x="282" y="86"/>
                  </a:cubicBezTo>
                  <a:cubicBezTo>
                    <a:pt x="282" y="84"/>
                    <a:pt x="281" y="82"/>
                    <a:pt x="281" y="80"/>
                  </a:cubicBezTo>
                  <a:cubicBezTo>
                    <a:pt x="284" y="79"/>
                    <a:pt x="285" y="78"/>
                    <a:pt x="287" y="76"/>
                  </a:cubicBezTo>
                  <a:cubicBezTo>
                    <a:pt x="290" y="77"/>
                    <a:pt x="292" y="81"/>
                    <a:pt x="293" y="84"/>
                  </a:cubicBezTo>
                  <a:cubicBezTo>
                    <a:pt x="295" y="85"/>
                    <a:pt x="292" y="86"/>
                    <a:pt x="291" y="87"/>
                  </a:cubicBezTo>
                  <a:cubicBezTo>
                    <a:pt x="293" y="93"/>
                    <a:pt x="299" y="84"/>
                    <a:pt x="301" y="84"/>
                  </a:cubicBezTo>
                  <a:cubicBezTo>
                    <a:pt x="302" y="83"/>
                    <a:pt x="302" y="82"/>
                    <a:pt x="302" y="81"/>
                  </a:cubicBezTo>
                  <a:cubicBezTo>
                    <a:pt x="303" y="80"/>
                    <a:pt x="305" y="81"/>
                    <a:pt x="306" y="82"/>
                  </a:cubicBezTo>
                  <a:cubicBezTo>
                    <a:pt x="307" y="83"/>
                    <a:pt x="308" y="85"/>
                    <a:pt x="309" y="85"/>
                  </a:cubicBezTo>
                  <a:cubicBezTo>
                    <a:pt x="311" y="85"/>
                    <a:pt x="312" y="82"/>
                    <a:pt x="315" y="82"/>
                  </a:cubicBezTo>
                  <a:cubicBezTo>
                    <a:pt x="315" y="81"/>
                    <a:pt x="315" y="81"/>
                    <a:pt x="314" y="81"/>
                  </a:cubicBezTo>
                  <a:cubicBezTo>
                    <a:pt x="314" y="79"/>
                    <a:pt x="314" y="77"/>
                    <a:pt x="317" y="78"/>
                  </a:cubicBezTo>
                  <a:cubicBezTo>
                    <a:pt x="317" y="77"/>
                    <a:pt x="317" y="76"/>
                    <a:pt x="315" y="76"/>
                  </a:cubicBezTo>
                  <a:cubicBezTo>
                    <a:pt x="315" y="74"/>
                    <a:pt x="312" y="74"/>
                    <a:pt x="313" y="72"/>
                  </a:cubicBezTo>
                  <a:cubicBezTo>
                    <a:pt x="313" y="70"/>
                    <a:pt x="314" y="69"/>
                    <a:pt x="315" y="69"/>
                  </a:cubicBezTo>
                  <a:cubicBezTo>
                    <a:pt x="318" y="68"/>
                    <a:pt x="316" y="64"/>
                    <a:pt x="317" y="64"/>
                  </a:cubicBezTo>
                  <a:cubicBezTo>
                    <a:pt x="319" y="64"/>
                    <a:pt x="320" y="64"/>
                    <a:pt x="322" y="64"/>
                  </a:cubicBezTo>
                  <a:cubicBezTo>
                    <a:pt x="324" y="64"/>
                    <a:pt x="326" y="64"/>
                    <a:pt x="327" y="63"/>
                  </a:cubicBezTo>
                  <a:cubicBezTo>
                    <a:pt x="329" y="62"/>
                    <a:pt x="330" y="58"/>
                    <a:pt x="332" y="58"/>
                  </a:cubicBezTo>
                  <a:cubicBezTo>
                    <a:pt x="331" y="58"/>
                    <a:pt x="331" y="58"/>
                    <a:pt x="331" y="58"/>
                  </a:cubicBezTo>
                  <a:cubicBezTo>
                    <a:pt x="331" y="57"/>
                    <a:pt x="326" y="56"/>
                    <a:pt x="328" y="54"/>
                  </a:cubicBezTo>
                  <a:cubicBezTo>
                    <a:pt x="331" y="51"/>
                    <a:pt x="332" y="55"/>
                    <a:pt x="334" y="56"/>
                  </a:cubicBezTo>
                  <a:cubicBezTo>
                    <a:pt x="334" y="54"/>
                    <a:pt x="335" y="51"/>
                    <a:pt x="336" y="50"/>
                  </a:cubicBezTo>
                  <a:cubicBezTo>
                    <a:pt x="337" y="50"/>
                    <a:pt x="337" y="52"/>
                    <a:pt x="338" y="53"/>
                  </a:cubicBezTo>
                  <a:cubicBezTo>
                    <a:pt x="338" y="52"/>
                    <a:pt x="338" y="52"/>
                    <a:pt x="339" y="51"/>
                  </a:cubicBezTo>
                  <a:cubicBezTo>
                    <a:pt x="342" y="54"/>
                    <a:pt x="342" y="48"/>
                    <a:pt x="342" y="46"/>
                  </a:cubicBezTo>
                  <a:cubicBezTo>
                    <a:pt x="343" y="46"/>
                    <a:pt x="343" y="46"/>
                    <a:pt x="343" y="47"/>
                  </a:cubicBezTo>
                  <a:cubicBezTo>
                    <a:pt x="343" y="49"/>
                    <a:pt x="345" y="54"/>
                    <a:pt x="348" y="53"/>
                  </a:cubicBezTo>
                  <a:cubicBezTo>
                    <a:pt x="348" y="52"/>
                    <a:pt x="349" y="52"/>
                    <a:pt x="350" y="52"/>
                  </a:cubicBezTo>
                  <a:cubicBezTo>
                    <a:pt x="351" y="55"/>
                    <a:pt x="353" y="57"/>
                    <a:pt x="354" y="60"/>
                  </a:cubicBezTo>
                  <a:cubicBezTo>
                    <a:pt x="354" y="63"/>
                    <a:pt x="357" y="62"/>
                    <a:pt x="359" y="62"/>
                  </a:cubicBezTo>
                  <a:cubicBezTo>
                    <a:pt x="362" y="62"/>
                    <a:pt x="364" y="63"/>
                    <a:pt x="367" y="65"/>
                  </a:cubicBezTo>
                  <a:cubicBezTo>
                    <a:pt x="369" y="65"/>
                    <a:pt x="372" y="65"/>
                    <a:pt x="375" y="65"/>
                  </a:cubicBezTo>
                  <a:cubicBezTo>
                    <a:pt x="375" y="64"/>
                    <a:pt x="375" y="64"/>
                    <a:pt x="375" y="63"/>
                  </a:cubicBezTo>
                  <a:cubicBezTo>
                    <a:pt x="379" y="63"/>
                    <a:pt x="378" y="59"/>
                    <a:pt x="382" y="59"/>
                  </a:cubicBezTo>
                  <a:cubicBezTo>
                    <a:pt x="381" y="59"/>
                    <a:pt x="379" y="56"/>
                    <a:pt x="379" y="55"/>
                  </a:cubicBezTo>
                  <a:cubicBezTo>
                    <a:pt x="380" y="54"/>
                    <a:pt x="381" y="55"/>
                    <a:pt x="382" y="55"/>
                  </a:cubicBezTo>
                  <a:cubicBezTo>
                    <a:pt x="383" y="55"/>
                    <a:pt x="383" y="54"/>
                    <a:pt x="384" y="53"/>
                  </a:cubicBezTo>
                  <a:cubicBezTo>
                    <a:pt x="385" y="52"/>
                    <a:pt x="392" y="53"/>
                    <a:pt x="391" y="50"/>
                  </a:cubicBezTo>
                  <a:cubicBezTo>
                    <a:pt x="390" y="50"/>
                    <a:pt x="389" y="49"/>
                    <a:pt x="390" y="48"/>
                  </a:cubicBezTo>
                  <a:cubicBezTo>
                    <a:pt x="391" y="47"/>
                    <a:pt x="392" y="47"/>
                    <a:pt x="395" y="47"/>
                  </a:cubicBezTo>
                  <a:cubicBezTo>
                    <a:pt x="395" y="49"/>
                    <a:pt x="394" y="51"/>
                    <a:pt x="396" y="52"/>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8" name="Freeform 435">
              <a:extLst>
                <a:ext uri="{FF2B5EF4-FFF2-40B4-BE49-F238E27FC236}">
                  <a16:creationId xmlns:a16="http://schemas.microsoft.com/office/drawing/2014/main" id="{E11C40D2-438E-4EC7-949B-DEEE98BCA89B}"/>
                </a:ext>
              </a:extLst>
            </p:cNvPr>
            <p:cNvSpPr>
              <a:spLocks/>
            </p:cNvSpPr>
            <p:nvPr/>
          </p:nvSpPr>
          <p:spPr bwMode="auto">
            <a:xfrm>
              <a:off x="5451476" y="2743201"/>
              <a:ext cx="144463" cy="184150"/>
            </a:xfrm>
            <a:custGeom>
              <a:avLst/>
              <a:gdLst>
                <a:gd name="T0" fmla="*/ 0 w 41"/>
                <a:gd name="T1" fmla="*/ 44 h 52"/>
                <a:gd name="T2" fmla="*/ 0 w 41"/>
                <a:gd name="T3" fmla="*/ 44 h 52"/>
                <a:gd name="T4" fmla="*/ 1 w 41"/>
                <a:gd name="T5" fmla="*/ 38 h 52"/>
                <a:gd name="T6" fmla="*/ 2 w 41"/>
                <a:gd name="T7" fmla="*/ 35 h 52"/>
                <a:gd name="T8" fmla="*/ 2 w 41"/>
                <a:gd name="T9" fmla="*/ 29 h 52"/>
                <a:gd name="T10" fmla="*/ 5 w 41"/>
                <a:gd name="T11" fmla="*/ 26 h 52"/>
                <a:gd name="T12" fmla="*/ 5 w 41"/>
                <a:gd name="T13" fmla="*/ 23 h 52"/>
                <a:gd name="T14" fmla="*/ 6 w 41"/>
                <a:gd name="T15" fmla="*/ 21 h 52"/>
                <a:gd name="T16" fmla="*/ 8 w 41"/>
                <a:gd name="T17" fmla="*/ 18 h 52"/>
                <a:gd name="T18" fmla="*/ 9 w 41"/>
                <a:gd name="T19" fmla="*/ 13 h 52"/>
                <a:gd name="T20" fmla="*/ 7 w 41"/>
                <a:gd name="T21" fmla="*/ 9 h 52"/>
                <a:gd name="T22" fmla="*/ 10 w 41"/>
                <a:gd name="T23" fmla="*/ 9 h 52"/>
                <a:gd name="T24" fmla="*/ 14 w 41"/>
                <a:gd name="T25" fmla="*/ 9 h 52"/>
                <a:gd name="T26" fmla="*/ 18 w 41"/>
                <a:gd name="T27" fmla="*/ 6 h 52"/>
                <a:gd name="T28" fmla="*/ 20 w 41"/>
                <a:gd name="T29" fmla="*/ 8 h 52"/>
                <a:gd name="T30" fmla="*/ 20 w 41"/>
                <a:gd name="T31" fmla="*/ 6 h 52"/>
                <a:gd name="T32" fmla="*/ 22 w 41"/>
                <a:gd name="T33" fmla="*/ 4 h 52"/>
                <a:gd name="T34" fmla="*/ 25 w 41"/>
                <a:gd name="T35" fmla="*/ 5 h 52"/>
                <a:gd name="T36" fmla="*/ 25 w 41"/>
                <a:gd name="T37" fmla="*/ 2 h 52"/>
                <a:gd name="T38" fmla="*/ 27 w 41"/>
                <a:gd name="T39" fmla="*/ 2 h 52"/>
                <a:gd name="T40" fmla="*/ 27 w 41"/>
                <a:gd name="T41" fmla="*/ 1 h 52"/>
                <a:gd name="T42" fmla="*/ 30 w 41"/>
                <a:gd name="T43" fmla="*/ 1 h 52"/>
                <a:gd name="T44" fmla="*/ 31 w 41"/>
                <a:gd name="T45" fmla="*/ 3 h 52"/>
                <a:gd name="T46" fmla="*/ 33 w 41"/>
                <a:gd name="T47" fmla="*/ 3 h 52"/>
                <a:gd name="T48" fmla="*/ 36 w 41"/>
                <a:gd name="T49" fmla="*/ 4 h 52"/>
                <a:gd name="T50" fmla="*/ 38 w 41"/>
                <a:gd name="T51" fmla="*/ 8 h 52"/>
                <a:gd name="T52" fmla="*/ 40 w 41"/>
                <a:gd name="T53" fmla="*/ 12 h 52"/>
                <a:gd name="T54" fmla="*/ 39 w 41"/>
                <a:gd name="T55" fmla="*/ 16 h 52"/>
                <a:gd name="T56" fmla="*/ 40 w 41"/>
                <a:gd name="T57" fmla="*/ 19 h 52"/>
                <a:gd name="T58" fmla="*/ 38 w 41"/>
                <a:gd name="T59" fmla="*/ 23 h 52"/>
                <a:gd name="T60" fmla="*/ 36 w 41"/>
                <a:gd name="T61" fmla="*/ 28 h 52"/>
                <a:gd name="T62" fmla="*/ 35 w 41"/>
                <a:gd name="T63" fmla="*/ 28 h 52"/>
                <a:gd name="T64" fmla="*/ 35 w 41"/>
                <a:gd name="T65" fmla="*/ 29 h 52"/>
                <a:gd name="T66" fmla="*/ 36 w 41"/>
                <a:gd name="T67" fmla="*/ 30 h 52"/>
                <a:gd name="T68" fmla="*/ 38 w 41"/>
                <a:gd name="T69" fmla="*/ 37 h 52"/>
                <a:gd name="T70" fmla="*/ 41 w 41"/>
                <a:gd name="T71" fmla="*/ 39 h 52"/>
                <a:gd name="T72" fmla="*/ 40 w 41"/>
                <a:gd name="T73" fmla="*/ 44 h 52"/>
                <a:gd name="T74" fmla="*/ 37 w 41"/>
                <a:gd name="T75" fmla="*/ 47 h 52"/>
                <a:gd name="T76" fmla="*/ 35 w 41"/>
                <a:gd name="T77" fmla="*/ 46 h 52"/>
                <a:gd name="T78" fmla="*/ 33 w 41"/>
                <a:gd name="T79" fmla="*/ 48 h 52"/>
                <a:gd name="T80" fmla="*/ 29 w 41"/>
                <a:gd name="T81" fmla="*/ 47 h 52"/>
                <a:gd name="T82" fmla="*/ 23 w 41"/>
                <a:gd name="T83" fmla="*/ 46 h 52"/>
                <a:gd name="T84" fmla="*/ 23 w 41"/>
                <a:gd name="T85" fmla="*/ 48 h 52"/>
                <a:gd name="T86" fmla="*/ 15 w 41"/>
                <a:gd name="T87" fmla="*/ 50 h 52"/>
                <a:gd name="T88" fmla="*/ 11 w 41"/>
                <a:gd name="T89" fmla="*/ 49 h 52"/>
                <a:gd name="T90" fmla="*/ 5 w 41"/>
                <a:gd name="T91" fmla="*/ 49 h 52"/>
                <a:gd name="T92" fmla="*/ 4 w 41"/>
                <a:gd name="T93" fmla="*/ 48 h 52"/>
                <a:gd name="T94" fmla="*/ 0 w 41"/>
                <a:gd name="T95"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52">
                  <a:moveTo>
                    <a:pt x="0" y="44"/>
                  </a:moveTo>
                  <a:cubicBezTo>
                    <a:pt x="0" y="44"/>
                    <a:pt x="0" y="44"/>
                    <a:pt x="0" y="44"/>
                  </a:cubicBezTo>
                  <a:cubicBezTo>
                    <a:pt x="3" y="42"/>
                    <a:pt x="2" y="41"/>
                    <a:pt x="1" y="38"/>
                  </a:cubicBezTo>
                  <a:cubicBezTo>
                    <a:pt x="1" y="37"/>
                    <a:pt x="2" y="36"/>
                    <a:pt x="2" y="35"/>
                  </a:cubicBezTo>
                  <a:cubicBezTo>
                    <a:pt x="3" y="33"/>
                    <a:pt x="2" y="31"/>
                    <a:pt x="2" y="29"/>
                  </a:cubicBezTo>
                  <a:cubicBezTo>
                    <a:pt x="2" y="27"/>
                    <a:pt x="4" y="27"/>
                    <a:pt x="5" y="26"/>
                  </a:cubicBezTo>
                  <a:cubicBezTo>
                    <a:pt x="5" y="25"/>
                    <a:pt x="5" y="24"/>
                    <a:pt x="5" y="23"/>
                  </a:cubicBezTo>
                  <a:cubicBezTo>
                    <a:pt x="6" y="22"/>
                    <a:pt x="6" y="22"/>
                    <a:pt x="6" y="21"/>
                  </a:cubicBezTo>
                  <a:cubicBezTo>
                    <a:pt x="7" y="20"/>
                    <a:pt x="8" y="19"/>
                    <a:pt x="8" y="18"/>
                  </a:cubicBezTo>
                  <a:cubicBezTo>
                    <a:pt x="8" y="17"/>
                    <a:pt x="9" y="14"/>
                    <a:pt x="9" y="13"/>
                  </a:cubicBezTo>
                  <a:cubicBezTo>
                    <a:pt x="8" y="12"/>
                    <a:pt x="7" y="11"/>
                    <a:pt x="7" y="9"/>
                  </a:cubicBezTo>
                  <a:cubicBezTo>
                    <a:pt x="8" y="9"/>
                    <a:pt x="9" y="9"/>
                    <a:pt x="10" y="9"/>
                  </a:cubicBezTo>
                  <a:cubicBezTo>
                    <a:pt x="10" y="7"/>
                    <a:pt x="13" y="9"/>
                    <a:pt x="14" y="9"/>
                  </a:cubicBezTo>
                  <a:cubicBezTo>
                    <a:pt x="16" y="8"/>
                    <a:pt x="15" y="5"/>
                    <a:pt x="18" y="6"/>
                  </a:cubicBezTo>
                  <a:cubicBezTo>
                    <a:pt x="19" y="6"/>
                    <a:pt x="18" y="9"/>
                    <a:pt x="20" y="8"/>
                  </a:cubicBezTo>
                  <a:cubicBezTo>
                    <a:pt x="20" y="6"/>
                    <a:pt x="20" y="6"/>
                    <a:pt x="20" y="6"/>
                  </a:cubicBezTo>
                  <a:cubicBezTo>
                    <a:pt x="21" y="5"/>
                    <a:pt x="22" y="5"/>
                    <a:pt x="22" y="4"/>
                  </a:cubicBezTo>
                  <a:cubicBezTo>
                    <a:pt x="23" y="4"/>
                    <a:pt x="24" y="5"/>
                    <a:pt x="25" y="5"/>
                  </a:cubicBezTo>
                  <a:cubicBezTo>
                    <a:pt x="25" y="4"/>
                    <a:pt x="25" y="3"/>
                    <a:pt x="25" y="2"/>
                  </a:cubicBezTo>
                  <a:cubicBezTo>
                    <a:pt x="26" y="2"/>
                    <a:pt x="27" y="2"/>
                    <a:pt x="27" y="2"/>
                  </a:cubicBezTo>
                  <a:cubicBezTo>
                    <a:pt x="27" y="2"/>
                    <a:pt x="27" y="1"/>
                    <a:pt x="27" y="1"/>
                  </a:cubicBezTo>
                  <a:cubicBezTo>
                    <a:pt x="28" y="1"/>
                    <a:pt x="29" y="0"/>
                    <a:pt x="30" y="1"/>
                  </a:cubicBezTo>
                  <a:cubicBezTo>
                    <a:pt x="31" y="2"/>
                    <a:pt x="29" y="3"/>
                    <a:pt x="31" y="3"/>
                  </a:cubicBezTo>
                  <a:cubicBezTo>
                    <a:pt x="32" y="3"/>
                    <a:pt x="32" y="3"/>
                    <a:pt x="33" y="3"/>
                  </a:cubicBezTo>
                  <a:cubicBezTo>
                    <a:pt x="34" y="3"/>
                    <a:pt x="35" y="3"/>
                    <a:pt x="36" y="4"/>
                  </a:cubicBezTo>
                  <a:cubicBezTo>
                    <a:pt x="38" y="5"/>
                    <a:pt x="38" y="6"/>
                    <a:pt x="38" y="8"/>
                  </a:cubicBezTo>
                  <a:cubicBezTo>
                    <a:pt x="38" y="10"/>
                    <a:pt x="37" y="12"/>
                    <a:pt x="40" y="12"/>
                  </a:cubicBezTo>
                  <a:cubicBezTo>
                    <a:pt x="40" y="13"/>
                    <a:pt x="40" y="14"/>
                    <a:pt x="39" y="16"/>
                  </a:cubicBezTo>
                  <a:cubicBezTo>
                    <a:pt x="39" y="16"/>
                    <a:pt x="37" y="19"/>
                    <a:pt x="40" y="19"/>
                  </a:cubicBezTo>
                  <a:cubicBezTo>
                    <a:pt x="40" y="20"/>
                    <a:pt x="39" y="22"/>
                    <a:pt x="38" y="23"/>
                  </a:cubicBezTo>
                  <a:cubicBezTo>
                    <a:pt x="38" y="25"/>
                    <a:pt x="36" y="26"/>
                    <a:pt x="36" y="28"/>
                  </a:cubicBezTo>
                  <a:cubicBezTo>
                    <a:pt x="35" y="28"/>
                    <a:pt x="35" y="28"/>
                    <a:pt x="35" y="28"/>
                  </a:cubicBezTo>
                  <a:cubicBezTo>
                    <a:pt x="35" y="28"/>
                    <a:pt x="35" y="29"/>
                    <a:pt x="35" y="29"/>
                  </a:cubicBezTo>
                  <a:cubicBezTo>
                    <a:pt x="36" y="30"/>
                    <a:pt x="36" y="30"/>
                    <a:pt x="36" y="30"/>
                  </a:cubicBezTo>
                  <a:cubicBezTo>
                    <a:pt x="36" y="32"/>
                    <a:pt x="36" y="35"/>
                    <a:pt x="38" y="37"/>
                  </a:cubicBezTo>
                  <a:cubicBezTo>
                    <a:pt x="39" y="38"/>
                    <a:pt x="40" y="38"/>
                    <a:pt x="41" y="39"/>
                  </a:cubicBezTo>
                  <a:cubicBezTo>
                    <a:pt x="41" y="41"/>
                    <a:pt x="40" y="42"/>
                    <a:pt x="40" y="44"/>
                  </a:cubicBezTo>
                  <a:cubicBezTo>
                    <a:pt x="37" y="43"/>
                    <a:pt x="37" y="45"/>
                    <a:pt x="37" y="47"/>
                  </a:cubicBezTo>
                  <a:cubicBezTo>
                    <a:pt x="36" y="47"/>
                    <a:pt x="36" y="47"/>
                    <a:pt x="35" y="46"/>
                  </a:cubicBezTo>
                  <a:cubicBezTo>
                    <a:pt x="34" y="47"/>
                    <a:pt x="34" y="48"/>
                    <a:pt x="33" y="48"/>
                  </a:cubicBezTo>
                  <a:cubicBezTo>
                    <a:pt x="32" y="45"/>
                    <a:pt x="32" y="48"/>
                    <a:pt x="29" y="47"/>
                  </a:cubicBezTo>
                  <a:cubicBezTo>
                    <a:pt x="27" y="47"/>
                    <a:pt x="26" y="44"/>
                    <a:pt x="23" y="46"/>
                  </a:cubicBezTo>
                  <a:cubicBezTo>
                    <a:pt x="23" y="47"/>
                    <a:pt x="23" y="47"/>
                    <a:pt x="23" y="48"/>
                  </a:cubicBezTo>
                  <a:cubicBezTo>
                    <a:pt x="20" y="50"/>
                    <a:pt x="19" y="52"/>
                    <a:pt x="15" y="50"/>
                  </a:cubicBezTo>
                  <a:cubicBezTo>
                    <a:pt x="13" y="49"/>
                    <a:pt x="13" y="49"/>
                    <a:pt x="11" y="49"/>
                  </a:cubicBezTo>
                  <a:cubicBezTo>
                    <a:pt x="9" y="49"/>
                    <a:pt x="7" y="49"/>
                    <a:pt x="5" y="49"/>
                  </a:cubicBezTo>
                  <a:cubicBezTo>
                    <a:pt x="4" y="48"/>
                    <a:pt x="4" y="48"/>
                    <a:pt x="4" y="48"/>
                  </a:cubicBezTo>
                  <a:cubicBezTo>
                    <a:pt x="2" y="46"/>
                    <a:pt x="4" y="45"/>
                    <a:pt x="0" y="44"/>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19" name="Freeform 436">
              <a:extLst>
                <a:ext uri="{FF2B5EF4-FFF2-40B4-BE49-F238E27FC236}">
                  <a16:creationId xmlns:a16="http://schemas.microsoft.com/office/drawing/2014/main" id="{95201154-165A-47A5-A27E-E2D780037E4D}"/>
                </a:ext>
              </a:extLst>
            </p:cNvPr>
            <p:cNvSpPr>
              <a:spLocks/>
            </p:cNvSpPr>
            <p:nvPr/>
          </p:nvSpPr>
          <p:spPr bwMode="auto">
            <a:xfrm>
              <a:off x="3179763" y="5332413"/>
              <a:ext cx="434975" cy="806450"/>
            </a:xfrm>
            <a:custGeom>
              <a:avLst/>
              <a:gdLst>
                <a:gd name="T0" fmla="*/ 95 w 123"/>
                <a:gd name="T1" fmla="*/ 222 h 228"/>
                <a:gd name="T2" fmla="*/ 81 w 123"/>
                <a:gd name="T3" fmla="*/ 201 h 228"/>
                <a:gd name="T4" fmla="*/ 77 w 123"/>
                <a:gd name="T5" fmla="*/ 196 h 228"/>
                <a:gd name="T6" fmla="*/ 76 w 123"/>
                <a:gd name="T7" fmla="*/ 193 h 228"/>
                <a:gd name="T8" fmla="*/ 73 w 123"/>
                <a:gd name="T9" fmla="*/ 188 h 228"/>
                <a:gd name="T10" fmla="*/ 71 w 123"/>
                <a:gd name="T11" fmla="*/ 181 h 228"/>
                <a:gd name="T12" fmla="*/ 72 w 123"/>
                <a:gd name="T13" fmla="*/ 189 h 228"/>
                <a:gd name="T14" fmla="*/ 67 w 123"/>
                <a:gd name="T15" fmla="*/ 175 h 228"/>
                <a:gd name="T16" fmla="*/ 64 w 123"/>
                <a:gd name="T17" fmla="*/ 153 h 228"/>
                <a:gd name="T18" fmla="*/ 64 w 123"/>
                <a:gd name="T19" fmla="*/ 147 h 228"/>
                <a:gd name="T20" fmla="*/ 67 w 123"/>
                <a:gd name="T21" fmla="*/ 159 h 228"/>
                <a:gd name="T22" fmla="*/ 71 w 123"/>
                <a:gd name="T23" fmla="*/ 162 h 228"/>
                <a:gd name="T24" fmla="*/ 68 w 123"/>
                <a:gd name="T25" fmla="*/ 152 h 228"/>
                <a:gd name="T26" fmla="*/ 61 w 123"/>
                <a:gd name="T27" fmla="*/ 140 h 228"/>
                <a:gd name="T28" fmla="*/ 61 w 123"/>
                <a:gd name="T29" fmla="*/ 132 h 228"/>
                <a:gd name="T30" fmla="*/ 61 w 123"/>
                <a:gd name="T31" fmla="*/ 131 h 228"/>
                <a:gd name="T32" fmla="*/ 57 w 123"/>
                <a:gd name="T33" fmla="*/ 125 h 228"/>
                <a:gd name="T34" fmla="*/ 54 w 123"/>
                <a:gd name="T35" fmla="*/ 115 h 228"/>
                <a:gd name="T36" fmla="*/ 54 w 123"/>
                <a:gd name="T37" fmla="*/ 115 h 228"/>
                <a:gd name="T38" fmla="*/ 49 w 123"/>
                <a:gd name="T39" fmla="*/ 106 h 228"/>
                <a:gd name="T40" fmla="*/ 50 w 123"/>
                <a:gd name="T41" fmla="*/ 102 h 228"/>
                <a:gd name="T42" fmla="*/ 48 w 123"/>
                <a:gd name="T43" fmla="*/ 105 h 228"/>
                <a:gd name="T44" fmla="*/ 45 w 123"/>
                <a:gd name="T45" fmla="*/ 92 h 228"/>
                <a:gd name="T46" fmla="*/ 45 w 123"/>
                <a:gd name="T47" fmla="*/ 80 h 228"/>
                <a:gd name="T48" fmla="*/ 41 w 123"/>
                <a:gd name="T49" fmla="*/ 75 h 228"/>
                <a:gd name="T50" fmla="*/ 38 w 123"/>
                <a:gd name="T51" fmla="*/ 70 h 228"/>
                <a:gd name="T52" fmla="*/ 34 w 123"/>
                <a:gd name="T53" fmla="*/ 65 h 228"/>
                <a:gd name="T54" fmla="*/ 33 w 123"/>
                <a:gd name="T55" fmla="*/ 60 h 228"/>
                <a:gd name="T56" fmla="*/ 26 w 123"/>
                <a:gd name="T57" fmla="*/ 50 h 228"/>
                <a:gd name="T58" fmla="*/ 22 w 123"/>
                <a:gd name="T59" fmla="*/ 43 h 228"/>
                <a:gd name="T60" fmla="*/ 14 w 123"/>
                <a:gd name="T61" fmla="*/ 38 h 228"/>
                <a:gd name="T62" fmla="*/ 9 w 123"/>
                <a:gd name="T63" fmla="*/ 23 h 228"/>
                <a:gd name="T64" fmla="*/ 3 w 123"/>
                <a:gd name="T65" fmla="*/ 1 h 228"/>
                <a:gd name="T66" fmla="*/ 11 w 123"/>
                <a:gd name="T67" fmla="*/ 7 h 228"/>
                <a:gd name="T68" fmla="*/ 18 w 123"/>
                <a:gd name="T69" fmla="*/ 12 h 228"/>
                <a:gd name="T70" fmla="*/ 25 w 123"/>
                <a:gd name="T71" fmla="*/ 16 h 228"/>
                <a:gd name="T72" fmla="*/ 30 w 123"/>
                <a:gd name="T73" fmla="*/ 26 h 228"/>
                <a:gd name="T74" fmla="*/ 51 w 123"/>
                <a:gd name="T75" fmla="*/ 45 h 228"/>
                <a:gd name="T76" fmla="*/ 66 w 123"/>
                <a:gd name="T77" fmla="*/ 49 h 228"/>
                <a:gd name="T78" fmla="*/ 77 w 123"/>
                <a:gd name="T79" fmla="*/ 57 h 228"/>
                <a:gd name="T80" fmla="*/ 73 w 123"/>
                <a:gd name="T81" fmla="*/ 64 h 228"/>
                <a:gd name="T82" fmla="*/ 76 w 123"/>
                <a:gd name="T83" fmla="*/ 72 h 228"/>
                <a:gd name="T84" fmla="*/ 76 w 123"/>
                <a:gd name="T85" fmla="*/ 83 h 228"/>
                <a:gd name="T86" fmla="*/ 87 w 123"/>
                <a:gd name="T87" fmla="*/ 98 h 228"/>
                <a:gd name="T88" fmla="*/ 95 w 123"/>
                <a:gd name="T89" fmla="*/ 125 h 228"/>
                <a:gd name="T90" fmla="*/ 108 w 123"/>
                <a:gd name="T91" fmla="*/ 129 h 228"/>
                <a:gd name="T92" fmla="*/ 113 w 123"/>
                <a:gd name="T93" fmla="*/ 152 h 228"/>
                <a:gd name="T94" fmla="*/ 116 w 123"/>
                <a:gd name="T95" fmla="*/ 166 h 228"/>
                <a:gd name="T96" fmla="*/ 112 w 123"/>
                <a:gd name="T97" fmla="*/ 189 h 228"/>
                <a:gd name="T98" fmla="*/ 109 w 123"/>
                <a:gd name="T99" fmla="*/ 207 h 228"/>
                <a:gd name="T100" fmla="*/ 109 w 123"/>
                <a:gd name="T101" fmla="*/ 221 h 228"/>
                <a:gd name="T102" fmla="*/ 102 w 123"/>
                <a:gd name="T10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 h="228">
                  <a:moveTo>
                    <a:pt x="102" y="228"/>
                  </a:moveTo>
                  <a:cubicBezTo>
                    <a:pt x="102" y="228"/>
                    <a:pt x="102" y="228"/>
                    <a:pt x="102" y="228"/>
                  </a:cubicBezTo>
                  <a:cubicBezTo>
                    <a:pt x="101" y="227"/>
                    <a:pt x="100" y="226"/>
                    <a:pt x="99" y="225"/>
                  </a:cubicBezTo>
                  <a:cubicBezTo>
                    <a:pt x="97" y="224"/>
                    <a:pt x="96" y="224"/>
                    <a:pt x="95" y="222"/>
                  </a:cubicBezTo>
                  <a:cubicBezTo>
                    <a:pt x="94" y="220"/>
                    <a:pt x="94" y="219"/>
                    <a:pt x="92" y="217"/>
                  </a:cubicBezTo>
                  <a:cubicBezTo>
                    <a:pt x="90" y="214"/>
                    <a:pt x="87" y="212"/>
                    <a:pt x="85" y="209"/>
                  </a:cubicBezTo>
                  <a:cubicBezTo>
                    <a:pt x="83" y="207"/>
                    <a:pt x="79" y="203"/>
                    <a:pt x="79" y="200"/>
                  </a:cubicBezTo>
                  <a:cubicBezTo>
                    <a:pt x="80" y="200"/>
                    <a:pt x="80" y="200"/>
                    <a:pt x="81" y="201"/>
                  </a:cubicBezTo>
                  <a:cubicBezTo>
                    <a:pt x="81" y="200"/>
                    <a:pt x="81" y="199"/>
                    <a:pt x="81" y="199"/>
                  </a:cubicBezTo>
                  <a:cubicBezTo>
                    <a:pt x="81" y="199"/>
                    <a:pt x="78" y="199"/>
                    <a:pt x="78" y="199"/>
                  </a:cubicBezTo>
                  <a:cubicBezTo>
                    <a:pt x="77" y="198"/>
                    <a:pt x="75" y="197"/>
                    <a:pt x="76" y="196"/>
                  </a:cubicBezTo>
                  <a:cubicBezTo>
                    <a:pt x="76" y="196"/>
                    <a:pt x="77" y="196"/>
                    <a:pt x="77" y="196"/>
                  </a:cubicBezTo>
                  <a:cubicBezTo>
                    <a:pt x="77" y="196"/>
                    <a:pt x="77" y="195"/>
                    <a:pt x="76" y="195"/>
                  </a:cubicBezTo>
                  <a:cubicBezTo>
                    <a:pt x="77" y="194"/>
                    <a:pt x="79" y="194"/>
                    <a:pt x="80" y="193"/>
                  </a:cubicBezTo>
                  <a:cubicBezTo>
                    <a:pt x="79" y="192"/>
                    <a:pt x="78" y="191"/>
                    <a:pt x="76" y="191"/>
                  </a:cubicBezTo>
                  <a:cubicBezTo>
                    <a:pt x="76" y="192"/>
                    <a:pt x="76" y="192"/>
                    <a:pt x="76" y="193"/>
                  </a:cubicBezTo>
                  <a:cubicBezTo>
                    <a:pt x="75" y="193"/>
                    <a:pt x="74" y="193"/>
                    <a:pt x="74" y="194"/>
                  </a:cubicBezTo>
                  <a:cubicBezTo>
                    <a:pt x="73" y="192"/>
                    <a:pt x="74" y="191"/>
                    <a:pt x="72" y="190"/>
                  </a:cubicBezTo>
                  <a:cubicBezTo>
                    <a:pt x="72" y="190"/>
                    <a:pt x="73" y="190"/>
                    <a:pt x="73" y="189"/>
                  </a:cubicBezTo>
                  <a:cubicBezTo>
                    <a:pt x="73" y="189"/>
                    <a:pt x="73" y="188"/>
                    <a:pt x="73" y="188"/>
                  </a:cubicBezTo>
                  <a:cubicBezTo>
                    <a:pt x="73" y="187"/>
                    <a:pt x="73" y="187"/>
                    <a:pt x="73" y="186"/>
                  </a:cubicBezTo>
                  <a:cubicBezTo>
                    <a:pt x="72" y="185"/>
                    <a:pt x="72" y="185"/>
                    <a:pt x="72" y="184"/>
                  </a:cubicBezTo>
                  <a:cubicBezTo>
                    <a:pt x="72" y="184"/>
                    <a:pt x="72" y="183"/>
                    <a:pt x="71" y="182"/>
                  </a:cubicBezTo>
                  <a:cubicBezTo>
                    <a:pt x="71" y="182"/>
                    <a:pt x="71" y="182"/>
                    <a:pt x="71" y="181"/>
                  </a:cubicBezTo>
                  <a:cubicBezTo>
                    <a:pt x="71" y="182"/>
                    <a:pt x="71" y="182"/>
                    <a:pt x="72" y="183"/>
                  </a:cubicBezTo>
                  <a:cubicBezTo>
                    <a:pt x="72" y="184"/>
                    <a:pt x="72" y="184"/>
                    <a:pt x="72" y="185"/>
                  </a:cubicBezTo>
                  <a:cubicBezTo>
                    <a:pt x="72" y="185"/>
                    <a:pt x="72" y="186"/>
                    <a:pt x="72" y="187"/>
                  </a:cubicBezTo>
                  <a:cubicBezTo>
                    <a:pt x="72" y="187"/>
                    <a:pt x="72" y="188"/>
                    <a:pt x="72" y="189"/>
                  </a:cubicBezTo>
                  <a:cubicBezTo>
                    <a:pt x="71" y="189"/>
                    <a:pt x="71" y="188"/>
                    <a:pt x="71" y="187"/>
                  </a:cubicBezTo>
                  <a:cubicBezTo>
                    <a:pt x="71" y="186"/>
                    <a:pt x="71" y="185"/>
                    <a:pt x="71" y="184"/>
                  </a:cubicBezTo>
                  <a:cubicBezTo>
                    <a:pt x="70" y="183"/>
                    <a:pt x="69" y="181"/>
                    <a:pt x="69" y="179"/>
                  </a:cubicBezTo>
                  <a:cubicBezTo>
                    <a:pt x="68" y="178"/>
                    <a:pt x="67" y="176"/>
                    <a:pt x="67" y="175"/>
                  </a:cubicBezTo>
                  <a:cubicBezTo>
                    <a:pt x="66" y="173"/>
                    <a:pt x="67" y="171"/>
                    <a:pt x="66" y="170"/>
                  </a:cubicBezTo>
                  <a:cubicBezTo>
                    <a:pt x="65" y="168"/>
                    <a:pt x="65" y="167"/>
                    <a:pt x="64" y="165"/>
                  </a:cubicBezTo>
                  <a:cubicBezTo>
                    <a:pt x="64" y="163"/>
                    <a:pt x="64" y="161"/>
                    <a:pt x="64" y="159"/>
                  </a:cubicBezTo>
                  <a:cubicBezTo>
                    <a:pt x="64" y="157"/>
                    <a:pt x="64" y="155"/>
                    <a:pt x="64" y="153"/>
                  </a:cubicBezTo>
                  <a:cubicBezTo>
                    <a:pt x="63" y="149"/>
                    <a:pt x="61" y="145"/>
                    <a:pt x="61" y="141"/>
                  </a:cubicBezTo>
                  <a:cubicBezTo>
                    <a:pt x="61" y="142"/>
                    <a:pt x="62" y="142"/>
                    <a:pt x="62" y="143"/>
                  </a:cubicBezTo>
                  <a:cubicBezTo>
                    <a:pt x="62" y="143"/>
                    <a:pt x="63" y="144"/>
                    <a:pt x="63" y="144"/>
                  </a:cubicBezTo>
                  <a:cubicBezTo>
                    <a:pt x="63" y="145"/>
                    <a:pt x="64" y="146"/>
                    <a:pt x="64" y="147"/>
                  </a:cubicBezTo>
                  <a:cubicBezTo>
                    <a:pt x="64" y="148"/>
                    <a:pt x="65" y="150"/>
                    <a:pt x="65" y="151"/>
                  </a:cubicBezTo>
                  <a:cubicBezTo>
                    <a:pt x="66" y="152"/>
                    <a:pt x="65" y="153"/>
                    <a:pt x="66" y="154"/>
                  </a:cubicBezTo>
                  <a:cubicBezTo>
                    <a:pt x="66" y="156"/>
                    <a:pt x="68" y="155"/>
                    <a:pt x="68" y="157"/>
                  </a:cubicBezTo>
                  <a:cubicBezTo>
                    <a:pt x="68" y="158"/>
                    <a:pt x="67" y="159"/>
                    <a:pt x="67" y="159"/>
                  </a:cubicBezTo>
                  <a:cubicBezTo>
                    <a:pt x="66" y="161"/>
                    <a:pt x="66" y="162"/>
                    <a:pt x="66" y="163"/>
                  </a:cubicBezTo>
                  <a:cubicBezTo>
                    <a:pt x="66" y="165"/>
                    <a:pt x="68" y="165"/>
                    <a:pt x="69" y="165"/>
                  </a:cubicBezTo>
                  <a:cubicBezTo>
                    <a:pt x="71" y="165"/>
                    <a:pt x="72" y="166"/>
                    <a:pt x="74" y="166"/>
                  </a:cubicBezTo>
                  <a:cubicBezTo>
                    <a:pt x="74" y="164"/>
                    <a:pt x="73" y="163"/>
                    <a:pt x="71" y="162"/>
                  </a:cubicBezTo>
                  <a:cubicBezTo>
                    <a:pt x="71" y="163"/>
                    <a:pt x="71" y="163"/>
                    <a:pt x="71" y="163"/>
                  </a:cubicBezTo>
                  <a:cubicBezTo>
                    <a:pt x="71" y="163"/>
                    <a:pt x="70" y="163"/>
                    <a:pt x="69" y="163"/>
                  </a:cubicBezTo>
                  <a:cubicBezTo>
                    <a:pt x="69" y="161"/>
                    <a:pt x="69" y="158"/>
                    <a:pt x="69" y="155"/>
                  </a:cubicBezTo>
                  <a:cubicBezTo>
                    <a:pt x="69" y="154"/>
                    <a:pt x="68" y="154"/>
                    <a:pt x="68" y="152"/>
                  </a:cubicBezTo>
                  <a:cubicBezTo>
                    <a:pt x="68" y="151"/>
                    <a:pt x="68" y="150"/>
                    <a:pt x="68" y="149"/>
                  </a:cubicBezTo>
                  <a:cubicBezTo>
                    <a:pt x="68" y="147"/>
                    <a:pt x="67" y="147"/>
                    <a:pt x="66" y="146"/>
                  </a:cubicBezTo>
                  <a:cubicBezTo>
                    <a:pt x="65" y="145"/>
                    <a:pt x="65" y="144"/>
                    <a:pt x="64" y="143"/>
                  </a:cubicBezTo>
                  <a:cubicBezTo>
                    <a:pt x="63" y="142"/>
                    <a:pt x="62" y="141"/>
                    <a:pt x="61" y="140"/>
                  </a:cubicBezTo>
                  <a:cubicBezTo>
                    <a:pt x="60" y="139"/>
                    <a:pt x="60" y="138"/>
                    <a:pt x="60" y="136"/>
                  </a:cubicBezTo>
                  <a:cubicBezTo>
                    <a:pt x="60" y="136"/>
                    <a:pt x="60" y="135"/>
                    <a:pt x="59" y="134"/>
                  </a:cubicBezTo>
                  <a:cubicBezTo>
                    <a:pt x="60" y="134"/>
                    <a:pt x="60" y="134"/>
                    <a:pt x="60" y="134"/>
                  </a:cubicBezTo>
                  <a:cubicBezTo>
                    <a:pt x="60" y="133"/>
                    <a:pt x="60" y="131"/>
                    <a:pt x="61" y="132"/>
                  </a:cubicBezTo>
                  <a:cubicBezTo>
                    <a:pt x="61" y="132"/>
                    <a:pt x="61" y="132"/>
                    <a:pt x="61" y="132"/>
                  </a:cubicBezTo>
                  <a:cubicBezTo>
                    <a:pt x="62" y="132"/>
                    <a:pt x="62" y="134"/>
                    <a:pt x="63" y="133"/>
                  </a:cubicBezTo>
                  <a:cubicBezTo>
                    <a:pt x="62" y="134"/>
                    <a:pt x="61" y="129"/>
                    <a:pt x="60" y="128"/>
                  </a:cubicBezTo>
                  <a:cubicBezTo>
                    <a:pt x="60" y="129"/>
                    <a:pt x="61" y="130"/>
                    <a:pt x="61" y="131"/>
                  </a:cubicBezTo>
                  <a:cubicBezTo>
                    <a:pt x="60" y="131"/>
                    <a:pt x="59" y="130"/>
                    <a:pt x="58" y="131"/>
                  </a:cubicBezTo>
                  <a:cubicBezTo>
                    <a:pt x="58" y="130"/>
                    <a:pt x="58" y="128"/>
                    <a:pt x="58" y="127"/>
                  </a:cubicBezTo>
                  <a:cubicBezTo>
                    <a:pt x="57" y="126"/>
                    <a:pt x="57" y="126"/>
                    <a:pt x="57" y="126"/>
                  </a:cubicBezTo>
                  <a:cubicBezTo>
                    <a:pt x="57" y="125"/>
                    <a:pt x="57" y="125"/>
                    <a:pt x="57" y="125"/>
                  </a:cubicBezTo>
                  <a:cubicBezTo>
                    <a:pt x="57" y="124"/>
                    <a:pt x="57" y="123"/>
                    <a:pt x="57" y="123"/>
                  </a:cubicBezTo>
                  <a:cubicBezTo>
                    <a:pt x="57" y="122"/>
                    <a:pt x="56" y="122"/>
                    <a:pt x="56" y="121"/>
                  </a:cubicBezTo>
                  <a:cubicBezTo>
                    <a:pt x="56" y="120"/>
                    <a:pt x="56" y="120"/>
                    <a:pt x="55" y="119"/>
                  </a:cubicBezTo>
                  <a:cubicBezTo>
                    <a:pt x="55" y="118"/>
                    <a:pt x="54" y="117"/>
                    <a:pt x="54" y="115"/>
                  </a:cubicBezTo>
                  <a:cubicBezTo>
                    <a:pt x="55" y="115"/>
                    <a:pt x="55" y="115"/>
                    <a:pt x="55" y="115"/>
                  </a:cubicBezTo>
                  <a:cubicBezTo>
                    <a:pt x="55" y="117"/>
                    <a:pt x="55" y="117"/>
                    <a:pt x="57" y="117"/>
                  </a:cubicBezTo>
                  <a:cubicBezTo>
                    <a:pt x="56" y="117"/>
                    <a:pt x="56" y="115"/>
                    <a:pt x="55" y="115"/>
                  </a:cubicBezTo>
                  <a:cubicBezTo>
                    <a:pt x="55" y="114"/>
                    <a:pt x="54" y="114"/>
                    <a:pt x="54" y="115"/>
                  </a:cubicBezTo>
                  <a:cubicBezTo>
                    <a:pt x="52" y="115"/>
                    <a:pt x="52" y="113"/>
                    <a:pt x="52" y="113"/>
                  </a:cubicBezTo>
                  <a:cubicBezTo>
                    <a:pt x="52" y="112"/>
                    <a:pt x="52" y="111"/>
                    <a:pt x="51" y="111"/>
                  </a:cubicBezTo>
                  <a:cubicBezTo>
                    <a:pt x="51" y="110"/>
                    <a:pt x="50" y="108"/>
                    <a:pt x="49" y="108"/>
                  </a:cubicBezTo>
                  <a:cubicBezTo>
                    <a:pt x="49" y="107"/>
                    <a:pt x="49" y="107"/>
                    <a:pt x="49" y="106"/>
                  </a:cubicBezTo>
                  <a:cubicBezTo>
                    <a:pt x="49" y="106"/>
                    <a:pt x="50" y="106"/>
                    <a:pt x="51" y="106"/>
                  </a:cubicBezTo>
                  <a:cubicBezTo>
                    <a:pt x="51" y="106"/>
                    <a:pt x="50" y="105"/>
                    <a:pt x="50" y="104"/>
                  </a:cubicBezTo>
                  <a:cubicBezTo>
                    <a:pt x="51" y="104"/>
                    <a:pt x="51" y="104"/>
                    <a:pt x="51" y="103"/>
                  </a:cubicBezTo>
                  <a:cubicBezTo>
                    <a:pt x="51" y="102"/>
                    <a:pt x="50" y="102"/>
                    <a:pt x="50" y="102"/>
                  </a:cubicBezTo>
                  <a:cubicBezTo>
                    <a:pt x="49" y="102"/>
                    <a:pt x="49" y="102"/>
                    <a:pt x="49" y="102"/>
                  </a:cubicBezTo>
                  <a:cubicBezTo>
                    <a:pt x="49" y="102"/>
                    <a:pt x="49" y="103"/>
                    <a:pt x="49" y="103"/>
                  </a:cubicBezTo>
                  <a:cubicBezTo>
                    <a:pt x="49" y="103"/>
                    <a:pt x="49" y="103"/>
                    <a:pt x="49" y="103"/>
                  </a:cubicBezTo>
                  <a:cubicBezTo>
                    <a:pt x="48" y="104"/>
                    <a:pt x="48" y="105"/>
                    <a:pt x="48" y="105"/>
                  </a:cubicBezTo>
                  <a:cubicBezTo>
                    <a:pt x="48" y="105"/>
                    <a:pt x="48" y="103"/>
                    <a:pt x="48" y="102"/>
                  </a:cubicBezTo>
                  <a:cubicBezTo>
                    <a:pt x="48" y="101"/>
                    <a:pt x="47" y="100"/>
                    <a:pt x="47" y="99"/>
                  </a:cubicBezTo>
                  <a:cubicBezTo>
                    <a:pt x="47" y="98"/>
                    <a:pt x="47" y="96"/>
                    <a:pt x="47" y="95"/>
                  </a:cubicBezTo>
                  <a:cubicBezTo>
                    <a:pt x="46" y="94"/>
                    <a:pt x="46" y="93"/>
                    <a:pt x="45" y="92"/>
                  </a:cubicBezTo>
                  <a:cubicBezTo>
                    <a:pt x="45" y="91"/>
                    <a:pt x="45" y="90"/>
                    <a:pt x="45" y="89"/>
                  </a:cubicBezTo>
                  <a:cubicBezTo>
                    <a:pt x="45" y="88"/>
                    <a:pt x="45" y="87"/>
                    <a:pt x="44" y="86"/>
                  </a:cubicBezTo>
                  <a:cubicBezTo>
                    <a:pt x="44" y="85"/>
                    <a:pt x="43" y="83"/>
                    <a:pt x="43" y="83"/>
                  </a:cubicBezTo>
                  <a:cubicBezTo>
                    <a:pt x="43" y="81"/>
                    <a:pt x="45" y="82"/>
                    <a:pt x="45" y="80"/>
                  </a:cubicBezTo>
                  <a:cubicBezTo>
                    <a:pt x="44" y="80"/>
                    <a:pt x="43" y="80"/>
                    <a:pt x="43" y="81"/>
                  </a:cubicBezTo>
                  <a:cubicBezTo>
                    <a:pt x="42" y="81"/>
                    <a:pt x="42" y="81"/>
                    <a:pt x="42" y="81"/>
                  </a:cubicBezTo>
                  <a:cubicBezTo>
                    <a:pt x="42" y="79"/>
                    <a:pt x="41" y="78"/>
                    <a:pt x="41" y="77"/>
                  </a:cubicBezTo>
                  <a:cubicBezTo>
                    <a:pt x="41" y="76"/>
                    <a:pt x="41" y="75"/>
                    <a:pt x="41" y="75"/>
                  </a:cubicBezTo>
                  <a:cubicBezTo>
                    <a:pt x="41" y="74"/>
                    <a:pt x="40" y="74"/>
                    <a:pt x="40" y="73"/>
                  </a:cubicBezTo>
                  <a:cubicBezTo>
                    <a:pt x="41" y="73"/>
                    <a:pt x="42" y="73"/>
                    <a:pt x="43" y="73"/>
                  </a:cubicBezTo>
                  <a:cubicBezTo>
                    <a:pt x="43" y="72"/>
                    <a:pt x="40" y="73"/>
                    <a:pt x="39" y="72"/>
                  </a:cubicBezTo>
                  <a:cubicBezTo>
                    <a:pt x="39" y="72"/>
                    <a:pt x="39" y="71"/>
                    <a:pt x="38" y="70"/>
                  </a:cubicBezTo>
                  <a:cubicBezTo>
                    <a:pt x="38" y="70"/>
                    <a:pt x="37" y="69"/>
                    <a:pt x="37" y="69"/>
                  </a:cubicBezTo>
                  <a:cubicBezTo>
                    <a:pt x="36" y="68"/>
                    <a:pt x="37" y="68"/>
                    <a:pt x="35" y="68"/>
                  </a:cubicBezTo>
                  <a:cubicBezTo>
                    <a:pt x="35" y="68"/>
                    <a:pt x="34" y="67"/>
                    <a:pt x="34" y="67"/>
                  </a:cubicBezTo>
                  <a:cubicBezTo>
                    <a:pt x="34" y="66"/>
                    <a:pt x="34" y="65"/>
                    <a:pt x="34" y="65"/>
                  </a:cubicBezTo>
                  <a:cubicBezTo>
                    <a:pt x="34" y="64"/>
                    <a:pt x="33" y="63"/>
                    <a:pt x="33" y="62"/>
                  </a:cubicBezTo>
                  <a:cubicBezTo>
                    <a:pt x="33" y="62"/>
                    <a:pt x="34" y="62"/>
                    <a:pt x="35" y="62"/>
                  </a:cubicBezTo>
                  <a:cubicBezTo>
                    <a:pt x="35" y="62"/>
                    <a:pt x="35" y="62"/>
                    <a:pt x="35" y="62"/>
                  </a:cubicBezTo>
                  <a:cubicBezTo>
                    <a:pt x="33" y="62"/>
                    <a:pt x="33" y="60"/>
                    <a:pt x="33" y="60"/>
                  </a:cubicBezTo>
                  <a:cubicBezTo>
                    <a:pt x="32" y="58"/>
                    <a:pt x="33" y="58"/>
                    <a:pt x="32" y="56"/>
                  </a:cubicBezTo>
                  <a:cubicBezTo>
                    <a:pt x="32" y="55"/>
                    <a:pt x="30" y="54"/>
                    <a:pt x="30" y="54"/>
                  </a:cubicBezTo>
                  <a:cubicBezTo>
                    <a:pt x="29" y="53"/>
                    <a:pt x="28" y="52"/>
                    <a:pt x="28" y="51"/>
                  </a:cubicBezTo>
                  <a:cubicBezTo>
                    <a:pt x="27" y="51"/>
                    <a:pt x="26" y="50"/>
                    <a:pt x="26" y="50"/>
                  </a:cubicBezTo>
                  <a:cubicBezTo>
                    <a:pt x="25" y="49"/>
                    <a:pt x="24" y="49"/>
                    <a:pt x="22" y="48"/>
                  </a:cubicBezTo>
                  <a:cubicBezTo>
                    <a:pt x="21" y="47"/>
                    <a:pt x="22" y="47"/>
                    <a:pt x="21" y="45"/>
                  </a:cubicBezTo>
                  <a:cubicBezTo>
                    <a:pt x="21" y="45"/>
                    <a:pt x="19" y="44"/>
                    <a:pt x="20" y="43"/>
                  </a:cubicBezTo>
                  <a:cubicBezTo>
                    <a:pt x="20" y="43"/>
                    <a:pt x="21" y="43"/>
                    <a:pt x="22" y="43"/>
                  </a:cubicBezTo>
                  <a:cubicBezTo>
                    <a:pt x="21" y="43"/>
                    <a:pt x="17" y="40"/>
                    <a:pt x="17" y="40"/>
                  </a:cubicBezTo>
                  <a:cubicBezTo>
                    <a:pt x="18" y="40"/>
                    <a:pt x="18" y="39"/>
                    <a:pt x="18" y="39"/>
                  </a:cubicBezTo>
                  <a:cubicBezTo>
                    <a:pt x="18" y="38"/>
                    <a:pt x="16" y="39"/>
                    <a:pt x="16" y="39"/>
                  </a:cubicBezTo>
                  <a:cubicBezTo>
                    <a:pt x="15" y="39"/>
                    <a:pt x="15" y="38"/>
                    <a:pt x="14" y="38"/>
                  </a:cubicBezTo>
                  <a:cubicBezTo>
                    <a:pt x="14" y="38"/>
                    <a:pt x="14" y="39"/>
                    <a:pt x="13" y="38"/>
                  </a:cubicBezTo>
                  <a:cubicBezTo>
                    <a:pt x="13" y="37"/>
                    <a:pt x="13" y="35"/>
                    <a:pt x="13" y="34"/>
                  </a:cubicBezTo>
                  <a:cubicBezTo>
                    <a:pt x="13" y="33"/>
                    <a:pt x="12" y="32"/>
                    <a:pt x="12" y="31"/>
                  </a:cubicBezTo>
                  <a:cubicBezTo>
                    <a:pt x="10" y="28"/>
                    <a:pt x="10" y="25"/>
                    <a:pt x="9" y="23"/>
                  </a:cubicBezTo>
                  <a:cubicBezTo>
                    <a:pt x="8" y="20"/>
                    <a:pt x="7" y="17"/>
                    <a:pt x="6" y="14"/>
                  </a:cubicBezTo>
                  <a:cubicBezTo>
                    <a:pt x="6" y="10"/>
                    <a:pt x="4" y="7"/>
                    <a:pt x="2" y="5"/>
                  </a:cubicBezTo>
                  <a:cubicBezTo>
                    <a:pt x="1" y="3"/>
                    <a:pt x="1" y="2"/>
                    <a:pt x="0" y="1"/>
                  </a:cubicBezTo>
                  <a:cubicBezTo>
                    <a:pt x="1" y="1"/>
                    <a:pt x="2" y="1"/>
                    <a:pt x="3" y="1"/>
                  </a:cubicBezTo>
                  <a:cubicBezTo>
                    <a:pt x="5" y="1"/>
                    <a:pt x="5" y="0"/>
                    <a:pt x="7" y="0"/>
                  </a:cubicBezTo>
                  <a:cubicBezTo>
                    <a:pt x="8" y="0"/>
                    <a:pt x="7" y="3"/>
                    <a:pt x="7" y="3"/>
                  </a:cubicBezTo>
                  <a:cubicBezTo>
                    <a:pt x="9" y="3"/>
                    <a:pt x="11" y="5"/>
                    <a:pt x="9" y="5"/>
                  </a:cubicBezTo>
                  <a:cubicBezTo>
                    <a:pt x="9" y="6"/>
                    <a:pt x="10" y="7"/>
                    <a:pt x="11" y="7"/>
                  </a:cubicBezTo>
                  <a:cubicBezTo>
                    <a:pt x="11" y="5"/>
                    <a:pt x="12" y="5"/>
                    <a:pt x="14" y="6"/>
                  </a:cubicBezTo>
                  <a:cubicBezTo>
                    <a:pt x="17" y="8"/>
                    <a:pt x="14" y="8"/>
                    <a:pt x="15" y="9"/>
                  </a:cubicBezTo>
                  <a:cubicBezTo>
                    <a:pt x="16" y="10"/>
                    <a:pt x="17" y="10"/>
                    <a:pt x="18" y="10"/>
                  </a:cubicBezTo>
                  <a:cubicBezTo>
                    <a:pt x="18" y="10"/>
                    <a:pt x="18" y="11"/>
                    <a:pt x="18" y="12"/>
                  </a:cubicBezTo>
                  <a:cubicBezTo>
                    <a:pt x="18" y="11"/>
                    <a:pt x="20" y="9"/>
                    <a:pt x="21" y="9"/>
                  </a:cubicBezTo>
                  <a:cubicBezTo>
                    <a:pt x="21" y="11"/>
                    <a:pt x="21" y="12"/>
                    <a:pt x="20" y="13"/>
                  </a:cubicBezTo>
                  <a:cubicBezTo>
                    <a:pt x="22" y="13"/>
                    <a:pt x="23" y="15"/>
                    <a:pt x="23" y="16"/>
                  </a:cubicBezTo>
                  <a:cubicBezTo>
                    <a:pt x="25" y="16"/>
                    <a:pt x="25" y="16"/>
                    <a:pt x="25" y="16"/>
                  </a:cubicBezTo>
                  <a:cubicBezTo>
                    <a:pt x="25" y="15"/>
                    <a:pt x="28" y="15"/>
                    <a:pt x="27" y="16"/>
                  </a:cubicBezTo>
                  <a:cubicBezTo>
                    <a:pt x="27" y="18"/>
                    <a:pt x="25" y="18"/>
                    <a:pt x="25" y="19"/>
                  </a:cubicBezTo>
                  <a:cubicBezTo>
                    <a:pt x="25" y="21"/>
                    <a:pt x="26" y="21"/>
                    <a:pt x="26" y="23"/>
                  </a:cubicBezTo>
                  <a:cubicBezTo>
                    <a:pt x="26" y="26"/>
                    <a:pt x="27" y="25"/>
                    <a:pt x="30" y="26"/>
                  </a:cubicBezTo>
                  <a:cubicBezTo>
                    <a:pt x="32" y="26"/>
                    <a:pt x="34" y="31"/>
                    <a:pt x="34" y="33"/>
                  </a:cubicBezTo>
                  <a:cubicBezTo>
                    <a:pt x="37" y="33"/>
                    <a:pt x="38" y="35"/>
                    <a:pt x="40" y="36"/>
                  </a:cubicBezTo>
                  <a:cubicBezTo>
                    <a:pt x="41" y="38"/>
                    <a:pt x="46" y="37"/>
                    <a:pt x="47" y="39"/>
                  </a:cubicBezTo>
                  <a:cubicBezTo>
                    <a:pt x="47" y="42"/>
                    <a:pt x="48" y="43"/>
                    <a:pt x="51" y="45"/>
                  </a:cubicBezTo>
                  <a:cubicBezTo>
                    <a:pt x="52" y="45"/>
                    <a:pt x="54" y="45"/>
                    <a:pt x="55" y="45"/>
                  </a:cubicBezTo>
                  <a:cubicBezTo>
                    <a:pt x="57" y="45"/>
                    <a:pt x="59" y="44"/>
                    <a:pt x="61" y="44"/>
                  </a:cubicBezTo>
                  <a:cubicBezTo>
                    <a:pt x="61" y="45"/>
                    <a:pt x="61" y="47"/>
                    <a:pt x="61" y="48"/>
                  </a:cubicBezTo>
                  <a:cubicBezTo>
                    <a:pt x="62" y="48"/>
                    <a:pt x="65" y="48"/>
                    <a:pt x="66" y="49"/>
                  </a:cubicBezTo>
                  <a:cubicBezTo>
                    <a:pt x="66" y="50"/>
                    <a:pt x="67" y="52"/>
                    <a:pt x="67" y="52"/>
                  </a:cubicBezTo>
                  <a:cubicBezTo>
                    <a:pt x="67" y="52"/>
                    <a:pt x="67" y="52"/>
                    <a:pt x="67" y="52"/>
                  </a:cubicBezTo>
                  <a:cubicBezTo>
                    <a:pt x="69" y="51"/>
                    <a:pt x="70" y="54"/>
                    <a:pt x="72" y="55"/>
                  </a:cubicBezTo>
                  <a:cubicBezTo>
                    <a:pt x="74" y="55"/>
                    <a:pt x="77" y="55"/>
                    <a:pt x="77" y="57"/>
                  </a:cubicBezTo>
                  <a:cubicBezTo>
                    <a:pt x="77" y="57"/>
                    <a:pt x="78" y="58"/>
                    <a:pt x="78" y="59"/>
                  </a:cubicBezTo>
                  <a:cubicBezTo>
                    <a:pt x="78" y="59"/>
                    <a:pt x="78" y="59"/>
                    <a:pt x="78" y="59"/>
                  </a:cubicBezTo>
                  <a:cubicBezTo>
                    <a:pt x="77" y="59"/>
                    <a:pt x="77" y="59"/>
                    <a:pt x="77" y="59"/>
                  </a:cubicBezTo>
                  <a:cubicBezTo>
                    <a:pt x="77" y="63"/>
                    <a:pt x="73" y="61"/>
                    <a:pt x="73" y="64"/>
                  </a:cubicBezTo>
                  <a:cubicBezTo>
                    <a:pt x="70" y="64"/>
                    <a:pt x="69" y="63"/>
                    <a:pt x="67" y="62"/>
                  </a:cubicBezTo>
                  <a:cubicBezTo>
                    <a:pt x="67" y="65"/>
                    <a:pt x="67" y="67"/>
                    <a:pt x="67" y="70"/>
                  </a:cubicBezTo>
                  <a:cubicBezTo>
                    <a:pt x="69" y="70"/>
                    <a:pt x="71" y="69"/>
                    <a:pt x="72" y="71"/>
                  </a:cubicBezTo>
                  <a:cubicBezTo>
                    <a:pt x="73" y="72"/>
                    <a:pt x="75" y="71"/>
                    <a:pt x="76" y="72"/>
                  </a:cubicBezTo>
                  <a:cubicBezTo>
                    <a:pt x="77" y="73"/>
                    <a:pt x="78" y="74"/>
                    <a:pt x="79" y="75"/>
                  </a:cubicBezTo>
                  <a:cubicBezTo>
                    <a:pt x="80" y="75"/>
                    <a:pt x="82" y="75"/>
                    <a:pt x="82" y="77"/>
                  </a:cubicBezTo>
                  <a:cubicBezTo>
                    <a:pt x="80" y="77"/>
                    <a:pt x="77" y="82"/>
                    <a:pt x="77" y="83"/>
                  </a:cubicBezTo>
                  <a:cubicBezTo>
                    <a:pt x="76" y="83"/>
                    <a:pt x="76" y="83"/>
                    <a:pt x="76" y="83"/>
                  </a:cubicBezTo>
                  <a:cubicBezTo>
                    <a:pt x="80" y="84"/>
                    <a:pt x="85" y="82"/>
                    <a:pt x="89" y="84"/>
                  </a:cubicBezTo>
                  <a:cubicBezTo>
                    <a:pt x="92" y="85"/>
                    <a:pt x="91" y="90"/>
                    <a:pt x="90" y="92"/>
                  </a:cubicBezTo>
                  <a:cubicBezTo>
                    <a:pt x="90" y="92"/>
                    <a:pt x="89" y="92"/>
                    <a:pt x="88" y="92"/>
                  </a:cubicBezTo>
                  <a:cubicBezTo>
                    <a:pt x="87" y="94"/>
                    <a:pt x="88" y="96"/>
                    <a:pt x="87" y="98"/>
                  </a:cubicBezTo>
                  <a:cubicBezTo>
                    <a:pt x="89" y="98"/>
                    <a:pt x="95" y="101"/>
                    <a:pt x="96" y="102"/>
                  </a:cubicBezTo>
                  <a:cubicBezTo>
                    <a:pt x="98" y="104"/>
                    <a:pt x="98" y="108"/>
                    <a:pt x="97" y="110"/>
                  </a:cubicBezTo>
                  <a:cubicBezTo>
                    <a:pt x="95" y="112"/>
                    <a:pt x="96" y="115"/>
                    <a:pt x="95" y="118"/>
                  </a:cubicBezTo>
                  <a:cubicBezTo>
                    <a:pt x="94" y="120"/>
                    <a:pt x="94" y="122"/>
                    <a:pt x="95" y="125"/>
                  </a:cubicBezTo>
                  <a:cubicBezTo>
                    <a:pt x="95" y="127"/>
                    <a:pt x="95" y="130"/>
                    <a:pt x="97" y="131"/>
                  </a:cubicBezTo>
                  <a:cubicBezTo>
                    <a:pt x="98" y="132"/>
                    <a:pt x="100" y="131"/>
                    <a:pt x="101" y="134"/>
                  </a:cubicBezTo>
                  <a:cubicBezTo>
                    <a:pt x="101" y="134"/>
                    <a:pt x="102" y="134"/>
                    <a:pt x="102" y="133"/>
                  </a:cubicBezTo>
                  <a:cubicBezTo>
                    <a:pt x="102" y="130"/>
                    <a:pt x="106" y="131"/>
                    <a:pt x="108" y="129"/>
                  </a:cubicBezTo>
                  <a:cubicBezTo>
                    <a:pt x="109" y="127"/>
                    <a:pt x="112" y="127"/>
                    <a:pt x="114" y="128"/>
                  </a:cubicBezTo>
                  <a:cubicBezTo>
                    <a:pt x="117" y="129"/>
                    <a:pt x="118" y="139"/>
                    <a:pt x="113" y="138"/>
                  </a:cubicBezTo>
                  <a:cubicBezTo>
                    <a:pt x="113" y="140"/>
                    <a:pt x="114" y="140"/>
                    <a:pt x="114" y="141"/>
                  </a:cubicBezTo>
                  <a:cubicBezTo>
                    <a:pt x="121" y="143"/>
                    <a:pt x="113" y="148"/>
                    <a:pt x="113" y="152"/>
                  </a:cubicBezTo>
                  <a:cubicBezTo>
                    <a:pt x="114" y="152"/>
                    <a:pt x="114" y="152"/>
                    <a:pt x="114" y="152"/>
                  </a:cubicBezTo>
                  <a:cubicBezTo>
                    <a:pt x="114" y="153"/>
                    <a:pt x="114" y="154"/>
                    <a:pt x="114" y="155"/>
                  </a:cubicBezTo>
                  <a:cubicBezTo>
                    <a:pt x="110" y="156"/>
                    <a:pt x="113" y="163"/>
                    <a:pt x="110" y="163"/>
                  </a:cubicBezTo>
                  <a:cubicBezTo>
                    <a:pt x="112" y="163"/>
                    <a:pt x="113" y="166"/>
                    <a:pt x="116" y="166"/>
                  </a:cubicBezTo>
                  <a:cubicBezTo>
                    <a:pt x="117" y="165"/>
                    <a:pt x="117" y="164"/>
                    <a:pt x="119" y="164"/>
                  </a:cubicBezTo>
                  <a:cubicBezTo>
                    <a:pt x="119" y="167"/>
                    <a:pt x="123" y="168"/>
                    <a:pt x="120" y="170"/>
                  </a:cubicBezTo>
                  <a:cubicBezTo>
                    <a:pt x="118" y="171"/>
                    <a:pt x="117" y="176"/>
                    <a:pt x="117" y="178"/>
                  </a:cubicBezTo>
                  <a:cubicBezTo>
                    <a:pt x="113" y="177"/>
                    <a:pt x="114" y="186"/>
                    <a:pt x="112" y="189"/>
                  </a:cubicBezTo>
                  <a:cubicBezTo>
                    <a:pt x="111" y="191"/>
                    <a:pt x="108" y="190"/>
                    <a:pt x="109" y="192"/>
                  </a:cubicBezTo>
                  <a:cubicBezTo>
                    <a:pt x="109" y="194"/>
                    <a:pt x="111" y="198"/>
                    <a:pt x="113" y="198"/>
                  </a:cubicBezTo>
                  <a:cubicBezTo>
                    <a:pt x="113" y="200"/>
                    <a:pt x="113" y="202"/>
                    <a:pt x="113" y="203"/>
                  </a:cubicBezTo>
                  <a:cubicBezTo>
                    <a:pt x="111" y="203"/>
                    <a:pt x="109" y="206"/>
                    <a:pt x="109" y="207"/>
                  </a:cubicBezTo>
                  <a:cubicBezTo>
                    <a:pt x="108" y="209"/>
                    <a:pt x="111" y="211"/>
                    <a:pt x="111" y="213"/>
                  </a:cubicBezTo>
                  <a:cubicBezTo>
                    <a:pt x="111" y="213"/>
                    <a:pt x="111" y="213"/>
                    <a:pt x="111" y="213"/>
                  </a:cubicBezTo>
                  <a:cubicBezTo>
                    <a:pt x="112" y="216"/>
                    <a:pt x="114" y="220"/>
                    <a:pt x="109" y="218"/>
                  </a:cubicBezTo>
                  <a:cubicBezTo>
                    <a:pt x="109" y="219"/>
                    <a:pt x="109" y="220"/>
                    <a:pt x="109" y="221"/>
                  </a:cubicBezTo>
                  <a:cubicBezTo>
                    <a:pt x="108" y="221"/>
                    <a:pt x="108" y="221"/>
                    <a:pt x="108" y="221"/>
                  </a:cubicBezTo>
                  <a:cubicBezTo>
                    <a:pt x="108" y="223"/>
                    <a:pt x="108" y="225"/>
                    <a:pt x="108" y="226"/>
                  </a:cubicBezTo>
                  <a:cubicBezTo>
                    <a:pt x="106" y="226"/>
                    <a:pt x="106" y="226"/>
                    <a:pt x="106" y="226"/>
                  </a:cubicBezTo>
                  <a:cubicBezTo>
                    <a:pt x="106" y="227"/>
                    <a:pt x="104" y="228"/>
                    <a:pt x="102" y="228"/>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0" name="Freeform 437">
              <a:extLst>
                <a:ext uri="{FF2B5EF4-FFF2-40B4-BE49-F238E27FC236}">
                  <a16:creationId xmlns:a16="http://schemas.microsoft.com/office/drawing/2014/main" id="{CA30CEFA-81C3-4207-A144-669665825F14}"/>
                </a:ext>
              </a:extLst>
            </p:cNvPr>
            <p:cNvSpPr>
              <a:spLocks/>
            </p:cNvSpPr>
            <p:nvPr/>
          </p:nvSpPr>
          <p:spPr bwMode="auto">
            <a:xfrm>
              <a:off x="2992438" y="4787901"/>
              <a:ext cx="123825" cy="158750"/>
            </a:xfrm>
            <a:custGeom>
              <a:avLst/>
              <a:gdLst>
                <a:gd name="T0" fmla="*/ 19 w 35"/>
                <a:gd name="T1" fmla="*/ 45 h 45"/>
                <a:gd name="T2" fmla="*/ 18 w 35"/>
                <a:gd name="T3" fmla="*/ 41 h 45"/>
                <a:gd name="T4" fmla="*/ 15 w 35"/>
                <a:gd name="T5" fmla="*/ 37 h 45"/>
                <a:gd name="T6" fmla="*/ 13 w 35"/>
                <a:gd name="T7" fmla="*/ 34 h 45"/>
                <a:gd name="T8" fmla="*/ 14 w 35"/>
                <a:gd name="T9" fmla="*/ 33 h 45"/>
                <a:gd name="T10" fmla="*/ 9 w 35"/>
                <a:gd name="T11" fmla="*/ 21 h 45"/>
                <a:gd name="T12" fmla="*/ 14 w 35"/>
                <a:gd name="T13" fmla="*/ 21 h 45"/>
                <a:gd name="T14" fmla="*/ 8 w 35"/>
                <a:gd name="T15" fmla="*/ 20 h 45"/>
                <a:gd name="T16" fmla="*/ 12 w 35"/>
                <a:gd name="T17" fmla="*/ 17 h 45"/>
                <a:gd name="T18" fmla="*/ 6 w 35"/>
                <a:gd name="T19" fmla="*/ 15 h 45"/>
                <a:gd name="T20" fmla="*/ 3 w 35"/>
                <a:gd name="T21" fmla="*/ 10 h 45"/>
                <a:gd name="T22" fmla="*/ 0 w 35"/>
                <a:gd name="T23" fmla="*/ 2 h 45"/>
                <a:gd name="T24" fmla="*/ 7 w 35"/>
                <a:gd name="T25" fmla="*/ 2 h 45"/>
                <a:gd name="T26" fmla="*/ 12 w 35"/>
                <a:gd name="T27" fmla="*/ 0 h 45"/>
                <a:gd name="T28" fmla="*/ 16 w 35"/>
                <a:gd name="T29" fmla="*/ 9 h 45"/>
                <a:gd name="T30" fmla="*/ 26 w 35"/>
                <a:gd name="T31" fmla="*/ 11 h 45"/>
                <a:gd name="T32" fmla="*/ 26 w 35"/>
                <a:gd name="T33" fmla="*/ 11 h 45"/>
                <a:gd name="T34" fmla="*/ 27 w 35"/>
                <a:gd name="T35" fmla="*/ 11 h 45"/>
                <a:gd name="T36" fmla="*/ 29 w 35"/>
                <a:gd name="T37" fmla="*/ 11 h 45"/>
                <a:gd name="T38" fmla="*/ 31 w 35"/>
                <a:gd name="T39" fmla="*/ 13 h 45"/>
                <a:gd name="T40" fmla="*/ 32 w 35"/>
                <a:gd name="T41" fmla="*/ 18 h 45"/>
                <a:gd name="T42" fmla="*/ 31 w 35"/>
                <a:gd name="T43" fmla="*/ 25 h 45"/>
                <a:gd name="T44" fmla="*/ 34 w 35"/>
                <a:gd name="T45" fmla="*/ 29 h 45"/>
                <a:gd name="T46" fmla="*/ 33 w 35"/>
                <a:gd name="T47" fmla="*/ 30 h 45"/>
                <a:gd name="T48" fmla="*/ 30 w 35"/>
                <a:gd name="T49" fmla="*/ 31 h 45"/>
                <a:gd name="T50" fmla="*/ 32 w 35"/>
                <a:gd name="T51" fmla="*/ 35 h 45"/>
                <a:gd name="T52" fmla="*/ 32 w 35"/>
                <a:gd name="T53" fmla="*/ 35 h 45"/>
                <a:gd name="T54" fmla="*/ 30 w 35"/>
                <a:gd name="T55" fmla="*/ 41 h 45"/>
                <a:gd name="T56" fmla="*/ 29 w 35"/>
                <a:gd name="T57" fmla="*/ 45 h 45"/>
                <a:gd name="T58" fmla="*/ 25 w 35"/>
                <a:gd name="T59" fmla="*/ 43 h 45"/>
                <a:gd name="T60" fmla="*/ 25 w 35"/>
                <a:gd name="T61" fmla="*/ 45 h 45"/>
                <a:gd name="T62" fmla="*/ 19 w 35"/>
                <a:gd name="T6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45">
                  <a:moveTo>
                    <a:pt x="19" y="45"/>
                  </a:moveTo>
                  <a:cubicBezTo>
                    <a:pt x="18" y="44"/>
                    <a:pt x="19" y="43"/>
                    <a:pt x="18" y="41"/>
                  </a:cubicBezTo>
                  <a:cubicBezTo>
                    <a:pt x="17" y="40"/>
                    <a:pt x="16" y="38"/>
                    <a:pt x="15" y="37"/>
                  </a:cubicBezTo>
                  <a:cubicBezTo>
                    <a:pt x="15" y="36"/>
                    <a:pt x="13" y="35"/>
                    <a:pt x="13" y="34"/>
                  </a:cubicBezTo>
                  <a:cubicBezTo>
                    <a:pt x="14" y="33"/>
                    <a:pt x="14" y="33"/>
                    <a:pt x="14" y="33"/>
                  </a:cubicBezTo>
                  <a:cubicBezTo>
                    <a:pt x="14" y="29"/>
                    <a:pt x="11" y="25"/>
                    <a:pt x="9" y="21"/>
                  </a:cubicBezTo>
                  <a:cubicBezTo>
                    <a:pt x="10" y="20"/>
                    <a:pt x="12" y="21"/>
                    <a:pt x="14" y="21"/>
                  </a:cubicBezTo>
                  <a:cubicBezTo>
                    <a:pt x="13" y="19"/>
                    <a:pt x="10" y="21"/>
                    <a:pt x="8" y="20"/>
                  </a:cubicBezTo>
                  <a:cubicBezTo>
                    <a:pt x="6" y="17"/>
                    <a:pt x="10" y="17"/>
                    <a:pt x="12" y="17"/>
                  </a:cubicBezTo>
                  <a:cubicBezTo>
                    <a:pt x="11" y="17"/>
                    <a:pt x="6" y="16"/>
                    <a:pt x="6" y="15"/>
                  </a:cubicBezTo>
                  <a:cubicBezTo>
                    <a:pt x="4" y="14"/>
                    <a:pt x="4" y="12"/>
                    <a:pt x="3" y="10"/>
                  </a:cubicBezTo>
                  <a:cubicBezTo>
                    <a:pt x="2" y="7"/>
                    <a:pt x="1" y="5"/>
                    <a:pt x="0" y="2"/>
                  </a:cubicBezTo>
                  <a:cubicBezTo>
                    <a:pt x="2" y="2"/>
                    <a:pt x="5" y="2"/>
                    <a:pt x="7" y="2"/>
                  </a:cubicBezTo>
                  <a:cubicBezTo>
                    <a:pt x="8" y="0"/>
                    <a:pt x="10" y="0"/>
                    <a:pt x="12" y="0"/>
                  </a:cubicBezTo>
                  <a:cubicBezTo>
                    <a:pt x="13" y="4"/>
                    <a:pt x="16" y="5"/>
                    <a:pt x="16" y="9"/>
                  </a:cubicBezTo>
                  <a:cubicBezTo>
                    <a:pt x="19" y="10"/>
                    <a:pt x="23" y="11"/>
                    <a:pt x="26" y="11"/>
                  </a:cubicBezTo>
                  <a:cubicBezTo>
                    <a:pt x="26" y="11"/>
                    <a:pt x="26" y="11"/>
                    <a:pt x="26" y="11"/>
                  </a:cubicBezTo>
                  <a:cubicBezTo>
                    <a:pt x="27" y="11"/>
                    <a:pt x="27" y="11"/>
                    <a:pt x="27" y="11"/>
                  </a:cubicBezTo>
                  <a:cubicBezTo>
                    <a:pt x="29" y="11"/>
                    <a:pt x="29" y="11"/>
                    <a:pt x="29" y="11"/>
                  </a:cubicBezTo>
                  <a:cubicBezTo>
                    <a:pt x="29" y="12"/>
                    <a:pt x="30" y="12"/>
                    <a:pt x="31" y="13"/>
                  </a:cubicBezTo>
                  <a:cubicBezTo>
                    <a:pt x="32" y="14"/>
                    <a:pt x="35" y="17"/>
                    <a:pt x="32" y="18"/>
                  </a:cubicBezTo>
                  <a:cubicBezTo>
                    <a:pt x="33" y="20"/>
                    <a:pt x="31" y="23"/>
                    <a:pt x="31" y="25"/>
                  </a:cubicBezTo>
                  <a:cubicBezTo>
                    <a:pt x="33" y="25"/>
                    <a:pt x="35" y="27"/>
                    <a:pt x="34" y="29"/>
                  </a:cubicBezTo>
                  <a:cubicBezTo>
                    <a:pt x="34" y="29"/>
                    <a:pt x="33" y="29"/>
                    <a:pt x="33" y="30"/>
                  </a:cubicBezTo>
                  <a:cubicBezTo>
                    <a:pt x="33" y="31"/>
                    <a:pt x="30" y="31"/>
                    <a:pt x="30" y="31"/>
                  </a:cubicBezTo>
                  <a:cubicBezTo>
                    <a:pt x="29" y="33"/>
                    <a:pt x="33" y="32"/>
                    <a:pt x="32" y="35"/>
                  </a:cubicBezTo>
                  <a:cubicBezTo>
                    <a:pt x="32" y="35"/>
                    <a:pt x="32" y="35"/>
                    <a:pt x="32" y="35"/>
                  </a:cubicBezTo>
                  <a:cubicBezTo>
                    <a:pt x="31" y="37"/>
                    <a:pt x="32" y="40"/>
                    <a:pt x="30" y="41"/>
                  </a:cubicBezTo>
                  <a:cubicBezTo>
                    <a:pt x="29" y="42"/>
                    <a:pt x="29" y="43"/>
                    <a:pt x="29" y="45"/>
                  </a:cubicBezTo>
                  <a:cubicBezTo>
                    <a:pt x="27" y="45"/>
                    <a:pt x="26" y="43"/>
                    <a:pt x="25" y="43"/>
                  </a:cubicBezTo>
                  <a:cubicBezTo>
                    <a:pt x="25" y="44"/>
                    <a:pt x="25" y="45"/>
                    <a:pt x="25" y="45"/>
                  </a:cubicBezTo>
                  <a:cubicBezTo>
                    <a:pt x="23" y="45"/>
                    <a:pt x="21" y="45"/>
                    <a:pt x="19" y="45"/>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1" name="Freeform 438">
              <a:extLst>
                <a:ext uri="{FF2B5EF4-FFF2-40B4-BE49-F238E27FC236}">
                  <a16:creationId xmlns:a16="http://schemas.microsoft.com/office/drawing/2014/main" id="{D1E39591-9192-42CC-8E1C-09B1F4891045}"/>
                </a:ext>
              </a:extLst>
            </p:cNvPr>
            <p:cNvSpPr>
              <a:spLocks/>
            </p:cNvSpPr>
            <p:nvPr/>
          </p:nvSpPr>
          <p:spPr bwMode="auto">
            <a:xfrm>
              <a:off x="3248026" y="1955801"/>
              <a:ext cx="476250" cy="512763"/>
            </a:xfrm>
            <a:custGeom>
              <a:avLst/>
              <a:gdLst>
                <a:gd name="T0" fmla="*/ 129 w 135"/>
                <a:gd name="T1" fmla="*/ 89 h 145"/>
                <a:gd name="T2" fmla="*/ 127 w 135"/>
                <a:gd name="T3" fmla="*/ 85 h 145"/>
                <a:gd name="T4" fmla="*/ 131 w 135"/>
                <a:gd name="T5" fmla="*/ 83 h 145"/>
                <a:gd name="T6" fmla="*/ 129 w 135"/>
                <a:gd name="T7" fmla="*/ 76 h 145"/>
                <a:gd name="T8" fmla="*/ 121 w 135"/>
                <a:gd name="T9" fmla="*/ 62 h 145"/>
                <a:gd name="T10" fmla="*/ 113 w 135"/>
                <a:gd name="T11" fmla="*/ 54 h 145"/>
                <a:gd name="T12" fmla="*/ 102 w 135"/>
                <a:gd name="T13" fmla="*/ 49 h 145"/>
                <a:gd name="T14" fmla="*/ 91 w 135"/>
                <a:gd name="T15" fmla="*/ 25 h 145"/>
                <a:gd name="T16" fmla="*/ 82 w 135"/>
                <a:gd name="T17" fmla="*/ 20 h 145"/>
                <a:gd name="T18" fmla="*/ 90 w 135"/>
                <a:gd name="T19" fmla="*/ 9 h 145"/>
                <a:gd name="T20" fmla="*/ 91 w 135"/>
                <a:gd name="T21" fmla="*/ 0 h 145"/>
                <a:gd name="T22" fmla="*/ 87 w 135"/>
                <a:gd name="T23" fmla="*/ 4 h 145"/>
                <a:gd name="T24" fmla="*/ 75 w 135"/>
                <a:gd name="T25" fmla="*/ 6 h 145"/>
                <a:gd name="T26" fmla="*/ 72 w 135"/>
                <a:gd name="T27" fmla="*/ 6 h 145"/>
                <a:gd name="T28" fmla="*/ 67 w 135"/>
                <a:gd name="T29" fmla="*/ 20 h 145"/>
                <a:gd name="T30" fmla="*/ 49 w 135"/>
                <a:gd name="T31" fmla="*/ 23 h 145"/>
                <a:gd name="T32" fmla="*/ 38 w 135"/>
                <a:gd name="T33" fmla="*/ 32 h 145"/>
                <a:gd name="T34" fmla="*/ 38 w 135"/>
                <a:gd name="T35" fmla="*/ 45 h 145"/>
                <a:gd name="T36" fmla="*/ 38 w 135"/>
                <a:gd name="T37" fmla="*/ 50 h 145"/>
                <a:gd name="T38" fmla="*/ 35 w 135"/>
                <a:gd name="T39" fmla="*/ 63 h 145"/>
                <a:gd name="T40" fmla="*/ 40 w 135"/>
                <a:gd name="T41" fmla="*/ 62 h 145"/>
                <a:gd name="T42" fmla="*/ 36 w 135"/>
                <a:gd name="T43" fmla="*/ 66 h 145"/>
                <a:gd name="T44" fmla="*/ 31 w 135"/>
                <a:gd name="T45" fmla="*/ 70 h 145"/>
                <a:gd name="T46" fmla="*/ 21 w 135"/>
                <a:gd name="T47" fmla="*/ 80 h 145"/>
                <a:gd name="T48" fmla="*/ 13 w 135"/>
                <a:gd name="T49" fmla="*/ 88 h 145"/>
                <a:gd name="T50" fmla="*/ 4 w 135"/>
                <a:gd name="T51" fmla="*/ 93 h 145"/>
                <a:gd name="T52" fmla="*/ 5 w 135"/>
                <a:gd name="T53" fmla="*/ 100 h 145"/>
                <a:gd name="T54" fmla="*/ 0 w 135"/>
                <a:gd name="T55" fmla="*/ 111 h 145"/>
                <a:gd name="T56" fmla="*/ 16 w 135"/>
                <a:gd name="T57" fmla="*/ 120 h 145"/>
                <a:gd name="T58" fmla="*/ 36 w 135"/>
                <a:gd name="T59" fmla="*/ 121 h 145"/>
                <a:gd name="T60" fmla="*/ 57 w 135"/>
                <a:gd name="T61" fmla="*/ 131 h 145"/>
                <a:gd name="T62" fmla="*/ 55 w 135"/>
                <a:gd name="T63" fmla="*/ 139 h 145"/>
                <a:gd name="T64" fmla="*/ 62 w 135"/>
                <a:gd name="T65" fmla="*/ 142 h 145"/>
                <a:gd name="T66" fmla="*/ 80 w 135"/>
                <a:gd name="T67" fmla="*/ 134 h 145"/>
                <a:gd name="T68" fmla="*/ 97 w 135"/>
                <a:gd name="T69" fmla="*/ 135 h 145"/>
                <a:gd name="T70" fmla="*/ 100 w 135"/>
                <a:gd name="T71" fmla="*/ 132 h 145"/>
                <a:gd name="T72" fmla="*/ 103 w 135"/>
                <a:gd name="T73" fmla="*/ 125 h 145"/>
                <a:gd name="T74" fmla="*/ 112 w 135"/>
                <a:gd name="T75" fmla="*/ 116 h 145"/>
                <a:gd name="T76" fmla="*/ 119 w 135"/>
                <a:gd name="T77" fmla="*/ 118 h 145"/>
                <a:gd name="T78" fmla="*/ 119 w 135"/>
                <a:gd name="T79" fmla="*/ 111 h 145"/>
                <a:gd name="T80" fmla="*/ 126 w 135"/>
                <a:gd name="T81" fmla="*/ 105 h 145"/>
                <a:gd name="T82" fmla="*/ 131 w 135"/>
                <a:gd name="T83" fmla="*/ 103 h 145"/>
                <a:gd name="T84" fmla="*/ 134 w 135"/>
                <a:gd name="T85" fmla="*/ 9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45">
                  <a:moveTo>
                    <a:pt x="134" y="94"/>
                  </a:moveTo>
                  <a:cubicBezTo>
                    <a:pt x="132" y="92"/>
                    <a:pt x="130" y="93"/>
                    <a:pt x="129" y="90"/>
                  </a:cubicBezTo>
                  <a:cubicBezTo>
                    <a:pt x="129" y="89"/>
                    <a:pt x="129" y="89"/>
                    <a:pt x="129" y="89"/>
                  </a:cubicBezTo>
                  <a:cubicBezTo>
                    <a:pt x="129" y="89"/>
                    <a:pt x="128" y="89"/>
                    <a:pt x="128" y="89"/>
                  </a:cubicBezTo>
                  <a:cubicBezTo>
                    <a:pt x="127" y="87"/>
                    <a:pt x="127" y="87"/>
                    <a:pt x="127" y="87"/>
                  </a:cubicBezTo>
                  <a:cubicBezTo>
                    <a:pt x="126" y="87"/>
                    <a:pt x="127" y="86"/>
                    <a:pt x="127" y="85"/>
                  </a:cubicBezTo>
                  <a:cubicBezTo>
                    <a:pt x="126" y="85"/>
                    <a:pt x="125" y="84"/>
                    <a:pt x="126" y="83"/>
                  </a:cubicBezTo>
                  <a:cubicBezTo>
                    <a:pt x="126" y="82"/>
                    <a:pt x="128" y="83"/>
                    <a:pt x="130" y="83"/>
                  </a:cubicBezTo>
                  <a:cubicBezTo>
                    <a:pt x="130" y="83"/>
                    <a:pt x="130" y="83"/>
                    <a:pt x="131" y="83"/>
                  </a:cubicBezTo>
                  <a:cubicBezTo>
                    <a:pt x="131" y="82"/>
                    <a:pt x="131" y="82"/>
                    <a:pt x="131" y="82"/>
                  </a:cubicBezTo>
                  <a:cubicBezTo>
                    <a:pt x="131" y="81"/>
                    <a:pt x="130" y="80"/>
                    <a:pt x="129" y="79"/>
                  </a:cubicBezTo>
                  <a:cubicBezTo>
                    <a:pt x="129" y="78"/>
                    <a:pt x="129" y="77"/>
                    <a:pt x="129" y="76"/>
                  </a:cubicBezTo>
                  <a:cubicBezTo>
                    <a:pt x="127" y="75"/>
                    <a:pt x="123" y="75"/>
                    <a:pt x="121" y="72"/>
                  </a:cubicBezTo>
                  <a:cubicBezTo>
                    <a:pt x="120" y="70"/>
                    <a:pt x="121" y="69"/>
                    <a:pt x="122" y="67"/>
                  </a:cubicBezTo>
                  <a:cubicBezTo>
                    <a:pt x="122" y="66"/>
                    <a:pt x="121" y="63"/>
                    <a:pt x="121" y="62"/>
                  </a:cubicBezTo>
                  <a:cubicBezTo>
                    <a:pt x="121" y="61"/>
                    <a:pt x="121" y="61"/>
                    <a:pt x="121" y="61"/>
                  </a:cubicBezTo>
                  <a:cubicBezTo>
                    <a:pt x="121" y="58"/>
                    <a:pt x="119" y="60"/>
                    <a:pt x="117" y="59"/>
                  </a:cubicBezTo>
                  <a:cubicBezTo>
                    <a:pt x="115" y="59"/>
                    <a:pt x="114" y="55"/>
                    <a:pt x="113" y="54"/>
                  </a:cubicBezTo>
                  <a:cubicBezTo>
                    <a:pt x="111" y="51"/>
                    <a:pt x="110" y="51"/>
                    <a:pt x="109" y="54"/>
                  </a:cubicBezTo>
                  <a:cubicBezTo>
                    <a:pt x="109" y="57"/>
                    <a:pt x="105" y="56"/>
                    <a:pt x="102" y="56"/>
                  </a:cubicBezTo>
                  <a:cubicBezTo>
                    <a:pt x="102" y="54"/>
                    <a:pt x="103" y="51"/>
                    <a:pt x="102" y="49"/>
                  </a:cubicBezTo>
                  <a:cubicBezTo>
                    <a:pt x="101" y="47"/>
                    <a:pt x="100" y="45"/>
                    <a:pt x="98" y="43"/>
                  </a:cubicBezTo>
                  <a:cubicBezTo>
                    <a:pt x="97" y="42"/>
                    <a:pt x="89" y="32"/>
                    <a:pt x="96" y="33"/>
                  </a:cubicBezTo>
                  <a:cubicBezTo>
                    <a:pt x="96" y="32"/>
                    <a:pt x="92" y="26"/>
                    <a:pt x="91" y="25"/>
                  </a:cubicBezTo>
                  <a:cubicBezTo>
                    <a:pt x="90" y="24"/>
                    <a:pt x="87" y="23"/>
                    <a:pt x="85" y="22"/>
                  </a:cubicBezTo>
                  <a:cubicBezTo>
                    <a:pt x="83" y="21"/>
                    <a:pt x="81" y="22"/>
                    <a:pt x="79" y="21"/>
                  </a:cubicBezTo>
                  <a:cubicBezTo>
                    <a:pt x="80" y="20"/>
                    <a:pt x="81" y="20"/>
                    <a:pt x="82" y="20"/>
                  </a:cubicBezTo>
                  <a:cubicBezTo>
                    <a:pt x="84" y="19"/>
                    <a:pt x="83" y="17"/>
                    <a:pt x="83" y="15"/>
                  </a:cubicBezTo>
                  <a:cubicBezTo>
                    <a:pt x="82" y="12"/>
                    <a:pt x="86" y="13"/>
                    <a:pt x="88" y="13"/>
                  </a:cubicBezTo>
                  <a:cubicBezTo>
                    <a:pt x="90" y="9"/>
                    <a:pt x="90" y="9"/>
                    <a:pt x="90" y="9"/>
                  </a:cubicBezTo>
                  <a:cubicBezTo>
                    <a:pt x="91" y="7"/>
                    <a:pt x="93" y="7"/>
                    <a:pt x="95" y="7"/>
                  </a:cubicBezTo>
                  <a:cubicBezTo>
                    <a:pt x="95" y="5"/>
                    <a:pt x="93" y="4"/>
                    <a:pt x="92" y="2"/>
                  </a:cubicBezTo>
                  <a:cubicBezTo>
                    <a:pt x="91" y="2"/>
                    <a:pt x="91" y="1"/>
                    <a:pt x="91" y="0"/>
                  </a:cubicBezTo>
                  <a:cubicBezTo>
                    <a:pt x="91" y="0"/>
                    <a:pt x="91" y="0"/>
                    <a:pt x="91" y="0"/>
                  </a:cubicBezTo>
                  <a:cubicBezTo>
                    <a:pt x="90" y="0"/>
                    <a:pt x="90" y="0"/>
                    <a:pt x="89" y="2"/>
                  </a:cubicBezTo>
                  <a:cubicBezTo>
                    <a:pt x="89" y="3"/>
                    <a:pt x="89" y="4"/>
                    <a:pt x="87" y="4"/>
                  </a:cubicBezTo>
                  <a:cubicBezTo>
                    <a:pt x="85" y="4"/>
                    <a:pt x="84" y="4"/>
                    <a:pt x="82" y="4"/>
                  </a:cubicBezTo>
                  <a:cubicBezTo>
                    <a:pt x="82" y="6"/>
                    <a:pt x="80" y="5"/>
                    <a:pt x="80" y="7"/>
                  </a:cubicBezTo>
                  <a:cubicBezTo>
                    <a:pt x="78" y="8"/>
                    <a:pt x="77" y="7"/>
                    <a:pt x="75" y="6"/>
                  </a:cubicBezTo>
                  <a:cubicBezTo>
                    <a:pt x="74" y="6"/>
                    <a:pt x="73" y="6"/>
                    <a:pt x="72" y="6"/>
                  </a:cubicBezTo>
                  <a:cubicBezTo>
                    <a:pt x="72" y="6"/>
                    <a:pt x="72" y="6"/>
                    <a:pt x="72" y="6"/>
                  </a:cubicBezTo>
                  <a:cubicBezTo>
                    <a:pt x="72" y="6"/>
                    <a:pt x="72" y="6"/>
                    <a:pt x="72" y="6"/>
                  </a:cubicBezTo>
                  <a:cubicBezTo>
                    <a:pt x="73" y="9"/>
                    <a:pt x="71" y="12"/>
                    <a:pt x="71" y="14"/>
                  </a:cubicBezTo>
                  <a:cubicBezTo>
                    <a:pt x="71" y="16"/>
                    <a:pt x="71" y="16"/>
                    <a:pt x="69" y="17"/>
                  </a:cubicBezTo>
                  <a:cubicBezTo>
                    <a:pt x="68" y="18"/>
                    <a:pt x="67" y="18"/>
                    <a:pt x="67" y="20"/>
                  </a:cubicBezTo>
                  <a:cubicBezTo>
                    <a:pt x="64" y="20"/>
                    <a:pt x="60" y="20"/>
                    <a:pt x="57" y="20"/>
                  </a:cubicBezTo>
                  <a:cubicBezTo>
                    <a:pt x="55" y="20"/>
                    <a:pt x="53" y="19"/>
                    <a:pt x="52" y="20"/>
                  </a:cubicBezTo>
                  <a:cubicBezTo>
                    <a:pt x="51" y="21"/>
                    <a:pt x="51" y="23"/>
                    <a:pt x="49" y="23"/>
                  </a:cubicBezTo>
                  <a:cubicBezTo>
                    <a:pt x="49" y="27"/>
                    <a:pt x="46" y="25"/>
                    <a:pt x="43" y="26"/>
                  </a:cubicBezTo>
                  <a:cubicBezTo>
                    <a:pt x="42" y="26"/>
                    <a:pt x="41" y="27"/>
                    <a:pt x="40" y="29"/>
                  </a:cubicBezTo>
                  <a:cubicBezTo>
                    <a:pt x="38" y="30"/>
                    <a:pt x="39" y="30"/>
                    <a:pt x="38" y="32"/>
                  </a:cubicBezTo>
                  <a:cubicBezTo>
                    <a:pt x="37" y="34"/>
                    <a:pt x="36" y="32"/>
                    <a:pt x="35" y="33"/>
                  </a:cubicBezTo>
                  <a:cubicBezTo>
                    <a:pt x="34" y="34"/>
                    <a:pt x="36" y="37"/>
                    <a:pt x="37" y="38"/>
                  </a:cubicBezTo>
                  <a:cubicBezTo>
                    <a:pt x="38" y="40"/>
                    <a:pt x="39" y="42"/>
                    <a:pt x="38" y="45"/>
                  </a:cubicBezTo>
                  <a:cubicBezTo>
                    <a:pt x="38" y="45"/>
                    <a:pt x="37" y="45"/>
                    <a:pt x="37" y="45"/>
                  </a:cubicBezTo>
                  <a:cubicBezTo>
                    <a:pt x="39" y="45"/>
                    <a:pt x="40" y="46"/>
                    <a:pt x="40" y="49"/>
                  </a:cubicBezTo>
                  <a:cubicBezTo>
                    <a:pt x="40" y="49"/>
                    <a:pt x="38" y="49"/>
                    <a:pt x="38" y="50"/>
                  </a:cubicBezTo>
                  <a:cubicBezTo>
                    <a:pt x="37" y="50"/>
                    <a:pt x="36" y="52"/>
                    <a:pt x="35" y="53"/>
                  </a:cubicBezTo>
                  <a:cubicBezTo>
                    <a:pt x="35" y="54"/>
                    <a:pt x="32" y="63"/>
                    <a:pt x="35" y="63"/>
                  </a:cubicBezTo>
                  <a:cubicBezTo>
                    <a:pt x="35" y="63"/>
                    <a:pt x="35" y="63"/>
                    <a:pt x="35" y="63"/>
                  </a:cubicBezTo>
                  <a:cubicBezTo>
                    <a:pt x="35" y="64"/>
                    <a:pt x="36" y="64"/>
                    <a:pt x="37" y="64"/>
                  </a:cubicBezTo>
                  <a:cubicBezTo>
                    <a:pt x="37" y="62"/>
                    <a:pt x="37" y="62"/>
                    <a:pt x="37" y="62"/>
                  </a:cubicBezTo>
                  <a:cubicBezTo>
                    <a:pt x="38" y="62"/>
                    <a:pt x="39" y="62"/>
                    <a:pt x="40" y="62"/>
                  </a:cubicBezTo>
                  <a:cubicBezTo>
                    <a:pt x="40" y="63"/>
                    <a:pt x="41" y="64"/>
                    <a:pt x="40" y="65"/>
                  </a:cubicBezTo>
                  <a:cubicBezTo>
                    <a:pt x="40" y="65"/>
                    <a:pt x="38" y="65"/>
                    <a:pt x="38" y="65"/>
                  </a:cubicBezTo>
                  <a:cubicBezTo>
                    <a:pt x="37" y="65"/>
                    <a:pt x="37" y="66"/>
                    <a:pt x="36" y="66"/>
                  </a:cubicBezTo>
                  <a:cubicBezTo>
                    <a:pt x="35" y="67"/>
                    <a:pt x="35" y="67"/>
                    <a:pt x="34" y="67"/>
                  </a:cubicBezTo>
                  <a:cubicBezTo>
                    <a:pt x="33" y="68"/>
                    <a:pt x="33" y="68"/>
                    <a:pt x="33" y="69"/>
                  </a:cubicBezTo>
                  <a:cubicBezTo>
                    <a:pt x="32" y="69"/>
                    <a:pt x="32" y="70"/>
                    <a:pt x="31" y="70"/>
                  </a:cubicBezTo>
                  <a:cubicBezTo>
                    <a:pt x="30" y="72"/>
                    <a:pt x="29" y="73"/>
                    <a:pt x="27" y="74"/>
                  </a:cubicBezTo>
                  <a:cubicBezTo>
                    <a:pt x="26" y="76"/>
                    <a:pt x="25" y="76"/>
                    <a:pt x="23" y="77"/>
                  </a:cubicBezTo>
                  <a:cubicBezTo>
                    <a:pt x="20" y="77"/>
                    <a:pt x="22" y="79"/>
                    <a:pt x="21" y="80"/>
                  </a:cubicBezTo>
                  <a:cubicBezTo>
                    <a:pt x="20" y="82"/>
                    <a:pt x="18" y="82"/>
                    <a:pt x="17" y="83"/>
                  </a:cubicBezTo>
                  <a:cubicBezTo>
                    <a:pt x="16" y="85"/>
                    <a:pt x="16" y="85"/>
                    <a:pt x="13" y="85"/>
                  </a:cubicBezTo>
                  <a:cubicBezTo>
                    <a:pt x="13" y="86"/>
                    <a:pt x="13" y="87"/>
                    <a:pt x="13" y="88"/>
                  </a:cubicBezTo>
                  <a:cubicBezTo>
                    <a:pt x="12" y="88"/>
                    <a:pt x="11" y="91"/>
                    <a:pt x="10" y="91"/>
                  </a:cubicBezTo>
                  <a:cubicBezTo>
                    <a:pt x="9" y="91"/>
                    <a:pt x="9" y="91"/>
                    <a:pt x="9" y="91"/>
                  </a:cubicBezTo>
                  <a:cubicBezTo>
                    <a:pt x="8" y="91"/>
                    <a:pt x="4" y="91"/>
                    <a:pt x="4" y="93"/>
                  </a:cubicBezTo>
                  <a:cubicBezTo>
                    <a:pt x="6" y="93"/>
                    <a:pt x="7" y="94"/>
                    <a:pt x="6" y="95"/>
                  </a:cubicBezTo>
                  <a:cubicBezTo>
                    <a:pt x="6" y="95"/>
                    <a:pt x="3" y="96"/>
                    <a:pt x="3" y="96"/>
                  </a:cubicBezTo>
                  <a:cubicBezTo>
                    <a:pt x="1" y="98"/>
                    <a:pt x="3" y="99"/>
                    <a:pt x="5" y="100"/>
                  </a:cubicBezTo>
                  <a:cubicBezTo>
                    <a:pt x="5" y="103"/>
                    <a:pt x="4" y="105"/>
                    <a:pt x="4" y="107"/>
                  </a:cubicBezTo>
                  <a:cubicBezTo>
                    <a:pt x="3" y="109"/>
                    <a:pt x="4" y="110"/>
                    <a:pt x="2" y="110"/>
                  </a:cubicBezTo>
                  <a:cubicBezTo>
                    <a:pt x="1" y="111"/>
                    <a:pt x="1" y="111"/>
                    <a:pt x="0" y="111"/>
                  </a:cubicBezTo>
                  <a:cubicBezTo>
                    <a:pt x="2" y="112"/>
                    <a:pt x="3" y="113"/>
                    <a:pt x="3" y="117"/>
                  </a:cubicBezTo>
                  <a:cubicBezTo>
                    <a:pt x="2" y="119"/>
                    <a:pt x="6" y="118"/>
                    <a:pt x="8" y="118"/>
                  </a:cubicBezTo>
                  <a:cubicBezTo>
                    <a:pt x="11" y="118"/>
                    <a:pt x="13" y="119"/>
                    <a:pt x="16" y="120"/>
                  </a:cubicBezTo>
                  <a:cubicBezTo>
                    <a:pt x="19" y="121"/>
                    <a:pt x="22" y="120"/>
                    <a:pt x="25" y="121"/>
                  </a:cubicBezTo>
                  <a:cubicBezTo>
                    <a:pt x="29" y="121"/>
                    <a:pt x="31" y="124"/>
                    <a:pt x="34" y="123"/>
                  </a:cubicBezTo>
                  <a:cubicBezTo>
                    <a:pt x="35" y="122"/>
                    <a:pt x="36" y="122"/>
                    <a:pt x="36" y="121"/>
                  </a:cubicBezTo>
                  <a:cubicBezTo>
                    <a:pt x="40" y="121"/>
                    <a:pt x="46" y="121"/>
                    <a:pt x="48" y="124"/>
                  </a:cubicBezTo>
                  <a:cubicBezTo>
                    <a:pt x="52" y="130"/>
                    <a:pt x="52" y="123"/>
                    <a:pt x="54" y="126"/>
                  </a:cubicBezTo>
                  <a:cubicBezTo>
                    <a:pt x="54" y="126"/>
                    <a:pt x="53" y="135"/>
                    <a:pt x="57" y="131"/>
                  </a:cubicBezTo>
                  <a:cubicBezTo>
                    <a:pt x="57" y="131"/>
                    <a:pt x="56" y="130"/>
                    <a:pt x="58" y="130"/>
                  </a:cubicBezTo>
                  <a:cubicBezTo>
                    <a:pt x="59" y="130"/>
                    <a:pt x="59" y="132"/>
                    <a:pt x="58" y="133"/>
                  </a:cubicBezTo>
                  <a:cubicBezTo>
                    <a:pt x="58" y="135"/>
                    <a:pt x="55" y="136"/>
                    <a:pt x="55" y="139"/>
                  </a:cubicBezTo>
                  <a:cubicBezTo>
                    <a:pt x="55" y="139"/>
                    <a:pt x="57" y="140"/>
                    <a:pt x="57" y="141"/>
                  </a:cubicBezTo>
                  <a:cubicBezTo>
                    <a:pt x="58" y="142"/>
                    <a:pt x="59" y="143"/>
                    <a:pt x="59" y="145"/>
                  </a:cubicBezTo>
                  <a:cubicBezTo>
                    <a:pt x="62" y="145"/>
                    <a:pt x="62" y="144"/>
                    <a:pt x="62" y="142"/>
                  </a:cubicBezTo>
                  <a:cubicBezTo>
                    <a:pt x="62" y="139"/>
                    <a:pt x="65" y="138"/>
                    <a:pt x="66" y="136"/>
                  </a:cubicBezTo>
                  <a:cubicBezTo>
                    <a:pt x="68" y="134"/>
                    <a:pt x="69" y="131"/>
                    <a:pt x="72" y="133"/>
                  </a:cubicBezTo>
                  <a:cubicBezTo>
                    <a:pt x="75" y="134"/>
                    <a:pt x="77" y="135"/>
                    <a:pt x="80" y="134"/>
                  </a:cubicBezTo>
                  <a:cubicBezTo>
                    <a:pt x="80" y="130"/>
                    <a:pt x="89" y="131"/>
                    <a:pt x="89" y="136"/>
                  </a:cubicBezTo>
                  <a:cubicBezTo>
                    <a:pt x="91" y="136"/>
                    <a:pt x="93" y="136"/>
                    <a:pt x="94" y="136"/>
                  </a:cubicBezTo>
                  <a:cubicBezTo>
                    <a:pt x="97" y="137"/>
                    <a:pt x="96" y="136"/>
                    <a:pt x="97" y="135"/>
                  </a:cubicBezTo>
                  <a:cubicBezTo>
                    <a:pt x="97" y="134"/>
                    <a:pt x="98" y="134"/>
                    <a:pt x="98" y="133"/>
                  </a:cubicBezTo>
                  <a:cubicBezTo>
                    <a:pt x="98" y="134"/>
                    <a:pt x="99" y="134"/>
                    <a:pt x="99" y="134"/>
                  </a:cubicBezTo>
                  <a:cubicBezTo>
                    <a:pt x="100" y="134"/>
                    <a:pt x="99" y="133"/>
                    <a:pt x="100" y="132"/>
                  </a:cubicBezTo>
                  <a:cubicBezTo>
                    <a:pt x="101" y="132"/>
                    <a:pt x="102" y="132"/>
                    <a:pt x="103" y="132"/>
                  </a:cubicBezTo>
                  <a:cubicBezTo>
                    <a:pt x="103" y="131"/>
                    <a:pt x="104" y="130"/>
                    <a:pt x="104" y="130"/>
                  </a:cubicBezTo>
                  <a:cubicBezTo>
                    <a:pt x="102" y="130"/>
                    <a:pt x="102" y="126"/>
                    <a:pt x="103" y="125"/>
                  </a:cubicBezTo>
                  <a:cubicBezTo>
                    <a:pt x="103" y="124"/>
                    <a:pt x="103" y="123"/>
                    <a:pt x="104" y="122"/>
                  </a:cubicBezTo>
                  <a:cubicBezTo>
                    <a:pt x="104" y="120"/>
                    <a:pt x="104" y="117"/>
                    <a:pt x="105" y="115"/>
                  </a:cubicBezTo>
                  <a:cubicBezTo>
                    <a:pt x="106" y="116"/>
                    <a:pt x="111" y="119"/>
                    <a:pt x="112" y="116"/>
                  </a:cubicBezTo>
                  <a:cubicBezTo>
                    <a:pt x="112" y="114"/>
                    <a:pt x="114" y="113"/>
                    <a:pt x="115" y="116"/>
                  </a:cubicBezTo>
                  <a:cubicBezTo>
                    <a:pt x="115" y="117"/>
                    <a:pt x="115" y="118"/>
                    <a:pt x="116" y="119"/>
                  </a:cubicBezTo>
                  <a:cubicBezTo>
                    <a:pt x="118" y="121"/>
                    <a:pt x="118" y="119"/>
                    <a:pt x="119" y="118"/>
                  </a:cubicBezTo>
                  <a:cubicBezTo>
                    <a:pt x="121" y="117"/>
                    <a:pt x="122" y="117"/>
                    <a:pt x="122" y="115"/>
                  </a:cubicBezTo>
                  <a:cubicBezTo>
                    <a:pt x="122" y="113"/>
                    <a:pt x="121" y="112"/>
                    <a:pt x="119" y="112"/>
                  </a:cubicBezTo>
                  <a:cubicBezTo>
                    <a:pt x="119" y="111"/>
                    <a:pt x="119" y="111"/>
                    <a:pt x="119" y="111"/>
                  </a:cubicBezTo>
                  <a:cubicBezTo>
                    <a:pt x="121" y="112"/>
                    <a:pt x="121" y="110"/>
                    <a:pt x="122" y="109"/>
                  </a:cubicBezTo>
                  <a:cubicBezTo>
                    <a:pt x="123" y="109"/>
                    <a:pt x="125" y="108"/>
                    <a:pt x="126" y="108"/>
                  </a:cubicBezTo>
                  <a:cubicBezTo>
                    <a:pt x="126" y="107"/>
                    <a:pt x="126" y="106"/>
                    <a:pt x="126" y="105"/>
                  </a:cubicBezTo>
                  <a:cubicBezTo>
                    <a:pt x="125" y="104"/>
                    <a:pt x="125" y="103"/>
                    <a:pt x="125" y="102"/>
                  </a:cubicBezTo>
                  <a:cubicBezTo>
                    <a:pt x="126" y="101"/>
                    <a:pt x="127" y="101"/>
                    <a:pt x="128" y="102"/>
                  </a:cubicBezTo>
                  <a:cubicBezTo>
                    <a:pt x="128" y="103"/>
                    <a:pt x="130" y="103"/>
                    <a:pt x="131" y="103"/>
                  </a:cubicBezTo>
                  <a:cubicBezTo>
                    <a:pt x="133" y="104"/>
                    <a:pt x="132" y="106"/>
                    <a:pt x="133" y="107"/>
                  </a:cubicBezTo>
                  <a:cubicBezTo>
                    <a:pt x="135" y="107"/>
                    <a:pt x="134" y="100"/>
                    <a:pt x="134" y="99"/>
                  </a:cubicBezTo>
                  <a:cubicBezTo>
                    <a:pt x="134" y="97"/>
                    <a:pt x="135" y="95"/>
                    <a:pt x="134" y="94"/>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2" name="Freeform 439">
              <a:extLst>
                <a:ext uri="{FF2B5EF4-FFF2-40B4-BE49-F238E27FC236}">
                  <a16:creationId xmlns:a16="http://schemas.microsoft.com/office/drawing/2014/main" id="{3F70B529-CF1B-4BC1-8FDF-58902D6ADBE1}"/>
                </a:ext>
              </a:extLst>
            </p:cNvPr>
            <p:cNvSpPr>
              <a:spLocks/>
            </p:cNvSpPr>
            <p:nvPr/>
          </p:nvSpPr>
          <p:spPr bwMode="auto">
            <a:xfrm>
              <a:off x="3125419" y="1215708"/>
              <a:ext cx="1160463" cy="838201"/>
            </a:xfrm>
            <a:custGeom>
              <a:avLst/>
              <a:gdLst>
                <a:gd name="T0" fmla="*/ 93 w 328"/>
                <a:gd name="T1" fmla="*/ 219 h 237"/>
                <a:gd name="T2" fmla="*/ 87 w 328"/>
                <a:gd name="T3" fmla="*/ 220 h 237"/>
                <a:gd name="T4" fmla="*/ 78 w 328"/>
                <a:gd name="T5" fmla="*/ 208 h 237"/>
                <a:gd name="T6" fmla="*/ 66 w 328"/>
                <a:gd name="T7" fmla="*/ 203 h 237"/>
                <a:gd name="T8" fmla="*/ 40 w 328"/>
                <a:gd name="T9" fmla="*/ 191 h 237"/>
                <a:gd name="T10" fmla="*/ 34 w 328"/>
                <a:gd name="T11" fmla="*/ 175 h 237"/>
                <a:gd name="T12" fmla="*/ 36 w 328"/>
                <a:gd name="T13" fmla="*/ 156 h 237"/>
                <a:gd name="T14" fmla="*/ 33 w 328"/>
                <a:gd name="T15" fmla="*/ 132 h 237"/>
                <a:gd name="T16" fmla="*/ 41 w 328"/>
                <a:gd name="T17" fmla="*/ 115 h 237"/>
                <a:gd name="T18" fmla="*/ 50 w 328"/>
                <a:gd name="T19" fmla="*/ 104 h 237"/>
                <a:gd name="T20" fmla="*/ 61 w 328"/>
                <a:gd name="T21" fmla="*/ 97 h 237"/>
                <a:gd name="T22" fmla="*/ 52 w 328"/>
                <a:gd name="T23" fmla="*/ 83 h 237"/>
                <a:gd name="T24" fmla="*/ 41 w 328"/>
                <a:gd name="T25" fmla="*/ 68 h 237"/>
                <a:gd name="T26" fmla="*/ 26 w 328"/>
                <a:gd name="T27" fmla="*/ 59 h 237"/>
                <a:gd name="T28" fmla="*/ 18 w 328"/>
                <a:gd name="T29" fmla="*/ 50 h 237"/>
                <a:gd name="T30" fmla="*/ 1 w 328"/>
                <a:gd name="T31" fmla="*/ 48 h 237"/>
                <a:gd name="T32" fmla="*/ 4 w 328"/>
                <a:gd name="T33" fmla="*/ 33 h 237"/>
                <a:gd name="T34" fmla="*/ 24 w 328"/>
                <a:gd name="T35" fmla="*/ 18 h 237"/>
                <a:gd name="T36" fmla="*/ 52 w 328"/>
                <a:gd name="T37" fmla="*/ 14 h 237"/>
                <a:gd name="T38" fmla="*/ 51 w 328"/>
                <a:gd name="T39" fmla="*/ 5 h 237"/>
                <a:gd name="T40" fmla="*/ 87 w 328"/>
                <a:gd name="T41" fmla="*/ 3 h 237"/>
                <a:gd name="T42" fmla="*/ 106 w 328"/>
                <a:gd name="T43" fmla="*/ 4 h 237"/>
                <a:gd name="T44" fmla="*/ 125 w 328"/>
                <a:gd name="T45" fmla="*/ 9 h 237"/>
                <a:gd name="T46" fmla="*/ 144 w 328"/>
                <a:gd name="T47" fmla="*/ 27 h 237"/>
                <a:gd name="T48" fmla="*/ 168 w 328"/>
                <a:gd name="T49" fmla="*/ 47 h 237"/>
                <a:gd name="T50" fmla="*/ 193 w 328"/>
                <a:gd name="T51" fmla="*/ 66 h 237"/>
                <a:gd name="T52" fmla="*/ 206 w 328"/>
                <a:gd name="T53" fmla="*/ 74 h 237"/>
                <a:gd name="T54" fmla="*/ 216 w 328"/>
                <a:gd name="T55" fmla="*/ 81 h 237"/>
                <a:gd name="T56" fmla="*/ 237 w 328"/>
                <a:gd name="T57" fmla="*/ 76 h 237"/>
                <a:gd name="T58" fmla="*/ 254 w 328"/>
                <a:gd name="T59" fmla="*/ 70 h 237"/>
                <a:gd name="T60" fmla="*/ 286 w 328"/>
                <a:gd name="T61" fmla="*/ 63 h 237"/>
                <a:gd name="T62" fmla="*/ 320 w 328"/>
                <a:gd name="T63" fmla="*/ 80 h 237"/>
                <a:gd name="T64" fmla="*/ 323 w 328"/>
                <a:gd name="T65" fmla="*/ 100 h 237"/>
                <a:gd name="T66" fmla="*/ 307 w 328"/>
                <a:gd name="T67" fmla="*/ 124 h 237"/>
                <a:gd name="T68" fmla="*/ 293 w 328"/>
                <a:gd name="T69" fmla="*/ 138 h 237"/>
                <a:gd name="T70" fmla="*/ 287 w 328"/>
                <a:gd name="T71" fmla="*/ 154 h 237"/>
                <a:gd name="T72" fmla="*/ 266 w 328"/>
                <a:gd name="T73" fmla="*/ 155 h 237"/>
                <a:gd name="T74" fmla="*/ 265 w 328"/>
                <a:gd name="T75" fmla="*/ 181 h 237"/>
                <a:gd name="T76" fmla="*/ 286 w 328"/>
                <a:gd name="T77" fmla="*/ 211 h 237"/>
                <a:gd name="T78" fmla="*/ 282 w 328"/>
                <a:gd name="T79" fmla="*/ 226 h 237"/>
                <a:gd name="T80" fmla="*/ 269 w 328"/>
                <a:gd name="T81" fmla="*/ 233 h 237"/>
                <a:gd name="T82" fmla="*/ 257 w 328"/>
                <a:gd name="T83" fmla="*/ 228 h 237"/>
                <a:gd name="T84" fmla="*/ 243 w 328"/>
                <a:gd name="T85" fmla="*/ 225 h 237"/>
                <a:gd name="T86" fmla="*/ 242 w 328"/>
                <a:gd name="T87" fmla="*/ 230 h 237"/>
                <a:gd name="T88" fmla="*/ 234 w 328"/>
                <a:gd name="T89" fmla="*/ 217 h 237"/>
                <a:gd name="T90" fmla="*/ 221 w 328"/>
                <a:gd name="T91" fmla="*/ 214 h 237"/>
                <a:gd name="T92" fmla="*/ 198 w 328"/>
                <a:gd name="T93" fmla="*/ 206 h 237"/>
                <a:gd name="T94" fmla="*/ 176 w 328"/>
                <a:gd name="T95" fmla="*/ 195 h 237"/>
                <a:gd name="T96" fmla="*/ 146 w 328"/>
                <a:gd name="T97" fmla="*/ 197 h 237"/>
                <a:gd name="T98" fmla="*/ 133 w 328"/>
                <a:gd name="T99" fmla="*/ 202 h 237"/>
                <a:gd name="T100" fmla="*/ 131 w 328"/>
                <a:gd name="T101" fmla="*/ 211 h 237"/>
                <a:gd name="T102" fmla="*/ 122 w 328"/>
                <a:gd name="T103" fmla="*/ 223 h 237"/>
                <a:gd name="T104" fmla="*/ 105 w 328"/>
                <a:gd name="T105" fmla="*/ 22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237">
                  <a:moveTo>
                    <a:pt x="105" y="227"/>
                  </a:moveTo>
                  <a:cubicBezTo>
                    <a:pt x="105" y="225"/>
                    <a:pt x="102" y="223"/>
                    <a:pt x="101" y="223"/>
                  </a:cubicBezTo>
                  <a:cubicBezTo>
                    <a:pt x="100" y="222"/>
                    <a:pt x="98" y="223"/>
                    <a:pt x="97" y="223"/>
                  </a:cubicBezTo>
                  <a:cubicBezTo>
                    <a:pt x="97" y="221"/>
                    <a:pt x="95" y="220"/>
                    <a:pt x="95" y="219"/>
                  </a:cubicBezTo>
                  <a:cubicBezTo>
                    <a:pt x="94" y="219"/>
                    <a:pt x="93" y="219"/>
                    <a:pt x="93" y="219"/>
                  </a:cubicBezTo>
                  <a:cubicBezTo>
                    <a:pt x="92" y="219"/>
                    <a:pt x="92" y="219"/>
                    <a:pt x="92" y="219"/>
                  </a:cubicBezTo>
                  <a:cubicBezTo>
                    <a:pt x="91" y="219"/>
                    <a:pt x="91" y="220"/>
                    <a:pt x="91" y="221"/>
                  </a:cubicBezTo>
                  <a:cubicBezTo>
                    <a:pt x="90" y="221"/>
                    <a:pt x="89" y="221"/>
                    <a:pt x="89" y="221"/>
                  </a:cubicBezTo>
                  <a:cubicBezTo>
                    <a:pt x="88" y="220"/>
                    <a:pt x="88" y="220"/>
                    <a:pt x="88" y="220"/>
                  </a:cubicBezTo>
                  <a:cubicBezTo>
                    <a:pt x="87" y="220"/>
                    <a:pt x="87" y="220"/>
                    <a:pt x="87" y="220"/>
                  </a:cubicBezTo>
                  <a:cubicBezTo>
                    <a:pt x="87" y="219"/>
                    <a:pt x="86" y="218"/>
                    <a:pt x="86" y="217"/>
                  </a:cubicBezTo>
                  <a:cubicBezTo>
                    <a:pt x="84" y="217"/>
                    <a:pt x="79" y="216"/>
                    <a:pt x="77" y="218"/>
                  </a:cubicBezTo>
                  <a:cubicBezTo>
                    <a:pt x="77" y="218"/>
                    <a:pt x="77" y="216"/>
                    <a:pt x="77" y="215"/>
                  </a:cubicBezTo>
                  <a:cubicBezTo>
                    <a:pt x="74" y="215"/>
                    <a:pt x="77" y="213"/>
                    <a:pt x="77" y="212"/>
                  </a:cubicBezTo>
                  <a:cubicBezTo>
                    <a:pt x="78" y="211"/>
                    <a:pt x="78" y="210"/>
                    <a:pt x="78" y="208"/>
                  </a:cubicBezTo>
                  <a:cubicBezTo>
                    <a:pt x="77" y="208"/>
                    <a:pt x="77" y="208"/>
                    <a:pt x="77" y="208"/>
                  </a:cubicBezTo>
                  <a:cubicBezTo>
                    <a:pt x="77" y="206"/>
                    <a:pt x="79" y="204"/>
                    <a:pt x="79" y="201"/>
                  </a:cubicBezTo>
                  <a:cubicBezTo>
                    <a:pt x="77" y="201"/>
                    <a:pt x="76" y="202"/>
                    <a:pt x="75" y="202"/>
                  </a:cubicBezTo>
                  <a:cubicBezTo>
                    <a:pt x="75" y="203"/>
                    <a:pt x="75" y="204"/>
                    <a:pt x="75" y="205"/>
                  </a:cubicBezTo>
                  <a:cubicBezTo>
                    <a:pt x="72" y="205"/>
                    <a:pt x="70" y="203"/>
                    <a:pt x="66" y="203"/>
                  </a:cubicBezTo>
                  <a:cubicBezTo>
                    <a:pt x="66" y="204"/>
                    <a:pt x="66" y="204"/>
                    <a:pt x="66" y="204"/>
                  </a:cubicBezTo>
                  <a:cubicBezTo>
                    <a:pt x="61" y="205"/>
                    <a:pt x="63" y="200"/>
                    <a:pt x="60" y="198"/>
                  </a:cubicBezTo>
                  <a:cubicBezTo>
                    <a:pt x="59" y="198"/>
                    <a:pt x="58" y="199"/>
                    <a:pt x="56" y="198"/>
                  </a:cubicBezTo>
                  <a:cubicBezTo>
                    <a:pt x="55" y="197"/>
                    <a:pt x="55" y="195"/>
                    <a:pt x="53" y="195"/>
                  </a:cubicBezTo>
                  <a:cubicBezTo>
                    <a:pt x="52" y="191"/>
                    <a:pt x="43" y="191"/>
                    <a:pt x="40" y="191"/>
                  </a:cubicBezTo>
                  <a:cubicBezTo>
                    <a:pt x="41" y="187"/>
                    <a:pt x="38" y="186"/>
                    <a:pt x="35" y="186"/>
                  </a:cubicBezTo>
                  <a:cubicBezTo>
                    <a:pt x="35" y="184"/>
                    <a:pt x="35" y="183"/>
                    <a:pt x="35" y="181"/>
                  </a:cubicBezTo>
                  <a:cubicBezTo>
                    <a:pt x="35" y="181"/>
                    <a:pt x="35" y="181"/>
                    <a:pt x="35" y="181"/>
                  </a:cubicBezTo>
                  <a:cubicBezTo>
                    <a:pt x="35" y="180"/>
                    <a:pt x="35" y="179"/>
                    <a:pt x="35" y="178"/>
                  </a:cubicBezTo>
                  <a:cubicBezTo>
                    <a:pt x="34" y="177"/>
                    <a:pt x="34" y="177"/>
                    <a:pt x="34" y="175"/>
                  </a:cubicBezTo>
                  <a:cubicBezTo>
                    <a:pt x="34" y="175"/>
                    <a:pt x="35" y="174"/>
                    <a:pt x="36" y="173"/>
                  </a:cubicBezTo>
                  <a:cubicBezTo>
                    <a:pt x="36" y="172"/>
                    <a:pt x="36" y="170"/>
                    <a:pt x="36" y="170"/>
                  </a:cubicBezTo>
                  <a:cubicBezTo>
                    <a:pt x="36" y="168"/>
                    <a:pt x="36" y="167"/>
                    <a:pt x="35" y="165"/>
                  </a:cubicBezTo>
                  <a:cubicBezTo>
                    <a:pt x="35" y="165"/>
                    <a:pt x="34" y="163"/>
                    <a:pt x="34" y="163"/>
                  </a:cubicBezTo>
                  <a:cubicBezTo>
                    <a:pt x="34" y="160"/>
                    <a:pt x="36" y="159"/>
                    <a:pt x="36" y="156"/>
                  </a:cubicBezTo>
                  <a:cubicBezTo>
                    <a:pt x="36" y="156"/>
                    <a:pt x="36" y="155"/>
                    <a:pt x="36" y="155"/>
                  </a:cubicBezTo>
                  <a:cubicBezTo>
                    <a:pt x="36" y="154"/>
                    <a:pt x="35" y="154"/>
                    <a:pt x="35" y="153"/>
                  </a:cubicBezTo>
                  <a:cubicBezTo>
                    <a:pt x="35" y="152"/>
                    <a:pt x="35" y="152"/>
                    <a:pt x="36" y="151"/>
                  </a:cubicBezTo>
                  <a:cubicBezTo>
                    <a:pt x="36" y="149"/>
                    <a:pt x="35" y="147"/>
                    <a:pt x="34" y="145"/>
                  </a:cubicBezTo>
                  <a:cubicBezTo>
                    <a:pt x="33" y="141"/>
                    <a:pt x="33" y="137"/>
                    <a:pt x="33" y="132"/>
                  </a:cubicBezTo>
                  <a:cubicBezTo>
                    <a:pt x="32" y="132"/>
                    <a:pt x="32" y="132"/>
                    <a:pt x="32" y="132"/>
                  </a:cubicBezTo>
                  <a:cubicBezTo>
                    <a:pt x="32" y="130"/>
                    <a:pt x="32" y="127"/>
                    <a:pt x="32" y="125"/>
                  </a:cubicBezTo>
                  <a:cubicBezTo>
                    <a:pt x="30" y="124"/>
                    <a:pt x="32" y="120"/>
                    <a:pt x="32" y="119"/>
                  </a:cubicBezTo>
                  <a:cubicBezTo>
                    <a:pt x="32" y="118"/>
                    <a:pt x="32" y="116"/>
                    <a:pt x="33" y="115"/>
                  </a:cubicBezTo>
                  <a:cubicBezTo>
                    <a:pt x="34" y="114"/>
                    <a:pt x="39" y="115"/>
                    <a:pt x="41" y="115"/>
                  </a:cubicBezTo>
                  <a:cubicBezTo>
                    <a:pt x="43" y="115"/>
                    <a:pt x="42" y="116"/>
                    <a:pt x="43" y="113"/>
                  </a:cubicBezTo>
                  <a:cubicBezTo>
                    <a:pt x="44" y="112"/>
                    <a:pt x="44" y="111"/>
                    <a:pt x="45" y="110"/>
                  </a:cubicBezTo>
                  <a:cubicBezTo>
                    <a:pt x="45" y="109"/>
                    <a:pt x="44" y="106"/>
                    <a:pt x="45" y="106"/>
                  </a:cubicBezTo>
                  <a:cubicBezTo>
                    <a:pt x="45" y="105"/>
                    <a:pt x="48" y="105"/>
                    <a:pt x="49" y="105"/>
                  </a:cubicBezTo>
                  <a:cubicBezTo>
                    <a:pt x="49" y="105"/>
                    <a:pt x="50" y="104"/>
                    <a:pt x="50" y="104"/>
                  </a:cubicBezTo>
                  <a:cubicBezTo>
                    <a:pt x="51" y="103"/>
                    <a:pt x="52" y="103"/>
                    <a:pt x="53" y="103"/>
                  </a:cubicBezTo>
                  <a:cubicBezTo>
                    <a:pt x="54" y="103"/>
                    <a:pt x="55" y="104"/>
                    <a:pt x="56" y="103"/>
                  </a:cubicBezTo>
                  <a:cubicBezTo>
                    <a:pt x="57" y="103"/>
                    <a:pt x="57" y="102"/>
                    <a:pt x="58" y="101"/>
                  </a:cubicBezTo>
                  <a:cubicBezTo>
                    <a:pt x="58" y="101"/>
                    <a:pt x="60" y="101"/>
                    <a:pt x="60" y="100"/>
                  </a:cubicBezTo>
                  <a:cubicBezTo>
                    <a:pt x="61" y="99"/>
                    <a:pt x="60" y="98"/>
                    <a:pt x="61" y="97"/>
                  </a:cubicBezTo>
                  <a:cubicBezTo>
                    <a:pt x="61" y="96"/>
                    <a:pt x="61" y="96"/>
                    <a:pt x="62" y="95"/>
                  </a:cubicBezTo>
                  <a:cubicBezTo>
                    <a:pt x="63" y="94"/>
                    <a:pt x="64" y="91"/>
                    <a:pt x="63" y="90"/>
                  </a:cubicBezTo>
                  <a:cubicBezTo>
                    <a:pt x="62" y="88"/>
                    <a:pt x="60" y="89"/>
                    <a:pt x="58" y="88"/>
                  </a:cubicBezTo>
                  <a:cubicBezTo>
                    <a:pt x="57" y="86"/>
                    <a:pt x="55" y="86"/>
                    <a:pt x="54" y="85"/>
                  </a:cubicBezTo>
                  <a:cubicBezTo>
                    <a:pt x="53" y="84"/>
                    <a:pt x="53" y="83"/>
                    <a:pt x="52" y="83"/>
                  </a:cubicBezTo>
                  <a:cubicBezTo>
                    <a:pt x="51" y="82"/>
                    <a:pt x="50" y="83"/>
                    <a:pt x="49" y="83"/>
                  </a:cubicBezTo>
                  <a:cubicBezTo>
                    <a:pt x="46" y="81"/>
                    <a:pt x="47" y="74"/>
                    <a:pt x="50" y="74"/>
                  </a:cubicBezTo>
                  <a:cubicBezTo>
                    <a:pt x="50" y="73"/>
                    <a:pt x="51" y="72"/>
                    <a:pt x="52" y="72"/>
                  </a:cubicBezTo>
                  <a:cubicBezTo>
                    <a:pt x="52" y="72"/>
                    <a:pt x="52" y="71"/>
                    <a:pt x="52" y="70"/>
                  </a:cubicBezTo>
                  <a:cubicBezTo>
                    <a:pt x="49" y="68"/>
                    <a:pt x="45" y="69"/>
                    <a:pt x="41" y="68"/>
                  </a:cubicBezTo>
                  <a:cubicBezTo>
                    <a:pt x="40" y="68"/>
                    <a:pt x="39" y="68"/>
                    <a:pt x="39" y="67"/>
                  </a:cubicBezTo>
                  <a:cubicBezTo>
                    <a:pt x="38" y="67"/>
                    <a:pt x="37" y="66"/>
                    <a:pt x="36" y="65"/>
                  </a:cubicBezTo>
                  <a:cubicBezTo>
                    <a:pt x="35" y="64"/>
                    <a:pt x="33" y="65"/>
                    <a:pt x="32" y="64"/>
                  </a:cubicBezTo>
                  <a:cubicBezTo>
                    <a:pt x="30" y="64"/>
                    <a:pt x="30" y="62"/>
                    <a:pt x="29" y="61"/>
                  </a:cubicBezTo>
                  <a:cubicBezTo>
                    <a:pt x="28" y="60"/>
                    <a:pt x="27" y="61"/>
                    <a:pt x="26" y="59"/>
                  </a:cubicBezTo>
                  <a:cubicBezTo>
                    <a:pt x="26" y="58"/>
                    <a:pt x="26" y="57"/>
                    <a:pt x="26" y="55"/>
                  </a:cubicBezTo>
                  <a:cubicBezTo>
                    <a:pt x="25" y="54"/>
                    <a:pt x="24" y="53"/>
                    <a:pt x="24" y="52"/>
                  </a:cubicBezTo>
                  <a:cubicBezTo>
                    <a:pt x="23" y="52"/>
                    <a:pt x="21" y="52"/>
                    <a:pt x="21" y="52"/>
                  </a:cubicBezTo>
                  <a:cubicBezTo>
                    <a:pt x="20" y="51"/>
                    <a:pt x="19" y="52"/>
                    <a:pt x="19" y="52"/>
                  </a:cubicBezTo>
                  <a:cubicBezTo>
                    <a:pt x="18" y="51"/>
                    <a:pt x="19" y="50"/>
                    <a:pt x="18" y="50"/>
                  </a:cubicBezTo>
                  <a:cubicBezTo>
                    <a:pt x="16" y="50"/>
                    <a:pt x="15" y="52"/>
                    <a:pt x="12" y="51"/>
                  </a:cubicBezTo>
                  <a:cubicBezTo>
                    <a:pt x="12" y="51"/>
                    <a:pt x="12" y="51"/>
                    <a:pt x="12" y="51"/>
                  </a:cubicBezTo>
                  <a:cubicBezTo>
                    <a:pt x="10" y="50"/>
                    <a:pt x="10" y="53"/>
                    <a:pt x="8" y="52"/>
                  </a:cubicBezTo>
                  <a:cubicBezTo>
                    <a:pt x="8" y="50"/>
                    <a:pt x="4" y="51"/>
                    <a:pt x="4" y="48"/>
                  </a:cubicBezTo>
                  <a:cubicBezTo>
                    <a:pt x="4" y="48"/>
                    <a:pt x="2" y="48"/>
                    <a:pt x="1" y="48"/>
                  </a:cubicBezTo>
                  <a:cubicBezTo>
                    <a:pt x="0" y="47"/>
                    <a:pt x="2" y="47"/>
                    <a:pt x="2" y="46"/>
                  </a:cubicBezTo>
                  <a:cubicBezTo>
                    <a:pt x="2" y="44"/>
                    <a:pt x="3" y="43"/>
                    <a:pt x="2" y="41"/>
                  </a:cubicBezTo>
                  <a:cubicBezTo>
                    <a:pt x="2" y="40"/>
                    <a:pt x="1" y="40"/>
                    <a:pt x="1" y="39"/>
                  </a:cubicBezTo>
                  <a:cubicBezTo>
                    <a:pt x="1" y="39"/>
                    <a:pt x="3" y="37"/>
                    <a:pt x="3" y="36"/>
                  </a:cubicBezTo>
                  <a:cubicBezTo>
                    <a:pt x="3" y="35"/>
                    <a:pt x="3" y="34"/>
                    <a:pt x="4" y="33"/>
                  </a:cubicBezTo>
                  <a:cubicBezTo>
                    <a:pt x="5" y="31"/>
                    <a:pt x="7" y="33"/>
                    <a:pt x="9" y="33"/>
                  </a:cubicBezTo>
                  <a:cubicBezTo>
                    <a:pt x="10" y="32"/>
                    <a:pt x="10" y="32"/>
                    <a:pt x="10" y="32"/>
                  </a:cubicBezTo>
                  <a:cubicBezTo>
                    <a:pt x="10" y="27"/>
                    <a:pt x="18" y="28"/>
                    <a:pt x="17" y="23"/>
                  </a:cubicBezTo>
                  <a:cubicBezTo>
                    <a:pt x="19" y="23"/>
                    <a:pt x="21" y="23"/>
                    <a:pt x="22" y="23"/>
                  </a:cubicBezTo>
                  <a:cubicBezTo>
                    <a:pt x="23" y="22"/>
                    <a:pt x="23" y="20"/>
                    <a:pt x="24" y="18"/>
                  </a:cubicBezTo>
                  <a:cubicBezTo>
                    <a:pt x="26" y="18"/>
                    <a:pt x="27" y="17"/>
                    <a:pt x="27" y="15"/>
                  </a:cubicBezTo>
                  <a:cubicBezTo>
                    <a:pt x="28" y="14"/>
                    <a:pt x="29" y="13"/>
                    <a:pt x="30" y="12"/>
                  </a:cubicBezTo>
                  <a:cubicBezTo>
                    <a:pt x="31" y="12"/>
                    <a:pt x="33" y="12"/>
                    <a:pt x="34" y="12"/>
                  </a:cubicBezTo>
                  <a:cubicBezTo>
                    <a:pt x="37" y="12"/>
                    <a:pt x="40" y="11"/>
                    <a:pt x="43" y="12"/>
                  </a:cubicBezTo>
                  <a:cubicBezTo>
                    <a:pt x="46" y="13"/>
                    <a:pt x="48" y="15"/>
                    <a:pt x="52" y="14"/>
                  </a:cubicBezTo>
                  <a:cubicBezTo>
                    <a:pt x="53" y="14"/>
                    <a:pt x="54" y="13"/>
                    <a:pt x="56" y="13"/>
                  </a:cubicBezTo>
                  <a:cubicBezTo>
                    <a:pt x="58" y="13"/>
                    <a:pt x="59" y="13"/>
                    <a:pt x="60" y="13"/>
                  </a:cubicBezTo>
                  <a:cubicBezTo>
                    <a:pt x="60" y="12"/>
                    <a:pt x="60" y="11"/>
                    <a:pt x="60" y="10"/>
                  </a:cubicBezTo>
                  <a:cubicBezTo>
                    <a:pt x="59" y="10"/>
                    <a:pt x="59" y="10"/>
                    <a:pt x="58" y="9"/>
                  </a:cubicBezTo>
                  <a:cubicBezTo>
                    <a:pt x="57" y="5"/>
                    <a:pt x="54" y="7"/>
                    <a:pt x="51" y="5"/>
                  </a:cubicBezTo>
                  <a:cubicBezTo>
                    <a:pt x="53" y="4"/>
                    <a:pt x="59" y="6"/>
                    <a:pt x="62" y="6"/>
                  </a:cubicBezTo>
                  <a:cubicBezTo>
                    <a:pt x="66" y="7"/>
                    <a:pt x="68" y="9"/>
                    <a:pt x="72" y="8"/>
                  </a:cubicBezTo>
                  <a:cubicBezTo>
                    <a:pt x="72" y="8"/>
                    <a:pt x="72" y="7"/>
                    <a:pt x="72" y="6"/>
                  </a:cubicBezTo>
                  <a:cubicBezTo>
                    <a:pt x="75" y="6"/>
                    <a:pt x="77" y="5"/>
                    <a:pt x="80" y="4"/>
                  </a:cubicBezTo>
                  <a:cubicBezTo>
                    <a:pt x="82" y="4"/>
                    <a:pt x="84" y="2"/>
                    <a:pt x="87" y="3"/>
                  </a:cubicBezTo>
                  <a:cubicBezTo>
                    <a:pt x="88" y="3"/>
                    <a:pt x="89" y="4"/>
                    <a:pt x="90" y="4"/>
                  </a:cubicBezTo>
                  <a:cubicBezTo>
                    <a:pt x="92" y="3"/>
                    <a:pt x="92" y="1"/>
                    <a:pt x="93" y="1"/>
                  </a:cubicBezTo>
                  <a:cubicBezTo>
                    <a:pt x="94" y="1"/>
                    <a:pt x="96" y="0"/>
                    <a:pt x="97" y="1"/>
                  </a:cubicBezTo>
                  <a:cubicBezTo>
                    <a:pt x="98" y="1"/>
                    <a:pt x="98" y="2"/>
                    <a:pt x="100" y="3"/>
                  </a:cubicBezTo>
                  <a:cubicBezTo>
                    <a:pt x="101" y="6"/>
                    <a:pt x="103" y="5"/>
                    <a:pt x="106" y="4"/>
                  </a:cubicBezTo>
                  <a:cubicBezTo>
                    <a:pt x="107" y="3"/>
                    <a:pt x="109" y="4"/>
                    <a:pt x="110" y="4"/>
                  </a:cubicBezTo>
                  <a:cubicBezTo>
                    <a:pt x="111" y="4"/>
                    <a:pt x="112" y="3"/>
                    <a:pt x="112" y="4"/>
                  </a:cubicBezTo>
                  <a:cubicBezTo>
                    <a:pt x="113" y="4"/>
                    <a:pt x="113" y="4"/>
                    <a:pt x="113" y="5"/>
                  </a:cubicBezTo>
                  <a:cubicBezTo>
                    <a:pt x="115" y="6"/>
                    <a:pt x="118" y="6"/>
                    <a:pt x="120" y="6"/>
                  </a:cubicBezTo>
                  <a:cubicBezTo>
                    <a:pt x="124" y="6"/>
                    <a:pt x="125" y="6"/>
                    <a:pt x="125" y="9"/>
                  </a:cubicBezTo>
                  <a:cubicBezTo>
                    <a:pt x="125" y="11"/>
                    <a:pt x="124" y="14"/>
                    <a:pt x="125" y="16"/>
                  </a:cubicBezTo>
                  <a:cubicBezTo>
                    <a:pt x="125" y="17"/>
                    <a:pt x="126" y="18"/>
                    <a:pt x="128" y="18"/>
                  </a:cubicBezTo>
                  <a:cubicBezTo>
                    <a:pt x="129" y="17"/>
                    <a:pt x="129" y="16"/>
                    <a:pt x="130" y="16"/>
                  </a:cubicBezTo>
                  <a:cubicBezTo>
                    <a:pt x="135" y="14"/>
                    <a:pt x="139" y="18"/>
                    <a:pt x="142" y="21"/>
                  </a:cubicBezTo>
                  <a:cubicBezTo>
                    <a:pt x="143" y="23"/>
                    <a:pt x="143" y="25"/>
                    <a:pt x="144" y="27"/>
                  </a:cubicBezTo>
                  <a:cubicBezTo>
                    <a:pt x="145" y="29"/>
                    <a:pt x="146" y="31"/>
                    <a:pt x="147" y="33"/>
                  </a:cubicBezTo>
                  <a:cubicBezTo>
                    <a:pt x="148" y="34"/>
                    <a:pt x="150" y="34"/>
                    <a:pt x="151" y="35"/>
                  </a:cubicBezTo>
                  <a:cubicBezTo>
                    <a:pt x="152" y="36"/>
                    <a:pt x="152" y="38"/>
                    <a:pt x="154" y="39"/>
                  </a:cubicBezTo>
                  <a:cubicBezTo>
                    <a:pt x="157" y="40"/>
                    <a:pt x="161" y="37"/>
                    <a:pt x="163" y="41"/>
                  </a:cubicBezTo>
                  <a:cubicBezTo>
                    <a:pt x="164" y="43"/>
                    <a:pt x="164" y="46"/>
                    <a:pt x="168" y="47"/>
                  </a:cubicBezTo>
                  <a:cubicBezTo>
                    <a:pt x="171" y="48"/>
                    <a:pt x="172" y="47"/>
                    <a:pt x="174" y="49"/>
                  </a:cubicBezTo>
                  <a:cubicBezTo>
                    <a:pt x="175" y="50"/>
                    <a:pt x="176" y="52"/>
                    <a:pt x="177" y="54"/>
                  </a:cubicBezTo>
                  <a:cubicBezTo>
                    <a:pt x="177" y="57"/>
                    <a:pt x="176" y="60"/>
                    <a:pt x="179" y="63"/>
                  </a:cubicBezTo>
                  <a:cubicBezTo>
                    <a:pt x="181" y="65"/>
                    <a:pt x="182" y="65"/>
                    <a:pt x="186" y="65"/>
                  </a:cubicBezTo>
                  <a:cubicBezTo>
                    <a:pt x="188" y="65"/>
                    <a:pt x="191" y="65"/>
                    <a:pt x="193" y="66"/>
                  </a:cubicBezTo>
                  <a:cubicBezTo>
                    <a:pt x="194" y="67"/>
                    <a:pt x="194" y="68"/>
                    <a:pt x="195" y="69"/>
                  </a:cubicBezTo>
                  <a:cubicBezTo>
                    <a:pt x="195" y="69"/>
                    <a:pt x="197" y="70"/>
                    <a:pt x="198" y="70"/>
                  </a:cubicBezTo>
                  <a:cubicBezTo>
                    <a:pt x="200" y="70"/>
                    <a:pt x="202" y="70"/>
                    <a:pt x="204" y="72"/>
                  </a:cubicBezTo>
                  <a:cubicBezTo>
                    <a:pt x="204" y="72"/>
                    <a:pt x="204" y="73"/>
                    <a:pt x="205" y="73"/>
                  </a:cubicBezTo>
                  <a:cubicBezTo>
                    <a:pt x="205" y="73"/>
                    <a:pt x="206" y="73"/>
                    <a:pt x="206" y="74"/>
                  </a:cubicBezTo>
                  <a:cubicBezTo>
                    <a:pt x="207" y="75"/>
                    <a:pt x="207" y="75"/>
                    <a:pt x="207" y="77"/>
                  </a:cubicBezTo>
                  <a:cubicBezTo>
                    <a:pt x="205" y="77"/>
                    <a:pt x="197" y="80"/>
                    <a:pt x="201" y="82"/>
                  </a:cubicBezTo>
                  <a:cubicBezTo>
                    <a:pt x="202" y="82"/>
                    <a:pt x="205" y="81"/>
                    <a:pt x="206" y="81"/>
                  </a:cubicBezTo>
                  <a:cubicBezTo>
                    <a:pt x="208" y="81"/>
                    <a:pt x="209" y="81"/>
                    <a:pt x="211" y="81"/>
                  </a:cubicBezTo>
                  <a:cubicBezTo>
                    <a:pt x="213" y="81"/>
                    <a:pt x="214" y="82"/>
                    <a:pt x="216" y="81"/>
                  </a:cubicBezTo>
                  <a:cubicBezTo>
                    <a:pt x="218" y="81"/>
                    <a:pt x="218" y="80"/>
                    <a:pt x="220" y="81"/>
                  </a:cubicBezTo>
                  <a:cubicBezTo>
                    <a:pt x="222" y="82"/>
                    <a:pt x="223" y="83"/>
                    <a:pt x="225" y="81"/>
                  </a:cubicBezTo>
                  <a:cubicBezTo>
                    <a:pt x="226" y="79"/>
                    <a:pt x="225" y="78"/>
                    <a:pt x="228" y="77"/>
                  </a:cubicBezTo>
                  <a:cubicBezTo>
                    <a:pt x="230" y="77"/>
                    <a:pt x="233" y="78"/>
                    <a:pt x="236" y="78"/>
                  </a:cubicBezTo>
                  <a:cubicBezTo>
                    <a:pt x="236" y="77"/>
                    <a:pt x="237" y="77"/>
                    <a:pt x="237" y="76"/>
                  </a:cubicBezTo>
                  <a:cubicBezTo>
                    <a:pt x="238" y="76"/>
                    <a:pt x="239" y="76"/>
                    <a:pt x="239" y="75"/>
                  </a:cubicBezTo>
                  <a:cubicBezTo>
                    <a:pt x="240" y="75"/>
                    <a:pt x="241" y="74"/>
                    <a:pt x="242" y="73"/>
                  </a:cubicBezTo>
                  <a:cubicBezTo>
                    <a:pt x="243" y="73"/>
                    <a:pt x="244" y="74"/>
                    <a:pt x="245" y="74"/>
                  </a:cubicBezTo>
                  <a:cubicBezTo>
                    <a:pt x="246" y="73"/>
                    <a:pt x="247" y="73"/>
                    <a:pt x="248" y="72"/>
                  </a:cubicBezTo>
                  <a:cubicBezTo>
                    <a:pt x="250" y="71"/>
                    <a:pt x="252" y="71"/>
                    <a:pt x="254" y="70"/>
                  </a:cubicBezTo>
                  <a:cubicBezTo>
                    <a:pt x="256" y="69"/>
                    <a:pt x="258" y="68"/>
                    <a:pt x="260" y="67"/>
                  </a:cubicBezTo>
                  <a:cubicBezTo>
                    <a:pt x="263" y="66"/>
                    <a:pt x="269" y="68"/>
                    <a:pt x="272" y="68"/>
                  </a:cubicBezTo>
                  <a:cubicBezTo>
                    <a:pt x="274" y="68"/>
                    <a:pt x="277" y="69"/>
                    <a:pt x="278" y="68"/>
                  </a:cubicBezTo>
                  <a:cubicBezTo>
                    <a:pt x="280" y="68"/>
                    <a:pt x="280" y="66"/>
                    <a:pt x="281" y="64"/>
                  </a:cubicBezTo>
                  <a:cubicBezTo>
                    <a:pt x="282" y="64"/>
                    <a:pt x="283" y="62"/>
                    <a:pt x="286" y="63"/>
                  </a:cubicBezTo>
                  <a:cubicBezTo>
                    <a:pt x="287" y="64"/>
                    <a:pt x="288" y="65"/>
                    <a:pt x="288" y="67"/>
                  </a:cubicBezTo>
                  <a:cubicBezTo>
                    <a:pt x="291" y="67"/>
                    <a:pt x="295" y="69"/>
                    <a:pt x="298" y="70"/>
                  </a:cubicBezTo>
                  <a:cubicBezTo>
                    <a:pt x="302" y="72"/>
                    <a:pt x="304" y="73"/>
                    <a:pt x="308" y="72"/>
                  </a:cubicBezTo>
                  <a:cubicBezTo>
                    <a:pt x="313" y="71"/>
                    <a:pt x="314" y="72"/>
                    <a:pt x="316" y="76"/>
                  </a:cubicBezTo>
                  <a:cubicBezTo>
                    <a:pt x="317" y="77"/>
                    <a:pt x="318" y="79"/>
                    <a:pt x="320" y="80"/>
                  </a:cubicBezTo>
                  <a:cubicBezTo>
                    <a:pt x="321" y="80"/>
                    <a:pt x="322" y="80"/>
                    <a:pt x="323" y="80"/>
                  </a:cubicBezTo>
                  <a:cubicBezTo>
                    <a:pt x="323" y="81"/>
                    <a:pt x="324" y="81"/>
                    <a:pt x="324" y="81"/>
                  </a:cubicBezTo>
                  <a:cubicBezTo>
                    <a:pt x="325" y="83"/>
                    <a:pt x="326" y="84"/>
                    <a:pt x="326" y="85"/>
                  </a:cubicBezTo>
                  <a:cubicBezTo>
                    <a:pt x="328" y="88"/>
                    <a:pt x="326" y="88"/>
                    <a:pt x="325" y="90"/>
                  </a:cubicBezTo>
                  <a:cubicBezTo>
                    <a:pt x="323" y="93"/>
                    <a:pt x="325" y="97"/>
                    <a:pt x="323" y="100"/>
                  </a:cubicBezTo>
                  <a:cubicBezTo>
                    <a:pt x="319" y="101"/>
                    <a:pt x="321" y="107"/>
                    <a:pt x="320" y="110"/>
                  </a:cubicBezTo>
                  <a:cubicBezTo>
                    <a:pt x="319" y="110"/>
                    <a:pt x="319" y="112"/>
                    <a:pt x="319" y="113"/>
                  </a:cubicBezTo>
                  <a:cubicBezTo>
                    <a:pt x="318" y="115"/>
                    <a:pt x="318" y="115"/>
                    <a:pt x="317" y="116"/>
                  </a:cubicBezTo>
                  <a:cubicBezTo>
                    <a:pt x="315" y="119"/>
                    <a:pt x="315" y="121"/>
                    <a:pt x="315" y="124"/>
                  </a:cubicBezTo>
                  <a:cubicBezTo>
                    <a:pt x="312" y="124"/>
                    <a:pt x="310" y="123"/>
                    <a:pt x="307" y="124"/>
                  </a:cubicBezTo>
                  <a:cubicBezTo>
                    <a:pt x="305" y="126"/>
                    <a:pt x="303" y="127"/>
                    <a:pt x="302" y="129"/>
                  </a:cubicBezTo>
                  <a:cubicBezTo>
                    <a:pt x="302" y="130"/>
                    <a:pt x="303" y="132"/>
                    <a:pt x="302" y="133"/>
                  </a:cubicBezTo>
                  <a:cubicBezTo>
                    <a:pt x="301" y="134"/>
                    <a:pt x="298" y="133"/>
                    <a:pt x="297" y="133"/>
                  </a:cubicBezTo>
                  <a:cubicBezTo>
                    <a:pt x="295" y="133"/>
                    <a:pt x="293" y="134"/>
                    <a:pt x="291" y="134"/>
                  </a:cubicBezTo>
                  <a:cubicBezTo>
                    <a:pt x="292" y="135"/>
                    <a:pt x="293" y="137"/>
                    <a:pt x="293" y="138"/>
                  </a:cubicBezTo>
                  <a:cubicBezTo>
                    <a:pt x="293" y="140"/>
                    <a:pt x="292" y="141"/>
                    <a:pt x="292" y="142"/>
                  </a:cubicBezTo>
                  <a:cubicBezTo>
                    <a:pt x="292" y="143"/>
                    <a:pt x="293" y="144"/>
                    <a:pt x="293" y="145"/>
                  </a:cubicBezTo>
                  <a:cubicBezTo>
                    <a:pt x="293" y="147"/>
                    <a:pt x="291" y="149"/>
                    <a:pt x="289" y="150"/>
                  </a:cubicBezTo>
                  <a:cubicBezTo>
                    <a:pt x="288" y="151"/>
                    <a:pt x="287" y="150"/>
                    <a:pt x="287" y="152"/>
                  </a:cubicBezTo>
                  <a:cubicBezTo>
                    <a:pt x="287" y="152"/>
                    <a:pt x="287" y="154"/>
                    <a:pt x="287" y="154"/>
                  </a:cubicBezTo>
                  <a:cubicBezTo>
                    <a:pt x="285" y="154"/>
                    <a:pt x="284" y="154"/>
                    <a:pt x="282" y="154"/>
                  </a:cubicBezTo>
                  <a:cubicBezTo>
                    <a:pt x="279" y="155"/>
                    <a:pt x="278" y="154"/>
                    <a:pt x="276" y="153"/>
                  </a:cubicBezTo>
                  <a:cubicBezTo>
                    <a:pt x="275" y="153"/>
                    <a:pt x="274" y="153"/>
                    <a:pt x="273" y="153"/>
                  </a:cubicBezTo>
                  <a:cubicBezTo>
                    <a:pt x="272" y="153"/>
                    <a:pt x="271" y="152"/>
                    <a:pt x="270" y="152"/>
                  </a:cubicBezTo>
                  <a:cubicBezTo>
                    <a:pt x="269" y="152"/>
                    <a:pt x="267" y="154"/>
                    <a:pt x="266" y="155"/>
                  </a:cubicBezTo>
                  <a:cubicBezTo>
                    <a:pt x="266" y="155"/>
                    <a:pt x="266" y="155"/>
                    <a:pt x="266" y="155"/>
                  </a:cubicBezTo>
                  <a:cubicBezTo>
                    <a:pt x="268" y="160"/>
                    <a:pt x="269" y="165"/>
                    <a:pt x="271" y="169"/>
                  </a:cubicBezTo>
                  <a:cubicBezTo>
                    <a:pt x="272" y="171"/>
                    <a:pt x="272" y="171"/>
                    <a:pt x="271" y="172"/>
                  </a:cubicBezTo>
                  <a:cubicBezTo>
                    <a:pt x="265" y="173"/>
                    <a:pt x="265" y="173"/>
                    <a:pt x="265" y="173"/>
                  </a:cubicBezTo>
                  <a:cubicBezTo>
                    <a:pt x="266" y="175"/>
                    <a:pt x="265" y="178"/>
                    <a:pt x="265" y="181"/>
                  </a:cubicBezTo>
                  <a:cubicBezTo>
                    <a:pt x="266" y="185"/>
                    <a:pt x="270" y="189"/>
                    <a:pt x="274" y="190"/>
                  </a:cubicBezTo>
                  <a:cubicBezTo>
                    <a:pt x="278" y="190"/>
                    <a:pt x="287" y="190"/>
                    <a:pt x="283" y="196"/>
                  </a:cubicBezTo>
                  <a:cubicBezTo>
                    <a:pt x="282" y="198"/>
                    <a:pt x="280" y="199"/>
                    <a:pt x="281" y="202"/>
                  </a:cubicBezTo>
                  <a:cubicBezTo>
                    <a:pt x="281" y="205"/>
                    <a:pt x="284" y="206"/>
                    <a:pt x="285" y="208"/>
                  </a:cubicBezTo>
                  <a:cubicBezTo>
                    <a:pt x="286" y="209"/>
                    <a:pt x="286" y="210"/>
                    <a:pt x="286" y="211"/>
                  </a:cubicBezTo>
                  <a:cubicBezTo>
                    <a:pt x="287" y="212"/>
                    <a:pt x="288" y="213"/>
                    <a:pt x="289" y="213"/>
                  </a:cubicBezTo>
                  <a:cubicBezTo>
                    <a:pt x="290" y="215"/>
                    <a:pt x="289" y="217"/>
                    <a:pt x="291" y="219"/>
                  </a:cubicBezTo>
                  <a:cubicBezTo>
                    <a:pt x="289" y="219"/>
                    <a:pt x="288" y="220"/>
                    <a:pt x="287" y="221"/>
                  </a:cubicBezTo>
                  <a:cubicBezTo>
                    <a:pt x="285" y="221"/>
                    <a:pt x="285" y="222"/>
                    <a:pt x="284" y="223"/>
                  </a:cubicBezTo>
                  <a:cubicBezTo>
                    <a:pt x="283" y="225"/>
                    <a:pt x="283" y="226"/>
                    <a:pt x="282" y="226"/>
                  </a:cubicBezTo>
                  <a:cubicBezTo>
                    <a:pt x="280" y="226"/>
                    <a:pt x="279" y="225"/>
                    <a:pt x="279" y="224"/>
                  </a:cubicBezTo>
                  <a:cubicBezTo>
                    <a:pt x="277" y="225"/>
                    <a:pt x="274" y="227"/>
                    <a:pt x="275" y="229"/>
                  </a:cubicBezTo>
                  <a:cubicBezTo>
                    <a:pt x="275" y="229"/>
                    <a:pt x="271" y="230"/>
                    <a:pt x="271" y="230"/>
                  </a:cubicBezTo>
                  <a:cubicBezTo>
                    <a:pt x="270" y="230"/>
                    <a:pt x="270" y="231"/>
                    <a:pt x="269" y="232"/>
                  </a:cubicBezTo>
                  <a:cubicBezTo>
                    <a:pt x="269" y="232"/>
                    <a:pt x="269" y="232"/>
                    <a:pt x="269" y="233"/>
                  </a:cubicBezTo>
                  <a:cubicBezTo>
                    <a:pt x="268" y="233"/>
                    <a:pt x="268" y="233"/>
                    <a:pt x="268" y="233"/>
                  </a:cubicBezTo>
                  <a:cubicBezTo>
                    <a:pt x="266" y="234"/>
                    <a:pt x="265" y="234"/>
                    <a:pt x="265" y="236"/>
                  </a:cubicBezTo>
                  <a:cubicBezTo>
                    <a:pt x="265" y="237"/>
                    <a:pt x="262" y="234"/>
                    <a:pt x="262" y="234"/>
                  </a:cubicBezTo>
                  <a:cubicBezTo>
                    <a:pt x="260" y="233"/>
                    <a:pt x="259" y="231"/>
                    <a:pt x="257" y="231"/>
                  </a:cubicBezTo>
                  <a:cubicBezTo>
                    <a:pt x="257" y="230"/>
                    <a:pt x="257" y="229"/>
                    <a:pt x="257" y="228"/>
                  </a:cubicBezTo>
                  <a:cubicBezTo>
                    <a:pt x="256" y="228"/>
                    <a:pt x="256" y="227"/>
                    <a:pt x="255" y="227"/>
                  </a:cubicBezTo>
                  <a:cubicBezTo>
                    <a:pt x="254" y="224"/>
                    <a:pt x="256" y="221"/>
                    <a:pt x="256" y="218"/>
                  </a:cubicBezTo>
                  <a:cubicBezTo>
                    <a:pt x="255" y="218"/>
                    <a:pt x="255" y="218"/>
                    <a:pt x="255" y="218"/>
                  </a:cubicBezTo>
                  <a:cubicBezTo>
                    <a:pt x="254" y="219"/>
                    <a:pt x="253" y="219"/>
                    <a:pt x="253" y="221"/>
                  </a:cubicBezTo>
                  <a:cubicBezTo>
                    <a:pt x="250" y="221"/>
                    <a:pt x="244" y="221"/>
                    <a:pt x="243" y="225"/>
                  </a:cubicBezTo>
                  <a:cubicBezTo>
                    <a:pt x="242" y="225"/>
                    <a:pt x="240" y="225"/>
                    <a:pt x="241" y="227"/>
                  </a:cubicBezTo>
                  <a:cubicBezTo>
                    <a:pt x="241" y="227"/>
                    <a:pt x="243" y="228"/>
                    <a:pt x="243" y="228"/>
                  </a:cubicBezTo>
                  <a:cubicBezTo>
                    <a:pt x="244" y="229"/>
                    <a:pt x="245" y="230"/>
                    <a:pt x="245" y="231"/>
                  </a:cubicBezTo>
                  <a:cubicBezTo>
                    <a:pt x="244" y="231"/>
                    <a:pt x="244" y="231"/>
                    <a:pt x="244" y="231"/>
                  </a:cubicBezTo>
                  <a:cubicBezTo>
                    <a:pt x="243" y="231"/>
                    <a:pt x="243" y="231"/>
                    <a:pt x="242" y="230"/>
                  </a:cubicBezTo>
                  <a:cubicBezTo>
                    <a:pt x="241" y="229"/>
                    <a:pt x="241" y="228"/>
                    <a:pt x="239" y="228"/>
                  </a:cubicBezTo>
                  <a:cubicBezTo>
                    <a:pt x="238" y="228"/>
                    <a:pt x="236" y="228"/>
                    <a:pt x="235" y="229"/>
                  </a:cubicBezTo>
                  <a:cubicBezTo>
                    <a:pt x="236" y="228"/>
                    <a:pt x="236" y="226"/>
                    <a:pt x="238" y="227"/>
                  </a:cubicBezTo>
                  <a:cubicBezTo>
                    <a:pt x="239" y="224"/>
                    <a:pt x="242" y="212"/>
                    <a:pt x="235" y="216"/>
                  </a:cubicBezTo>
                  <a:cubicBezTo>
                    <a:pt x="234" y="216"/>
                    <a:pt x="234" y="217"/>
                    <a:pt x="234" y="217"/>
                  </a:cubicBezTo>
                  <a:cubicBezTo>
                    <a:pt x="233" y="217"/>
                    <a:pt x="232" y="217"/>
                    <a:pt x="232" y="217"/>
                  </a:cubicBezTo>
                  <a:cubicBezTo>
                    <a:pt x="231" y="218"/>
                    <a:pt x="231" y="219"/>
                    <a:pt x="229" y="219"/>
                  </a:cubicBezTo>
                  <a:cubicBezTo>
                    <a:pt x="228" y="220"/>
                    <a:pt x="227" y="219"/>
                    <a:pt x="225" y="219"/>
                  </a:cubicBezTo>
                  <a:cubicBezTo>
                    <a:pt x="224" y="218"/>
                    <a:pt x="223" y="219"/>
                    <a:pt x="221" y="218"/>
                  </a:cubicBezTo>
                  <a:cubicBezTo>
                    <a:pt x="221" y="217"/>
                    <a:pt x="222" y="215"/>
                    <a:pt x="221" y="214"/>
                  </a:cubicBezTo>
                  <a:cubicBezTo>
                    <a:pt x="221" y="212"/>
                    <a:pt x="219" y="211"/>
                    <a:pt x="218" y="210"/>
                  </a:cubicBezTo>
                  <a:cubicBezTo>
                    <a:pt x="217" y="208"/>
                    <a:pt x="215" y="208"/>
                    <a:pt x="214" y="206"/>
                  </a:cubicBezTo>
                  <a:cubicBezTo>
                    <a:pt x="213" y="205"/>
                    <a:pt x="214" y="203"/>
                    <a:pt x="214" y="202"/>
                  </a:cubicBezTo>
                  <a:cubicBezTo>
                    <a:pt x="211" y="201"/>
                    <a:pt x="209" y="204"/>
                    <a:pt x="207" y="204"/>
                  </a:cubicBezTo>
                  <a:cubicBezTo>
                    <a:pt x="204" y="205"/>
                    <a:pt x="201" y="206"/>
                    <a:pt x="198" y="206"/>
                  </a:cubicBezTo>
                  <a:cubicBezTo>
                    <a:pt x="195" y="206"/>
                    <a:pt x="192" y="206"/>
                    <a:pt x="190" y="204"/>
                  </a:cubicBezTo>
                  <a:cubicBezTo>
                    <a:pt x="189" y="202"/>
                    <a:pt x="189" y="201"/>
                    <a:pt x="187" y="201"/>
                  </a:cubicBezTo>
                  <a:cubicBezTo>
                    <a:pt x="186" y="201"/>
                    <a:pt x="184" y="201"/>
                    <a:pt x="182" y="201"/>
                  </a:cubicBezTo>
                  <a:cubicBezTo>
                    <a:pt x="182" y="200"/>
                    <a:pt x="180" y="199"/>
                    <a:pt x="179" y="197"/>
                  </a:cubicBezTo>
                  <a:cubicBezTo>
                    <a:pt x="178" y="195"/>
                    <a:pt x="179" y="195"/>
                    <a:pt x="176" y="195"/>
                  </a:cubicBezTo>
                  <a:cubicBezTo>
                    <a:pt x="175" y="195"/>
                    <a:pt x="173" y="195"/>
                    <a:pt x="172" y="194"/>
                  </a:cubicBezTo>
                  <a:cubicBezTo>
                    <a:pt x="170" y="193"/>
                    <a:pt x="171" y="191"/>
                    <a:pt x="171" y="190"/>
                  </a:cubicBezTo>
                  <a:cubicBezTo>
                    <a:pt x="167" y="189"/>
                    <a:pt x="163" y="189"/>
                    <a:pt x="159" y="189"/>
                  </a:cubicBezTo>
                  <a:cubicBezTo>
                    <a:pt x="155" y="189"/>
                    <a:pt x="151" y="188"/>
                    <a:pt x="150" y="192"/>
                  </a:cubicBezTo>
                  <a:cubicBezTo>
                    <a:pt x="148" y="193"/>
                    <a:pt x="149" y="196"/>
                    <a:pt x="146" y="197"/>
                  </a:cubicBezTo>
                  <a:cubicBezTo>
                    <a:pt x="145" y="198"/>
                    <a:pt x="142" y="197"/>
                    <a:pt x="140" y="197"/>
                  </a:cubicBezTo>
                  <a:cubicBezTo>
                    <a:pt x="139" y="198"/>
                    <a:pt x="139" y="199"/>
                    <a:pt x="139" y="200"/>
                  </a:cubicBezTo>
                  <a:cubicBezTo>
                    <a:pt x="138" y="200"/>
                    <a:pt x="138" y="200"/>
                    <a:pt x="137" y="200"/>
                  </a:cubicBezTo>
                  <a:cubicBezTo>
                    <a:pt x="137" y="201"/>
                    <a:pt x="137" y="201"/>
                    <a:pt x="136" y="202"/>
                  </a:cubicBezTo>
                  <a:cubicBezTo>
                    <a:pt x="135" y="203"/>
                    <a:pt x="135" y="203"/>
                    <a:pt x="133" y="202"/>
                  </a:cubicBezTo>
                  <a:cubicBezTo>
                    <a:pt x="132" y="202"/>
                    <a:pt x="132" y="201"/>
                    <a:pt x="131" y="200"/>
                  </a:cubicBezTo>
                  <a:cubicBezTo>
                    <a:pt x="130" y="200"/>
                    <a:pt x="130" y="200"/>
                    <a:pt x="129" y="200"/>
                  </a:cubicBezTo>
                  <a:cubicBezTo>
                    <a:pt x="128" y="202"/>
                    <a:pt x="128" y="203"/>
                    <a:pt x="128" y="204"/>
                  </a:cubicBezTo>
                  <a:cubicBezTo>
                    <a:pt x="130" y="204"/>
                    <a:pt x="131" y="204"/>
                    <a:pt x="131" y="206"/>
                  </a:cubicBezTo>
                  <a:cubicBezTo>
                    <a:pt x="132" y="208"/>
                    <a:pt x="131" y="209"/>
                    <a:pt x="131" y="211"/>
                  </a:cubicBezTo>
                  <a:cubicBezTo>
                    <a:pt x="130" y="214"/>
                    <a:pt x="131" y="217"/>
                    <a:pt x="128" y="219"/>
                  </a:cubicBezTo>
                  <a:cubicBezTo>
                    <a:pt x="128" y="219"/>
                    <a:pt x="127" y="219"/>
                    <a:pt x="127" y="220"/>
                  </a:cubicBezTo>
                  <a:cubicBezTo>
                    <a:pt x="126" y="220"/>
                    <a:pt x="126" y="220"/>
                    <a:pt x="126" y="220"/>
                  </a:cubicBezTo>
                  <a:cubicBezTo>
                    <a:pt x="125" y="220"/>
                    <a:pt x="126" y="221"/>
                    <a:pt x="125" y="221"/>
                  </a:cubicBezTo>
                  <a:cubicBezTo>
                    <a:pt x="123" y="222"/>
                    <a:pt x="123" y="220"/>
                    <a:pt x="122" y="223"/>
                  </a:cubicBezTo>
                  <a:cubicBezTo>
                    <a:pt x="122" y="224"/>
                    <a:pt x="122" y="225"/>
                    <a:pt x="120" y="225"/>
                  </a:cubicBezTo>
                  <a:cubicBezTo>
                    <a:pt x="118" y="225"/>
                    <a:pt x="117" y="225"/>
                    <a:pt x="115" y="225"/>
                  </a:cubicBezTo>
                  <a:cubicBezTo>
                    <a:pt x="115" y="227"/>
                    <a:pt x="113" y="226"/>
                    <a:pt x="113" y="228"/>
                  </a:cubicBezTo>
                  <a:cubicBezTo>
                    <a:pt x="111" y="229"/>
                    <a:pt x="110" y="228"/>
                    <a:pt x="108" y="227"/>
                  </a:cubicBezTo>
                  <a:cubicBezTo>
                    <a:pt x="107" y="227"/>
                    <a:pt x="106" y="227"/>
                    <a:pt x="105" y="227"/>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3" name="Freeform 440">
              <a:extLst>
                <a:ext uri="{FF2B5EF4-FFF2-40B4-BE49-F238E27FC236}">
                  <a16:creationId xmlns:a16="http://schemas.microsoft.com/office/drawing/2014/main" id="{B901906D-246D-414A-8718-EA372FECBD03}"/>
                </a:ext>
              </a:extLst>
            </p:cNvPr>
            <p:cNvSpPr>
              <a:spLocks/>
            </p:cNvSpPr>
            <p:nvPr/>
          </p:nvSpPr>
          <p:spPr bwMode="auto">
            <a:xfrm>
              <a:off x="5988051" y="3355976"/>
              <a:ext cx="187325" cy="257175"/>
            </a:xfrm>
            <a:custGeom>
              <a:avLst/>
              <a:gdLst>
                <a:gd name="T0" fmla="*/ 51 w 53"/>
                <a:gd name="T1" fmla="*/ 19 h 73"/>
                <a:gd name="T2" fmla="*/ 52 w 53"/>
                <a:gd name="T3" fmla="*/ 15 h 73"/>
                <a:gd name="T4" fmla="*/ 50 w 53"/>
                <a:gd name="T5" fmla="*/ 12 h 73"/>
                <a:gd name="T6" fmla="*/ 50 w 53"/>
                <a:gd name="T7" fmla="*/ 7 h 73"/>
                <a:gd name="T8" fmla="*/ 45 w 53"/>
                <a:gd name="T9" fmla="*/ 7 h 73"/>
                <a:gd name="T10" fmla="*/ 45 w 53"/>
                <a:gd name="T11" fmla="*/ 1 h 73"/>
                <a:gd name="T12" fmla="*/ 44 w 53"/>
                <a:gd name="T13" fmla="*/ 0 h 73"/>
                <a:gd name="T14" fmla="*/ 41 w 53"/>
                <a:gd name="T15" fmla="*/ 3 h 73"/>
                <a:gd name="T16" fmla="*/ 41 w 53"/>
                <a:gd name="T17" fmla="*/ 3 h 73"/>
                <a:gd name="T18" fmla="*/ 40 w 53"/>
                <a:gd name="T19" fmla="*/ 6 h 73"/>
                <a:gd name="T20" fmla="*/ 36 w 53"/>
                <a:gd name="T21" fmla="*/ 4 h 73"/>
                <a:gd name="T22" fmla="*/ 35 w 53"/>
                <a:gd name="T23" fmla="*/ 7 h 73"/>
                <a:gd name="T24" fmla="*/ 35 w 53"/>
                <a:gd name="T25" fmla="*/ 9 h 73"/>
                <a:gd name="T26" fmla="*/ 33 w 53"/>
                <a:gd name="T27" fmla="*/ 10 h 73"/>
                <a:gd name="T28" fmla="*/ 32 w 53"/>
                <a:gd name="T29" fmla="*/ 16 h 73"/>
                <a:gd name="T30" fmla="*/ 28 w 53"/>
                <a:gd name="T31" fmla="*/ 13 h 73"/>
                <a:gd name="T32" fmla="*/ 25 w 53"/>
                <a:gd name="T33" fmla="*/ 16 h 73"/>
                <a:gd name="T34" fmla="*/ 22 w 53"/>
                <a:gd name="T35" fmla="*/ 14 h 73"/>
                <a:gd name="T36" fmla="*/ 21 w 53"/>
                <a:gd name="T37" fmla="*/ 17 h 73"/>
                <a:gd name="T38" fmla="*/ 18 w 53"/>
                <a:gd name="T39" fmla="*/ 20 h 73"/>
                <a:gd name="T40" fmla="*/ 14 w 53"/>
                <a:gd name="T41" fmla="*/ 20 h 73"/>
                <a:gd name="T42" fmla="*/ 10 w 53"/>
                <a:gd name="T43" fmla="*/ 19 h 73"/>
                <a:gd name="T44" fmla="*/ 10 w 53"/>
                <a:gd name="T45" fmla="*/ 22 h 73"/>
                <a:gd name="T46" fmla="*/ 5 w 53"/>
                <a:gd name="T47" fmla="*/ 24 h 73"/>
                <a:gd name="T48" fmla="*/ 4 w 53"/>
                <a:gd name="T49" fmla="*/ 30 h 73"/>
                <a:gd name="T50" fmla="*/ 1 w 53"/>
                <a:gd name="T51" fmla="*/ 35 h 73"/>
                <a:gd name="T52" fmla="*/ 4 w 53"/>
                <a:gd name="T53" fmla="*/ 41 h 73"/>
                <a:gd name="T54" fmla="*/ 4 w 53"/>
                <a:gd name="T55" fmla="*/ 43 h 73"/>
                <a:gd name="T56" fmla="*/ 5 w 53"/>
                <a:gd name="T57" fmla="*/ 47 h 73"/>
                <a:gd name="T58" fmla="*/ 7 w 53"/>
                <a:gd name="T59" fmla="*/ 50 h 73"/>
                <a:gd name="T60" fmla="*/ 7 w 53"/>
                <a:gd name="T61" fmla="*/ 54 h 73"/>
                <a:gd name="T62" fmla="*/ 9 w 53"/>
                <a:gd name="T63" fmla="*/ 58 h 73"/>
                <a:gd name="T64" fmla="*/ 8 w 53"/>
                <a:gd name="T65" fmla="*/ 62 h 73"/>
                <a:gd name="T66" fmla="*/ 9 w 53"/>
                <a:gd name="T67" fmla="*/ 66 h 73"/>
                <a:gd name="T68" fmla="*/ 12 w 53"/>
                <a:gd name="T69" fmla="*/ 67 h 73"/>
                <a:gd name="T70" fmla="*/ 15 w 53"/>
                <a:gd name="T71" fmla="*/ 57 h 73"/>
                <a:gd name="T72" fmla="*/ 19 w 53"/>
                <a:gd name="T73" fmla="*/ 70 h 73"/>
                <a:gd name="T74" fmla="*/ 30 w 53"/>
                <a:gd name="T75" fmla="*/ 65 h 73"/>
                <a:gd name="T76" fmla="*/ 29 w 53"/>
                <a:gd name="T77" fmla="*/ 61 h 73"/>
                <a:gd name="T78" fmla="*/ 28 w 53"/>
                <a:gd name="T79" fmla="*/ 56 h 73"/>
                <a:gd name="T80" fmla="*/ 31 w 53"/>
                <a:gd name="T81" fmla="*/ 51 h 73"/>
                <a:gd name="T82" fmla="*/ 36 w 53"/>
                <a:gd name="T83" fmla="*/ 48 h 73"/>
                <a:gd name="T84" fmla="*/ 34 w 53"/>
                <a:gd name="T85" fmla="*/ 42 h 73"/>
                <a:gd name="T86" fmla="*/ 34 w 53"/>
                <a:gd name="T87" fmla="*/ 35 h 73"/>
                <a:gd name="T88" fmla="*/ 37 w 53"/>
                <a:gd name="T89" fmla="*/ 39 h 73"/>
                <a:gd name="T90" fmla="*/ 44 w 53"/>
                <a:gd name="T91" fmla="*/ 35 h 73"/>
                <a:gd name="T92" fmla="*/ 46 w 53"/>
                <a:gd name="T93" fmla="*/ 38 h 73"/>
                <a:gd name="T94" fmla="*/ 48 w 53"/>
                <a:gd name="T95" fmla="*/ 36 h 73"/>
                <a:gd name="T96" fmla="*/ 50 w 53"/>
                <a:gd name="T97" fmla="*/ 33 h 73"/>
                <a:gd name="T98" fmla="*/ 51 w 53"/>
                <a:gd name="T99" fmla="*/ 33 h 73"/>
                <a:gd name="T100" fmla="*/ 53 w 53"/>
                <a:gd name="T101" fmla="*/ 23 h 73"/>
                <a:gd name="T102" fmla="*/ 51 w 53"/>
                <a:gd name="T103" fmla="*/ 1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 h="73">
                  <a:moveTo>
                    <a:pt x="51" y="19"/>
                  </a:moveTo>
                  <a:cubicBezTo>
                    <a:pt x="51" y="17"/>
                    <a:pt x="52" y="16"/>
                    <a:pt x="52" y="15"/>
                  </a:cubicBezTo>
                  <a:cubicBezTo>
                    <a:pt x="52" y="13"/>
                    <a:pt x="50" y="13"/>
                    <a:pt x="50" y="12"/>
                  </a:cubicBezTo>
                  <a:cubicBezTo>
                    <a:pt x="49" y="10"/>
                    <a:pt x="49" y="9"/>
                    <a:pt x="50" y="7"/>
                  </a:cubicBezTo>
                  <a:cubicBezTo>
                    <a:pt x="48" y="7"/>
                    <a:pt x="45" y="7"/>
                    <a:pt x="45" y="7"/>
                  </a:cubicBezTo>
                  <a:cubicBezTo>
                    <a:pt x="46" y="5"/>
                    <a:pt x="46" y="3"/>
                    <a:pt x="45" y="1"/>
                  </a:cubicBezTo>
                  <a:cubicBezTo>
                    <a:pt x="44" y="0"/>
                    <a:pt x="44" y="0"/>
                    <a:pt x="44" y="0"/>
                  </a:cubicBezTo>
                  <a:cubicBezTo>
                    <a:pt x="42" y="1"/>
                    <a:pt x="42" y="2"/>
                    <a:pt x="41" y="3"/>
                  </a:cubicBezTo>
                  <a:cubicBezTo>
                    <a:pt x="41" y="3"/>
                    <a:pt x="41" y="3"/>
                    <a:pt x="41" y="3"/>
                  </a:cubicBezTo>
                  <a:cubicBezTo>
                    <a:pt x="41" y="4"/>
                    <a:pt x="41" y="6"/>
                    <a:pt x="40" y="6"/>
                  </a:cubicBezTo>
                  <a:cubicBezTo>
                    <a:pt x="38" y="7"/>
                    <a:pt x="37" y="5"/>
                    <a:pt x="36" y="4"/>
                  </a:cubicBezTo>
                  <a:cubicBezTo>
                    <a:pt x="36" y="5"/>
                    <a:pt x="35" y="5"/>
                    <a:pt x="35" y="7"/>
                  </a:cubicBezTo>
                  <a:cubicBezTo>
                    <a:pt x="35" y="7"/>
                    <a:pt x="35" y="8"/>
                    <a:pt x="35" y="9"/>
                  </a:cubicBezTo>
                  <a:cubicBezTo>
                    <a:pt x="34" y="9"/>
                    <a:pt x="34" y="9"/>
                    <a:pt x="33" y="10"/>
                  </a:cubicBezTo>
                  <a:cubicBezTo>
                    <a:pt x="32" y="12"/>
                    <a:pt x="34" y="14"/>
                    <a:pt x="32" y="16"/>
                  </a:cubicBezTo>
                  <a:cubicBezTo>
                    <a:pt x="31" y="15"/>
                    <a:pt x="30" y="13"/>
                    <a:pt x="28" y="13"/>
                  </a:cubicBezTo>
                  <a:cubicBezTo>
                    <a:pt x="26" y="13"/>
                    <a:pt x="25" y="14"/>
                    <a:pt x="25" y="16"/>
                  </a:cubicBezTo>
                  <a:cubicBezTo>
                    <a:pt x="24" y="16"/>
                    <a:pt x="23" y="15"/>
                    <a:pt x="22" y="14"/>
                  </a:cubicBezTo>
                  <a:cubicBezTo>
                    <a:pt x="21" y="15"/>
                    <a:pt x="22" y="16"/>
                    <a:pt x="21" y="17"/>
                  </a:cubicBezTo>
                  <a:cubicBezTo>
                    <a:pt x="20" y="18"/>
                    <a:pt x="19" y="19"/>
                    <a:pt x="18" y="20"/>
                  </a:cubicBezTo>
                  <a:cubicBezTo>
                    <a:pt x="17" y="21"/>
                    <a:pt x="16" y="20"/>
                    <a:pt x="14" y="20"/>
                  </a:cubicBezTo>
                  <a:cubicBezTo>
                    <a:pt x="13" y="19"/>
                    <a:pt x="12" y="19"/>
                    <a:pt x="10" y="19"/>
                  </a:cubicBezTo>
                  <a:cubicBezTo>
                    <a:pt x="10" y="20"/>
                    <a:pt x="10" y="21"/>
                    <a:pt x="10" y="22"/>
                  </a:cubicBezTo>
                  <a:cubicBezTo>
                    <a:pt x="8" y="22"/>
                    <a:pt x="7" y="24"/>
                    <a:pt x="5" y="24"/>
                  </a:cubicBezTo>
                  <a:cubicBezTo>
                    <a:pt x="4" y="26"/>
                    <a:pt x="5" y="28"/>
                    <a:pt x="4" y="30"/>
                  </a:cubicBezTo>
                  <a:cubicBezTo>
                    <a:pt x="4" y="32"/>
                    <a:pt x="2" y="33"/>
                    <a:pt x="1" y="35"/>
                  </a:cubicBezTo>
                  <a:cubicBezTo>
                    <a:pt x="0" y="38"/>
                    <a:pt x="3" y="38"/>
                    <a:pt x="4" y="41"/>
                  </a:cubicBezTo>
                  <a:cubicBezTo>
                    <a:pt x="4" y="42"/>
                    <a:pt x="3" y="42"/>
                    <a:pt x="4" y="43"/>
                  </a:cubicBezTo>
                  <a:cubicBezTo>
                    <a:pt x="4" y="44"/>
                    <a:pt x="5" y="46"/>
                    <a:pt x="5" y="47"/>
                  </a:cubicBezTo>
                  <a:cubicBezTo>
                    <a:pt x="6" y="48"/>
                    <a:pt x="6" y="49"/>
                    <a:pt x="7" y="50"/>
                  </a:cubicBezTo>
                  <a:cubicBezTo>
                    <a:pt x="7" y="51"/>
                    <a:pt x="7" y="52"/>
                    <a:pt x="7" y="54"/>
                  </a:cubicBezTo>
                  <a:cubicBezTo>
                    <a:pt x="7" y="55"/>
                    <a:pt x="9" y="56"/>
                    <a:pt x="9" y="58"/>
                  </a:cubicBezTo>
                  <a:cubicBezTo>
                    <a:pt x="9" y="59"/>
                    <a:pt x="8" y="61"/>
                    <a:pt x="8" y="62"/>
                  </a:cubicBezTo>
                  <a:cubicBezTo>
                    <a:pt x="8" y="63"/>
                    <a:pt x="8" y="65"/>
                    <a:pt x="9" y="66"/>
                  </a:cubicBezTo>
                  <a:cubicBezTo>
                    <a:pt x="9" y="66"/>
                    <a:pt x="12" y="68"/>
                    <a:pt x="12" y="67"/>
                  </a:cubicBezTo>
                  <a:cubicBezTo>
                    <a:pt x="12" y="65"/>
                    <a:pt x="11" y="54"/>
                    <a:pt x="15" y="57"/>
                  </a:cubicBezTo>
                  <a:cubicBezTo>
                    <a:pt x="19" y="60"/>
                    <a:pt x="16" y="67"/>
                    <a:pt x="19" y="70"/>
                  </a:cubicBezTo>
                  <a:cubicBezTo>
                    <a:pt x="22" y="73"/>
                    <a:pt x="30" y="69"/>
                    <a:pt x="30" y="65"/>
                  </a:cubicBezTo>
                  <a:cubicBezTo>
                    <a:pt x="30" y="64"/>
                    <a:pt x="29" y="62"/>
                    <a:pt x="29" y="61"/>
                  </a:cubicBezTo>
                  <a:cubicBezTo>
                    <a:pt x="28" y="60"/>
                    <a:pt x="27" y="57"/>
                    <a:pt x="28" y="56"/>
                  </a:cubicBezTo>
                  <a:cubicBezTo>
                    <a:pt x="29" y="54"/>
                    <a:pt x="31" y="53"/>
                    <a:pt x="31" y="51"/>
                  </a:cubicBezTo>
                  <a:cubicBezTo>
                    <a:pt x="32" y="49"/>
                    <a:pt x="33" y="48"/>
                    <a:pt x="36" y="48"/>
                  </a:cubicBezTo>
                  <a:cubicBezTo>
                    <a:pt x="36" y="45"/>
                    <a:pt x="34" y="44"/>
                    <a:pt x="34" y="42"/>
                  </a:cubicBezTo>
                  <a:cubicBezTo>
                    <a:pt x="34" y="40"/>
                    <a:pt x="33" y="37"/>
                    <a:pt x="34" y="35"/>
                  </a:cubicBezTo>
                  <a:cubicBezTo>
                    <a:pt x="37" y="34"/>
                    <a:pt x="35" y="38"/>
                    <a:pt x="37" y="39"/>
                  </a:cubicBezTo>
                  <a:cubicBezTo>
                    <a:pt x="40" y="41"/>
                    <a:pt x="42" y="36"/>
                    <a:pt x="44" y="35"/>
                  </a:cubicBezTo>
                  <a:cubicBezTo>
                    <a:pt x="46" y="35"/>
                    <a:pt x="46" y="37"/>
                    <a:pt x="46" y="38"/>
                  </a:cubicBezTo>
                  <a:cubicBezTo>
                    <a:pt x="46" y="37"/>
                    <a:pt x="48" y="36"/>
                    <a:pt x="48" y="36"/>
                  </a:cubicBezTo>
                  <a:cubicBezTo>
                    <a:pt x="49" y="35"/>
                    <a:pt x="49" y="33"/>
                    <a:pt x="50" y="33"/>
                  </a:cubicBezTo>
                  <a:cubicBezTo>
                    <a:pt x="51" y="32"/>
                    <a:pt x="51" y="32"/>
                    <a:pt x="51" y="33"/>
                  </a:cubicBezTo>
                  <a:cubicBezTo>
                    <a:pt x="52" y="29"/>
                    <a:pt x="53" y="26"/>
                    <a:pt x="53" y="23"/>
                  </a:cubicBezTo>
                  <a:cubicBezTo>
                    <a:pt x="53" y="21"/>
                    <a:pt x="52" y="20"/>
                    <a:pt x="51" y="19"/>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4" name="Freeform 441">
              <a:extLst>
                <a:ext uri="{FF2B5EF4-FFF2-40B4-BE49-F238E27FC236}">
                  <a16:creationId xmlns:a16="http://schemas.microsoft.com/office/drawing/2014/main" id="{B173ADE1-FC77-497A-82D4-8EEDBC16A7DF}"/>
                </a:ext>
              </a:extLst>
            </p:cNvPr>
            <p:cNvSpPr>
              <a:spLocks/>
            </p:cNvSpPr>
            <p:nvPr/>
          </p:nvSpPr>
          <p:spPr bwMode="auto">
            <a:xfrm>
              <a:off x="4173538" y="3408363"/>
              <a:ext cx="700088" cy="1125538"/>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5" name="Freeform 442">
              <a:extLst>
                <a:ext uri="{FF2B5EF4-FFF2-40B4-BE49-F238E27FC236}">
                  <a16:creationId xmlns:a16="http://schemas.microsoft.com/office/drawing/2014/main" id="{12FDCE70-0865-42FB-9A98-860249DC2B16}"/>
                </a:ext>
              </a:extLst>
            </p:cNvPr>
            <p:cNvSpPr>
              <a:spLocks/>
            </p:cNvSpPr>
            <p:nvPr/>
          </p:nvSpPr>
          <p:spPr bwMode="auto">
            <a:xfrm>
              <a:off x="5716588" y="2711451"/>
              <a:ext cx="1011238" cy="685800"/>
            </a:xfrm>
            <a:custGeom>
              <a:avLst/>
              <a:gdLst>
                <a:gd name="T0" fmla="*/ 13 w 286"/>
                <a:gd name="T1" fmla="*/ 76 h 194"/>
                <a:gd name="T2" fmla="*/ 12 w 286"/>
                <a:gd name="T3" fmla="*/ 92 h 194"/>
                <a:gd name="T4" fmla="*/ 2 w 286"/>
                <a:gd name="T5" fmla="*/ 104 h 194"/>
                <a:gd name="T6" fmla="*/ 3 w 286"/>
                <a:gd name="T7" fmla="*/ 129 h 194"/>
                <a:gd name="T8" fmla="*/ 15 w 286"/>
                <a:gd name="T9" fmla="*/ 124 h 194"/>
                <a:gd name="T10" fmla="*/ 32 w 286"/>
                <a:gd name="T11" fmla="*/ 113 h 194"/>
                <a:gd name="T12" fmla="*/ 53 w 286"/>
                <a:gd name="T13" fmla="*/ 114 h 194"/>
                <a:gd name="T14" fmla="*/ 70 w 286"/>
                <a:gd name="T15" fmla="*/ 120 h 194"/>
                <a:gd name="T16" fmla="*/ 80 w 286"/>
                <a:gd name="T17" fmla="*/ 123 h 194"/>
                <a:gd name="T18" fmla="*/ 90 w 286"/>
                <a:gd name="T19" fmla="*/ 113 h 194"/>
                <a:gd name="T20" fmla="*/ 101 w 286"/>
                <a:gd name="T21" fmla="*/ 110 h 194"/>
                <a:gd name="T22" fmla="*/ 124 w 286"/>
                <a:gd name="T23" fmla="*/ 106 h 194"/>
                <a:gd name="T24" fmla="*/ 121 w 286"/>
                <a:gd name="T25" fmla="*/ 122 h 194"/>
                <a:gd name="T26" fmla="*/ 143 w 286"/>
                <a:gd name="T27" fmla="*/ 125 h 194"/>
                <a:gd name="T28" fmla="*/ 145 w 286"/>
                <a:gd name="T29" fmla="*/ 144 h 194"/>
                <a:gd name="T30" fmla="*/ 118 w 286"/>
                <a:gd name="T31" fmla="*/ 158 h 194"/>
                <a:gd name="T32" fmla="*/ 122 w 286"/>
                <a:gd name="T33" fmla="*/ 181 h 194"/>
                <a:gd name="T34" fmla="*/ 132 w 286"/>
                <a:gd name="T35" fmla="*/ 194 h 194"/>
                <a:gd name="T36" fmla="*/ 141 w 286"/>
                <a:gd name="T37" fmla="*/ 185 h 194"/>
                <a:gd name="T38" fmla="*/ 154 w 286"/>
                <a:gd name="T39" fmla="*/ 180 h 194"/>
                <a:gd name="T40" fmla="*/ 162 w 286"/>
                <a:gd name="T41" fmla="*/ 159 h 194"/>
                <a:gd name="T42" fmla="*/ 170 w 286"/>
                <a:gd name="T43" fmla="*/ 148 h 194"/>
                <a:gd name="T44" fmla="*/ 178 w 286"/>
                <a:gd name="T45" fmla="*/ 137 h 194"/>
                <a:gd name="T46" fmla="*/ 171 w 286"/>
                <a:gd name="T47" fmla="*/ 123 h 194"/>
                <a:gd name="T48" fmla="*/ 186 w 286"/>
                <a:gd name="T49" fmla="*/ 109 h 194"/>
                <a:gd name="T50" fmla="*/ 194 w 286"/>
                <a:gd name="T51" fmla="*/ 109 h 194"/>
                <a:gd name="T52" fmla="*/ 203 w 286"/>
                <a:gd name="T53" fmla="*/ 86 h 194"/>
                <a:gd name="T54" fmla="*/ 212 w 286"/>
                <a:gd name="T55" fmla="*/ 79 h 194"/>
                <a:gd name="T56" fmla="*/ 219 w 286"/>
                <a:gd name="T57" fmla="*/ 72 h 194"/>
                <a:gd name="T58" fmla="*/ 238 w 286"/>
                <a:gd name="T59" fmla="*/ 55 h 194"/>
                <a:gd name="T60" fmla="*/ 249 w 286"/>
                <a:gd name="T61" fmla="*/ 49 h 194"/>
                <a:gd name="T62" fmla="*/ 256 w 286"/>
                <a:gd name="T63" fmla="*/ 46 h 194"/>
                <a:gd name="T64" fmla="*/ 265 w 286"/>
                <a:gd name="T65" fmla="*/ 36 h 194"/>
                <a:gd name="T66" fmla="*/ 285 w 286"/>
                <a:gd name="T67" fmla="*/ 30 h 194"/>
                <a:gd name="T68" fmla="*/ 278 w 286"/>
                <a:gd name="T69" fmla="*/ 24 h 194"/>
                <a:gd name="T70" fmla="*/ 277 w 286"/>
                <a:gd name="T71" fmla="*/ 7 h 194"/>
                <a:gd name="T72" fmla="*/ 269 w 286"/>
                <a:gd name="T73" fmla="*/ 2 h 194"/>
                <a:gd name="T74" fmla="*/ 256 w 286"/>
                <a:gd name="T75" fmla="*/ 7 h 194"/>
                <a:gd name="T76" fmla="*/ 248 w 286"/>
                <a:gd name="T77" fmla="*/ 10 h 194"/>
                <a:gd name="T78" fmla="*/ 239 w 286"/>
                <a:gd name="T79" fmla="*/ 13 h 194"/>
                <a:gd name="T80" fmla="*/ 233 w 286"/>
                <a:gd name="T81" fmla="*/ 17 h 194"/>
                <a:gd name="T82" fmla="*/ 229 w 286"/>
                <a:gd name="T83" fmla="*/ 19 h 194"/>
                <a:gd name="T84" fmla="*/ 215 w 286"/>
                <a:gd name="T85" fmla="*/ 25 h 194"/>
                <a:gd name="T86" fmla="*/ 203 w 286"/>
                <a:gd name="T87" fmla="*/ 25 h 194"/>
                <a:gd name="T88" fmla="*/ 203 w 286"/>
                <a:gd name="T89" fmla="*/ 34 h 194"/>
                <a:gd name="T90" fmla="*/ 195 w 286"/>
                <a:gd name="T91" fmla="*/ 40 h 194"/>
                <a:gd name="T92" fmla="*/ 187 w 286"/>
                <a:gd name="T93" fmla="*/ 52 h 194"/>
                <a:gd name="T94" fmla="*/ 177 w 286"/>
                <a:gd name="T95" fmla="*/ 57 h 194"/>
                <a:gd name="T96" fmla="*/ 159 w 286"/>
                <a:gd name="T97" fmla="*/ 61 h 194"/>
                <a:gd name="T98" fmla="*/ 138 w 286"/>
                <a:gd name="T99" fmla="*/ 59 h 194"/>
                <a:gd name="T100" fmla="*/ 125 w 286"/>
                <a:gd name="T101" fmla="*/ 63 h 194"/>
                <a:gd name="T102" fmla="*/ 110 w 286"/>
                <a:gd name="T103" fmla="*/ 65 h 194"/>
                <a:gd name="T104" fmla="*/ 66 w 286"/>
                <a:gd name="T105" fmla="*/ 56 h 194"/>
                <a:gd name="T106" fmla="*/ 14 w 286"/>
                <a:gd name="T107" fmla="*/ 7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6" h="194">
                  <a:moveTo>
                    <a:pt x="14" y="74"/>
                  </a:moveTo>
                  <a:cubicBezTo>
                    <a:pt x="8" y="78"/>
                    <a:pt x="8" y="78"/>
                    <a:pt x="8" y="78"/>
                  </a:cubicBezTo>
                  <a:cubicBezTo>
                    <a:pt x="8" y="77"/>
                    <a:pt x="9" y="77"/>
                    <a:pt x="10" y="77"/>
                  </a:cubicBezTo>
                  <a:cubicBezTo>
                    <a:pt x="11" y="77"/>
                    <a:pt x="12" y="77"/>
                    <a:pt x="13" y="76"/>
                  </a:cubicBezTo>
                  <a:cubicBezTo>
                    <a:pt x="13" y="77"/>
                    <a:pt x="13" y="78"/>
                    <a:pt x="12" y="79"/>
                  </a:cubicBezTo>
                  <a:cubicBezTo>
                    <a:pt x="11" y="81"/>
                    <a:pt x="10" y="85"/>
                    <a:pt x="11" y="87"/>
                  </a:cubicBezTo>
                  <a:cubicBezTo>
                    <a:pt x="12" y="88"/>
                    <a:pt x="12" y="89"/>
                    <a:pt x="14" y="89"/>
                  </a:cubicBezTo>
                  <a:cubicBezTo>
                    <a:pt x="13" y="90"/>
                    <a:pt x="13" y="91"/>
                    <a:pt x="12" y="92"/>
                  </a:cubicBezTo>
                  <a:cubicBezTo>
                    <a:pt x="11" y="93"/>
                    <a:pt x="10" y="94"/>
                    <a:pt x="9" y="96"/>
                  </a:cubicBezTo>
                  <a:cubicBezTo>
                    <a:pt x="8" y="96"/>
                    <a:pt x="7" y="97"/>
                    <a:pt x="6" y="98"/>
                  </a:cubicBezTo>
                  <a:cubicBezTo>
                    <a:pt x="4" y="99"/>
                    <a:pt x="3" y="101"/>
                    <a:pt x="3" y="103"/>
                  </a:cubicBezTo>
                  <a:cubicBezTo>
                    <a:pt x="2" y="104"/>
                    <a:pt x="2" y="104"/>
                    <a:pt x="2" y="104"/>
                  </a:cubicBezTo>
                  <a:cubicBezTo>
                    <a:pt x="1" y="105"/>
                    <a:pt x="0" y="105"/>
                    <a:pt x="0" y="105"/>
                  </a:cubicBezTo>
                  <a:cubicBezTo>
                    <a:pt x="2" y="108"/>
                    <a:pt x="2" y="108"/>
                    <a:pt x="2" y="108"/>
                  </a:cubicBezTo>
                  <a:cubicBezTo>
                    <a:pt x="2" y="114"/>
                    <a:pt x="2" y="120"/>
                    <a:pt x="2" y="125"/>
                  </a:cubicBezTo>
                  <a:cubicBezTo>
                    <a:pt x="2" y="127"/>
                    <a:pt x="2" y="128"/>
                    <a:pt x="3" y="129"/>
                  </a:cubicBezTo>
                  <a:cubicBezTo>
                    <a:pt x="4" y="131"/>
                    <a:pt x="6" y="131"/>
                    <a:pt x="8" y="131"/>
                  </a:cubicBezTo>
                  <a:cubicBezTo>
                    <a:pt x="10" y="131"/>
                    <a:pt x="16" y="132"/>
                    <a:pt x="17" y="131"/>
                  </a:cubicBezTo>
                  <a:cubicBezTo>
                    <a:pt x="19" y="130"/>
                    <a:pt x="17" y="125"/>
                    <a:pt x="16" y="124"/>
                  </a:cubicBezTo>
                  <a:cubicBezTo>
                    <a:pt x="16" y="124"/>
                    <a:pt x="15" y="124"/>
                    <a:pt x="15" y="124"/>
                  </a:cubicBezTo>
                  <a:cubicBezTo>
                    <a:pt x="15" y="123"/>
                    <a:pt x="15" y="122"/>
                    <a:pt x="15" y="120"/>
                  </a:cubicBezTo>
                  <a:cubicBezTo>
                    <a:pt x="17" y="120"/>
                    <a:pt x="18" y="118"/>
                    <a:pt x="19" y="117"/>
                  </a:cubicBezTo>
                  <a:cubicBezTo>
                    <a:pt x="20" y="116"/>
                    <a:pt x="20" y="116"/>
                    <a:pt x="22" y="116"/>
                  </a:cubicBezTo>
                  <a:cubicBezTo>
                    <a:pt x="24" y="115"/>
                    <a:pt x="32" y="117"/>
                    <a:pt x="32" y="113"/>
                  </a:cubicBezTo>
                  <a:cubicBezTo>
                    <a:pt x="34" y="113"/>
                    <a:pt x="36" y="113"/>
                    <a:pt x="38" y="112"/>
                  </a:cubicBezTo>
                  <a:cubicBezTo>
                    <a:pt x="40" y="112"/>
                    <a:pt x="41" y="112"/>
                    <a:pt x="43" y="112"/>
                  </a:cubicBezTo>
                  <a:cubicBezTo>
                    <a:pt x="44" y="113"/>
                    <a:pt x="45" y="114"/>
                    <a:pt x="46" y="114"/>
                  </a:cubicBezTo>
                  <a:cubicBezTo>
                    <a:pt x="48" y="114"/>
                    <a:pt x="51" y="114"/>
                    <a:pt x="53" y="114"/>
                  </a:cubicBezTo>
                  <a:cubicBezTo>
                    <a:pt x="55" y="114"/>
                    <a:pt x="56" y="113"/>
                    <a:pt x="58" y="113"/>
                  </a:cubicBezTo>
                  <a:cubicBezTo>
                    <a:pt x="60" y="113"/>
                    <a:pt x="61" y="114"/>
                    <a:pt x="63" y="115"/>
                  </a:cubicBezTo>
                  <a:cubicBezTo>
                    <a:pt x="65" y="116"/>
                    <a:pt x="66" y="114"/>
                    <a:pt x="68" y="116"/>
                  </a:cubicBezTo>
                  <a:cubicBezTo>
                    <a:pt x="69" y="117"/>
                    <a:pt x="69" y="119"/>
                    <a:pt x="70" y="120"/>
                  </a:cubicBezTo>
                  <a:cubicBezTo>
                    <a:pt x="72" y="120"/>
                    <a:pt x="72" y="118"/>
                    <a:pt x="73" y="117"/>
                  </a:cubicBezTo>
                  <a:cubicBezTo>
                    <a:pt x="74" y="117"/>
                    <a:pt x="75" y="117"/>
                    <a:pt x="76" y="117"/>
                  </a:cubicBezTo>
                  <a:cubicBezTo>
                    <a:pt x="76" y="118"/>
                    <a:pt x="75" y="120"/>
                    <a:pt x="76" y="122"/>
                  </a:cubicBezTo>
                  <a:cubicBezTo>
                    <a:pt x="77" y="124"/>
                    <a:pt x="78" y="123"/>
                    <a:pt x="80" y="123"/>
                  </a:cubicBezTo>
                  <a:cubicBezTo>
                    <a:pt x="80" y="122"/>
                    <a:pt x="80" y="121"/>
                    <a:pt x="81" y="120"/>
                  </a:cubicBezTo>
                  <a:cubicBezTo>
                    <a:pt x="82" y="120"/>
                    <a:pt x="83" y="120"/>
                    <a:pt x="83" y="120"/>
                  </a:cubicBezTo>
                  <a:cubicBezTo>
                    <a:pt x="84" y="116"/>
                    <a:pt x="87" y="117"/>
                    <a:pt x="89" y="117"/>
                  </a:cubicBezTo>
                  <a:cubicBezTo>
                    <a:pt x="93" y="116"/>
                    <a:pt x="89" y="115"/>
                    <a:pt x="90" y="113"/>
                  </a:cubicBezTo>
                  <a:cubicBezTo>
                    <a:pt x="90" y="111"/>
                    <a:pt x="93" y="111"/>
                    <a:pt x="93" y="109"/>
                  </a:cubicBezTo>
                  <a:cubicBezTo>
                    <a:pt x="94" y="109"/>
                    <a:pt x="96" y="109"/>
                    <a:pt x="97" y="110"/>
                  </a:cubicBezTo>
                  <a:cubicBezTo>
                    <a:pt x="98" y="111"/>
                    <a:pt x="98" y="114"/>
                    <a:pt x="100" y="114"/>
                  </a:cubicBezTo>
                  <a:cubicBezTo>
                    <a:pt x="100" y="112"/>
                    <a:pt x="101" y="112"/>
                    <a:pt x="101" y="110"/>
                  </a:cubicBezTo>
                  <a:cubicBezTo>
                    <a:pt x="102" y="108"/>
                    <a:pt x="101" y="107"/>
                    <a:pt x="103" y="106"/>
                  </a:cubicBezTo>
                  <a:cubicBezTo>
                    <a:pt x="106" y="104"/>
                    <a:pt x="110" y="110"/>
                    <a:pt x="113" y="106"/>
                  </a:cubicBezTo>
                  <a:cubicBezTo>
                    <a:pt x="114" y="106"/>
                    <a:pt x="116" y="106"/>
                    <a:pt x="118" y="106"/>
                  </a:cubicBezTo>
                  <a:cubicBezTo>
                    <a:pt x="120" y="106"/>
                    <a:pt x="122" y="106"/>
                    <a:pt x="124" y="106"/>
                  </a:cubicBezTo>
                  <a:cubicBezTo>
                    <a:pt x="124" y="108"/>
                    <a:pt x="122" y="107"/>
                    <a:pt x="121" y="108"/>
                  </a:cubicBezTo>
                  <a:cubicBezTo>
                    <a:pt x="120" y="108"/>
                    <a:pt x="119" y="110"/>
                    <a:pt x="119" y="111"/>
                  </a:cubicBezTo>
                  <a:cubicBezTo>
                    <a:pt x="122" y="112"/>
                    <a:pt x="122" y="114"/>
                    <a:pt x="121" y="116"/>
                  </a:cubicBezTo>
                  <a:cubicBezTo>
                    <a:pt x="121" y="118"/>
                    <a:pt x="120" y="120"/>
                    <a:pt x="121" y="122"/>
                  </a:cubicBezTo>
                  <a:cubicBezTo>
                    <a:pt x="123" y="123"/>
                    <a:pt x="124" y="121"/>
                    <a:pt x="126" y="120"/>
                  </a:cubicBezTo>
                  <a:cubicBezTo>
                    <a:pt x="128" y="120"/>
                    <a:pt x="131" y="119"/>
                    <a:pt x="133" y="120"/>
                  </a:cubicBezTo>
                  <a:cubicBezTo>
                    <a:pt x="135" y="120"/>
                    <a:pt x="135" y="123"/>
                    <a:pt x="137" y="124"/>
                  </a:cubicBezTo>
                  <a:cubicBezTo>
                    <a:pt x="138" y="125"/>
                    <a:pt x="141" y="125"/>
                    <a:pt x="143" y="125"/>
                  </a:cubicBezTo>
                  <a:cubicBezTo>
                    <a:pt x="141" y="125"/>
                    <a:pt x="141" y="130"/>
                    <a:pt x="141" y="132"/>
                  </a:cubicBezTo>
                  <a:cubicBezTo>
                    <a:pt x="142" y="135"/>
                    <a:pt x="146" y="135"/>
                    <a:pt x="148" y="137"/>
                  </a:cubicBezTo>
                  <a:cubicBezTo>
                    <a:pt x="149" y="139"/>
                    <a:pt x="149" y="141"/>
                    <a:pt x="148" y="143"/>
                  </a:cubicBezTo>
                  <a:cubicBezTo>
                    <a:pt x="148" y="143"/>
                    <a:pt x="146" y="143"/>
                    <a:pt x="145" y="144"/>
                  </a:cubicBezTo>
                  <a:cubicBezTo>
                    <a:pt x="143" y="145"/>
                    <a:pt x="142" y="148"/>
                    <a:pt x="139" y="149"/>
                  </a:cubicBezTo>
                  <a:cubicBezTo>
                    <a:pt x="137" y="150"/>
                    <a:pt x="135" y="150"/>
                    <a:pt x="133" y="151"/>
                  </a:cubicBezTo>
                  <a:cubicBezTo>
                    <a:pt x="131" y="153"/>
                    <a:pt x="131" y="155"/>
                    <a:pt x="129" y="156"/>
                  </a:cubicBezTo>
                  <a:cubicBezTo>
                    <a:pt x="125" y="157"/>
                    <a:pt x="121" y="155"/>
                    <a:pt x="118" y="158"/>
                  </a:cubicBezTo>
                  <a:cubicBezTo>
                    <a:pt x="116" y="160"/>
                    <a:pt x="115" y="165"/>
                    <a:pt x="115" y="168"/>
                  </a:cubicBezTo>
                  <a:cubicBezTo>
                    <a:pt x="114" y="170"/>
                    <a:pt x="115" y="172"/>
                    <a:pt x="117" y="174"/>
                  </a:cubicBezTo>
                  <a:cubicBezTo>
                    <a:pt x="117" y="174"/>
                    <a:pt x="123" y="178"/>
                    <a:pt x="123" y="177"/>
                  </a:cubicBezTo>
                  <a:cubicBezTo>
                    <a:pt x="123" y="178"/>
                    <a:pt x="123" y="180"/>
                    <a:pt x="122" y="181"/>
                  </a:cubicBezTo>
                  <a:cubicBezTo>
                    <a:pt x="122" y="181"/>
                    <a:pt x="121" y="181"/>
                    <a:pt x="121" y="181"/>
                  </a:cubicBezTo>
                  <a:cubicBezTo>
                    <a:pt x="122" y="183"/>
                    <a:pt x="123" y="187"/>
                    <a:pt x="122" y="189"/>
                  </a:cubicBezTo>
                  <a:cubicBezTo>
                    <a:pt x="122" y="189"/>
                    <a:pt x="131" y="188"/>
                    <a:pt x="132" y="188"/>
                  </a:cubicBezTo>
                  <a:cubicBezTo>
                    <a:pt x="132" y="190"/>
                    <a:pt x="132" y="192"/>
                    <a:pt x="132" y="194"/>
                  </a:cubicBezTo>
                  <a:cubicBezTo>
                    <a:pt x="134" y="194"/>
                    <a:pt x="136" y="193"/>
                    <a:pt x="137" y="192"/>
                  </a:cubicBezTo>
                  <a:cubicBezTo>
                    <a:pt x="138" y="191"/>
                    <a:pt x="138" y="190"/>
                    <a:pt x="138" y="188"/>
                  </a:cubicBezTo>
                  <a:cubicBezTo>
                    <a:pt x="139" y="188"/>
                    <a:pt x="140" y="188"/>
                    <a:pt x="141" y="188"/>
                  </a:cubicBezTo>
                  <a:cubicBezTo>
                    <a:pt x="141" y="187"/>
                    <a:pt x="141" y="185"/>
                    <a:pt x="141" y="185"/>
                  </a:cubicBezTo>
                  <a:cubicBezTo>
                    <a:pt x="142" y="183"/>
                    <a:pt x="143" y="184"/>
                    <a:pt x="144" y="183"/>
                  </a:cubicBezTo>
                  <a:cubicBezTo>
                    <a:pt x="145" y="181"/>
                    <a:pt x="145" y="178"/>
                    <a:pt x="145" y="176"/>
                  </a:cubicBezTo>
                  <a:cubicBezTo>
                    <a:pt x="146" y="178"/>
                    <a:pt x="149" y="179"/>
                    <a:pt x="150" y="182"/>
                  </a:cubicBezTo>
                  <a:cubicBezTo>
                    <a:pt x="152" y="182"/>
                    <a:pt x="153" y="180"/>
                    <a:pt x="154" y="180"/>
                  </a:cubicBezTo>
                  <a:cubicBezTo>
                    <a:pt x="156" y="179"/>
                    <a:pt x="158" y="180"/>
                    <a:pt x="159" y="180"/>
                  </a:cubicBezTo>
                  <a:cubicBezTo>
                    <a:pt x="159" y="178"/>
                    <a:pt x="160" y="177"/>
                    <a:pt x="160" y="175"/>
                  </a:cubicBezTo>
                  <a:cubicBezTo>
                    <a:pt x="161" y="173"/>
                    <a:pt x="162" y="172"/>
                    <a:pt x="162" y="170"/>
                  </a:cubicBezTo>
                  <a:cubicBezTo>
                    <a:pt x="162" y="166"/>
                    <a:pt x="162" y="163"/>
                    <a:pt x="162" y="159"/>
                  </a:cubicBezTo>
                  <a:cubicBezTo>
                    <a:pt x="164" y="159"/>
                    <a:pt x="166" y="160"/>
                    <a:pt x="167" y="160"/>
                  </a:cubicBezTo>
                  <a:cubicBezTo>
                    <a:pt x="168" y="158"/>
                    <a:pt x="168" y="156"/>
                    <a:pt x="168" y="154"/>
                  </a:cubicBezTo>
                  <a:cubicBezTo>
                    <a:pt x="169" y="152"/>
                    <a:pt x="169" y="151"/>
                    <a:pt x="168" y="149"/>
                  </a:cubicBezTo>
                  <a:cubicBezTo>
                    <a:pt x="169" y="148"/>
                    <a:pt x="170" y="148"/>
                    <a:pt x="170" y="148"/>
                  </a:cubicBezTo>
                  <a:cubicBezTo>
                    <a:pt x="171" y="147"/>
                    <a:pt x="172" y="146"/>
                    <a:pt x="172" y="145"/>
                  </a:cubicBezTo>
                  <a:cubicBezTo>
                    <a:pt x="172" y="144"/>
                    <a:pt x="172" y="142"/>
                    <a:pt x="172" y="141"/>
                  </a:cubicBezTo>
                  <a:cubicBezTo>
                    <a:pt x="173" y="140"/>
                    <a:pt x="174" y="139"/>
                    <a:pt x="175" y="138"/>
                  </a:cubicBezTo>
                  <a:cubicBezTo>
                    <a:pt x="176" y="137"/>
                    <a:pt x="176" y="137"/>
                    <a:pt x="178" y="137"/>
                  </a:cubicBezTo>
                  <a:cubicBezTo>
                    <a:pt x="177" y="135"/>
                    <a:pt x="177" y="133"/>
                    <a:pt x="177" y="131"/>
                  </a:cubicBezTo>
                  <a:cubicBezTo>
                    <a:pt x="177" y="127"/>
                    <a:pt x="176" y="129"/>
                    <a:pt x="173" y="127"/>
                  </a:cubicBezTo>
                  <a:cubicBezTo>
                    <a:pt x="172" y="125"/>
                    <a:pt x="172" y="125"/>
                    <a:pt x="172" y="125"/>
                  </a:cubicBezTo>
                  <a:cubicBezTo>
                    <a:pt x="171" y="124"/>
                    <a:pt x="171" y="125"/>
                    <a:pt x="171" y="123"/>
                  </a:cubicBezTo>
                  <a:cubicBezTo>
                    <a:pt x="172" y="122"/>
                    <a:pt x="175" y="121"/>
                    <a:pt x="177" y="121"/>
                  </a:cubicBezTo>
                  <a:cubicBezTo>
                    <a:pt x="177" y="119"/>
                    <a:pt x="178" y="119"/>
                    <a:pt x="179" y="118"/>
                  </a:cubicBezTo>
                  <a:cubicBezTo>
                    <a:pt x="179" y="116"/>
                    <a:pt x="178" y="115"/>
                    <a:pt x="179" y="114"/>
                  </a:cubicBezTo>
                  <a:cubicBezTo>
                    <a:pt x="181" y="112"/>
                    <a:pt x="185" y="112"/>
                    <a:pt x="186" y="109"/>
                  </a:cubicBezTo>
                  <a:cubicBezTo>
                    <a:pt x="185" y="108"/>
                    <a:pt x="185" y="107"/>
                    <a:pt x="185" y="106"/>
                  </a:cubicBezTo>
                  <a:cubicBezTo>
                    <a:pt x="187" y="105"/>
                    <a:pt x="189" y="105"/>
                    <a:pt x="190" y="104"/>
                  </a:cubicBezTo>
                  <a:cubicBezTo>
                    <a:pt x="189" y="105"/>
                    <a:pt x="190" y="107"/>
                    <a:pt x="190" y="108"/>
                  </a:cubicBezTo>
                  <a:cubicBezTo>
                    <a:pt x="191" y="110"/>
                    <a:pt x="192" y="110"/>
                    <a:pt x="194" y="109"/>
                  </a:cubicBezTo>
                  <a:cubicBezTo>
                    <a:pt x="198" y="109"/>
                    <a:pt x="199" y="106"/>
                    <a:pt x="198" y="102"/>
                  </a:cubicBezTo>
                  <a:cubicBezTo>
                    <a:pt x="198" y="100"/>
                    <a:pt x="198" y="100"/>
                    <a:pt x="200" y="98"/>
                  </a:cubicBezTo>
                  <a:cubicBezTo>
                    <a:pt x="202" y="96"/>
                    <a:pt x="200" y="96"/>
                    <a:pt x="199" y="94"/>
                  </a:cubicBezTo>
                  <a:cubicBezTo>
                    <a:pt x="199" y="94"/>
                    <a:pt x="203" y="87"/>
                    <a:pt x="203" y="86"/>
                  </a:cubicBezTo>
                  <a:cubicBezTo>
                    <a:pt x="205" y="85"/>
                    <a:pt x="206" y="85"/>
                    <a:pt x="207" y="84"/>
                  </a:cubicBezTo>
                  <a:cubicBezTo>
                    <a:pt x="209" y="81"/>
                    <a:pt x="208" y="78"/>
                    <a:pt x="210" y="76"/>
                  </a:cubicBezTo>
                  <a:cubicBezTo>
                    <a:pt x="210" y="75"/>
                    <a:pt x="212" y="75"/>
                    <a:pt x="212" y="75"/>
                  </a:cubicBezTo>
                  <a:cubicBezTo>
                    <a:pt x="213" y="76"/>
                    <a:pt x="212" y="78"/>
                    <a:pt x="212" y="79"/>
                  </a:cubicBezTo>
                  <a:cubicBezTo>
                    <a:pt x="213" y="79"/>
                    <a:pt x="213" y="80"/>
                    <a:pt x="214" y="79"/>
                  </a:cubicBezTo>
                  <a:cubicBezTo>
                    <a:pt x="215" y="79"/>
                    <a:pt x="215" y="79"/>
                    <a:pt x="215" y="78"/>
                  </a:cubicBezTo>
                  <a:cubicBezTo>
                    <a:pt x="216" y="77"/>
                    <a:pt x="218" y="77"/>
                    <a:pt x="218" y="75"/>
                  </a:cubicBezTo>
                  <a:cubicBezTo>
                    <a:pt x="218" y="74"/>
                    <a:pt x="218" y="73"/>
                    <a:pt x="219" y="72"/>
                  </a:cubicBezTo>
                  <a:cubicBezTo>
                    <a:pt x="221" y="67"/>
                    <a:pt x="227" y="66"/>
                    <a:pt x="231" y="63"/>
                  </a:cubicBezTo>
                  <a:cubicBezTo>
                    <a:pt x="232" y="63"/>
                    <a:pt x="234" y="62"/>
                    <a:pt x="235" y="61"/>
                  </a:cubicBezTo>
                  <a:cubicBezTo>
                    <a:pt x="235" y="60"/>
                    <a:pt x="236" y="58"/>
                    <a:pt x="237" y="58"/>
                  </a:cubicBezTo>
                  <a:cubicBezTo>
                    <a:pt x="238" y="57"/>
                    <a:pt x="237" y="55"/>
                    <a:pt x="238" y="55"/>
                  </a:cubicBezTo>
                  <a:cubicBezTo>
                    <a:pt x="239" y="54"/>
                    <a:pt x="241" y="54"/>
                    <a:pt x="242" y="54"/>
                  </a:cubicBezTo>
                  <a:cubicBezTo>
                    <a:pt x="243" y="53"/>
                    <a:pt x="244" y="54"/>
                    <a:pt x="245" y="53"/>
                  </a:cubicBezTo>
                  <a:cubicBezTo>
                    <a:pt x="245" y="53"/>
                    <a:pt x="246" y="52"/>
                    <a:pt x="247" y="52"/>
                  </a:cubicBezTo>
                  <a:cubicBezTo>
                    <a:pt x="247" y="51"/>
                    <a:pt x="249" y="50"/>
                    <a:pt x="249" y="49"/>
                  </a:cubicBezTo>
                  <a:cubicBezTo>
                    <a:pt x="250" y="49"/>
                    <a:pt x="250" y="48"/>
                    <a:pt x="251" y="48"/>
                  </a:cubicBezTo>
                  <a:cubicBezTo>
                    <a:pt x="252" y="47"/>
                    <a:pt x="253" y="48"/>
                    <a:pt x="254" y="48"/>
                  </a:cubicBezTo>
                  <a:cubicBezTo>
                    <a:pt x="255" y="47"/>
                    <a:pt x="256" y="47"/>
                    <a:pt x="256" y="46"/>
                  </a:cubicBezTo>
                  <a:cubicBezTo>
                    <a:pt x="256" y="46"/>
                    <a:pt x="256" y="46"/>
                    <a:pt x="256" y="46"/>
                  </a:cubicBezTo>
                  <a:cubicBezTo>
                    <a:pt x="256" y="46"/>
                    <a:pt x="258" y="44"/>
                    <a:pt x="259" y="43"/>
                  </a:cubicBezTo>
                  <a:cubicBezTo>
                    <a:pt x="259" y="43"/>
                    <a:pt x="262" y="42"/>
                    <a:pt x="262" y="42"/>
                  </a:cubicBezTo>
                  <a:cubicBezTo>
                    <a:pt x="262" y="41"/>
                    <a:pt x="262" y="39"/>
                    <a:pt x="262" y="38"/>
                  </a:cubicBezTo>
                  <a:cubicBezTo>
                    <a:pt x="263" y="36"/>
                    <a:pt x="263" y="36"/>
                    <a:pt x="265" y="36"/>
                  </a:cubicBezTo>
                  <a:cubicBezTo>
                    <a:pt x="266" y="37"/>
                    <a:pt x="271" y="37"/>
                    <a:pt x="272" y="37"/>
                  </a:cubicBezTo>
                  <a:cubicBezTo>
                    <a:pt x="273" y="36"/>
                    <a:pt x="274" y="36"/>
                    <a:pt x="275" y="36"/>
                  </a:cubicBezTo>
                  <a:cubicBezTo>
                    <a:pt x="276" y="35"/>
                    <a:pt x="278" y="35"/>
                    <a:pt x="278" y="34"/>
                  </a:cubicBezTo>
                  <a:cubicBezTo>
                    <a:pt x="281" y="35"/>
                    <a:pt x="284" y="33"/>
                    <a:pt x="285" y="30"/>
                  </a:cubicBezTo>
                  <a:cubicBezTo>
                    <a:pt x="285" y="28"/>
                    <a:pt x="286" y="25"/>
                    <a:pt x="284" y="26"/>
                  </a:cubicBezTo>
                  <a:cubicBezTo>
                    <a:pt x="283" y="26"/>
                    <a:pt x="283" y="27"/>
                    <a:pt x="282" y="27"/>
                  </a:cubicBezTo>
                  <a:cubicBezTo>
                    <a:pt x="281" y="28"/>
                    <a:pt x="280" y="28"/>
                    <a:pt x="280" y="28"/>
                  </a:cubicBezTo>
                  <a:cubicBezTo>
                    <a:pt x="279" y="26"/>
                    <a:pt x="279" y="25"/>
                    <a:pt x="278" y="24"/>
                  </a:cubicBezTo>
                  <a:cubicBezTo>
                    <a:pt x="278" y="23"/>
                    <a:pt x="278" y="22"/>
                    <a:pt x="278" y="20"/>
                  </a:cubicBezTo>
                  <a:cubicBezTo>
                    <a:pt x="274" y="19"/>
                    <a:pt x="274" y="16"/>
                    <a:pt x="274" y="13"/>
                  </a:cubicBezTo>
                  <a:cubicBezTo>
                    <a:pt x="274" y="11"/>
                    <a:pt x="274" y="9"/>
                    <a:pt x="275" y="8"/>
                  </a:cubicBezTo>
                  <a:cubicBezTo>
                    <a:pt x="275" y="7"/>
                    <a:pt x="276" y="7"/>
                    <a:pt x="277" y="7"/>
                  </a:cubicBezTo>
                  <a:cubicBezTo>
                    <a:pt x="278" y="6"/>
                    <a:pt x="278" y="6"/>
                    <a:pt x="279" y="5"/>
                  </a:cubicBezTo>
                  <a:cubicBezTo>
                    <a:pt x="279" y="4"/>
                    <a:pt x="281" y="3"/>
                    <a:pt x="280" y="2"/>
                  </a:cubicBezTo>
                  <a:cubicBezTo>
                    <a:pt x="279" y="0"/>
                    <a:pt x="275" y="1"/>
                    <a:pt x="273" y="1"/>
                  </a:cubicBezTo>
                  <a:cubicBezTo>
                    <a:pt x="272" y="1"/>
                    <a:pt x="271" y="2"/>
                    <a:pt x="269" y="2"/>
                  </a:cubicBezTo>
                  <a:cubicBezTo>
                    <a:pt x="268" y="2"/>
                    <a:pt x="267" y="2"/>
                    <a:pt x="266" y="3"/>
                  </a:cubicBezTo>
                  <a:cubicBezTo>
                    <a:pt x="264" y="4"/>
                    <a:pt x="264" y="4"/>
                    <a:pt x="263" y="5"/>
                  </a:cubicBezTo>
                  <a:cubicBezTo>
                    <a:pt x="261" y="5"/>
                    <a:pt x="261" y="5"/>
                    <a:pt x="259" y="6"/>
                  </a:cubicBezTo>
                  <a:cubicBezTo>
                    <a:pt x="258" y="7"/>
                    <a:pt x="257" y="7"/>
                    <a:pt x="256" y="7"/>
                  </a:cubicBezTo>
                  <a:cubicBezTo>
                    <a:pt x="255" y="7"/>
                    <a:pt x="253" y="7"/>
                    <a:pt x="252" y="8"/>
                  </a:cubicBezTo>
                  <a:cubicBezTo>
                    <a:pt x="251" y="8"/>
                    <a:pt x="252" y="8"/>
                    <a:pt x="251" y="9"/>
                  </a:cubicBezTo>
                  <a:cubicBezTo>
                    <a:pt x="251" y="9"/>
                    <a:pt x="250" y="9"/>
                    <a:pt x="249" y="9"/>
                  </a:cubicBezTo>
                  <a:cubicBezTo>
                    <a:pt x="249" y="9"/>
                    <a:pt x="248" y="10"/>
                    <a:pt x="248" y="10"/>
                  </a:cubicBezTo>
                  <a:cubicBezTo>
                    <a:pt x="247" y="11"/>
                    <a:pt x="247" y="11"/>
                    <a:pt x="246" y="11"/>
                  </a:cubicBezTo>
                  <a:cubicBezTo>
                    <a:pt x="246" y="11"/>
                    <a:pt x="245" y="11"/>
                    <a:pt x="244" y="11"/>
                  </a:cubicBezTo>
                  <a:cubicBezTo>
                    <a:pt x="244" y="12"/>
                    <a:pt x="243" y="12"/>
                    <a:pt x="243" y="12"/>
                  </a:cubicBezTo>
                  <a:cubicBezTo>
                    <a:pt x="241" y="13"/>
                    <a:pt x="240" y="13"/>
                    <a:pt x="239" y="13"/>
                  </a:cubicBezTo>
                  <a:cubicBezTo>
                    <a:pt x="239" y="14"/>
                    <a:pt x="239" y="14"/>
                    <a:pt x="238" y="14"/>
                  </a:cubicBezTo>
                  <a:cubicBezTo>
                    <a:pt x="237" y="15"/>
                    <a:pt x="237" y="15"/>
                    <a:pt x="236" y="15"/>
                  </a:cubicBezTo>
                  <a:cubicBezTo>
                    <a:pt x="236" y="16"/>
                    <a:pt x="235" y="16"/>
                    <a:pt x="234" y="16"/>
                  </a:cubicBezTo>
                  <a:cubicBezTo>
                    <a:pt x="234" y="16"/>
                    <a:pt x="234" y="16"/>
                    <a:pt x="233" y="17"/>
                  </a:cubicBezTo>
                  <a:cubicBezTo>
                    <a:pt x="233" y="17"/>
                    <a:pt x="233" y="17"/>
                    <a:pt x="233" y="17"/>
                  </a:cubicBezTo>
                  <a:cubicBezTo>
                    <a:pt x="232" y="17"/>
                    <a:pt x="232" y="17"/>
                    <a:pt x="232" y="17"/>
                  </a:cubicBezTo>
                  <a:cubicBezTo>
                    <a:pt x="231" y="17"/>
                    <a:pt x="231" y="17"/>
                    <a:pt x="231" y="17"/>
                  </a:cubicBezTo>
                  <a:cubicBezTo>
                    <a:pt x="230" y="18"/>
                    <a:pt x="229" y="18"/>
                    <a:pt x="229" y="19"/>
                  </a:cubicBezTo>
                  <a:cubicBezTo>
                    <a:pt x="228" y="20"/>
                    <a:pt x="227" y="20"/>
                    <a:pt x="226" y="21"/>
                  </a:cubicBezTo>
                  <a:cubicBezTo>
                    <a:pt x="224" y="21"/>
                    <a:pt x="223" y="22"/>
                    <a:pt x="222" y="23"/>
                  </a:cubicBezTo>
                  <a:cubicBezTo>
                    <a:pt x="220" y="24"/>
                    <a:pt x="219" y="23"/>
                    <a:pt x="218" y="24"/>
                  </a:cubicBezTo>
                  <a:cubicBezTo>
                    <a:pt x="218" y="25"/>
                    <a:pt x="216" y="25"/>
                    <a:pt x="215" y="25"/>
                  </a:cubicBezTo>
                  <a:cubicBezTo>
                    <a:pt x="213" y="25"/>
                    <a:pt x="213" y="26"/>
                    <a:pt x="211" y="26"/>
                  </a:cubicBezTo>
                  <a:cubicBezTo>
                    <a:pt x="210" y="26"/>
                    <a:pt x="209" y="25"/>
                    <a:pt x="208" y="24"/>
                  </a:cubicBezTo>
                  <a:cubicBezTo>
                    <a:pt x="207" y="24"/>
                    <a:pt x="205" y="23"/>
                    <a:pt x="204" y="24"/>
                  </a:cubicBezTo>
                  <a:cubicBezTo>
                    <a:pt x="204" y="24"/>
                    <a:pt x="203" y="24"/>
                    <a:pt x="203" y="25"/>
                  </a:cubicBezTo>
                  <a:cubicBezTo>
                    <a:pt x="204" y="26"/>
                    <a:pt x="204" y="25"/>
                    <a:pt x="205" y="26"/>
                  </a:cubicBezTo>
                  <a:cubicBezTo>
                    <a:pt x="206" y="27"/>
                    <a:pt x="206" y="30"/>
                    <a:pt x="206" y="31"/>
                  </a:cubicBezTo>
                  <a:cubicBezTo>
                    <a:pt x="205" y="31"/>
                    <a:pt x="205" y="31"/>
                    <a:pt x="205" y="32"/>
                  </a:cubicBezTo>
                  <a:cubicBezTo>
                    <a:pt x="204" y="32"/>
                    <a:pt x="203" y="33"/>
                    <a:pt x="203" y="34"/>
                  </a:cubicBezTo>
                  <a:cubicBezTo>
                    <a:pt x="202" y="35"/>
                    <a:pt x="201" y="35"/>
                    <a:pt x="200" y="36"/>
                  </a:cubicBezTo>
                  <a:cubicBezTo>
                    <a:pt x="200" y="37"/>
                    <a:pt x="199" y="37"/>
                    <a:pt x="198" y="38"/>
                  </a:cubicBezTo>
                  <a:cubicBezTo>
                    <a:pt x="197" y="39"/>
                    <a:pt x="197" y="39"/>
                    <a:pt x="197" y="39"/>
                  </a:cubicBezTo>
                  <a:cubicBezTo>
                    <a:pt x="196" y="40"/>
                    <a:pt x="196" y="40"/>
                    <a:pt x="195" y="40"/>
                  </a:cubicBezTo>
                  <a:cubicBezTo>
                    <a:pt x="194" y="42"/>
                    <a:pt x="193" y="43"/>
                    <a:pt x="191" y="45"/>
                  </a:cubicBezTo>
                  <a:cubicBezTo>
                    <a:pt x="191" y="46"/>
                    <a:pt x="190" y="47"/>
                    <a:pt x="190" y="48"/>
                  </a:cubicBezTo>
                  <a:cubicBezTo>
                    <a:pt x="190" y="49"/>
                    <a:pt x="191" y="50"/>
                    <a:pt x="190" y="51"/>
                  </a:cubicBezTo>
                  <a:cubicBezTo>
                    <a:pt x="189" y="51"/>
                    <a:pt x="188" y="51"/>
                    <a:pt x="187" y="52"/>
                  </a:cubicBezTo>
                  <a:cubicBezTo>
                    <a:pt x="187" y="53"/>
                    <a:pt x="186" y="54"/>
                    <a:pt x="186" y="55"/>
                  </a:cubicBezTo>
                  <a:cubicBezTo>
                    <a:pt x="185" y="56"/>
                    <a:pt x="184" y="57"/>
                    <a:pt x="182" y="57"/>
                  </a:cubicBezTo>
                  <a:cubicBezTo>
                    <a:pt x="181" y="57"/>
                    <a:pt x="180" y="57"/>
                    <a:pt x="178" y="57"/>
                  </a:cubicBezTo>
                  <a:cubicBezTo>
                    <a:pt x="178" y="57"/>
                    <a:pt x="177" y="57"/>
                    <a:pt x="177" y="57"/>
                  </a:cubicBezTo>
                  <a:cubicBezTo>
                    <a:pt x="176" y="57"/>
                    <a:pt x="175" y="58"/>
                    <a:pt x="175" y="58"/>
                  </a:cubicBezTo>
                  <a:cubicBezTo>
                    <a:pt x="174" y="58"/>
                    <a:pt x="172" y="58"/>
                    <a:pt x="171" y="58"/>
                  </a:cubicBezTo>
                  <a:cubicBezTo>
                    <a:pt x="168" y="58"/>
                    <a:pt x="166" y="58"/>
                    <a:pt x="163" y="60"/>
                  </a:cubicBezTo>
                  <a:cubicBezTo>
                    <a:pt x="162" y="61"/>
                    <a:pt x="160" y="61"/>
                    <a:pt x="159" y="61"/>
                  </a:cubicBezTo>
                  <a:cubicBezTo>
                    <a:pt x="157" y="61"/>
                    <a:pt x="155" y="61"/>
                    <a:pt x="153" y="60"/>
                  </a:cubicBezTo>
                  <a:cubicBezTo>
                    <a:pt x="152" y="59"/>
                    <a:pt x="150" y="59"/>
                    <a:pt x="149" y="59"/>
                  </a:cubicBezTo>
                  <a:cubicBezTo>
                    <a:pt x="146" y="58"/>
                    <a:pt x="144" y="57"/>
                    <a:pt x="141" y="57"/>
                  </a:cubicBezTo>
                  <a:cubicBezTo>
                    <a:pt x="139" y="57"/>
                    <a:pt x="139" y="58"/>
                    <a:pt x="138" y="59"/>
                  </a:cubicBezTo>
                  <a:cubicBezTo>
                    <a:pt x="137" y="59"/>
                    <a:pt x="137" y="59"/>
                    <a:pt x="136" y="59"/>
                  </a:cubicBezTo>
                  <a:cubicBezTo>
                    <a:pt x="135" y="59"/>
                    <a:pt x="135" y="60"/>
                    <a:pt x="134" y="60"/>
                  </a:cubicBezTo>
                  <a:cubicBezTo>
                    <a:pt x="132" y="61"/>
                    <a:pt x="131" y="62"/>
                    <a:pt x="129" y="62"/>
                  </a:cubicBezTo>
                  <a:cubicBezTo>
                    <a:pt x="128" y="62"/>
                    <a:pt x="126" y="62"/>
                    <a:pt x="125" y="63"/>
                  </a:cubicBezTo>
                  <a:cubicBezTo>
                    <a:pt x="124" y="63"/>
                    <a:pt x="123" y="64"/>
                    <a:pt x="122" y="64"/>
                  </a:cubicBezTo>
                  <a:cubicBezTo>
                    <a:pt x="121" y="64"/>
                    <a:pt x="120" y="64"/>
                    <a:pt x="120" y="64"/>
                  </a:cubicBezTo>
                  <a:cubicBezTo>
                    <a:pt x="118" y="65"/>
                    <a:pt x="117" y="65"/>
                    <a:pt x="116" y="65"/>
                  </a:cubicBezTo>
                  <a:cubicBezTo>
                    <a:pt x="114" y="66"/>
                    <a:pt x="112" y="66"/>
                    <a:pt x="110" y="65"/>
                  </a:cubicBezTo>
                  <a:cubicBezTo>
                    <a:pt x="108" y="65"/>
                    <a:pt x="107" y="63"/>
                    <a:pt x="105" y="62"/>
                  </a:cubicBezTo>
                  <a:cubicBezTo>
                    <a:pt x="102" y="61"/>
                    <a:pt x="100" y="61"/>
                    <a:pt x="98" y="60"/>
                  </a:cubicBezTo>
                  <a:cubicBezTo>
                    <a:pt x="92" y="58"/>
                    <a:pt x="87" y="59"/>
                    <a:pt x="80" y="59"/>
                  </a:cubicBezTo>
                  <a:cubicBezTo>
                    <a:pt x="75" y="58"/>
                    <a:pt x="71" y="56"/>
                    <a:pt x="66" y="56"/>
                  </a:cubicBezTo>
                  <a:cubicBezTo>
                    <a:pt x="57" y="55"/>
                    <a:pt x="49" y="52"/>
                    <a:pt x="41" y="53"/>
                  </a:cubicBezTo>
                  <a:cubicBezTo>
                    <a:pt x="33" y="54"/>
                    <a:pt x="29" y="60"/>
                    <a:pt x="21" y="63"/>
                  </a:cubicBezTo>
                  <a:cubicBezTo>
                    <a:pt x="20" y="64"/>
                    <a:pt x="16" y="64"/>
                    <a:pt x="14" y="65"/>
                  </a:cubicBezTo>
                  <a:cubicBezTo>
                    <a:pt x="13" y="67"/>
                    <a:pt x="14" y="72"/>
                    <a:pt x="14" y="74"/>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6" name="Freeform 443">
              <a:extLst>
                <a:ext uri="{FF2B5EF4-FFF2-40B4-BE49-F238E27FC236}">
                  <a16:creationId xmlns:a16="http://schemas.microsoft.com/office/drawing/2014/main" id="{ECE31D31-3797-4129-A6A0-D98387153B58}"/>
                </a:ext>
              </a:extLst>
            </p:cNvPr>
            <p:cNvSpPr>
              <a:spLocks/>
            </p:cNvSpPr>
            <p:nvPr/>
          </p:nvSpPr>
          <p:spPr bwMode="auto">
            <a:xfrm>
              <a:off x="3332163" y="2224088"/>
              <a:ext cx="495300" cy="593725"/>
            </a:xfrm>
            <a:custGeom>
              <a:avLst/>
              <a:gdLst>
                <a:gd name="T0" fmla="*/ 129 w 140"/>
                <a:gd name="T1" fmla="*/ 29 h 168"/>
                <a:gd name="T2" fmla="*/ 117 w 140"/>
                <a:gd name="T3" fmla="*/ 13 h 168"/>
                <a:gd name="T4" fmla="*/ 105 w 140"/>
                <a:gd name="T5" fmla="*/ 0 h 168"/>
                <a:gd name="T6" fmla="*/ 107 w 140"/>
                <a:gd name="T7" fmla="*/ 7 h 168"/>
                <a:gd name="T8" fmla="*/ 103 w 140"/>
                <a:gd name="T9" fmla="*/ 9 h 168"/>
                <a:gd name="T10" fmla="*/ 105 w 140"/>
                <a:gd name="T11" fmla="*/ 13 h 168"/>
                <a:gd name="T12" fmla="*/ 110 w 140"/>
                <a:gd name="T13" fmla="*/ 23 h 168"/>
                <a:gd name="T14" fmla="*/ 104 w 140"/>
                <a:gd name="T15" fmla="*/ 26 h 168"/>
                <a:gd name="T16" fmla="*/ 102 w 140"/>
                <a:gd name="T17" fmla="*/ 32 h 168"/>
                <a:gd name="T18" fmla="*/ 95 w 140"/>
                <a:gd name="T19" fmla="*/ 36 h 168"/>
                <a:gd name="T20" fmla="*/ 92 w 140"/>
                <a:gd name="T21" fmla="*/ 43 h 168"/>
                <a:gd name="T22" fmla="*/ 81 w 140"/>
                <a:gd name="T23" fmla="*/ 39 h 168"/>
                <a:gd name="T24" fmla="*/ 80 w 140"/>
                <a:gd name="T25" fmla="*/ 54 h 168"/>
                <a:gd name="T26" fmla="*/ 75 w 140"/>
                <a:gd name="T27" fmla="*/ 58 h 168"/>
                <a:gd name="T28" fmla="*/ 70 w 140"/>
                <a:gd name="T29" fmla="*/ 60 h 168"/>
                <a:gd name="T30" fmla="*/ 48 w 140"/>
                <a:gd name="T31" fmla="*/ 57 h 168"/>
                <a:gd name="T32" fmla="*/ 35 w 140"/>
                <a:gd name="T33" fmla="*/ 69 h 168"/>
                <a:gd name="T34" fmla="*/ 34 w 140"/>
                <a:gd name="T35" fmla="*/ 57 h 168"/>
                <a:gd name="T36" fmla="*/ 30 w 140"/>
                <a:gd name="T37" fmla="*/ 50 h 168"/>
                <a:gd name="T38" fmla="*/ 10 w 140"/>
                <a:gd name="T39" fmla="*/ 47 h 168"/>
                <a:gd name="T40" fmla="*/ 1 w 140"/>
                <a:gd name="T41" fmla="*/ 46 h 168"/>
                <a:gd name="T42" fmla="*/ 5 w 140"/>
                <a:gd name="T43" fmla="*/ 53 h 168"/>
                <a:gd name="T44" fmla="*/ 5 w 140"/>
                <a:gd name="T45" fmla="*/ 66 h 168"/>
                <a:gd name="T46" fmla="*/ 4 w 140"/>
                <a:gd name="T47" fmla="*/ 76 h 168"/>
                <a:gd name="T48" fmla="*/ 22 w 140"/>
                <a:gd name="T49" fmla="*/ 79 h 168"/>
                <a:gd name="T50" fmla="*/ 37 w 140"/>
                <a:gd name="T51" fmla="*/ 83 h 168"/>
                <a:gd name="T52" fmla="*/ 41 w 140"/>
                <a:gd name="T53" fmla="*/ 95 h 168"/>
                <a:gd name="T54" fmla="*/ 47 w 140"/>
                <a:gd name="T55" fmla="*/ 121 h 168"/>
                <a:gd name="T56" fmla="*/ 65 w 140"/>
                <a:gd name="T57" fmla="*/ 138 h 168"/>
                <a:gd name="T58" fmla="*/ 72 w 140"/>
                <a:gd name="T59" fmla="*/ 156 h 168"/>
                <a:gd name="T60" fmla="*/ 78 w 140"/>
                <a:gd name="T61" fmla="*/ 142 h 168"/>
                <a:gd name="T62" fmla="*/ 93 w 140"/>
                <a:gd name="T63" fmla="*/ 148 h 168"/>
                <a:gd name="T64" fmla="*/ 100 w 140"/>
                <a:gd name="T65" fmla="*/ 140 h 168"/>
                <a:gd name="T66" fmla="*/ 104 w 140"/>
                <a:gd name="T67" fmla="*/ 157 h 168"/>
                <a:gd name="T68" fmla="*/ 110 w 140"/>
                <a:gd name="T69" fmla="*/ 160 h 168"/>
                <a:gd name="T70" fmla="*/ 125 w 140"/>
                <a:gd name="T71" fmla="*/ 155 h 168"/>
                <a:gd name="T72" fmla="*/ 131 w 140"/>
                <a:gd name="T73" fmla="*/ 154 h 168"/>
                <a:gd name="T74" fmla="*/ 132 w 140"/>
                <a:gd name="T75" fmla="*/ 152 h 168"/>
                <a:gd name="T76" fmla="*/ 131 w 140"/>
                <a:gd name="T77" fmla="*/ 148 h 168"/>
                <a:gd name="T78" fmla="*/ 129 w 140"/>
                <a:gd name="T79" fmla="*/ 139 h 168"/>
                <a:gd name="T80" fmla="*/ 121 w 140"/>
                <a:gd name="T81" fmla="*/ 123 h 168"/>
                <a:gd name="T82" fmla="*/ 118 w 140"/>
                <a:gd name="T83" fmla="*/ 125 h 168"/>
                <a:gd name="T84" fmla="*/ 115 w 140"/>
                <a:gd name="T85" fmla="*/ 125 h 168"/>
                <a:gd name="T86" fmla="*/ 114 w 140"/>
                <a:gd name="T87" fmla="*/ 123 h 168"/>
                <a:gd name="T88" fmla="*/ 112 w 140"/>
                <a:gd name="T89" fmla="*/ 122 h 168"/>
                <a:gd name="T90" fmla="*/ 110 w 140"/>
                <a:gd name="T91" fmla="*/ 122 h 168"/>
                <a:gd name="T92" fmla="*/ 106 w 140"/>
                <a:gd name="T93" fmla="*/ 122 h 168"/>
                <a:gd name="T94" fmla="*/ 104 w 140"/>
                <a:gd name="T95" fmla="*/ 119 h 168"/>
                <a:gd name="T96" fmla="*/ 107 w 140"/>
                <a:gd name="T97" fmla="*/ 117 h 168"/>
                <a:gd name="T98" fmla="*/ 108 w 140"/>
                <a:gd name="T99" fmla="*/ 115 h 168"/>
                <a:gd name="T100" fmla="*/ 108 w 140"/>
                <a:gd name="T101" fmla="*/ 110 h 168"/>
                <a:gd name="T102" fmla="*/ 112 w 140"/>
                <a:gd name="T103" fmla="*/ 108 h 168"/>
                <a:gd name="T104" fmla="*/ 115 w 140"/>
                <a:gd name="T105" fmla="*/ 109 h 168"/>
                <a:gd name="T106" fmla="*/ 115 w 140"/>
                <a:gd name="T107" fmla="*/ 70 h 168"/>
                <a:gd name="T108" fmla="*/ 120 w 140"/>
                <a:gd name="T109" fmla="*/ 61 h 168"/>
                <a:gd name="T110" fmla="*/ 130 w 140"/>
                <a:gd name="T111" fmla="*/ 50 h 168"/>
                <a:gd name="T112" fmla="*/ 140 w 140"/>
                <a:gd name="T113" fmla="*/ 3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0" h="168">
                  <a:moveTo>
                    <a:pt x="139" y="33"/>
                  </a:moveTo>
                  <a:cubicBezTo>
                    <a:pt x="137" y="34"/>
                    <a:pt x="136" y="34"/>
                    <a:pt x="136" y="31"/>
                  </a:cubicBezTo>
                  <a:cubicBezTo>
                    <a:pt x="134" y="30"/>
                    <a:pt x="131" y="31"/>
                    <a:pt x="129" y="29"/>
                  </a:cubicBezTo>
                  <a:cubicBezTo>
                    <a:pt x="127" y="26"/>
                    <a:pt x="125" y="26"/>
                    <a:pt x="122" y="25"/>
                  </a:cubicBezTo>
                  <a:cubicBezTo>
                    <a:pt x="122" y="23"/>
                    <a:pt x="122" y="20"/>
                    <a:pt x="122" y="18"/>
                  </a:cubicBezTo>
                  <a:cubicBezTo>
                    <a:pt x="122" y="16"/>
                    <a:pt x="119" y="15"/>
                    <a:pt x="117" y="13"/>
                  </a:cubicBezTo>
                  <a:cubicBezTo>
                    <a:pt x="116" y="12"/>
                    <a:pt x="114" y="10"/>
                    <a:pt x="112" y="8"/>
                  </a:cubicBezTo>
                  <a:cubicBezTo>
                    <a:pt x="110" y="6"/>
                    <a:pt x="109" y="3"/>
                    <a:pt x="107" y="1"/>
                  </a:cubicBezTo>
                  <a:cubicBezTo>
                    <a:pt x="107" y="1"/>
                    <a:pt x="106" y="0"/>
                    <a:pt x="105" y="0"/>
                  </a:cubicBezTo>
                  <a:cubicBezTo>
                    <a:pt x="105" y="1"/>
                    <a:pt x="105" y="2"/>
                    <a:pt x="105" y="3"/>
                  </a:cubicBezTo>
                  <a:cubicBezTo>
                    <a:pt x="106" y="4"/>
                    <a:pt x="107" y="5"/>
                    <a:pt x="107" y="6"/>
                  </a:cubicBezTo>
                  <a:cubicBezTo>
                    <a:pt x="107" y="7"/>
                    <a:pt x="107" y="7"/>
                    <a:pt x="107" y="7"/>
                  </a:cubicBezTo>
                  <a:cubicBezTo>
                    <a:pt x="106" y="7"/>
                    <a:pt x="106" y="7"/>
                    <a:pt x="106" y="7"/>
                  </a:cubicBezTo>
                  <a:cubicBezTo>
                    <a:pt x="104" y="7"/>
                    <a:pt x="102" y="6"/>
                    <a:pt x="102" y="7"/>
                  </a:cubicBezTo>
                  <a:cubicBezTo>
                    <a:pt x="101" y="8"/>
                    <a:pt x="102" y="9"/>
                    <a:pt x="103" y="9"/>
                  </a:cubicBezTo>
                  <a:cubicBezTo>
                    <a:pt x="103" y="10"/>
                    <a:pt x="102" y="11"/>
                    <a:pt x="103" y="11"/>
                  </a:cubicBezTo>
                  <a:cubicBezTo>
                    <a:pt x="104" y="13"/>
                    <a:pt x="104" y="13"/>
                    <a:pt x="104" y="13"/>
                  </a:cubicBezTo>
                  <a:cubicBezTo>
                    <a:pt x="104" y="13"/>
                    <a:pt x="105" y="13"/>
                    <a:pt x="105" y="13"/>
                  </a:cubicBezTo>
                  <a:cubicBezTo>
                    <a:pt x="105" y="14"/>
                    <a:pt x="105" y="14"/>
                    <a:pt x="105" y="14"/>
                  </a:cubicBezTo>
                  <a:cubicBezTo>
                    <a:pt x="106" y="17"/>
                    <a:pt x="108" y="16"/>
                    <a:pt x="110" y="18"/>
                  </a:cubicBezTo>
                  <a:cubicBezTo>
                    <a:pt x="111" y="19"/>
                    <a:pt x="110" y="21"/>
                    <a:pt x="110" y="23"/>
                  </a:cubicBezTo>
                  <a:cubicBezTo>
                    <a:pt x="110" y="24"/>
                    <a:pt x="111" y="31"/>
                    <a:pt x="109" y="31"/>
                  </a:cubicBezTo>
                  <a:cubicBezTo>
                    <a:pt x="108" y="30"/>
                    <a:pt x="109" y="28"/>
                    <a:pt x="107" y="27"/>
                  </a:cubicBezTo>
                  <a:cubicBezTo>
                    <a:pt x="106" y="27"/>
                    <a:pt x="104" y="27"/>
                    <a:pt x="104" y="26"/>
                  </a:cubicBezTo>
                  <a:cubicBezTo>
                    <a:pt x="103" y="25"/>
                    <a:pt x="102" y="25"/>
                    <a:pt x="101" y="26"/>
                  </a:cubicBezTo>
                  <a:cubicBezTo>
                    <a:pt x="101" y="27"/>
                    <a:pt x="101" y="28"/>
                    <a:pt x="102" y="29"/>
                  </a:cubicBezTo>
                  <a:cubicBezTo>
                    <a:pt x="102" y="30"/>
                    <a:pt x="102" y="31"/>
                    <a:pt x="102" y="32"/>
                  </a:cubicBezTo>
                  <a:cubicBezTo>
                    <a:pt x="101" y="32"/>
                    <a:pt x="99" y="33"/>
                    <a:pt x="98" y="33"/>
                  </a:cubicBezTo>
                  <a:cubicBezTo>
                    <a:pt x="97" y="34"/>
                    <a:pt x="97" y="36"/>
                    <a:pt x="95" y="35"/>
                  </a:cubicBezTo>
                  <a:cubicBezTo>
                    <a:pt x="95" y="36"/>
                    <a:pt x="95" y="36"/>
                    <a:pt x="95" y="36"/>
                  </a:cubicBezTo>
                  <a:cubicBezTo>
                    <a:pt x="97" y="36"/>
                    <a:pt x="98" y="37"/>
                    <a:pt x="98" y="39"/>
                  </a:cubicBezTo>
                  <a:cubicBezTo>
                    <a:pt x="98" y="41"/>
                    <a:pt x="97" y="41"/>
                    <a:pt x="95" y="42"/>
                  </a:cubicBezTo>
                  <a:cubicBezTo>
                    <a:pt x="94" y="43"/>
                    <a:pt x="94" y="45"/>
                    <a:pt x="92" y="43"/>
                  </a:cubicBezTo>
                  <a:cubicBezTo>
                    <a:pt x="91" y="42"/>
                    <a:pt x="91" y="41"/>
                    <a:pt x="91" y="40"/>
                  </a:cubicBezTo>
                  <a:cubicBezTo>
                    <a:pt x="90" y="37"/>
                    <a:pt x="88" y="38"/>
                    <a:pt x="88" y="40"/>
                  </a:cubicBezTo>
                  <a:cubicBezTo>
                    <a:pt x="87" y="43"/>
                    <a:pt x="82" y="40"/>
                    <a:pt x="81" y="39"/>
                  </a:cubicBezTo>
                  <a:cubicBezTo>
                    <a:pt x="80" y="41"/>
                    <a:pt x="80" y="44"/>
                    <a:pt x="80" y="46"/>
                  </a:cubicBezTo>
                  <a:cubicBezTo>
                    <a:pt x="79" y="47"/>
                    <a:pt x="79" y="48"/>
                    <a:pt x="79" y="49"/>
                  </a:cubicBezTo>
                  <a:cubicBezTo>
                    <a:pt x="78" y="50"/>
                    <a:pt x="78" y="54"/>
                    <a:pt x="80" y="54"/>
                  </a:cubicBezTo>
                  <a:cubicBezTo>
                    <a:pt x="80" y="54"/>
                    <a:pt x="79" y="55"/>
                    <a:pt x="79" y="56"/>
                  </a:cubicBezTo>
                  <a:cubicBezTo>
                    <a:pt x="78" y="56"/>
                    <a:pt x="77" y="56"/>
                    <a:pt x="76" y="56"/>
                  </a:cubicBezTo>
                  <a:cubicBezTo>
                    <a:pt x="75" y="57"/>
                    <a:pt x="76" y="58"/>
                    <a:pt x="75" y="58"/>
                  </a:cubicBezTo>
                  <a:cubicBezTo>
                    <a:pt x="75" y="58"/>
                    <a:pt x="74" y="58"/>
                    <a:pt x="74" y="57"/>
                  </a:cubicBezTo>
                  <a:cubicBezTo>
                    <a:pt x="74" y="58"/>
                    <a:pt x="73" y="58"/>
                    <a:pt x="73" y="59"/>
                  </a:cubicBezTo>
                  <a:cubicBezTo>
                    <a:pt x="72" y="60"/>
                    <a:pt x="73" y="61"/>
                    <a:pt x="70" y="60"/>
                  </a:cubicBezTo>
                  <a:cubicBezTo>
                    <a:pt x="69" y="60"/>
                    <a:pt x="67" y="60"/>
                    <a:pt x="65" y="60"/>
                  </a:cubicBezTo>
                  <a:cubicBezTo>
                    <a:pt x="65" y="55"/>
                    <a:pt x="56" y="54"/>
                    <a:pt x="56" y="58"/>
                  </a:cubicBezTo>
                  <a:cubicBezTo>
                    <a:pt x="53" y="59"/>
                    <a:pt x="51" y="58"/>
                    <a:pt x="48" y="57"/>
                  </a:cubicBezTo>
                  <a:cubicBezTo>
                    <a:pt x="45" y="55"/>
                    <a:pt x="44" y="58"/>
                    <a:pt x="42" y="60"/>
                  </a:cubicBezTo>
                  <a:cubicBezTo>
                    <a:pt x="41" y="62"/>
                    <a:pt x="38" y="63"/>
                    <a:pt x="38" y="66"/>
                  </a:cubicBezTo>
                  <a:cubicBezTo>
                    <a:pt x="38" y="68"/>
                    <a:pt x="38" y="69"/>
                    <a:pt x="35" y="69"/>
                  </a:cubicBezTo>
                  <a:cubicBezTo>
                    <a:pt x="35" y="67"/>
                    <a:pt x="34" y="66"/>
                    <a:pt x="33" y="65"/>
                  </a:cubicBezTo>
                  <a:cubicBezTo>
                    <a:pt x="33" y="64"/>
                    <a:pt x="31" y="63"/>
                    <a:pt x="31" y="63"/>
                  </a:cubicBezTo>
                  <a:cubicBezTo>
                    <a:pt x="31" y="60"/>
                    <a:pt x="34" y="59"/>
                    <a:pt x="34" y="57"/>
                  </a:cubicBezTo>
                  <a:cubicBezTo>
                    <a:pt x="35" y="56"/>
                    <a:pt x="35" y="54"/>
                    <a:pt x="34" y="54"/>
                  </a:cubicBezTo>
                  <a:cubicBezTo>
                    <a:pt x="32" y="54"/>
                    <a:pt x="33" y="55"/>
                    <a:pt x="33" y="55"/>
                  </a:cubicBezTo>
                  <a:cubicBezTo>
                    <a:pt x="29" y="59"/>
                    <a:pt x="30" y="50"/>
                    <a:pt x="30" y="50"/>
                  </a:cubicBezTo>
                  <a:cubicBezTo>
                    <a:pt x="28" y="47"/>
                    <a:pt x="28" y="54"/>
                    <a:pt x="24" y="48"/>
                  </a:cubicBezTo>
                  <a:cubicBezTo>
                    <a:pt x="22" y="45"/>
                    <a:pt x="16" y="45"/>
                    <a:pt x="12" y="45"/>
                  </a:cubicBezTo>
                  <a:cubicBezTo>
                    <a:pt x="12" y="46"/>
                    <a:pt x="11" y="46"/>
                    <a:pt x="10" y="47"/>
                  </a:cubicBezTo>
                  <a:cubicBezTo>
                    <a:pt x="7" y="48"/>
                    <a:pt x="5" y="45"/>
                    <a:pt x="1" y="45"/>
                  </a:cubicBezTo>
                  <a:cubicBezTo>
                    <a:pt x="0" y="44"/>
                    <a:pt x="0" y="44"/>
                    <a:pt x="0" y="44"/>
                  </a:cubicBezTo>
                  <a:cubicBezTo>
                    <a:pt x="0" y="45"/>
                    <a:pt x="0" y="45"/>
                    <a:pt x="1" y="46"/>
                  </a:cubicBezTo>
                  <a:cubicBezTo>
                    <a:pt x="1" y="47"/>
                    <a:pt x="1" y="49"/>
                    <a:pt x="2" y="50"/>
                  </a:cubicBezTo>
                  <a:cubicBezTo>
                    <a:pt x="3" y="50"/>
                    <a:pt x="5" y="50"/>
                    <a:pt x="5" y="50"/>
                  </a:cubicBezTo>
                  <a:cubicBezTo>
                    <a:pt x="6" y="51"/>
                    <a:pt x="6" y="53"/>
                    <a:pt x="5" y="53"/>
                  </a:cubicBezTo>
                  <a:cubicBezTo>
                    <a:pt x="2" y="53"/>
                    <a:pt x="2" y="57"/>
                    <a:pt x="3" y="59"/>
                  </a:cubicBezTo>
                  <a:cubicBezTo>
                    <a:pt x="4" y="60"/>
                    <a:pt x="5" y="60"/>
                    <a:pt x="6" y="60"/>
                  </a:cubicBezTo>
                  <a:cubicBezTo>
                    <a:pt x="7" y="62"/>
                    <a:pt x="7" y="64"/>
                    <a:pt x="5" y="66"/>
                  </a:cubicBezTo>
                  <a:cubicBezTo>
                    <a:pt x="4" y="68"/>
                    <a:pt x="5" y="71"/>
                    <a:pt x="5" y="73"/>
                  </a:cubicBezTo>
                  <a:cubicBezTo>
                    <a:pt x="4" y="73"/>
                    <a:pt x="2" y="73"/>
                    <a:pt x="1" y="73"/>
                  </a:cubicBezTo>
                  <a:cubicBezTo>
                    <a:pt x="1" y="75"/>
                    <a:pt x="3" y="76"/>
                    <a:pt x="4" y="76"/>
                  </a:cubicBezTo>
                  <a:cubicBezTo>
                    <a:pt x="4" y="77"/>
                    <a:pt x="5" y="77"/>
                    <a:pt x="5" y="78"/>
                  </a:cubicBezTo>
                  <a:cubicBezTo>
                    <a:pt x="8" y="77"/>
                    <a:pt x="10" y="78"/>
                    <a:pt x="13" y="79"/>
                  </a:cubicBezTo>
                  <a:cubicBezTo>
                    <a:pt x="14" y="74"/>
                    <a:pt x="19" y="78"/>
                    <a:pt x="22" y="79"/>
                  </a:cubicBezTo>
                  <a:cubicBezTo>
                    <a:pt x="22" y="80"/>
                    <a:pt x="22" y="81"/>
                    <a:pt x="22" y="82"/>
                  </a:cubicBezTo>
                  <a:cubicBezTo>
                    <a:pt x="23" y="82"/>
                    <a:pt x="23" y="83"/>
                    <a:pt x="24" y="82"/>
                  </a:cubicBezTo>
                  <a:cubicBezTo>
                    <a:pt x="25" y="88"/>
                    <a:pt x="34" y="83"/>
                    <a:pt x="37" y="83"/>
                  </a:cubicBezTo>
                  <a:cubicBezTo>
                    <a:pt x="37" y="84"/>
                    <a:pt x="37" y="84"/>
                    <a:pt x="37" y="85"/>
                  </a:cubicBezTo>
                  <a:cubicBezTo>
                    <a:pt x="41" y="85"/>
                    <a:pt x="41" y="88"/>
                    <a:pt x="41" y="91"/>
                  </a:cubicBezTo>
                  <a:cubicBezTo>
                    <a:pt x="41" y="92"/>
                    <a:pt x="40" y="94"/>
                    <a:pt x="41" y="95"/>
                  </a:cubicBezTo>
                  <a:cubicBezTo>
                    <a:pt x="41" y="95"/>
                    <a:pt x="44" y="97"/>
                    <a:pt x="44" y="96"/>
                  </a:cubicBezTo>
                  <a:cubicBezTo>
                    <a:pt x="43" y="102"/>
                    <a:pt x="42" y="109"/>
                    <a:pt x="45" y="115"/>
                  </a:cubicBezTo>
                  <a:cubicBezTo>
                    <a:pt x="46" y="117"/>
                    <a:pt x="47" y="119"/>
                    <a:pt x="47" y="121"/>
                  </a:cubicBezTo>
                  <a:cubicBezTo>
                    <a:pt x="48" y="124"/>
                    <a:pt x="52" y="123"/>
                    <a:pt x="54" y="123"/>
                  </a:cubicBezTo>
                  <a:cubicBezTo>
                    <a:pt x="54" y="126"/>
                    <a:pt x="55" y="128"/>
                    <a:pt x="58" y="129"/>
                  </a:cubicBezTo>
                  <a:cubicBezTo>
                    <a:pt x="61" y="131"/>
                    <a:pt x="64" y="134"/>
                    <a:pt x="65" y="138"/>
                  </a:cubicBezTo>
                  <a:cubicBezTo>
                    <a:pt x="67" y="142"/>
                    <a:pt x="56" y="154"/>
                    <a:pt x="66" y="156"/>
                  </a:cubicBezTo>
                  <a:cubicBezTo>
                    <a:pt x="67" y="156"/>
                    <a:pt x="68" y="155"/>
                    <a:pt x="68" y="155"/>
                  </a:cubicBezTo>
                  <a:cubicBezTo>
                    <a:pt x="70" y="155"/>
                    <a:pt x="71" y="156"/>
                    <a:pt x="72" y="156"/>
                  </a:cubicBezTo>
                  <a:cubicBezTo>
                    <a:pt x="72" y="154"/>
                    <a:pt x="71" y="151"/>
                    <a:pt x="71" y="149"/>
                  </a:cubicBezTo>
                  <a:cubicBezTo>
                    <a:pt x="72" y="146"/>
                    <a:pt x="77" y="148"/>
                    <a:pt x="79" y="148"/>
                  </a:cubicBezTo>
                  <a:cubicBezTo>
                    <a:pt x="78" y="146"/>
                    <a:pt x="77" y="144"/>
                    <a:pt x="78" y="142"/>
                  </a:cubicBezTo>
                  <a:cubicBezTo>
                    <a:pt x="78" y="142"/>
                    <a:pt x="79" y="142"/>
                    <a:pt x="79" y="142"/>
                  </a:cubicBezTo>
                  <a:cubicBezTo>
                    <a:pt x="77" y="142"/>
                    <a:pt x="76" y="141"/>
                    <a:pt x="76" y="140"/>
                  </a:cubicBezTo>
                  <a:cubicBezTo>
                    <a:pt x="85" y="138"/>
                    <a:pt x="86" y="149"/>
                    <a:pt x="93" y="148"/>
                  </a:cubicBezTo>
                  <a:cubicBezTo>
                    <a:pt x="94" y="147"/>
                    <a:pt x="93" y="145"/>
                    <a:pt x="94" y="144"/>
                  </a:cubicBezTo>
                  <a:cubicBezTo>
                    <a:pt x="95" y="143"/>
                    <a:pt x="98" y="144"/>
                    <a:pt x="99" y="144"/>
                  </a:cubicBezTo>
                  <a:cubicBezTo>
                    <a:pt x="99" y="142"/>
                    <a:pt x="100" y="141"/>
                    <a:pt x="100" y="140"/>
                  </a:cubicBezTo>
                  <a:cubicBezTo>
                    <a:pt x="102" y="138"/>
                    <a:pt x="104" y="143"/>
                    <a:pt x="107" y="144"/>
                  </a:cubicBezTo>
                  <a:cubicBezTo>
                    <a:pt x="107" y="145"/>
                    <a:pt x="107" y="145"/>
                    <a:pt x="107" y="145"/>
                  </a:cubicBezTo>
                  <a:cubicBezTo>
                    <a:pt x="103" y="146"/>
                    <a:pt x="104" y="154"/>
                    <a:pt x="104" y="157"/>
                  </a:cubicBezTo>
                  <a:cubicBezTo>
                    <a:pt x="103" y="159"/>
                    <a:pt x="101" y="168"/>
                    <a:pt x="106" y="166"/>
                  </a:cubicBezTo>
                  <a:cubicBezTo>
                    <a:pt x="106" y="163"/>
                    <a:pt x="108" y="163"/>
                    <a:pt x="111" y="163"/>
                  </a:cubicBezTo>
                  <a:cubicBezTo>
                    <a:pt x="111" y="162"/>
                    <a:pt x="111" y="161"/>
                    <a:pt x="110" y="160"/>
                  </a:cubicBezTo>
                  <a:cubicBezTo>
                    <a:pt x="113" y="161"/>
                    <a:pt x="118" y="161"/>
                    <a:pt x="120" y="159"/>
                  </a:cubicBezTo>
                  <a:cubicBezTo>
                    <a:pt x="122" y="158"/>
                    <a:pt x="123" y="156"/>
                    <a:pt x="125" y="155"/>
                  </a:cubicBezTo>
                  <a:cubicBezTo>
                    <a:pt x="125" y="155"/>
                    <a:pt x="125" y="155"/>
                    <a:pt x="125" y="155"/>
                  </a:cubicBezTo>
                  <a:cubicBezTo>
                    <a:pt x="126" y="155"/>
                    <a:pt x="126" y="155"/>
                    <a:pt x="126" y="155"/>
                  </a:cubicBezTo>
                  <a:cubicBezTo>
                    <a:pt x="126" y="155"/>
                    <a:pt x="126" y="155"/>
                    <a:pt x="126" y="155"/>
                  </a:cubicBezTo>
                  <a:cubicBezTo>
                    <a:pt x="127" y="154"/>
                    <a:pt x="129" y="155"/>
                    <a:pt x="131" y="154"/>
                  </a:cubicBezTo>
                  <a:cubicBezTo>
                    <a:pt x="132" y="154"/>
                    <a:pt x="132" y="154"/>
                    <a:pt x="132" y="154"/>
                  </a:cubicBezTo>
                  <a:cubicBezTo>
                    <a:pt x="132" y="154"/>
                    <a:pt x="132" y="154"/>
                    <a:pt x="132" y="154"/>
                  </a:cubicBezTo>
                  <a:cubicBezTo>
                    <a:pt x="132" y="153"/>
                    <a:pt x="132" y="153"/>
                    <a:pt x="132" y="152"/>
                  </a:cubicBezTo>
                  <a:cubicBezTo>
                    <a:pt x="132" y="151"/>
                    <a:pt x="132" y="151"/>
                    <a:pt x="132" y="151"/>
                  </a:cubicBezTo>
                  <a:cubicBezTo>
                    <a:pt x="131" y="151"/>
                    <a:pt x="131" y="150"/>
                    <a:pt x="131" y="149"/>
                  </a:cubicBezTo>
                  <a:cubicBezTo>
                    <a:pt x="131" y="148"/>
                    <a:pt x="131" y="148"/>
                    <a:pt x="131" y="148"/>
                  </a:cubicBezTo>
                  <a:cubicBezTo>
                    <a:pt x="131" y="145"/>
                    <a:pt x="131" y="143"/>
                    <a:pt x="129" y="140"/>
                  </a:cubicBezTo>
                  <a:cubicBezTo>
                    <a:pt x="129" y="139"/>
                    <a:pt x="129" y="139"/>
                    <a:pt x="129" y="139"/>
                  </a:cubicBezTo>
                  <a:cubicBezTo>
                    <a:pt x="129" y="139"/>
                    <a:pt x="129" y="139"/>
                    <a:pt x="129" y="139"/>
                  </a:cubicBezTo>
                  <a:cubicBezTo>
                    <a:pt x="128" y="136"/>
                    <a:pt x="126" y="134"/>
                    <a:pt x="124" y="131"/>
                  </a:cubicBezTo>
                  <a:cubicBezTo>
                    <a:pt x="122" y="129"/>
                    <a:pt x="123" y="127"/>
                    <a:pt x="122" y="125"/>
                  </a:cubicBezTo>
                  <a:cubicBezTo>
                    <a:pt x="122" y="124"/>
                    <a:pt x="121" y="124"/>
                    <a:pt x="121" y="123"/>
                  </a:cubicBezTo>
                  <a:cubicBezTo>
                    <a:pt x="120" y="123"/>
                    <a:pt x="120" y="123"/>
                    <a:pt x="120" y="123"/>
                  </a:cubicBezTo>
                  <a:cubicBezTo>
                    <a:pt x="120" y="123"/>
                    <a:pt x="119" y="123"/>
                    <a:pt x="118" y="123"/>
                  </a:cubicBezTo>
                  <a:cubicBezTo>
                    <a:pt x="117" y="124"/>
                    <a:pt x="119" y="124"/>
                    <a:pt x="118" y="125"/>
                  </a:cubicBezTo>
                  <a:cubicBezTo>
                    <a:pt x="118" y="126"/>
                    <a:pt x="116" y="127"/>
                    <a:pt x="115" y="126"/>
                  </a:cubicBezTo>
                  <a:cubicBezTo>
                    <a:pt x="115" y="126"/>
                    <a:pt x="115" y="126"/>
                    <a:pt x="115" y="126"/>
                  </a:cubicBezTo>
                  <a:cubicBezTo>
                    <a:pt x="115" y="125"/>
                    <a:pt x="115" y="125"/>
                    <a:pt x="115" y="125"/>
                  </a:cubicBezTo>
                  <a:cubicBezTo>
                    <a:pt x="115" y="125"/>
                    <a:pt x="114" y="125"/>
                    <a:pt x="114" y="124"/>
                  </a:cubicBezTo>
                  <a:cubicBezTo>
                    <a:pt x="114" y="124"/>
                    <a:pt x="114" y="124"/>
                    <a:pt x="114" y="123"/>
                  </a:cubicBezTo>
                  <a:cubicBezTo>
                    <a:pt x="114" y="123"/>
                    <a:pt x="114" y="123"/>
                    <a:pt x="114" y="123"/>
                  </a:cubicBezTo>
                  <a:cubicBezTo>
                    <a:pt x="113" y="122"/>
                    <a:pt x="113" y="122"/>
                    <a:pt x="113" y="122"/>
                  </a:cubicBezTo>
                  <a:cubicBezTo>
                    <a:pt x="113" y="122"/>
                    <a:pt x="113" y="122"/>
                    <a:pt x="113" y="122"/>
                  </a:cubicBezTo>
                  <a:cubicBezTo>
                    <a:pt x="112" y="122"/>
                    <a:pt x="112" y="122"/>
                    <a:pt x="112" y="122"/>
                  </a:cubicBezTo>
                  <a:cubicBezTo>
                    <a:pt x="111" y="122"/>
                    <a:pt x="111" y="121"/>
                    <a:pt x="111" y="121"/>
                  </a:cubicBezTo>
                  <a:cubicBezTo>
                    <a:pt x="110" y="121"/>
                    <a:pt x="109" y="121"/>
                    <a:pt x="110" y="121"/>
                  </a:cubicBezTo>
                  <a:cubicBezTo>
                    <a:pt x="111" y="121"/>
                    <a:pt x="110" y="122"/>
                    <a:pt x="110" y="122"/>
                  </a:cubicBezTo>
                  <a:cubicBezTo>
                    <a:pt x="109" y="122"/>
                    <a:pt x="109" y="122"/>
                    <a:pt x="109" y="122"/>
                  </a:cubicBezTo>
                  <a:cubicBezTo>
                    <a:pt x="108" y="122"/>
                    <a:pt x="108" y="122"/>
                    <a:pt x="107" y="122"/>
                  </a:cubicBezTo>
                  <a:cubicBezTo>
                    <a:pt x="107" y="122"/>
                    <a:pt x="106" y="122"/>
                    <a:pt x="106" y="122"/>
                  </a:cubicBezTo>
                  <a:cubicBezTo>
                    <a:pt x="105" y="123"/>
                    <a:pt x="106" y="122"/>
                    <a:pt x="106" y="121"/>
                  </a:cubicBezTo>
                  <a:cubicBezTo>
                    <a:pt x="105" y="120"/>
                    <a:pt x="105" y="120"/>
                    <a:pt x="105" y="120"/>
                  </a:cubicBezTo>
                  <a:cubicBezTo>
                    <a:pt x="104" y="120"/>
                    <a:pt x="104" y="120"/>
                    <a:pt x="104" y="119"/>
                  </a:cubicBezTo>
                  <a:cubicBezTo>
                    <a:pt x="104" y="118"/>
                    <a:pt x="105" y="119"/>
                    <a:pt x="105" y="118"/>
                  </a:cubicBezTo>
                  <a:cubicBezTo>
                    <a:pt x="105" y="118"/>
                    <a:pt x="105" y="117"/>
                    <a:pt x="106" y="117"/>
                  </a:cubicBezTo>
                  <a:cubicBezTo>
                    <a:pt x="107" y="117"/>
                    <a:pt x="107" y="117"/>
                    <a:pt x="107" y="117"/>
                  </a:cubicBezTo>
                  <a:cubicBezTo>
                    <a:pt x="107" y="117"/>
                    <a:pt x="107" y="116"/>
                    <a:pt x="107" y="116"/>
                  </a:cubicBezTo>
                  <a:cubicBezTo>
                    <a:pt x="107" y="115"/>
                    <a:pt x="108" y="116"/>
                    <a:pt x="108" y="115"/>
                  </a:cubicBezTo>
                  <a:cubicBezTo>
                    <a:pt x="108" y="115"/>
                    <a:pt x="108" y="115"/>
                    <a:pt x="108" y="115"/>
                  </a:cubicBezTo>
                  <a:cubicBezTo>
                    <a:pt x="109" y="114"/>
                    <a:pt x="108" y="114"/>
                    <a:pt x="108" y="114"/>
                  </a:cubicBezTo>
                  <a:cubicBezTo>
                    <a:pt x="108" y="114"/>
                    <a:pt x="109" y="113"/>
                    <a:pt x="108" y="112"/>
                  </a:cubicBezTo>
                  <a:cubicBezTo>
                    <a:pt x="108" y="110"/>
                    <a:pt x="108" y="110"/>
                    <a:pt x="108" y="110"/>
                  </a:cubicBezTo>
                  <a:cubicBezTo>
                    <a:pt x="108" y="109"/>
                    <a:pt x="109" y="109"/>
                    <a:pt x="109" y="109"/>
                  </a:cubicBezTo>
                  <a:cubicBezTo>
                    <a:pt x="110" y="109"/>
                    <a:pt x="111" y="109"/>
                    <a:pt x="111" y="109"/>
                  </a:cubicBezTo>
                  <a:cubicBezTo>
                    <a:pt x="111" y="109"/>
                    <a:pt x="112" y="108"/>
                    <a:pt x="112" y="108"/>
                  </a:cubicBezTo>
                  <a:cubicBezTo>
                    <a:pt x="113" y="107"/>
                    <a:pt x="114" y="108"/>
                    <a:pt x="114" y="108"/>
                  </a:cubicBezTo>
                  <a:cubicBezTo>
                    <a:pt x="114" y="108"/>
                    <a:pt x="114" y="108"/>
                    <a:pt x="114" y="108"/>
                  </a:cubicBezTo>
                  <a:cubicBezTo>
                    <a:pt x="115" y="109"/>
                    <a:pt x="115" y="109"/>
                    <a:pt x="115" y="109"/>
                  </a:cubicBezTo>
                  <a:cubicBezTo>
                    <a:pt x="115" y="102"/>
                    <a:pt x="115" y="102"/>
                    <a:pt x="115" y="102"/>
                  </a:cubicBezTo>
                  <a:cubicBezTo>
                    <a:pt x="115" y="97"/>
                    <a:pt x="115" y="92"/>
                    <a:pt x="113" y="87"/>
                  </a:cubicBezTo>
                  <a:cubicBezTo>
                    <a:pt x="112" y="82"/>
                    <a:pt x="114" y="75"/>
                    <a:pt x="115" y="70"/>
                  </a:cubicBezTo>
                  <a:cubicBezTo>
                    <a:pt x="116" y="70"/>
                    <a:pt x="116" y="70"/>
                    <a:pt x="116" y="70"/>
                  </a:cubicBezTo>
                  <a:cubicBezTo>
                    <a:pt x="117" y="68"/>
                    <a:pt x="117" y="67"/>
                    <a:pt x="118" y="65"/>
                  </a:cubicBezTo>
                  <a:cubicBezTo>
                    <a:pt x="119" y="64"/>
                    <a:pt x="120" y="63"/>
                    <a:pt x="120" y="61"/>
                  </a:cubicBezTo>
                  <a:cubicBezTo>
                    <a:pt x="121" y="59"/>
                    <a:pt x="120" y="55"/>
                    <a:pt x="124" y="55"/>
                  </a:cubicBezTo>
                  <a:cubicBezTo>
                    <a:pt x="124" y="54"/>
                    <a:pt x="125" y="54"/>
                    <a:pt x="126" y="52"/>
                  </a:cubicBezTo>
                  <a:cubicBezTo>
                    <a:pt x="126" y="50"/>
                    <a:pt x="128" y="51"/>
                    <a:pt x="130" y="50"/>
                  </a:cubicBezTo>
                  <a:cubicBezTo>
                    <a:pt x="130" y="45"/>
                    <a:pt x="136" y="42"/>
                    <a:pt x="138" y="38"/>
                  </a:cubicBezTo>
                  <a:cubicBezTo>
                    <a:pt x="139" y="37"/>
                    <a:pt x="139" y="36"/>
                    <a:pt x="139" y="35"/>
                  </a:cubicBezTo>
                  <a:cubicBezTo>
                    <a:pt x="140" y="35"/>
                    <a:pt x="140" y="35"/>
                    <a:pt x="140" y="35"/>
                  </a:cubicBezTo>
                  <a:cubicBezTo>
                    <a:pt x="139" y="34"/>
                    <a:pt x="139" y="33"/>
                    <a:pt x="139" y="33"/>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7" name="Rectangle 226">
              <a:extLst>
                <a:ext uri="{FF2B5EF4-FFF2-40B4-BE49-F238E27FC236}">
                  <a16:creationId xmlns:a16="http://schemas.microsoft.com/office/drawing/2014/main" id="{7E253F7E-C7AD-4A52-8446-C527F5BECFFD}"/>
                </a:ext>
              </a:extLst>
            </p:cNvPr>
            <p:cNvSpPr>
              <a:spLocks noChangeArrowheads="1"/>
            </p:cNvSpPr>
            <p:nvPr/>
          </p:nvSpPr>
          <p:spPr bwMode="auto">
            <a:xfrm>
              <a:off x="3703638" y="2224088"/>
              <a:ext cx="1588" cy="1588"/>
            </a:xfrm>
            <a:prstGeom prst="rect">
              <a:avLst/>
            </a:prstGeom>
            <a:grpFill/>
            <a:ln w="3175">
              <a:solidFill>
                <a:schemeClr val="accent1"/>
              </a:solidFill>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8" name="Freeform 445">
              <a:extLst>
                <a:ext uri="{FF2B5EF4-FFF2-40B4-BE49-F238E27FC236}">
                  <a16:creationId xmlns:a16="http://schemas.microsoft.com/office/drawing/2014/main" id="{AB9D53D3-2EDE-48DF-9DDB-0E179237696C}"/>
                </a:ext>
              </a:extLst>
            </p:cNvPr>
            <p:cNvSpPr>
              <a:spLocks/>
            </p:cNvSpPr>
            <p:nvPr/>
          </p:nvSpPr>
          <p:spPr bwMode="auto">
            <a:xfrm>
              <a:off x="3729038" y="2347913"/>
              <a:ext cx="1195388" cy="1092200"/>
            </a:xfrm>
            <a:custGeom>
              <a:avLst/>
              <a:gdLst>
                <a:gd name="T0" fmla="*/ 317 w 338"/>
                <a:gd name="T1" fmla="*/ 205 h 309"/>
                <a:gd name="T2" fmla="*/ 325 w 338"/>
                <a:gd name="T3" fmla="*/ 189 h 309"/>
                <a:gd name="T4" fmla="*/ 311 w 338"/>
                <a:gd name="T5" fmla="*/ 168 h 309"/>
                <a:gd name="T6" fmla="*/ 280 w 338"/>
                <a:gd name="T7" fmla="*/ 151 h 309"/>
                <a:gd name="T8" fmla="*/ 252 w 338"/>
                <a:gd name="T9" fmla="*/ 139 h 309"/>
                <a:gd name="T10" fmla="*/ 217 w 338"/>
                <a:gd name="T11" fmla="*/ 125 h 309"/>
                <a:gd name="T12" fmla="*/ 189 w 338"/>
                <a:gd name="T13" fmla="*/ 112 h 309"/>
                <a:gd name="T14" fmla="*/ 173 w 338"/>
                <a:gd name="T15" fmla="*/ 97 h 309"/>
                <a:gd name="T16" fmla="*/ 148 w 338"/>
                <a:gd name="T17" fmla="*/ 87 h 309"/>
                <a:gd name="T18" fmla="*/ 129 w 338"/>
                <a:gd name="T19" fmla="*/ 82 h 309"/>
                <a:gd name="T20" fmla="*/ 95 w 338"/>
                <a:gd name="T21" fmla="*/ 69 h 309"/>
                <a:gd name="T22" fmla="*/ 78 w 338"/>
                <a:gd name="T23" fmla="*/ 46 h 309"/>
                <a:gd name="T24" fmla="*/ 42 w 338"/>
                <a:gd name="T25" fmla="*/ 37 h 309"/>
                <a:gd name="T26" fmla="*/ 43 w 338"/>
                <a:gd name="T27" fmla="*/ 8 h 309"/>
                <a:gd name="T28" fmla="*/ 14 w 338"/>
                <a:gd name="T29" fmla="*/ 17 h 309"/>
                <a:gd name="T30" fmla="*/ 1 w 338"/>
                <a:gd name="T31" fmla="*/ 52 h 309"/>
                <a:gd name="T32" fmla="*/ 5 w 338"/>
                <a:gd name="T33" fmla="*/ 76 h 309"/>
                <a:gd name="T34" fmla="*/ 8 w 338"/>
                <a:gd name="T35" fmla="*/ 79 h 309"/>
                <a:gd name="T36" fmla="*/ 9 w 338"/>
                <a:gd name="T37" fmla="*/ 88 h 309"/>
                <a:gd name="T38" fmla="*/ 17 w 338"/>
                <a:gd name="T39" fmla="*/ 105 h 309"/>
                <a:gd name="T40" fmla="*/ 20 w 338"/>
                <a:gd name="T41" fmla="*/ 119 h 309"/>
                <a:gd name="T42" fmla="*/ 19 w 338"/>
                <a:gd name="T43" fmla="*/ 119 h 309"/>
                <a:gd name="T44" fmla="*/ 19 w 338"/>
                <a:gd name="T45" fmla="*/ 119 h 309"/>
                <a:gd name="T46" fmla="*/ 19 w 338"/>
                <a:gd name="T47" fmla="*/ 119 h 309"/>
                <a:gd name="T48" fmla="*/ 14 w 338"/>
                <a:gd name="T49" fmla="*/ 120 h 309"/>
                <a:gd name="T50" fmla="*/ 13 w 338"/>
                <a:gd name="T51" fmla="*/ 120 h 309"/>
                <a:gd name="T52" fmla="*/ 13 w 338"/>
                <a:gd name="T53" fmla="*/ 120 h 309"/>
                <a:gd name="T54" fmla="*/ 14 w 338"/>
                <a:gd name="T55" fmla="*/ 142 h 309"/>
                <a:gd name="T56" fmla="*/ 20 w 338"/>
                <a:gd name="T57" fmla="*/ 161 h 309"/>
                <a:gd name="T58" fmla="*/ 26 w 338"/>
                <a:gd name="T59" fmla="*/ 171 h 309"/>
                <a:gd name="T60" fmla="*/ 45 w 338"/>
                <a:gd name="T61" fmla="*/ 167 h 309"/>
                <a:gd name="T62" fmla="*/ 71 w 338"/>
                <a:gd name="T63" fmla="*/ 174 h 309"/>
                <a:gd name="T64" fmla="*/ 87 w 338"/>
                <a:gd name="T65" fmla="*/ 199 h 309"/>
                <a:gd name="T66" fmla="*/ 72 w 338"/>
                <a:gd name="T67" fmla="*/ 224 h 309"/>
                <a:gd name="T68" fmla="*/ 51 w 338"/>
                <a:gd name="T69" fmla="*/ 238 h 309"/>
                <a:gd name="T70" fmla="*/ 42 w 338"/>
                <a:gd name="T71" fmla="*/ 265 h 309"/>
                <a:gd name="T72" fmla="*/ 62 w 338"/>
                <a:gd name="T73" fmla="*/ 292 h 309"/>
                <a:gd name="T74" fmla="*/ 76 w 338"/>
                <a:gd name="T75" fmla="*/ 286 h 309"/>
                <a:gd name="T76" fmla="*/ 66 w 338"/>
                <a:gd name="T77" fmla="*/ 265 h 309"/>
                <a:gd name="T78" fmla="*/ 71 w 338"/>
                <a:gd name="T79" fmla="*/ 240 h 309"/>
                <a:gd name="T80" fmla="*/ 74 w 338"/>
                <a:gd name="T81" fmla="*/ 247 h 309"/>
                <a:gd name="T82" fmla="*/ 79 w 338"/>
                <a:gd name="T83" fmla="*/ 250 h 309"/>
                <a:gd name="T84" fmla="*/ 95 w 338"/>
                <a:gd name="T85" fmla="*/ 252 h 309"/>
                <a:gd name="T86" fmla="*/ 106 w 338"/>
                <a:gd name="T87" fmla="*/ 256 h 309"/>
                <a:gd name="T88" fmla="*/ 140 w 338"/>
                <a:gd name="T89" fmla="*/ 243 h 309"/>
                <a:gd name="T90" fmla="*/ 142 w 338"/>
                <a:gd name="T91" fmla="*/ 261 h 309"/>
                <a:gd name="T92" fmla="*/ 153 w 338"/>
                <a:gd name="T93" fmla="*/ 259 h 309"/>
                <a:gd name="T94" fmla="*/ 164 w 338"/>
                <a:gd name="T95" fmla="*/ 257 h 309"/>
                <a:gd name="T96" fmla="*/ 164 w 338"/>
                <a:gd name="T97" fmla="*/ 268 h 309"/>
                <a:gd name="T98" fmla="*/ 191 w 338"/>
                <a:gd name="T99" fmla="*/ 257 h 309"/>
                <a:gd name="T100" fmla="*/ 206 w 338"/>
                <a:gd name="T101" fmla="*/ 263 h 309"/>
                <a:gd name="T102" fmla="*/ 229 w 338"/>
                <a:gd name="T103" fmla="*/ 281 h 309"/>
                <a:gd name="T104" fmla="*/ 252 w 338"/>
                <a:gd name="T105" fmla="*/ 282 h 309"/>
                <a:gd name="T106" fmla="*/ 252 w 338"/>
                <a:gd name="T107" fmla="*/ 296 h 309"/>
                <a:gd name="T108" fmla="*/ 283 w 338"/>
                <a:gd name="T109" fmla="*/ 297 h 309"/>
                <a:gd name="T110" fmla="*/ 280 w 338"/>
                <a:gd name="T111" fmla="*/ 259 h 309"/>
                <a:gd name="T112" fmla="*/ 313 w 338"/>
                <a:gd name="T113" fmla="*/ 23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8" h="309">
                  <a:moveTo>
                    <a:pt x="333" y="226"/>
                  </a:moveTo>
                  <a:cubicBezTo>
                    <a:pt x="328" y="225"/>
                    <a:pt x="325" y="222"/>
                    <a:pt x="321" y="220"/>
                  </a:cubicBezTo>
                  <a:cubicBezTo>
                    <a:pt x="319" y="219"/>
                    <a:pt x="318" y="219"/>
                    <a:pt x="317" y="218"/>
                  </a:cubicBezTo>
                  <a:cubicBezTo>
                    <a:pt x="316" y="217"/>
                    <a:pt x="316" y="216"/>
                    <a:pt x="316" y="214"/>
                  </a:cubicBezTo>
                  <a:cubicBezTo>
                    <a:pt x="314" y="211"/>
                    <a:pt x="311" y="210"/>
                    <a:pt x="309" y="207"/>
                  </a:cubicBezTo>
                  <a:cubicBezTo>
                    <a:pt x="312" y="207"/>
                    <a:pt x="315" y="206"/>
                    <a:pt x="317" y="205"/>
                  </a:cubicBezTo>
                  <a:cubicBezTo>
                    <a:pt x="318" y="204"/>
                    <a:pt x="317" y="202"/>
                    <a:pt x="317" y="200"/>
                  </a:cubicBezTo>
                  <a:cubicBezTo>
                    <a:pt x="316" y="199"/>
                    <a:pt x="315" y="199"/>
                    <a:pt x="313" y="199"/>
                  </a:cubicBezTo>
                  <a:cubicBezTo>
                    <a:pt x="311" y="198"/>
                    <a:pt x="309" y="197"/>
                    <a:pt x="307" y="197"/>
                  </a:cubicBezTo>
                  <a:cubicBezTo>
                    <a:pt x="305" y="194"/>
                    <a:pt x="306" y="192"/>
                    <a:pt x="309" y="192"/>
                  </a:cubicBezTo>
                  <a:cubicBezTo>
                    <a:pt x="313" y="191"/>
                    <a:pt x="311" y="190"/>
                    <a:pt x="314" y="189"/>
                  </a:cubicBezTo>
                  <a:cubicBezTo>
                    <a:pt x="318" y="188"/>
                    <a:pt x="322" y="189"/>
                    <a:pt x="325" y="189"/>
                  </a:cubicBezTo>
                  <a:cubicBezTo>
                    <a:pt x="327" y="189"/>
                    <a:pt x="328" y="188"/>
                    <a:pt x="327" y="186"/>
                  </a:cubicBezTo>
                  <a:cubicBezTo>
                    <a:pt x="326" y="185"/>
                    <a:pt x="324" y="185"/>
                    <a:pt x="323" y="185"/>
                  </a:cubicBezTo>
                  <a:cubicBezTo>
                    <a:pt x="323" y="184"/>
                    <a:pt x="322" y="183"/>
                    <a:pt x="321" y="183"/>
                  </a:cubicBezTo>
                  <a:cubicBezTo>
                    <a:pt x="320" y="181"/>
                    <a:pt x="320" y="179"/>
                    <a:pt x="320" y="177"/>
                  </a:cubicBezTo>
                  <a:cubicBezTo>
                    <a:pt x="318" y="177"/>
                    <a:pt x="315" y="178"/>
                    <a:pt x="312" y="176"/>
                  </a:cubicBezTo>
                  <a:cubicBezTo>
                    <a:pt x="310" y="174"/>
                    <a:pt x="312" y="171"/>
                    <a:pt x="311" y="168"/>
                  </a:cubicBezTo>
                  <a:cubicBezTo>
                    <a:pt x="310" y="165"/>
                    <a:pt x="306" y="166"/>
                    <a:pt x="307" y="163"/>
                  </a:cubicBezTo>
                  <a:cubicBezTo>
                    <a:pt x="308" y="160"/>
                    <a:pt x="304" y="158"/>
                    <a:pt x="305" y="155"/>
                  </a:cubicBezTo>
                  <a:cubicBezTo>
                    <a:pt x="302" y="155"/>
                    <a:pt x="301" y="153"/>
                    <a:pt x="301" y="152"/>
                  </a:cubicBezTo>
                  <a:cubicBezTo>
                    <a:pt x="298" y="152"/>
                    <a:pt x="296" y="150"/>
                    <a:pt x="294" y="149"/>
                  </a:cubicBezTo>
                  <a:cubicBezTo>
                    <a:pt x="290" y="147"/>
                    <a:pt x="286" y="147"/>
                    <a:pt x="282" y="148"/>
                  </a:cubicBezTo>
                  <a:cubicBezTo>
                    <a:pt x="282" y="149"/>
                    <a:pt x="281" y="150"/>
                    <a:pt x="280" y="151"/>
                  </a:cubicBezTo>
                  <a:cubicBezTo>
                    <a:pt x="280" y="152"/>
                    <a:pt x="277" y="152"/>
                    <a:pt x="277" y="153"/>
                  </a:cubicBezTo>
                  <a:cubicBezTo>
                    <a:pt x="274" y="154"/>
                    <a:pt x="274" y="151"/>
                    <a:pt x="273" y="150"/>
                  </a:cubicBezTo>
                  <a:cubicBezTo>
                    <a:pt x="273" y="149"/>
                    <a:pt x="272" y="147"/>
                    <a:pt x="270" y="147"/>
                  </a:cubicBezTo>
                  <a:cubicBezTo>
                    <a:pt x="267" y="146"/>
                    <a:pt x="264" y="147"/>
                    <a:pt x="261" y="147"/>
                  </a:cubicBezTo>
                  <a:cubicBezTo>
                    <a:pt x="260" y="144"/>
                    <a:pt x="254" y="145"/>
                    <a:pt x="252" y="145"/>
                  </a:cubicBezTo>
                  <a:cubicBezTo>
                    <a:pt x="252" y="143"/>
                    <a:pt x="252" y="141"/>
                    <a:pt x="252" y="139"/>
                  </a:cubicBezTo>
                  <a:cubicBezTo>
                    <a:pt x="252" y="138"/>
                    <a:pt x="250" y="136"/>
                    <a:pt x="250" y="134"/>
                  </a:cubicBezTo>
                  <a:cubicBezTo>
                    <a:pt x="246" y="134"/>
                    <a:pt x="242" y="136"/>
                    <a:pt x="238" y="136"/>
                  </a:cubicBezTo>
                  <a:cubicBezTo>
                    <a:pt x="236" y="135"/>
                    <a:pt x="236" y="134"/>
                    <a:pt x="235" y="132"/>
                  </a:cubicBezTo>
                  <a:cubicBezTo>
                    <a:pt x="233" y="131"/>
                    <a:pt x="232" y="131"/>
                    <a:pt x="230" y="130"/>
                  </a:cubicBezTo>
                  <a:cubicBezTo>
                    <a:pt x="227" y="129"/>
                    <a:pt x="224" y="127"/>
                    <a:pt x="221" y="125"/>
                  </a:cubicBezTo>
                  <a:cubicBezTo>
                    <a:pt x="219" y="124"/>
                    <a:pt x="219" y="124"/>
                    <a:pt x="217" y="125"/>
                  </a:cubicBezTo>
                  <a:cubicBezTo>
                    <a:pt x="216" y="126"/>
                    <a:pt x="215" y="128"/>
                    <a:pt x="213" y="127"/>
                  </a:cubicBezTo>
                  <a:cubicBezTo>
                    <a:pt x="212" y="125"/>
                    <a:pt x="209" y="124"/>
                    <a:pt x="207" y="123"/>
                  </a:cubicBezTo>
                  <a:cubicBezTo>
                    <a:pt x="205" y="122"/>
                    <a:pt x="203" y="122"/>
                    <a:pt x="201" y="121"/>
                  </a:cubicBezTo>
                  <a:cubicBezTo>
                    <a:pt x="201" y="120"/>
                    <a:pt x="201" y="119"/>
                    <a:pt x="201" y="119"/>
                  </a:cubicBezTo>
                  <a:cubicBezTo>
                    <a:pt x="199" y="118"/>
                    <a:pt x="197" y="117"/>
                    <a:pt x="195" y="115"/>
                  </a:cubicBezTo>
                  <a:cubicBezTo>
                    <a:pt x="193" y="113"/>
                    <a:pt x="192" y="111"/>
                    <a:pt x="189" y="112"/>
                  </a:cubicBezTo>
                  <a:cubicBezTo>
                    <a:pt x="189" y="113"/>
                    <a:pt x="189" y="113"/>
                    <a:pt x="189" y="113"/>
                  </a:cubicBezTo>
                  <a:cubicBezTo>
                    <a:pt x="186" y="113"/>
                    <a:pt x="187" y="108"/>
                    <a:pt x="187" y="107"/>
                  </a:cubicBezTo>
                  <a:cubicBezTo>
                    <a:pt x="186" y="105"/>
                    <a:pt x="185" y="103"/>
                    <a:pt x="183" y="102"/>
                  </a:cubicBezTo>
                  <a:cubicBezTo>
                    <a:pt x="182" y="101"/>
                    <a:pt x="181" y="102"/>
                    <a:pt x="179" y="101"/>
                  </a:cubicBezTo>
                  <a:cubicBezTo>
                    <a:pt x="178" y="100"/>
                    <a:pt x="178" y="100"/>
                    <a:pt x="176" y="99"/>
                  </a:cubicBezTo>
                  <a:cubicBezTo>
                    <a:pt x="175" y="99"/>
                    <a:pt x="174" y="97"/>
                    <a:pt x="173" y="97"/>
                  </a:cubicBezTo>
                  <a:cubicBezTo>
                    <a:pt x="172" y="97"/>
                    <a:pt x="170" y="97"/>
                    <a:pt x="169" y="97"/>
                  </a:cubicBezTo>
                  <a:cubicBezTo>
                    <a:pt x="169" y="96"/>
                    <a:pt x="169" y="95"/>
                    <a:pt x="169" y="95"/>
                  </a:cubicBezTo>
                  <a:cubicBezTo>
                    <a:pt x="164" y="95"/>
                    <a:pt x="162" y="92"/>
                    <a:pt x="159" y="89"/>
                  </a:cubicBezTo>
                  <a:cubicBezTo>
                    <a:pt x="158" y="88"/>
                    <a:pt x="157" y="86"/>
                    <a:pt x="155" y="86"/>
                  </a:cubicBezTo>
                  <a:cubicBezTo>
                    <a:pt x="152" y="86"/>
                    <a:pt x="153" y="89"/>
                    <a:pt x="153" y="91"/>
                  </a:cubicBezTo>
                  <a:cubicBezTo>
                    <a:pt x="151" y="91"/>
                    <a:pt x="150" y="88"/>
                    <a:pt x="148" y="87"/>
                  </a:cubicBezTo>
                  <a:cubicBezTo>
                    <a:pt x="146" y="86"/>
                    <a:pt x="145" y="88"/>
                    <a:pt x="143" y="86"/>
                  </a:cubicBezTo>
                  <a:cubicBezTo>
                    <a:pt x="142" y="85"/>
                    <a:pt x="142" y="84"/>
                    <a:pt x="142" y="83"/>
                  </a:cubicBezTo>
                  <a:cubicBezTo>
                    <a:pt x="141" y="82"/>
                    <a:pt x="140" y="81"/>
                    <a:pt x="139" y="81"/>
                  </a:cubicBezTo>
                  <a:cubicBezTo>
                    <a:pt x="137" y="82"/>
                    <a:pt x="137" y="84"/>
                    <a:pt x="136" y="85"/>
                  </a:cubicBezTo>
                  <a:cubicBezTo>
                    <a:pt x="135" y="86"/>
                    <a:pt x="133" y="85"/>
                    <a:pt x="132" y="85"/>
                  </a:cubicBezTo>
                  <a:cubicBezTo>
                    <a:pt x="133" y="82"/>
                    <a:pt x="129" y="84"/>
                    <a:pt x="129" y="82"/>
                  </a:cubicBezTo>
                  <a:cubicBezTo>
                    <a:pt x="128" y="81"/>
                    <a:pt x="127" y="81"/>
                    <a:pt x="126" y="82"/>
                  </a:cubicBezTo>
                  <a:cubicBezTo>
                    <a:pt x="126" y="80"/>
                    <a:pt x="126" y="79"/>
                    <a:pt x="126" y="77"/>
                  </a:cubicBezTo>
                  <a:cubicBezTo>
                    <a:pt x="123" y="77"/>
                    <a:pt x="120" y="79"/>
                    <a:pt x="116" y="78"/>
                  </a:cubicBezTo>
                  <a:cubicBezTo>
                    <a:pt x="113" y="77"/>
                    <a:pt x="111" y="77"/>
                    <a:pt x="108" y="77"/>
                  </a:cubicBezTo>
                  <a:cubicBezTo>
                    <a:pt x="108" y="74"/>
                    <a:pt x="107" y="74"/>
                    <a:pt x="104" y="73"/>
                  </a:cubicBezTo>
                  <a:cubicBezTo>
                    <a:pt x="101" y="72"/>
                    <a:pt x="98" y="69"/>
                    <a:pt x="95" y="69"/>
                  </a:cubicBezTo>
                  <a:cubicBezTo>
                    <a:pt x="95" y="66"/>
                    <a:pt x="95" y="64"/>
                    <a:pt x="90" y="63"/>
                  </a:cubicBezTo>
                  <a:cubicBezTo>
                    <a:pt x="87" y="63"/>
                    <a:pt x="83" y="65"/>
                    <a:pt x="83" y="61"/>
                  </a:cubicBezTo>
                  <a:cubicBezTo>
                    <a:pt x="80" y="60"/>
                    <a:pt x="80" y="57"/>
                    <a:pt x="77" y="56"/>
                  </a:cubicBezTo>
                  <a:cubicBezTo>
                    <a:pt x="77" y="55"/>
                    <a:pt x="78" y="54"/>
                    <a:pt x="78" y="53"/>
                  </a:cubicBezTo>
                  <a:cubicBezTo>
                    <a:pt x="80" y="53"/>
                    <a:pt x="85" y="53"/>
                    <a:pt x="85" y="51"/>
                  </a:cubicBezTo>
                  <a:cubicBezTo>
                    <a:pt x="84" y="49"/>
                    <a:pt x="79" y="47"/>
                    <a:pt x="78" y="46"/>
                  </a:cubicBezTo>
                  <a:cubicBezTo>
                    <a:pt x="75" y="44"/>
                    <a:pt x="71" y="41"/>
                    <a:pt x="68" y="38"/>
                  </a:cubicBezTo>
                  <a:cubicBezTo>
                    <a:pt x="66" y="36"/>
                    <a:pt x="66" y="33"/>
                    <a:pt x="63" y="31"/>
                  </a:cubicBezTo>
                  <a:cubicBezTo>
                    <a:pt x="60" y="29"/>
                    <a:pt x="58" y="32"/>
                    <a:pt x="55" y="31"/>
                  </a:cubicBezTo>
                  <a:cubicBezTo>
                    <a:pt x="53" y="31"/>
                    <a:pt x="53" y="34"/>
                    <a:pt x="51" y="35"/>
                  </a:cubicBezTo>
                  <a:cubicBezTo>
                    <a:pt x="48" y="36"/>
                    <a:pt x="49" y="38"/>
                    <a:pt x="47" y="40"/>
                  </a:cubicBezTo>
                  <a:cubicBezTo>
                    <a:pt x="45" y="41"/>
                    <a:pt x="43" y="37"/>
                    <a:pt x="42" y="37"/>
                  </a:cubicBezTo>
                  <a:cubicBezTo>
                    <a:pt x="43" y="35"/>
                    <a:pt x="42" y="33"/>
                    <a:pt x="42" y="32"/>
                  </a:cubicBezTo>
                  <a:cubicBezTo>
                    <a:pt x="40" y="33"/>
                    <a:pt x="36" y="34"/>
                    <a:pt x="33" y="33"/>
                  </a:cubicBezTo>
                  <a:cubicBezTo>
                    <a:pt x="32" y="32"/>
                    <a:pt x="32" y="28"/>
                    <a:pt x="31" y="26"/>
                  </a:cubicBezTo>
                  <a:cubicBezTo>
                    <a:pt x="29" y="23"/>
                    <a:pt x="33" y="20"/>
                    <a:pt x="35" y="18"/>
                  </a:cubicBezTo>
                  <a:cubicBezTo>
                    <a:pt x="37" y="16"/>
                    <a:pt x="38" y="12"/>
                    <a:pt x="39" y="9"/>
                  </a:cubicBezTo>
                  <a:cubicBezTo>
                    <a:pt x="40" y="9"/>
                    <a:pt x="41" y="8"/>
                    <a:pt x="43" y="8"/>
                  </a:cubicBezTo>
                  <a:cubicBezTo>
                    <a:pt x="39" y="6"/>
                    <a:pt x="35" y="6"/>
                    <a:pt x="32" y="3"/>
                  </a:cubicBezTo>
                  <a:cubicBezTo>
                    <a:pt x="31" y="2"/>
                    <a:pt x="29" y="1"/>
                    <a:pt x="28" y="0"/>
                  </a:cubicBezTo>
                  <a:cubicBezTo>
                    <a:pt x="27" y="0"/>
                    <a:pt x="27" y="0"/>
                    <a:pt x="27" y="0"/>
                  </a:cubicBezTo>
                  <a:cubicBezTo>
                    <a:pt x="27" y="1"/>
                    <a:pt x="27" y="2"/>
                    <a:pt x="26" y="3"/>
                  </a:cubicBezTo>
                  <a:cubicBezTo>
                    <a:pt x="24" y="7"/>
                    <a:pt x="18" y="10"/>
                    <a:pt x="18" y="15"/>
                  </a:cubicBezTo>
                  <a:cubicBezTo>
                    <a:pt x="16" y="16"/>
                    <a:pt x="14" y="15"/>
                    <a:pt x="14" y="17"/>
                  </a:cubicBezTo>
                  <a:cubicBezTo>
                    <a:pt x="13" y="19"/>
                    <a:pt x="12" y="19"/>
                    <a:pt x="12" y="20"/>
                  </a:cubicBezTo>
                  <a:cubicBezTo>
                    <a:pt x="8" y="20"/>
                    <a:pt x="9" y="24"/>
                    <a:pt x="8" y="26"/>
                  </a:cubicBezTo>
                  <a:cubicBezTo>
                    <a:pt x="8" y="28"/>
                    <a:pt x="7" y="29"/>
                    <a:pt x="6" y="30"/>
                  </a:cubicBezTo>
                  <a:cubicBezTo>
                    <a:pt x="5" y="32"/>
                    <a:pt x="5" y="33"/>
                    <a:pt x="4" y="35"/>
                  </a:cubicBezTo>
                  <a:cubicBezTo>
                    <a:pt x="3" y="35"/>
                    <a:pt x="3" y="35"/>
                    <a:pt x="3" y="35"/>
                  </a:cubicBezTo>
                  <a:cubicBezTo>
                    <a:pt x="2" y="40"/>
                    <a:pt x="0" y="47"/>
                    <a:pt x="1" y="52"/>
                  </a:cubicBezTo>
                  <a:cubicBezTo>
                    <a:pt x="3" y="57"/>
                    <a:pt x="3" y="62"/>
                    <a:pt x="3" y="67"/>
                  </a:cubicBezTo>
                  <a:cubicBezTo>
                    <a:pt x="3" y="74"/>
                    <a:pt x="3" y="74"/>
                    <a:pt x="3" y="74"/>
                  </a:cubicBezTo>
                  <a:cubicBezTo>
                    <a:pt x="4" y="74"/>
                    <a:pt x="4" y="73"/>
                    <a:pt x="5" y="73"/>
                  </a:cubicBezTo>
                  <a:cubicBezTo>
                    <a:pt x="6" y="74"/>
                    <a:pt x="6" y="74"/>
                    <a:pt x="6" y="74"/>
                  </a:cubicBezTo>
                  <a:cubicBezTo>
                    <a:pt x="6" y="76"/>
                    <a:pt x="5" y="75"/>
                    <a:pt x="5" y="75"/>
                  </a:cubicBezTo>
                  <a:cubicBezTo>
                    <a:pt x="5" y="76"/>
                    <a:pt x="5" y="76"/>
                    <a:pt x="5" y="76"/>
                  </a:cubicBezTo>
                  <a:cubicBezTo>
                    <a:pt x="6" y="76"/>
                    <a:pt x="6" y="76"/>
                    <a:pt x="6" y="76"/>
                  </a:cubicBezTo>
                  <a:cubicBezTo>
                    <a:pt x="6" y="77"/>
                    <a:pt x="6" y="77"/>
                    <a:pt x="6" y="77"/>
                  </a:cubicBezTo>
                  <a:cubicBezTo>
                    <a:pt x="6" y="77"/>
                    <a:pt x="6" y="77"/>
                    <a:pt x="6" y="77"/>
                  </a:cubicBezTo>
                  <a:cubicBezTo>
                    <a:pt x="7" y="78"/>
                    <a:pt x="7" y="78"/>
                    <a:pt x="7" y="78"/>
                  </a:cubicBezTo>
                  <a:cubicBezTo>
                    <a:pt x="7" y="78"/>
                    <a:pt x="7" y="78"/>
                    <a:pt x="7" y="78"/>
                  </a:cubicBezTo>
                  <a:cubicBezTo>
                    <a:pt x="7" y="79"/>
                    <a:pt x="8" y="79"/>
                    <a:pt x="8" y="79"/>
                  </a:cubicBezTo>
                  <a:cubicBezTo>
                    <a:pt x="8" y="80"/>
                    <a:pt x="9" y="79"/>
                    <a:pt x="9" y="79"/>
                  </a:cubicBezTo>
                  <a:cubicBezTo>
                    <a:pt x="9" y="81"/>
                    <a:pt x="9" y="81"/>
                    <a:pt x="9" y="81"/>
                  </a:cubicBezTo>
                  <a:cubicBezTo>
                    <a:pt x="9" y="81"/>
                    <a:pt x="9" y="82"/>
                    <a:pt x="9" y="82"/>
                  </a:cubicBezTo>
                  <a:cubicBezTo>
                    <a:pt x="9" y="83"/>
                    <a:pt x="11" y="83"/>
                    <a:pt x="9" y="84"/>
                  </a:cubicBezTo>
                  <a:cubicBezTo>
                    <a:pt x="8" y="84"/>
                    <a:pt x="8" y="85"/>
                    <a:pt x="9" y="86"/>
                  </a:cubicBezTo>
                  <a:cubicBezTo>
                    <a:pt x="10" y="87"/>
                    <a:pt x="10" y="88"/>
                    <a:pt x="9" y="88"/>
                  </a:cubicBezTo>
                  <a:cubicBezTo>
                    <a:pt x="9" y="88"/>
                    <a:pt x="9" y="88"/>
                    <a:pt x="9" y="88"/>
                  </a:cubicBezTo>
                  <a:cubicBezTo>
                    <a:pt x="9" y="89"/>
                    <a:pt x="10" y="89"/>
                    <a:pt x="10" y="90"/>
                  </a:cubicBezTo>
                  <a:cubicBezTo>
                    <a:pt x="11" y="92"/>
                    <a:pt x="10" y="94"/>
                    <a:pt x="12" y="96"/>
                  </a:cubicBezTo>
                  <a:cubicBezTo>
                    <a:pt x="14" y="99"/>
                    <a:pt x="16" y="101"/>
                    <a:pt x="17" y="104"/>
                  </a:cubicBezTo>
                  <a:cubicBezTo>
                    <a:pt x="17" y="104"/>
                    <a:pt x="17" y="104"/>
                    <a:pt x="17" y="104"/>
                  </a:cubicBezTo>
                  <a:cubicBezTo>
                    <a:pt x="17" y="105"/>
                    <a:pt x="17" y="105"/>
                    <a:pt x="17" y="105"/>
                  </a:cubicBezTo>
                  <a:cubicBezTo>
                    <a:pt x="19" y="108"/>
                    <a:pt x="19" y="110"/>
                    <a:pt x="19" y="113"/>
                  </a:cubicBezTo>
                  <a:cubicBezTo>
                    <a:pt x="19" y="114"/>
                    <a:pt x="19" y="114"/>
                    <a:pt x="19" y="114"/>
                  </a:cubicBezTo>
                  <a:cubicBezTo>
                    <a:pt x="19" y="115"/>
                    <a:pt x="19" y="116"/>
                    <a:pt x="20" y="116"/>
                  </a:cubicBezTo>
                  <a:cubicBezTo>
                    <a:pt x="20" y="117"/>
                    <a:pt x="20" y="117"/>
                    <a:pt x="20" y="117"/>
                  </a:cubicBezTo>
                  <a:cubicBezTo>
                    <a:pt x="20" y="118"/>
                    <a:pt x="20" y="118"/>
                    <a:pt x="20" y="119"/>
                  </a:cubicBezTo>
                  <a:cubicBezTo>
                    <a:pt x="20" y="119"/>
                    <a:pt x="20" y="119"/>
                    <a:pt x="20" y="119"/>
                  </a:cubicBezTo>
                  <a:cubicBezTo>
                    <a:pt x="20" y="119"/>
                    <a:pt x="20" y="119"/>
                    <a:pt x="20"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9" y="119"/>
                    <a:pt x="19" y="119"/>
                    <a:pt x="19" y="119"/>
                  </a:cubicBezTo>
                  <a:cubicBezTo>
                    <a:pt x="17" y="120"/>
                    <a:pt x="15" y="119"/>
                    <a:pt x="14" y="120"/>
                  </a:cubicBezTo>
                  <a:cubicBezTo>
                    <a:pt x="14" y="120"/>
                    <a:pt x="14" y="120"/>
                    <a:pt x="14" y="120"/>
                  </a:cubicBezTo>
                  <a:cubicBezTo>
                    <a:pt x="14" y="120"/>
                    <a:pt x="14" y="120"/>
                    <a:pt x="14" y="120"/>
                  </a:cubicBezTo>
                  <a:cubicBezTo>
                    <a:pt x="14" y="120"/>
                    <a:pt x="14" y="120"/>
                    <a:pt x="14"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3" y="120"/>
                    <a:pt x="13" y="120"/>
                    <a:pt x="13" y="120"/>
                  </a:cubicBezTo>
                  <a:cubicBezTo>
                    <a:pt x="15" y="122"/>
                    <a:pt x="14" y="122"/>
                    <a:pt x="12" y="124"/>
                  </a:cubicBezTo>
                  <a:cubicBezTo>
                    <a:pt x="7" y="129"/>
                    <a:pt x="14" y="137"/>
                    <a:pt x="14" y="142"/>
                  </a:cubicBezTo>
                  <a:cubicBezTo>
                    <a:pt x="14" y="145"/>
                    <a:pt x="18" y="145"/>
                    <a:pt x="20" y="146"/>
                  </a:cubicBezTo>
                  <a:cubicBezTo>
                    <a:pt x="21" y="146"/>
                    <a:pt x="22" y="146"/>
                    <a:pt x="23" y="147"/>
                  </a:cubicBezTo>
                  <a:cubicBezTo>
                    <a:pt x="25" y="149"/>
                    <a:pt x="21" y="149"/>
                    <a:pt x="21" y="149"/>
                  </a:cubicBezTo>
                  <a:cubicBezTo>
                    <a:pt x="21" y="152"/>
                    <a:pt x="26" y="149"/>
                    <a:pt x="25" y="154"/>
                  </a:cubicBezTo>
                  <a:cubicBezTo>
                    <a:pt x="23" y="154"/>
                    <a:pt x="23" y="155"/>
                    <a:pt x="23" y="156"/>
                  </a:cubicBezTo>
                  <a:cubicBezTo>
                    <a:pt x="20" y="156"/>
                    <a:pt x="20" y="158"/>
                    <a:pt x="20" y="161"/>
                  </a:cubicBezTo>
                  <a:cubicBezTo>
                    <a:pt x="23" y="161"/>
                    <a:pt x="28" y="160"/>
                    <a:pt x="29" y="164"/>
                  </a:cubicBezTo>
                  <a:cubicBezTo>
                    <a:pt x="27" y="164"/>
                    <a:pt x="23" y="164"/>
                    <a:pt x="23" y="166"/>
                  </a:cubicBezTo>
                  <a:cubicBezTo>
                    <a:pt x="21" y="166"/>
                    <a:pt x="19" y="166"/>
                    <a:pt x="17" y="166"/>
                  </a:cubicBezTo>
                  <a:cubicBezTo>
                    <a:pt x="17" y="167"/>
                    <a:pt x="17" y="167"/>
                    <a:pt x="17" y="167"/>
                  </a:cubicBezTo>
                  <a:cubicBezTo>
                    <a:pt x="13" y="167"/>
                    <a:pt x="11" y="175"/>
                    <a:pt x="15" y="175"/>
                  </a:cubicBezTo>
                  <a:cubicBezTo>
                    <a:pt x="14" y="168"/>
                    <a:pt x="21" y="171"/>
                    <a:pt x="26" y="171"/>
                  </a:cubicBezTo>
                  <a:cubicBezTo>
                    <a:pt x="26" y="169"/>
                    <a:pt x="26" y="168"/>
                    <a:pt x="26" y="167"/>
                  </a:cubicBezTo>
                  <a:cubicBezTo>
                    <a:pt x="29" y="167"/>
                    <a:pt x="31" y="167"/>
                    <a:pt x="33" y="169"/>
                  </a:cubicBezTo>
                  <a:cubicBezTo>
                    <a:pt x="34" y="171"/>
                    <a:pt x="37" y="167"/>
                    <a:pt x="39" y="167"/>
                  </a:cubicBezTo>
                  <a:cubicBezTo>
                    <a:pt x="40" y="169"/>
                    <a:pt x="40" y="171"/>
                    <a:pt x="42" y="171"/>
                  </a:cubicBezTo>
                  <a:cubicBezTo>
                    <a:pt x="42" y="170"/>
                    <a:pt x="43" y="168"/>
                    <a:pt x="43" y="167"/>
                  </a:cubicBezTo>
                  <a:cubicBezTo>
                    <a:pt x="44" y="167"/>
                    <a:pt x="44" y="167"/>
                    <a:pt x="45" y="167"/>
                  </a:cubicBezTo>
                  <a:cubicBezTo>
                    <a:pt x="45" y="166"/>
                    <a:pt x="46" y="165"/>
                    <a:pt x="47" y="165"/>
                  </a:cubicBezTo>
                  <a:cubicBezTo>
                    <a:pt x="47" y="167"/>
                    <a:pt x="49" y="169"/>
                    <a:pt x="50" y="169"/>
                  </a:cubicBezTo>
                  <a:cubicBezTo>
                    <a:pt x="49" y="170"/>
                    <a:pt x="49" y="172"/>
                    <a:pt x="51" y="172"/>
                  </a:cubicBezTo>
                  <a:cubicBezTo>
                    <a:pt x="53" y="173"/>
                    <a:pt x="55" y="172"/>
                    <a:pt x="57" y="172"/>
                  </a:cubicBezTo>
                  <a:cubicBezTo>
                    <a:pt x="59" y="172"/>
                    <a:pt x="61" y="174"/>
                    <a:pt x="64" y="174"/>
                  </a:cubicBezTo>
                  <a:cubicBezTo>
                    <a:pt x="66" y="174"/>
                    <a:pt x="68" y="174"/>
                    <a:pt x="71" y="174"/>
                  </a:cubicBezTo>
                  <a:cubicBezTo>
                    <a:pt x="71" y="173"/>
                    <a:pt x="71" y="173"/>
                    <a:pt x="71" y="173"/>
                  </a:cubicBezTo>
                  <a:cubicBezTo>
                    <a:pt x="75" y="173"/>
                    <a:pt x="76" y="174"/>
                    <a:pt x="78" y="176"/>
                  </a:cubicBezTo>
                  <a:cubicBezTo>
                    <a:pt x="78" y="178"/>
                    <a:pt x="80" y="178"/>
                    <a:pt x="82" y="179"/>
                  </a:cubicBezTo>
                  <a:cubicBezTo>
                    <a:pt x="84" y="179"/>
                    <a:pt x="84" y="181"/>
                    <a:pt x="84" y="183"/>
                  </a:cubicBezTo>
                  <a:cubicBezTo>
                    <a:pt x="84" y="186"/>
                    <a:pt x="86" y="188"/>
                    <a:pt x="87" y="190"/>
                  </a:cubicBezTo>
                  <a:cubicBezTo>
                    <a:pt x="89" y="193"/>
                    <a:pt x="87" y="196"/>
                    <a:pt x="87" y="199"/>
                  </a:cubicBezTo>
                  <a:cubicBezTo>
                    <a:pt x="83" y="200"/>
                    <a:pt x="85" y="203"/>
                    <a:pt x="83" y="203"/>
                  </a:cubicBezTo>
                  <a:cubicBezTo>
                    <a:pt x="82" y="205"/>
                    <a:pt x="83" y="206"/>
                    <a:pt x="82" y="208"/>
                  </a:cubicBezTo>
                  <a:cubicBezTo>
                    <a:pt x="80" y="209"/>
                    <a:pt x="80" y="213"/>
                    <a:pt x="78" y="215"/>
                  </a:cubicBezTo>
                  <a:cubicBezTo>
                    <a:pt x="77" y="217"/>
                    <a:pt x="75" y="219"/>
                    <a:pt x="75" y="221"/>
                  </a:cubicBezTo>
                  <a:cubicBezTo>
                    <a:pt x="73" y="219"/>
                    <a:pt x="73" y="223"/>
                    <a:pt x="73" y="224"/>
                  </a:cubicBezTo>
                  <a:cubicBezTo>
                    <a:pt x="72" y="224"/>
                    <a:pt x="72" y="224"/>
                    <a:pt x="72" y="224"/>
                  </a:cubicBezTo>
                  <a:cubicBezTo>
                    <a:pt x="72" y="226"/>
                    <a:pt x="75" y="228"/>
                    <a:pt x="74" y="229"/>
                  </a:cubicBezTo>
                  <a:cubicBezTo>
                    <a:pt x="73" y="231"/>
                    <a:pt x="72" y="230"/>
                    <a:pt x="70" y="230"/>
                  </a:cubicBezTo>
                  <a:cubicBezTo>
                    <a:pt x="69" y="230"/>
                    <a:pt x="68" y="231"/>
                    <a:pt x="67" y="232"/>
                  </a:cubicBezTo>
                  <a:cubicBezTo>
                    <a:pt x="64" y="233"/>
                    <a:pt x="61" y="232"/>
                    <a:pt x="58" y="232"/>
                  </a:cubicBezTo>
                  <a:cubicBezTo>
                    <a:pt x="55" y="232"/>
                    <a:pt x="56" y="236"/>
                    <a:pt x="55" y="238"/>
                  </a:cubicBezTo>
                  <a:cubicBezTo>
                    <a:pt x="54" y="238"/>
                    <a:pt x="52" y="237"/>
                    <a:pt x="51" y="238"/>
                  </a:cubicBezTo>
                  <a:cubicBezTo>
                    <a:pt x="51" y="239"/>
                    <a:pt x="51" y="241"/>
                    <a:pt x="51" y="242"/>
                  </a:cubicBezTo>
                  <a:cubicBezTo>
                    <a:pt x="51" y="244"/>
                    <a:pt x="50" y="249"/>
                    <a:pt x="54" y="249"/>
                  </a:cubicBezTo>
                  <a:cubicBezTo>
                    <a:pt x="54" y="250"/>
                    <a:pt x="55" y="251"/>
                    <a:pt x="55" y="253"/>
                  </a:cubicBezTo>
                  <a:cubicBezTo>
                    <a:pt x="52" y="252"/>
                    <a:pt x="53" y="256"/>
                    <a:pt x="50" y="255"/>
                  </a:cubicBezTo>
                  <a:cubicBezTo>
                    <a:pt x="50" y="258"/>
                    <a:pt x="50" y="260"/>
                    <a:pt x="48" y="262"/>
                  </a:cubicBezTo>
                  <a:cubicBezTo>
                    <a:pt x="47" y="263"/>
                    <a:pt x="44" y="265"/>
                    <a:pt x="42" y="265"/>
                  </a:cubicBezTo>
                  <a:cubicBezTo>
                    <a:pt x="42" y="268"/>
                    <a:pt x="51" y="280"/>
                    <a:pt x="45" y="282"/>
                  </a:cubicBezTo>
                  <a:cubicBezTo>
                    <a:pt x="44" y="284"/>
                    <a:pt x="46" y="284"/>
                    <a:pt x="48" y="285"/>
                  </a:cubicBezTo>
                  <a:cubicBezTo>
                    <a:pt x="53" y="286"/>
                    <a:pt x="50" y="291"/>
                    <a:pt x="50" y="294"/>
                  </a:cubicBezTo>
                  <a:cubicBezTo>
                    <a:pt x="51" y="294"/>
                    <a:pt x="52" y="295"/>
                    <a:pt x="54" y="295"/>
                  </a:cubicBezTo>
                  <a:cubicBezTo>
                    <a:pt x="54" y="292"/>
                    <a:pt x="54" y="290"/>
                    <a:pt x="57" y="289"/>
                  </a:cubicBezTo>
                  <a:cubicBezTo>
                    <a:pt x="57" y="292"/>
                    <a:pt x="60" y="290"/>
                    <a:pt x="62" y="292"/>
                  </a:cubicBezTo>
                  <a:cubicBezTo>
                    <a:pt x="64" y="293"/>
                    <a:pt x="62" y="298"/>
                    <a:pt x="66" y="298"/>
                  </a:cubicBezTo>
                  <a:cubicBezTo>
                    <a:pt x="66" y="298"/>
                    <a:pt x="67" y="297"/>
                    <a:pt x="66" y="297"/>
                  </a:cubicBezTo>
                  <a:cubicBezTo>
                    <a:pt x="68" y="296"/>
                    <a:pt x="71" y="296"/>
                    <a:pt x="71" y="299"/>
                  </a:cubicBezTo>
                  <a:cubicBezTo>
                    <a:pt x="74" y="298"/>
                    <a:pt x="75" y="296"/>
                    <a:pt x="78" y="295"/>
                  </a:cubicBezTo>
                  <a:cubicBezTo>
                    <a:pt x="78" y="293"/>
                    <a:pt x="79" y="291"/>
                    <a:pt x="80" y="290"/>
                  </a:cubicBezTo>
                  <a:cubicBezTo>
                    <a:pt x="79" y="289"/>
                    <a:pt x="78" y="287"/>
                    <a:pt x="76" y="286"/>
                  </a:cubicBezTo>
                  <a:cubicBezTo>
                    <a:pt x="76" y="285"/>
                    <a:pt x="77" y="284"/>
                    <a:pt x="78" y="284"/>
                  </a:cubicBezTo>
                  <a:cubicBezTo>
                    <a:pt x="78" y="283"/>
                    <a:pt x="78" y="282"/>
                    <a:pt x="78" y="281"/>
                  </a:cubicBezTo>
                  <a:cubicBezTo>
                    <a:pt x="78" y="280"/>
                    <a:pt x="76" y="280"/>
                    <a:pt x="76" y="278"/>
                  </a:cubicBezTo>
                  <a:cubicBezTo>
                    <a:pt x="74" y="278"/>
                    <a:pt x="72" y="280"/>
                    <a:pt x="69" y="279"/>
                  </a:cubicBezTo>
                  <a:cubicBezTo>
                    <a:pt x="69" y="275"/>
                    <a:pt x="71" y="271"/>
                    <a:pt x="71" y="268"/>
                  </a:cubicBezTo>
                  <a:cubicBezTo>
                    <a:pt x="70" y="265"/>
                    <a:pt x="67" y="267"/>
                    <a:pt x="66" y="265"/>
                  </a:cubicBezTo>
                  <a:cubicBezTo>
                    <a:pt x="65" y="263"/>
                    <a:pt x="68" y="254"/>
                    <a:pt x="63" y="254"/>
                  </a:cubicBezTo>
                  <a:cubicBezTo>
                    <a:pt x="62" y="252"/>
                    <a:pt x="64" y="248"/>
                    <a:pt x="61" y="246"/>
                  </a:cubicBezTo>
                  <a:cubicBezTo>
                    <a:pt x="60" y="246"/>
                    <a:pt x="56" y="246"/>
                    <a:pt x="57" y="244"/>
                  </a:cubicBezTo>
                  <a:cubicBezTo>
                    <a:pt x="59" y="244"/>
                    <a:pt x="60" y="242"/>
                    <a:pt x="62" y="240"/>
                  </a:cubicBezTo>
                  <a:cubicBezTo>
                    <a:pt x="65" y="239"/>
                    <a:pt x="67" y="239"/>
                    <a:pt x="67" y="243"/>
                  </a:cubicBezTo>
                  <a:cubicBezTo>
                    <a:pt x="70" y="243"/>
                    <a:pt x="71" y="243"/>
                    <a:pt x="71" y="240"/>
                  </a:cubicBezTo>
                  <a:cubicBezTo>
                    <a:pt x="72" y="240"/>
                    <a:pt x="73" y="240"/>
                    <a:pt x="73" y="240"/>
                  </a:cubicBezTo>
                  <a:cubicBezTo>
                    <a:pt x="73" y="239"/>
                    <a:pt x="73" y="238"/>
                    <a:pt x="73" y="237"/>
                  </a:cubicBezTo>
                  <a:cubicBezTo>
                    <a:pt x="76" y="237"/>
                    <a:pt x="77" y="234"/>
                    <a:pt x="79" y="234"/>
                  </a:cubicBezTo>
                  <a:cubicBezTo>
                    <a:pt x="80" y="235"/>
                    <a:pt x="79" y="236"/>
                    <a:pt x="78" y="237"/>
                  </a:cubicBezTo>
                  <a:cubicBezTo>
                    <a:pt x="77" y="239"/>
                    <a:pt x="80" y="241"/>
                    <a:pt x="80" y="243"/>
                  </a:cubicBezTo>
                  <a:cubicBezTo>
                    <a:pt x="77" y="243"/>
                    <a:pt x="74" y="243"/>
                    <a:pt x="74" y="247"/>
                  </a:cubicBezTo>
                  <a:cubicBezTo>
                    <a:pt x="75" y="247"/>
                    <a:pt x="76" y="248"/>
                    <a:pt x="76" y="248"/>
                  </a:cubicBezTo>
                  <a:cubicBezTo>
                    <a:pt x="76" y="247"/>
                    <a:pt x="77" y="246"/>
                    <a:pt x="77" y="245"/>
                  </a:cubicBezTo>
                  <a:cubicBezTo>
                    <a:pt x="77" y="245"/>
                    <a:pt x="78" y="245"/>
                    <a:pt x="79" y="245"/>
                  </a:cubicBezTo>
                  <a:cubicBezTo>
                    <a:pt x="79" y="247"/>
                    <a:pt x="79" y="249"/>
                    <a:pt x="77" y="250"/>
                  </a:cubicBezTo>
                  <a:cubicBezTo>
                    <a:pt x="77" y="250"/>
                    <a:pt x="77" y="251"/>
                    <a:pt x="77" y="252"/>
                  </a:cubicBezTo>
                  <a:cubicBezTo>
                    <a:pt x="78" y="252"/>
                    <a:pt x="79" y="251"/>
                    <a:pt x="79" y="250"/>
                  </a:cubicBezTo>
                  <a:cubicBezTo>
                    <a:pt x="80" y="250"/>
                    <a:pt x="82" y="249"/>
                    <a:pt x="83" y="249"/>
                  </a:cubicBezTo>
                  <a:cubicBezTo>
                    <a:pt x="84" y="250"/>
                    <a:pt x="82" y="252"/>
                    <a:pt x="85" y="253"/>
                  </a:cubicBezTo>
                  <a:cubicBezTo>
                    <a:pt x="84" y="253"/>
                    <a:pt x="85" y="254"/>
                    <a:pt x="85" y="254"/>
                  </a:cubicBezTo>
                  <a:cubicBezTo>
                    <a:pt x="86" y="254"/>
                    <a:pt x="87" y="253"/>
                    <a:pt x="89" y="253"/>
                  </a:cubicBezTo>
                  <a:cubicBezTo>
                    <a:pt x="91" y="254"/>
                    <a:pt x="92" y="255"/>
                    <a:pt x="95" y="254"/>
                  </a:cubicBezTo>
                  <a:cubicBezTo>
                    <a:pt x="95" y="254"/>
                    <a:pt x="95" y="253"/>
                    <a:pt x="95" y="252"/>
                  </a:cubicBezTo>
                  <a:cubicBezTo>
                    <a:pt x="97" y="252"/>
                    <a:pt x="94" y="246"/>
                    <a:pt x="94" y="245"/>
                  </a:cubicBezTo>
                  <a:cubicBezTo>
                    <a:pt x="96" y="245"/>
                    <a:pt x="97" y="247"/>
                    <a:pt x="99" y="246"/>
                  </a:cubicBezTo>
                  <a:cubicBezTo>
                    <a:pt x="98" y="250"/>
                    <a:pt x="101" y="249"/>
                    <a:pt x="103" y="249"/>
                  </a:cubicBezTo>
                  <a:cubicBezTo>
                    <a:pt x="104" y="251"/>
                    <a:pt x="93" y="259"/>
                    <a:pt x="100" y="260"/>
                  </a:cubicBezTo>
                  <a:cubicBezTo>
                    <a:pt x="101" y="258"/>
                    <a:pt x="99" y="257"/>
                    <a:pt x="101" y="256"/>
                  </a:cubicBezTo>
                  <a:cubicBezTo>
                    <a:pt x="102" y="255"/>
                    <a:pt x="104" y="256"/>
                    <a:pt x="106" y="256"/>
                  </a:cubicBezTo>
                  <a:cubicBezTo>
                    <a:pt x="106" y="252"/>
                    <a:pt x="109" y="253"/>
                    <a:pt x="109" y="256"/>
                  </a:cubicBezTo>
                  <a:cubicBezTo>
                    <a:pt x="113" y="256"/>
                    <a:pt x="117" y="256"/>
                    <a:pt x="121" y="256"/>
                  </a:cubicBezTo>
                  <a:cubicBezTo>
                    <a:pt x="121" y="255"/>
                    <a:pt x="120" y="248"/>
                    <a:pt x="123" y="250"/>
                  </a:cubicBezTo>
                  <a:cubicBezTo>
                    <a:pt x="125" y="251"/>
                    <a:pt x="131" y="248"/>
                    <a:pt x="129" y="245"/>
                  </a:cubicBezTo>
                  <a:cubicBezTo>
                    <a:pt x="131" y="245"/>
                    <a:pt x="133" y="245"/>
                    <a:pt x="134" y="246"/>
                  </a:cubicBezTo>
                  <a:cubicBezTo>
                    <a:pt x="134" y="244"/>
                    <a:pt x="139" y="243"/>
                    <a:pt x="140" y="243"/>
                  </a:cubicBezTo>
                  <a:cubicBezTo>
                    <a:pt x="140" y="245"/>
                    <a:pt x="140" y="247"/>
                    <a:pt x="142" y="248"/>
                  </a:cubicBezTo>
                  <a:cubicBezTo>
                    <a:pt x="143" y="249"/>
                    <a:pt x="145" y="251"/>
                    <a:pt x="147" y="252"/>
                  </a:cubicBezTo>
                  <a:cubicBezTo>
                    <a:pt x="147" y="256"/>
                    <a:pt x="142" y="255"/>
                    <a:pt x="143" y="258"/>
                  </a:cubicBezTo>
                  <a:cubicBezTo>
                    <a:pt x="144" y="259"/>
                    <a:pt x="144" y="259"/>
                    <a:pt x="144" y="259"/>
                  </a:cubicBezTo>
                  <a:cubicBezTo>
                    <a:pt x="143" y="260"/>
                    <a:pt x="143" y="260"/>
                    <a:pt x="143" y="260"/>
                  </a:cubicBezTo>
                  <a:cubicBezTo>
                    <a:pt x="142" y="260"/>
                    <a:pt x="142" y="260"/>
                    <a:pt x="142" y="261"/>
                  </a:cubicBezTo>
                  <a:cubicBezTo>
                    <a:pt x="141" y="261"/>
                    <a:pt x="140" y="262"/>
                    <a:pt x="140" y="263"/>
                  </a:cubicBezTo>
                  <a:cubicBezTo>
                    <a:pt x="141" y="263"/>
                    <a:pt x="142" y="263"/>
                    <a:pt x="143" y="262"/>
                  </a:cubicBezTo>
                  <a:cubicBezTo>
                    <a:pt x="143" y="261"/>
                    <a:pt x="145" y="259"/>
                    <a:pt x="147" y="260"/>
                  </a:cubicBezTo>
                  <a:cubicBezTo>
                    <a:pt x="148" y="261"/>
                    <a:pt x="148" y="263"/>
                    <a:pt x="148" y="264"/>
                  </a:cubicBezTo>
                  <a:cubicBezTo>
                    <a:pt x="151" y="265"/>
                    <a:pt x="150" y="260"/>
                    <a:pt x="150" y="259"/>
                  </a:cubicBezTo>
                  <a:cubicBezTo>
                    <a:pt x="151" y="258"/>
                    <a:pt x="152" y="258"/>
                    <a:pt x="153" y="259"/>
                  </a:cubicBezTo>
                  <a:cubicBezTo>
                    <a:pt x="153" y="258"/>
                    <a:pt x="154" y="258"/>
                    <a:pt x="154" y="257"/>
                  </a:cubicBezTo>
                  <a:cubicBezTo>
                    <a:pt x="156" y="257"/>
                    <a:pt x="155" y="258"/>
                    <a:pt x="156" y="259"/>
                  </a:cubicBezTo>
                  <a:cubicBezTo>
                    <a:pt x="157" y="261"/>
                    <a:pt x="160" y="260"/>
                    <a:pt x="161" y="260"/>
                  </a:cubicBezTo>
                  <a:cubicBezTo>
                    <a:pt x="161" y="259"/>
                    <a:pt x="161" y="259"/>
                    <a:pt x="161" y="259"/>
                  </a:cubicBezTo>
                  <a:cubicBezTo>
                    <a:pt x="160" y="259"/>
                    <a:pt x="160" y="258"/>
                    <a:pt x="160" y="257"/>
                  </a:cubicBezTo>
                  <a:cubicBezTo>
                    <a:pt x="161" y="257"/>
                    <a:pt x="163" y="257"/>
                    <a:pt x="164" y="257"/>
                  </a:cubicBezTo>
                  <a:cubicBezTo>
                    <a:pt x="164" y="258"/>
                    <a:pt x="164" y="259"/>
                    <a:pt x="164" y="259"/>
                  </a:cubicBezTo>
                  <a:cubicBezTo>
                    <a:pt x="165" y="258"/>
                    <a:pt x="165" y="257"/>
                    <a:pt x="165" y="257"/>
                  </a:cubicBezTo>
                  <a:cubicBezTo>
                    <a:pt x="166" y="257"/>
                    <a:pt x="167" y="257"/>
                    <a:pt x="168" y="257"/>
                  </a:cubicBezTo>
                  <a:cubicBezTo>
                    <a:pt x="168" y="257"/>
                    <a:pt x="168" y="258"/>
                    <a:pt x="167" y="258"/>
                  </a:cubicBezTo>
                  <a:cubicBezTo>
                    <a:pt x="166" y="259"/>
                    <a:pt x="166" y="260"/>
                    <a:pt x="166" y="262"/>
                  </a:cubicBezTo>
                  <a:cubicBezTo>
                    <a:pt x="166" y="264"/>
                    <a:pt x="165" y="266"/>
                    <a:pt x="164" y="268"/>
                  </a:cubicBezTo>
                  <a:cubicBezTo>
                    <a:pt x="167" y="269"/>
                    <a:pt x="168" y="266"/>
                    <a:pt x="170" y="266"/>
                  </a:cubicBezTo>
                  <a:cubicBezTo>
                    <a:pt x="170" y="268"/>
                    <a:pt x="180" y="267"/>
                    <a:pt x="182" y="267"/>
                  </a:cubicBezTo>
                  <a:cubicBezTo>
                    <a:pt x="180" y="263"/>
                    <a:pt x="186" y="261"/>
                    <a:pt x="184" y="258"/>
                  </a:cubicBezTo>
                  <a:cubicBezTo>
                    <a:pt x="184" y="257"/>
                    <a:pt x="185" y="257"/>
                    <a:pt x="186" y="257"/>
                  </a:cubicBezTo>
                  <a:cubicBezTo>
                    <a:pt x="186" y="258"/>
                    <a:pt x="186" y="259"/>
                    <a:pt x="187" y="259"/>
                  </a:cubicBezTo>
                  <a:cubicBezTo>
                    <a:pt x="187" y="258"/>
                    <a:pt x="189" y="256"/>
                    <a:pt x="191" y="257"/>
                  </a:cubicBezTo>
                  <a:cubicBezTo>
                    <a:pt x="191" y="257"/>
                    <a:pt x="191" y="258"/>
                    <a:pt x="191" y="258"/>
                  </a:cubicBezTo>
                  <a:cubicBezTo>
                    <a:pt x="192" y="259"/>
                    <a:pt x="193" y="260"/>
                    <a:pt x="195" y="260"/>
                  </a:cubicBezTo>
                  <a:cubicBezTo>
                    <a:pt x="194" y="258"/>
                    <a:pt x="196" y="257"/>
                    <a:pt x="196" y="255"/>
                  </a:cubicBezTo>
                  <a:cubicBezTo>
                    <a:pt x="197" y="255"/>
                    <a:pt x="199" y="254"/>
                    <a:pt x="201" y="255"/>
                  </a:cubicBezTo>
                  <a:cubicBezTo>
                    <a:pt x="203" y="257"/>
                    <a:pt x="200" y="260"/>
                    <a:pt x="201" y="262"/>
                  </a:cubicBezTo>
                  <a:cubicBezTo>
                    <a:pt x="202" y="262"/>
                    <a:pt x="206" y="261"/>
                    <a:pt x="206" y="263"/>
                  </a:cubicBezTo>
                  <a:cubicBezTo>
                    <a:pt x="207" y="267"/>
                    <a:pt x="212" y="265"/>
                    <a:pt x="215" y="266"/>
                  </a:cubicBezTo>
                  <a:cubicBezTo>
                    <a:pt x="215" y="268"/>
                    <a:pt x="214" y="271"/>
                    <a:pt x="215" y="273"/>
                  </a:cubicBezTo>
                  <a:cubicBezTo>
                    <a:pt x="217" y="275"/>
                    <a:pt x="221" y="273"/>
                    <a:pt x="224" y="274"/>
                  </a:cubicBezTo>
                  <a:cubicBezTo>
                    <a:pt x="224" y="274"/>
                    <a:pt x="224" y="275"/>
                    <a:pt x="224" y="276"/>
                  </a:cubicBezTo>
                  <a:cubicBezTo>
                    <a:pt x="225" y="276"/>
                    <a:pt x="227" y="276"/>
                    <a:pt x="229" y="276"/>
                  </a:cubicBezTo>
                  <a:cubicBezTo>
                    <a:pt x="229" y="278"/>
                    <a:pt x="229" y="280"/>
                    <a:pt x="229" y="281"/>
                  </a:cubicBezTo>
                  <a:cubicBezTo>
                    <a:pt x="230" y="281"/>
                    <a:pt x="231" y="281"/>
                    <a:pt x="232" y="281"/>
                  </a:cubicBezTo>
                  <a:cubicBezTo>
                    <a:pt x="232" y="282"/>
                    <a:pt x="232" y="283"/>
                    <a:pt x="232" y="284"/>
                  </a:cubicBezTo>
                  <a:cubicBezTo>
                    <a:pt x="234" y="284"/>
                    <a:pt x="234" y="286"/>
                    <a:pt x="236" y="286"/>
                  </a:cubicBezTo>
                  <a:cubicBezTo>
                    <a:pt x="236" y="284"/>
                    <a:pt x="235" y="283"/>
                    <a:pt x="236" y="282"/>
                  </a:cubicBezTo>
                  <a:cubicBezTo>
                    <a:pt x="239" y="282"/>
                    <a:pt x="246" y="283"/>
                    <a:pt x="248" y="281"/>
                  </a:cubicBezTo>
                  <a:cubicBezTo>
                    <a:pt x="249" y="280"/>
                    <a:pt x="251" y="281"/>
                    <a:pt x="252" y="282"/>
                  </a:cubicBezTo>
                  <a:cubicBezTo>
                    <a:pt x="252" y="282"/>
                    <a:pt x="252" y="283"/>
                    <a:pt x="252" y="284"/>
                  </a:cubicBezTo>
                  <a:cubicBezTo>
                    <a:pt x="253" y="285"/>
                    <a:pt x="254" y="284"/>
                    <a:pt x="255" y="285"/>
                  </a:cubicBezTo>
                  <a:cubicBezTo>
                    <a:pt x="258" y="288"/>
                    <a:pt x="253" y="290"/>
                    <a:pt x="251" y="288"/>
                  </a:cubicBezTo>
                  <a:cubicBezTo>
                    <a:pt x="250" y="290"/>
                    <a:pt x="250" y="291"/>
                    <a:pt x="250" y="292"/>
                  </a:cubicBezTo>
                  <a:cubicBezTo>
                    <a:pt x="251" y="292"/>
                    <a:pt x="251" y="292"/>
                    <a:pt x="252" y="292"/>
                  </a:cubicBezTo>
                  <a:cubicBezTo>
                    <a:pt x="252" y="294"/>
                    <a:pt x="252" y="295"/>
                    <a:pt x="252" y="296"/>
                  </a:cubicBezTo>
                  <a:cubicBezTo>
                    <a:pt x="255" y="296"/>
                    <a:pt x="255" y="298"/>
                    <a:pt x="254" y="300"/>
                  </a:cubicBezTo>
                  <a:cubicBezTo>
                    <a:pt x="280" y="309"/>
                    <a:pt x="280" y="309"/>
                    <a:pt x="280" y="309"/>
                  </a:cubicBezTo>
                  <a:cubicBezTo>
                    <a:pt x="280" y="309"/>
                    <a:pt x="280" y="309"/>
                    <a:pt x="280" y="309"/>
                  </a:cubicBezTo>
                  <a:cubicBezTo>
                    <a:pt x="279" y="308"/>
                    <a:pt x="278" y="307"/>
                    <a:pt x="280" y="306"/>
                  </a:cubicBezTo>
                  <a:cubicBezTo>
                    <a:pt x="281" y="305"/>
                    <a:pt x="284" y="304"/>
                    <a:pt x="282" y="302"/>
                  </a:cubicBezTo>
                  <a:cubicBezTo>
                    <a:pt x="280" y="300"/>
                    <a:pt x="281" y="298"/>
                    <a:pt x="283" y="297"/>
                  </a:cubicBezTo>
                  <a:cubicBezTo>
                    <a:pt x="284" y="295"/>
                    <a:pt x="282" y="295"/>
                    <a:pt x="282" y="294"/>
                  </a:cubicBezTo>
                  <a:cubicBezTo>
                    <a:pt x="282" y="293"/>
                    <a:pt x="282" y="291"/>
                    <a:pt x="282" y="290"/>
                  </a:cubicBezTo>
                  <a:cubicBezTo>
                    <a:pt x="285" y="290"/>
                    <a:pt x="288" y="289"/>
                    <a:pt x="288" y="285"/>
                  </a:cubicBezTo>
                  <a:cubicBezTo>
                    <a:pt x="288" y="282"/>
                    <a:pt x="286" y="280"/>
                    <a:pt x="283" y="278"/>
                  </a:cubicBezTo>
                  <a:cubicBezTo>
                    <a:pt x="280" y="276"/>
                    <a:pt x="281" y="272"/>
                    <a:pt x="280" y="269"/>
                  </a:cubicBezTo>
                  <a:cubicBezTo>
                    <a:pt x="278" y="266"/>
                    <a:pt x="278" y="263"/>
                    <a:pt x="280" y="259"/>
                  </a:cubicBezTo>
                  <a:cubicBezTo>
                    <a:pt x="281" y="257"/>
                    <a:pt x="282" y="254"/>
                    <a:pt x="285" y="253"/>
                  </a:cubicBezTo>
                  <a:cubicBezTo>
                    <a:pt x="289" y="253"/>
                    <a:pt x="290" y="251"/>
                    <a:pt x="294" y="249"/>
                  </a:cubicBezTo>
                  <a:cubicBezTo>
                    <a:pt x="296" y="248"/>
                    <a:pt x="300" y="248"/>
                    <a:pt x="301" y="245"/>
                  </a:cubicBezTo>
                  <a:cubicBezTo>
                    <a:pt x="303" y="243"/>
                    <a:pt x="304" y="239"/>
                    <a:pt x="307" y="239"/>
                  </a:cubicBezTo>
                  <a:cubicBezTo>
                    <a:pt x="308" y="238"/>
                    <a:pt x="310" y="238"/>
                    <a:pt x="311" y="237"/>
                  </a:cubicBezTo>
                  <a:cubicBezTo>
                    <a:pt x="313" y="236"/>
                    <a:pt x="313" y="235"/>
                    <a:pt x="313" y="233"/>
                  </a:cubicBezTo>
                  <a:cubicBezTo>
                    <a:pt x="314" y="230"/>
                    <a:pt x="319" y="231"/>
                    <a:pt x="319" y="234"/>
                  </a:cubicBezTo>
                  <a:cubicBezTo>
                    <a:pt x="321" y="235"/>
                    <a:pt x="322" y="233"/>
                    <a:pt x="323" y="232"/>
                  </a:cubicBezTo>
                  <a:cubicBezTo>
                    <a:pt x="326" y="230"/>
                    <a:pt x="329" y="233"/>
                    <a:pt x="332" y="233"/>
                  </a:cubicBezTo>
                  <a:cubicBezTo>
                    <a:pt x="338" y="234"/>
                    <a:pt x="338" y="228"/>
                    <a:pt x="333" y="226"/>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sp>
          <p:nvSpPr>
            <p:cNvPr id="229" name="Freeform 446">
              <a:extLst>
                <a:ext uri="{FF2B5EF4-FFF2-40B4-BE49-F238E27FC236}">
                  <a16:creationId xmlns:a16="http://schemas.microsoft.com/office/drawing/2014/main" id="{800D11B0-B20A-44A2-AE74-C3AACE961A1F}"/>
                </a:ext>
              </a:extLst>
            </p:cNvPr>
            <p:cNvSpPr>
              <a:spLocks/>
            </p:cNvSpPr>
            <p:nvPr/>
          </p:nvSpPr>
          <p:spPr bwMode="auto">
            <a:xfrm>
              <a:off x="3700463" y="2601913"/>
              <a:ext cx="66675" cy="71438"/>
            </a:xfrm>
            <a:custGeom>
              <a:avLst/>
              <a:gdLst>
                <a:gd name="T0" fmla="*/ 10 w 19"/>
                <a:gd name="T1" fmla="*/ 1 h 20"/>
                <a:gd name="T2" fmla="*/ 11 w 19"/>
                <a:gd name="T3" fmla="*/ 2 h 20"/>
                <a:gd name="T4" fmla="*/ 13 w 19"/>
                <a:gd name="T5" fmla="*/ 1 h 20"/>
                <a:gd name="T6" fmla="*/ 14 w 19"/>
                <a:gd name="T7" fmla="*/ 2 h 20"/>
                <a:gd name="T8" fmla="*/ 13 w 19"/>
                <a:gd name="T9" fmla="*/ 3 h 20"/>
                <a:gd name="T10" fmla="*/ 13 w 19"/>
                <a:gd name="T11" fmla="*/ 4 h 20"/>
                <a:gd name="T12" fmla="*/ 14 w 19"/>
                <a:gd name="T13" fmla="*/ 4 h 20"/>
                <a:gd name="T14" fmla="*/ 14 w 19"/>
                <a:gd name="T15" fmla="*/ 5 h 20"/>
                <a:gd name="T16" fmla="*/ 14 w 19"/>
                <a:gd name="T17" fmla="*/ 5 h 20"/>
                <a:gd name="T18" fmla="*/ 15 w 19"/>
                <a:gd name="T19" fmla="*/ 6 h 20"/>
                <a:gd name="T20" fmla="*/ 15 w 19"/>
                <a:gd name="T21" fmla="*/ 6 h 20"/>
                <a:gd name="T22" fmla="*/ 16 w 19"/>
                <a:gd name="T23" fmla="*/ 7 h 20"/>
                <a:gd name="T24" fmla="*/ 17 w 19"/>
                <a:gd name="T25" fmla="*/ 7 h 20"/>
                <a:gd name="T26" fmla="*/ 17 w 19"/>
                <a:gd name="T27" fmla="*/ 9 h 20"/>
                <a:gd name="T28" fmla="*/ 17 w 19"/>
                <a:gd name="T29" fmla="*/ 10 h 20"/>
                <a:gd name="T30" fmla="*/ 17 w 19"/>
                <a:gd name="T31" fmla="*/ 12 h 20"/>
                <a:gd name="T32" fmla="*/ 17 w 19"/>
                <a:gd name="T33" fmla="*/ 14 h 20"/>
                <a:gd name="T34" fmla="*/ 17 w 19"/>
                <a:gd name="T35" fmla="*/ 16 h 20"/>
                <a:gd name="T36" fmla="*/ 16 w 19"/>
                <a:gd name="T37" fmla="*/ 16 h 20"/>
                <a:gd name="T38" fmla="*/ 14 w 19"/>
                <a:gd name="T39" fmla="*/ 16 h 20"/>
                <a:gd name="T40" fmla="*/ 14 w 19"/>
                <a:gd name="T41" fmla="*/ 18 h 20"/>
                <a:gd name="T42" fmla="*/ 11 w 19"/>
                <a:gd name="T43" fmla="*/ 19 h 20"/>
                <a:gd name="T44" fmla="*/ 11 w 19"/>
                <a:gd name="T45" fmla="*/ 19 h 20"/>
                <a:gd name="T46" fmla="*/ 11 w 19"/>
                <a:gd name="T47" fmla="*/ 18 h 20"/>
                <a:gd name="T48" fmla="*/ 10 w 19"/>
                <a:gd name="T49" fmla="*/ 17 h 20"/>
                <a:gd name="T50" fmla="*/ 10 w 19"/>
                <a:gd name="T51" fmla="*/ 16 h 20"/>
                <a:gd name="T52" fmla="*/ 10 w 19"/>
                <a:gd name="T53" fmla="*/ 16 h 20"/>
                <a:gd name="T54" fmla="*/ 9 w 19"/>
                <a:gd name="T55" fmla="*/ 15 h 20"/>
                <a:gd name="T56" fmla="*/ 9 w 19"/>
                <a:gd name="T57" fmla="*/ 15 h 20"/>
                <a:gd name="T58" fmla="*/ 8 w 19"/>
                <a:gd name="T59" fmla="*/ 15 h 20"/>
                <a:gd name="T60" fmla="*/ 7 w 19"/>
                <a:gd name="T61" fmla="*/ 14 h 20"/>
                <a:gd name="T62" fmla="*/ 6 w 19"/>
                <a:gd name="T63" fmla="*/ 14 h 20"/>
                <a:gd name="T64" fmla="*/ 6 w 19"/>
                <a:gd name="T65" fmla="*/ 15 h 20"/>
                <a:gd name="T66" fmla="*/ 5 w 19"/>
                <a:gd name="T67" fmla="*/ 15 h 20"/>
                <a:gd name="T68" fmla="*/ 3 w 19"/>
                <a:gd name="T69" fmla="*/ 15 h 20"/>
                <a:gd name="T70" fmla="*/ 2 w 19"/>
                <a:gd name="T71" fmla="*/ 15 h 20"/>
                <a:gd name="T72" fmla="*/ 2 w 19"/>
                <a:gd name="T73" fmla="*/ 14 h 20"/>
                <a:gd name="T74" fmla="*/ 1 w 19"/>
                <a:gd name="T75" fmla="*/ 13 h 20"/>
                <a:gd name="T76" fmla="*/ 0 w 19"/>
                <a:gd name="T77" fmla="*/ 12 h 20"/>
                <a:gd name="T78" fmla="*/ 1 w 19"/>
                <a:gd name="T79" fmla="*/ 11 h 20"/>
                <a:gd name="T80" fmla="*/ 2 w 19"/>
                <a:gd name="T81" fmla="*/ 10 h 20"/>
                <a:gd name="T82" fmla="*/ 3 w 19"/>
                <a:gd name="T83" fmla="*/ 10 h 20"/>
                <a:gd name="T84" fmla="*/ 3 w 19"/>
                <a:gd name="T85" fmla="*/ 9 h 20"/>
                <a:gd name="T86" fmla="*/ 4 w 19"/>
                <a:gd name="T87" fmla="*/ 8 h 20"/>
                <a:gd name="T88" fmla="*/ 4 w 19"/>
                <a:gd name="T89" fmla="*/ 8 h 20"/>
                <a:gd name="T90" fmla="*/ 4 w 19"/>
                <a:gd name="T91" fmla="*/ 7 h 20"/>
                <a:gd name="T92" fmla="*/ 4 w 19"/>
                <a:gd name="T93" fmla="*/ 5 h 20"/>
                <a:gd name="T94" fmla="*/ 4 w 19"/>
                <a:gd name="T95" fmla="*/ 3 h 20"/>
                <a:gd name="T96" fmla="*/ 5 w 19"/>
                <a:gd name="T97" fmla="*/ 2 h 20"/>
                <a:gd name="T98" fmla="*/ 7 w 19"/>
                <a:gd name="T99" fmla="*/ 2 h 20"/>
                <a:gd name="T100" fmla="*/ 8 w 19"/>
                <a:gd name="T101" fmla="*/ 1 h 20"/>
                <a:gd name="T102" fmla="*/ 10 w 19"/>
                <a:gd name="T103"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 h="20">
                  <a:moveTo>
                    <a:pt x="10" y="1"/>
                  </a:moveTo>
                  <a:cubicBezTo>
                    <a:pt x="11" y="2"/>
                    <a:pt x="11" y="2"/>
                    <a:pt x="11" y="2"/>
                  </a:cubicBezTo>
                  <a:cubicBezTo>
                    <a:pt x="12" y="2"/>
                    <a:pt x="12" y="1"/>
                    <a:pt x="13" y="1"/>
                  </a:cubicBezTo>
                  <a:cubicBezTo>
                    <a:pt x="14" y="2"/>
                    <a:pt x="14" y="2"/>
                    <a:pt x="14" y="2"/>
                  </a:cubicBezTo>
                  <a:cubicBezTo>
                    <a:pt x="14" y="4"/>
                    <a:pt x="13" y="3"/>
                    <a:pt x="13" y="3"/>
                  </a:cubicBezTo>
                  <a:cubicBezTo>
                    <a:pt x="13" y="4"/>
                    <a:pt x="13" y="4"/>
                    <a:pt x="13" y="4"/>
                  </a:cubicBezTo>
                  <a:cubicBezTo>
                    <a:pt x="14" y="4"/>
                    <a:pt x="14" y="4"/>
                    <a:pt x="14" y="4"/>
                  </a:cubicBezTo>
                  <a:cubicBezTo>
                    <a:pt x="14" y="5"/>
                    <a:pt x="14" y="5"/>
                    <a:pt x="14" y="5"/>
                  </a:cubicBezTo>
                  <a:cubicBezTo>
                    <a:pt x="14" y="5"/>
                    <a:pt x="14" y="5"/>
                    <a:pt x="14" y="5"/>
                  </a:cubicBezTo>
                  <a:cubicBezTo>
                    <a:pt x="15" y="6"/>
                    <a:pt x="15" y="6"/>
                    <a:pt x="15" y="6"/>
                  </a:cubicBezTo>
                  <a:cubicBezTo>
                    <a:pt x="15" y="6"/>
                    <a:pt x="15" y="6"/>
                    <a:pt x="15" y="6"/>
                  </a:cubicBezTo>
                  <a:cubicBezTo>
                    <a:pt x="15" y="7"/>
                    <a:pt x="16" y="7"/>
                    <a:pt x="16" y="7"/>
                  </a:cubicBezTo>
                  <a:cubicBezTo>
                    <a:pt x="16" y="8"/>
                    <a:pt x="17" y="7"/>
                    <a:pt x="17" y="7"/>
                  </a:cubicBezTo>
                  <a:cubicBezTo>
                    <a:pt x="17" y="9"/>
                    <a:pt x="17" y="9"/>
                    <a:pt x="17" y="9"/>
                  </a:cubicBezTo>
                  <a:cubicBezTo>
                    <a:pt x="17" y="9"/>
                    <a:pt x="17" y="10"/>
                    <a:pt x="17" y="10"/>
                  </a:cubicBezTo>
                  <a:cubicBezTo>
                    <a:pt x="17" y="11"/>
                    <a:pt x="19" y="11"/>
                    <a:pt x="17" y="12"/>
                  </a:cubicBezTo>
                  <a:cubicBezTo>
                    <a:pt x="16" y="12"/>
                    <a:pt x="16" y="13"/>
                    <a:pt x="17" y="14"/>
                  </a:cubicBezTo>
                  <a:cubicBezTo>
                    <a:pt x="18" y="15"/>
                    <a:pt x="18" y="16"/>
                    <a:pt x="17" y="16"/>
                  </a:cubicBezTo>
                  <a:cubicBezTo>
                    <a:pt x="16" y="16"/>
                    <a:pt x="16" y="16"/>
                    <a:pt x="16" y="16"/>
                  </a:cubicBezTo>
                  <a:cubicBezTo>
                    <a:pt x="16" y="16"/>
                    <a:pt x="15" y="16"/>
                    <a:pt x="14" y="16"/>
                  </a:cubicBezTo>
                  <a:cubicBezTo>
                    <a:pt x="13" y="17"/>
                    <a:pt x="15" y="17"/>
                    <a:pt x="14" y="18"/>
                  </a:cubicBezTo>
                  <a:cubicBezTo>
                    <a:pt x="14" y="19"/>
                    <a:pt x="12" y="20"/>
                    <a:pt x="11" y="19"/>
                  </a:cubicBezTo>
                  <a:cubicBezTo>
                    <a:pt x="11" y="19"/>
                    <a:pt x="11" y="19"/>
                    <a:pt x="11" y="19"/>
                  </a:cubicBezTo>
                  <a:cubicBezTo>
                    <a:pt x="11" y="18"/>
                    <a:pt x="11" y="18"/>
                    <a:pt x="11" y="18"/>
                  </a:cubicBezTo>
                  <a:cubicBezTo>
                    <a:pt x="11" y="18"/>
                    <a:pt x="10" y="18"/>
                    <a:pt x="10" y="17"/>
                  </a:cubicBezTo>
                  <a:cubicBezTo>
                    <a:pt x="10" y="17"/>
                    <a:pt x="10" y="17"/>
                    <a:pt x="10" y="16"/>
                  </a:cubicBezTo>
                  <a:cubicBezTo>
                    <a:pt x="10" y="16"/>
                    <a:pt x="10" y="16"/>
                    <a:pt x="10" y="16"/>
                  </a:cubicBezTo>
                  <a:cubicBezTo>
                    <a:pt x="9" y="15"/>
                    <a:pt x="9" y="15"/>
                    <a:pt x="9" y="15"/>
                  </a:cubicBezTo>
                  <a:cubicBezTo>
                    <a:pt x="9" y="15"/>
                    <a:pt x="9" y="15"/>
                    <a:pt x="9" y="15"/>
                  </a:cubicBezTo>
                  <a:cubicBezTo>
                    <a:pt x="8" y="15"/>
                    <a:pt x="8" y="15"/>
                    <a:pt x="8" y="15"/>
                  </a:cubicBezTo>
                  <a:cubicBezTo>
                    <a:pt x="7" y="15"/>
                    <a:pt x="7" y="14"/>
                    <a:pt x="7" y="14"/>
                  </a:cubicBezTo>
                  <a:cubicBezTo>
                    <a:pt x="6" y="14"/>
                    <a:pt x="5" y="14"/>
                    <a:pt x="6" y="14"/>
                  </a:cubicBezTo>
                  <a:cubicBezTo>
                    <a:pt x="7" y="14"/>
                    <a:pt x="6" y="15"/>
                    <a:pt x="6" y="15"/>
                  </a:cubicBezTo>
                  <a:cubicBezTo>
                    <a:pt x="5" y="15"/>
                    <a:pt x="5" y="15"/>
                    <a:pt x="5" y="15"/>
                  </a:cubicBezTo>
                  <a:cubicBezTo>
                    <a:pt x="4" y="15"/>
                    <a:pt x="4" y="15"/>
                    <a:pt x="3" y="15"/>
                  </a:cubicBezTo>
                  <a:cubicBezTo>
                    <a:pt x="3" y="15"/>
                    <a:pt x="2" y="15"/>
                    <a:pt x="2" y="15"/>
                  </a:cubicBezTo>
                  <a:cubicBezTo>
                    <a:pt x="1" y="16"/>
                    <a:pt x="2" y="15"/>
                    <a:pt x="2" y="14"/>
                  </a:cubicBezTo>
                  <a:cubicBezTo>
                    <a:pt x="1" y="13"/>
                    <a:pt x="1" y="13"/>
                    <a:pt x="1" y="13"/>
                  </a:cubicBezTo>
                  <a:cubicBezTo>
                    <a:pt x="0" y="13"/>
                    <a:pt x="0" y="13"/>
                    <a:pt x="0" y="12"/>
                  </a:cubicBezTo>
                  <a:cubicBezTo>
                    <a:pt x="0" y="11"/>
                    <a:pt x="1" y="12"/>
                    <a:pt x="1" y="11"/>
                  </a:cubicBezTo>
                  <a:cubicBezTo>
                    <a:pt x="1" y="11"/>
                    <a:pt x="1" y="10"/>
                    <a:pt x="2" y="10"/>
                  </a:cubicBezTo>
                  <a:cubicBezTo>
                    <a:pt x="3" y="10"/>
                    <a:pt x="3" y="10"/>
                    <a:pt x="3" y="10"/>
                  </a:cubicBezTo>
                  <a:cubicBezTo>
                    <a:pt x="3" y="10"/>
                    <a:pt x="3" y="9"/>
                    <a:pt x="3" y="9"/>
                  </a:cubicBezTo>
                  <a:cubicBezTo>
                    <a:pt x="3" y="8"/>
                    <a:pt x="4" y="9"/>
                    <a:pt x="4" y="8"/>
                  </a:cubicBezTo>
                  <a:cubicBezTo>
                    <a:pt x="4" y="8"/>
                    <a:pt x="4" y="8"/>
                    <a:pt x="4" y="8"/>
                  </a:cubicBezTo>
                  <a:cubicBezTo>
                    <a:pt x="5" y="7"/>
                    <a:pt x="4" y="7"/>
                    <a:pt x="4" y="7"/>
                  </a:cubicBezTo>
                  <a:cubicBezTo>
                    <a:pt x="4" y="7"/>
                    <a:pt x="5" y="6"/>
                    <a:pt x="4" y="5"/>
                  </a:cubicBezTo>
                  <a:cubicBezTo>
                    <a:pt x="4" y="3"/>
                    <a:pt x="4" y="3"/>
                    <a:pt x="4" y="3"/>
                  </a:cubicBezTo>
                  <a:cubicBezTo>
                    <a:pt x="4" y="2"/>
                    <a:pt x="5" y="2"/>
                    <a:pt x="5" y="2"/>
                  </a:cubicBezTo>
                  <a:cubicBezTo>
                    <a:pt x="6" y="2"/>
                    <a:pt x="7" y="2"/>
                    <a:pt x="7" y="2"/>
                  </a:cubicBezTo>
                  <a:cubicBezTo>
                    <a:pt x="7" y="2"/>
                    <a:pt x="8" y="1"/>
                    <a:pt x="8" y="1"/>
                  </a:cubicBezTo>
                  <a:cubicBezTo>
                    <a:pt x="9" y="0"/>
                    <a:pt x="10" y="1"/>
                    <a:pt x="10" y="1"/>
                  </a:cubicBezTo>
                  <a:close/>
                </a:path>
              </a:pathLst>
            </a:custGeom>
            <a:grpFill/>
            <a:ln w="3175">
              <a:solidFill>
                <a:schemeClr val="accent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Verdana"/>
                <a:ea typeface="+mn-ea"/>
                <a:cs typeface="+mn-cs"/>
              </a:endParaRPr>
            </a:p>
          </p:txBody>
        </p:sp>
      </p:gr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30497" name="think-cell Slide" r:id="rId8" imgW="530" imgH="531" progId="TCLayout.ActiveDocument.1">
                  <p:embed/>
                </p:oleObj>
              </mc:Choice>
              <mc:Fallback>
                <p:oleObj name="think-cell Slide" r:id="rId8" imgW="530" imgH="531" progId="TCLayout.ActiveDocument.1">
                  <p:embed/>
                  <p:pic>
                    <p:nvPicPr>
                      <p:cNvPr id="109" name="Object 108" hidden="1"/>
                      <p:cNvPicPr/>
                      <p:nvPr/>
                    </p:nvPicPr>
                    <p:blipFill>
                      <a:blip r:embed="rId9"/>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162" name="Rectangle 161">
            <a:extLst>
              <a:ext uri="{FF2B5EF4-FFF2-40B4-BE49-F238E27FC236}">
                <a16:creationId xmlns:a16="http://schemas.microsoft.com/office/drawing/2014/main" id="{456D8045-9A3C-4C2F-BF72-C320DCF84C7B}"/>
              </a:ext>
            </a:extLst>
          </p:cNvPr>
          <p:cNvSpPr/>
          <p:nvPr/>
        </p:nvSpPr>
        <p:spPr bwMode="gray">
          <a:xfrm>
            <a:off x="1665594" y="1266656"/>
            <a:ext cx="9928902" cy="1686683"/>
          </a:xfrm>
          <a:prstGeom prst="rect">
            <a:avLst/>
          </a:prstGeom>
          <a:solidFill>
            <a:srgbClr val="86BC25">
              <a:alpha val="26000"/>
            </a:srgb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163" name="Rectangle 162">
            <a:extLst>
              <a:ext uri="{FF2B5EF4-FFF2-40B4-BE49-F238E27FC236}">
                <a16:creationId xmlns:a16="http://schemas.microsoft.com/office/drawing/2014/main" id="{377BB4B5-3080-4278-8520-00346A06A249}"/>
              </a:ext>
            </a:extLst>
          </p:cNvPr>
          <p:cNvSpPr/>
          <p:nvPr/>
        </p:nvSpPr>
        <p:spPr bwMode="gray">
          <a:xfrm>
            <a:off x="1760587" y="1304029"/>
            <a:ext cx="9810059" cy="1595283"/>
          </a:xfrm>
          <a:prstGeom prst="rect">
            <a:avLst/>
          </a:prstGeom>
          <a:noFill/>
          <a:ln w="19050" algn="ctr">
            <a:noFill/>
            <a:miter lim="800000"/>
            <a:headEnd/>
            <a:tailEnd/>
          </a:ln>
        </p:spPr>
        <p:txBody>
          <a:bodyPr wrap="square" lIns="0" tIns="88900" rIns="88900" bIns="88900" rtlCol="0" anchor="ctr"/>
          <a:lstStyle/>
          <a:p>
            <a:pPr marL="360000" indent="-285750">
              <a:spcAft>
                <a:spcPts val="600"/>
              </a:spcAft>
              <a:buFont typeface="Arial" panose="020B0604020202020204" pitchFamily="34" charset="0"/>
              <a:buChar char="•"/>
            </a:pPr>
            <a:r>
              <a:rPr lang="en-US" sz="1200" dirty="0">
                <a:solidFill>
                  <a:prstClr val="black"/>
                </a:solidFill>
                <a:latin typeface="Calibri Light" panose="020F0302020204030204" pitchFamily="34" charset="0"/>
                <a:cs typeface="Calibri Light" panose="020F0302020204030204" pitchFamily="34" charset="0"/>
              </a:rPr>
              <a:t>For Captive and BOO, three operational models are envisaged, while for Government scheme option, CG and MP consumptions are independent to one another but all the state charges are applicable:</a:t>
            </a:r>
          </a:p>
          <a:p>
            <a:pPr marL="360000" indent="-285750">
              <a:spcAft>
                <a:spcPts val="600"/>
              </a:spcAft>
              <a:buFont typeface="Arial" panose="020B0604020202020204" pitchFamily="34" charset="0"/>
              <a:buChar char="•"/>
            </a:pPr>
            <a:r>
              <a:rPr lang="en-US" sz="1200" b="1" dirty="0">
                <a:solidFill>
                  <a:prstClr val="black"/>
                </a:solidFill>
                <a:latin typeface="Calibri Light" panose="020F0302020204030204" pitchFamily="34" charset="0"/>
                <a:cs typeface="Calibri Light" panose="020F0302020204030204" pitchFamily="34" charset="0"/>
              </a:rPr>
              <a:t>Option 1: </a:t>
            </a:r>
            <a:r>
              <a:rPr lang="en-US" sz="1200" dirty="0">
                <a:solidFill>
                  <a:prstClr val="black"/>
                </a:solidFill>
                <a:latin typeface="Calibri Light" panose="020F0302020204030204" pitchFamily="34" charset="0"/>
                <a:cs typeface="Calibri Light" panose="020F0302020204030204" pitchFamily="34" charset="0"/>
              </a:rPr>
              <a:t>Entire Plant Capacity is in Chhattisgarh (CG) and Power is drawn to MP and CG metering Points using ISTS, STU and Discom Network</a:t>
            </a:r>
          </a:p>
          <a:p>
            <a:pPr marL="360000" indent="-285750">
              <a:spcAft>
                <a:spcPts val="600"/>
              </a:spcAft>
              <a:buFont typeface="Arial" panose="020B0604020202020204" pitchFamily="34" charset="0"/>
              <a:buChar char="•"/>
            </a:pPr>
            <a:r>
              <a:rPr lang="en-US" sz="1200" b="1" dirty="0">
                <a:solidFill>
                  <a:prstClr val="black"/>
                </a:solidFill>
                <a:latin typeface="Calibri Light" panose="020F0302020204030204" pitchFamily="34" charset="0"/>
                <a:cs typeface="Calibri Light" panose="020F0302020204030204" pitchFamily="34" charset="0"/>
              </a:rPr>
              <a:t>Option 2: </a:t>
            </a:r>
            <a:r>
              <a:rPr lang="en-US" sz="1200" dirty="0">
                <a:solidFill>
                  <a:prstClr val="black"/>
                </a:solidFill>
                <a:latin typeface="Calibri Light" panose="020F0302020204030204" pitchFamily="34" charset="0"/>
                <a:cs typeface="Calibri Light" panose="020F0302020204030204" pitchFamily="34" charset="0"/>
              </a:rPr>
              <a:t>Entire Plant Capacity is in Madhya Pradesh (MP) and Power is drawn to MP and CG metering Points using ISTS, STU and Discom Network</a:t>
            </a:r>
          </a:p>
          <a:p>
            <a:pPr marL="360000" indent="-285750">
              <a:spcAft>
                <a:spcPts val="600"/>
              </a:spcAft>
              <a:buFont typeface="Arial" panose="020B0604020202020204" pitchFamily="34" charset="0"/>
              <a:buChar char="•"/>
            </a:pPr>
            <a:r>
              <a:rPr lang="en-US" sz="1200" b="1" dirty="0">
                <a:solidFill>
                  <a:prstClr val="black"/>
                </a:solidFill>
                <a:latin typeface="Calibri Light" panose="020F0302020204030204" pitchFamily="34" charset="0"/>
                <a:cs typeface="Calibri Light" panose="020F0302020204030204" pitchFamily="34" charset="0"/>
              </a:rPr>
              <a:t>Option 3: </a:t>
            </a:r>
            <a:r>
              <a:rPr lang="en-US" sz="1200" dirty="0">
                <a:solidFill>
                  <a:prstClr val="black"/>
                </a:solidFill>
                <a:latin typeface="Calibri Light" panose="020F0302020204030204" pitchFamily="34" charset="0"/>
                <a:cs typeface="Calibri Light" panose="020F0302020204030204" pitchFamily="34" charset="0"/>
              </a:rPr>
              <a:t>Solar Plants are located in both CG and MP, based on the demands of the metering points located in respective states and no inter-state transmission</a:t>
            </a:r>
          </a:p>
        </p:txBody>
      </p:sp>
      <p:grpSp>
        <p:nvGrpSpPr>
          <p:cNvPr id="166" name="Group 165">
            <a:extLst>
              <a:ext uri="{FF2B5EF4-FFF2-40B4-BE49-F238E27FC236}">
                <a16:creationId xmlns:a16="http://schemas.microsoft.com/office/drawing/2014/main" id="{99503072-C990-4132-9BDD-36513D784EA1}"/>
              </a:ext>
            </a:extLst>
          </p:cNvPr>
          <p:cNvGrpSpPr/>
          <p:nvPr/>
        </p:nvGrpSpPr>
        <p:grpSpPr>
          <a:xfrm>
            <a:off x="501650" y="1447825"/>
            <a:ext cx="1140094" cy="1062499"/>
            <a:chOff x="376238" y="1025743"/>
            <a:chExt cx="1196626" cy="1039540"/>
          </a:xfrm>
        </p:grpSpPr>
        <p:sp>
          <p:nvSpPr>
            <p:cNvPr id="167" name="Freeform 9">
              <a:extLst>
                <a:ext uri="{FF2B5EF4-FFF2-40B4-BE49-F238E27FC236}">
                  <a16:creationId xmlns:a16="http://schemas.microsoft.com/office/drawing/2014/main" id="{ED05A745-1CB1-462C-A9BB-AACC19335089}"/>
                </a:ext>
              </a:extLst>
            </p:cNvPr>
            <p:cNvSpPr>
              <a:spLocks/>
            </p:cNvSpPr>
            <p:nvPr/>
          </p:nvSpPr>
          <p:spPr bwMode="auto">
            <a:xfrm>
              <a:off x="376238" y="1025743"/>
              <a:ext cx="1196626" cy="1039540"/>
            </a:xfrm>
            <a:custGeom>
              <a:avLst/>
              <a:gdLst>
                <a:gd name="T0" fmla="*/ 259 w 1036"/>
                <a:gd name="T1" fmla="*/ 900 h 900"/>
                <a:gd name="T2" fmla="*/ 0 w 1036"/>
                <a:gd name="T3" fmla="*/ 451 h 900"/>
                <a:gd name="T4" fmla="*/ 259 w 1036"/>
                <a:gd name="T5" fmla="*/ 0 h 900"/>
                <a:gd name="T6" fmla="*/ 777 w 1036"/>
                <a:gd name="T7" fmla="*/ 0 h 900"/>
                <a:gd name="T8" fmla="*/ 1036 w 1036"/>
                <a:gd name="T9" fmla="*/ 451 h 900"/>
                <a:gd name="T10" fmla="*/ 777 w 1036"/>
                <a:gd name="T11" fmla="*/ 900 h 900"/>
                <a:gd name="T12" fmla="*/ 259 w 1036"/>
                <a:gd name="T13" fmla="*/ 900 h 900"/>
              </a:gdLst>
              <a:ahLst/>
              <a:cxnLst>
                <a:cxn ang="0">
                  <a:pos x="T0" y="T1"/>
                </a:cxn>
                <a:cxn ang="0">
                  <a:pos x="T2" y="T3"/>
                </a:cxn>
                <a:cxn ang="0">
                  <a:pos x="T4" y="T5"/>
                </a:cxn>
                <a:cxn ang="0">
                  <a:pos x="T6" y="T7"/>
                </a:cxn>
                <a:cxn ang="0">
                  <a:pos x="T8" y="T9"/>
                </a:cxn>
                <a:cxn ang="0">
                  <a:pos x="T10" y="T11"/>
                </a:cxn>
                <a:cxn ang="0">
                  <a:pos x="T12" y="T13"/>
                </a:cxn>
              </a:cxnLst>
              <a:rect l="0" t="0" r="r" b="b"/>
              <a:pathLst>
                <a:path w="1036" h="900">
                  <a:moveTo>
                    <a:pt x="259" y="900"/>
                  </a:moveTo>
                  <a:lnTo>
                    <a:pt x="0" y="451"/>
                  </a:lnTo>
                  <a:lnTo>
                    <a:pt x="259" y="0"/>
                  </a:lnTo>
                  <a:lnTo>
                    <a:pt x="777" y="0"/>
                  </a:lnTo>
                  <a:lnTo>
                    <a:pt x="1036" y="451"/>
                  </a:lnTo>
                  <a:lnTo>
                    <a:pt x="777" y="900"/>
                  </a:lnTo>
                  <a:lnTo>
                    <a:pt x="259" y="90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latin typeface="Calibri Light" panose="020F0302020204030204" pitchFamily="34" charset="0"/>
                <a:cs typeface="Calibri Light" panose="020F0302020204030204" pitchFamily="34" charset="0"/>
              </a:endParaRPr>
            </a:p>
          </p:txBody>
        </p:sp>
        <p:sp>
          <p:nvSpPr>
            <p:cNvPr id="168" name="Freeform 10">
              <a:extLst>
                <a:ext uri="{FF2B5EF4-FFF2-40B4-BE49-F238E27FC236}">
                  <a16:creationId xmlns:a16="http://schemas.microsoft.com/office/drawing/2014/main" id="{09D24BA5-3947-4C80-BDEE-3C66A4B91A88}"/>
                </a:ext>
              </a:extLst>
            </p:cNvPr>
            <p:cNvSpPr>
              <a:spLocks/>
            </p:cNvSpPr>
            <p:nvPr/>
          </p:nvSpPr>
          <p:spPr bwMode="auto">
            <a:xfrm>
              <a:off x="489432" y="1123922"/>
              <a:ext cx="971393" cy="844338"/>
            </a:xfrm>
            <a:custGeom>
              <a:avLst/>
              <a:gdLst>
                <a:gd name="T0" fmla="*/ 210 w 841"/>
                <a:gd name="T1" fmla="*/ 731 h 731"/>
                <a:gd name="T2" fmla="*/ 0 w 841"/>
                <a:gd name="T3" fmla="*/ 366 h 731"/>
                <a:gd name="T4" fmla="*/ 210 w 841"/>
                <a:gd name="T5" fmla="*/ 0 h 731"/>
                <a:gd name="T6" fmla="*/ 631 w 841"/>
                <a:gd name="T7" fmla="*/ 0 h 731"/>
                <a:gd name="T8" fmla="*/ 841 w 841"/>
                <a:gd name="T9" fmla="*/ 366 h 731"/>
                <a:gd name="T10" fmla="*/ 631 w 841"/>
                <a:gd name="T11" fmla="*/ 731 h 731"/>
                <a:gd name="T12" fmla="*/ 210 w 841"/>
                <a:gd name="T13" fmla="*/ 731 h 731"/>
              </a:gdLst>
              <a:ahLst/>
              <a:cxnLst>
                <a:cxn ang="0">
                  <a:pos x="T0" y="T1"/>
                </a:cxn>
                <a:cxn ang="0">
                  <a:pos x="T2" y="T3"/>
                </a:cxn>
                <a:cxn ang="0">
                  <a:pos x="T4" y="T5"/>
                </a:cxn>
                <a:cxn ang="0">
                  <a:pos x="T6" y="T7"/>
                </a:cxn>
                <a:cxn ang="0">
                  <a:pos x="T8" y="T9"/>
                </a:cxn>
                <a:cxn ang="0">
                  <a:pos x="T10" y="T11"/>
                </a:cxn>
                <a:cxn ang="0">
                  <a:pos x="T12" y="T13"/>
                </a:cxn>
              </a:cxnLst>
              <a:rect l="0" t="0" r="r" b="b"/>
              <a:pathLst>
                <a:path w="841" h="731">
                  <a:moveTo>
                    <a:pt x="210" y="731"/>
                  </a:moveTo>
                  <a:lnTo>
                    <a:pt x="0" y="366"/>
                  </a:lnTo>
                  <a:lnTo>
                    <a:pt x="210" y="0"/>
                  </a:lnTo>
                  <a:lnTo>
                    <a:pt x="631" y="0"/>
                  </a:lnTo>
                  <a:lnTo>
                    <a:pt x="841" y="366"/>
                  </a:lnTo>
                  <a:lnTo>
                    <a:pt x="631" y="731"/>
                  </a:lnTo>
                  <a:lnTo>
                    <a:pt x="210" y="7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panose="020F0302020204030204" pitchFamily="34" charset="0"/>
                <a:cs typeface="Calibri Light" panose="020F0302020204030204" pitchFamily="34" charset="0"/>
              </a:endParaRPr>
            </a:p>
          </p:txBody>
        </p:sp>
        <p:sp>
          <p:nvSpPr>
            <p:cNvPr id="169" name="Freeform 194">
              <a:extLst>
                <a:ext uri="{FF2B5EF4-FFF2-40B4-BE49-F238E27FC236}">
                  <a16:creationId xmlns:a16="http://schemas.microsoft.com/office/drawing/2014/main" id="{16DF0DEE-B1ED-4DBC-8D18-AA97D1A0F8AD}"/>
                </a:ext>
              </a:extLst>
            </p:cNvPr>
            <p:cNvSpPr>
              <a:spLocks noEditPoints="1"/>
            </p:cNvSpPr>
            <p:nvPr/>
          </p:nvSpPr>
          <p:spPr bwMode="auto">
            <a:xfrm>
              <a:off x="723902" y="1375959"/>
              <a:ext cx="492784" cy="364936"/>
            </a:xfrm>
            <a:custGeom>
              <a:avLst/>
              <a:gdLst>
                <a:gd name="T0" fmla="*/ 309 w 320"/>
                <a:gd name="T1" fmla="*/ 21 h 236"/>
                <a:gd name="T2" fmla="*/ 309 w 320"/>
                <a:gd name="T3" fmla="*/ 0 h 236"/>
                <a:gd name="T4" fmla="*/ 288 w 320"/>
                <a:gd name="T5" fmla="*/ 11 h 236"/>
                <a:gd name="T6" fmla="*/ 247 w 320"/>
                <a:gd name="T7" fmla="*/ 32 h 236"/>
                <a:gd name="T8" fmla="*/ 165 w 320"/>
                <a:gd name="T9" fmla="*/ 12 h 236"/>
                <a:gd name="T10" fmla="*/ 128 w 320"/>
                <a:gd name="T11" fmla="*/ 32 h 236"/>
                <a:gd name="T12" fmla="*/ 32 w 320"/>
                <a:gd name="T13" fmla="*/ 11 h 236"/>
                <a:gd name="T14" fmla="*/ 10 w 320"/>
                <a:gd name="T15" fmla="*/ 0 h 236"/>
                <a:gd name="T16" fmla="*/ 10 w 320"/>
                <a:gd name="T17" fmla="*/ 21 h 236"/>
                <a:gd name="T18" fmla="*/ 0 w 320"/>
                <a:gd name="T19" fmla="*/ 181 h 236"/>
                <a:gd name="T20" fmla="*/ 21 w 320"/>
                <a:gd name="T21" fmla="*/ 192 h 236"/>
                <a:gd name="T22" fmla="*/ 32 w 320"/>
                <a:gd name="T23" fmla="*/ 171 h 236"/>
                <a:gd name="T24" fmla="*/ 76 w 320"/>
                <a:gd name="T25" fmla="*/ 219 h 236"/>
                <a:gd name="T26" fmla="*/ 121 w 320"/>
                <a:gd name="T27" fmla="*/ 232 h 236"/>
                <a:gd name="T28" fmla="*/ 154 w 320"/>
                <a:gd name="T29" fmla="*/ 235 h 236"/>
                <a:gd name="T30" fmla="*/ 181 w 320"/>
                <a:gd name="T31" fmla="*/ 221 h 236"/>
                <a:gd name="T32" fmla="*/ 222 w 320"/>
                <a:gd name="T33" fmla="*/ 227 h 236"/>
                <a:gd name="T34" fmla="*/ 242 w 320"/>
                <a:gd name="T35" fmla="*/ 210 h 236"/>
                <a:gd name="T36" fmla="*/ 275 w 320"/>
                <a:gd name="T37" fmla="*/ 185 h 236"/>
                <a:gd name="T38" fmla="*/ 288 w 320"/>
                <a:gd name="T39" fmla="*/ 171 h 236"/>
                <a:gd name="T40" fmla="*/ 298 w 320"/>
                <a:gd name="T41" fmla="*/ 192 h 236"/>
                <a:gd name="T42" fmla="*/ 320 w 320"/>
                <a:gd name="T43" fmla="*/ 181 h 236"/>
                <a:gd name="T44" fmla="*/ 254 w 320"/>
                <a:gd name="T45" fmla="*/ 179 h 236"/>
                <a:gd name="T46" fmla="*/ 239 w 320"/>
                <a:gd name="T47" fmla="*/ 188 h 236"/>
                <a:gd name="T48" fmla="*/ 232 w 320"/>
                <a:gd name="T49" fmla="*/ 183 h 236"/>
                <a:gd name="T50" fmla="*/ 198 w 320"/>
                <a:gd name="T51" fmla="*/ 125 h 236"/>
                <a:gd name="T52" fmla="*/ 179 w 320"/>
                <a:gd name="T53" fmla="*/ 135 h 236"/>
                <a:gd name="T54" fmla="*/ 214 w 320"/>
                <a:gd name="T55" fmla="*/ 194 h 236"/>
                <a:gd name="T56" fmla="*/ 194 w 320"/>
                <a:gd name="T57" fmla="*/ 204 h 236"/>
                <a:gd name="T58" fmla="*/ 147 w 320"/>
                <a:gd name="T59" fmla="*/ 147 h 236"/>
                <a:gd name="T60" fmla="*/ 164 w 320"/>
                <a:gd name="T61" fmla="*/ 196 h 236"/>
                <a:gd name="T62" fmla="*/ 160 w 320"/>
                <a:gd name="T63" fmla="*/ 212 h 236"/>
                <a:gd name="T64" fmla="*/ 143 w 320"/>
                <a:gd name="T65" fmla="*/ 208 h 236"/>
                <a:gd name="T66" fmla="*/ 132 w 320"/>
                <a:gd name="T67" fmla="*/ 188 h 236"/>
                <a:gd name="T68" fmla="*/ 124 w 320"/>
                <a:gd name="T69" fmla="*/ 176 h 236"/>
                <a:gd name="T70" fmla="*/ 106 w 320"/>
                <a:gd name="T71" fmla="*/ 188 h 236"/>
                <a:gd name="T72" fmla="*/ 111 w 320"/>
                <a:gd name="T73" fmla="*/ 214 h 236"/>
                <a:gd name="T74" fmla="*/ 62 w 320"/>
                <a:gd name="T75" fmla="*/ 155 h 236"/>
                <a:gd name="T76" fmla="*/ 32 w 320"/>
                <a:gd name="T77" fmla="*/ 149 h 236"/>
                <a:gd name="T78" fmla="*/ 88 w 320"/>
                <a:gd name="T79" fmla="*/ 53 h 236"/>
                <a:gd name="T80" fmla="*/ 64 w 320"/>
                <a:gd name="T81" fmla="*/ 85 h 236"/>
                <a:gd name="T82" fmla="*/ 97 w 320"/>
                <a:gd name="T83" fmla="*/ 117 h 236"/>
                <a:gd name="T84" fmla="*/ 253 w 320"/>
                <a:gd name="T85" fmla="*/ 170 h 236"/>
                <a:gd name="T86" fmla="*/ 288 w 320"/>
                <a:gd name="T87" fmla="*/ 149 h 236"/>
                <a:gd name="T88" fmla="*/ 265 w 320"/>
                <a:gd name="T89" fmla="*/ 150 h 236"/>
                <a:gd name="T90" fmla="*/ 215 w 320"/>
                <a:gd name="T91" fmla="*/ 76 h 236"/>
                <a:gd name="T92" fmla="*/ 88 w 320"/>
                <a:gd name="T93" fmla="*/ 95 h 236"/>
                <a:gd name="T94" fmla="*/ 90 w 320"/>
                <a:gd name="T95" fmla="*/ 77 h 236"/>
                <a:gd name="T96" fmla="*/ 242 w 320"/>
                <a:gd name="T97" fmla="*/ 53 h 236"/>
                <a:gd name="T98" fmla="*/ 288 w 320"/>
                <a:gd name="T99" fmla="*/ 5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0" h="236">
                  <a:moveTo>
                    <a:pt x="309" y="171"/>
                  </a:moveTo>
                  <a:cubicBezTo>
                    <a:pt x="309" y="21"/>
                    <a:pt x="309" y="21"/>
                    <a:pt x="309" y="21"/>
                  </a:cubicBezTo>
                  <a:cubicBezTo>
                    <a:pt x="315" y="21"/>
                    <a:pt x="320" y="17"/>
                    <a:pt x="320" y="11"/>
                  </a:cubicBezTo>
                  <a:cubicBezTo>
                    <a:pt x="320" y="5"/>
                    <a:pt x="315" y="0"/>
                    <a:pt x="309" y="0"/>
                  </a:cubicBezTo>
                  <a:cubicBezTo>
                    <a:pt x="298" y="0"/>
                    <a:pt x="298" y="0"/>
                    <a:pt x="298" y="0"/>
                  </a:cubicBezTo>
                  <a:cubicBezTo>
                    <a:pt x="292" y="0"/>
                    <a:pt x="288" y="5"/>
                    <a:pt x="288" y="11"/>
                  </a:cubicBezTo>
                  <a:cubicBezTo>
                    <a:pt x="288" y="32"/>
                    <a:pt x="288" y="32"/>
                    <a:pt x="288" y="32"/>
                  </a:cubicBezTo>
                  <a:cubicBezTo>
                    <a:pt x="247" y="32"/>
                    <a:pt x="247" y="32"/>
                    <a:pt x="247" y="32"/>
                  </a:cubicBezTo>
                  <a:cubicBezTo>
                    <a:pt x="173" y="11"/>
                    <a:pt x="173" y="11"/>
                    <a:pt x="173" y="11"/>
                  </a:cubicBezTo>
                  <a:cubicBezTo>
                    <a:pt x="171" y="10"/>
                    <a:pt x="168" y="11"/>
                    <a:pt x="165" y="12"/>
                  </a:cubicBezTo>
                  <a:cubicBezTo>
                    <a:pt x="128" y="32"/>
                    <a:pt x="128" y="32"/>
                    <a:pt x="128" y="32"/>
                  </a:cubicBezTo>
                  <a:cubicBezTo>
                    <a:pt x="128" y="32"/>
                    <a:pt x="128" y="32"/>
                    <a:pt x="128" y="32"/>
                  </a:cubicBezTo>
                  <a:cubicBezTo>
                    <a:pt x="32" y="32"/>
                    <a:pt x="32" y="32"/>
                    <a:pt x="32" y="32"/>
                  </a:cubicBezTo>
                  <a:cubicBezTo>
                    <a:pt x="32" y="11"/>
                    <a:pt x="32" y="11"/>
                    <a:pt x="32" y="11"/>
                  </a:cubicBezTo>
                  <a:cubicBezTo>
                    <a:pt x="32" y="5"/>
                    <a:pt x="27" y="0"/>
                    <a:pt x="21" y="0"/>
                  </a:cubicBezTo>
                  <a:cubicBezTo>
                    <a:pt x="10" y="0"/>
                    <a:pt x="10" y="0"/>
                    <a:pt x="10" y="0"/>
                  </a:cubicBezTo>
                  <a:cubicBezTo>
                    <a:pt x="4" y="0"/>
                    <a:pt x="0" y="5"/>
                    <a:pt x="0" y="11"/>
                  </a:cubicBezTo>
                  <a:cubicBezTo>
                    <a:pt x="0" y="17"/>
                    <a:pt x="4" y="21"/>
                    <a:pt x="10" y="21"/>
                  </a:cubicBezTo>
                  <a:cubicBezTo>
                    <a:pt x="10" y="171"/>
                    <a:pt x="10" y="171"/>
                    <a:pt x="10" y="171"/>
                  </a:cubicBezTo>
                  <a:cubicBezTo>
                    <a:pt x="4" y="171"/>
                    <a:pt x="0" y="175"/>
                    <a:pt x="0" y="181"/>
                  </a:cubicBezTo>
                  <a:cubicBezTo>
                    <a:pt x="0" y="187"/>
                    <a:pt x="4" y="192"/>
                    <a:pt x="10" y="192"/>
                  </a:cubicBezTo>
                  <a:cubicBezTo>
                    <a:pt x="21" y="192"/>
                    <a:pt x="21" y="192"/>
                    <a:pt x="21" y="192"/>
                  </a:cubicBezTo>
                  <a:cubicBezTo>
                    <a:pt x="27" y="192"/>
                    <a:pt x="32" y="187"/>
                    <a:pt x="32" y="181"/>
                  </a:cubicBezTo>
                  <a:cubicBezTo>
                    <a:pt x="32" y="171"/>
                    <a:pt x="32" y="171"/>
                    <a:pt x="32" y="171"/>
                  </a:cubicBezTo>
                  <a:cubicBezTo>
                    <a:pt x="47" y="171"/>
                    <a:pt x="47" y="171"/>
                    <a:pt x="47" y="171"/>
                  </a:cubicBezTo>
                  <a:cubicBezTo>
                    <a:pt x="76" y="219"/>
                    <a:pt x="76" y="219"/>
                    <a:pt x="76" y="219"/>
                  </a:cubicBezTo>
                  <a:cubicBezTo>
                    <a:pt x="82" y="230"/>
                    <a:pt x="94" y="236"/>
                    <a:pt x="106" y="236"/>
                  </a:cubicBezTo>
                  <a:cubicBezTo>
                    <a:pt x="111" y="236"/>
                    <a:pt x="116" y="235"/>
                    <a:pt x="121" y="232"/>
                  </a:cubicBezTo>
                  <a:cubicBezTo>
                    <a:pt x="125" y="230"/>
                    <a:pt x="128" y="227"/>
                    <a:pt x="130" y="225"/>
                  </a:cubicBezTo>
                  <a:cubicBezTo>
                    <a:pt x="136" y="231"/>
                    <a:pt x="145" y="235"/>
                    <a:pt x="154" y="235"/>
                  </a:cubicBezTo>
                  <a:cubicBezTo>
                    <a:pt x="160" y="235"/>
                    <a:pt x="165" y="233"/>
                    <a:pt x="171" y="230"/>
                  </a:cubicBezTo>
                  <a:cubicBezTo>
                    <a:pt x="175" y="228"/>
                    <a:pt x="178" y="225"/>
                    <a:pt x="181" y="221"/>
                  </a:cubicBezTo>
                  <a:cubicBezTo>
                    <a:pt x="187" y="228"/>
                    <a:pt x="196" y="232"/>
                    <a:pt x="205" y="232"/>
                  </a:cubicBezTo>
                  <a:cubicBezTo>
                    <a:pt x="211" y="232"/>
                    <a:pt x="217" y="231"/>
                    <a:pt x="222" y="227"/>
                  </a:cubicBezTo>
                  <a:cubicBezTo>
                    <a:pt x="229" y="223"/>
                    <a:pt x="234" y="216"/>
                    <a:pt x="236" y="209"/>
                  </a:cubicBezTo>
                  <a:cubicBezTo>
                    <a:pt x="238" y="209"/>
                    <a:pt x="240" y="210"/>
                    <a:pt x="242" y="210"/>
                  </a:cubicBezTo>
                  <a:cubicBezTo>
                    <a:pt x="248" y="210"/>
                    <a:pt x="254" y="208"/>
                    <a:pt x="259" y="205"/>
                  </a:cubicBezTo>
                  <a:cubicBezTo>
                    <a:pt x="267" y="201"/>
                    <a:pt x="272" y="193"/>
                    <a:pt x="275" y="185"/>
                  </a:cubicBezTo>
                  <a:cubicBezTo>
                    <a:pt x="276" y="180"/>
                    <a:pt x="276" y="175"/>
                    <a:pt x="275" y="171"/>
                  </a:cubicBezTo>
                  <a:cubicBezTo>
                    <a:pt x="288" y="171"/>
                    <a:pt x="288" y="171"/>
                    <a:pt x="288" y="171"/>
                  </a:cubicBezTo>
                  <a:cubicBezTo>
                    <a:pt x="288" y="181"/>
                    <a:pt x="288" y="181"/>
                    <a:pt x="288" y="181"/>
                  </a:cubicBezTo>
                  <a:cubicBezTo>
                    <a:pt x="288" y="187"/>
                    <a:pt x="292" y="192"/>
                    <a:pt x="298" y="192"/>
                  </a:cubicBezTo>
                  <a:cubicBezTo>
                    <a:pt x="309" y="192"/>
                    <a:pt x="309" y="192"/>
                    <a:pt x="309" y="192"/>
                  </a:cubicBezTo>
                  <a:cubicBezTo>
                    <a:pt x="315" y="192"/>
                    <a:pt x="320" y="187"/>
                    <a:pt x="320" y="181"/>
                  </a:cubicBezTo>
                  <a:cubicBezTo>
                    <a:pt x="320" y="175"/>
                    <a:pt x="315" y="171"/>
                    <a:pt x="309" y="171"/>
                  </a:cubicBezTo>
                  <a:close/>
                  <a:moveTo>
                    <a:pt x="254" y="179"/>
                  </a:moveTo>
                  <a:cubicBezTo>
                    <a:pt x="253" y="183"/>
                    <a:pt x="251" y="185"/>
                    <a:pt x="248" y="187"/>
                  </a:cubicBezTo>
                  <a:cubicBezTo>
                    <a:pt x="246" y="188"/>
                    <a:pt x="242" y="189"/>
                    <a:pt x="239" y="188"/>
                  </a:cubicBezTo>
                  <a:cubicBezTo>
                    <a:pt x="236" y="187"/>
                    <a:pt x="234" y="185"/>
                    <a:pt x="232" y="183"/>
                  </a:cubicBezTo>
                  <a:cubicBezTo>
                    <a:pt x="232" y="183"/>
                    <a:pt x="232" y="183"/>
                    <a:pt x="232" y="183"/>
                  </a:cubicBezTo>
                  <a:cubicBezTo>
                    <a:pt x="232" y="183"/>
                    <a:pt x="232" y="183"/>
                    <a:pt x="232" y="182"/>
                  </a:cubicBezTo>
                  <a:cubicBezTo>
                    <a:pt x="198" y="125"/>
                    <a:pt x="198" y="125"/>
                    <a:pt x="198" y="125"/>
                  </a:cubicBezTo>
                  <a:cubicBezTo>
                    <a:pt x="195" y="119"/>
                    <a:pt x="188" y="118"/>
                    <a:pt x="183" y="121"/>
                  </a:cubicBezTo>
                  <a:cubicBezTo>
                    <a:pt x="178" y="124"/>
                    <a:pt x="176" y="130"/>
                    <a:pt x="179" y="135"/>
                  </a:cubicBezTo>
                  <a:cubicBezTo>
                    <a:pt x="214" y="194"/>
                    <a:pt x="214" y="194"/>
                    <a:pt x="214" y="194"/>
                  </a:cubicBezTo>
                  <a:cubicBezTo>
                    <a:pt x="214" y="194"/>
                    <a:pt x="214" y="194"/>
                    <a:pt x="214" y="194"/>
                  </a:cubicBezTo>
                  <a:cubicBezTo>
                    <a:pt x="217" y="199"/>
                    <a:pt x="217" y="206"/>
                    <a:pt x="211" y="209"/>
                  </a:cubicBezTo>
                  <a:cubicBezTo>
                    <a:pt x="205" y="212"/>
                    <a:pt x="198" y="210"/>
                    <a:pt x="194" y="204"/>
                  </a:cubicBezTo>
                  <a:cubicBezTo>
                    <a:pt x="162" y="151"/>
                    <a:pt x="162" y="151"/>
                    <a:pt x="162" y="151"/>
                  </a:cubicBezTo>
                  <a:cubicBezTo>
                    <a:pt x="159" y="146"/>
                    <a:pt x="153" y="144"/>
                    <a:pt x="147" y="147"/>
                  </a:cubicBezTo>
                  <a:cubicBezTo>
                    <a:pt x="142" y="150"/>
                    <a:pt x="141" y="157"/>
                    <a:pt x="144" y="162"/>
                  </a:cubicBezTo>
                  <a:cubicBezTo>
                    <a:pt x="164" y="196"/>
                    <a:pt x="164" y="196"/>
                    <a:pt x="164" y="196"/>
                  </a:cubicBezTo>
                  <a:cubicBezTo>
                    <a:pt x="166" y="198"/>
                    <a:pt x="166" y="201"/>
                    <a:pt x="165" y="204"/>
                  </a:cubicBezTo>
                  <a:cubicBezTo>
                    <a:pt x="165" y="207"/>
                    <a:pt x="163" y="210"/>
                    <a:pt x="160" y="212"/>
                  </a:cubicBezTo>
                  <a:cubicBezTo>
                    <a:pt x="154" y="215"/>
                    <a:pt x="147" y="213"/>
                    <a:pt x="143" y="208"/>
                  </a:cubicBezTo>
                  <a:cubicBezTo>
                    <a:pt x="143" y="208"/>
                    <a:pt x="143" y="208"/>
                    <a:pt x="143" y="208"/>
                  </a:cubicBezTo>
                  <a:cubicBezTo>
                    <a:pt x="132" y="188"/>
                    <a:pt x="132" y="188"/>
                    <a:pt x="132" y="188"/>
                  </a:cubicBezTo>
                  <a:cubicBezTo>
                    <a:pt x="132" y="188"/>
                    <a:pt x="132" y="188"/>
                    <a:pt x="132" y="188"/>
                  </a:cubicBezTo>
                  <a:cubicBezTo>
                    <a:pt x="132" y="188"/>
                    <a:pt x="132" y="188"/>
                    <a:pt x="132" y="188"/>
                  </a:cubicBezTo>
                  <a:cubicBezTo>
                    <a:pt x="124" y="176"/>
                    <a:pt x="124" y="176"/>
                    <a:pt x="124" y="176"/>
                  </a:cubicBezTo>
                  <a:cubicBezTo>
                    <a:pt x="121" y="171"/>
                    <a:pt x="114" y="170"/>
                    <a:pt x="110" y="173"/>
                  </a:cubicBezTo>
                  <a:cubicBezTo>
                    <a:pt x="105" y="176"/>
                    <a:pt x="103" y="183"/>
                    <a:pt x="106" y="188"/>
                  </a:cubicBezTo>
                  <a:cubicBezTo>
                    <a:pt x="114" y="199"/>
                    <a:pt x="114" y="199"/>
                    <a:pt x="114" y="199"/>
                  </a:cubicBezTo>
                  <a:cubicBezTo>
                    <a:pt x="115" y="201"/>
                    <a:pt x="118" y="209"/>
                    <a:pt x="111" y="214"/>
                  </a:cubicBezTo>
                  <a:cubicBezTo>
                    <a:pt x="105" y="217"/>
                    <a:pt x="97" y="213"/>
                    <a:pt x="94" y="208"/>
                  </a:cubicBezTo>
                  <a:cubicBezTo>
                    <a:pt x="62" y="155"/>
                    <a:pt x="62" y="155"/>
                    <a:pt x="62" y="155"/>
                  </a:cubicBezTo>
                  <a:cubicBezTo>
                    <a:pt x="60" y="151"/>
                    <a:pt x="57" y="149"/>
                    <a:pt x="53" y="149"/>
                  </a:cubicBezTo>
                  <a:cubicBezTo>
                    <a:pt x="32" y="149"/>
                    <a:pt x="32" y="149"/>
                    <a:pt x="32" y="149"/>
                  </a:cubicBezTo>
                  <a:cubicBezTo>
                    <a:pt x="32" y="53"/>
                    <a:pt x="32" y="53"/>
                    <a:pt x="32" y="53"/>
                  </a:cubicBezTo>
                  <a:cubicBezTo>
                    <a:pt x="88" y="53"/>
                    <a:pt x="88" y="53"/>
                    <a:pt x="88" y="53"/>
                  </a:cubicBezTo>
                  <a:cubicBezTo>
                    <a:pt x="80" y="58"/>
                    <a:pt x="80" y="58"/>
                    <a:pt x="80" y="58"/>
                  </a:cubicBezTo>
                  <a:cubicBezTo>
                    <a:pt x="70" y="64"/>
                    <a:pt x="64" y="74"/>
                    <a:pt x="64" y="85"/>
                  </a:cubicBezTo>
                  <a:cubicBezTo>
                    <a:pt x="64" y="95"/>
                    <a:pt x="68" y="105"/>
                    <a:pt x="74" y="111"/>
                  </a:cubicBezTo>
                  <a:cubicBezTo>
                    <a:pt x="81" y="116"/>
                    <a:pt x="89" y="118"/>
                    <a:pt x="97" y="117"/>
                  </a:cubicBezTo>
                  <a:cubicBezTo>
                    <a:pt x="211" y="98"/>
                    <a:pt x="211" y="98"/>
                    <a:pt x="211" y="98"/>
                  </a:cubicBezTo>
                  <a:cubicBezTo>
                    <a:pt x="253" y="170"/>
                    <a:pt x="253" y="170"/>
                    <a:pt x="253" y="170"/>
                  </a:cubicBezTo>
                  <a:cubicBezTo>
                    <a:pt x="254" y="173"/>
                    <a:pt x="255" y="176"/>
                    <a:pt x="254" y="179"/>
                  </a:cubicBezTo>
                  <a:close/>
                  <a:moveTo>
                    <a:pt x="288" y="149"/>
                  </a:moveTo>
                  <a:cubicBezTo>
                    <a:pt x="266" y="149"/>
                    <a:pt x="266" y="149"/>
                    <a:pt x="266" y="149"/>
                  </a:cubicBezTo>
                  <a:cubicBezTo>
                    <a:pt x="266" y="149"/>
                    <a:pt x="266" y="150"/>
                    <a:pt x="265" y="150"/>
                  </a:cubicBezTo>
                  <a:cubicBezTo>
                    <a:pt x="226" y="81"/>
                    <a:pt x="226" y="81"/>
                    <a:pt x="226" y="81"/>
                  </a:cubicBezTo>
                  <a:cubicBezTo>
                    <a:pt x="224" y="77"/>
                    <a:pt x="220" y="75"/>
                    <a:pt x="215" y="76"/>
                  </a:cubicBezTo>
                  <a:cubicBezTo>
                    <a:pt x="94" y="96"/>
                    <a:pt x="94" y="96"/>
                    <a:pt x="94" y="96"/>
                  </a:cubicBezTo>
                  <a:cubicBezTo>
                    <a:pt x="91" y="97"/>
                    <a:pt x="89" y="96"/>
                    <a:pt x="88" y="95"/>
                  </a:cubicBezTo>
                  <a:cubicBezTo>
                    <a:pt x="86" y="93"/>
                    <a:pt x="85" y="89"/>
                    <a:pt x="85" y="85"/>
                  </a:cubicBezTo>
                  <a:cubicBezTo>
                    <a:pt x="85" y="80"/>
                    <a:pt x="88" y="78"/>
                    <a:pt x="90" y="77"/>
                  </a:cubicBezTo>
                  <a:cubicBezTo>
                    <a:pt x="172" y="33"/>
                    <a:pt x="172" y="33"/>
                    <a:pt x="172" y="33"/>
                  </a:cubicBezTo>
                  <a:cubicBezTo>
                    <a:pt x="242" y="53"/>
                    <a:pt x="242" y="53"/>
                    <a:pt x="242" y="53"/>
                  </a:cubicBezTo>
                  <a:cubicBezTo>
                    <a:pt x="243" y="53"/>
                    <a:pt x="244" y="53"/>
                    <a:pt x="245" y="53"/>
                  </a:cubicBezTo>
                  <a:cubicBezTo>
                    <a:pt x="288" y="53"/>
                    <a:pt x="288" y="53"/>
                    <a:pt x="288" y="53"/>
                  </a:cubicBezTo>
                  <a:lnTo>
                    <a:pt x="288" y="149"/>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GB" sz="800" kern="0" dirty="0">
                <a:solidFill>
                  <a:prstClr val="black"/>
                </a:solidFill>
                <a:latin typeface="Calibri Light" panose="020F0302020204030204" pitchFamily="34" charset="0"/>
                <a:cs typeface="Calibri Light" panose="020F0302020204030204" pitchFamily="34" charset="0"/>
              </a:endParaRPr>
            </a:p>
          </p:txBody>
        </p:sp>
      </p:grpSp>
      <p:sp>
        <p:nvSpPr>
          <p:cNvPr id="170" name="TextBox 169">
            <a:extLst>
              <a:ext uri="{FF2B5EF4-FFF2-40B4-BE49-F238E27FC236}">
                <a16:creationId xmlns:a16="http://schemas.microsoft.com/office/drawing/2014/main" id="{AE463EC7-239C-4422-93DE-E604A2DE9529}"/>
              </a:ext>
            </a:extLst>
          </p:cNvPr>
          <p:cNvSpPr txBox="1"/>
          <p:nvPr/>
        </p:nvSpPr>
        <p:spPr>
          <a:xfrm>
            <a:off x="16973" y="2713318"/>
            <a:ext cx="2027271" cy="276999"/>
          </a:xfrm>
          <a:prstGeom prst="rect">
            <a:avLst/>
          </a:prstGeom>
          <a:noFill/>
        </p:spPr>
        <p:txBody>
          <a:bodyPr wrap="square" lIns="0" tIns="0" rIns="0" bIns="0" rtlCol="0">
            <a:spAutoFit/>
          </a:bodyPr>
          <a:lstStyle/>
          <a:p>
            <a:pPr algn="ctr">
              <a:spcBef>
                <a:spcPts val="600"/>
              </a:spcBef>
              <a:buSzPct val="100000"/>
            </a:pPr>
            <a:r>
              <a:rPr lang="en-US" b="1" dirty="0">
                <a:solidFill>
                  <a:srgbClr val="86BC25"/>
                </a:solidFill>
                <a:latin typeface="Calibri Light" panose="020F0302020204030204" pitchFamily="34" charset="0"/>
                <a:cs typeface="Calibri Light" panose="020F0302020204030204" pitchFamily="34" charset="0"/>
              </a:rPr>
              <a:t>Options</a:t>
            </a:r>
            <a:endParaRPr lang="en-IN" b="1" dirty="0">
              <a:solidFill>
                <a:srgbClr val="86BC25"/>
              </a:solidFill>
              <a:latin typeface="Calibri Light" panose="020F0302020204030204" pitchFamily="34" charset="0"/>
              <a:cs typeface="Calibri Light" panose="020F030202020403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858748"/>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Business Models for Self-Consumption have been segregated in various options based on plant location</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3" name="Rectangle: Rounded Corners 22">
            <a:extLst>
              <a:ext uri="{FF2B5EF4-FFF2-40B4-BE49-F238E27FC236}">
                <a16:creationId xmlns:a16="http://schemas.microsoft.com/office/drawing/2014/main" id="{0378B515-4B1D-4709-919E-8A01A9BB89E2}"/>
              </a:ext>
            </a:extLst>
          </p:cNvPr>
          <p:cNvSpPr/>
          <p:nvPr/>
        </p:nvSpPr>
        <p:spPr bwMode="gray">
          <a:xfrm>
            <a:off x="501651" y="3585923"/>
            <a:ext cx="2610196"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5" name="Rectangle: Rounded Corners 24">
            <a:extLst>
              <a:ext uri="{FF2B5EF4-FFF2-40B4-BE49-F238E27FC236}">
                <a16:creationId xmlns:a16="http://schemas.microsoft.com/office/drawing/2014/main" id="{CE6639D6-5844-4BC4-9F5D-2C2E488A73D6}"/>
              </a:ext>
            </a:extLst>
          </p:cNvPr>
          <p:cNvSpPr/>
          <p:nvPr/>
        </p:nvSpPr>
        <p:spPr bwMode="gray">
          <a:xfrm>
            <a:off x="6156751" y="3582420"/>
            <a:ext cx="2610196"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6" name="Rectangle: Rounded Corners 25">
            <a:extLst>
              <a:ext uri="{FF2B5EF4-FFF2-40B4-BE49-F238E27FC236}">
                <a16:creationId xmlns:a16="http://schemas.microsoft.com/office/drawing/2014/main" id="{AF0F7F52-F333-416F-AE04-EF326DB61A30}"/>
              </a:ext>
            </a:extLst>
          </p:cNvPr>
          <p:cNvSpPr/>
          <p:nvPr/>
        </p:nvSpPr>
        <p:spPr bwMode="gray">
          <a:xfrm>
            <a:off x="3329201" y="3582420"/>
            <a:ext cx="2610196"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7" name="Rectangle: Rounded Corners 26">
            <a:extLst>
              <a:ext uri="{FF2B5EF4-FFF2-40B4-BE49-F238E27FC236}">
                <a16:creationId xmlns:a16="http://schemas.microsoft.com/office/drawing/2014/main" id="{B77FFB96-650D-4D5F-865D-485F2AF25457}"/>
              </a:ext>
            </a:extLst>
          </p:cNvPr>
          <p:cNvSpPr/>
          <p:nvPr/>
        </p:nvSpPr>
        <p:spPr bwMode="gray">
          <a:xfrm>
            <a:off x="8984301" y="3582420"/>
            <a:ext cx="2610195" cy="2596787"/>
          </a:xfrm>
          <a:prstGeom prst="roundRect">
            <a:avLst>
              <a:gd name="adj" fmla="val 4701"/>
            </a:avLst>
          </a:prstGeom>
          <a:noFill/>
          <a:ln w="19050" algn="ctr">
            <a:solidFill>
              <a:schemeClr val="accent1">
                <a:lumMod val="75000"/>
              </a:schemeClr>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8" name="Rectangle 27">
            <a:extLst>
              <a:ext uri="{FF2B5EF4-FFF2-40B4-BE49-F238E27FC236}">
                <a16:creationId xmlns:a16="http://schemas.microsoft.com/office/drawing/2014/main" id="{A793C86D-E5B5-4F44-AEB6-54BC1A645B5D}"/>
              </a:ext>
            </a:extLst>
          </p:cNvPr>
          <p:cNvSpPr/>
          <p:nvPr/>
        </p:nvSpPr>
        <p:spPr>
          <a:xfrm>
            <a:off x="1183188" y="3472176"/>
            <a:ext cx="1247122"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Option 1</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29" name="Rectangle 28">
            <a:extLst>
              <a:ext uri="{FF2B5EF4-FFF2-40B4-BE49-F238E27FC236}">
                <a16:creationId xmlns:a16="http://schemas.microsoft.com/office/drawing/2014/main" id="{694B1EB6-1352-4D66-9065-9E43B8FC45FC}"/>
              </a:ext>
            </a:extLst>
          </p:cNvPr>
          <p:cNvSpPr/>
          <p:nvPr/>
        </p:nvSpPr>
        <p:spPr>
          <a:xfrm>
            <a:off x="4010738" y="3474698"/>
            <a:ext cx="1247122"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Option 2</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0" name="Rectangle 29">
            <a:extLst>
              <a:ext uri="{FF2B5EF4-FFF2-40B4-BE49-F238E27FC236}">
                <a16:creationId xmlns:a16="http://schemas.microsoft.com/office/drawing/2014/main" id="{EA293193-A4BC-4C07-B7AF-2905A7537EF5}"/>
              </a:ext>
            </a:extLst>
          </p:cNvPr>
          <p:cNvSpPr/>
          <p:nvPr/>
        </p:nvSpPr>
        <p:spPr>
          <a:xfrm>
            <a:off x="6838288" y="3472176"/>
            <a:ext cx="1247122"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Option 3</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1" name="Rectangle 30">
            <a:extLst>
              <a:ext uri="{FF2B5EF4-FFF2-40B4-BE49-F238E27FC236}">
                <a16:creationId xmlns:a16="http://schemas.microsoft.com/office/drawing/2014/main" id="{01294D9E-2D1F-4283-A2C4-258C5E416950}"/>
              </a:ext>
            </a:extLst>
          </p:cNvPr>
          <p:cNvSpPr/>
          <p:nvPr/>
        </p:nvSpPr>
        <p:spPr>
          <a:xfrm>
            <a:off x="9670805" y="3472176"/>
            <a:ext cx="1247122" cy="246221"/>
          </a:xfrm>
          <a:prstGeom prst="rect">
            <a:avLst/>
          </a:prstGeom>
          <a:solidFill>
            <a:schemeClr val="accent1">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Combined Model</a:t>
            </a:r>
            <a:endParaRPr kumimoji="0" lang="en-IN" sz="10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3" name="Freeform 335">
            <a:extLst>
              <a:ext uri="{FF2B5EF4-FFF2-40B4-BE49-F238E27FC236}">
                <a16:creationId xmlns:a16="http://schemas.microsoft.com/office/drawing/2014/main" id="{8609D9EC-5B08-466E-ACC9-B05084C89C47}"/>
              </a:ext>
            </a:extLst>
          </p:cNvPr>
          <p:cNvSpPr>
            <a:spLocks/>
          </p:cNvSpPr>
          <p:nvPr/>
        </p:nvSpPr>
        <p:spPr bwMode="auto">
          <a:xfrm>
            <a:off x="525369" y="3824138"/>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34" name="Freeform 441">
            <a:extLst>
              <a:ext uri="{FF2B5EF4-FFF2-40B4-BE49-F238E27FC236}">
                <a16:creationId xmlns:a16="http://schemas.microsoft.com/office/drawing/2014/main" id="{847E479A-5739-4975-B3C7-294B115FF2D0}"/>
              </a:ext>
            </a:extLst>
          </p:cNvPr>
          <p:cNvSpPr>
            <a:spLocks/>
          </p:cNvSpPr>
          <p:nvPr/>
        </p:nvSpPr>
        <p:spPr bwMode="auto">
          <a:xfrm>
            <a:off x="2044244" y="4818118"/>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35" name="Freeform 335">
            <a:extLst>
              <a:ext uri="{FF2B5EF4-FFF2-40B4-BE49-F238E27FC236}">
                <a16:creationId xmlns:a16="http://schemas.microsoft.com/office/drawing/2014/main" id="{BDBBB1E6-29EE-49AA-BDA6-020BB42522D5}"/>
              </a:ext>
            </a:extLst>
          </p:cNvPr>
          <p:cNvSpPr>
            <a:spLocks/>
          </p:cNvSpPr>
          <p:nvPr/>
        </p:nvSpPr>
        <p:spPr bwMode="auto">
          <a:xfrm>
            <a:off x="3393666" y="3825651"/>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36" name="Freeform 441">
            <a:extLst>
              <a:ext uri="{FF2B5EF4-FFF2-40B4-BE49-F238E27FC236}">
                <a16:creationId xmlns:a16="http://schemas.microsoft.com/office/drawing/2014/main" id="{4F282FE3-23E8-42DC-A71F-A5894FA168FE}"/>
              </a:ext>
            </a:extLst>
          </p:cNvPr>
          <p:cNvSpPr>
            <a:spLocks/>
          </p:cNvSpPr>
          <p:nvPr/>
        </p:nvSpPr>
        <p:spPr bwMode="auto">
          <a:xfrm>
            <a:off x="4957208" y="4818118"/>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38" name="Freeform 335">
            <a:extLst>
              <a:ext uri="{FF2B5EF4-FFF2-40B4-BE49-F238E27FC236}">
                <a16:creationId xmlns:a16="http://schemas.microsoft.com/office/drawing/2014/main" id="{3226A847-24E5-4FA0-BF18-AE44EC0C33DA}"/>
              </a:ext>
            </a:extLst>
          </p:cNvPr>
          <p:cNvSpPr>
            <a:spLocks/>
          </p:cNvSpPr>
          <p:nvPr/>
        </p:nvSpPr>
        <p:spPr bwMode="auto">
          <a:xfrm>
            <a:off x="6222743" y="3824138"/>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39" name="Freeform 441">
            <a:extLst>
              <a:ext uri="{FF2B5EF4-FFF2-40B4-BE49-F238E27FC236}">
                <a16:creationId xmlns:a16="http://schemas.microsoft.com/office/drawing/2014/main" id="{76A3F7DC-8D04-45E6-B3CE-787675757251}"/>
              </a:ext>
            </a:extLst>
          </p:cNvPr>
          <p:cNvSpPr>
            <a:spLocks/>
          </p:cNvSpPr>
          <p:nvPr/>
        </p:nvSpPr>
        <p:spPr bwMode="auto">
          <a:xfrm>
            <a:off x="7842921" y="4818118"/>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40" name="Freeform 460">
            <a:extLst>
              <a:ext uri="{FF2B5EF4-FFF2-40B4-BE49-F238E27FC236}">
                <a16:creationId xmlns:a16="http://schemas.microsoft.com/office/drawing/2014/main" id="{C75085DE-8577-4676-9A48-3514A45DAEC5}"/>
              </a:ext>
            </a:extLst>
          </p:cNvPr>
          <p:cNvSpPr>
            <a:spLocks noChangeAspect="1" noEditPoints="1"/>
          </p:cNvSpPr>
          <p:nvPr/>
        </p:nvSpPr>
        <p:spPr bwMode="auto">
          <a:xfrm>
            <a:off x="2430310" y="5018333"/>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41" name="Freeform 460">
            <a:extLst>
              <a:ext uri="{FF2B5EF4-FFF2-40B4-BE49-F238E27FC236}">
                <a16:creationId xmlns:a16="http://schemas.microsoft.com/office/drawing/2014/main" id="{4E24F86A-5350-4823-B405-D45E40A256A5}"/>
              </a:ext>
            </a:extLst>
          </p:cNvPr>
          <p:cNvSpPr>
            <a:spLocks noChangeAspect="1" noEditPoints="1"/>
          </p:cNvSpPr>
          <p:nvPr/>
        </p:nvSpPr>
        <p:spPr bwMode="auto">
          <a:xfrm>
            <a:off x="3708122" y="4390894"/>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42" name="Freeform 460">
            <a:extLst>
              <a:ext uri="{FF2B5EF4-FFF2-40B4-BE49-F238E27FC236}">
                <a16:creationId xmlns:a16="http://schemas.microsoft.com/office/drawing/2014/main" id="{E3A16498-4814-4053-A5DE-F42D8A12C537}"/>
              </a:ext>
            </a:extLst>
          </p:cNvPr>
          <p:cNvSpPr>
            <a:spLocks noChangeAspect="1" noEditPoints="1"/>
          </p:cNvSpPr>
          <p:nvPr/>
        </p:nvSpPr>
        <p:spPr bwMode="auto">
          <a:xfrm>
            <a:off x="6533721" y="4395382"/>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43" name="Freeform 460">
            <a:extLst>
              <a:ext uri="{FF2B5EF4-FFF2-40B4-BE49-F238E27FC236}">
                <a16:creationId xmlns:a16="http://schemas.microsoft.com/office/drawing/2014/main" id="{B47E0A14-6728-457D-97A8-D27746DBB848}"/>
              </a:ext>
            </a:extLst>
          </p:cNvPr>
          <p:cNvSpPr>
            <a:spLocks noChangeAspect="1" noEditPoints="1"/>
          </p:cNvSpPr>
          <p:nvPr/>
        </p:nvSpPr>
        <p:spPr bwMode="auto">
          <a:xfrm>
            <a:off x="8223112" y="5018333"/>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44" name="Freeform 411">
            <a:extLst>
              <a:ext uri="{FF2B5EF4-FFF2-40B4-BE49-F238E27FC236}">
                <a16:creationId xmlns:a16="http://schemas.microsoft.com/office/drawing/2014/main" id="{10AA3441-7B4C-4034-B375-48B5143CCB94}"/>
              </a:ext>
            </a:extLst>
          </p:cNvPr>
          <p:cNvSpPr>
            <a:spLocks noChangeAspect="1" noEditPoints="1"/>
          </p:cNvSpPr>
          <p:nvPr/>
        </p:nvSpPr>
        <p:spPr bwMode="auto">
          <a:xfrm>
            <a:off x="1500408" y="4335502"/>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46" name="Freeform 411">
            <a:extLst>
              <a:ext uri="{FF2B5EF4-FFF2-40B4-BE49-F238E27FC236}">
                <a16:creationId xmlns:a16="http://schemas.microsoft.com/office/drawing/2014/main" id="{48E524DA-2C87-405D-BD21-0CF80AE08424}"/>
              </a:ext>
            </a:extLst>
          </p:cNvPr>
          <p:cNvSpPr>
            <a:spLocks noChangeAspect="1" noEditPoints="1"/>
          </p:cNvSpPr>
          <p:nvPr/>
        </p:nvSpPr>
        <p:spPr bwMode="auto">
          <a:xfrm>
            <a:off x="2023286" y="5564244"/>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47" name="Freeform 411">
            <a:extLst>
              <a:ext uri="{FF2B5EF4-FFF2-40B4-BE49-F238E27FC236}">
                <a16:creationId xmlns:a16="http://schemas.microsoft.com/office/drawing/2014/main" id="{F524C15E-3E17-4114-A3C6-D474723DAD16}"/>
              </a:ext>
            </a:extLst>
          </p:cNvPr>
          <p:cNvSpPr>
            <a:spLocks noChangeAspect="1" noEditPoints="1"/>
          </p:cNvSpPr>
          <p:nvPr/>
        </p:nvSpPr>
        <p:spPr bwMode="auto">
          <a:xfrm>
            <a:off x="4371230" y="4335502"/>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48" name="Freeform 411">
            <a:extLst>
              <a:ext uri="{FF2B5EF4-FFF2-40B4-BE49-F238E27FC236}">
                <a16:creationId xmlns:a16="http://schemas.microsoft.com/office/drawing/2014/main" id="{02A4798F-0169-4D33-B61A-B819D3151DBA}"/>
              </a:ext>
            </a:extLst>
          </p:cNvPr>
          <p:cNvSpPr>
            <a:spLocks noChangeAspect="1" noEditPoints="1"/>
          </p:cNvSpPr>
          <p:nvPr/>
        </p:nvSpPr>
        <p:spPr bwMode="auto">
          <a:xfrm>
            <a:off x="4894108" y="5564244"/>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49" name="Freeform 411">
            <a:extLst>
              <a:ext uri="{FF2B5EF4-FFF2-40B4-BE49-F238E27FC236}">
                <a16:creationId xmlns:a16="http://schemas.microsoft.com/office/drawing/2014/main" id="{B4809D83-62B4-4E34-96FA-2004F7BDF824}"/>
              </a:ext>
            </a:extLst>
          </p:cNvPr>
          <p:cNvSpPr>
            <a:spLocks noChangeAspect="1" noEditPoints="1"/>
          </p:cNvSpPr>
          <p:nvPr/>
        </p:nvSpPr>
        <p:spPr bwMode="auto">
          <a:xfrm>
            <a:off x="7240273" y="4333563"/>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50" name="Freeform 411">
            <a:extLst>
              <a:ext uri="{FF2B5EF4-FFF2-40B4-BE49-F238E27FC236}">
                <a16:creationId xmlns:a16="http://schemas.microsoft.com/office/drawing/2014/main" id="{571A4F9F-8F7B-44DF-B074-63FD79C62C17}"/>
              </a:ext>
            </a:extLst>
          </p:cNvPr>
          <p:cNvSpPr>
            <a:spLocks noChangeAspect="1" noEditPoints="1"/>
          </p:cNvSpPr>
          <p:nvPr/>
        </p:nvSpPr>
        <p:spPr bwMode="auto">
          <a:xfrm>
            <a:off x="7763151" y="5562305"/>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cxnSp>
        <p:nvCxnSpPr>
          <p:cNvPr id="4" name="Connector: Elbow 3">
            <a:extLst>
              <a:ext uri="{FF2B5EF4-FFF2-40B4-BE49-F238E27FC236}">
                <a16:creationId xmlns:a16="http://schemas.microsoft.com/office/drawing/2014/main" id="{472AAC8B-2704-4FD3-96F0-1CD18C871939}"/>
              </a:ext>
            </a:extLst>
          </p:cNvPr>
          <p:cNvCxnSpPr>
            <a:cxnSpLocks/>
            <a:stCxn id="40" idx="8"/>
            <a:endCxn id="44" idx="48"/>
          </p:cNvCxnSpPr>
          <p:nvPr/>
        </p:nvCxnSpPr>
        <p:spPr>
          <a:xfrm flipH="1" flipV="1">
            <a:off x="1760587" y="4426631"/>
            <a:ext cx="974290" cy="744433"/>
          </a:xfrm>
          <a:prstGeom prst="bentConnector3">
            <a:avLst>
              <a:gd name="adj1" fmla="val -23463"/>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or: Elbow 51">
            <a:extLst>
              <a:ext uri="{FF2B5EF4-FFF2-40B4-BE49-F238E27FC236}">
                <a16:creationId xmlns:a16="http://schemas.microsoft.com/office/drawing/2014/main" id="{F9AEAC78-17B1-4865-815F-4D696B66537E}"/>
              </a:ext>
            </a:extLst>
          </p:cNvPr>
          <p:cNvCxnSpPr>
            <a:cxnSpLocks/>
            <a:stCxn id="40" idx="10"/>
            <a:endCxn id="46" idx="37"/>
          </p:cNvCxnSpPr>
          <p:nvPr/>
        </p:nvCxnSpPr>
        <p:spPr>
          <a:xfrm flipH="1">
            <a:off x="2023286" y="5171064"/>
            <a:ext cx="407024" cy="562231"/>
          </a:xfrm>
          <a:prstGeom prst="bentConnector3">
            <a:avLst>
              <a:gd name="adj1" fmla="val 169389"/>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1135DE56-E86B-4413-85D6-38AB152C443F}"/>
              </a:ext>
            </a:extLst>
          </p:cNvPr>
          <p:cNvCxnSpPr>
            <a:cxnSpLocks/>
            <a:stCxn id="41" idx="8"/>
            <a:endCxn id="47" idx="36"/>
          </p:cNvCxnSpPr>
          <p:nvPr/>
        </p:nvCxnSpPr>
        <p:spPr>
          <a:xfrm flipV="1">
            <a:off x="4012689" y="4335502"/>
            <a:ext cx="527592" cy="208123"/>
          </a:xfrm>
          <a:prstGeom prst="bentConnector5">
            <a:avLst>
              <a:gd name="adj1" fmla="val 22295"/>
              <a:gd name="adj2" fmla="val 209839"/>
              <a:gd name="adj3" fmla="val 5959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A735A572-BF91-417A-A6D3-BFE46B153954}"/>
              </a:ext>
            </a:extLst>
          </p:cNvPr>
          <p:cNvCxnSpPr>
            <a:cxnSpLocks/>
            <a:stCxn id="41" idx="9"/>
            <a:endCxn id="48" idx="37"/>
          </p:cNvCxnSpPr>
          <p:nvPr/>
        </p:nvCxnSpPr>
        <p:spPr>
          <a:xfrm>
            <a:off x="3860406" y="4696356"/>
            <a:ext cx="1033702" cy="1036939"/>
          </a:xfrm>
          <a:prstGeom prst="bentConnector3">
            <a:avLst>
              <a:gd name="adj1" fmla="val 8505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4" name="Connector: Elbow 63">
            <a:extLst>
              <a:ext uri="{FF2B5EF4-FFF2-40B4-BE49-F238E27FC236}">
                <a16:creationId xmlns:a16="http://schemas.microsoft.com/office/drawing/2014/main" id="{9B3249EA-92E3-4D12-BD3F-8AB1006FC9E1}"/>
              </a:ext>
            </a:extLst>
          </p:cNvPr>
          <p:cNvCxnSpPr>
            <a:cxnSpLocks/>
            <a:stCxn id="43" idx="10"/>
            <a:endCxn id="50" idx="37"/>
          </p:cNvCxnSpPr>
          <p:nvPr/>
        </p:nvCxnSpPr>
        <p:spPr>
          <a:xfrm flipH="1">
            <a:off x="7763151" y="5171064"/>
            <a:ext cx="459961" cy="560292"/>
          </a:xfrm>
          <a:prstGeom prst="bentConnector3">
            <a:avLst>
              <a:gd name="adj1" fmla="val 185634"/>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8" name="Connector: Elbow 67">
            <a:extLst>
              <a:ext uri="{FF2B5EF4-FFF2-40B4-BE49-F238E27FC236}">
                <a16:creationId xmlns:a16="http://schemas.microsoft.com/office/drawing/2014/main" id="{3B2D91C6-8E91-47D5-8846-0957F16D82F3}"/>
              </a:ext>
            </a:extLst>
          </p:cNvPr>
          <p:cNvCxnSpPr>
            <a:cxnSpLocks/>
            <a:stCxn id="42" idx="11"/>
            <a:endCxn id="49" idx="36"/>
          </p:cNvCxnSpPr>
          <p:nvPr/>
        </p:nvCxnSpPr>
        <p:spPr>
          <a:xfrm flipV="1">
            <a:off x="6686005" y="4333563"/>
            <a:ext cx="723319" cy="61819"/>
          </a:xfrm>
          <a:prstGeom prst="bentConnector5">
            <a:avLst>
              <a:gd name="adj1" fmla="val 27787"/>
              <a:gd name="adj2" fmla="val 469789"/>
              <a:gd name="adj3" fmla="val 5632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D09431DB-2364-44D3-8A19-283A278E3DE1}"/>
              </a:ext>
            </a:extLst>
          </p:cNvPr>
          <p:cNvSpPr txBox="1"/>
          <p:nvPr/>
        </p:nvSpPr>
        <p:spPr>
          <a:xfrm>
            <a:off x="2256802" y="4242567"/>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75" name="TextBox 74">
            <a:extLst>
              <a:ext uri="{FF2B5EF4-FFF2-40B4-BE49-F238E27FC236}">
                <a16:creationId xmlns:a16="http://schemas.microsoft.com/office/drawing/2014/main" id="{64820701-D12B-4EEB-B1E1-C94AD58BDA4C}"/>
              </a:ext>
            </a:extLst>
          </p:cNvPr>
          <p:cNvSpPr txBox="1"/>
          <p:nvPr/>
        </p:nvSpPr>
        <p:spPr>
          <a:xfrm>
            <a:off x="1828683" y="4994424"/>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76" name="TextBox 75">
            <a:extLst>
              <a:ext uri="{FF2B5EF4-FFF2-40B4-BE49-F238E27FC236}">
                <a16:creationId xmlns:a16="http://schemas.microsoft.com/office/drawing/2014/main" id="{4D5F1E6B-C93F-4E9E-BB79-1AD9CAFD749D}"/>
              </a:ext>
            </a:extLst>
          </p:cNvPr>
          <p:cNvSpPr txBox="1"/>
          <p:nvPr/>
        </p:nvSpPr>
        <p:spPr>
          <a:xfrm>
            <a:off x="4136553" y="3926354"/>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77" name="TextBox 76">
            <a:extLst>
              <a:ext uri="{FF2B5EF4-FFF2-40B4-BE49-F238E27FC236}">
                <a16:creationId xmlns:a16="http://schemas.microsoft.com/office/drawing/2014/main" id="{AA337F92-EC21-4C3B-A17B-6F2DA99FF4BC}"/>
              </a:ext>
            </a:extLst>
          </p:cNvPr>
          <p:cNvSpPr txBox="1"/>
          <p:nvPr/>
        </p:nvSpPr>
        <p:spPr>
          <a:xfrm>
            <a:off x="4344990" y="4942279"/>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78" name="TextBox 77">
            <a:extLst>
              <a:ext uri="{FF2B5EF4-FFF2-40B4-BE49-F238E27FC236}">
                <a16:creationId xmlns:a16="http://schemas.microsoft.com/office/drawing/2014/main" id="{E836E504-C228-4DDB-8F1E-6A585C7C8574}"/>
              </a:ext>
            </a:extLst>
          </p:cNvPr>
          <p:cNvSpPr txBox="1"/>
          <p:nvPr/>
        </p:nvSpPr>
        <p:spPr>
          <a:xfrm>
            <a:off x="6922826" y="3945400"/>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79" name="TextBox 78">
            <a:extLst>
              <a:ext uri="{FF2B5EF4-FFF2-40B4-BE49-F238E27FC236}">
                <a16:creationId xmlns:a16="http://schemas.microsoft.com/office/drawing/2014/main" id="{D7E675D8-6EFD-4847-BFDD-BA1FF36CAC77}"/>
              </a:ext>
            </a:extLst>
          </p:cNvPr>
          <p:cNvSpPr txBox="1"/>
          <p:nvPr/>
        </p:nvSpPr>
        <p:spPr>
          <a:xfrm>
            <a:off x="7578374" y="4983107"/>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87" name="Freeform 460">
            <a:extLst>
              <a:ext uri="{FF2B5EF4-FFF2-40B4-BE49-F238E27FC236}">
                <a16:creationId xmlns:a16="http://schemas.microsoft.com/office/drawing/2014/main" id="{A64D14FB-C4BB-4766-9B2C-D09A9486E20D}"/>
              </a:ext>
            </a:extLst>
          </p:cNvPr>
          <p:cNvSpPr>
            <a:spLocks noChangeAspect="1" noEditPoints="1"/>
          </p:cNvSpPr>
          <p:nvPr/>
        </p:nvSpPr>
        <p:spPr bwMode="auto">
          <a:xfrm>
            <a:off x="8480286" y="6280798"/>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8" name="Freeform 411">
            <a:extLst>
              <a:ext uri="{FF2B5EF4-FFF2-40B4-BE49-F238E27FC236}">
                <a16:creationId xmlns:a16="http://schemas.microsoft.com/office/drawing/2014/main" id="{CE75FC5F-F44D-4DC8-B954-FBF5BBDA0BE7}"/>
              </a:ext>
            </a:extLst>
          </p:cNvPr>
          <p:cNvSpPr>
            <a:spLocks noChangeAspect="1" noEditPoints="1"/>
          </p:cNvSpPr>
          <p:nvPr/>
        </p:nvSpPr>
        <p:spPr bwMode="auto">
          <a:xfrm>
            <a:off x="9554534" y="6270720"/>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cxnSp>
        <p:nvCxnSpPr>
          <p:cNvPr id="89" name="Connector: Elbow 88">
            <a:extLst>
              <a:ext uri="{FF2B5EF4-FFF2-40B4-BE49-F238E27FC236}">
                <a16:creationId xmlns:a16="http://schemas.microsoft.com/office/drawing/2014/main" id="{03ED63CB-0A1F-44BF-921E-E286BA898A01}"/>
              </a:ext>
            </a:extLst>
          </p:cNvPr>
          <p:cNvCxnSpPr>
            <a:cxnSpLocks/>
          </p:cNvCxnSpPr>
          <p:nvPr/>
        </p:nvCxnSpPr>
        <p:spPr>
          <a:xfrm rot="10800000" flipV="1">
            <a:off x="10665489" y="6386711"/>
            <a:ext cx="510473" cy="46818"/>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7E2AAD0D-F096-4713-B00B-06E409DDF978}"/>
              </a:ext>
            </a:extLst>
          </p:cNvPr>
          <p:cNvSpPr txBox="1"/>
          <p:nvPr/>
        </p:nvSpPr>
        <p:spPr>
          <a:xfrm>
            <a:off x="8884693" y="6300052"/>
            <a:ext cx="570001"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Generation Point</a:t>
            </a:r>
          </a:p>
        </p:txBody>
      </p:sp>
      <p:sp>
        <p:nvSpPr>
          <p:cNvPr id="91" name="TextBox 90">
            <a:extLst>
              <a:ext uri="{FF2B5EF4-FFF2-40B4-BE49-F238E27FC236}">
                <a16:creationId xmlns:a16="http://schemas.microsoft.com/office/drawing/2014/main" id="{A8AF043B-0180-41A8-94FC-5DFB9BFEBFE2}"/>
              </a:ext>
            </a:extLst>
          </p:cNvPr>
          <p:cNvSpPr txBox="1"/>
          <p:nvPr/>
        </p:nvSpPr>
        <p:spPr>
          <a:xfrm>
            <a:off x="9974621" y="6296608"/>
            <a:ext cx="669841"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Consumption Point</a:t>
            </a:r>
          </a:p>
        </p:txBody>
      </p:sp>
      <p:sp>
        <p:nvSpPr>
          <p:cNvPr id="92" name="TextBox 91">
            <a:extLst>
              <a:ext uri="{FF2B5EF4-FFF2-40B4-BE49-F238E27FC236}">
                <a16:creationId xmlns:a16="http://schemas.microsoft.com/office/drawing/2014/main" id="{BA3CAEF2-F94C-4F15-91BE-469B9CB150DF}"/>
              </a:ext>
            </a:extLst>
          </p:cNvPr>
          <p:cNvSpPr txBox="1"/>
          <p:nvPr/>
        </p:nvSpPr>
        <p:spPr>
          <a:xfrm>
            <a:off x="11218015" y="6278684"/>
            <a:ext cx="352631"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 Flow</a:t>
            </a:r>
          </a:p>
        </p:txBody>
      </p:sp>
      <p:sp>
        <p:nvSpPr>
          <p:cNvPr id="93" name="Rectangle 92">
            <a:extLst>
              <a:ext uri="{FF2B5EF4-FFF2-40B4-BE49-F238E27FC236}">
                <a16:creationId xmlns:a16="http://schemas.microsoft.com/office/drawing/2014/main" id="{16C23C58-BAB7-4FAC-8733-6E7A9D0E6CF3}"/>
              </a:ext>
            </a:extLst>
          </p:cNvPr>
          <p:cNvSpPr/>
          <p:nvPr/>
        </p:nvSpPr>
        <p:spPr>
          <a:xfrm>
            <a:off x="501649" y="3092137"/>
            <a:ext cx="8283203" cy="307777"/>
          </a:xfrm>
          <a:prstGeom prst="rect">
            <a:avLst/>
          </a:prstGeom>
          <a:solidFill>
            <a:schemeClr val="accent5">
              <a:lumMod val="5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Captive Model and  BOO Model </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94" name="Rectangle 93">
            <a:extLst>
              <a:ext uri="{FF2B5EF4-FFF2-40B4-BE49-F238E27FC236}">
                <a16:creationId xmlns:a16="http://schemas.microsoft.com/office/drawing/2014/main" id="{D8C349BA-321B-400E-B9C8-0B7465DAADE9}"/>
              </a:ext>
            </a:extLst>
          </p:cNvPr>
          <p:cNvSpPr/>
          <p:nvPr/>
        </p:nvSpPr>
        <p:spPr>
          <a:xfrm>
            <a:off x="8984301" y="3084641"/>
            <a:ext cx="2586345" cy="315273"/>
          </a:xfrm>
          <a:prstGeom prst="rect">
            <a:avLst/>
          </a:prstGeom>
          <a:solidFill>
            <a:schemeClr val="accent1">
              <a:lumMod val="5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Government Scheme-PPA Model</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95" name="Freeform 335">
            <a:extLst>
              <a:ext uri="{FF2B5EF4-FFF2-40B4-BE49-F238E27FC236}">
                <a16:creationId xmlns:a16="http://schemas.microsoft.com/office/drawing/2014/main" id="{5851E472-5909-484E-80F6-BC3E5BF2C979}"/>
              </a:ext>
            </a:extLst>
          </p:cNvPr>
          <p:cNvSpPr>
            <a:spLocks/>
          </p:cNvSpPr>
          <p:nvPr/>
        </p:nvSpPr>
        <p:spPr bwMode="auto">
          <a:xfrm>
            <a:off x="9065297" y="3826310"/>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1">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6" name="Freeform 441">
            <a:extLst>
              <a:ext uri="{FF2B5EF4-FFF2-40B4-BE49-F238E27FC236}">
                <a16:creationId xmlns:a16="http://schemas.microsoft.com/office/drawing/2014/main" id="{67BB19CB-90B8-4786-893E-04EDC622D08D}"/>
              </a:ext>
            </a:extLst>
          </p:cNvPr>
          <p:cNvSpPr>
            <a:spLocks/>
          </p:cNvSpPr>
          <p:nvPr/>
        </p:nvSpPr>
        <p:spPr bwMode="auto">
          <a:xfrm>
            <a:off x="10685475" y="4820290"/>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1">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7" name="Freeform 460">
            <a:extLst>
              <a:ext uri="{FF2B5EF4-FFF2-40B4-BE49-F238E27FC236}">
                <a16:creationId xmlns:a16="http://schemas.microsoft.com/office/drawing/2014/main" id="{CA2C7FB1-020E-4070-AFB2-FF337CCDD552}"/>
              </a:ext>
            </a:extLst>
          </p:cNvPr>
          <p:cNvSpPr>
            <a:spLocks noChangeAspect="1" noEditPoints="1"/>
          </p:cNvSpPr>
          <p:nvPr/>
        </p:nvSpPr>
        <p:spPr bwMode="auto">
          <a:xfrm>
            <a:off x="11011097" y="3945400"/>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8" name="Freeform 411">
            <a:extLst>
              <a:ext uri="{FF2B5EF4-FFF2-40B4-BE49-F238E27FC236}">
                <a16:creationId xmlns:a16="http://schemas.microsoft.com/office/drawing/2014/main" id="{78E3EC60-7990-4542-99A7-C3B0C09895EA}"/>
              </a:ext>
            </a:extLst>
          </p:cNvPr>
          <p:cNvSpPr>
            <a:spLocks noChangeAspect="1" noEditPoints="1"/>
          </p:cNvSpPr>
          <p:nvPr/>
        </p:nvSpPr>
        <p:spPr bwMode="auto">
          <a:xfrm>
            <a:off x="10093312" y="4279447"/>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sp>
        <p:nvSpPr>
          <p:cNvPr id="99" name="Freeform 411">
            <a:extLst>
              <a:ext uri="{FF2B5EF4-FFF2-40B4-BE49-F238E27FC236}">
                <a16:creationId xmlns:a16="http://schemas.microsoft.com/office/drawing/2014/main" id="{CCEED590-3964-4625-8BD4-E77855D06E16}"/>
              </a:ext>
            </a:extLst>
          </p:cNvPr>
          <p:cNvSpPr>
            <a:spLocks noChangeAspect="1" noEditPoints="1"/>
          </p:cNvSpPr>
          <p:nvPr/>
        </p:nvSpPr>
        <p:spPr bwMode="auto">
          <a:xfrm>
            <a:off x="10616190" y="5508189"/>
            <a:ext cx="338101" cy="338101"/>
          </a:xfrm>
          <a:custGeom>
            <a:avLst/>
            <a:gdLst>
              <a:gd name="T0" fmla="*/ 138 w 512"/>
              <a:gd name="T1" fmla="*/ 373 h 512"/>
              <a:gd name="T2" fmla="*/ 373 w 512"/>
              <a:gd name="T3" fmla="*/ 373 h 512"/>
              <a:gd name="T4" fmla="*/ 373 w 512"/>
              <a:gd name="T5" fmla="*/ 138 h 512"/>
              <a:gd name="T6" fmla="*/ 138 w 512"/>
              <a:gd name="T7" fmla="*/ 138 h 512"/>
              <a:gd name="T8" fmla="*/ 138 w 512"/>
              <a:gd name="T9" fmla="*/ 373 h 512"/>
              <a:gd name="T10" fmla="*/ 256 w 512"/>
              <a:gd name="T11" fmla="*/ 160 h 512"/>
              <a:gd name="T12" fmla="*/ 352 w 512"/>
              <a:gd name="T13" fmla="*/ 256 h 512"/>
              <a:gd name="T14" fmla="*/ 256 w 512"/>
              <a:gd name="T15" fmla="*/ 352 h 512"/>
              <a:gd name="T16" fmla="*/ 160 w 512"/>
              <a:gd name="T17" fmla="*/ 256 h 512"/>
              <a:gd name="T18" fmla="*/ 256 w 512"/>
              <a:gd name="T19" fmla="*/ 160 h 512"/>
              <a:gd name="T20" fmla="*/ 256 w 512"/>
              <a:gd name="T21" fmla="*/ 330 h 512"/>
              <a:gd name="T22" fmla="*/ 330 w 512"/>
              <a:gd name="T23" fmla="*/ 256 h 512"/>
              <a:gd name="T24" fmla="*/ 256 w 512"/>
              <a:gd name="T25" fmla="*/ 181 h 512"/>
              <a:gd name="T26" fmla="*/ 181 w 512"/>
              <a:gd name="T27" fmla="*/ 256 h 512"/>
              <a:gd name="T28" fmla="*/ 256 w 512"/>
              <a:gd name="T29" fmla="*/ 330 h 512"/>
              <a:gd name="T30" fmla="*/ 277 w 512"/>
              <a:gd name="T31" fmla="*/ 266 h 512"/>
              <a:gd name="T32" fmla="*/ 298 w 512"/>
              <a:gd name="T33" fmla="*/ 266 h 512"/>
              <a:gd name="T34" fmla="*/ 309 w 512"/>
              <a:gd name="T35" fmla="*/ 277 h 512"/>
              <a:gd name="T36" fmla="*/ 298 w 512"/>
              <a:gd name="T37" fmla="*/ 288 h 512"/>
              <a:gd name="T38" fmla="*/ 277 w 512"/>
              <a:gd name="T39" fmla="*/ 288 h 512"/>
              <a:gd name="T40" fmla="*/ 266 w 512"/>
              <a:gd name="T41" fmla="*/ 277 h 512"/>
              <a:gd name="T42" fmla="*/ 277 w 512"/>
              <a:gd name="T43" fmla="*/ 266 h 512"/>
              <a:gd name="T44" fmla="*/ 245 w 512"/>
              <a:gd name="T45" fmla="*/ 213 h 512"/>
              <a:gd name="T46" fmla="*/ 256 w 512"/>
              <a:gd name="T47" fmla="*/ 202 h 512"/>
              <a:gd name="T48" fmla="*/ 266 w 512"/>
              <a:gd name="T49" fmla="*/ 213 h 512"/>
              <a:gd name="T50" fmla="*/ 266 w 512"/>
              <a:gd name="T51" fmla="*/ 234 h 512"/>
              <a:gd name="T52" fmla="*/ 256 w 512"/>
              <a:gd name="T53" fmla="*/ 245 h 512"/>
              <a:gd name="T54" fmla="*/ 245 w 512"/>
              <a:gd name="T55" fmla="*/ 234 h 512"/>
              <a:gd name="T56" fmla="*/ 245 w 512"/>
              <a:gd name="T57" fmla="*/ 213 h 512"/>
              <a:gd name="T58" fmla="*/ 213 w 512"/>
              <a:gd name="T59" fmla="*/ 266 h 512"/>
              <a:gd name="T60" fmla="*/ 234 w 512"/>
              <a:gd name="T61" fmla="*/ 266 h 512"/>
              <a:gd name="T62" fmla="*/ 245 w 512"/>
              <a:gd name="T63" fmla="*/ 277 h 512"/>
              <a:gd name="T64" fmla="*/ 234 w 512"/>
              <a:gd name="T65" fmla="*/ 288 h 512"/>
              <a:gd name="T66" fmla="*/ 213 w 512"/>
              <a:gd name="T67" fmla="*/ 288 h 512"/>
              <a:gd name="T68" fmla="*/ 202 w 512"/>
              <a:gd name="T69" fmla="*/ 277 h 512"/>
              <a:gd name="T70" fmla="*/ 213 w 512"/>
              <a:gd name="T71" fmla="*/ 266 h 512"/>
              <a:gd name="T72" fmla="*/ 256 w 512"/>
              <a:gd name="T73" fmla="*/ 0 h 512"/>
              <a:gd name="T74" fmla="*/ 0 w 512"/>
              <a:gd name="T75" fmla="*/ 256 h 512"/>
              <a:gd name="T76" fmla="*/ 256 w 512"/>
              <a:gd name="T77" fmla="*/ 512 h 512"/>
              <a:gd name="T78" fmla="*/ 512 w 512"/>
              <a:gd name="T79" fmla="*/ 256 h 512"/>
              <a:gd name="T80" fmla="*/ 256 w 512"/>
              <a:gd name="T81" fmla="*/ 0 h 512"/>
              <a:gd name="T82" fmla="*/ 394 w 512"/>
              <a:gd name="T83" fmla="*/ 373 h 512"/>
              <a:gd name="T84" fmla="*/ 373 w 512"/>
              <a:gd name="T85" fmla="*/ 394 h 512"/>
              <a:gd name="T86" fmla="*/ 138 w 512"/>
              <a:gd name="T87" fmla="*/ 394 h 512"/>
              <a:gd name="T88" fmla="*/ 117 w 512"/>
              <a:gd name="T89" fmla="*/ 373 h 512"/>
              <a:gd name="T90" fmla="*/ 117 w 512"/>
              <a:gd name="T91" fmla="*/ 138 h 512"/>
              <a:gd name="T92" fmla="*/ 138 w 512"/>
              <a:gd name="T93" fmla="*/ 117 h 512"/>
              <a:gd name="T94" fmla="*/ 373 w 512"/>
              <a:gd name="T95" fmla="*/ 117 h 512"/>
              <a:gd name="T96" fmla="*/ 394 w 512"/>
              <a:gd name="T97" fmla="*/ 138 h 512"/>
              <a:gd name="T98" fmla="*/ 394 w 512"/>
              <a:gd name="T99" fmla="*/ 37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2" h="512">
                <a:moveTo>
                  <a:pt x="138" y="373"/>
                </a:moveTo>
                <a:cubicBezTo>
                  <a:pt x="373" y="373"/>
                  <a:pt x="373" y="373"/>
                  <a:pt x="373" y="373"/>
                </a:cubicBezTo>
                <a:cubicBezTo>
                  <a:pt x="373" y="138"/>
                  <a:pt x="373" y="138"/>
                  <a:pt x="373" y="138"/>
                </a:cubicBezTo>
                <a:cubicBezTo>
                  <a:pt x="138" y="138"/>
                  <a:pt x="138" y="138"/>
                  <a:pt x="138" y="138"/>
                </a:cubicBezTo>
                <a:lnTo>
                  <a:pt x="138" y="373"/>
                </a:lnTo>
                <a:close/>
                <a:moveTo>
                  <a:pt x="256" y="160"/>
                </a:moveTo>
                <a:cubicBezTo>
                  <a:pt x="309" y="160"/>
                  <a:pt x="352" y="203"/>
                  <a:pt x="352" y="256"/>
                </a:cubicBezTo>
                <a:cubicBezTo>
                  <a:pt x="352" y="309"/>
                  <a:pt x="309" y="352"/>
                  <a:pt x="256" y="352"/>
                </a:cubicBezTo>
                <a:cubicBezTo>
                  <a:pt x="203" y="352"/>
                  <a:pt x="160" y="309"/>
                  <a:pt x="160" y="256"/>
                </a:cubicBezTo>
                <a:cubicBezTo>
                  <a:pt x="160" y="203"/>
                  <a:pt x="203" y="160"/>
                  <a:pt x="256" y="160"/>
                </a:cubicBezTo>
                <a:close/>
                <a:moveTo>
                  <a:pt x="256" y="330"/>
                </a:moveTo>
                <a:cubicBezTo>
                  <a:pt x="297" y="330"/>
                  <a:pt x="330" y="297"/>
                  <a:pt x="330" y="256"/>
                </a:cubicBezTo>
                <a:cubicBezTo>
                  <a:pt x="330" y="214"/>
                  <a:pt x="297" y="181"/>
                  <a:pt x="256" y="181"/>
                </a:cubicBezTo>
                <a:cubicBezTo>
                  <a:pt x="214" y="181"/>
                  <a:pt x="181" y="214"/>
                  <a:pt x="181" y="256"/>
                </a:cubicBezTo>
                <a:cubicBezTo>
                  <a:pt x="181" y="297"/>
                  <a:pt x="214" y="330"/>
                  <a:pt x="256" y="330"/>
                </a:cubicBezTo>
                <a:close/>
                <a:moveTo>
                  <a:pt x="277" y="266"/>
                </a:moveTo>
                <a:cubicBezTo>
                  <a:pt x="298" y="266"/>
                  <a:pt x="298" y="266"/>
                  <a:pt x="298" y="266"/>
                </a:cubicBezTo>
                <a:cubicBezTo>
                  <a:pt x="304" y="266"/>
                  <a:pt x="309" y="271"/>
                  <a:pt x="309" y="277"/>
                </a:cubicBezTo>
                <a:cubicBezTo>
                  <a:pt x="309" y="283"/>
                  <a:pt x="304" y="288"/>
                  <a:pt x="298" y="288"/>
                </a:cubicBezTo>
                <a:cubicBezTo>
                  <a:pt x="277" y="288"/>
                  <a:pt x="277" y="288"/>
                  <a:pt x="277" y="288"/>
                </a:cubicBezTo>
                <a:cubicBezTo>
                  <a:pt x="271" y="288"/>
                  <a:pt x="266" y="283"/>
                  <a:pt x="266" y="277"/>
                </a:cubicBezTo>
                <a:cubicBezTo>
                  <a:pt x="266" y="271"/>
                  <a:pt x="271" y="266"/>
                  <a:pt x="277" y="266"/>
                </a:cubicBezTo>
                <a:close/>
                <a:moveTo>
                  <a:pt x="245" y="213"/>
                </a:moveTo>
                <a:cubicBezTo>
                  <a:pt x="245" y="207"/>
                  <a:pt x="250" y="202"/>
                  <a:pt x="256" y="202"/>
                </a:cubicBezTo>
                <a:cubicBezTo>
                  <a:pt x="262" y="202"/>
                  <a:pt x="266" y="207"/>
                  <a:pt x="266" y="213"/>
                </a:cubicBezTo>
                <a:cubicBezTo>
                  <a:pt x="266" y="234"/>
                  <a:pt x="266" y="234"/>
                  <a:pt x="266" y="234"/>
                </a:cubicBezTo>
                <a:cubicBezTo>
                  <a:pt x="266" y="240"/>
                  <a:pt x="262" y="245"/>
                  <a:pt x="256" y="245"/>
                </a:cubicBezTo>
                <a:cubicBezTo>
                  <a:pt x="250" y="245"/>
                  <a:pt x="245" y="240"/>
                  <a:pt x="245" y="234"/>
                </a:cubicBezTo>
                <a:lnTo>
                  <a:pt x="245" y="213"/>
                </a:lnTo>
                <a:close/>
                <a:moveTo>
                  <a:pt x="213" y="266"/>
                </a:moveTo>
                <a:cubicBezTo>
                  <a:pt x="234" y="266"/>
                  <a:pt x="234" y="266"/>
                  <a:pt x="234" y="266"/>
                </a:cubicBezTo>
                <a:cubicBezTo>
                  <a:pt x="240" y="266"/>
                  <a:pt x="245" y="271"/>
                  <a:pt x="245" y="277"/>
                </a:cubicBezTo>
                <a:cubicBezTo>
                  <a:pt x="245" y="283"/>
                  <a:pt x="240" y="288"/>
                  <a:pt x="234" y="288"/>
                </a:cubicBezTo>
                <a:cubicBezTo>
                  <a:pt x="213" y="288"/>
                  <a:pt x="213" y="288"/>
                  <a:pt x="213" y="288"/>
                </a:cubicBezTo>
                <a:cubicBezTo>
                  <a:pt x="207" y="288"/>
                  <a:pt x="202" y="283"/>
                  <a:pt x="202" y="277"/>
                </a:cubicBezTo>
                <a:cubicBezTo>
                  <a:pt x="202" y="271"/>
                  <a:pt x="207" y="266"/>
                  <a:pt x="213" y="26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4" y="373"/>
                </a:moveTo>
                <a:cubicBezTo>
                  <a:pt x="394" y="385"/>
                  <a:pt x="385" y="394"/>
                  <a:pt x="373" y="394"/>
                </a:cubicBezTo>
                <a:cubicBezTo>
                  <a:pt x="138" y="394"/>
                  <a:pt x="138" y="394"/>
                  <a:pt x="138" y="394"/>
                </a:cubicBezTo>
                <a:cubicBezTo>
                  <a:pt x="127" y="394"/>
                  <a:pt x="117" y="385"/>
                  <a:pt x="117" y="373"/>
                </a:cubicBezTo>
                <a:cubicBezTo>
                  <a:pt x="117" y="138"/>
                  <a:pt x="117" y="138"/>
                  <a:pt x="117" y="138"/>
                </a:cubicBezTo>
                <a:cubicBezTo>
                  <a:pt x="117" y="127"/>
                  <a:pt x="127" y="117"/>
                  <a:pt x="138" y="117"/>
                </a:cubicBezTo>
                <a:cubicBezTo>
                  <a:pt x="373" y="117"/>
                  <a:pt x="373" y="117"/>
                  <a:pt x="373" y="117"/>
                </a:cubicBezTo>
                <a:cubicBezTo>
                  <a:pt x="385" y="117"/>
                  <a:pt x="394" y="127"/>
                  <a:pt x="394" y="138"/>
                </a:cubicBezTo>
                <a:lnTo>
                  <a:pt x="394" y="3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Calibri Light" panose="020F0302020204030204" pitchFamily="34" charset="0"/>
              <a:cs typeface="Calibri Light" panose="020F0302020204030204" pitchFamily="34" charset="0"/>
            </a:endParaRPr>
          </a:p>
        </p:txBody>
      </p:sp>
      <p:cxnSp>
        <p:nvCxnSpPr>
          <p:cNvPr id="101" name="Connector: Elbow 100">
            <a:extLst>
              <a:ext uri="{FF2B5EF4-FFF2-40B4-BE49-F238E27FC236}">
                <a16:creationId xmlns:a16="http://schemas.microsoft.com/office/drawing/2014/main" id="{D9D2F55E-4907-44B2-BAFB-D8480E01AF06}"/>
              </a:ext>
            </a:extLst>
          </p:cNvPr>
          <p:cNvCxnSpPr>
            <a:cxnSpLocks/>
            <a:stCxn id="97" idx="10"/>
            <a:endCxn id="98" idx="46"/>
          </p:cNvCxnSpPr>
          <p:nvPr/>
        </p:nvCxnSpPr>
        <p:spPr>
          <a:xfrm flipH="1">
            <a:off x="10184441" y="4098131"/>
            <a:ext cx="826656" cy="258577"/>
          </a:xfrm>
          <a:prstGeom prst="bentConnector3">
            <a:avLst>
              <a:gd name="adj1" fmla="val 13615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Connector: Elbow 104">
            <a:extLst>
              <a:ext uri="{FF2B5EF4-FFF2-40B4-BE49-F238E27FC236}">
                <a16:creationId xmlns:a16="http://schemas.microsoft.com/office/drawing/2014/main" id="{52EB5404-5072-41B6-BB17-4D6152028815}"/>
              </a:ext>
            </a:extLst>
          </p:cNvPr>
          <p:cNvCxnSpPr>
            <a:cxnSpLocks/>
            <a:stCxn id="97" idx="9"/>
            <a:endCxn id="99" idx="36"/>
          </p:cNvCxnSpPr>
          <p:nvPr/>
        </p:nvCxnSpPr>
        <p:spPr>
          <a:xfrm flipH="1">
            <a:off x="10785241" y="4250862"/>
            <a:ext cx="378140" cy="1257327"/>
          </a:xfrm>
          <a:prstGeom prst="bentConnector3">
            <a:avLst>
              <a:gd name="adj1" fmla="val -66983"/>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99" name="TextBox 298">
            <a:extLst>
              <a:ext uri="{FF2B5EF4-FFF2-40B4-BE49-F238E27FC236}">
                <a16:creationId xmlns:a16="http://schemas.microsoft.com/office/drawing/2014/main" id="{246FD373-1F27-4221-ACE2-5FF08CB9CECD}"/>
              </a:ext>
            </a:extLst>
          </p:cNvPr>
          <p:cNvSpPr txBox="1"/>
          <p:nvPr/>
        </p:nvSpPr>
        <p:spPr>
          <a:xfrm>
            <a:off x="573475" y="5723434"/>
            <a:ext cx="1145244" cy="353943"/>
          </a:xfrm>
          <a:prstGeom prst="rect">
            <a:avLst/>
          </a:prstGeom>
          <a:noFill/>
        </p:spPr>
        <p:txBody>
          <a:bodyPr wrap="square" lIns="0" tIns="0" rIns="0" bIns="0" rtlCol="0">
            <a:spAutoFit/>
          </a:bodyPr>
          <a:lstStyle/>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Entire Capacity in CG</a:t>
            </a:r>
          </a:p>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Drawl in CG &amp; MP </a:t>
            </a:r>
          </a:p>
        </p:txBody>
      </p:sp>
      <p:sp>
        <p:nvSpPr>
          <p:cNvPr id="300" name="TextBox 299">
            <a:extLst>
              <a:ext uri="{FF2B5EF4-FFF2-40B4-BE49-F238E27FC236}">
                <a16:creationId xmlns:a16="http://schemas.microsoft.com/office/drawing/2014/main" id="{0D00D773-F9D0-4077-AE42-577F8A57648E}"/>
              </a:ext>
            </a:extLst>
          </p:cNvPr>
          <p:cNvSpPr txBox="1"/>
          <p:nvPr/>
        </p:nvSpPr>
        <p:spPr>
          <a:xfrm>
            <a:off x="10282366" y="3934546"/>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301" name="TextBox 300">
            <a:extLst>
              <a:ext uri="{FF2B5EF4-FFF2-40B4-BE49-F238E27FC236}">
                <a16:creationId xmlns:a16="http://schemas.microsoft.com/office/drawing/2014/main" id="{DB430872-9638-46EA-B0DE-09A62684658C}"/>
              </a:ext>
            </a:extLst>
          </p:cNvPr>
          <p:cNvSpPr txBox="1"/>
          <p:nvPr/>
        </p:nvSpPr>
        <p:spPr>
          <a:xfrm>
            <a:off x="11010279" y="4746091"/>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302" name="TextBox 301">
            <a:extLst>
              <a:ext uri="{FF2B5EF4-FFF2-40B4-BE49-F238E27FC236}">
                <a16:creationId xmlns:a16="http://schemas.microsoft.com/office/drawing/2014/main" id="{BA1C3ADD-C7DF-4FF0-91DC-101FDB0A78E6}"/>
              </a:ext>
            </a:extLst>
          </p:cNvPr>
          <p:cNvSpPr txBox="1"/>
          <p:nvPr/>
        </p:nvSpPr>
        <p:spPr>
          <a:xfrm>
            <a:off x="3437372" y="5725808"/>
            <a:ext cx="1290210" cy="353943"/>
          </a:xfrm>
          <a:prstGeom prst="rect">
            <a:avLst/>
          </a:prstGeom>
          <a:noFill/>
        </p:spPr>
        <p:txBody>
          <a:bodyPr wrap="square" lIns="0" tIns="0" rIns="0" bIns="0" rtlCol="0">
            <a:spAutoFit/>
          </a:bodyPr>
          <a:lstStyle/>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Entire Capacity in MP</a:t>
            </a:r>
          </a:p>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Drawl in CG &amp; MP </a:t>
            </a:r>
          </a:p>
        </p:txBody>
      </p:sp>
      <p:sp>
        <p:nvSpPr>
          <p:cNvPr id="303" name="TextBox 302">
            <a:extLst>
              <a:ext uri="{FF2B5EF4-FFF2-40B4-BE49-F238E27FC236}">
                <a16:creationId xmlns:a16="http://schemas.microsoft.com/office/drawing/2014/main" id="{C34F2FB7-4CF0-42F9-A1C8-8B3C807A2FBD}"/>
              </a:ext>
            </a:extLst>
          </p:cNvPr>
          <p:cNvSpPr txBox="1"/>
          <p:nvPr/>
        </p:nvSpPr>
        <p:spPr>
          <a:xfrm>
            <a:off x="6222606" y="5199757"/>
            <a:ext cx="1125690" cy="907941"/>
          </a:xfrm>
          <a:prstGeom prst="rect">
            <a:avLst/>
          </a:prstGeom>
          <a:noFill/>
        </p:spPr>
        <p:txBody>
          <a:bodyPr wrap="square" lIns="0" tIns="0" rIns="0" bIns="0" rtlCol="0">
            <a:spAutoFit/>
          </a:bodyPr>
          <a:lstStyle/>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CG required capacity in CG and drawl in CG</a:t>
            </a:r>
          </a:p>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MP required capacity in MP and drawl in MP</a:t>
            </a:r>
          </a:p>
        </p:txBody>
      </p:sp>
      <p:sp>
        <p:nvSpPr>
          <p:cNvPr id="304" name="TextBox 303">
            <a:extLst>
              <a:ext uri="{FF2B5EF4-FFF2-40B4-BE49-F238E27FC236}">
                <a16:creationId xmlns:a16="http://schemas.microsoft.com/office/drawing/2014/main" id="{15934FB4-D880-4A93-ADE1-96AB65039B6C}"/>
              </a:ext>
            </a:extLst>
          </p:cNvPr>
          <p:cNvSpPr txBox="1"/>
          <p:nvPr/>
        </p:nvSpPr>
        <p:spPr>
          <a:xfrm>
            <a:off x="9086514" y="5169358"/>
            <a:ext cx="1125690" cy="769441"/>
          </a:xfrm>
          <a:prstGeom prst="rect">
            <a:avLst/>
          </a:prstGeom>
          <a:noFill/>
        </p:spPr>
        <p:txBody>
          <a:bodyPr wrap="square" lIns="0" tIns="0" rIns="0" bIns="0" rtlCol="0">
            <a:spAutoFit/>
          </a:bodyPr>
          <a:lstStyle/>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Generation anywhere in India</a:t>
            </a:r>
          </a:p>
          <a:p>
            <a:pPr marL="171450" indent="-171450">
              <a:spcBef>
                <a:spcPts val="600"/>
              </a:spcBef>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Drawl at MP and CG based on their requirement</a:t>
            </a:r>
          </a:p>
        </p:txBody>
      </p:sp>
    </p:spTree>
    <p:extLst>
      <p:ext uri="{BB962C8B-B14F-4D97-AF65-F5344CB8AC3E}">
        <p14:creationId xmlns:p14="http://schemas.microsoft.com/office/powerpoint/2010/main" val="716858345"/>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428D458E-D60E-4F64-AFA3-AFFE30EC7399}"/>
              </a:ext>
            </a:extLst>
          </p:cNvPr>
          <p:cNvSpPr/>
          <p:nvPr/>
        </p:nvSpPr>
        <p:spPr bwMode="gray">
          <a:xfrm>
            <a:off x="606816" y="1549888"/>
            <a:ext cx="1768349" cy="2989389"/>
          </a:xfrm>
          <a:prstGeom prst="roundRect">
            <a:avLst>
              <a:gd name="adj" fmla="val 6790"/>
            </a:avLst>
          </a:prstGeom>
          <a:solidFill>
            <a:schemeClr val="accent3">
              <a:alpha val="15000"/>
            </a:schemeClr>
          </a:solidFill>
          <a:ln w="9525" cmpd="dbl" algn="ctr">
            <a:solidFill>
              <a:schemeClr val="tx2"/>
            </a:solidFill>
            <a:prstDash val="dashDot"/>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42617"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4" name="Title 5">
            <a:extLst>
              <a:ext uri="{FF2B5EF4-FFF2-40B4-BE49-F238E27FC236}">
                <a16:creationId xmlns:a16="http://schemas.microsoft.com/office/drawing/2014/main" id="{A0A2B7FA-54BB-4819-9952-5D30E8A68E41}"/>
              </a:ext>
            </a:extLst>
          </p:cNvPr>
          <p:cNvSpPr txBox="1">
            <a:spLocks/>
          </p:cNvSpPr>
          <p:nvPr/>
        </p:nvSpPr>
        <p:spPr bwMode="gray">
          <a:xfrm>
            <a:off x="501650" y="134620"/>
            <a:ext cx="11188700" cy="858748"/>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800" b="1" dirty="0">
                <a:solidFill>
                  <a:sysClr val="windowText" lastClr="000000"/>
                </a:solidFill>
                <a:latin typeface="Calibri"/>
              </a:rPr>
              <a:t>Pictorial representation of </a:t>
            </a: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Business Models for Surplus Sale</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3" name="Rectangle: Rounded Corners 22">
            <a:extLst>
              <a:ext uri="{FF2B5EF4-FFF2-40B4-BE49-F238E27FC236}">
                <a16:creationId xmlns:a16="http://schemas.microsoft.com/office/drawing/2014/main" id="{0378B515-4B1D-4709-919E-8A01A9BB89E2}"/>
              </a:ext>
            </a:extLst>
          </p:cNvPr>
          <p:cNvSpPr/>
          <p:nvPr/>
        </p:nvSpPr>
        <p:spPr bwMode="gray">
          <a:xfrm>
            <a:off x="534308" y="1216071"/>
            <a:ext cx="3774514" cy="4967013"/>
          </a:xfrm>
          <a:prstGeom prst="roundRect">
            <a:avLst>
              <a:gd name="adj" fmla="val 1104"/>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28" name="Rectangle 27">
            <a:extLst>
              <a:ext uri="{FF2B5EF4-FFF2-40B4-BE49-F238E27FC236}">
                <a16:creationId xmlns:a16="http://schemas.microsoft.com/office/drawing/2014/main" id="{A793C86D-E5B5-4F44-AEB6-54BC1A645B5D}"/>
              </a:ext>
            </a:extLst>
          </p:cNvPr>
          <p:cNvSpPr/>
          <p:nvPr/>
        </p:nvSpPr>
        <p:spPr>
          <a:xfrm>
            <a:off x="1808952" y="3769165"/>
            <a:ext cx="436840"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cxnSp>
        <p:nvCxnSpPr>
          <p:cNvPr id="4" name="Connector: Elbow 3">
            <a:extLst>
              <a:ext uri="{FF2B5EF4-FFF2-40B4-BE49-F238E27FC236}">
                <a16:creationId xmlns:a16="http://schemas.microsoft.com/office/drawing/2014/main" id="{472AAC8B-2704-4FD3-96F0-1CD18C871939}"/>
              </a:ext>
            </a:extLst>
          </p:cNvPr>
          <p:cNvCxnSpPr>
            <a:cxnSpLocks/>
            <a:stCxn id="28" idx="1"/>
            <a:endCxn id="308" idx="3"/>
          </p:cNvCxnSpPr>
          <p:nvPr/>
        </p:nvCxnSpPr>
        <p:spPr>
          <a:xfrm rot="10800000">
            <a:off x="1432568" y="2332137"/>
            <a:ext cx="376384" cy="1563987"/>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or: Elbow 51">
            <a:extLst>
              <a:ext uri="{FF2B5EF4-FFF2-40B4-BE49-F238E27FC236}">
                <a16:creationId xmlns:a16="http://schemas.microsoft.com/office/drawing/2014/main" id="{F9AEAC78-17B1-4865-815F-4D696B66537E}"/>
              </a:ext>
            </a:extLst>
          </p:cNvPr>
          <p:cNvCxnSpPr>
            <a:cxnSpLocks/>
            <a:stCxn id="305" idx="13"/>
          </p:cNvCxnSpPr>
          <p:nvPr/>
        </p:nvCxnSpPr>
        <p:spPr>
          <a:xfrm flipH="1">
            <a:off x="846461" y="2124388"/>
            <a:ext cx="114910" cy="2844584"/>
          </a:xfrm>
          <a:prstGeom prst="bentConnector5">
            <a:avLst>
              <a:gd name="adj1" fmla="val -198938"/>
              <a:gd name="adj2" fmla="val 44413"/>
              <a:gd name="adj3" fmla="val 209527"/>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D09431DB-2364-44D3-8A19-283A278E3DE1}"/>
              </a:ext>
            </a:extLst>
          </p:cNvPr>
          <p:cNvSpPr txBox="1"/>
          <p:nvPr/>
        </p:nvSpPr>
        <p:spPr>
          <a:xfrm>
            <a:off x="1687344" y="2861657"/>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Capex</a:t>
            </a:r>
          </a:p>
        </p:txBody>
      </p:sp>
      <p:sp>
        <p:nvSpPr>
          <p:cNvPr id="75" name="TextBox 74">
            <a:extLst>
              <a:ext uri="{FF2B5EF4-FFF2-40B4-BE49-F238E27FC236}">
                <a16:creationId xmlns:a16="http://schemas.microsoft.com/office/drawing/2014/main" id="{64820701-D12B-4EEB-B1E1-C94AD58BDA4C}"/>
              </a:ext>
            </a:extLst>
          </p:cNvPr>
          <p:cNvSpPr txBox="1"/>
          <p:nvPr/>
        </p:nvSpPr>
        <p:spPr>
          <a:xfrm>
            <a:off x="806735" y="3620599"/>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93" name="Rectangle 92">
            <a:extLst>
              <a:ext uri="{FF2B5EF4-FFF2-40B4-BE49-F238E27FC236}">
                <a16:creationId xmlns:a16="http://schemas.microsoft.com/office/drawing/2014/main" id="{16C23C58-BAB7-4FAC-8733-6E7A9D0E6CF3}"/>
              </a:ext>
            </a:extLst>
          </p:cNvPr>
          <p:cNvSpPr/>
          <p:nvPr/>
        </p:nvSpPr>
        <p:spPr>
          <a:xfrm>
            <a:off x="534308" y="908294"/>
            <a:ext cx="3774514" cy="316601"/>
          </a:xfrm>
          <a:prstGeom prst="rect">
            <a:avLst/>
          </a:prstGeom>
          <a:solidFill>
            <a:schemeClr val="accent5">
              <a:lumMod val="5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Capex Model</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05" name="Freeform 579">
            <a:extLst>
              <a:ext uri="{FF2B5EF4-FFF2-40B4-BE49-F238E27FC236}">
                <a16:creationId xmlns:a16="http://schemas.microsoft.com/office/drawing/2014/main" id="{8451ED68-C767-4E04-9FF6-BA2739BD0841}"/>
              </a:ext>
            </a:extLst>
          </p:cNvPr>
          <p:cNvSpPr>
            <a:spLocks noEditPoints="1"/>
          </p:cNvSpPr>
          <p:nvPr/>
        </p:nvSpPr>
        <p:spPr bwMode="auto">
          <a:xfrm>
            <a:off x="946879" y="1787554"/>
            <a:ext cx="463749" cy="336834"/>
          </a:xfrm>
          <a:custGeom>
            <a:avLst/>
            <a:gdLst>
              <a:gd name="T0" fmla="*/ 287 w 320"/>
              <a:gd name="T1" fmla="*/ 9 h 192"/>
              <a:gd name="T2" fmla="*/ 277 w 320"/>
              <a:gd name="T3" fmla="*/ 0 h 192"/>
              <a:gd name="T4" fmla="*/ 213 w 320"/>
              <a:gd name="T5" fmla="*/ 0 h 192"/>
              <a:gd name="T6" fmla="*/ 202 w 320"/>
              <a:gd name="T7" fmla="*/ 9 h 192"/>
              <a:gd name="T8" fmla="*/ 190 w 320"/>
              <a:gd name="T9" fmla="*/ 107 h 192"/>
              <a:gd name="T10" fmla="*/ 112 w 320"/>
              <a:gd name="T11" fmla="*/ 55 h 192"/>
              <a:gd name="T12" fmla="*/ 101 w 320"/>
              <a:gd name="T13" fmla="*/ 55 h 192"/>
              <a:gd name="T14" fmla="*/ 96 w 320"/>
              <a:gd name="T15" fmla="*/ 64 h 192"/>
              <a:gd name="T16" fmla="*/ 96 w 320"/>
              <a:gd name="T17" fmla="*/ 108 h 192"/>
              <a:gd name="T18" fmla="*/ 16 w 320"/>
              <a:gd name="T19" fmla="*/ 55 h 192"/>
              <a:gd name="T20" fmla="*/ 5 w 320"/>
              <a:gd name="T21" fmla="*/ 55 h 192"/>
              <a:gd name="T22" fmla="*/ 0 w 320"/>
              <a:gd name="T23" fmla="*/ 64 h 192"/>
              <a:gd name="T24" fmla="*/ 0 w 320"/>
              <a:gd name="T25" fmla="*/ 181 h 192"/>
              <a:gd name="T26" fmla="*/ 10 w 320"/>
              <a:gd name="T27" fmla="*/ 192 h 192"/>
              <a:gd name="T28" fmla="*/ 309 w 320"/>
              <a:gd name="T29" fmla="*/ 192 h 192"/>
              <a:gd name="T30" fmla="*/ 317 w 320"/>
              <a:gd name="T31" fmla="*/ 188 h 192"/>
              <a:gd name="T32" fmla="*/ 319 w 320"/>
              <a:gd name="T33" fmla="*/ 179 h 192"/>
              <a:gd name="T34" fmla="*/ 287 w 320"/>
              <a:gd name="T35" fmla="*/ 9 h 192"/>
              <a:gd name="T36" fmla="*/ 187 w 320"/>
              <a:gd name="T37" fmla="*/ 131 h 192"/>
              <a:gd name="T38" fmla="*/ 182 w 320"/>
              <a:gd name="T39" fmla="*/ 171 h 192"/>
              <a:gd name="T40" fmla="*/ 117 w 320"/>
              <a:gd name="T41" fmla="*/ 171 h 192"/>
              <a:gd name="T42" fmla="*/ 117 w 320"/>
              <a:gd name="T43" fmla="*/ 84 h 192"/>
              <a:gd name="T44" fmla="*/ 187 w 320"/>
              <a:gd name="T45" fmla="*/ 131 h 192"/>
              <a:gd name="T46" fmla="*/ 96 w 320"/>
              <a:gd name="T47" fmla="*/ 134 h 192"/>
              <a:gd name="T48" fmla="*/ 96 w 320"/>
              <a:gd name="T49" fmla="*/ 171 h 192"/>
              <a:gd name="T50" fmla="*/ 21 w 320"/>
              <a:gd name="T51" fmla="*/ 171 h 192"/>
              <a:gd name="T52" fmla="*/ 21 w 320"/>
              <a:gd name="T53" fmla="*/ 84 h 192"/>
              <a:gd name="T54" fmla="*/ 96 w 320"/>
              <a:gd name="T55" fmla="*/ 134 h 192"/>
              <a:gd name="T56" fmla="*/ 204 w 320"/>
              <a:gd name="T57" fmla="*/ 171 h 192"/>
              <a:gd name="T58" fmla="*/ 222 w 320"/>
              <a:gd name="T59" fmla="*/ 21 h 192"/>
              <a:gd name="T60" fmla="*/ 268 w 320"/>
              <a:gd name="T61" fmla="*/ 21 h 192"/>
              <a:gd name="T62" fmla="*/ 296 w 320"/>
              <a:gd name="T63" fmla="*/ 171 h 192"/>
              <a:gd name="T64" fmla="*/ 204 w 320"/>
              <a:gd name="T65" fmla="*/ 1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192">
                <a:moveTo>
                  <a:pt x="287" y="9"/>
                </a:moveTo>
                <a:cubicBezTo>
                  <a:pt x="287" y="4"/>
                  <a:pt x="282" y="0"/>
                  <a:pt x="277" y="0"/>
                </a:cubicBezTo>
                <a:cubicBezTo>
                  <a:pt x="213" y="0"/>
                  <a:pt x="213" y="0"/>
                  <a:pt x="213" y="0"/>
                </a:cubicBezTo>
                <a:cubicBezTo>
                  <a:pt x="208" y="0"/>
                  <a:pt x="203" y="4"/>
                  <a:pt x="202" y="9"/>
                </a:cubicBezTo>
                <a:cubicBezTo>
                  <a:pt x="190" y="107"/>
                  <a:pt x="190" y="107"/>
                  <a:pt x="190" y="107"/>
                </a:cubicBezTo>
                <a:cubicBezTo>
                  <a:pt x="112" y="55"/>
                  <a:pt x="112" y="55"/>
                  <a:pt x="112" y="55"/>
                </a:cubicBezTo>
                <a:cubicBezTo>
                  <a:pt x="109" y="53"/>
                  <a:pt x="105" y="53"/>
                  <a:pt x="101" y="55"/>
                </a:cubicBezTo>
                <a:cubicBezTo>
                  <a:pt x="98" y="56"/>
                  <a:pt x="96" y="60"/>
                  <a:pt x="96" y="64"/>
                </a:cubicBezTo>
                <a:cubicBezTo>
                  <a:pt x="96" y="108"/>
                  <a:pt x="96" y="108"/>
                  <a:pt x="96" y="108"/>
                </a:cubicBezTo>
                <a:cubicBezTo>
                  <a:pt x="16" y="55"/>
                  <a:pt x="16" y="55"/>
                  <a:pt x="16" y="55"/>
                </a:cubicBezTo>
                <a:cubicBezTo>
                  <a:pt x="13" y="53"/>
                  <a:pt x="9" y="53"/>
                  <a:pt x="5" y="55"/>
                </a:cubicBezTo>
                <a:cubicBezTo>
                  <a:pt x="2" y="56"/>
                  <a:pt x="0" y="60"/>
                  <a:pt x="0" y="64"/>
                </a:cubicBezTo>
                <a:cubicBezTo>
                  <a:pt x="0" y="181"/>
                  <a:pt x="0" y="181"/>
                  <a:pt x="0" y="181"/>
                </a:cubicBezTo>
                <a:cubicBezTo>
                  <a:pt x="0" y="187"/>
                  <a:pt x="4" y="192"/>
                  <a:pt x="10" y="192"/>
                </a:cubicBezTo>
                <a:cubicBezTo>
                  <a:pt x="309" y="192"/>
                  <a:pt x="309" y="192"/>
                  <a:pt x="309" y="192"/>
                </a:cubicBezTo>
                <a:cubicBezTo>
                  <a:pt x="312" y="192"/>
                  <a:pt x="315" y="191"/>
                  <a:pt x="317" y="188"/>
                </a:cubicBezTo>
                <a:cubicBezTo>
                  <a:pt x="319" y="186"/>
                  <a:pt x="320" y="182"/>
                  <a:pt x="319" y="179"/>
                </a:cubicBezTo>
                <a:lnTo>
                  <a:pt x="287" y="9"/>
                </a:lnTo>
                <a:close/>
                <a:moveTo>
                  <a:pt x="187" y="131"/>
                </a:moveTo>
                <a:cubicBezTo>
                  <a:pt x="182" y="171"/>
                  <a:pt x="182" y="171"/>
                  <a:pt x="182" y="171"/>
                </a:cubicBezTo>
                <a:cubicBezTo>
                  <a:pt x="117" y="171"/>
                  <a:pt x="117" y="171"/>
                  <a:pt x="117" y="171"/>
                </a:cubicBezTo>
                <a:cubicBezTo>
                  <a:pt x="117" y="84"/>
                  <a:pt x="117" y="84"/>
                  <a:pt x="117" y="84"/>
                </a:cubicBezTo>
                <a:lnTo>
                  <a:pt x="187" y="131"/>
                </a:lnTo>
                <a:close/>
                <a:moveTo>
                  <a:pt x="96" y="134"/>
                </a:moveTo>
                <a:cubicBezTo>
                  <a:pt x="96" y="171"/>
                  <a:pt x="96" y="171"/>
                  <a:pt x="96" y="171"/>
                </a:cubicBezTo>
                <a:cubicBezTo>
                  <a:pt x="21" y="171"/>
                  <a:pt x="21" y="171"/>
                  <a:pt x="21" y="171"/>
                </a:cubicBezTo>
                <a:cubicBezTo>
                  <a:pt x="21" y="84"/>
                  <a:pt x="21" y="84"/>
                  <a:pt x="21" y="84"/>
                </a:cubicBezTo>
                <a:lnTo>
                  <a:pt x="96" y="134"/>
                </a:lnTo>
                <a:close/>
                <a:moveTo>
                  <a:pt x="204" y="171"/>
                </a:moveTo>
                <a:cubicBezTo>
                  <a:pt x="222" y="21"/>
                  <a:pt x="222" y="21"/>
                  <a:pt x="222" y="21"/>
                </a:cubicBezTo>
                <a:cubicBezTo>
                  <a:pt x="268" y="21"/>
                  <a:pt x="268" y="21"/>
                  <a:pt x="268" y="21"/>
                </a:cubicBezTo>
                <a:cubicBezTo>
                  <a:pt x="296" y="171"/>
                  <a:pt x="296" y="171"/>
                  <a:pt x="296" y="171"/>
                </a:cubicBezTo>
                <a:lnTo>
                  <a:pt x="204" y="171"/>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6" name="Freeform 33">
            <a:extLst>
              <a:ext uri="{FF2B5EF4-FFF2-40B4-BE49-F238E27FC236}">
                <a16:creationId xmlns:a16="http://schemas.microsoft.com/office/drawing/2014/main" id="{8D4890D6-51FB-4357-99BA-5D01F7C06089}"/>
              </a:ext>
            </a:extLst>
          </p:cNvPr>
          <p:cNvSpPr>
            <a:spLocks noEditPoints="1"/>
          </p:cNvSpPr>
          <p:nvPr/>
        </p:nvSpPr>
        <p:spPr bwMode="auto">
          <a:xfrm>
            <a:off x="1818888" y="3308399"/>
            <a:ext cx="426904" cy="476561"/>
          </a:xfrm>
          <a:custGeom>
            <a:avLst/>
            <a:gdLst>
              <a:gd name="T0" fmla="*/ 90 w 235"/>
              <a:gd name="T1" fmla="*/ 215 h 320"/>
              <a:gd name="T2" fmla="*/ 107 w 235"/>
              <a:gd name="T3" fmla="*/ 224 h 320"/>
              <a:gd name="T4" fmla="*/ 96 w 235"/>
              <a:gd name="T5" fmla="*/ 234 h 320"/>
              <a:gd name="T6" fmla="*/ 92 w 235"/>
              <a:gd name="T7" fmla="*/ 276 h 320"/>
              <a:gd name="T8" fmla="*/ 106 w 235"/>
              <a:gd name="T9" fmla="*/ 270 h 320"/>
              <a:gd name="T10" fmla="*/ 92 w 235"/>
              <a:gd name="T11" fmla="*/ 257 h 320"/>
              <a:gd name="T12" fmla="*/ 87 w 235"/>
              <a:gd name="T13" fmla="*/ 270 h 320"/>
              <a:gd name="T14" fmla="*/ 58 w 235"/>
              <a:gd name="T15" fmla="*/ 233 h 320"/>
              <a:gd name="T16" fmla="*/ 61 w 235"/>
              <a:gd name="T17" fmla="*/ 216 h 320"/>
              <a:gd name="T18" fmla="*/ 44 w 235"/>
              <a:gd name="T19" fmla="*/ 228 h 320"/>
              <a:gd name="T20" fmla="*/ 63 w 235"/>
              <a:gd name="T21" fmla="*/ 185 h 320"/>
              <a:gd name="T22" fmla="*/ 58 w 235"/>
              <a:gd name="T23" fmla="*/ 171 h 320"/>
              <a:gd name="T24" fmla="*/ 43 w 235"/>
              <a:gd name="T25" fmla="*/ 181 h 320"/>
              <a:gd name="T26" fmla="*/ 96 w 235"/>
              <a:gd name="T27" fmla="*/ 192 h 320"/>
              <a:gd name="T28" fmla="*/ 106 w 235"/>
              <a:gd name="T29" fmla="*/ 177 h 320"/>
              <a:gd name="T30" fmla="*/ 86 w 235"/>
              <a:gd name="T31" fmla="*/ 181 h 320"/>
              <a:gd name="T32" fmla="*/ 92 w 235"/>
              <a:gd name="T33" fmla="*/ 148 h 320"/>
              <a:gd name="T34" fmla="*/ 107 w 235"/>
              <a:gd name="T35" fmla="*/ 138 h 320"/>
              <a:gd name="T36" fmla="*/ 98 w 235"/>
              <a:gd name="T37" fmla="*/ 128 h 320"/>
              <a:gd name="T38" fmla="*/ 87 w 235"/>
              <a:gd name="T39" fmla="*/ 142 h 320"/>
              <a:gd name="T40" fmla="*/ 58 w 235"/>
              <a:gd name="T41" fmla="*/ 148 h 320"/>
              <a:gd name="T42" fmla="*/ 61 w 235"/>
              <a:gd name="T43" fmla="*/ 131 h 320"/>
              <a:gd name="T44" fmla="*/ 52 w 235"/>
              <a:gd name="T45" fmla="*/ 128 h 320"/>
              <a:gd name="T46" fmla="*/ 43 w 235"/>
              <a:gd name="T47" fmla="*/ 138 h 320"/>
              <a:gd name="T48" fmla="*/ 54 w 235"/>
              <a:gd name="T49" fmla="*/ 106 h 320"/>
              <a:gd name="T50" fmla="*/ 61 w 235"/>
              <a:gd name="T51" fmla="*/ 88 h 320"/>
              <a:gd name="T52" fmla="*/ 48 w 235"/>
              <a:gd name="T53" fmla="*/ 87 h 320"/>
              <a:gd name="T54" fmla="*/ 46 w 235"/>
              <a:gd name="T55" fmla="*/ 103 h 320"/>
              <a:gd name="T56" fmla="*/ 100 w 235"/>
              <a:gd name="T57" fmla="*/ 105 h 320"/>
              <a:gd name="T58" fmla="*/ 104 w 235"/>
              <a:gd name="T59" fmla="*/ 88 h 320"/>
              <a:gd name="T60" fmla="*/ 86 w 235"/>
              <a:gd name="T61" fmla="*/ 96 h 320"/>
              <a:gd name="T62" fmla="*/ 100 w 235"/>
              <a:gd name="T63" fmla="*/ 63 h 320"/>
              <a:gd name="T64" fmla="*/ 106 w 235"/>
              <a:gd name="T65" fmla="*/ 49 h 320"/>
              <a:gd name="T66" fmla="*/ 87 w 235"/>
              <a:gd name="T67" fmla="*/ 49 h 320"/>
              <a:gd name="T68" fmla="*/ 50 w 235"/>
              <a:gd name="T69" fmla="*/ 63 h 320"/>
              <a:gd name="T70" fmla="*/ 63 w 235"/>
              <a:gd name="T71" fmla="*/ 49 h 320"/>
              <a:gd name="T72" fmla="*/ 43 w 235"/>
              <a:gd name="T73" fmla="*/ 53 h 320"/>
              <a:gd name="T74" fmla="*/ 182 w 235"/>
              <a:gd name="T75" fmla="*/ 234 h 320"/>
              <a:gd name="T76" fmla="*/ 191 w 235"/>
              <a:gd name="T77" fmla="*/ 220 h 320"/>
              <a:gd name="T78" fmla="*/ 184 w 235"/>
              <a:gd name="T79" fmla="*/ 213 h 320"/>
              <a:gd name="T80" fmla="*/ 174 w 235"/>
              <a:gd name="T81" fmla="*/ 216 h 320"/>
              <a:gd name="T82" fmla="*/ 174 w 235"/>
              <a:gd name="T83" fmla="*/ 231 h 320"/>
              <a:gd name="T84" fmla="*/ 186 w 235"/>
              <a:gd name="T85" fmla="*/ 191 h 320"/>
              <a:gd name="T86" fmla="*/ 191 w 235"/>
              <a:gd name="T87" fmla="*/ 177 h 320"/>
              <a:gd name="T88" fmla="*/ 174 w 235"/>
              <a:gd name="T89" fmla="*/ 173 h 320"/>
              <a:gd name="T90" fmla="*/ 174 w 235"/>
              <a:gd name="T91" fmla="*/ 189 h 320"/>
              <a:gd name="T92" fmla="*/ 186 w 235"/>
              <a:gd name="T93" fmla="*/ 148 h 320"/>
              <a:gd name="T94" fmla="*/ 189 w 235"/>
              <a:gd name="T95" fmla="*/ 131 h 320"/>
              <a:gd name="T96" fmla="*/ 174 w 235"/>
              <a:gd name="T97" fmla="*/ 131 h 320"/>
              <a:gd name="T98" fmla="*/ 235 w 235"/>
              <a:gd name="T99" fmla="*/ 96 h 320"/>
              <a:gd name="T100" fmla="*/ 0 w 235"/>
              <a:gd name="T101" fmla="*/ 309 h 320"/>
              <a:gd name="T102" fmla="*/ 150 w 235"/>
              <a:gd name="T103" fmla="*/ 10 h 320"/>
              <a:gd name="T104" fmla="*/ 22 w 235"/>
              <a:gd name="T105" fmla="*/ 298 h 320"/>
              <a:gd name="T106" fmla="*/ 64 w 235"/>
              <a:gd name="T107" fmla="*/ 266 h 320"/>
              <a:gd name="T108" fmla="*/ 22 w 235"/>
              <a:gd name="T109" fmla="*/ 21 h 320"/>
              <a:gd name="T110" fmla="*/ 150 w 235"/>
              <a:gd name="T111" fmla="*/ 298 h 320"/>
              <a:gd name="T112" fmla="*/ 192 w 235"/>
              <a:gd name="T113" fmla="*/ 266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320">
                <a:moveTo>
                  <a:pt x="87" y="228"/>
                </a:moveTo>
                <a:cubicBezTo>
                  <a:pt x="86" y="226"/>
                  <a:pt x="86" y="225"/>
                  <a:pt x="86" y="224"/>
                </a:cubicBezTo>
                <a:cubicBezTo>
                  <a:pt x="86" y="221"/>
                  <a:pt x="87" y="218"/>
                  <a:pt x="89" y="216"/>
                </a:cubicBezTo>
                <a:cubicBezTo>
                  <a:pt x="89" y="216"/>
                  <a:pt x="90" y="215"/>
                  <a:pt x="90" y="215"/>
                </a:cubicBezTo>
                <a:cubicBezTo>
                  <a:pt x="91" y="214"/>
                  <a:pt x="92" y="214"/>
                  <a:pt x="92" y="214"/>
                </a:cubicBezTo>
                <a:cubicBezTo>
                  <a:pt x="93" y="214"/>
                  <a:pt x="94" y="213"/>
                  <a:pt x="94" y="213"/>
                </a:cubicBezTo>
                <a:cubicBezTo>
                  <a:pt x="98" y="212"/>
                  <a:pt x="101" y="214"/>
                  <a:pt x="104" y="216"/>
                </a:cubicBezTo>
                <a:cubicBezTo>
                  <a:pt x="106" y="218"/>
                  <a:pt x="107" y="221"/>
                  <a:pt x="107" y="224"/>
                </a:cubicBezTo>
                <a:cubicBezTo>
                  <a:pt x="107" y="225"/>
                  <a:pt x="107" y="226"/>
                  <a:pt x="106" y="228"/>
                </a:cubicBezTo>
                <a:cubicBezTo>
                  <a:pt x="106" y="229"/>
                  <a:pt x="105" y="230"/>
                  <a:pt x="104" y="231"/>
                </a:cubicBezTo>
                <a:cubicBezTo>
                  <a:pt x="103" y="232"/>
                  <a:pt x="102" y="233"/>
                  <a:pt x="100" y="233"/>
                </a:cubicBezTo>
                <a:cubicBezTo>
                  <a:pt x="99" y="234"/>
                  <a:pt x="98" y="234"/>
                  <a:pt x="96" y="234"/>
                </a:cubicBezTo>
                <a:cubicBezTo>
                  <a:pt x="93" y="234"/>
                  <a:pt x="91" y="233"/>
                  <a:pt x="89" y="231"/>
                </a:cubicBezTo>
                <a:cubicBezTo>
                  <a:pt x="88" y="230"/>
                  <a:pt x="87" y="229"/>
                  <a:pt x="87" y="228"/>
                </a:cubicBezTo>
                <a:close/>
                <a:moveTo>
                  <a:pt x="89" y="274"/>
                </a:moveTo>
                <a:cubicBezTo>
                  <a:pt x="90" y="275"/>
                  <a:pt x="91" y="276"/>
                  <a:pt x="92" y="276"/>
                </a:cubicBezTo>
                <a:cubicBezTo>
                  <a:pt x="94" y="277"/>
                  <a:pt x="95" y="277"/>
                  <a:pt x="96" y="277"/>
                </a:cubicBezTo>
                <a:cubicBezTo>
                  <a:pt x="98" y="277"/>
                  <a:pt x="99" y="277"/>
                  <a:pt x="100" y="276"/>
                </a:cubicBezTo>
                <a:cubicBezTo>
                  <a:pt x="102" y="276"/>
                  <a:pt x="103" y="275"/>
                  <a:pt x="104" y="274"/>
                </a:cubicBezTo>
                <a:cubicBezTo>
                  <a:pt x="105" y="273"/>
                  <a:pt x="106" y="272"/>
                  <a:pt x="106" y="270"/>
                </a:cubicBezTo>
                <a:cubicBezTo>
                  <a:pt x="107" y="269"/>
                  <a:pt x="107" y="268"/>
                  <a:pt x="107" y="266"/>
                </a:cubicBezTo>
                <a:cubicBezTo>
                  <a:pt x="107" y="265"/>
                  <a:pt x="107" y="264"/>
                  <a:pt x="106" y="262"/>
                </a:cubicBezTo>
                <a:cubicBezTo>
                  <a:pt x="106" y="261"/>
                  <a:pt x="105" y="260"/>
                  <a:pt x="104" y="259"/>
                </a:cubicBezTo>
                <a:cubicBezTo>
                  <a:pt x="101" y="256"/>
                  <a:pt x="96" y="255"/>
                  <a:pt x="92" y="257"/>
                </a:cubicBezTo>
                <a:cubicBezTo>
                  <a:pt x="91" y="257"/>
                  <a:pt x="90" y="258"/>
                  <a:pt x="89" y="259"/>
                </a:cubicBezTo>
                <a:cubicBezTo>
                  <a:pt x="88" y="260"/>
                  <a:pt x="87" y="261"/>
                  <a:pt x="87" y="262"/>
                </a:cubicBezTo>
                <a:cubicBezTo>
                  <a:pt x="86" y="264"/>
                  <a:pt x="86" y="265"/>
                  <a:pt x="86" y="266"/>
                </a:cubicBezTo>
                <a:cubicBezTo>
                  <a:pt x="86" y="268"/>
                  <a:pt x="86" y="269"/>
                  <a:pt x="87" y="270"/>
                </a:cubicBezTo>
                <a:cubicBezTo>
                  <a:pt x="87" y="272"/>
                  <a:pt x="88" y="273"/>
                  <a:pt x="89" y="274"/>
                </a:cubicBezTo>
                <a:close/>
                <a:moveTo>
                  <a:pt x="46" y="231"/>
                </a:moveTo>
                <a:cubicBezTo>
                  <a:pt x="48" y="233"/>
                  <a:pt x="51" y="234"/>
                  <a:pt x="54" y="234"/>
                </a:cubicBezTo>
                <a:cubicBezTo>
                  <a:pt x="55" y="234"/>
                  <a:pt x="56" y="234"/>
                  <a:pt x="58" y="233"/>
                </a:cubicBezTo>
                <a:cubicBezTo>
                  <a:pt x="59" y="233"/>
                  <a:pt x="60" y="232"/>
                  <a:pt x="61" y="231"/>
                </a:cubicBezTo>
                <a:cubicBezTo>
                  <a:pt x="62" y="230"/>
                  <a:pt x="63" y="229"/>
                  <a:pt x="63" y="228"/>
                </a:cubicBezTo>
                <a:cubicBezTo>
                  <a:pt x="64" y="226"/>
                  <a:pt x="64" y="225"/>
                  <a:pt x="64" y="224"/>
                </a:cubicBezTo>
                <a:cubicBezTo>
                  <a:pt x="64" y="221"/>
                  <a:pt x="63" y="218"/>
                  <a:pt x="61" y="216"/>
                </a:cubicBezTo>
                <a:cubicBezTo>
                  <a:pt x="60" y="215"/>
                  <a:pt x="59" y="214"/>
                  <a:pt x="58" y="214"/>
                </a:cubicBezTo>
                <a:cubicBezTo>
                  <a:pt x="54" y="212"/>
                  <a:pt x="49" y="213"/>
                  <a:pt x="46" y="216"/>
                </a:cubicBezTo>
                <a:cubicBezTo>
                  <a:pt x="44" y="218"/>
                  <a:pt x="43" y="221"/>
                  <a:pt x="43" y="224"/>
                </a:cubicBezTo>
                <a:cubicBezTo>
                  <a:pt x="43" y="225"/>
                  <a:pt x="43" y="226"/>
                  <a:pt x="44" y="228"/>
                </a:cubicBezTo>
                <a:cubicBezTo>
                  <a:pt x="44" y="229"/>
                  <a:pt x="45" y="230"/>
                  <a:pt x="46" y="231"/>
                </a:cubicBezTo>
                <a:close/>
                <a:moveTo>
                  <a:pt x="54" y="192"/>
                </a:moveTo>
                <a:cubicBezTo>
                  <a:pt x="57" y="192"/>
                  <a:pt x="59" y="191"/>
                  <a:pt x="61" y="189"/>
                </a:cubicBezTo>
                <a:cubicBezTo>
                  <a:pt x="62" y="188"/>
                  <a:pt x="63" y="186"/>
                  <a:pt x="63" y="185"/>
                </a:cubicBezTo>
                <a:cubicBezTo>
                  <a:pt x="64" y="184"/>
                  <a:pt x="64" y="182"/>
                  <a:pt x="64" y="181"/>
                </a:cubicBezTo>
                <a:cubicBezTo>
                  <a:pt x="64" y="180"/>
                  <a:pt x="64" y="178"/>
                  <a:pt x="63" y="177"/>
                </a:cubicBezTo>
                <a:cubicBezTo>
                  <a:pt x="63" y="176"/>
                  <a:pt x="62" y="174"/>
                  <a:pt x="61" y="173"/>
                </a:cubicBezTo>
                <a:cubicBezTo>
                  <a:pt x="60" y="172"/>
                  <a:pt x="59" y="172"/>
                  <a:pt x="58" y="171"/>
                </a:cubicBezTo>
                <a:cubicBezTo>
                  <a:pt x="55" y="170"/>
                  <a:pt x="52" y="170"/>
                  <a:pt x="50" y="171"/>
                </a:cubicBezTo>
                <a:cubicBezTo>
                  <a:pt x="48" y="172"/>
                  <a:pt x="47" y="172"/>
                  <a:pt x="46" y="173"/>
                </a:cubicBezTo>
                <a:cubicBezTo>
                  <a:pt x="45" y="174"/>
                  <a:pt x="44" y="176"/>
                  <a:pt x="44" y="177"/>
                </a:cubicBezTo>
                <a:cubicBezTo>
                  <a:pt x="43" y="178"/>
                  <a:pt x="43" y="180"/>
                  <a:pt x="43" y="181"/>
                </a:cubicBezTo>
                <a:cubicBezTo>
                  <a:pt x="43" y="184"/>
                  <a:pt x="44" y="187"/>
                  <a:pt x="46" y="189"/>
                </a:cubicBezTo>
                <a:cubicBezTo>
                  <a:pt x="48" y="191"/>
                  <a:pt x="51" y="192"/>
                  <a:pt x="54" y="192"/>
                </a:cubicBezTo>
                <a:close/>
                <a:moveTo>
                  <a:pt x="92" y="191"/>
                </a:moveTo>
                <a:cubicBezTo>
                  <a:pt x="94" y="191"/>
                  <a:pt x="95" y="192"/>
                  <a:pt x="96" y="192"/>
                </a:cubicBezTo>
                <a:cubicBezTo>
                  <a:pt x="99" y="192"/>
                  <a:pt x="102" y="191"/>
                  <a:pt x="104" y="189"/>
                </a:cubicBezTo>
                <a:cubicBezTo>
                  <a:pt x="105" y="188"/>
                  <a:pt x="106" y="186"/>
                  <a:pt x="106" y="185"/>
                </a:cubicBezTo>
                <a:cubicBezTo>
                  <a:pt x="107" y="184"/>
                  <a:pt x="107" y="182"/>
                  <a:pt x="107" y="181"/>
                </a:cubicBezTo>
                <a:cubicBezTo>
                  <a:pt x="107" y="180"/>
                  <a:pt x="107" y="178"/>
                  <a:pt x="106" y="177"/>
                </a:cubicBezTo>
                <a:cubicBezTo>
                  <a:pt x="106" y="176"/>
                  <a:pt x="105" y="174"/>
                  <a:pt x="104" y="173"/>
                </a:cubicBezTo>
                <a:cubicBezTo>
                  <a:pt x="100" y="169"/>
                  <a:pt x="93" y="169"/>
                  <a:pt x="89" y="173"/>
                </a:cubicBezTo>
                <a:cubicBezTo>
                  <a:pt x="88" y="174"/>
                  <a:pt x="87" y="176"/>
                  <a:pt x="87" y="177"/>
                </a:cubicBezTo>
                <a:cubicBezTo>
                  <a:pt x="86" y="178"/>
                  <a:pt x="86" y="180"/>
                  <a:pt x="86" y="181"/>
                </a:cubicBezTo>
                <a:cubicBezTo>
                  <a:pt x="86" y="184"/>
                  <a:pt x="87" y="187"/>
                  <a:pt x="89" y="189"/>
                </a:cubicBezTo>
                <a:cubicBezTo>
                  <a:pt x="90" y="190"/>
                  <a:pt x="91" y="190"/>
                  <a:pt x="92" y="191"/>
                </a:cubicBezTo>
                <a:close/>
                <a:moveTo>
                  <a:pt x="89" y="146"/>
                </a:moveTo>
                <a:cubicBezTo>
                  <a:pt x="90" y="147"/>
                  <a:pt x="91" y="148"/>
                  <a:pt x="92" y="148"/>
                </a:cubicBezTo>
                <a:cubicBezTo>
                  <a:pt x="94" y="149"/>
                  <a:pt x="95" y="149"/>
                  <a:pt x="96" y="149"/>
                </a:cubicBezTo>
                <a:cubicBezTo>
                  <a:pt x="98" y="149"/>
                  <a:pt x="99" y="149"/>
                  <a:pt x="100" y="148"/>
                </a:cubicBezTo>
                <a:cubicBezTo>
                  <a:pt x="102" y="148"/>
                  <a:pt x="103" y="147"/>
                  <a:pt x="104" y="146"/>
                </a:cubicBezTo>
                <a:cubicBezTo>
                  <a:pt x="106" y="144"/>
                  <a:pt x="107" y="141"/>
                  <a:pt x="107" y="138"/>
                </a:cubicBezTo>
                <a:cubicBezTo>
                  <a:pt x="107" y="136"/>
                  <a:pt x="106" y="133"/>
                  <a:pt x="104" y="131"/>
                </a:cubicBezTo>
                <a:cubicBezTo>
                  <a:pt x="103" y="130"/>
                  <a:pt x="103" y="130"/>
                  <a:pt x="102" y="129"/>
                </a:cubicBezTo>
                <a:cubicBezTo>
                  <a:pt x="102" y="129"/>
                  <a:pt x="101" y="129"/>
                  <a:pt x="100" y="129"/>
                </a:cubicBezTo>
                <a:cubicBezTo>
                  <a:pt x="100" y="128"/>
                  <a:pt x="99" y="128"/>
                  <a:pt x="98" y="128"/>
                </a:cubicBezTo>
                <a:cubicBezTo>
                  <a:pt x="96" y="127"/>
                  <a:pt x="94" y="128"/>
                  <a:pt x="92" y="129"/>
                </a:cubicBezTo>
                <a:cubicBezTo>
                  <a:pt x="91" y="129"/>
                  <a:pt x="90" y="130"/>
                  <a:pt x="89" y="131"/>
                </a:cubicBezTo>
                <a:cubicBezTo>
                  <a:pt x="87" y="133"/>
                  <a:pt x="86" y="136"/>
                  <a:pt x="86" y="138"/>
                </a:cubicBezTo>
                <a:cubicBezTo>
                  <a:pt x="86" y="140"/>
                  <a:pt x="86" y="141"/>
                  <a:pt x="87" y="142"/>
                </a:cubicBezTo>
                <a:cubicBezTo>
                  <a:pt x="87" y="144"/>
                  <a:pt x="88" y="145"/>
                  <a:pt x="89" y="146"/>
                </a:cubicBezTo>
                <a:close/>
                <a:moveTo>
                  <a:pt x="50" y="148"/>
                </a:moveTo>
                <a:cubicBezTo>
                  <a:pt x="51" y="149"/>
                  <a:pt x="52" y="149"/>
                  <a:pt x="54" y="149"/>
                </a:cubicBezTo>
                <a:cubicBezTo>
                  <a:pt x="55" y="149"/>
                  <a:pt x="56" y="149"/>
                  <a:pt x="58" y="148"/>
                </a:cubicBezTo>
                <a:cubicBezTo>
                  <a:pt x="59" y="148"/>
                  <a:pt x="60" y="147"/>
                  <a:pt x="61" y="146"/>
                </a:cubicBezTo>
                <a:cubicBezTo>
                  <a:pt x="62" y="145"/>
                  <a:pt x="63" y="144"/>
                  <a:pt x="63" y="142"/>
                </a:cubicBezTo>
                <a:cubicBezTo>
                  <a:pt x="64" y="141"/>
                  <a:pt x="64" y="140"/>
                  <a:pt x="64" y="138"/>
                </a:cubicBezTo>
                <a:cubicBezTo>
                  <a:pt x="64" y="136"/>
                  <a:pt x="63" y="133"/>
                  <a:pt x="61" y="131"/>
                </a:cubicBezTo>
                <a:cubicBezTo>
                  <a:pt x="61" y="130"/>
                  <a:pt x="60" y="130"/>
                  <a:pt x="60" y="129"/>
                </a:cubicBezTo>
                <a:cubicBezTo>
                  <a:pt x="59" y="129"/>
                  <a:pt x="58" y="129"/>
                  <a:pt x="58" y="129"/>
                </a:cubicBezTo>
                <a:cubicBezTo>
                  <a:pt x="57" y="128"/>
                  <a:pt x="56" y="128"/>
                  <a:pt x="56" y="128"/>
                </a:cubicBezTo>
                <a:cubicBezTo>
                  <a:pt x="54" y="128"/>
                  <a:pt x="53" y="128"/>
                  <a:pt x="52" y="128"/>
                </a:cubicBezTo>
                <a:cubicBezTo>
                  <a:pt x="51" y="128"/>
                  <a:pt x="50" y="128"/>
                  <a:pt x="50" y="129"/>
                </a:cubicBezTo>
                <a:cubicBezTo>
                  <a:pt x="49" y="129"/>
                  <a:pt x="48" y="129"/>
                  <a:pt x="48" y="129"/>
                </a:cubicBezTo>
                <a:cubicBezTo>
                  <a:pt x="47" y="130"/>
                  <a:pt x="47" y="130"/>
                  <a:pt x="46" y="131"/>
                </a:cubicBezTo>
                <a:cubicBezTo>
                  <a:pt x="44" y="133"/>
                  <a:pt x="43" y="136"/>
                  <a:pt x="43" y="138"/>
                </a:cubicBezTo>
                <a:cubicBezTo>
                  <a:pt x="43" y="141"/>
                  <a:pt x="44" y="144"/>
                  <a:pt x="46" y="146"/>
                </a:cubicBezTo>
                <a:cubicBezTo>
                  <a:pt x="47" y="147"/>
                  <a:pt x="48" y="148"/>
                  <a:pt x="50" y="148"/>
                </a:cubicBezTo>
                <a:close/>
                <a:moveTo>
                  <a:pt x="50" y="105"/>
                </a:moveTo>
                <a:cubicBezTo>
                  <a:pt x="51" y="106"/>
                  <a:pt x="52" y="106"/>
                  <a:pt x="54" y="106"/>
                </a:cubicBezTo>
                <a:cubicBezTo>
                  <a:pt x="57" y="106"/>
                  <a:pt x="59" y="105"/>
                  <a:pt x="61" y="103"/>
                </a:cubicBezTo>
                <a:cubicBezTo>
                  <a:pt x="63" y="101"/>
                  <a:pt x="64" y="99"/>
                  <a:pt x="64" y="96"/>
                </a:cubicBezTo>
                <a:cubicBezTo>
                  <a:pt x="64" y="94"/>
                  <a:pt x="64" y="93"/>
                  <a:pt x="63" y="92"/>
                </a:cubicBezTo>
                <a:cubicBezTo>
                  <a:pt x="63" y="90"/>
                  <a:pt x="62" y="89"/>
                  <a:pt x="61" y="88"/>
                </a:cubicBezTo>
                <a:cubicBezTo>
                  <a:pt x="60" y="87"/>
                  <a:pt x="59" y="86"/>
                  <a:pt x="58" y="86"/>
                </a:cubicBezTo>
                <a:cubicBezTo>
                  <a:pt x="56" y="85"/>
                  <a:pt x="54" y="85"/>
                  <a:pt x="52" y="85"/>
                </a:cubicBezTo>
                <a:cubicBezTo>
                  <a:pt x="51" y="85"/>
                  <a:pt x="50" y="86"/>
                  <a:pt x="50" y="86"/>
                </a:cubicBezTo>
                <a:cubicBezTo>
                  <a:pt x="49" y="86"/>
                  <a:pt x="48" y="86"/>
                  <a:pt x="48" y="87"/>
                </a:cubicBezTo>
                <a:cubicBezTo>
                  <a:pt x="47" y="87"/>
                  <a:pt x="47" y="88"/>
                  <a:pt x="46" y="88"/>
                </a:cubicBezTo>
                <a:cubicBezTo>
                  <a:pt x="45" y="89"/>
                  <a:pt x="44" y="90"/>
                  <a:pt x="44" y="92"/>
                </a:cubicBezTo>
                <a:cubicBezTo>
                  <a:pt x="43" y="93"/>
                  <a:pt x="43" y="94"/>
                  <a:pt x="43" y="96"/>
                </a:cubicBezTo>
                <a:cubicBezTo>
                  <a:pt x="43" y="99"/>
                  <a:pt x="44" y="101"/>
                  <a:pt x="46" y="103"/>
                </a:cubicBezTo>
                <a:cubicBezTo>
                  <a:pt x="47" y="104"/>
                  <a:pt x="48" y="105"/>
                  <a:pt x="50" y="105"/>
                </a:cubicBezTo>
                <a:close/>
                <a:moveTo>
                  <a:pt x="92" y="105"/>
                </a:moveTo>
                <a:cubicBezTo>
                  <a:pt x="94" y="106"/>
                  <a:pt x="95" y="106"/>
                  <a:pt x="96" y="106"/>
                </a:cubicBezTo>
                <a:cubicBezTo>
                  <a:pt x="98" y="106"/>
                  <a:pt x="99" y="106"/>
                  <a:pt x="100" y="105"/>
                </a:cubicBezTo>
                <a:cubicBezTo>
                  <a:pt x="102" y="105"/>
                  <a:pt x="103" y="104"/>
                  <a:pt x="104" y="103"/>
                </a:cubicBezTo>
                <a:cubicBezTo>
                  <a:pt x="106" y="101"/>
                  <a:pt x="107" y="99"/>
                  <a:pt x="107" y="96"/>
                </a:cubicBezTo>
                <a:cubicBezTo>
                  <a:pt x="107" y="94"/>
                  <a:pt x="107" y="93"/>
                  <a:pt x="106" y="92"/>
                </a:cubicBezTo>
                <a:cubicBezTo>
                  <a:pt x="106" y="90"/>
                  <a:pt x="105" y="89"/>
                  <a:pt x="104" y="88"/>
                </a:cubicBezTo>
                <a:cubicBezTo>
                  <a:pt x="101" y="85"/>
                  <a:pt x="96" y="84"/>
                  <a:pt x="92" y="86"/>
                </a:cubicBezTo>
                <a:cubicBezTo>
                  <a:pt x="91" y="86"/>
                  <a:pt x="90" y="87"/>
                  <a:pt x="89" y="88"/>
                </a:cubicBezTo>
                <a:cubicBezTo>
                  <a:pt x="88" y="89"/>
                  <a:pt x="87" y="90"/>
                  <a:pt x="87" y="92"/>
                </a:cubicBezTo>
                <a:cubicBezTo>
                  <a:pt x="86" y="93"/>
                  <a:pt x="86" y="94"/>
                  <a:pt x="86" y="96"/>
                </a:cubicBezTo>
                <a:cubicBezTo>
                  <a:pt x="86" y="99"/>
                  <a:pt x="87" y="101"/>
                  <a:pt x="89" y="103"/>
                </a:cubicBezTo>
                <a:cubicBezTo>
                  <a:pt x="90" y="104"/>
                  <a:pt x="91" y="105"/>
                  <a:pt x="92" y="105"/>
                </a:cubicBezTo>
                <a:close/>
                <a:moveTo>
                  <a:pt x="96" y="64"/>
                </a:moveTo>
                <a:cubicBezTo>
                  <a:pt x="98" y="64"/>
                  <a:pt x="99" y="63"/>
                  <a:pt x="100" y="63"/>
                </a:cubicBezTo>
                <a:cubicBezTo>
                  <a:pt x="102" y="62"/>
                  <a:pt x="103" y="62"/>
                  <a:pt x="104" y="61"/>
                </a:cubicBezTo>
                <a:cubicBezTo>
                  <a:pt x="105" y="59"/>
                  <a:pt x="106" y="58"/>
                  <a:pt x="106" y="57"/>
                </a:cubicBezTo>
                <a:cubicBezTo>
                  <a:pt x="107" y="56"/>
                  <a:pt x="107" y="54"/>
                  <a:pt x="107" y="53"/>
                </a:cubicBezTo>
                <a:cubicBezTo>
                  <a:pt x="107" y="52"/>
                  <a:pt x="107" y="50"/>
                  <a:pt x="106" y="49"/>
                </a:cubicBezTo>
                <a:cubicBezTo>
                  <a:pt x="106" y="48"/>
                  <a:pt x="105" y="46"/>
                  <a:pt x="104" y="45"/>
                </a:cubicBezTo>
                <a:cubicBezTo>
                  <a:pt x="103" y="44"/>
                  <a:pt x="102" y="44"/>
                  <a:pt x="100" y="43"/>
                </a:cubicBezTo>
                <a:cubicBezTo>
                  <a:pt x="97" y="41"/>
                  <a:pt x="92" y="42"/>
                  <a:pt x="89" y="45"/>
                </a:cubicBezTo>
                <a:cubicBezTo>
                  <a:pt x="88" y="46"/>
                  <a:pt x="87" y="48"/>
                  <a:pt x="87" y="49"/>
                </a:cubicBezTo>
                <a:cubicBezTo>
                  <a:pt x="86" y="50"/>
                  <a:pt x="86" y="52"/>
                  <a:pt x="86" y="53"/>
                </a:cubicBezTo>
                <a:cubicBezTo>
                  <a:pt x="86" y="56"/>
                  <a:pt x="87" y="59"/>
                  <a:pt x="89" y="61"/>
                </a:cubicBezTo>
                <a:cubicBezTo>
                  <a:pt x="91" y="63"/>
                  <a:pt x="93" y="64"/>
                  <a:pt x="96" y="64"/>
                </a:cubicBezTo>
                <a:close/>
                <a:moveTo>
                  <a:pt x="50" y="63"/>
                </a:moveTo>
                <a:cubicBezTo>
                  <a:pt x="51" y="63"/>
                  <a:pt x="52" y="64"/>
                  <a:pt x="54" y="64"/>
                </a:cubicBezTo>
                <a:cubicBezTo>
                  <a:pt x="57" y="64"/>
                  <a:pt x="59" y="63"/>
                  <a:pt x="61" y="61"/>
                </a:cubicBezTo>
                <a:cubicBezTo>
                  <a:pt x="63" y="59"/>
                  <a:pt x="64" y="56"/>
                  <a:pt x="64" y="53"/>
                </a:cubicBezTo>
                <a:cubicBezTo>
                  <a:pt x="64" y="52"/>
                  <a:pt x="64" y="50"/>
                  <a:pt x="63" y="49"/>
                </a:cubicBezTo>
                <a:cubicBezTo>
                  <a:pt x="63" y="48"/>
                  <a:pt x="62" y="46"/>
                  <a:pt x="61" y="45"/>
                </a:cubicBezTo>
                <a:cubicBezTo>
                  <a:pt x="57" y="41"/>
                  <a:pt x="50" y="41"/>
                  <a:pt x="46" y="45"/>
                </a:cubicBezTo>
                <a:cubicBezTo>
                  <a:pt x="45" y="46"/>
                  <a:pt x="44" y="48"/>
                  <a:pt x="44" y="49"/>
                </a:cubicBezTo>
                <a:cubicBezTo>
                  <a:pt x="43" y="50"/>
                  <a:pt x="43" y="52"/>
                  <a:pt x="43" y="53"/>
                </a:cubicBezTo>
                <a:cubicBezTo>
                  <a:pt x="43" y="56"/>
                  <a:pt x="44" y="59"/>
                  <a:pt x="46" y="61"/>
                </a:cubicBezTo>
                <a:cubicBezTo>
                  <a:pt x="47" y="62"/>
                  <a:pt x="48" y="62"/>
                  <a:pt x="50" y="63"/>
                </a:cubicBezTo>
                <a:close/>
                <a:moveTo>
                  <a:pt x="174" y="231"/>
                </a:moveTo>
                <a:cubicBezTo>
                  <a:pt x="176" y="233"/>
                  <a:pt x="179" y="234"/>
                  <a:pt x="182" y="234"/>
                </a:cubicBezTo>
                <a:cubicBezTo>
                  <a:pt x="184" y="234"/>
                  <a:pt x="187" y="233"/>
                  <a:pt x="189" y="231"/>
                </a:cubicBezTo>
                <a:cubicBezTo>
                  <a:pt x="190" y="230"/>
                  <a:pt x="191" y="229"/>
                  <a:pt x="191" y="228"/>
                </a:cubicBezTo>
                <a:cubicBezTo>
                  <a:pt x="192" y="226"/>
                  <a:pt x="192" y="225"/>
                  <a:pt x="192" y="224"/>
                </a:cubicBezTo>
                <a:cubicBezTo>
                  <a:pt x="192" y="222"/>
                  <a:pt x="192" y="221"/>
                  <a:pt x="191" y="220"/>
                </a:cubicBezTo>
                <a:cubicBezTo>
                  <a:pt x="191" y="218"/>
                  <a:pt x="190" y="217"/>
                  <a:pt x="189" y="216"/>
                </a:cubicBezTo>
                <a:cubicBezTo>
                  <a:pt x="189" y="216"/>
                  <a:pt x="188" y="215"/>
                  <a:pt x="188" y="215"/>
                </a:cubicBezTo>
                <a:cubicBezTo>
                  <a:pt x="187" y="214"/>
                  <a:pt x="186" y="214"/>
                  <a:pt x="186" y="214"/>
                </a:cubicBezTo>
                <a:cubicBezTo>
                  <a:pt x="185" y="214"/>
                  <a:pt x="184" y="213"/>
                  <a:pt x="184" y="213"/>
                </a:cubicBezTo>
                <a:cubicBezTo>
                  <a:pt x="182" y="213"/>
                  <a:pt x="181" y="213"/>
                  <a:pt x="180" y="213"/>
                </a:cubicBezTo>
                <a:cubicBezTo>
                  <a:pt x="179" y="213"/>
                  <a:pt x="178" y="214"/>
                  <a:pt x="178" y="214"/>
                </a:cubicBezTo>
                <a:cubicBezTo>
                  <a:pt x="177" y="214"/>
                  <a:pt x="176" y="214"/>
                  <a:pt x="176" y="215"/>
                </a:cubicBezTo>
                <a:cubicBezTo>
                  <a:pt x="175" y="215"/>
                  <a:pt x="175" y="216"/>
                  <a:pt x="174" y="216"/>
                </a:cubicBezTo>
                <a:cubicBezTo>
                  <a:pt x="173" y="217"/>
                  <a:pt x="172" y="218"/>
                  <a:pt x="172" y="220"/>
                </a:cubicBezTo>
                <a:cubicBezTo>
                  <a:pt x="171" y="221"/>
                  <a:pt x="171" y="222"/>
                  <a:pt x="171" y="224"/>
                </a:cubicBezTo>
                <a:cubicBezTo>
                  <a:pt x="171" y="225"/>
                  <a:pt x="171" y="226"/>
                  <a:pt x="172" y="228"/>
                </a:cubicBezTo>
                <a:cubicBezTo>
                  <a:pt x="172" y="229"/>
                  <a:pt x="173" y="230"/>
                  <a:pt x="174" y="231"/>
                </a:cubicBezTo>
                <a:close/>
                <a:moveTo>
                  <a:pt x="174" y="189"/>
                </a:moveTo>
                <a:cubicBezTo>
                  <a:pt x="175" y="190"/>
                  <a:pt x="176" y="190"/>
                  <a:pt x="178" y="191"/>
                </a:cubicBezTo>
                <a:cubicBezTo>
                  <a:pt x="179" y="191"/>
                  <a:pt x="180" y="192"/>
                  <a:pt x="182" y="192"/>
                </a:cubicBezTo>
                <a:cubicBezTo>
                  <a:pt x="183" y="192"/>
                  <a:pt x="184" y="191"/>
                  <a:pt x="186" y="191"/>
                </a:cubicBezTo>
                <a:cubicBezTo>
                  <a:pt x="187" y="190"/>
                  <a:pt x="188" y="190"/>
                  <a:pt x="189" y="189"/>
                </a:cubicBezTo>
                <a:cubicBezTo>
                  <a:pt x="190" y="188"/>
                  <a:pt x="191" y="186"/>
                  <a:pt x="191" y="185"/>
                </a:cubicBezTo>
                <a:cubicBezTo>
                  <a:pt x="192" y="184"/>
                  <a:pt x="192" y="182"/>
                  <a:pt x="192" y="181"/>
                </a:cubicBezTo>
                <a:cubicBezTo>
                  <a:pt x="192" y="180"/>
                  <a:pt x="192" y="178"/>
                  <a:pt x="191" y="177"/>
                </a:cubicBezTo>
                <a:cubicBezTo>
                  <a:pt x="191" y="176"/>
                  <a:pt x="190" y="174"/>
                  <a:pt x="189" y="173"/>
                </a:cubicBezTo>
                <a:cubicBezTo>
                  <a:pt x="188" y="172"/>
                  <a:pt x="187" y="172"/>
                  <a:pt x="186" y="171"/>
                </a:cubicBezTo>
                <a:cubicBezTo>
                  <a:pt x="183" y="170"/>
                  <a:pt x="180" y="170"/>
                  <a:pt x="178" y="171"/>
                </a:cubicBezTo>
                <a:cubicBezTo>
                  <a:pt x="176" y="172"/>
                  <a:pt x="175" y="172"/>
                  <a:pt x="174" y="173"/>
                </a:cubicBezTo>
                <a:cubicBezTo>
                  <a:pt x="173" y="174"/>
                  <a:pt x="172" y="176"/>
                  <a:pt x="172" y="177"/>
                </a:cubicBezTo>
                <a:cubicBezTo>
                  <a:pt x="171" y="178"/>
                  <a:pt x="171" y="180"/>
                  <a:pt x="171" y="181"/>
                </a:cubicBezTo>
                <a:cubicBezTo>
                  <a:pt x="171" y="182"/>
                  <a:pt x="171" y="184"/>
                  <a:pt x="172" y="185"/>
                </a:cubicBezTo>
                <a:cubicBezTo>
                  <a:pt x="172" y="186"/>
                  <a:pt x="173" y="188"/>
                  <a:pt x="174" y="189"/>
                </a:cubicBezTo>
                <a:close/>
                <a:moveTo>
                  <a:pt x="174" y="146"/>
                </a:moveTo>
                <a:cubicBezTo>
                  <a:pt x="175" y="147"/>
                  <a:pt x="176" y="148"/>
                  <a:pt x="178" y="148"/>
                </a:cubicBezTo>
                <a:cubicBezTo>
                  <a:pt x="179" y="149"/>
                  <a:pt x="180" y="149"/>
                  <a:pt x="182" y="149"/>
                </a:cubicBezTo>
                <a:cubicBezTo>
                  <a:pt x="183" y="149"/>
                  <a:pt x="184" y="149"/>
                  <a:pt x="186" y="148"/>
                </a:cubicBezTo>
                <a:cubicBezTo>
                  <a:pt x="187" y="148"/>
                  <a:pt x="188" y="147"/>
                  <a:pt x="189" y="146"/>
                </a:cubicBezTo>
                <a:cubicBezTo>
                  <a:pt x="190" y="145"/>
                  <a:pt x="191" y="144"/>
                  <a:pt x="191" y="142"/>
                </a:cubicBezTo>
                <a:cubicBezTo>
                  <a:pt x="192" y="141"/>
                  <a:pt x="192" y="140"/>
                  <a:pt x="192" y="138"/>
                </a:cubicBezTo>
                <a:cubicBezTo>
                  <a:pt x="192" y="136"/>
                  <a:pt x="191" y="133"/>
                  <a:pt x="189" y="131"/>
                </a:cubicBezTo>
                <a:cubicBezTo>
                  <a:pt x="187" y="128"/>
                  <a:pt x="183" y="127"/>
                  <a:pt x="180" y="128"/>
                </a:cubicBezTo>
                <a:cubicBezTo>
                  <a:pt x="179" y="128"/>
                  <a:pt x="178" y="128"/>
                  <a:pt x="178" y="129"/>
                </a:cubicBezTo>
                <a:cubicBezTo>
                  <a:pt x="177" y="129"/>
                  <a:pt x="176" y="129"/>
                  <a:pt x="176" y="129"/>
                </a:cubicBezTo>
                <a:cubicBezTo>
                  <a:pt x="175" y="130"/>
                  <a:pt x="175" y="130"/>
                  <a:pt x="174" y="131"/>
                </a:cubicBezTo>
                <a:cubicBezTo>
                  <a:pt x="172" y="133"/>
                  <a:pt x="171" y="136"/>
                  <a:pt x="171" y="138"/>
                </a:cubicBezTo>
                <a:cubicBezTo>
                  <a:pt x="171" y="140"/>
                  <a:pt x="171" y="141"/>
                  <a:pt x="172" y="142"/>
                </a:cubicBezTo>
                <a:cubicBezTo>
                  <a:pt x="172" y="144"/>
                  <a:pt x="173" y="145"/>
                  <a:pt x="174" y="146"/>
                </a:cubicBezTo>
                <a:close/>
                <a:moveTo>
                  <a:pt x="235" y="96"/>
                </a:moveTo>
                <a:cubicBezTo>
                  <a:pt x="235" y="309"/>
                  <a:pt x="235" y="309"/>
                  <a:pt x="235" y="309"/>
                </a:cubicBezTo>
                <a:cubicBezTo>
                  <a:pt x="235" y="315"/>
                  <a:pt x="230" y="320"/>
                  <a:pt x="224" y="320"/>
                </a:cubicBezTo>
                <a:cubicBezTo>
                  <a:pt x="11" y="320"/>
                  <a:pt x="11" y="320"/>
                  <a:pt x="11" y="320"/>
                </a:cubicBezTo>
                <a:cubicBezTo>
                  <a:pt x="5" y="320"/>
                  <a:pt x="0" y="315"/>
                  <a:pt x="0" y="309"/>
                </a:cubicBezTo>
                <a:cubicBezTo>
                  <a:pt x="0" y="10"/>
                  <a:pt x="0" y="10"/>
                  <a:pt x="0" y="10"/>
                </a:cubicBezTo>
                <a:cubicBezTo>
                  <a:pt x="0" y="4"/>
                  <a:pt x="5" y="0"/>
                  <a:pt x="11" y="0"/>
                </a:cubicBezTo>
                <a:cubicBezTo>
                  <a:pt x="139" y="0"/>
                  <a:pt x="139" y="0"/>
                  <a:pt x="139" y="0"/>
                </a:cubicBezTo>
                <a:cubicBezTo>
                  <a:pt x="145" y="0"/>
                  <a:pt x="150" y="4"/>
                  <a:pt x="150" y="10"/>
                </a:cubicBezTo>
                <a:cubicBezTo>
                  <a:pt x="150" y="85"/>
                  <a:pt x="150" y="85"/>
                  <a:pt x="150" y="85"/>
                </a:cubicBezTo>
                <a:cubicBezTo>
                  <a:pt x="224" y="85"/>
                  <a:pt x="224" y="85"/>
                  <a:pt x="224" y="85"/>
                </a:cubicBezTo>
                <a:cubicBezTo>
                  <a:pt x="230" y="85"/>
                  <a:pt x="235" y="90"/>
                  <a:pt x="235" y="96"/>
                </a:cubicBezTo>
                <a:close/>
                <a:moveTo>
                  <a:pt x="22" y="298"/>
                </a:moveTo>
                <a:cubicBezTo>
                  <a:pt x="43" y="298"/>
                  <a:pt x="43" y="298"/>
                  <a:pt x="43" y="298"/>
                </a:cubicBezTo>
                <a:cubicBezTo>
                  <a:pt x="43" y="266"/>
                  <a:pt x="43" y="266"/>
                  <a:pt x="43" y="266"/>
                </a:cubicBezTo>
                <a:cubicBezTo>
                  <a:pt x="43" y="260"/>
                  <a:pt x="48" y="256"/>
                  <a:pt x="54" y="256"/>
                </a:cubicBezTo>
                <a:cubicBezTo>
                  <a:pt x="60" y="256"/>
                  <a:pt x="64" y="260"/>
                  <a:pt x="64" y="266"/>
                </a:cubicBezTo>
                <a:cubicBezTo>
                  <a:pt x="64" y="298"/>
                  <a:pt x="64" y="298"/>
                  <a:pt x="64" y="298"/>
                </a:cubicBezTo>
                <a:cubicBezTo>
                  <a:pt x="128" y="298"/>
                  <a:pt x="128" y="298"/>
                  <a:pt x="128" y="298"/>
                </a:cubicBezTo>
                <a:cubicBezTo>
                  <a:pt x="128" y="21"/>
                  <a:pt x="128" y="21"/>
                  <a:pt x="128" y="21"/>
                </a:cubicBezTo>
                <a:cubicBezTo>
                  <a:pt x="22" y="21"/>
                  <a:pt x="22" y="21"/>
                  <a:pt x="22" y="21"/>
                </a:cubicBezTo>
                <a:lnTo>
                  <a:pt x="22" y="298"/>
                </a:lnTo>
                <a:close/>
                <a:moveTo>
                  <a:pt x="214" y="106"/>
                </a:moveTo>
                <a:cubicBezTo>
                  <a:pt x="150" y="106"/>
                  <a:pt x="150" y="106"/>
                  <a:pt x="150" y="106"/>
                </a:cubicBezTo>
                <a:cubicBezTo>
                  <a:pt x="150" y="298"/>
                  <a:pt x="150" y="298"/>
                  <a:pt x="150" y="298"/>
                </a:cubicBezTo>
                <a:cubicBezTo>
                  <a:pt x="171" y="298"/>
                  <a:pt x="171" y="298"/>
                  <a:pt x="171" y="298"/>
                </a:cubicBezTo>
                <a:cubicBezTo>
                  <a:pt x="171" y="266"/>
                  <a:pt x="171" y="266"/>
                  <a:pt x="171" y="266"/>
                </a:cubicBezTo>
                <a:cubicBezTo>
                  <a:pt x="171" y="260"/>
                  <a:pt x="176" y="256"/>
                  <a:pt x="182" y="256"/>
                </a:cubicBezTo>
                <a:cubicBezTo>
                  <a:pt x="188" y="256"/>
                  <a:pt x="192" y="260"/>
                  <a:pt x="192" y="266"/>
                </a:cubicBezTo>
                <a:cubicBezTo>
                  <a:pt x="192" y="298"/>
                  <a:pt x="192" y="298"/>
                  <a:pt x="192" y="298"/>
                </a:cubicBezTo>
                <a:cubicBezTo>
                  <a:pt x="214" y="298"/>
                  <a:pt x="214" y="298"/>
                  <a:pt x="214" y="298"/>
                </a:cubicBezTo>
                <a:lnTo>
                  <a:pt x="214" y="106"/>
                </a:lnTo>
                <a:close/>
              </a:path>
            </a:pathLst>
          </a:custGeom>
          <a:solidFill>
            <a:srgbClr val="86BC2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endParaRPr>
          </a:p>
        </p:txBody>
      </p:sp>
      <p:sp>
        <p:nvSpPr>
          <p:cNvPr id="308" name="Rectangle 307">
            <a:extLst>
              <a:ext uri="{FF2B5EF4-FFF2-40B4-BE49-F238E27FC236}">
                <a16:creationId xmlns:a16="http://schemas.microsoft.com/office/drawing/2014/main" id="{1A49CAB4-1FD0-45B1-BD75-9DA3C9409308}"/>
              </a:ext>
            </a:extLst>
          </p:cNvPr>
          <p:cNvSpPr/>
          <p:nvPr/>
        </p:nvSpPr>
        <p:spPr>
          <a:xfrm>
            <a:off x="873241" y="2124387"/>
            <a:ext cx="559327" cy="415498"/>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Solar Plant*</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09" name="Rectangle 308">
            <a:extLst>
              <a:ext uri="{FF2B5EF4-FFF2-40B4-BE49-F238E27FC236}">
                <a16:creationId xmlns:a16="http://schemas.microsoft.com/office/drawing/2014/main" id="{599D89E7-66A7-4710-9AA3-97D6EED7754C}"/>
              </a:ext>
            </a:extLst>
          </p:cNvPr>
          <p:cNvSpPr/>
          <p:nvPr/>
        </p:nvSpPr>
        <p:spPr>
          <a:xfrm>
            <a:off x="868808" y="4794997"/>
            <a:ext cx="1800753" cy="253916"/>
          </a:xfrm>
          <a:prstGeom prst="rect">
            <a:avLst/>
          </a:prstGeom>
          <a:solidFill>
            <a:schemeClr val="accent2">
              <a:lumMod val="20000"/>
              <a:lumOff val="8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Sale options</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sp>
        <p:nvSpPr>
          <p:cNvPr id="310" name="Rectangle 309">
            <a:extLst>
              <a:ext uri="{FF2B5EF4-FFF2-40B4-BE49-F238E27FC236}">
                <a16:creationId xmlns:a16="http://schemas.microsoft.com/office/drawing/2014/main" id="{FCDE5E77-6316-4037-9D32-E82A61346F87}"/>
              </a:ext>
            </a:extLst>
          </p:cNvPr>
          <p:cNvSpPr/>
          <p:nvPr/>
        </p:nvSpPr>
        <p:spPr>
          <a:xfrm>
            <a:off x="937188" y="1426106"/>
            <a:ext cx="1119477" cy="253916"/>
          </a:xfrm>
          <a:prstGeom prst="rect">
            <a:avLst/>
          </a:prstGeom>
          <a:solidFill>
            <a:schemeClr val="accent3">
              <a:lumMod val="75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SECL Ownership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311" name="Rectangle 310">
            <a:extLst>
              <a:ext uri="{FF2B5EF4-FFF2-40B4-BE49-F238E27FC236}">
                <a16:creationId xmlns:a16="http://schemas.microsoft.com/office/drawing/2014/main" id="{B9A56C9F-D5AD-4B53-8860-9F40D5F8BB38}"/>
              </a:ext>
            </a:extLst>
          </p:cNvPr>
          <p:cNvSpPr/>
          <p:nvPr/>
        </p:nvSpPr>
        <p:spPr>
          <a:xfrm>
            <a:off x="2669562" y="2617908"/>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EPC cum O&amp;M Player</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12" name="Connector: Elbow 311">
            <a:extLst>
              <a:ext uri="{FF2B5EF4-FFF2-40B4-BE49-F238E27FC236}">
                <a16:creationId xmlns:a16="http://schemas.microsoft.com/office/drawing/2014/main" id="{374C0655-0DCB-4D49-A490-FCB2F089E44C}"/>
              </a:ext>
            </a:extLst>
          </p:cNvPr>
          <p:cNvCxnSpPr>
            <a:cxnSpLocks/>
            <a:stCxn id="311" idx="0"/>
            <a:endCxn id="308" idx="3"/>
          </p:cNvCxnSpPr>
          <p:nvPr/>
        </p:nvCxnSpPr>
        <p:spPr>
          <a:xfrm rot="16200000" flipV="1">
            <a:off x="2139348" y="1625356"/>
            <a:ext cx="285772" cy="1699332"/>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13" name="Connector: Elbow 312">
            <a:extLst>
              <a:ext uri="{FF2B5EF4-FFF2-40B4-BE49-F238E27FC236}">
                <a16:creationId xmlns:a16="http://schemas.microsoft.com/office/drawing/2014/main" id="{4682D51A-1D69-4C7F-93BE-081E1A80652D}"/>
              </a:ext>
            </a:extLst>
          </p:cNvPr>
          <p:cNvCxnSpPr>
            <a:cxnSpLocks/>
            <a:stCxn id="28" idx="3"/>
            <a:endCxn id="311" idx="1"/>
          </p:cNvCxnSpPr>
          <p:nvPr/>
        </p:nvCxnSpPr>
        <p:spPr>
          <a:xfrm flipV="1">
            <a:off x="2245792" y="2825657"/>
            <a:ext cx="423770" cy="1070466"/>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14" name="TextBox 313">
            <a:extLst>
              <a:ext uri="{FF2B5EF4-FFF2-40B4-BE49-F238E27FC236}">
                <a16:creationId xmlns:a16="http://schemas.microsoft.com/office/drawing/2014/main" id="{91C91F30-FCA2-46CC-858E-864DCE59D798}"/>
              </a:ext>
            </a:extLst>
          </p:cNvPr>
          <p:cNvSpPr txBox="1"/>
          <p:nvPr/>
        </p:nvSpPr>
        <p:spPr>
          <a:xfrm>
            <a:off x="2501445" y="3027202"/>
            <a:ext cx="806699"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bidding discovery</a:t>
            </a:r>
          </a:p>
        </p:txBody>
      </p:sp>
      <p:sp>
        <p:nvSpPr>
          <p:cNvPr id="315" name="Rectangle 314">
            <a:extLst>
              <a:ext uri="{FF2B5EF4-FFF2-40B4-BE49-F238E27FC236}">
                <a16:creationId xmlns:a16="http://schemas.microsoft.com/office/drawing/2014/main" id="{2A3FC48E-CBE3-45C3-9F20-DDF4B4736860}"/>
              </a:ext>
            </a:extLst>
          </p:cNvPr>
          <p:cNvSpPr/>
          <p:nvPr/>
        </p:nvSpPr>
        <p:spPr>
          <a:xfrm>
            <a:off x="3292924" y="1630618"/>
            <a:ext cx="924675" cy="415498"/>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PMC-cum-Owner’s Engg</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16" name="Connector: Elbow 315">
            <a:extLst>
              <a:ext uri="{FF2B5EF4-FFF2-40B4-BE49-F238E27FC236}">
                <a16:creationId xmlns:a16="http://schemas.microsoft.com/office/drawing/2014/main" id="{05769DCB-D052-46D5-9615-BA1FB0812930}"/>
              </a:ext>
            </a:extLst>
          </p:cNvPr>
          <p:cNvCxnSpPr>
            <a:cxnSpLocks/>
            <a:stCxn id="28" idx="3"/>
            <a:endCxn id="315" idx="2"/>
          </p:cNvCxnSpPr>
          <p:nvPr/>
        </p:nvCxnSpPr>
        <p:spPr>
          <a:xfrm flipV="1">
            <a:off x="2245792" y="2046116"/>
            <a:ext cx="1509470" cy="1850007"/>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17" name="TextBox 316">
            <a:extLst>
              <a:ext uri="{FF2B5EF4-FFF2-40B4-BE49-F238E27FC236}">
                <a16:creationId xmlns:a16="http://schemas.microsoft.com/office/drawing/2014/main" id="{991B9065-5B38-4129-ACCE-8DFFE19464B8}"/>
              </a:ext>
            </a:extLst>
          </p:cNvPr>
          <p:cNvSpPr txBox="1"/>
          <p:nvPr/>
        </p:nvSpPr>
        <p:spPr>
          <a:xfrm>
            <a:off x="2483384" y="3620599"/>
            <a:ext cx="1396412" cy="4154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Payment as per agreement after selection through bidding</a:t>
            </a:r>
          </a:p>
        </p:txBody>
      </p:sp>
      <p:cxnSp>
        <p:nvCxnSpPr>
          <p:cNvPr id="318" name="Connector: Elbow 317">
            <a:extLst>
              <a:ext uri="{FF2B5EF4-FFF2-40B4-BE49-F238E27FC236}">
                <a16:creationId xmlns:a16="http://schemas.microsoft.com/office/drawing/2014/main" id="{5C1573DD-CC61-4C5D-B5D2-0E3207C45869}"/>
              </a:ext>
            </a:extLst>
          </p:cNvPr>
          <p:cNvCxnSpPr>
            <a:cxnSpLocks/>
            <a:stCxn id="315" idx="1"/>
            <a:endCxn id="305" idx="31"/>
          </p:cNvCxnSpPr>
          <p:nvPr/>
        </p:nvCxnSpPr>
        <p:spPr>
          <a:xfrm rot="10800000" flipV="1">
            <a:off x="1375848" y="1838367"/>
            <a:ext cx="1917077" cy="249180"/>
          </a:xfrm>
          <a:prstGeom prst="bentConnector3">
            <a:avLst>
              <a:gd name="adj1" fmla="val 50000"/>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9" name="TextBox 318">
            <a:extLst>
              <a:ext uri="{FF2B5EF4-FFF2-40B4-BE49-F238E27FC236}">
                <a16:creationId xmlns:a16="http://schemas.microsoft.com/office/drawing/2014/main" id="{B08946F8-E7DA-4475-8A05-9F99FC4C2481}"/>
              </a:ext>
            </a:extLst>
          </p:cNvPr>
          <p:cNvSpPr txBox="1"/>
          <p:nvPr/>
        </p:nvSpPr>
        <p:spPr>
          <a:xfrm>
            <a:off x="2461907" y="1685958"/>
            <a:ext cx="822930" cy="415498"/>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Planning &amp; Design, check, QA-QC, PMC</a:t>
            </a:r>
          </a:p>
        </p:txBody>
      </p:sp>
      <p:sp>
        <p:nvSpPr>
          <p:cNvPr id="320" name="Rectangle 319">
            <a:extLst>
              <a:ext uri="{FF2B5EF4-FFF2-40B4-BE49-F238E27FC236}">
                <a16:creationId xmlns:a16="http://schemas.microsoft.com/office/drawing/2014/main" id="{89EB81D5-3A4F-41C0-A6F4-BF3D48CA0A91}"/>
              </a:ext>
            </a:extLst>
          </p:cNvPr>
          <p:cNvSpPr/>
          <p:nvPr/>
        </p:nvSpPr>
        <p:spPr>
          <a:xfrm>
            <a:off x="3131899" y="4651110"/>
            <a:ext cx="924675" cy="253916"/>
          </a:xfrm>
          <a:prstGeom prst="rect">
            <a:avLst/>
          </a:prstGeom>
          <a:solidFill>
            <a:srgbClr val="9DD4CF"/>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rPr>
              <a:t>Bank/FI</a:t>
            </a:r>
            <a:endParaRPr kumimoji="0" lang="en-IN" sz="1050" b="1" i="0" u="none" strike="noStrike" kern="1200" cap="none" spc="0" normalizeH="0" baseline="0" noProof="0" dirty="0">
              <a:ln>
                <a:noFill/>
              </a:ln>
              <a:effectLst/>
              <a:uLnTx/>
              <a:uFillTx/>
              <a:latin typeface="Calibri Light" panose="020F0302020204030204" pitchFamily="34" charset="0"/>
              <a:cs typeface="Calibri Light" panose="020F0302020204030204" pitchFamily="34" charset="0"/>
            </a:endParaRPr>
          </a:p>
        </p:txBody>
      </p:sp>
      <p:cxnSp>
        <p:nvCxnSpPr>
          <p:cNvPr id="321" name="Connector: Elbow 320">
            <a:extLst>
              <a:ext uri="{FF2B5EF4-FFF2-40B4-BE49-F238E27FC236}">
                <a16:creationId xmlns:a16="http://schemas.microsoft.com/office/drawing/2014/main" id="{56B6B213-DBD8-449C-9232-7FFC9E90F967}"/>
              </a:ext>
            </a:extLst>
          </p:cNvPr>
          <p:cNvCxnSpPr>
            <a:cxnSpLocks/>
            <a:stCxn id="320" idx="0"/>
            <a:endCxn id="28" idx="2"/>
          </p:cNvCxnSpPr>
          <p:nvPr/>
        </p:nvCxnSpPr>
        <p:spPr>
          <a:xfrm rot="16200000" flipV="1">
            <a:off x="2496791" y="3553663"/>
            <a:ext cx="628029" cy="1566865"/>
          </a:xfrm>
          <a:prstGeom prst="bentConnector3">
            <a:avLst>
              <a:gd name="adj1" fmla="val 43456"/>
            </a:avLst>
          </a:prstGeom>
          <a:ln w="19050" cap="rnd">
            <a:solidFill>
              <a:schemeClr val="tx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2" name="TextBox 321">
            <a:extLst>
              <a:ext uri="{FF2B5EF4-FFF2-40B4-BE49-F238E27FC236}">
                <a16:creationId xmlns:a16="http://schemas.microsoft.com/office/drawing/2014/main" id="{D4DD23D9-9C0E-465D-9A2C-B85AF940AF92}"/>
              </a:ext>
            </a:extLst>
          </p:cNvPr>
          <p:cNvSpPr txBox="1"/>
          <p:nvPr/>
        </p:nvSpPr>
        <p:spPr>
          <a:xfrm>
            <a:off x="2533522" y="4404910"/>
            <a:ext cx="865038"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Debt Financing</a:t>
            </a:r>
          </a:p>
        </p:txBody>
      </p:sp>
      <p:sp>
        <p:nvSpPr>
          <p:cNvPr id="76" name="TextBox 75">
            <a:extLst>
              <a:ext uri="{FF2B5EF4-FFF2-40B4-BE49-F238E27FC236}">
                <a16:creationId xmlns:a16="http://schemas.microsoft.com/office/drawing/2014/main" id="{8CE9FBDC-1CBF-4C20-B545-54238A528A83}"/>
              </a:ext>
            </a:extLst>
          </p:cNvPr>
          <p:cNvSpPr txBox="1"/>
          <p:nvPr/>
        </p:nvSpPr>
        <p:spPr>
          <a:xfrm>
            <a:off x="2852690" y="5065907"/>
            <a:ext cx="1343565" cy="441852"/>
          </a:xfrm>
          <a:prstGeom prst="rect">
            <a:avLst/>
          </a:prstGeom>
          <a:noFill/>
        </p:spPr>
        <p:txBody>
          <a:bodyPr wrap="square" lIns="0" tIns="0" rIns="0" bIns="0" rtlCol="0">
            <a:spAutoFit/>
          </a:bodyPr>
          <a:lstStyle/>
          <a:p>
            <a:pPr>
              <a:lnSpc>
                <a:spcPct val="108000"/>
              </a:lnSpc>
              <a:buSzPct val="100000"/>
            </a:pPr>
            <a:r>
              <a:rPr lang="en-US" sz="900" dirty="0">
                <a:solidFill>
                  <a:srgbClr val="313131"/>
                </a:solidFill>
                <a:latin typeface="Calibri Light" panose="020F0302020204030204" pitchFamily="34" charset="0"/>
                <a:cs typeface="Calibri Light" panose="020F0302020204030204" pitchFamily="34" charset="0"/>
              </a:rPr>
              <a:t>*</a:t>
            </a:r>
            <a:r>
              <a:rPr lang="en-US" sz="900" b="1" dirty="0">
                <a:solidFill>
                  <a:srgbClr val="313131"/>
                </a:solidFill>
                <a:latin typeface="Calibri Light" panose="020F0302020204030204" pitchFamily="34" charset="0"/>
                <a:cs typeface="Calibri Light" panose="020F0302020204030204" pitchFamily="34" charset="0"/>
              </a:rPr>
              <a:t>Location of the Plant</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Option A: Own Land</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Option B: Others’ Land</a:t>
            </a:r>
          </a:p>
        </p:txBody>
      </p:sp>
      <p:sp>
        <p:nvSpPr>
          <p:cNvPr id="77" name="TextBox 76">
            <a:extLst>
              <a:ext uri="{FF2B5EF4-FFF2-40B4-BE49-F238E27FC236}">
                <a16:creationId xmlns:a16="http://schemas.microsoft.com/office/drawing/2014/main" id="{F10BF65C-BB27-462D-8AD0-7F36DC6F4EF8}"/>
              </a:ext>
            </a:extLst>
          </p:cNvPr>
          <p:cNvSpPr txBox="1"/>
          <p:nvPr/>
        </p:nvSpPr>
        <p:spPr>
          <a:xfrm>
            <a:off x="903916" y="5075934"/>
            <a:ext cx="1765646" cy="1040221"/>
          </a:xfrm>
          <a:prstGeom prst="rect">
            <a:avLst/>
          </a:prstGeom>
          <a:noFill/>
        </p:spPr>
        <p:txBody>
          <a:bodyPr wrap="square" lIns="0" tIns="0" rIns="0" bIns="0" rtlCol="0">
            <a:spAutoFit/>
          </a:bodyPr>
          <a:lstStyle/>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Sale to CG / MP Discoms</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Energy Banking</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Sale through Exchanges</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Sale to Traders</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Sale to Open Access Consumers</a:t>
            </a:r>
          </a:p>
          <a:p>
            <a:pPr marL="171450" indent="-171450">
              <a:lnSpc>
                <a:spcPct val="108000"/>
              </a:lnSpc>
              <a:buSzPct val="100000"/>
              <a:buFont typeface="Arial" panose="020B0604020202020204" pitchFamily="34" charset="0"/>
              <a:buChar char="•"/>
            </a:pPr>
            <a:r>
              <a:rPr lang="en-US" sz="900" dirty="0">
                <a:solidFill>
                  <a:srgbClr val="313131"/>
                </a:solidFill>
                <a:latin typeface="Calibri Light" panose="020F0302020204030204" pitchFamily="34" charset="0"/>
                <a:cs typeface="Calibri Light" panose="020F0302020204030204" pitchFamily="34" charset="0"/>
              </a:rPr>
              <a:t>Sale of Renewable Energy Certificates</a:t>
            </a:r>
          </a:p>
        </p:txBody>
      </p:sp>
      <p:sp>
        <p:nvSpPr>
          <p:cNvPr id="78" name="Rectangle: Rounded Corners 77">
            <a:extLst>
              <a:ext uri="{FF2B5EF4-FFF2-40B4-BE49-F238E27FC236}">
                <a16:creationId xmlns:a16="http://schemas.microsoft.com/office/drawing/2014/main" id="{8C6A877E-29D8-4362-B663-1723524C689D}"/>
              </a:ext>
            </a:extLst>
          </p:cNvPr>
          <p:cNvSpPr/>
          <p:nvPr/>
        </p:nvSpPr>
        <p:spPr bwMode="gray">
          <a:xfrm>
            <a:off x="4666891" y="2454828"/>
            <a:ext cx="2232000"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79" name="Rectangle: Rounded Corners 78">
            <a:extLst>
              <a:ext uri="{FF2B5EF4-FFF2-40B4-BE49-F238E27FC236}">
                <a16:creationId xmlns:a16="http://schemas.microsoft.com/office/drawing/2014/main" id="{8705683A-D3B3-4F14-8EEF-0C6F2BC22608}"/>
              </a:ext>
            </a:extLst>
          </p:cNvPr>
          <p:cNvSpPr/>
          <p:nvPr/>
        </p:nvSpPr>
        <p:spPr bwMode="gray">
          <a:xfrm>
            <a:off x="9555238" y="2451325"/>
            <a:ext cx="2232000"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80" name="Rectangle: Rounded Corners 79">
            <a:extLst>
              <a:ext uri="{FF2B5EF4-FFF2-40B4-BE49-F238E27FC236}">
                <a16:creationId xmlns:a16="http://schemas.microsoft.com/office/drawing/2014/main" id="{3909F147-1892-433D-840E-9A64C3C3CB38}"/>
              </a:ext>
            </a:extLst>
          </p:cNvPr>
          <p:cNvSpPr/>
          <p:nvPr/>
        </p:nvSpPr>
        <p:spPr bwMode="gray">
          <a:xfrm>
            <a:off x="7112585" y="2451325"/>
            <a:ext cx="2232000" cy="2596787"/>
          </a:xfrm>
          <a:prstGeom prst="roundRect">
            <a:avLst>
              <a:gd name="adj" fmla="val 4701"/>
            </a:avLst>
          </a:prstGeom>
          <a:noFill/>
          <a:ln w="19050" algn="ctr">
            <a:solidFill>
              <a:schemeClr val="accent5"/>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latin typeface="Calibri Light" panose="020F0302020204030204" pitchFamily="34" charset="0"/>
              <a:cs typeface="Calibri Light" panose="020F0302020204030204" pitchFamily="34" charset="0"/>
            </a:endParaRPr>
          </a:p>
        </p:txBody>
      </p:sp>
      <p:sp>
        <p:nvSpPr>
          <p:cNvPr id="81" name="Rectangle 80">
            <a:extLst>
              <a:ext uri="{FF2B5EF4-FFF2-40B4-BE49-F238E27FC236}">
                <a16:creationId xmlns:a16="http://schemas.microsoft.com/office/drawing/2014/main" id="{3C77A292-8F1B-4EB9-BC2B-7E1386B59172}"/>
              </a:ext>
            </a:extLst>
          </p:cNvPr>
          <p:cNvSpPr/>
          <p:nvPr/>
        </p:nvSpPr>
        <p:spPr>
          <a:xfrm>
            <a:off x="5152486" y="2341081"/>
            <a:ext cx="1247122"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Plant in CG</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82" name="Rectangle 81">
            <a:extLst>
              <a:ext uri="{FF2B5EF4-FFF2-40B4-BE49-F238E27FC236}">
                <a16:creationId xmlns:a16="http://schemas.microsoft.com/office/drawing/2014/main" id="{4E6A6A9C-4E78-4D16-BA44-4FE936FA390A}"/>
              </a:ext>
            </a:extLst>
          </p:cNvPr>
          <p:cNvSpPr/>
          <p:nvPr/>
        </p:nvSpPr>
        <p:spPr>
          <a:xfrm>
            <a:off x="7609065" y="2343603"/>
            <a:ext cx="1247122"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050" b="1" dirty="0">
                <a:solidFill>
                  <a:schemeClr val="bg1"/>
                </a:solidFill>
                <a:latin typeface="Calibri Light" panose="020F0302020204030204" pitchFamily="34" charset="0"/>
                <a:cs typeface="Calibri Light" panose="020F0302020204030204" pitchFamily="34" charset="0"/>
              </a:rPr>
              <a:t>Plant in MP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83" name="Rectangle 82">
            <a:extLst>
              <a:ext uri="{FF2B5EF4-FFF2-40B4-BE49-F238E27FC236}">
                <a16:creationId xmlns:a16="http://schemas.microsoft.com/office/drawing/2014/main" id="{13AC806E-E74D-4C11-833E-F444B28D4C15}"/>
              </a:ext>
            </a:extLst>
          </p:cNvPr>
          <p:cNvSpPr/>
          <p:nvPr/>
        </p:nvSpPr>
        <p:spPr>
          <a:xfrm>
            <a:off x="9903750" y="2341081"/>
            <a:ext cx="1509017" cy="253916"/>
          </a:xfrm>
          <a:prstGeom prst="rect">
            <a:avLst/>
          </a:prstGeom>
          <a:solidFill>
            <a:schemeClr val="accent5"/>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Plants in CG and MP</a:t>
            </a:r>
            <a:endParaRPr kumimoji="0" lang="en-IN" sz="105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84" name="Freeform 335">
            <a:extLst>
              <a:ext uri="{FF2B5EF4-FFF2-40B4-BE49-F238E27FC236}">
                <a16:creationId xmlns:a16="http://schemas.microsoft.com/office/drawing/2014/main" id="{85667BCC-A8D8-4DEF-8254-4D1DA556A515}"/>
              </a:ext>
            </a:extLst>
          </p:cNvPr>
          <p:cNvSpPr>
            <a:spLocks/>
          </p:cNvSpPr>
          <p:nvPr/>
        </p:nvSpPr>
        <p:spPr bwMode="auto">
          <a:xfrm>
            <a:off x="4668835" y="2693043"/>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5" name="Freeform 441">
            <a:extLst>
              <a:ext uri="{FF2B5EF4-FFF2-40B4-BE49-F238E27FC236}">
                <a16:creationId xmlns:a16="http://schemas.microsoft.com/office/drawing/2014/main" id="{DA1988D7-EAAD-45B3-942B-229DA9472A49}"/>
              </a:ext>
            </a:extLst>
          </p:cNvPr>
          <p:cNvSpPr>
            <a:spLocks/>
          </p:cNvSpPr>
          <p:nvPr/>
        </p:nvSpPr>
        <p:spPr bwMode="auto">
          <a:xfrm>
            <a:off x="5937340" y="3687023"/>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6" name="Freeform 335">
            <a:extLst>
              <a:ext uri="{FF2B5EF4-FFF2-40B4-BE49-F238E27FC236}">
                <a16:creationId xmlns:a16="http://schemas.microsoft.com/office/drawing/2014/main" id="{1703B07D-B888-402E-85F3-FF0513266033}"/>
              </a:ext>
            </a:extLst>
          </p:cNvPr>
          <p:cNvSpPr>
            <a:spLocks/>
          </p:cNvSpPr>
          <p:nvPr/>
        </p:nvSpPr>
        <p:spPr bwMode="auto">
          <a:xfrm>
            <a:off x="7177050" y="2694556"/>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7" name="Freeform 441">
            <a:extLst>
              <a:ext uri="{FF2B5EF4-FFF2-40B4-BE49-F238E27FC236}">
                <a16:creationId xmlns:a16="http://schemas.microsoft.com/office/drawing/2014/main" id="{3D570C5B-53A6-4E1C-A668-9E07F4455214}"/>
              </a:ext>
            </a:extLst>
          </p:cNvPr>
          <p:cNvSpPr>
            <a:spLocks/>
          </p:cNvSpPr>
          <p:nvPr/>
        </p:nvSpPr>
        <p:spPr bwMode="auto">
          <a:xfrm>
            <a:off x="8468449" y="3687023"/>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8" name="Freeform 335">
            <a:extLst>
              <a:ext uri="{FF2B5EF4-FFF2-40B4-BE49-F238E27FC236}">
                <a16:creationId xmlns:a16="http://schemas.microsoft.com/office/drawing/2014/main" id="{DBBE31C7-31E8-4ACE-A08F-2E2B3F89E2EE}"/>
              </a:ext>
            </a:extLst>
          </p:cNvPr>
          <p:cNvSpPr>
            <a:spLocks/>
          </p:cNvSpPr>
          <p:nvPr/>
        </p:nvSpPr>
        <p:spPr bwMode="auto">
          <a:xfrm>
            <a:off x="9593323" y="2693043"/>
            <a:ext cx="1666968" cy="1109512"/>
          </a:xfrm>
          <a:custGeom>
            <a:avLst/>
            <a:gdLst>
              <a:gd name="T0" fmla="*/ 401 w 419"/>
              <a:gd name="T1" fmla="*/ 157 h 274"/>
              <a:gd name="T2" fmla="*/ 362 w 419"/>
              <a:gd name="T3" fmla="*/ 157 h 274"/>
              <a:gd name="T4" fmla="*/ 374 w 419"/>
              <a:gd name="T5" fmla="*/ 188 h 274"/>
              <a:gd name="T6" fmla="*/ 358 w 419"/>
              <a:gd name="T7" fmla="*/ 210 h 274"/>
              <a:gd name="T8" fmla="*/ 332 w 419"/>
              <a:gd name="T9" fmla="*/ 224 h 274"/>
              <a:gd name="T10" fmla="*/ 321 w 419"/>
              <a:gd name="T11" fmla="*/ 246 h 274"/>
              <a:gd name="T12" fmla="*/ 289 w 419"/>
              <a:gd name="T13" fmla="*/ 258 h 274"/>
              <a:gd name="T14" fmla="*/ 250 w 419"/>
              <a:gd name="T15" fmla="*/ 254 h 274"/>
              <a:gd name="T16" fmla="*/ 229 w 419"/>
              <a:gd name="T17" fmla="*/ 260 h 274"/>
              <a:gd name="T18" fmla="*/ 197 w 419"/>
              <a:gd name="T19" fmla="*/ 255 h 274"/>
              <a:gd name="T20" fmla="*/ 165 w 419"/>
              <a:gd name="T21" fmla="*/ 254 h 274"/>
              <a:gd name="T22" fmla="*/ 140 w 419"/>
              <a:gd name="T23" fmla="*/ 247 h 274"/>
              <a:gd name="T24" fmla="*/ 122 w 419"/>
              <a:gd name="T25" fmla="*/ 267 h 274"/>
              <a:gd name="T26" fmla="*/ 99 w 419"/>
              <a:gd name="T27" fmla="*/ 271 h 274"/>
              <a:gd name="T28" fmla="*/ 59 w 419"/>
              <a:gd name="T29" fmla="*/ 256 h 274"/>
              <a:gd name="T30" fmla="*/ 12 w 419"/>
              <a:gd name="T31" fmla="*/ 230 h 274"/>
              <a:gd name="T32" fmla="*/ 5 w 419"/>
              <a:gd name="T33" fmla="*/ 198 h 274"/>
              <a:gd name="T34" fmla="*/ 20 w 419"/>
              <a:gd name="T35" fmla="*/ 175 h 274"/>
              <a:gd name="T36" fmla="*/ 31 w 419"/>
              <a:gd name="T37" fmla="*/ 160 h 274"/>
              <a:gd name="T38" fmla="*/ 53 w 419"/>
              <a:gd name="T39" fmla="*/ 124 h 274"/>
              <a:gd name="T40" fmla="*/ 44 w 419"/>
              <a:gd name="T41" fmla="*/ 100 h 274"/>
              <a:gd name="T42" fmla="*/ 54 w 419"/>
              <a:gd name="T43" fmla="*/ 85 h 274"/>
              <a:gd name="T44" fmla="*/ 69 w 419"/>
              <a:gd name="T45" fmla="*/ 95 h 274"/>
              <a:gd name="T46" fmla="*/ 94 w 419"/>
              <a:gd name="T47" fmla="*/ 109 h 274"/>
              <a:gd name="T48" fmla="*/ 82 w 419"/>
              <a:gd name="T49" fmla="*/ 129 h 274"/>
              <a:gd name="T50" fmla="*/ 99 w 419"/>
              <a:gd name="T51" fmla="*/ 130 h 274"/>
              <a:gd name="T52" fmla="*/ 132 w 419"/>
              <a:gd name="T53" fmla="*/ 121 h 274"/>
              <a:gd name="T54" fmla="*/ 142 w 419"/>
              <a:gd name="T55" fmla="*/ 108 h 274"/>
              <a:gd name="T56" fmla="*/ 145 w 419"/>
              <a:gd name="T57" fmla="*/ 87 h 274"/>
              <a:gd name="T58" fmla="*/ 169 w 419"/>
              <a:gd name="T59" fmla="*/ 71 h 274"/>
              <a:gd name="T60" fmla="*/ 132 w 419"/>
              <a:gd name="T61" fmla="*/ 63 h 274"/>
              <a:gd name="T62" fmla="*/ 163 w 419"/>
              <a:gd name="T63" fmla="*/ 24 h 274"/>
              <a:gd name="T64" fmla="*/ 207 w 419"/>
              <a:gd name="T65" fmla="*/ 4 h 274"/>
              <a:gd name="T66" fmla="*/ 232 w 419"/>
              <a:gd name="T67" fmla="*/ 2 h 274"/>
              <a:gd name="T68" fmla="*/ 248 w 419"/>
              <a:gd name="T69" fmla="*/ 27 h 274"/>
              <a:gd name="T70" fmla="*/ 233 w 419"/>
              <a:gd name="T71" fmla="*/ 52 h 274"/>
              <a:gd name="T72" fmla="*/ 212 w 419"/>
              <a:gd name="T73" fmla="*/ 66 h 274"/>
              <a:gd name="T74" fmla="*/ 203 w 419"/>
              <a:gd name="T75" fmla="*/ 93 h 274"/>
              <a:gd name="T76" fmla="*/ 223 w 419"/>
              <a:gd name="T77" fmla="*/ 120 h 274"/>
              <a:gd name="T78" fmla="*/ 237 w 419"/>
              <a:gd name="T79" fmla="*/ 114 h 274"/>
              <a:gd name="T80" fmla="*/ 227 w 419"/>
              <a:gd name="T81" fmla="*/ 93 h 274"/>
              <a:gd name="T82" fmla="*/ 232 w 419"/>
              <a:gd name="T83" fmla="*/ 68 h 274"/>
              <a:gd name="T84" fmla="*/ 235 w 419"/>
              <a:gd name="T85" fmla="*/ 75 h 274"/>
              <a:gd name="T86" fmla="*/ 240 w 419"/>
              <a:gd name="T87" fmla="*/ 78 h 274"/>
              <a:gd name="T88" fmla="*/ 256 w 419"/>
              <a:gd name="T89" fmla="*/ 80 h 274"/>
              <a:gd name="T90" fmla="*/ 267 w 419"/>
              <a:gd name="T91" fmla="*/ 84 h 274"/>
              <a:gd name="T92" fmla="*/ 301 w 419"/>
              <a:gd name="T93" fmla="*/ 71 h 274"/>
              <a:gd name="T94" fmla="*/ 303 w 419"/>
              <a:gd name="T95" fmla="*/ 89 h 274"/>
              <a:gd name="T96" fmla="*/ 314 w 419"/>
              <a:gd name="T97" fmla="*/ 87 h 274"/>
              <a:gd name="T98" fmla="*/ 325 w 419"/>
              <a:gd name="T99" fmla="*/ 85 h 274"/>
              <a:gd name="T100" fmla="*/ 325 w 419"/>
              <a:gd name="T101" fmla="*/ 96 h 274"/>
              <a:gd name="T102" fmla="*/ 352 w 419"/>
              <a:gd name="T103" fmla="*/ 85 h 274"/>
              <a:gd name="T104" fmla="*/ 367 w 419"/>
              <a:gd name="T105" fmla="*/ 91 h 274"/>
              <a:gd name="T106" fmla="*/ 390 w 419"/>
              <a:gd name="T107" fmla="*/ 109 h 274"/>
              <a:gd name="T108" fmla="*/ 413 w 419"/>
              <a:gd name="T109" fmla="*/ 110 h 274"/>
              <a:gd name="T110" fmla="*/ 413 w 419"/>
              <a:gd name="T111" fmla="*/ 124 h 274"/>
              <a:gd name="T112" fmla="*/ 415 w 419"/>
              <a:gd name="T113"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9" h="274">
                <a:moveTo>
                  <a:pt x="415" y="144"/>
                </a:moveTo>
                <a:cubicBezTo>
                  <a:pt x="414" y="145"/>
                  <a:pt x="414" y="147"/>
                  <a:pt x="412" y="147"/>
                </a:cubicBezTo>
                <a:cubicBezTo>
                  <a:pt x="410" y="148"/>
                  <a:pt x="408" y="147"/>
                  <a:pt x="408" y="149"/>
                </a:cubicBezTo>
                <a:cubicBezTo>
                  <a:pt x="408" y="150"/>
                  <a:pt x="408" y="152"/>
                  <a:pt x="407" y="153"/>
                </a:cubicBezTo>
                <a:cubicBezTo>
                  <a:pt x="405" y="153"/>
                  <a:pt x="404" y="152"/>
                  <a:pt x="403" y="152"/>
                </a:cubicBezTo>
                <a:cubicBezTo>
                  <a:pt x="402" y="153"/>
                  <a:pt x="403" y="156"/>
                  <a:pt x="401" y="157"/>
                </a:cubicBezTo>
                <a:cubicBezTo>
                  <a:pt x="400" y="157"/>
                  <a:pt x="400" y="155"/>
                  <a:pt x="399" y="154"/>
                </a:cubicBezTo>
                <a:cubicBezTo>
                  <a:pt x="397" y="153"/>
                  <a:pt x="395" y="154"/>
                  <a:pt x="394" y="154"/>
                </a:cubicBezTo>
                <a:cubicBezTo>
                  <a:pt x="394" y="151"/>
                  <a:pt x="389" y="153"/>
                  <a:pt x="387" y="153"/>
                </a:cubicBezTo>
                <a:cubicBezTo>
                  <a:pt x="388" y="149"/>
                  <a:pt x="369" y="151"/>
                  <a:pt x="366" y="151"/>
                </a:cubicBezTo>
                <a:cubicBezTo>
                  <a:pt x="367" y="144"/>
                  <a:pt x="356" y="148"/>
                  <a:pt x="360" y="151"/>
                </a:cubicBezTo>
                <a:cubicBezTo>
                  <a:pt x="362" y="153"/>
                  <a:pt x="366" y="154"/>
                  <a:pt x="362" y="157"/>
                </a:cubicBezTo>
                <a:cubicBezTo>
                  <a:pt x="359" y="160"/>
                  <a:pt x="356" y="162"/>
                  <a:pt x="360" y="166"/>
                </a:cubicBezTo>
                <a:cubicBezTo>
                  <a:pt x="362" y="168"/>
                  <a:pt x="365" y="164"/>
                  <a:pt x="367" y="165"/>
                </a:cubicBezTo>
                <a:cubicBezTo>
                  <a:pt x="369" y="166"/>
                  <a:pt x="371" y="169"/>
                  <a:pt x="372" y="166"/>
                </a:cubicBezTo>
                <a:cubicBezTo>
                  <a:pt x="374" y="167"/>
                  <a:pt x="375" y="169"/>
                  <a:pt x="375" y="170"/>
                </a:cubicBezTo>
                <a:cubicBezTo>
                  <a:pt x="379" y="170"/>
                  <a:pt x="383" y="177"/>
                  <a:pt x="384" y="180"/>
                </a:cubicBezTo>
                <a:cubicBezTo>
                  <a:pt x="385" y="188"/>
                  <a:pt x="380" y="188"/>
                  <a:pt x="374" y="188"/>
                </a:cubicBezTo>
                <a:cubicBezTo>
                  <a:pt x="374" y="190"/>
                  <a:pt x="373" y="190"/>
                  <a:pt x="371" y="191"/>
                </a:cubicBezTo>
                <a:cubicBezTo>
                  <a:pt x="370" y="192"/>
                  <a:pt x="370" y="194"/>
                  <a:pt x="370" y="196"/>
                </a:cubicBezTo>
                <a:cubicBezTo>
                  <a:pt x="370" y="198"/>
                  <a:pt x="368" y="198"/>
                  <a:pt x="367" y="199"/>
                </a:cubicBezTo>
                <a:cubicBezTo>
                  <a:pt x="365" y="201"/>
                  <a:pt x="366" y="202"/>
                  <a:pt x="365" y="204"/>
                </a:cubicBezTo>
                <a:cubicBezTo>
                  <a:pt x="365" y="206"/>
                  <a:pt x="363" y="206"/>
                  <a:pt x="361" y="207"/>
                </a:cubicBezTo>
                <a:cubicBezTo>
                  <a:pt x="359" y="208"/>
                  <a:pt x="359" y="209"/>
                  <a:pt x="358" y="210"/>
                </a:cubicBezTo>
                <a:cubicBezTo>
                  <a:pt x="357" y="212"/>
                  <a:pt x="351" y="211"/>
                  <a:pt x="351" y="215"/>
                </a:cubicBezTo>
                <a:cubicBezTo>
                  <a:pt x="349" y="215"/>
                  <a:pt x="348" y="214"/>
                  <a:pt x="347" y="214"/>
                </a:cubicBezTo>
                <a:cubicBezTo>
                  <a:pt x="345" y="214"/>
                  <a:pt x="345" y="214"/>
                  <a:pt x="344" y="215"/>
                </a:cubicBezTo>
                <a:cubicBezTo>
                  <a:pt x="341" y="216"/>
                  <a:pt x="338" y="215"/>
                  <a:pt x="335" y="215"/>
                </a:cubicBezTo>
                <a:cubicBezTo>
                  <a:pt x="335" y="218"/>
                  <a:pt x="335" y="221"/>
                  <a:pt x="335" y="224"/>
                </a:cubicBezTo>
                <a:cubicBezTo>
                  <a:pt x="334" y="224"/>
                  <a:pt x="333" y="224"/>
                  <a:pt x="332" y="224"/>
                </a:cubicBezTo>
                <a:cubicBezTo>
                  <a:pt x="331" y="225"/>
                  <a:pt x="328" y="229"/>
                  <a:pt x="330" y="230"/>
                </a:cubicBezTo>
                <a:cubicBezTo>
                  <a:pt x="330" y="231"/>
                  <a:pt x="330" y="232"/>
                  <a:pt x="330" y="233"/>
                </a:cubicBezTo>
                <a:cubicBezTo>
                  <a:pt x="328" y="234"/>
                  <a:pt x="327" y="232"/>
                  <a:pt x="324" y="232"/>
                </a:cubicBezTo>
                <a:cubicBezTo>
                  <a:pt x="324" y="234"/>
                  <a:pt x="324" y="236"/>
                  <a:pt x="324" y="238"/>
                </a:cubicBezTo>
                <a:cubicBezTo>
                  <a:pt x="322" y="239"/>
                  <a:pt x="320" y="238"/>
                  <a:pt x="320" y="240"/>
                </a:cubicBezTo>
                <a:cubicBezTo>
                  <a:pt x="320" y="242"/>
                  <a:pt x="321" y="244"/>
                  <a:pt x="321" y="246"/>
                </a:cubicBezTo>
                <a:cubicBezTo>
                  <a:pt x="322" y="249"/>
                  <a:pt x="320" y="252"/>
                  <a:pt x="316" y="252"/>
                </a:cubicBezTo>
                <a:cubicBezTo>
                  <a:pt x="316" y="257"/>
                  <a:pt x="319" y="268"/>
                  <a:pt x="311" y="269"/>
                </a:cubicBezTo>
                <a:cubicBezTo>
                  <a:pt x="304" y="270"/>
                  <a:pt x="304" y="270"/>
                  <a:pt x="304" y="270"/>
                </a:cubicBezTo>
                <a:cubicBezTo>
                  <a:pt x="301" y="269"/>
                  <a:pt x="298" y="266"/>
                  <a:pt x="297" y="262"/>
                </a:cubicBezTo>
                <a:cubicBezTo>
                  <a:pt x="296" y="260"/>
                  <a:pt x="293" y="260"/>
                  <a:pt x="293" y="259"/>
                </a:cubicBezTo>
                <a:cubicBezTo>
                  <a:pt x="291" y="259"/>
                  <a:pt x="290" y="259"/>
                  <a:pt x="289" y="258"/>
                </a:cubicBezTo>
                <a:cubicBezTo>
                  <a:pt x="288" y="257"/>
                  <a:pt x="287" y="258"/>
                  <a:pt x="286" y="258"/>
                </a:cubicBezTo>
                <a:cubicBezTo>
                  <a:pt x="284" y="260"/>
                  <a:pt x="283" y="261"/>
                  <a:pt x="280" y="261"/>
                </a:cubicBezTo>
                <a:cubicBezTo>
                  <a:pt x="277" y="261"/>
                  <a:pt x="274" y="261"/>
                  <a:pt x="272" y="260"/>
                </a:cubicBezTo>
                <a:cubicBezTo>
                  <a:pt x="268" y="258"/>
                  <a:pt x="266" y="258"/>
                  <a:pt x="262" y="258"/>
                </a:cubicBezTo>
                <a:cubicBezTo>
                  <a:pt x="261" y="259"/>
                  <a:pt x="255" y="260"/>
                  <a:pt x="255" y="258"/>
                </a:cubicBezTo>
                <a:cubicBezTo>
                  <a:pt x="255" y="255"/>
                  <a:pt x="252" y="254"/>
                  <a:pt x="250" y="254"/>
                </a:cubicBezTo>
                <a:cubicBezTo>
                  <a:pt x="246" y="254"/>
                  <a:pt x="247" y="252"/>
                  <a:pt x="245" y="251"/>
                </a:cubicBezTo>
                <a:cubicBezTo>
                  <a:pt x="242" y="249"/>
                  <a:pt x="242" y="253"/>
                  <a:pt x="241" y="254"/>
                </a:cubicBezTo>
                <a:cubicBezTo>
                  <a:pt x="240" y="254"/>
                  <a:pt x="239" y="254"/>
                  <a:pt x="238" y="255"/>
                </a:cubicBezTo>
                <a:cubicBezTo>
                  <a:pt x="238" y="255"/>
                  <a:pt x="238" y="256"/>
                  <a:pt x="238" y="256"/>
                </a:cubicBezTo>
                <a:cubicBezTo>
                  <a:pt x="235" y="256"/>
                  <a:pt x="232" y="255"/>
                  <a:pt x="229" y="255"/>
                </a:cubicBezTo>
                <a:cubicBezTo>
                  <a:pt x="229" y="257"/>
                  <a:pt x="229" y="258"/>
                  <a:pt x="229" y="260"/>
                </a:cubicBezTo>
                <a:cubicBezTo>
                  <a:pt x="225" y="260"/>
                  <a:pt x="220" y="263"/>
                  <a:pt x="216" y="261"/>
                </a:cubicBezTo>
                <a:cubicBezTo>
                  <a:pt x="214" y="260"/>
                  <a:pt x="212" y="256"/>
                  <a:pt x="209" y="257"/>
                </a:cubicBezTo>
                <a:cubicBezTo>
                  <a:pt x="208" y="258"/>
                  <a:pt x="206" y="260"/>
                  <a:pt x="205" y="258"/>
                </a:cubicBezTo>
                <a:cubicBezTo>
                  <a:pt x="204" y="256"/>
                  <a:pt x="205" y="255"/>
                  <a:pt x="205" y="253"/>
                </a:cubicBezTo>
                <a:cubicBezTo>
                  <a:pt x="203" y="253"/>
                  <a:pt x="203" y="255"/>
                  <a:pt x="202" y="256"/>
                </a:cubicBezTo>
                <a:cubicBezTo>
                  <a:pt x="200" y="257"/>
                  <a:pt x="199" y="255"/>
                  <a:pt x="197" y="255"/>
                </a:cubicBezTo>
                <a:cubicBezTo>
                  <a:pt x="194" y="253"/>
                  <a:pt x="191" y="256"/>
                  <a:pt x="190" y="259"/>
                </a:cubicBezTo>
                <a:cubicBezTo>
                  <a:pt x="183" y="260"/>
                  <a:pt x="178" y="263"/>
                  <a:pt x="171" y="262"/>
                </a:cubicBezTo>
                <a:cubicBezTo>
                  <a:pt x="168" y="261"/>
                  <a:pt x="167" y="262"/>
                  <a:pt x="166" y="260"/>
                </a:cubicBezTo>
                <a:cubicBezTo>
                  <a:pt x="164" y="258"/>
                  <a:pt x="162" y="261"/>
                  <a:pt x="162" y="262"/>
                </a:cubicBezTo>
                <a:cubicBezTo>
                  <a:pt x="160" y="262"/>
                  <a:pt x="159" y="256"/>
                  <a:pt x="158" y="254"/>
                </a:cubicBezTo>
                <a:cubicBezTo>
                  <a:pt x="160" y="254"/>
                  <a:pt x="163" y="255"/>
                  <a:pt x="165" y="254"/>
                </a:cubicBezTo>
                <a:cubicBezTo>
                  <a:pt x="165" y="255"/>
                  <a:pt x="165" y="256"/>
                  <a:pt x="165" y="256"/>
                </a:cubicBezTo>
                <a:cubicBezTo>
                  <a:pt x="166" y="256"/>
                  <a:pt x="167" y="255"/>
                  <a:pt x="168" y="255"/>
                </a:cubicBezTo>
                <a:cubicBezTo>
                  <a:pt x="165" y="252"/>
                  <a:pt x="164" y="245"/>
                  <a:pt x="160" y="244"/>
                </a:cubicBezTo>
                <a:cubicBezTo>
                  <a:pt x="155" y="243"/>
                  <a:pt x="153" y="245"/>
                  <a:pt x="150" y="248"/>
                </a:cubicBezTo>
                <a:cubicBezTo>
                  <a:pt x="149" y="248"/>
                  <a:pt x="147" y="248"/>
                  <a:pt x="146" y="249"/>
                </a:cubicBezTo>
                <a:cubicBezTo>
                  <a:pt x="146" y="246"/>
                  <a:pt x="141" y="247"/>
                  <a:pt x="140" y="247"/>
                </a:cubicBezTo>
                <a:cubicBezTo>
                  <a:pt x="136" y="248"/>
                  <a:pt x="134" y="249"/>
                  <a:pt x="131" y="250"/>
                </a:cubicBezTo>
                <a:cubicBezTo>
                  <a:pt x="131" y="252"/>
                  <a:pt x="130" y="253"/>
                  <a:pt x="128" y="253"/>
                </a:cubicBezTo>
                <a:cubicBezTo>
                  <a:pt x="129" y="254"/>
                  <a:pt x="129" y="257"/>
                  <a:pt x="127" y="258"/>
                </a:cubicBezTo>
                <a:cubicBezTo>
                  <a:pt x="125" y="258"/>
                  <a:pt x="124" y="258"/>
                  <a:pt x="124" y="260"/>
                </a:cubicBezTo>
                <a:cubicBezTo>
                  <a:pt x="122" y="260"/>
                  <a:pt x="121" y="262"/>
                  <a:pt x="119" y="264"/>
                </a:cubicBezTo>
                <a:cubicBezTo>
                  <a:pt x="122" y="264"/>
                  <a:pt x="123" y="265"/>
                  <a:pt x="122" y="267"/>
                </a:cubicBezTo>
                <a:cubicBezTo>
                  <a:pt x="120" y="267"/>
                  <a:pt x="119" y="269"/>
                  <a:pt x="118" y="269"/>
                </a:cubicBezTo>
                <a:cubicBezTo>
                  <a:pt x="116" y="270"/>
                  <a:pt x="114" y="269"/>
                  <a:pt x="113" y="269"/>
                </a:cubicBezTo>
                <a:cubicBezTo>
                  <a:pt x="112" y="271"/>
                  <a:pt x="113" y="273"/>
                  <a:pt x="111" y="273"/>
                </a:cubicBezTo>
                <a:cubicBezTo>
                  <a:pt x="110" y="273"/>
                  <a:pt x="108" y="273"/>
                  <a:pt x="107" y="273"/>
                </a:cubicBezTo>
                <a:cubicBezTo>
                  <a:pt x="105" y="273"/>
                  <a:pt x="99" y="274"/>
                  <a:pt x="99" y="271"/>
                </a:cubicBezTo>
                <a:cubicBezTo>
                  <a:pt x="99" y="271"/>
                  <a:pt x="99" y="271"/>
                  <a:pt x="99" y="271"/>
                </a:cubicBezTo>
                <a:cubicBezTo>
                  <a:pt x="100" y="269"/>
                  <a:pt x="99" y="261"/>
                  <a:pt x="97" y="260"/>
                </a:cubicBezTo>
                <a:cubicBezTo>
                  <a:pt x="96" y="260"/>
                  <a:pt x="93" y="260"/>
                  <a:pt x="92" y="259"/>
                </a:cubicBezTo>
                <a:cubicBezTo>
                  <a:pt x="91" y="256"/>
                  <a:pt x="90" y="257"/>
                  <a:pt x="87" y="257"/>
                </a:cubicBezTo>
                <a:cubicBezTo>
                  <a:pt x="82" y="257"/>
                  <a:pt x="76" y="259"/>
                  <a:pt x="71" y="257"/>
                </a:cubicBezTo>
                <a:cubicBezTo>
                  <a:pt x="69" y="256"/>
                  <a:pt x="67" y="256"/>
                  <a:pt x="65" y="257"/>
                </a:cubicBezTo>
                <a:cubicBezTo>
                  <a:pt x="63" y="257"/>
                  <a:pt x="61" y="256"/>
                  <a:pt x="59" y="256"/>
                </a:cubicBezTo>
                <a:cubicBezTo>
                  <a:pt x="54" y="256"/>
                  <a:pt x="53" y="254"/>
                  <a:pt x="51" y="250"/>
                </a:cubicBezTo>
                <a:cubicBezTo>
                  <a:pt x="49" y="245"/>
                  <a:pt x="47" y="244"/>
                  <a:pt x="42" y="243"/>
                </a:cubicBezTo>
                <a:cubicBezTo>
                  <a:pt x="38" y="243"/>
                  <a:pt x="32" y="246"/>
                  <a:pt x="28" y="243"/>
                </a:cubicBezTo>
                <a:cubicBezTo>
                  <a:pt x="25" y="239"/>
                  <a:pt x="26" y="235"/>
                  <a:pt x="25" y="231"/>
                </a:cubicBezTo>
                <a:cubicBezTo>
                  <a:pt x="19" y="226"/>
                  <a:pt x="19" y="226"/>
                  <a:pt x="19" y="226"/>
                </a:cubicBezTo>
                <a:cubicBezTo>
                  <a:pt x="16" y="226"/>
                  <a:pt x="17" y="232"/>
                  <a:pt x="12" y="230"/>
                </a:cubicBezTo>
                <a:cubicBezTo>
                  <a:pt x="10" y="230"/>
                  <a:pt x="9" y="228"/>
                  <a:pt x="7" y="228"/>
                </a:cubicBezTo>
                <a:cubicBezTo>
                  <a:pt x="6" y="227"/>
                  <a:pt x="6" y="226"/>
                  <a:pt x="5" y="224"/>
                </a:cubicBezTo>
                <a:cubicBezTo>
                  <a:pt x="5" y="222"/>
                  <a:pt x="8" y="220"/>
                  <a:pt x="7" y="218"/>
                </a:cubicBezTo>
                <a:cubicBezTo>
                  <a:pt x="6" y="216"/>
                  <a:pt x="5" y="214"/>
                  <a:pt x="3" y="212"/>
                </a:cubicBezTo>
                <a:cubicBezTo>
                  <a:pt x="0" y="208"/>
                  <a:pt x="14" y="208"/>
                  <a:pt x="15" y="208"/>
                </a:cubicBezTo>
                <a:cubicBezTo>
                  <a:pt x="16" y="200"/>
                  <a:pt x="3" y="206"/>
                  <a:pt x="5" y="198"/>
                </a:cubicBezTo>
                <a:cubicBezTo>
                  <a:pt x="8" y="198"/>
                  <a:pt x="10" y="200"/>
                  <a:pt x="12" y="198"/>
                </a:cubicBezTo>
                <a:cubicBezTo>
                  <a:pt x="14" y="197"/>
                  <a:pt x="14" y="195"/>
                  <a:pt x="15" y="194"/>
                </a:cubicBezTo>
                <a:cubicBezTo>
                  <a:pt x="19" y="193"/>
                  <a:pt x="20" y="194"/>
                  <a:pt x="23" y="191"/>
                </a:cubicBezTo>
                <a:cubicBezTo>
                  <a:pt x="25" y="189"/>
                  <a:pt x="27" y="187"/>
                  <a:pt x="27" y="184"/>
                </a:cubicBezTo>
                <a:cubicBezTo>
                  <a:pt x="27" y="181"/>
                  <a:pt x="25" y="182"/>
                  <a:pt x="23" y="181"/>
                </a:cubicBezTo>
                <a:cubicBezTo>
                  <a:pt x="20" y="180"/>
                  <a:pt x="20" y="177"/>
                  <a:pt x="20" y="175"/>
                </a:cubicBezTo>
                <a:cubicBezTo>
                  <a:pt x="20" y="174"/>
                  <a:pt x="20" y="173"/>
                  <a:pt x="20" y="172"/>
                </a:cubicBezTo>
                <a:cubicBezTo>
                  <a:pt x="21" y="172"/>
                  <a:pt x="21" y="172"/>
                  <a:pt x="21" y="172"/>
                </a:cubicBezTo>
                <a:cubicBezTo>
                  <a:pt x="22" y="172"/>
                  <a:pt x="22" y="172"/>
                  <a:pt x="22" y="171"/>
                </a:cubicBezTo>
                <a:cubicBezTo>
                  <a:pt x="22" y="170"/>
                  <a:pt x="26" y="171"/>
                  <a:pt x="27" y="172"/>
                </a:cubicBezTo>
                <a:cubicBezTo>
                  <a:pt x="29" y="168"/>
                  <a:pt x="36" y="170"/>
                  <a:pt x="39" y="166"/>
                </a:cubicBezTo>
                <a:cubicBezTo>
                  <a:pt x="41" y="163"/>
                  <a:pt x="33" y="161"/>
                  <a:pt x="31" y="160"/>
                </a:cubicBezTo>
                <a:cubicBezTo>
                  <a:pt x="34" y="158"/>
                  <a:pt x="32" y="157"/>
                  <a:pt x="33" y="155"/>
                </a:cubicBezTo>
                <a:cubicBezTo>
                  <a:pt x="37" y="153"/>
                  <a:pt x="42" y="152"/>
                  <a:pt x="47" y="150"/>
                </a:cubicBezTo>
                <a:cubicBezTo>
                  <a:pt x="50" y="148"/>
                  <a:pt x="51" y="144"/>
                  <a:pt x="51" y="141"/>
                </a:cubicBezTo>
                <a:cubicBezTo>
                  <a:pt x="51" y="139"/>
                  <a:pt x="50" y="137"/>
                  <a:pt x="50" y="135"/>
                </a:cubicBezTo>
                <a:cubicBezTo>
                  <a:pt x="51" y="132"/>
                  <a:pt x="52" y="131"/>
                  <a:pt x="54" y="129"/>
                </a:cubicBezTo>
                <a:cubicBezTo>
                  <a:pt x="55" y="127"/>
                  <a:pt x="54" y="126"/>
                  <a:pt x="53" y="124"/>
                </a:cubicBezTo>
                <a:cubicBezTo>
                  <a:pt x="52" y="122"/>
                  <a:pt x="52" y="119"/>
                  <a:pt x="52" y="117"/>
                </a:cubicBezTo>
                <a:cubicBezTo>
                  <a:pt x="49" y="116"/>
                  <a:pt x="47" y="116"/>
                  <a:pt x="44" y="116"/>
                </a:cubicBezTo>
                <a:cubicBezTo>
                  <a:pt x="45" y="115"/>
                  <a:pt x="47" y="114"/>
                  <a:pt x="47" y="112"/>
                </a:cubicBezTo>
                <a:cubicBezTo>
                  <a:pt x="48" y="111"/>
                  <a:pt x="46" y="108"/>
                  <a:pt x="49" y="107"/>
                </a:cubicBezTo>
                <a:cubicBezTo>
                  <a:pt x="48" y="106"/>
                  <a:pt x="46" y="105"/>
                  <a:pt x="44" y="105"/>
                </a:cubicBezTo>
                <a:cubicBezTo>
                  <a:pt x="44" y="103"/>
                  <a:pt x="43" y="101"/>
                  <a:pt x="44" y="100"/>
                </a:cubicBezTo>
                <a:cubicBezTo>
                  <a:pt x="45" y="98"/>
                  <a:pt x="48" y="98"/>
                  <a:pt x="48" y="97"/>
                </a:cubicBezTo>
                <a:cubicBezTo>
                  <a:pt x="48" y="94"/>
                  <a:pt x="44" y="90"/>
                  <a:pt x="50" y="91"/>
                </a:cubicBezTo>
                <a:cubicBezTo>
                  <a:pt x="49" y="93"/>
                  <a:pt x="51" y="92"/>
                  <a:pt x="52" y="93"/>
                </a:cubicBezTo>
                <a:cubicBezTo>
                  <a:pt x="53" y="94"/>
                  <a:pt x="54" y="96"/>
                  <a:pt x="56" y="95"/>
                </a:cubicBezTo>
                <a:cubicBezTo>
                  <a:pt x="56" y="90"/>
                  <a:pt x="47" y="86"/>
                  <a:pt x="50" y="81"/>
                </a:cubicBezTo>
                <a:cubicBezTo>
                  <a:pt x="53" y="81"/>
                  <a:pt x="53" y="84"/>
                  <a:pt x="54" y="85"/>
                </a:cubicBezTo>
                <a:cubicBezTo>
                  <a:pt x="55" y="87"/>
                  <a:pt x="59" y="87"/>
                  <a:pt x="60" y="86"/>
                </a:cubicBezTo>
                <a:cubicBezTo>
                  <a:pt x="63" y="85"/>
                  <a:pt x="62" y="82"/>
                  <a:pt x="63" y="80"/>
                </a:cubicBezTo>
                <a:cubicBezTo>
                  <a:pt x="65" y="77"/>
                  <a:pt x="70" y="78"/>
                  <a:pt x="73" y="78"/>
                </a:cubicBezTo>
                <a:cubicBezTo>
                  <a:pt x="73" y="81"/>
                  <a:pt x="73" y="83"/>
                  <a:pt x="72" y="85"/>
                </a:cubicBezTo>
                <a:cubicBezTo>
                  <a:pt x="69" y="84"/>
                  <a:pt x="70" y="88"/>
                  <a:pt x="70" y="90"/>
                </a:cubicBezTo>
                <a:cubicBezTo>
                  <a:pt x="66" y="90"/>
                  <a:pt x="65" y="94"/>
                  <a:pt x="69" y="95"/>
                </a:cubicBezTo>
                <a:cubicBezTo>
                  <a:pt x="73" y="96"/>
                  <a:pt x="78" y="96"/>
                  <a:pt x="82" y="96"/>
                </a:cubicBezTo>
                <a:cubicBezTo>
                  <a:pt x="81" y="101"/>
                  <a:pt x="85" y="98"/>
                  <a:pt x="87" y="96"/>
                </a:cubicBezTo>
                <a:cubicBezTo>
                  <a:pt x="90" y="95"/>
                  <a:pt x="91" y="94"/>
                  <a:pt x="94" y="95"/>
                </a:cubicBezTo>
                <a:cubicBezTo>
                  <a:pt x="95" y="97"/>
                  <a:pt x="94" y="100"/>
                  <a:pt x="94" y="103"/>
                </a:cubicBezTo>
                <a:cubicBezTo>
                  <a:pt x="96" y="103"/>
                  <a:pt x="97" y="103"/>
                  <a:pt x="99" y="103"/>
                </a:cubicBezTo>
                <a:cubicBezTo>
                  <a:pt x="99" y="106"/>
                  <a:pt x="98" y="114"/>
                  <a:pt x="94" y="109"/>
                </a:cubicBezTo>
                <a:cubicBezTo>
                  <a:pt x="91" y="109"/>
                  <a:pt x="90" y="112"/>
                  <a:pt x="91" y="114"/>
                </a:cubicBezTo>
                <a:cubicBezTo>
                  <a:pt x="91" y="116"/>
                  <a:pt x="93" y="115"/>
                  <a:pt x="93" y="118"/>
                </a:cubicBezTo>
                <a:cubicBezTo>
                  <a:pt x="93" y="120"/>
                  <a:pt x="92" y="121"/>
                  <a:pt x="92" y="123"/>
                </a:cubicBezTo>
                <a:cubicBezTo>
                  <a:pt x="93" y="126"/>
                  <a:pt x="96" y="125"/>
                  <a:pt x="96" y="127"/>
                </a:cubicBezTo>
                <a:cubicBezTo>
                  <a:pt x="93" y="128"/>
                  <a:pt x="92" y="130"/>
                  <a:pt x="88" y="130"/>
                </a:cubicBezTo>
                <a:cubicBezTo>
                  <a:pt x="86" y="131"/>
                  <a:pt x="84" y="130"/>
                  <a:pt x="82" y="129"/>
                </a:cubicBezTo>
                <a:cubicBezTo>
                  <a:pt x="78" y="127"/>
                  <a:pt x="78" y="135"/>
                  <a:pt x="79" y="137"/>
                </a:cubicBezTo>
                <a:cubicBezTo>
                  <a:pt x="84" y="137"/>
                  <a:pt x="83" y="140"/>
                  <a:pt x="87" y="142"/>
                </a:cubicBezTo>
                <a:cubicBezTo>
                  <a:pt x="87" y="140"/>
                  <a:pt x="87" y="138"/>
                  <a:pt x="88" y="137"/>
                </a:cubicBezTo>
                <a:cubicBezTo>
                  <a:pt x="90" y="136"/>
                  <a:pt x="94" y="137"/>
                  <a:pt x="97" y="137"/>
                </a:cubicBezTo>
                <a:cubicBezTo>
                  <a:pt x="97" y="136"/>
                  <a:pt x="98" y="135"/>
                  <a:pt x="100" y="136"/>
                </a:cubicBezTo>
                <a:cubicBezTo>
                  <a:pt x="100" y="133"/>
                  <a:pt x="99" y="132"/>
                  <a:pt x="99" y="130"/>
                </a:cubicBezTo>
                <a:cubicBezTo>
                  <a:pt x="101" y="130"/>
                  <a:pt x="103" y="130"/>
                  <a:pt x="104" y="128"/>
                </a:cubicBezTo>
                <a:cubicBezTo>
                  <a:pt x="106" y="126"/>
                  <a:pt x="108" y="123"/>
                  <a:pt x="108" y="120"/>
                </a:cubicBezTo>
                <a:cubicBezTo>
                  <a:pt x="111" y="119"/>
                  <a:pt x="114" y="121"/>
                  <a:pt x="118" y="122"/>
                </a:cubicBezTo>
                <a:cubicBezTo>
                  <a:pt x="121" y="122"/>
                  <a:pt x="124" y="122"/>
                  <a:pt x="127" y="124"/>
                </a:cubicBezTo>
                <a:cubicBezTo>
                  <a:pt x="127" y="123"/>
                  <a:pt x="128" y="122"/>
                  <a:pt x="128" y="121"/>
                </a:cubicBezTo>
                <a:cubicBezTo>
                  <a:pt x="129" y="121"/>
                  <a:pt x="130" y="121"/>
                  <a:pt x="132" y="121"/>
                </a:cubicBezTo>
                <a:cubicBezTo>
                  <a:pt x="132" y="120"/>
                  <a:pt x="132" y="120"/>
                  <a:pt x="132" y="120"/>
                </a:cubicBezTo>
                <a:cubicBezTo>
                  <a:pt x="132" y="121"/>
                  <a:pt x="132" y="123"/>
                  <a:pt x="132" y="124"/>
                </a:cubicBezTo>
                <a:cubicBezTo>
                  <a:pt x="134" y="124"/>
                  <a:pt x="135" y="126"/>
                  <a:pt x="137" y="125"/>
                </a:cubicBezTo>
                <a:cubicBezTo>
                  <a:pt x="137" y="127"/>
                  <a:pt x="138" y="129"/>
                  <a:pt x="140" y="129"/>
                </a:cubicBezTo>
                <a:cubicBezTo>
                  <a:pt x="140" y="126"/>
                  <a:pt x="145" y="126"/>
                  <a:pt x="145" y="124"/>
                </a:cubicBezTo>
                <a:cubicBezTo>
                  <a:pt x="141" y="123"/>
                  <a:pt x="143" y="111"/>
                  <a:pt x="142" y="108"/>
                </a:cubicBezTo>
                <a:cubicBezTo>
                  <a:pt x="145" y="107"/>
                  <a:pt x="146" y="110"/>
                  <a:pt x="148" y="111"/>
                </a:cubicBezTo>
                <a:cubicBezTo>
                  <a:pt x="152" y="112"/>
                  <a:pt x="153" y="107"/>
                  <a:pt x="153" y="105"/>
                </a:cubicBezTo>
                <a:cubicBezTo>
                  <a:pt x="153" y="101"/>
                  <a:pt x="152" y="100"/>
                  <a:pt x="149" y="99"/>
                </a:cubicBezTo>
                <a:cubicBezTo>
                  <a:pt x="145" y="98"/>
                  <a:pt x="143" y="97"/>
                  <a:pt x="142" y="94"/>
                </a:cubicBezTo>
                <a:cubicBezTo>
                  <a:pt x="144" y="94"/>
                  <a:pt x="148" y="94"/>
                  <a:pt x="147" y="91"/>
                </a:cubicBezTo>
                <a:cubicBezTo>
                  <a:pt x="147" y="89"/>
                  <a:pt x="145" y="89"/>
                  <a:pt x="145" y="87"/>
                </a:cubicBezTo>
                <a:cubicBezTo>
                  <a:pt x="144" y="86"/>
                  <a:pt x="145" y="84"/>
                  <a:pt x="145" y="83"/>
                </a:cubicBezTo>
                <a:cubicBezTo>
                  <a:pt x="149" y="82"/>
                  <a:pt x="152" y="83"/>
                  <a:pt x="156" y="83"/>
                </a:cubicBezTo>
                <a:cubicBezTo>
                  <a:pt x="159" y="82"/>
                  <a:pt x="161" y="81"/>
                  <a:pt x="164" y="80"/>
                </a:cubicBezTo>
                <a:cubicBezTo>
                  <a:pt x="164" y="80"/>
                  <a:pt x="164" y="82"/>
                  <a:pt x="164" y="82"/>
                </a:cubicBezTo>
                <a:cubicBezTo>
                  <a:pt x="166" y="82"/>
                  <a:pt x="167" y="81"/>
                  <a:pt x="169" y="82"/>
                </a:cubicBezTo>
                <a:cubicBezTo>
                  <a:pt x="169" y="78"/>
                  <a:pt x="169" y="75"/>
                  <a:pt x="169" y="71"/>
                </a:cubicBezTo>
                <a:cubicBezTo>
                  <a:pt x="166" y="72"/>
                  <a:pt x="167" y="68"/>
                  <a:pt x="167" y="66"/>
                </a:cubicBezTo>
                <a:cubicBezTo>
                  <a:pt x="163" y="66"/>
                  <a:pt x="162" y="67"/>
                  <a:pt x="161" y="71"/>
                </a:cubicBezTo>
                <a:cubicBezTo>
                  <a:pt x="160" y="71"/>
                  <a:pt x="159" y="70"/>
                  <a:pt x="158" y="69"/>
                </a:cubicBezTo>
                <a:cubicBezTo>
                  <a:pt x="156" y="69"/>
                  <a:pt x="155" y="70"/>
                  <a:pt x="153" y="70"/>
                </a:cubicBezTo>
                <a:cubicBezTo>
                  <a:pt x="148" y="71"/>
                  <a:pt x="142" y="70"/>
                  <a:pt x="137" y="68"/>
                </a:cubicBezTo>
                <a:cubicBezTo>
                  <a:pt x="134" y="67"/>
                  <a:pt x="133" y="66"/>
                  <a:pt x="132" y="63"/>
                </a:cubicBezTo>
                <a:cubicBezTo>
                  <a:pt x="131" y="59"/>
                  <a:pt x="130" y="54"/>
                  <a:pt x="128" y="50"/>
                </a:cubicBezTo>
                <a:cubicBezTo>
                  <a:pt x="132" y="51"/>
                  <a:pt x="130" y="46"/>
                  <a:pt x="132" y="44"/>
                </a:cubicBezTo>
                <a:cubicBezTo>
                  <a:pt x="136" y="44"/>
                  <a:pt x="140" y="43"/>
                  <a:pt x="143" y="39"/>
                </a:cubicBezTo>
                <a:cubicBezTo>
                  <a:pt x="145" y="36"/>
                  <a:pt x="148" y="31"/>
                  <a:pt x="153" y="30"/>
                </a:cubicBezTo>
                <a:cubicBezTo>
                  <a:pt x="155" y="30"/>
                  <a:pt x="158" y="30"/>
                  <a:pt x="160" y="28"/>
                </a:cubicBezTo>
                <a:cubicBezTo>
                  <a:pt x="161" y="26"/>
                  <a:pt x="161" y="25"/>
                  <a:pt x="163" y="24"/>
                </a:cubicBezTo>
                <a:cubicBezTo>
                  <a:pt x="166" y="23"/>
                  <a:pt x="171" y="23"/>
                  <a:pt x="173" y="20"/>
                </a:cubicBezTo>
                <a:cubicBezTo>
                  <a:pt x="176" y="20"/>
                  <a:pt x="179" y="19"/>
                  <a:pt x="181" y="17"/>
                </a:cubicBezTo>
                <a:cubicBezTo>
                  <a:pt x="182" y="16"/>
                  <a:pt x="183" y="15"/>
                  <a:pt x="184" y="14"/>
                </a:cubicBezTo>
                <a:cubicBezTo>
                  <a:pt x="186" y="13"/>
                  <a:pt x="188" y="13"/>
                  <a:pt x="190" y="13"/>
                </a:cubicBezTo>
                <a:cubicBezTo>
                  <a:pt x="191" y="5"/>
                  <a:pt x="201" y="8"/>
                  <a:pt x="206" y="7"/>
                </a:cubicBezTo>
                <a:cubicBezTo>
                  <a:pt x="207" y="4"/>
                  <a:pt x="207" y="4"/>
                  <a:pt x="207" y="4"/>
                </a:cubicBezTo>
                <a:cubicBezTo>
                  <a:pt x="208" y="2"/>
                  <a:pt x="210" y="1"/>
                  <a:pt x="211" y="0"/>
                </a:cubicBezTo>
                <a:cubicBezTo>
                  <a:pt x="211" y="0"/>
                  <a:pt x="211" y="0"/>
                  <a:pt x="211" y="0"/>
                </a:cubicBezTo>
                <a:cubicBezTo>
                  <a:pt x="212" y="0"/>
                  <a:pt x="212" y="0"/>
                  <a:pt x="212" y="0"/>
                </a:cubicBezTo>
                <a:cubicBezTo>
                  <a:pt x="214" y="1"/>
                  <a:pt x="216" y="0"/>
                  <a:pt x="218" y="0"/>
                </a:cubicBezTo>
                <a:cubicBezTo>
                  <a:pt x="220" y="0"/>
                  <a:pt x="222" y="2"/>
                  <a:pt x="225" y="2"/>
                </a:cubicBezTo>
                <a:cubicBezTo>
                  <a:pt x="227" y="2"/>
                  <a:pt x="229" y="2"/>
                  <a:pt x="232" y="2"/>
                </a:cubicBezTo>
                <a:cubicBezTo>
                  <a:pt x="232" y="1"/>
                  <a:pt x="232" y="1"/>
                  <a:pt x="232" y="1"/>
                </a:cubicBezTo>
                <a:cubicBezTo>
                  <a:pt x="236" y="1"/>
                  <a:pt x="237" y="2"/>
                  <a:pt x="239" y="4"/>
                </a:cubicBezTo>
                <a:cubicBezTo>
                  <a:pt x="239" y="6"/>
                  <a:pt x="241" y="6"/>
                  <a:pt x="243" y="7"/>
                </a:cubicBezTo>
                <a:cubicBezTo>
                  <a:pt x="245" y="7"/>
                  <a:pt x="245" y="9"/>
                  <a:pt x="245" y="11"/>
                </a:cubicBezTo>
                <a:cubicBezTo>
                  <a:pt x="245" y="14"/>
                  <a:pt x="247" y="16"/>
                  <a:pt x="248" y="18"/>
                </a:cubicBezTo>
                <a:cubicBezTo>
                  <a:pt x="250" y="21"/>
                  <a:pt x="248" y="24"/>
                  <a:pt x="248" y="27"/>
                </a:cubicBezTo>
                <a:cubicBezTo>
                  <a:pt x="244" y="28"/>
                  <a:pt x="246" y="31"/>
                  <a:pt x="244" y="31"/>
                </a:cubicBezTo>
                <a:cubicBezTo>
                  <a:pt x="243" y="33"/>
                  <a:pt x="244" y="34"/>
                  <a:pt x="243" y="36"/>
                </a:cubicBezTo>
                <a:cubicBezTo>
                  <a:pt x="241" y="37"/>
                  <a:pt x="241" y="41"/>
                  <a:pt x="239" y="43"/>
                </a:cubicBezTo>
                <a:cubicBezTo>
                  <a:pt x="238" y="45"/>
                  <a:pt x="236" y="47"/>
                  <a:pt x="236" y="49"/>
                </a:cubicBezTo>
                <a:cubicBezTo>
                  <a:pt x="234" y="47"/>
                  <a:pt x="234" y="51"/>
                  <a:pt x="234" y="52"/>
                </a:cubicBezTo>
                <a:cubicBezTo>
                  <a:pt x="233" y="52"/>
                  <a:pt x="233" y="52"/>
                  <a:pt x="233" y="52"/>
                </a:cubicBezTo>
                <a:cubicBezTo>
                  <a:pt x="233" y="54"/>
                  <a:pt x="236" y="56"/>
                  <a:pt x="235" y="57"/>
                </a:cubicBezTo>
                <a:cubicBezTo>
                  <a:pt x="234" y="59"/>
                  <a:pt x="233" y="58"/>
                  <a:pt x="231" y="58"/>
                </a:cubicBezTo>
                <a:cubicBezTo>
                  <a:pt x="230" y="58"/>
                  <a:pt x="229" y="59"/>
                  <a:pt x="228" y="60"/>
                </a:cubicBezTo>
                <a:cubicBezTo>
                  <a:pt x="225" y="61"/>
                  <a:pt x="222" y="60"/>
                  <a:pt x="219" y="60"/>
                </a:cubicBezTo>
                <a:cubicBezTo>
                  <a:pt x="216" y="60"/>
                  <a:pt x="217" y="64"/>
                  <a:pt x="216" y="66"/>
                </a:cubicBezTo>
                <a:cubicBezTo>
                  <a:pt x="215" y="66"/>
                  <a:pt x="213" y="65"/>
                  <a:pt x="212" y="66"/>
                </a:cubicBezTo>
                <a:cubicBezTo>
                  <a:pt x="212" y="67"/>
                  <a:pt x="212" y="69"/>
                  <a:pt x="212" y="70"/>
                </a:cubicBezTo>
                <a:cubicBezTo>
                  <a:pt x="212" y="72"/>
                  <a:pt x="211" y="77"/>
                  <a:pt x="215" y="77"/>
                </a:cubicBezTo>
                <a:cubicBezTo>
                  <a:pt x="215" y="78"/>
                  <a:pt x="216" y="79"/>
                  <a:pt x="216" y="81"/>
                </a:cubicBezTo>
                <a:cubicBezTo>
                  <a:pt x="213" y="80"/>
                  <a:pt x="214" y="84"/>
                  <a:pt x="211" y="83"/>
                </a:cubicBezTo>
                <a:cubicBezTo>
                  <a:pt x="211" y="86"/>
                  <a:pt x="211" y="88"/>
                  <a:pt x="209" y="90"/>
                </a:cubicBezTo>
                <a:cubicBezTo>
                  <a:pt x="208" y="91"/>
                  <a:pt x="205" y="93"/>
                  <a:pt x="203" y="93"/>
                </a:cubicBezTo>
                <a:cubicBezTo>
                  <a:pt x="203" y="96"/>
                  <a:pt x="212" y="108"/>
                  <a:pt x="206" y="110"/>
                </a:cubicBezTo>
                <a:cubicBezTo>
                  <a:pt x="205" y="112"/>
                  <a:pt x="207" y="112"/>
                  <a:pt x="209" y="113"/>
                </a:cubicBezTo>
                <a:cubicBezTo>
                  <a:pt x="214" y="114"/>
                  <a:pt x="211" y="119"/>
                  <a:pt x="211" y="122"/>
                </a:cubicBezTo>
                <a:cubicBezTo>
                  <a:pt x="212" y="122"/>
                  <a:pt x="213" y="123"/>
                  <a:pt x="215" y="123"/>
                </a:cubicBezTo>
                <a:cubicBezTo>
                  <a:pt x="215" y="120"/>
                  <a:pt x="215" y="118"/>
                  <a:pt x="218" y="117"/>
                </a:cubicBezTo>
                <a:cubicBezTo>
                  <a:pt x="218" y="120"/>
                  <a:pt x="221" y="118"/>
                  <a:pt x="223" y="120"/>
                </a:cubicBezTo>
                <a:cubicBezTo>
                  <a:pt x="225" y="121"/>
                  <a:pt x="223" y="126"/>
                  <a:pt x="227" y="126"/>
                </a:cubicBezTo>
                <a:cubicBezTo>
                  <a:pt x="227" y="126"/>
                  <a:pt x="228" y="125"/>
                  <a:pt x="227" y="125"/>
                </a:cubicBezTo>
                <a:cubicBezTo>
                  <a:pt x="229" y="124"/>
                  <a:pt x="232" y="124"/>
                  <a:pt x="232" y="127"/>
                </a:cubicBezTo>
                <a:cubicBezTo>
                  <a:pt x="235" y="126"/>
                  <a:pt x="236" y="124"/>
                  <a:pt x="239" y="123"/>
                </a:cubicBezTo>
                <a:cubicBezTo>
                  <a:pt x="239" y="121"/>
                  <a:pt x="240" y="119"/>
                  <a:pt x="241" y="118"/>
                </a:cubicBezTo>
                <a:cubicBezTo>
                  <a:pt x="240" y="117"/>
                  <a:pt x="239" y="115"/>
                  <a:pt x="237" y="114"/>
                </a:cubicBezTo>
                <a:cubicBezTo>
                  <a:pt x="237" y="113"/>
                  <a:pt x="238" y="112"/>
                  <a:pt x="239" y="112"/>
                </a:cubicBezTo>
                <a:cubicBezTo>
                  <a:pt x="239" y="111"/>
                  <a:pt x="239" y="110"/>
                  <a:pt x="239" y="109"/>
                </a:cubicBezTo>
                <a:cubicBezTo>
                  <a:pt x="239" y="108"/>
                  <a:pt x="237" y="108"/>
                  <a:pt x="237" y="106"/>
                </a:cubicBezTo>
                <a:cubicBezTo>
                  <a:pt x="235" y="106"/>
                  <a:pt x="233" y="108"/>
                  <a:pt x="230" y="107"/>
                </a:cubicBezTo>
                <a:cubicBezTo>
                  <a:pt x="230" y="103"/>
                  <a:pt x="232" y="99"/>
                  <a:pt x="232" y="96"/>
                </a:cubicBezTo>
                <a:cubicBezTo>
                  <a:pt x="231" y="93"/>
                  <a:pt x="228" y="95"/>
                  <a:pt x="227" y="93"/>
                </a:cubicBezTo>
                <a:cubicBezTo>
                  <a:pt x="226" y="91"/>
                  <a:pt x="229" y="82"/>
                  <a:pt x="224" y="82"/>
                </a:cubicBezTo>
                <a:cubicBezTo>
                  <a:pt x="223" y="80"/>
                  <a:pt x="225" y="76"/>
                  <a:pt x="222" y="74"/>
                </a:cubicBezTo>
                <a:cubicBezTo>
                  <a:pt x="221" y="74"/>
                  <a:pt x="217" y="74"/>
                  <a:pt x="218" y="72"/>
                </a:cubicBezTo>
                <a:cubicBezTo>
                  <a:pt x="220" y="72"/>
                  <a:pt x="221" y="70"/>
                  <a:pt x="223" y="68"/>
                </a:cubicBezTo>
                <a:cubicBezTo>
                  <a:pt x="226" y="67"/>
                  <a:pt x="228" y="67"/>
                  <a:pt x="228" y="71"/>
                </a:cubicBezTo>
                <a:cubicBezTo>
                  <a:pt x="231" y="71"/>
                  <a:pt x="232" y="71"/>
                  <a:pt x="232" y="68"/>
                </a:cubicBezTo>
                <a:cubicBezTo>
                  <a:pt x="233" y="68"/>
                  <a:pt x="234" y="68"/>
                  <a:pt x="234" y="68"/>
                </a:cubicBezTo>
                <a:cubicBezTo>
                  <a:pt x="234" y="67"/>
                  <a:pt x="234" y="66"/>
                  <a:pt x="234" y="65"/>
                </a:cubicBezTo>
                <a:cubicBezTo>
                  <a:pt x="237" y="65"/>
                  <a:pt x="238" y="62"/>
                  <a:pt x="240" y="62"/>
                </a:cubicBezTo>
                <a:cubicBezTo>
                  <a:pt x="241" y="63"/>
                  <a:pt x="240" y="64"/>
                  <a:pt x="239" y="65"/>
                </a:cubicBezTo>
                <a:cubicBezTo>
                  <a:pt x="238" y="67"/>
                  <a:pt x="241" y="69"/>
                  <a:pt x="241" y="71"/>
                </a:cubicBezTo>
                <a:cubicBezTo>
                  <a:pt x="238" y="71"/>
                  <a:pt x="235" y="71"/>
                  <a:pt x="235" y="75"/>
                </a:cubicBezTo>
                <a:cubicBezTo>
                  <a:pt x="236" y="75"/>
                  <a:pt x="237" y="76"/>
                  <a:pt x="237" y="76"/>
                </a:cubicBezTo>
                <a:cubicBezTo>
                  <a:pt x="237" y="75"/>
                  <a:pt x="238" y="74"/>
                  <a:pt x="238" y="73"/>
                </a:cubicBezTo>
                <a:cubicBezTo>
                  <a:pt x="238" y="73"/>
                  <a:pt x="239" y="73"/>
                  <a:pt x="240" y="73"/>
                </a:cubicBezTo>
                <a:cubicBezTo>
                  <a:pt x="240" y="75"/>
                  <a:pt x="240" y="77"/>
                  <a:pt x="238" y="78"/>
                </a:cubicBezTo>
                <a:cubicBezTo>
                  <a:pt x="238" y="78"/>
                  <a:pt x="238" y="79"/>
                  <a:pt x="238" y="80"/>
                </a:cubicBezTo>
                <a:cubicBezTo>
                  <a:pt x="239" y="80"/>
                  <a:pt x="240" y="79"/>
                  <a:pt x="240" y="78"/>
                </a:cubicBezTo>
                <a:cubicBezTo>
                  <a:pt x="241" y="78"/>
                  <a:pt x="243" y="77"/>
                  <a:pt x="244" y="77"/>
                </a:cubicBezTo>
                <a:cubicBezTo>
                  <a:pt x="245" y="78"/>
                  <a:pt x="243" y="80"/>
                  <a:pt x="246" y="81"/>
                </a:cubicBezTo>
                <a:cubicBezTo>
                  <a:pt x="245" y="81"/>
                  <a:pt x="246" y="82"/>
                  <a:pt x="246" y="82"/>
                </a:cubicBezTo>
                <a:cubicBezTo>
                  <a:pt x="247" y="82"/>
                  <a:pt x="248" y="81"/>
                  <a:pt x="250" y="81"/>
                </a:cubicBezTo>
                <a:cubicBezTo>
                  <a:pt x="252" y="82"/>
                  <a:pt x="253" y="83"/>
                  <a:pt x="256" y="82"/>
                </a:cubicBezTo>
                <a:cubicBezTo>
                  <a:pt x="256" y="82"/>
                  <a:pt x="256" y="81"/>
                  <a:pt x="256" y="80"/>
                </a:cubicBezTo>
                <a:cubicBezTo>
                  <a:pt x="258" y="80"/>
                  <a:pt x="255" y="74"/>
                  <a:pt x="255" y="73"/>
                </a:cubicBezTo>
                <a:cubicBezTo>
                  <a:pt x="257" y="73"/>
                  <a:pt x="258" y="75"/>
                  <a:pt x="260" y="74"/>
                </a:cubicBezTo>
                <a:cubicBezTo>
                  <a:pt x="259" y="78"/>
                  <a:pt x="262" y="77"/>
                  <a:pt x="264" y="77"/>
                </a:cubicBezTo>
                <a:cubicBezTo>
                  <a:pt x="265" y="79"/>
                  <a:pt x="254" y="87"/>
                  <a:pt x="261" y="88"/>
                </a:cubicBezTo>
                <a:cubicBezTo>
                  <a:pt x="262" y="86"/>
                  <a:pt x="260" y="85"/>
                  <a:pt x="262" y="84"/>
                </a:cubicBezTo>
                <a:cubicBezTo>
                  <a:pt x="263" y="83"/>
                  <a:pt x="265" y="84"/>
                  <a:pt x="267" y="84"/>
                </a:cubicBezTo>
                <a:cubicBezTo>
                  <a:pt x="267" y="80"/>
                  <a:pt x="270" y="81"/>
                  <a:pt x="270" y="84"/>
                </a:cubicBezTo>
                <a:cubicBezTo>
                  <a:pt x="274" y="84"/>
                  <a:pt x="278" y="84"/>
                  <a:pt x="282" y="84"/>
                </a:cubicBezTo>
                <a:cubicBezTo>
                  <a:pt x="282" y="83"/>
                  <a:pt x="281" y="76"/>
                  <a:pt x="284" y="78"/>
                </a:cubicBezTo>
                <a:cubicBezTo>
                  <a:pt x="286" y="79"/>
                  <a:pt x="292" y="76"/>
                  <a:pt x="290" y="73"/>
                </a:cubicBezTo>
                <a:cubicBezTo>
                  <a:pt x="292" y="73"/>
                  <a:pt x="294" y="73"/>
                  <a:pt x="295" y="74"/>
                </a:cubicBezTo>
                <a:cubicBezTo>
                  <a:pt x="295" y="72"/>
                  <a:pt x="300" y="71"/>
                  <a:pt x="301" y="71"/>
                </a:cubicBezTo>
                <a:cubicBezTo>
                  <a:pt x="301" y="73"/>
                  <a:pt x="301" y="75"/>
                  <a:pt x="303" y="76"/>
                </a:cubicBezTo>
                <a:cubicBezTo>
                  <a:pt x="304" y="77"/>
                  <a:pt x="306" y="79"/>
                  <a:pt x="308" y="80"/>
                </a:cubicBezTo>
                <a:cubicBezTo>
                  <a:pt x="308" y="84"/>
                  <a:pt x="303" y="83"/>
                  <a:pt x="304" y="86"/>
                </a:cubicBezTo>
                <a:cubicBezTo>
                  <a:pt x="305" y="87"/>
                  <a:pt x="305" y="87"/>
                  <a:pt x="305" y="87"/>
                </a:cubicBezTo>
                <a:cubicBezTo>
                  <a:pt x="304" y="88"/>
                  <a:pt x="304" y="88"/>
                  <a:pt x="304" y="88"/>
                </a:cubicBezTo>
                <a:cubicBezTo>
                  <a:pt x="303" y="88"/>
                  <a:pt x="303" y="88"/>
                  <a:pt x="303" y="89"/>
                </a:cubicBezTo>
                <a:cubicBezTo>
                  <a:pt x="302" y="89"/>
                  <a:pt x="301" y="90"/>
                  <a:pt x="301" y="91"/>
                </a:cubicBezTo>
                <a:cubicBezTo>
                  <a:pt x="302" y="91"/>
                  <a:pt x="303" y="91"/>
                  <a:pt x="304" y="90"/>
                </a:cubicBezTo>
                <a:cubicBezTo>
                  <a:pt x="304" y="89"/>
                  <a:pt x="306" y="87"/>
                  <a:pt x="308" y="88"/>
                </a:cubicBezTo>
                <a:cubicBezTo>
                  <a:pt x="309" y="89"/>
                  <a:pt x="309" y="91"/>
                  <a:pt x="309" y="92"/>
                </a:cubicBezTo>
                <a:cubicBezTo>
                  <a:pt x="312" y="93"/>
                  <a:pt x="311" y="88"/>
                  <a:pt x="311" y="87"/>
                </a:cubicBezTo>
                <a:cubicBezTo>
                  <a:pt x="312" y="86"/>
                  <a:pt x="313" y="86"/>
                  <a:pt x="314" y="87"/>
                </a:cubicBezTo>
                <a:cubicBezTo>
                  <a:pt x="314" y="86"/>
                  <a:pt x="315" y="86"/>
                  <a:pt x="315" y="85"/>
                </a:cubicBezTo>
                <a:cubicBezTo>
                  <a:pt x="317" y="85"/>
                  <a:pt x="316" y="86"/>
                  <a:pt x="317" y="87"/>
                </a:cubicBezTo>
                <a:cubicBezTo>
                  <a:pt x="318" y="89"/>
                  <a:pt x="321" y="88"/>
                  <a:pt x="322" y="88"/>
                </a:cubicBezTo>
                <a:cubicBezTo>
                  <a:pt x="322" y="87"/>
                  <a:pt x="322" y="87"/>
                  <a:pt x="322" y="87"/>
                </a:cubicBezTo>
                <a:cubicBezTo>
                  <a:pt x="321" y="87"/>
                  <a:pt x="321" y="86"/>
                  <a:pt x="321" y="85"/>
                </a:cubicBezTo>
                <a:cubicBezTo>
                  <a:pt x="322" y="85"/>
                  <a:pt x="324" y="85"/>
                  <a:pt x="325" y="85"/>
                </a:cubicBezTo>
                <a:cubicBezTo>
                  <a:pt x="325" y="86"/>
                  <a:pt x="325" y="87"/>
                  <a:pt x="325" y="87"/>
                </a:cubicBezTo>
                <a:cubicBezTo>
                  <a:pt x="326" y="86"/>
                  <a:pt x="326" y="85"/>
                  <a:pt x="326" y="85"/>
                </a:cubicBezTo>
                <a:cubicBezTo>
                  <a:pt x="327" y="85"/>
                  <a:pt x="328" y="85"/>
                  <a:pt x="329" y="85"/>
                </a:cubicBezTo>
                <a:cubicBezTo>
                  <a:pt x="329" y="85"/>
                  <a:pt x="329" y="86"/>
                  <a:pt x="328" y="86"/>
                </a:cubicBezTo>
                <a:cubicBezTo>
                  <a:pt x="327" y="87"/>
                  <a:pt x="327" y="88"/>
                  <a:pt x="327" y="90"/>
                </a:cubicBezTo>
                <a:cubicBezTo>
                  <a:pt x="327" y="92"/>
                  <a:pt x="326" y="94"/>
                  <a:pt x="325" y="96"/>
                </a:cubicBezTo>
                <a:cubicBezTo>
                  <a:pt x="328" y="97"/>
                  <a:pt x="329" y="94"/>
                  <a:pt x="331" y="94"/>
                </a:cubicBezTo>
                <a:cubicBezTo>
                  <a:pt x="331" y="96"/>
                  <a:pt x="341" y="95"/>
                  <a:pt x="343" y="95"/>
                </a:cubicBezTo>
                <a:cubicBezTo>
                  <a:pt x="341" y="91"/>
                  <a:pt x="347" y="89"/>
                  <a:pt x="345" y="86"/>
                </a:cubicBezTo>
                <a:cubicBezTo>
                  <a:pt x="345" y="85"/>
                  <a:pt x="346" y="85"/>
                  <a:pt x="347" y="85"/>
                </a:cubicBezTo>
                <a:cubicBezTo>
                  <a:pt x="347" y="86"/>
                  <a:pt x="347" y="87"/>
                  <a:pt x="348" y="87"/>
                </a:cubicBezTo>
                <a:cubicBezTo>
                  <a:pt x="348" y="86"/>
                  <a:pt x="350" y="84"/>
                  <a:pt x="352" y="85"/>
                </a:cubicBezTo>
                <a:cubicBezTo>
                  <a:pt x="352" y="85"/>
                  <a:pt x="352" y="86"/>
                  <a:pt x="352" y="86"/>
                </a:cubicBezTo>
                <a:cubicBezTo>
                  <a:pt x="353" y="87"/>
                  <a:pt x="354" y="88"/>
                  <a:pt x="356" y="88"/>
                </a:cubicBezTo>
                <a:cubicBezTo>
                  <a:pt x="355" y="86"/>
                  <a:pt x="357" y="85"/>
                  <a:pt x="357" y="83"/>
                </a:cubicBezTo>
                <a:cubicBezTo>
                  <a:pt x="358" y="83"/>
                  <a:pt x="360" y="82"/>
                  <a:pt x="362" y="83"/>
                </a:cubicBezTo>
                <a:cubicBezTo>
                  <a:pt x="364" y="85"/>
                  <a:pt x="361" y="88"/>
                  <a:pt x="362" y="90"/>
                </a:cubicBezTo>
                <a:cubicBezTo>
                  <a:pt x="363" y="90"/>
                  <a:pt x="367" y="89"/>
                  <a:pt x="367" y="91"/>
                </a:cubicBezTo>
                <a:cubicBezTo>
                  <a:pt x="368" y="95"/>
                  <a:pt x="373" y="93"/>
                  <a:pt x="376" y="94"/>
                </a:cubicBezTo>
                <a:cubicBezTo>
                  <a:pt x="376" y="96"/>
                  <a:pt x="375" y="99"/>
                  <a:pt x="376" y="101"/>
                </a:cubicBezTo>
                <a:cubicBezTo>
                  <a:pt x="378" y="103"/>
                  <a:pt x="382" y="101"/>
                  <a:pt x="385" y="102"/>
                </a:cubicBezTo>
                <a:cubicBezTo>
                  <a:pt x="385" y="102"/>
                  <a:pt x="385" y="103"/>
                  <a:pt x="385" y="104"/>
                </a:cubicBezTo>
                <a:cubicBezTo>
                  <a:pt x="386" y="104"/>
                  <a:pt x="388" y="104"/>
                  <a:pt x="390" y="104"/>
                </a:cubicBezTo>
                <a:cubicBezTo>
                  <a:pt x="390" y="106"/>
                  <a:pt x="390" y="108"/>
                  <a:pt x="390" y="109"/>
                </a:cubicBezTo>
                <a:cubicBezTo>
                  <a:pt x="391" y="109"/>
                  <a:pt x="392" y="109"/>
                  <a:pt x="393" y="109"/>
                </a:cubicBezTo>
                <a:cubicBezTo>
                  <a:pt x="393" y="110"/>
                  <a:pt x="393" y="111"/>
                  <a:pt x="393" y="112"/>
                </a:cubicBezTo>
                <a:cubicBezTo>
                  <a:pt x="395" y="112"/>
                  <a:pt x="395" y="114"/>
                  <a:pt x="397" y="114"/>
                </a:cubicBezTo>
                <a:cubicBezTo>
                  <a:pt x="397" y="112"/>
                  <a:pt x="396" y="111"/>
                  <a:pt x="397" y="110"/>
                </a:cubicBezTo>
                <a:cubicBezTo>
                  <a:pt x="400" y="110"/>
                  <a:pt x="407" y="111"/>
                  <a:pt x="409" y="109"/>
                </a:cubicBezTo>
                <a:cubicBezTo>
                  <a:pt x="410" y="108"/>
                  <a:pt x="412" y="109"/>
                  <a:pt x="413" y="110"/>
                </a:cubicBezTo>
                <a:cubicBezTo>
                  <a:pt x="413" y="110"/>
                  <a:pt x="413" y="111"/>
                  <a:pt x="413" y="112"/>
                </a:cubicBezTo>
                <a:cubicBezTo>
                  <a:pt x="414" y="113"/>
                  <a:pt x="415" y="112"/>
                  <a:pt x="416" y="113"/>
                </a:cubicBezTo>
                <a:cubicBezTo>
                  <a:pt x="419" y="116"/>
                  <a:pt x="414" y="118"/>
                  <a:pt x="412" y="116"/>
                </a:cubicBezTo>
                <a:cubicBezTo>
                  <a:pt x="411" y="118"/>
                  <a:pt x="411" y="119"/>
                  <a:pt x="411" y="120"/>
                </a:cubicBezTo>
                <a:cubicBezTo>
                  <a:pt x="412" y="120"/>
                  <a:pt x="412" y="120"/>
                  <a:pt x="413" y="120"/>
                </a:cubicBezTo>
                <a:cubicBezTo>
                  <a:pt x="413" y="122"/>
                  <a:pt x="413" y="123"/>
                  <a:pt x="413" y="124"/>
                </a:cubicBezTo>
                <a:cubicBezTo>
                  <a:pt x="416" y="124"/>
                  <a:pt x="416" y="127"/>
                  <a:pt x="415" y="129"/>
                </a:cubicBezTo>
                <a:cubicBezTo>
                  <a:pt x="414" y="132"/>
                  <a:pt x="412" y="133"/>
                  <a:pt x="412" y="136"/>
                </a:cubicBezTo>
                <a:cubicBezTo>
                  <a:pt x="411" y="136"/>
                  <a:pt x="411" y="136"/>
                  <a:pt x="410" y="136"/>
                </a:cubicBezTo>
                <a:cubicBezTo>
                  <a:pt x="410" y="136"/>
                  <a:pt x="410" y="137"/>
                  <a:pt x="410" y="138"/>
                </a:cubicBezTo>
                <a:cubicBezTo>
                  <a:pt x="411" y="138"/>
                  <a:pt x="413" y="139"/>
                  <a:pt x="413" y="140"/>
                </a:cubicBezTo>
                <a:cubicBezTo>
                  <a:pt x="414" y="142"/>
                  <a:pt x="413" y="144"/>
                  <a:pt x="415" y="143"/>
                </a:cubicBezTo>
                <a:lnTo>
                  <a:pt x="415" y="144"/>
                </a:ln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9" name="Freeform 441">
            <a:extLst>
              <a:ext uri="{FF2B5EF4-FFF2-40B4-BE49-F238E27FC236}">
                <a16:creationId xmlns:a16="http://schemas.microsoft.com/office/drawing/2014/main" id="{0D92884D-8873-42B3-8998-CC258D6D143E}"/>
              </a:ext>
            </a:extLst>
          </p:cNvPr>
          <p:cNvSpPr>
            <a:spLocks/>
          </p:cNvSpPr>
          <p:nvPr/>
        </p:nvSpPr>
        <p:spPr bwMode="auto">
          <a:xfrm>
            <a:off x="10876044" y="3687023"/>
            <a:ext cx="787926" cy="1289580"/>
          </a:xfrm>
          <a:custGeom>
            <a:avLst/>
            <a:gdLst>
              <a:gd name="T0" fmla="*/ 196 w 198"/>
              <a:gd name="T1" fmla="*/ 72 h 318"/>
              <a:gd name="T2" fmla="*/ 185 w 198"/>
              <a:gd name="T3" fmla="*/ 58 h 318"/>
              <a:gd name="T4" fmla="*/ 175 w 198"/>
              <a:gd name="T5" fmla="*/ 34 h 318"/>
              <a:gd name="T6" fmla="*/ 167 w 198"/>
              <a:gd name="T7" fmla="*/ 21 h 318"/>
              <a:gd name="T8" fmla="*/ 128 w 198"/>
              <a:gd name="T9" fmla="*/ 0 h 318"/>
              <a:gd name="T10" fmla="*/ 123 w 198"/>
              <a:gd name="T11" fmla="*/ 8 h 318"/>
              <a:gd name="T12" fmla="*/ 128 w 198"/>
              <a:gd name="T13" fmla="*/ 15 h 318"/>
              <a:gd name="T14" fmla="*/ 121 w 198"/>
              <a:gd name="T15" fmla="*/ 21 h 318"/>
              <a:gd name="T16" fmla="*/ 114 w 198"/>
              <a:gd name="T17" fmla="*/ 29 h 318"/>
              <a:gd name="T18" fmla="*/ 100 w 198"/>
              <a:gd name="T19" fmla="*/ 25 h 318"/>
              <a:gd name="T20" fmla="*/ 75 w 198"/>
              <a:gd name="T21" fmla="*/ 29 h 318"/>
              <a:gd name="T22" fmla="*/ 85 w 198"/>
              <a:gd name="T23" fmla="*/ 38 h 318"/>
              <a:gd name="T24" fmla="*/ 87 w 198"/>
              <a:gd name="T25" fmla="*/ 60 h 318"/>
              <a:gd name="T26" fmla="*/ 80 w 198"/>
              <a:gd name="T27" fmla="*/ 71 h 318"/>
              <a:gd name="T28" fmla="*/ 71 w 198"/>
              <a:gd name="T29" fmla="*/ 82 h 318"/>
              <a:gd name="T30" fmla="*/ 57 w 198"/>
              <a:gd name="T31" fmla="*/ 87 h 318"/>
              <a:gd name="T32" fmla="*/ 45 w 198"/>
              <a:gd name="T33" fmla="*/ 96 h 318"/>
              <a:gd name="T34" fmla="*/ 37 w 198"/>
              <a:gd name="T35" fmla="*/ 104 h 318"/>
              <a:gd name="T36" fmla="*/ 34 w 198"/>
              <a:gd name="T37" fmla="*/ 118 h 318"/>
              <a:gd name="T38" fmla="*/ 17 w 198"/>
              <a:gd name="T39" fmla="*/ 142 h 318"/>
              <a:gd name="T40" fmla="*/ 25 w 198"/>
              <a:gd name="T41" fmla="*/ 147 h 318"/>
              <a:gd name="T42" fmla="*/ 13 w 198"/>
              <a:gd name="T43" fmla="*/ 150 h 318"/>
              <a:gd name="T44" fmla="*/ 19 w 198"/>
              <a:gd name="T45" fmla="*/ 163 h 318"/>
              <a:gd name="T46" fmla="*/ 21 w 198"/>
              <a:gd name="T47" fmla="*/ 183 h 318"/>
              <a:gd name="T48" fmla="*/ 11 w 198"/>
              <a:gd name="T49" fmla="*/ 196 h 318"/>
              <a:gd name="T50" fmla="*/ 18 w 198"/>
              <a:gd name="T51" fmla="*/ 204 h 318"/>
              <a:gd name="T52" fmla="*/ 12 w 198"/>
              <a:gd name="T53" fmla="*/ 217 h 318"/>
              <a:gd name="T54" fmla="*/ 26 w 198"/>
              <a:gd name="T55" fmla="*/ 225 h 318"/>
              <a:gd name="T56" fmla="*/ 32 w 198"/>
              <a:gd name="T57" fmla="*/ 235 h 318"/>
              <a:gd name="T58" fmla="*/ 31 w 198"/>
              <a:gd name="T59" fmla="*/ 239 h 318"/>
              <a:gd name="T60" fmla="*/ 18 w 198"/>
              <a:gd name="T61" fmla="*/ 236 h 318"/>
              <a:gd name="T62" fmla="*/ 5 w 198"/>
              <a:gd name="T63" fmla="*/ 249 h 318"/>
              <a:gd name="T64" fmla="*/ 1 w 198"/>
              <a:gd name="T65" fmla="*/ 266 h 318"/>
              <a:gd name="T66" fmla="*/ 0 w 198"/>
              <a:gd name="T67" fmla="*/ 269 h 318"/>
              <a:gd name="T68" fmla="*/ 11 w 198"/>
              <a:gd name="T69" fmla="*/ 273 h 318"/>
              <a:gd name="T70" fmla="*/ 24 w 198"/>
              <a:gd name="T71" fmla="*/ 296 h 318"/>
              <a:gd name="T72" fmla="*/ 35 w 198"/>
              <a:gd name="T73" fmla="*/ 296 h 318"/>
              <a:gd name="T74" fmla="*/ 37 w 198"/>
              <a:gd name="T75" fmla="*/ 310 h 318"/>
              <a:gd name="T76" fmla="*/ 51 w 198"/>
              <a:gd name="T77" fmla="*/ 313 h 318"/>
              <a:gd name="T78" fmla="*/ 56 w 198"/>
              <a:gd name="T79" fmla="*/ 303 h 318"/>
              <a:gd name="T80" fmla="*/ 66 w 198"/>
              <a:gd name="T81" fmla="*/ 288 h 318"/>
              <a:gd name="T82" fmla="*/ 81 w 198"/>
              <a:gd name="T83" fmla="*/ 278 h 318"/>
              <a:gd name="T84" fmla="*/ 89 w 198"/>
              <a:gd name="T85" fmla="*/ 267 h 318"/>
              <a:gd name="T86" fmla="*/ 92 w 198"/>
              <a:gd name="T87" fmla="*/ 243 h 318"/>
              <a:gd name="T88" fmla="*/ 85 w 198"/>
              <a:gd name="T89" fmla="*/ 231 h 318"/>
              <a:gd name="T90" fmla="*/ 79 w 198"/>
              <a:gd name="T91" fmla="*/ 213 h 318"/>
              <a:gd name="T92" fmla="*/ 101 w 198"/>
              <a:gd name="T93" fmla="*/ 207 h 318"/>
              <a:gd name="T94" fmla="*/ 113 w 198"/>
              <a:gd name="T95" fmla="*/ 217 h 318"/>
              <a:gd name="T96" fmla="*/ 111 w 198"/>
              <a:gd name="T97" fmla="*/ 207 h 318"/>
              <a:gd name="T98" fmla="*/ 105 w 198"/>
              <a:gd name="T99" fmla="*/ 184 h 318"/>
              <a:gd name="T100" fmla="*/ 103 w 198"/>
              <a:gd name="T101" fmla="*/ 161 h 318"/>
              <a:gd name="T102" fmla="*/ 112 w 198"/>
              <a:gd name="T103" fmla="*/ 161 h 318"/>
              <a:gd name="T104" fmla="*/ 138 w 198"/>
              <a:gd name="T105" fmla="*/ 151 h 318"/>
              <a:gd name="T106" fmla="*/ 145 w 198"/>
              <a:gd name="T107" fmla="*/ 142 h 318"/>
              <a:gd name="T108" fmla="*/ 153 w 198"/>
              <a:gd name="T109" fmla="*/ 128 h 318"/>
              <a:gd name="T110" fmla="*/ 164 w 198"/>
              <a:gd name="T111" fmla="*/ 115 h 318"/>
              <a:gd name="T112" fmla="*/ 168 w 198"/>
              <a:gd name="T113" fmla="*/ 99 h 318"/>
              <a:gd name="T114" fmla="*/ 183 w 198"/>
              <a:gd name="T115" fmla="*/ 8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318">
                <a:moveTo>
                  <a:pt x="186" y="84"/>
                </a:moveTo>
                <a:cubicBezTo>
                  <a:pt x="187" y="82"/>
                  <a:pt x="188" y="79"/>
                  <a:pt x="191" y="77"/>
                </a:cubicBezTo>
                <a:cubicBezTo>
                  <a:pt x="193" y="75"/>
                  <a:pt x="196" y="76"/>
                  <a:pt x="196" y="72"/>
                </a:cubicBezTo>
                <a:cubicBezTo>
                  <a:pt x="197" y="70"/>
                  <a:pt x="197" y="67"/>
                  <a:pt x="198" y="65"/>
                </a:cubicBezTo>
                <a:cubicBezTo>
                  <a:pt x="195" y="64"/>
                  <a:pt x="191" y="65"/>
                  <a:pt x="189" y="62"/>
                </a:cubicBezTo>
                <a:cubicBezTo>
                  <a:pt x="188" y="61"/>
                  <a:pt x="188" y="58"/>
                  <a:pt x="185" y="58"/>
                </a:cubicBezTo>
                <a:cubicBezTo>
                  <a:pt x="185" y="56"/>
                  <a:pt x="186" y="49"/>
                  <a:pt x="182" y="49"/>
                </a:cubicBezTo>
                <a:cubicBezTo>
                  <a:pt x="181" y="44"/>
                  <a:pt x="186" y="38"/>
                  <a:pt x="181" y="34"/>
                </a:cubicBezTo>
                <a:cubicBezTo>
                  <a:pt x="180" y="33"/>
                  <a:pt x="177" y="35"/>
                  <a:pt x="175" y="34"/>
                </a:cubicBezTo>
                <a:cubicBezTo>
                  <a:pt x="174" y="33"/>
                  <a:pt x="174" y="31"/>
                  <a:pt x="174" y="29"/>
                </a:cubicBezTo>
                <a:cubicBezTo>
                  <a:pt x="171" y="30"/>
                  <a:pt x="171" y="27"/>
                  <a:pt x="170" y="26"/>
                </a:cubicBezTo>
                <a:cubicBezTo>
                  <a:pt x="170" y="24"/>
                  <a:pt x="169" y="22"/>
                  <a:pt x="167" y="21"/>
                </a:cubicBezTo>
                <a:cubicBezTo>
                  <a:pt x="163" y="19"/>
                  <a:pt x="161" y="18"/>
                  <a:pt x="161" y="13"/>
                </a:cubicBezTo>
                <a:cubicBezTo>
                  <a:pt x="161" y="10"/>
                  <a:pt x="157" y="9"/>
                  <a:pt x="154" y="9"/>
                </a:cubicBezTo>
                <a:cubicBezTo>
                  <a:pt x="128" y="0"/>
                  <a:pt x="128" y="0"/>
                  <a:pt x="128" y="0"/>
                </a:cubicBezTo>
                <a:cubicBezTo>
                  <a:pt x="128" y="1"/>
                  <a:pt x="128" y="1"/>
                  <a:pt x="128" y="1"/>
                </a:cubicBezTo>
                <a:cubicBezTo>
                  <a:pt x="127" y="4"/>
                  <a:pt x="125" y="5"/>
                  <a:pt x="125" y="8"/>
                </a:cubicBezTo>
                <a:cubicBezTo>
                  <a:pt x="124" y="8"/>
                  <a:pt x="124" y="8"/>
                  <a:pt x="123" y="8"/>
                </a:cubicBezTo>
                <a:cubicBezTo>
                  <a:pt x="123" y="8"/>
                  <a:pt x="123" y="9"/>
                  <a:pt x="123" y="10"/>
                </a:cubicBezTo>
                <a:cubicBezTo>
                  <a:pt x="124" y="10"/>
                  <a:pt x="126" y="11"/>
                  <a:pt x="126" y="12"/>
                </a:cubicBezTo>
                <a:cubicBezTo>
                  <a:pt x="127" y="14"/>
                  <a:pt x="126" y="16"/>
                  <a:pt x="128" y="15"/>
                </a:cubicBezTo>
                <a:cubicBezTo>
                  <a:pt x="128" y="16"/>
                  <a:pt x="128" y="16"/>
                  <a:pt x="128" y="16"/>
                </a:cubicBezTo>
                <a:cubicBezTo>
                  <a:pt x="127" y="17"/>
                  <a:pt x="127" y="19"/>
                  <a:pt x="125" y="19"/>
                </a:cubicBezTo>
                <a:cubicBezTo>
                  <a:pt x="123" y="20"/>
                  <a:pt x="121" y="19"/>
                  <a:pt x="121" y="21"/>
                </a:cubicBezTo>
                <a:cubicBezTo>
                  <a:pt x="121" y="22"/>
                  <a:pt x="121" y="24"/>
                  <a:pt x="120" y="25"/>
                </a:cubicBezTo>
                <a:cubicBezTo>
                  <a:pt x="118" y="25"/>
                  <a:pt x="117" y="24"/>
                  <a:pt x="116" y="24"/>
                </a:cubicBezTo>
                <a:cubicBezTo>
                  <a:pt x="115" y="25"/>
                  <a:pt x="116" y="28"/>
                  <a:pt x="114" y="29"/>
                </a:cubicBezTo>
                <a:cubicBezTo>
                  <a:pt x="113" y="29"/>
                  <a:pt x="113" y="27"/>
                  <a:pt x="112" y="26"/>
                </a:cubicBezTo>
                <a:cubicBezTo>
                  <a:pt x="110" y="25"/>
                  <a:pt x="108" y="26"/>
                  <a:pt x="107" y="26"/>
                </a:cubicBezTo>
                <a:cubicBezTo>
                  <a:pt x="107" y="23"/>
                  <a:pt x="102" y="25"/>
                  <a:pt x="100" y="25"/>
                </a:cubicBezTo>
                <a:cubicBezTo>
                  <a:pt x="101" y="21"/>
                  <a:pt x="82" y="23"/>
                  <a:pt x="79" y="23"/>
                </a:cubicBezTo>
                <a:cubicBezTo>
                  <a:pt x="80" y="16"/>
                  <a:pt x="69" y="20"/>
                  <a:pt x="73" y="23"/>
                </a:cubicBezTo>
                <a:cubicBezTo>
                  <a:pt x="75" y="25"/>
                  <a:pt x="79" y="26"/>
                  <a:pt x="75" y="29"/>
                </a:cubicBezTo>
                <a:cubicBezTo>
                  <a:pt x="72" y="32"/>
                  <a:pt x="69" y="34"/>
                  <a:pt x="73" y="38"/>
                </a:cubicBezTo>
                <a:cubicBezTo>
                  <a:pt x="75" y="40"/>
                  <a:pt x="78" y="36"/>
                  <a:pt x="80" y="37"/>
                </a:cubicBezTo>
                <a:cubicBezTo>
                  <a:pt x="82" y="38"/>
                  <a:pt x="84" y="41"/>
                  <a:pt x="85" y="38"/>
                </a:cubicBezTo>
                <a:cubicBezTo>
                  <a:pt x="87" y="39"/>
                  <a:pt x="88" y="41"/>
                  <a:pt x="88" y="42"/>
                </a:cubicBezTo>
                <a:cubicBezTo>
                  <a:pt x="92" y="42"/>
                  <a:pt x="96" y="49"/>
                  <a:pt x="97" y="52"/>
                </a:cubicBezTo>
                <a:cubicBezTo>
                  <a:pt x="98" y="60"/>
                  <a:pt x="93" y="60"/>
                  <a:pt x="87" y="60"/>
                </a:cubicBezTo>
                <a:cubicBezTo>
                  <a:pt x="87" y="62"/>
                  <a:pt x="86" y="62"/>
                  <a:pt x="84" y="63"/>
                </a:cubicBezTo>
                <a:cubicBezTo>
                  <a:pt x="83" y="64"/>
                  <a:pt x="83" y="66"/>
                  <a:pt x="83" y="68"/>
                </a:cubicBezTo>
                <a:cubicBezTo>
                  <a:pt x="83" y="70"/>
                  <a:pt x="81" y="70"/>
                  <a:pt x="80" y="71"/>
                </a:cubicBezTo>
                <a:cubicBezTo>
                  <a:pt x="78" y="73"/>
                  <a:pt x="79" y="74"/>
                  <a:pt x="78" y="76"/>
                </a:cubicBezTo>
                <a:cubicBezTo>
                  <a:pt x="78" y="78"/>
                  <a:pt x="76" y="78"/>
                  <a:pt x="74" y="79"/>
                </a:cubicBezTo>
                <a:cubicBezTo>
                  <a:pt x="72" y="80"/>
                  <a:pt x="72" y="81"/>
                  <a:pt x="71" y="82"/>
                </a:cubicBezTo>
                <a:cubicBezTo>
                  <a:pt x="70" y="84"/>
                  <a:pt x="64" y="83"/>
                  <a:pt x="64" y="87"/>
                </a:cubicBezTo>
                <a:cubicBezTo>
                  <a:pt x="62" y="87"/>
                  <a:pt x="61" y="86"/>
                  <a:pt x="60" y="86"/>
                </a:cubicBezTo>
                <a:cubicBezTo>
                  <a:pt x="58" y="86"/>
                  <a:pt x="58" y="86"/>
                  <a:pt x="57" y="87"/>
                </a:cubicBezTo>
                <a:cubicBezTo>
                  <a:pt x="54" y="88"/>
                  <a:pt x="51" y="87"/>
                  <a:pt x="48" y="87"/>
                </a:cubicBezTo>
                <a:cubicBezTo>
                  <a:pt x="48" y="90"/>
                  <a:pt x="48" y="93"/>
                  <a:pt x="48" y="96"/>
                </a:cubicBezTo>
                <a:cubicBezTo>
                  <a:pt x="47" y="96"/>
                  <a:pt x="46" y="96"/>
                  <a:pt x="45" y="96"/>
                </a:cubicBezTo>
                <a:cubicBezTo>
                  <a:pt x="44" y="97"/>
                  <a:pt x="41" y="101"/>
                  <a:pt x="43" y="102"/>
                </a:cubicBezTo>
                <a:cubicBezTo>
                  <a:pt x="43" y="103"/>
                  <a:pt x="43" y="104"/>
                  <a:pt x="43" y="105"/>
                </a:cubicBezTo>
                <a:cubicBezTo>
                  <a:pt x="41" y="106"/>
                  <a:pt x="40" y="104"/>
                  <a:pt x="37" y="104"/>
                </a:cubicBezTo>
                <a:cubicBezTo>
                  <a:pt x="37" y="106"/>
                  <a:pt x="37" y="108"/>
                  <a:pt x="37" y="110"/>
                </a:cubicBezTo>
                <a:cubicBezTo>
                  <a:pt x="35" y="111"/>
                  <a:pt x="33" y="110"/>
                  <a:pt x="33" y="112"/>
                </a:cubicBezTo>
                <a:cubicBezTo>
                  <a:pt x="33" y="114"/>
                  <a:pt x="34" y="116"/>
                  <a:pt x="34" y="118"/>
                </a:cubicBezTo>
                <a:cubicBezTo>
                  <a:pt x="35" y="121"/>
                  <a:pt x="33" y="124"/>
                  <a:pt x="29" y="124"/>
                </a:cubicBezTo>
                <a:cubicBezTo>
                  <a:pt x="29" y="129"/>
                  <a:pt x="32" y="140"/>
                  <a:pt x="24" y="141"/>
                </a:cubicBezTo>
                <a:cubicBezTo>
                  <a:pt x="17" y="142"/>
                  <a:pt x="17" y="142"/>
                  <a:pt x="17" y="142"/>
                </a:cubicBezTo>
                <a:cubicBezTo>
                  <a:pt x="15" y="141"/>
                  <a:pt x="14" y="140"/>
                  <a:pt x="13" y="139"/>
                </a:cubicBezTo>
                <a:cubicBezTo>
                  <a:pt x="14" y="141"/>
                  <a:pt x="16" y="142"/>
                  <a:pt x="19" y="142"/>
                </a:cubicBezTo>
                <a:cubicBezTo>
                  <a:pt x="22" y="143"/>
                  <a:pt x="26" y="143"/>
                  <a:pt x="25" y="147"/>
                </a:cubicBezTo>
                <a:cubicBezTo>
                  <a:pt x="24" y="149"/>
                  <a:pt x="22" y="150"/>
                  <a:pt x="21" y="150"/>
                </a:cubicBezTo>
                <a:cubicBezTo>
                  <a:pt x="19" y="150"/>
                  <a:pt x="18" y="153"/>
                  <a:pt x="16" y="152"/>
                </a:cubicBezTo>
                <a:cubicBezTo>
                  <a:pt x="16" y="150"/>
                  <a:pt x="15" y="150"/>
                  <a:pt x="13" y="150"/>
                </a:cubicBezTo>
                <a:cubicBezTo>
                  <a:pt x="13" y="152"/>
                  <a:pt x="14" y="153"/>
                  <a:pt x="14" y="154"/>
                </a:cubicBezTo>
                <a:cubicBezTo>
                  <a:pt x="14" y="156"/>
                  <a:pt x="14" y="158"/>
                  <a:pt x="14" y="160"/>
                </a:cubicBezTo>
                <a:cubicBezTo>
                  <a:pt x="15" y="162"/>
                  <a:pt x="18" y="161"/>
                  <a:pt x="19" y="163"/>
                </a:cubicBezTo>
                <a:cubicBezTo>
                  <a:pt x="23" y="168"/>
                  <a:pt x="16" y="173"/>
                  <a:pt x="17" y="178"/>
                </a:cubicBezTo>
                <a:cubicBezTo>
                  <a:pt x="18" y="179"/>
                  <a:pt x="20" y="177"/>
                  <a:pt x="22" y="177"/>
                </a:cubicBezTo>
                <a:cubicBezTo>
                  <a:pt x="22" y="179"/>
                  <a:pt x="21" y="181"/>
                  <a:pt x="21" y="183"/>
                </a:cubicBezTo>
                <a:cubicBezTo>
                  <a:pt x="21" y="185"/>
                  <a:pt x="21" y="188"/>
                  <a:pt x="20" y="190"/>
                </a:cubicBezTo>
                <a:cubicBezTo>
                  <a:pt x="20" y="191"/>
                  <a:pt x="13" y="194"/>
                  <a:pt x="13" y="192"/>
                </a:cubicBezTo>
                <a:cubicBezTo>
                  <a:pt x="13" y="194"/>
                  <a:pt x="12" y="194"/>
                  <a:pt x="11" y="196"/>
                </a:cubicBezTo>
                <a:cubicBezTo>
                  <a:pt x="11" y="197"/>
                  <a:pt x="11" y="198"/>
                  <a:pt x="11" y="200"/>
                </a:cubicBezTo>
                <a:cubicBezTo>
                  <a:pt x="12" y="200"/>
                  <a:pt x="13" y="199"/>
                  <a:pt x="14" y="198"/>
                </a:cubicBezTo>
                <a:cubicBezTo>
                  <a:pt x="16" y="200"/>
                  <a:pt x="18" y="201"/>
                  <a:pt x="18" y="204"/>
                </a:cubicBezTo>
                <a:cubicBezTo>
                  <a:pt x="17" y="208"/>
                  <a:pt x="17" y="209"/>
                  <a:pt x="13" y="209"/>
                </a:cubicBezTo>
                <a:cubicBezTo>
                  <a:pt x="12" y="210"/>
                  <a:pt x="14" y="211"/>
                  <a:pt x="14" y="213"/>
                </a:cubicBezTo>
                <a:cubicBezTo>
                  <a:pt x="13" y="215"/>
                  <a:pt x="11" y="215"/>
                  <a:pt x="12" y="217"/>
                </a:cubicBezTo>
                <a:cubicBezTo>
                  <a:pt x="14" y="216"/>
                  <a:pt x="16" y="213"/>
                  <a:pt x="19" y="215"/>
                </a:cubicBezTo>
                <a:cubicBezTo>
                  <a:pt x="21" y="216"/>
                  <a:pt x="20" y="219"/>
                  <a:pt x="22" y="220"/>
                </a:cubicBezTo>
                <a:cubicBezTo>
                  <a:pt x="23" y="223"/>
                  <a:pt x="22" y="225"/>
                  <a:pt x="26" y="225"/>
                </a:cubicBezTo>
                <a:cubicBezTo>
                  <a:pt x="26" y="226"/>
                  <a:pt x="26" y="227"/>
                  <a:pt x="26" y="227"/>
                </a:cubicBezTo>
                <a:cubicBezTo>
                  <a:pt x="29" y="228"/>
                  <a:pt x="33" y="227"/>
                  <a:pt x="34" y="230"/>
                </a:cubicBezTo>
                <a:cubicBezTo>
                  <a:pt x="35" y="232"/>
                  <a:pt x="31" y="233"/>
                  <a:pt x="32" y="235"/>
                </a:cubicBezTo>
                <a:cubicBezTo>
                  <a:pt x="33" y="235"/>
                  <a:pt x="33" y="235"/>
                  <a:pt x="33" y="235"/>
                </a:cubicBezTo>
                <a:cubicBezTo>
                  <a:pt x="33" y="236"/>
                  <a:pt x="31" y="237"/>
                  <a:pt x="32" y="238"/>
                </a:cubicBezTo>
                <a:cubicBezTo>
                  <a:pt x="31" y="239"/>
                  <a:pt x="31" y="238"/>
                  <a:pt x="31" y="239"/>
                </a:cubicBezTo>
                <a:cubicBezTo>
                  <a:pt x="29" y="240"/>
                  <a:pt x="29" y="240"/>
                  <a:pt x="28" y="241"/>
                </a:cubicBezTo>
                <a:cubicBezTo>
                  <a:pt x="26" y="241"/>
                  <a:pt x="24" y="241"/>
                  <a:pt x="22" y="240"/>
                </a:cubicBezTo>
                <a:cubicBezTo>
                  <a:pt x="20" y="240"/>
                  <a:pt x="19" y="237"/>
                  <a:pt x="18" y="236"/>
                </a:cubicBezTo>
                <a:cubicBezTo>
                  <a:pt x="16" y="235"/>
                  <a:pt x="11" y="243"/>
                  <a:pt x="8" y="242"/>
                </a:cubicBezTo>
                <a:cubicBezTo>
                  <a:pt x="8" y="243"/>
                  <a:pt x="8" y="243"/>
                  <a:pt x="8" y="243"/>
                </a:cubicBezTo>
                <a:cubicBezTo>
                  <a:pt x="5" y="244"/>
                  <a:pt x="8" y="248"/>
                  <a:pt x="5" y="249"/>
                </a:cubicBezTo>
                <a:cubicBezTo>
                  <a:pt x="2" y="249"/>
                  <a:pt x="3" y="255"/>
                  <a:pt x="4" y="256"/>
                </a:cubicBezTo>
                <a:cubicBezTo>
                  <a:pt x="5" y="258"/>
                  <a:pt x="10" y="260"/>
                  <a:pt x="6" y="262"/>
                </a:cubicBezTo>
                <a:cubicBezTo>
                  <a:pt x="4" y="263"/>
                  <a:pt x="0" y="262"/>
                  <a:pt x="1" y="266"/>
                </a:cubicBezTo>
                <a:cubicBezTo>
                  <a:pt x="2" y="266"/>
                  <a:pt x="3" y="267"/>
                  <a:pt x="3" y="267"/>
                </a:cubicBezTo>
                <a:cubicBezTo>
                  <a:pt x="2" y="268"/>
                  <a:pt x="1" y="268"/>
                  <a:pt x="1" y="268"/>
                </a:cubicBezTo>
                <a:cubicBezTo>
                  <a:pt x="0" y="269"/>
                  <a:pt x="0" y="269"/>
                  <a:pt x="0" y="269"/>
                </a:cubicBezTo>
                <a:cubicBezTo>
                  <a:pt x="1" y="269"/>
                  <a:pt x="2" y="268"/>
                  <a:pt x="3" y="269"/>
                </a:cubicBezTo>
                <a:cubicBezTo>
                  <a:pt x="4" y="270"/>
                  <a:pt x="4" y="271"/>
                  <a:pt x="5" y="272"/>
                </a:cubicBezTo>
                <a:cubicBezTo>
                  <a:pt x="6" y="273"/>
                  <a:pt x="10" y="274"/>
                  <a:pt x="11" y="273"/>
                </a:cubicBezTo>
                <a:cubicBezTo>
                  <a:pt x="14" y="269"/>
                  <a:pt x="21" y="280"/>
                  <a:pt x="22" y="282"/>
                </a:cubicBezTo>
                <a:cubicBezTo>
                  <a:pt x="23" y="285"/>
                  <a:pt x="24" y="287"/>
                  <a:pt x="25" y="290"/>
                </a:cubicBezTo>
                <a:cubicBezTo>
                  <a:pt x="26" y="292"/>
                  <a:pt x="23" y="293"/>
                  <a:pt x="24" y="296"/>
                </a:cubicBezTo>
                <a:cubicBezTo>
                  <a:pt x="26" y="297"/>
                  <a:pt x="28" y="294"/>
                  <a:pt x="31" y="294"/>
                </a:cubicBezTo>
                <a:cubicBezTo>
                  <a:pt x="31" y="295"/>
                  <a:pt x="31" y="296"/>
                  <a:pt x="31" y="297"/>
                </a:cubicBezTo>
                <a:cubicBezTo>
                  <a:pt x="33" y="298"/>
                  <a:pt x="33" y="296"/>
                  <a:pt x="35" y="296"/>
                </a:cubicBezTo>
                <a:cubicBezTo>
                  <a:pt x="35" y="297"/>
                  <a:pt x="35" y="297"/>
                  <a:pt x="35" y="297"/>
                </a:cubicBezTo>
                <a:cubicBezTo>
                  <a:pt x="36" y="298"/>
                  <a:pt x="33" y="300"/>
                  <a:pt x="35" y="302"/>
                </a:cubicBezTo>
                <a:cubicBezTo>
                  <a:pt x="37" y="304"/>
                  <a:pt x="37" y="307"/>
                  <a:pt x="37" y="310"/>
                </a:cubicBezTo>
                <a:cubicBezTo>
                  <a:pt x="36" y="318"/>
                  <a:pt x="40" y="312"/>
                  <a:pt x="45" y="312"/>
                </a:cubicBezTo>
                <a:cubicBezTo>
                  <a:pt x="47" y="312"/>
                  <a:pt x="49" y="314"/>
                  <a:pt x="51" y="313"/>
                </a:cubicBezTo>
                <a:cubicBezTo>
                  <a:pt x="51" y="313"/>
                  <a:pt x="51" y="313"/>
                  <a:pt x="51" y="313"/>
                </a:cubicBezTo>
                <a:cubicBezTo>
                  <a:pt x="51" y="313"/>
                  <a:pt x="51" y="313"/>
                  <a:pt x="51" y="313"/>
                </a:cubicBezTo>
                <a:cubicBezTo>
                  <a:pt x="51" y="313"/>
                  <a:pt x="51" y="312"/>
                  <a:pt x="51" y="311"/>
                </a:cubicBezTo>
                <a:cubicBezTo>
                  <a:pt x="52" y="308"/>
                  <a:pt x="54" y="306"/>
                  <a:pt x="56" y="303"/>
                </a:cubicBezTo>
                <a:cubicBezTo>
                  <a:pt x="58" y="300"/>
                  <a:pt x="58" y="296"/>
                  <a:pt x="59" y="293"/>
                </a:cubicBezTo>
                <a:cubicBezTo>
                  <a:pt x="61" y="292"/>
                  <a:pt x="62" y="291"/>
                  <a:pt x="64" y="289"/>
                </a:cubicBezTo>
                <a:cubicBezTo>
                  <a:pt x="65" y="289"/>
                  <a:pt x="65" y="288"/>
                  <a:pt x="66" y="288"/>
                </a:cubicBezTo>
                <a:cubicBezTo>
                  <a:pt x="67" y="288"/>
                  <a:pt x="69" y="289"/>
                  <a:pt x="70" y="288"/>
                </a:cubicBezTo>
                <a:cubicBezTo>
                  <a:pt x="73" y="286"/>
                  <a:pt x="74" y="281"/>
                  <a:pt x="76" y="278"/>
                </a:cubicBezTo>
                <a:cubicBezTo>
                  <a:pt x="78" y="278"/>
                  <a:pt x="79" y="278"/>
                  <a:pt x="81" y="278"/>
                </a:cubicBezTo>
                <a:cubicBezTo>
                  <a:pt x="81" y="274"/>
                  <a:pt x="81" y="273"/>
                  <a:pt x="78" y="271"/>
                </a:cubicBezTo>
                <a:cubicBezTo>
                  <a:pt x="79" y="271"/>
                  <a:pt x="82" y="271"/>
                  <a:pt x="84" y="271"/>
                </a:cubicBezTo>
                <a:cubicBezTo>
                  <a:pt x="84" y="268"/>
                  <a:pt x="87" y="269"/>
                  <a:pt x="89" y="267"/>
                </a:cubicBezTo>
                <a:cubicBezTo>
                  <a:pt x="91" y="266"/>
                  <a:pt x="91" y="262"/>
                  <a:pt x="91" y="260"/>
                </a:cubicBezTo>
                <a:cubicBezTo>
                  <a:pt x="92" y="260"/>
                  <a:pt x="93" y="260"/>
                  <a:pt x="94" y="260"/>
                </a:cubicBezTo>
                <a:cubicBezTo>
                  <a:pt x="95" y="254"/>
                  <a:pt x="92" y="248"/>
                  <a:pt x="92" y="243"/>
                </a:cubicBezTo>
                <a:cubicBezTo>
                  <a:pt x="92" y="240"/>
                  <a:pt x="93" y="237"/>
                  <a:pt x="92" y="235"/>
                </a:cubicBezTo>
                <a:cubicBezTo>
                  <a:pt x="91" y="233"/>
                  <a:pt x="89" y="233"/>
                  <a:pt x="88" y="231"/>
                </a:cubicBezTo>
                <a:cubicBezTo>
                  <a:pt x="88" y="231"/>
                  <a:pt x="86" y="230"/>
                  <a:pt x="85" y="231"/>
                </a:cubicBezTo>
                <a:cubicBezTo>
                  <a:pt x="85" y="226"/>
                  <a:pt x="90" y="222"/>
                  <a:pt x="88" y="218"/>
                </a:cubicBezTo>
                <a:cubicBezTo>
                  <a:pt x="87" y="215"/>
                  <a:pt x="83" y="217"/>
                  <a:pt x="83" y="213"/>
                </a:cubicBezTo>
                <a:cubicBezTo>
                  <a:pt x="82" y="213"/>
                  <a:pt x="80" y="214"/>
                  <a:pt x="79" y="213"/>
                </a:cubicBezTo>
                <a:cubicBezTo>
                  <a:pt x="77" y="209"/>
                  <a:pt x="80" y="206"/>
                  <a:pt x="80" y="202"/>
                </a:cubicBezTo>
                <a:cubicBezTo>
                  <a:pt x="82" y="202"/>
                  <a:pt x="86" y="201"/>
                  <a:pt x="86" y="204"/>
                </a:cubicBezTo>
                <a:cubicBezTo>
                  <a:pt x="91" y="205"/>
                  <a:pt x="97" y="204"/>
                  <a:pt x="101" y="207"/>
                </a:cubicBezTo>
                <a:cubicBezTo>
                  <a:pt x="101" y="209"/>
                  <a:pt x="99" y="215"/>
                  <a:pt x="103" y="214"/>
                </a:cubicBezTo>
                <a:cubicBezTo>
                  <a:pt x="103" y="210"/>
                  <a:pt x="111" y="211"/>
                  <a:pt x="113" y="212"/>
                </a:cubicBezTo>
                <a:cubicBezTo>
                  <a:pt x="114" y="214"/>
                  <a:pt x="113" y="216"/>
                  <a:pt x="113" y="217"/>
                </a:cubicBezTo>
                <a:cubicBezTo>
                  <a:pt x="116" y="218"/>
                  <a:pt x="117" y="216"/>
                  <a:pt x="118" y="215"/>
                </a:cubicBezTo>
                <a:cubicBezTo>
                  <a:pt x="119" y="212"/>
                  <a:pt x="120" y="209"/>
                  <a:pt x="118" y="207"/>
                </a:cubicBezTo>
                <a:cubicBezTo>
                  <a:pt x="118" y="207"/>
                  <a:pt x="112" y="207"/>
                  <a:pt x="111" y="207"/>
                </a:cubicBezTo>
                <a:cubicBezTo>
                  <a:pt x="109" y="207"/>
                  <a:pt x="105" y="207"/>
                  <a:pt x="104" y="204"/>
                </a:cubicBezTo>
                <a:cubicBezTo>
                  <a:pt x="104" y="202"/>
                  <a:pt x="105" y="199"/>
                  <a:pt x="105" y="197"/>
                </a:cubicBezTo>
                <a:cubicBezTo>
                  <a:pt x="106" y="193"/>
                  <a:pt x="108" y="188"/>
                  <a:pt x="105" y="184"/>
                </a:cubicBezTo>
                <a:cubicBezTo>
                  <a:pt x="105" y="183"/>
                  <a:pt x="103" y="184"/>
                  <a:pt x="103" y="182"/>
                </a:cubicBezTo>
                <a:cubicBezTo>
                  <a:pt x="103" y="180"/>
                  <a:pt x="103" y="178"/>
                  <a:pt x="103" y="177"/>
                </a:cubicBezTo>
                <a:cubicBezTo>
                  <a:pt x="103" y="172"/>
                  <a:pt x="103" y="167"/>
                  <a:pt x="103" y="161"/>
                </a:cubicBezTo>
                <a:cubicBezTo>
                  <a:pt x="104" y="161"/>
                  <a:pt x="105" y="162"/>
                  <a:pt x="106" y="162"/>
                </a:cubicBezTo>
                <a:cubicBezTo>
                  <a:pt x="106" y="164"/>
                  <a:pt x="107" y="166"/>
                  <a:pt x="109" y="166"/>
                </a:cubicBezTo>
                <a:cubicBezTo>
                  <a:pt x="111" y="165"/>
                  <a:pt x="112" y="163"/>
                  <a:pt x="112" y="161"/>
                </a:cubicBezTo>
                <a:cubicBezTo>
                  <a:pt x="114" y="158"/>
                  <a:pt x="116" y="154"/>
                  <a:pt x="116" y="149"/>
                </a:cubicBezTo>
                <a:cubicBezTo>
                  <a:pt x="121" y="149"/>
                  <a:pt x="126" y="150"/>
                  <a:pt x="132" y="150"/>
                </a:cubicBezTo>
                <a:cubicBezTo>
                  <a:pt x="133" y="150"/>
                  <a:pt x="136" y="149"/>
                  <a:pt x="138" y="151"/>
                </a:cubicBezTo>
                <a:cubicBezTo>
                  <a:pt x="139" y="152"/>
                  <a:pt x="141" y="152"/>
                  <a:pt x="143" y="152"/>
                </a:cubicBezTo>
                <a:cubicBezTo>
                  <a:pt x="143" y="150"/>
                  <a:pt x="144" y="149"/>
                  <a:pt x="145" y="147"/>
                </a:cubicBezTo>
                <a:cubicBezTo>
                  <a:pt x="145" y="146"/>
                  <a:pt x="145" y="144"/>
                  <a:pt x="145" y="142"/>
                </a:cubicBezTo>
                <a:cubicBezTo>
                  <a:pt x="147" y="140"/>
                  <a:pt x="152" y="141"/>
                  <a:pt x="154" y="141"/>
                </a:cubicBezTo>
                <a:cubicBezTo>
                  <a:pt x="155" y="139"/>
                  <a:pt x="152" y="138"/>
                  <a:pt x="152" y="136"/>
                </a:cubicBezTo>
                <a:cubicBezTo>
                  <a:pt x="152" y="134"/>
                  <a:pt x="152" y="130"/>
                  <a:pt x="153" y="128"/>
                </a:cubicBezTo>
                <a:cubicBezTo>
                  <a:pt x="154" y="127"/>
                  <a:pt x="157" y="127"/>
                  <a:pt x="157" y="125"/>
                </a:cubicBezTo>
                <a:cubicBezTo>
                  <a:pt x="157" y="124"/>
                  <a:pt x="156" y="122"/>
                  <a:pt x="158" y="122"/>
                </a:cubicBezTo>
                <a:cubicBezTo>
                  <a:pt x="159" y="118"/>
                  <a:pt x="161" y="117"/>
                  <a:pt x="164" y="115"/>
                </a:cubicBezTo>
                <a:cubicBezTo>
                  <a:pt x="163" y="112"/>
                  <a:pt x="159" y="111"/>
                  <a:pt x="161" y="107"/>
                </a:cubicBezTo>
                <a:cubicBezTo>
                  <a:pt x="162" y="105"/>
                  <a:pt x="164" y="107"/>
                  <a:pt x="164" y="104"/>
                </a:cubicBezTo>
                <a:cubicBezTo>
                  <a:pt x="164" y="102"/>
                  <a:pt x="167" y="100"/>
                  <a:pt x="168" y="99"/>
                </a:cubicBezTo>
                <a:cubicBezTo>
                  <a:pt x="171" y="97"/>
                  <a:pt x="176" y="94"/>
                  <a:pt x="179" y="93"/>
                </a:cubicBezTo>
                <a:cubicBezTo>
                  <a:pt x="185" y="92"/>
                  <a:pt x="184" y="90"/>
                  <a:pt x="184" y="85"/>
                </a:cubicBezTo>
                <a:cubicBezTo>
                  <a:pt x="183" y="84"/>
                  <a:pt x="183" y="84"/>
                  <a:pt x="183" y="84"/>
                </a:cubicBezTo>
                <a:cubicBezTo>
                  <a:pt x="184" y="84"/>
                  <a:pt x="185" y="84"/>
                  <a:pt x="186" y="84"/>
                </a:cubicBezTo>
                <a:close/>
              </a:path>
            </a:pathLst>
          </a:custGeom>
          <a:solidFill>
            <a:schemeClr val="accent3">
              <a:lumMod val="60000"/>
              <a:lumOff val="40000"/>
            </a:schemeClr>
          </a:solidFill>
          <a:ln w="3175">
            <a:solidFill>
              <a:schemeClr val="bg1"/>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0" name="Freeform 460">
            <a:extLst>
              <a:ext uri="{FF2B5EF4-FFF2-40B4-BE49-F238E27FC236}">
                <a16:creationId xmlns:a16="http://schemas.microsoft.com/office/drawing/2014/main" id="{56936F64-92DB-4810-A47D-1C2A60BE3B68}"/>
              </a:ext>
            </a:extLst>
          </p:cNvPr>
          <p:cNvSpPr>
            <a:spLocks noChangeAspect="1" noEditPoints="1"/>
          </p:cNvSpPr>
          <p:nvPr/>
        </p:nvSpPr>
        <p:spPr bwMode="auto">
          <a:xfrm>
            <a:off x="6323406" y="3887238"/>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1" name="Freeform 460">
            <a:extLst>
              <a:ext uri="{FF2B5EF4-FFF2-40B4-BE49-F238E27FC236}">
                <a16:creationId xmlns:a16="http://schemas.microsoft.com/office/drawing/2014/main" id="{7D5EAF31-C731-40A7-949B-1CBFDFCC8977}"/>
              </a:ext>
            </a:extLst>
          </p:cNvPr>
          <p:cNvSpPr>
            <a:spLocks noChangeAspect="1" noEditPoints="1"/>
          </p:cNvSpPr>
          <p:nvPr/>
        </p:nvSpPr>
        <p:spPr bwMode="auto">
          <a:xfrm>
            <a:off x="7491506" y="3259799"/>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2" name="Freeform 460">
            <a:extLst>
              <a:ext uri="{FF2B5EF4-FFF2-40B4-BE49-F238E27FC236}">
                <a16:creationId xmlns:a16="http://schemas.microsoft.com/office/drawing/2014/main" id="{2BF43D6D-9477-4B13-B59C-F1947BA8A88B}"/>
              </a:ext>
            </a:extLst>
          </p:cNvPr>
          <p:cNvSpPr>
            <a:spLocks noChangeAspect="1" noEditPoints="1"/>
          </p:cNvSpPr>
          <p:nvPr/>
        </p:nvSpPr>
        <p:spPr bwMode="auto">
          <a:xfrm>
            <a:off x="9904301" y="3264287"/>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94" name="Freeform 460">
            <a:extLst>
              <a:ext uri="{FF2B5EF4-FFF2-40B4-BE49-F238E27FC236}">
                <a16:creationId xmlns:a16="http://schemas.microsoft.com/office/drawing/2014/main" id="{399DF35D-646D-4948-88A2-7742192A211C}"/>
              </a:ext>
            </a:extLst>
          </p:cNvPr>
          <p:cNvSpPr>
            <a:spLocks noChangeAspect="1" noEditPoints="1"/>
          </p:cNvSpPr>
          <p:nvPr/>
        </p:nvSpPr>
        <p:spPr bwMode="auto">
          <a:xfrm>
            <a:off x="11256235" y="3887238"/>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cxnSp>
        <p:nvCxnSpPr>
          <p:cNvPr id="101" name="Connector: Elbow 100">
            <a:extLst>
              <a:ext uri="{FF2B5EF4-FFF2-40B4-BE49-F238E27FC236}">
                <a16:creationId xmlns:a16="http://schemas.microsoft.com/office/drawing/2014/main" id="{B24C045E-925C-4114-8EDB-4442BD68EC94}"/>
              </a:ext>
            </a:extLst>
          </p:cNvPr>
          <p:cNvCxnSpPr>
            <a:cxnSpLocks/>
            <a:stCxn id="90" idx="8"/>
          </p:cNvCxnSpPr>
          <p:nvPr/>
        </p:nvCxnSpPr>
        <p:spPr>
          <a:xfrm flipH="1" flipV="1">
            <a:off x="6546456" y="2900322"/>
            <a:ext cx="81517" cy="1139647"/>
          </a:xfrm>
          <a:prstGeom prst="bentConnector4">
            <a:avLst>
              <a:gd name="adj1" fmla="val -280432"/>
              <a:gd name="adj2" fmla="val 5670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nector: Elbow 103">
            <a:extLst>
              <a:ext uri="{FF2B5EF4-FFF2-40B4-BE49-F238E27FC236}">
                <a16:creationId xmlns:a16="http://schemas.microsoft.com/office/drawing/2014/main" id="{E5D86F6F-AFD2-4C4D-A697-F2A7CCD99A28}"/>
              </a:ext>
            </a:extLst>
          </p:cNvPr>
          <p:cNvCxnSpPr>
            <a:cxnSpLocks/>
            <a:stCxn id="91" idx="8"/>
          </p:cNvCxnSpPr>
          <p:nvPr/>
        </p:nvCxnSpPr>
        <p:spPr>
          <a:xfrm flipV="1">
            <a:off x="7796073" y="2900322"/>
            <a:ext cx="1027183" cy="512208"/>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nector: Elbow 105">
            <a:extLst>
              <a:ext uri="{FF2B5EF4-FFF2-40B4-BE49-F238E27FC236}">
                <a16:creationId xmlns:a16="http://schemas.microsoft.com/office/drawing/2014/main" id="{51847F88-2853-487A-A3A8-5BB8FBBD9A8F}"/>
              </a:ext>
            </a:extLst>
          </p:cNvPr>
          <p:cNvCxnSpPr>
            <a:cxnSpLocks/>
            <a:stCxn id="94" idx="10"/>
          </p:cNvCxnSpPr>
          <p:nvPr/>
        </p:nvCxnSpPr>
        <p:spPr>
          <a:xfrm flipV="1">
            <a:off x="11256235" y="3204407"/>
            <a:ext cx="241704" cy="835562"/>
          </a:xfrm>
          <a:prstGeom prst="bentConnector4">
            <a:avLst>
              <a:gd name="adj1" fmla="val 94578"/>
              <a:gd name="adj2" fmla="val 59139"/>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Connector: Elbow 106">
            <a:extLst>
              <a:ext uri="{FF2B5EF4-FFF2-40B4-BE49-F238E27FC236}">
                <a16:creationId xmlns:a16="http://schemas.microsoft.com/office/drawing/2014/main" id="{C7564C55-F926-4486-A70B-239F6AC90363}"/>
              </a:ext>
            </a:extLst>
          </p:cNvPr>
          <p:cNvCxnSpPr>
            <a:cxnSpLocks/>
            <a:stCxn id="92" idx="11"/>
          </p:cNvCxnSpPr>
          <p:nvPr/>
        </p:nvCxnSpPr>
        <p:spPr>
          <a:xfrm flipV="1">
            <a:off x="10056585" y="2933758"/>
            <a:ext cx="1199650" cy="330529"/>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EC0BBB45-107C-457A-B986-17AEC508D3D1}"/>
              </a:ext>
            </a:extLst>
          </p:cNvPr>
          <p:cNvSpPr txBox="1"/>
          <p:nvPr/>
        </p:nvSpPr>
        <p:spPr>
          <a:xfrm>
            <a:off x="6396692" y="3471444"/>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111" name="TextBox 110">
            <a:extLst>
              <a:ext uri="{FF2B5EF4-FFF2-40B4-BE49-F238E27FC236}">
                <a16:creationId xmlns:a16="http://schemas.microsoft.com/office/drawing/2014/main" id="{F9BA1508-D375-4A07-B08A-6460F5D02355}"/>
              </a:ext>
            </a:extLst>
          </p:cNvPr>
          <p:cNvSpPr txBox="1"/>
          <p:nvPr/>
        </p:nvSpPr>
        <p:spPr>
          <a:xfrm>
            <a:off x="8213851" y="2751715"/>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113" name="TextBox 112">
            <a:extLst>
              <a:ext uri="{FF2B5EF4-FFF2-40B4-BE49-F238E27FC236}">
                <a16:creationId xmlns:a16="http://schemas.microsoft.com/office/drawing/2014/main" id="{97F3FFE6-B54E-4DD3-B2EA-3E620FA6D1D8}"/>
              </a:ext>
            </a:extLst>
          </p:cNvPr>
          <p:cNvSpPr txBox="1"/>
          <p:nvPr/>
        </p:nvSpPr>
        <p:spPr>
          <a:xfrm>
            <a:off x="10565550" y="2792533"/>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114" name="TextBox 113">
            <a:extLst>
              <a:ext uri="{FF2B5EF4-FFF2-40B4-BE49-F238E27FC236}">
                <a16:creationId xmlns:a16="http://schemas.microsoft.com/office/drawing/2014/main" id="{CF667C01-D957-4C1D-8F88-96A5AB94CF23}"/>
              </a:ext>
            </a:extLst>
          </p:cNvPr>
          <p:cNvSpPr txBox="1"/>
          <p:nvPr/>
        </p:nvSpPr>
        <p:spPr>
          <a:xfrm>
            <a:off x="11101356" y="3558098"/>
            <a:ext cx="469354" cy="1384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a:t>
            </a:r>
          </a:p>
        </p:txBody>
      </p:sp>
      <p:sp>
        <p:nvSpPr>
          <p:cNvPr id="115" name="Freeform 460">
            <a:extLst>
              <a:ext uri="{FF2B5EF4-FFF2-40B4-BE49-F238E27FC236}">
                <a16:creationId xmlns:a16="http://schemas.microsoft.com/office/drawing/2014/main" id="{80395119-8398-4114-A885-4A9098E44313}"/>
              </a:ext>
            </a:extLst>
          </p:cNvPr>
          <p:cNvSpPr>
            <a:spLocks noChangeAspect="1" noEditPoints="1"/>
          </p:cNvSpPr>
          <p:nvPr/>
        </p:nvSpPr>
        <p:spPr bwMode="auto">
          <a:xfrm>
            <a:off x="9532210" y="5149703"/>
            <a:ext cx="304567" cy="305462"/>
          </a:xfrm>
          <a:custGeom>
            <a:avLst/>
            <a:gdLst>
              <a:gd name="T0" fmla="*/ 263 w 512"/>
              <a:gd name="T1" fmla="*/ 173 h 512"/>
              <a:gd name="T2" fmla="*/ 339 w 512"/>
              <a:gd name="T3" fmla="*/ 248 h 512"/>
              <a:gd name="T4" fmla="*/ 301 w 512"/>
              <a:gd name="T5" fmla="*/ 286 h 512"/>
              <a:gd name="T6" fmla="*/ 263 w 512"/>
              <a:gd name="T7" fmla="*/ 301 h 512"/>
              <a:gd name="T8" fmla="*/ 225 w 512"/>
              <a:gd name="T9" fmla="*/ 286 h 512"/>
              <a:gd name="T10" fmla="*/ 210 w 512"/>
              <a:gd name="T11" fmla="*/ 248 h 512"/>
              <a:gd name="T12" fmla="*/ 225 w 512"/>
              <a:gd name="T13" fmla="*/ 210 h 512"/>
              <a:gd name="T14" fmla="*/ 263 w 512"/>
              <a:gd name="T15" fmla="*/ 173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91 w 512"/>
              <a:gd name="T27" fmla="*/ 165 h 512"/>
              <a:gd name="T28" fmla="*/ 376 w 512"/>
              <a:gd name="T29" fmla="*/ 165 h 512"/>
              <a:gd name="T30" fmla="*/ 331 w 512"/>
              <a:gd name="T31" fmla="*/ 210 h 512"/>
              <a:gd name="T32" fmla="*/ 301 w 512"/>
              <a:gd name="T33" fmla="*/ 180 h 512"/>
              <a:gd name="T34" fmla="*/ 346 w 512"/>
              <a:gd name="T35" fmla="*/ 135 h 512"/>
              <a:gd name="T36" fmla="*/ 346 w 512"/>
              <a:gd name="T37" fmla="*/ 120 h 512"/>
              <a:gd name="T38" fmla="*/ 331 w 512"/>
              <a:gd name="T39" fmla="*/ 120 h 512"/>
              <a:gd name="T40" fmla="*/ 286 w 512"/>
              <a:gd name="T41" fmla="*/ 165 h 512"/>
              <a:gd name="T42" fmla="*/ 271 w 512"/>
              <a:gd name="T43" fmla="*/ 150 h 512"/>
              <a:gd name="T44" fmla="*/ 263 w 512"/>
              <a:gd name="T45" fmla="*/ 143 h 512"/>
              <a:gd name="T46" fmla="*/ 248 w 512"/>
              <a:gd name="T47" fmla="*/ 143 h 512"/>
              <a:gd name="T48" fmla="*/ 248 w 512"/>
              <a:gd name="T49" fmla="*/ 158 h 512"/>
              <a:gd name="T50" fmla="*/ 210 w 512"/>
              <a:gd name="T51" fmla="*/ 195 h 512"/>
              <a:gd name="T52" fmla="*/ 189 w 512"/>
              <a:gd name="T53" fmla="*/ 248 h 512"/>
              <a:gd name="T54" fmla="*/ 203 w 512"/>
              <a:gd name="T55" fmla="*/ 293 h 512"/>
              <a:gd name="T56" fmla="*/ 143 w 512"/>
              <a:gd name="T57" fmla="*/ 354 h 512"/>
              <a:gd name="T58" fmla="*/ 143 w 512"/>
              <a:gd name="T59" fmla="*/ 369 h 512"/>
              <a:gd name="T60" fmla="*/ 150 w 512"/>
              <a:gd name="T61" fmla="*/ 372 h 512"/>
              <a:gd name="T62" fmla="*/ 158 w 512"/>
              <a:gd name="T63" fmla="*/ 369 h 512"/>
              <a:gd name="T64" fmla="*/ 219 w 512"/>
              <a:gd name="T65" fmla="*/ 308 h 512"/>
              <a:gd name="T66" fmla="*/ 263 w 512"/>
              <a:gd name="T67" fmla="*/ 323 h 512"/>
              <a:gd name="T68" fmla="*/ 316 w 512"/>
              <a:gd name="T69" fmla="*/ 301 h 512"/>
              <a:gd name="T70" fmla="*/ 354 w 512"/>
              <a:gd name="T71" fmla="*/ 263 h 512"/>
              <a:gd name="T72" fmla="*/ 354 w 512"/>
              <a:gd name="T73" fmla="*/ 263 h 512"/>
              <a:gd name="T74" fmla="*/ 361 w 512"/>
              <a:gd name="T75" fmla="*/ 266 h 512"/>
              <a:gd name="T76" fmla="*/ 369 w 512"/>
              <a:gd name="T77" fmla="*/ 263 h 512"/>
              <a:gd name="T78" fmla="*/ 369 w 512"/>
              <a:gd name="T79" fmla="*/ 248 h 512"/>
              <a:gd name="T80" fmla="*/ 361 w 512"/>
              <a:gd name="T81" fmla="*/ 241 h 512"/>
              <a:gd name="T82" fmla="*/ 346 w 512"/>
              <a:gd name="T83" fmla="*/ 225 h 512"/>
              <a:gd name="T84" fmla="*/ 391 w 512"/>
              <a:gd name="T85" fmla="*/ 180 h 512"/>
              <a:gd name="T86" fmla="*/ 391 w 512"/>
              <a:gd name="T87" fmla="*/ 16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2" h="512">
                <a:moveTo>
                  <a:pt x="263" y="173"/>
                </a:moveTo>
                <a:cubicBezTo>
                  <a:pt x="339" y="248"/>
                  <a:pt x="339" y="248"/>
                  <a:pt x="339" y="248"/>
                </a:cubicBezTo>
                <a:cubicBezTo>
                  <a:pt x="301" y="286"/>
                  <a:pt x="301" y="286"/>
                  <a:pt x="301" y="286"/>
                </a:cubicBezTo>
                <a:cubicBezTo>
                  <a:pt x="291" y="296"/>
                  <a:pt x="277" y="301"/>
                  <a:pt x="263" y="301"/>
                </a:cubicBezTo>
                <a:cubicBezTo>
                  <a:pt x="249" y="301"/>
                  <a:pt x="236" y="296"/>
                  <a:pt x="225" y="286"/>
                </a:cubicBezTo>
                <a:cubicBezTo>
                  <a:pt x="215" y="276"/>
                  <a:pt x="210" y="262"/>
                  <a:pt x="210" y="248"/>
                </a:cubicBezTo>
                <a:cubicBezTo>
                  <a:pt x="210" y="234"/>
                  <a:pt x="215" y="220"/>
                  <a:pt x="225" y="210"/>
                </a:cubicBezTo>
                <a:lnTo>
                  <a:pt x="263" y="17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91" y="165"/>
                </a:moveTo>
                <a:cubicBezTo>
                  <a:pt x="387" y="161"/>
                  <a:pt x="381" y="161"/>
                  <a:pt x="376" y="165"/>
                </a:cubicBezTo>
                <a:cubicBezTo>
                  <a:pt x="331" y="210"/>
                  <a:pt x="331" y="210"/>
                  <a:pt x="331" y="210"/>
                </a:cubicBezTo>
                <a:cubicBezTo>
                  <a:pt x="301" y="180"/>
                  <a:pt x="301" y="180"/>
                  <a:pt x="301" y="180"/>
                </a:cubicBezTo>
                <a:cubicBezTo>
                  <a:pt x="346" y="135"/>
                  <a:pt x="346" y="135"/>
                  <a:pt x="346" y="135"/>
                </a:cubicBezTo>
                <a:cubicBezTo>
                  <a:pt x="350" y="131"/>
                  <a:pt x="350" y="124"/>
                  <a:pt x="346" y="120"/>
                </a:cubicBezTo>
                <a:cubicBezTo>
                  <a:pt x="342" y="116"/>
                  <a:pt x="335" y="116"/>
                  <a:pt x="331" y="120"/>
                </a:cubicBezTo>
                <a:cubicBezTo>
                  <a:pt x="286" y="165"/>
                  <a:pt x="286" y="165"/>
                  <a:pt x="286" y="165"/>
                </a:cubicBezTo>
                <a:cubicBezTo>
                  <a:pt x="271" y="150"/>
                  <a:pt x="271" y="150"/>
                  <a:pt x="271" y="150"/>
                </a:cubicBezTo>
                <a:cubicBezTo>
                  <a:pt x="263" y="143"/>
                  <a:pt x="263" y="143"/>
                  <a:pt x="263" y="143"/>
                </a:cubicBezTo>
                <a:cubicBezTo>
                  <a:pt x="259" y="138"/>
                  <a:pt x="252" y="138"/>
                  <a:pt x="248" y="143"/>
                </a:cubicBezTo>
                <a:cubicBezTo>
                  <a:pt x="244" y="147"/>
                  <a:pt x="244" y="153"/>
                  <a:pt x="248" y="158"/>
                </a:cubicBezTo>
                <a:cubicBezTo>
                  <a:pt x="210" y="195"/>
                  <a:pt x="210" y="195"/>
                  <a:pt x="210" y="195"/>
                </a:cubicBezTo>
                <a:cubicBezTo>
                  <a:pt x="196" y="209"/>
                  <a:pt x="189" y="228"/>
                  <a:pt x="189" y="248"/>
                </a:cubicBezTo>
                <a:cubicBezTo>
                  <a:pt x="189" y="264"/>
                  <a:pt x="194" y="280"/>
                  <a:pt x="203" y="293"/>
                </a:cubicBezTo>
                <a:cubicBezTo>
                  <a:pt x="143" y="354"/>
                  <a:pt x="143" y="354"/>
                  <a:pt x="143" y="354"/>
                </a:cubicBezTo>
                <a:cubicBezTo>
                  <a:pt x="138" y="358"/>
                  <a:pt x="138" y="365"/>
                  <a:pt x="143" y="369"/>
                </a:cubicBezTo>
                <a:cubicBezTo>
                  <a:pt x="145" y="371"/>
                  <a:pt x="147" y="372"/>
                  <a:pt x="150" y="372"/>
                </a:cubicBezTo>
                <a:cubicBezTo>
                  <a:pt x="153" y="372"/>
                  <a:pt x="156" y="371"/>
                  <a:pt x="158" y="369"/>
                </a:cubicBezTo>
                <a:cubicBezTo>
                  <a:pt x="219" y="308"/>
                  <a:pt x="219" y="308"/>
                  <a:pt x="219" y="308"/>
                </a:cubicBezTo>
                <a:cubicBezTo>
                  <a:pt x="231" y="318"/>
                  <a:pt x="247" y="323"/>
                  <a:pt x="263" y="323"/>
                </a:cubicBezTo>
                <a:cubicBezTo>
                  <a:pt x="283" y="323"/>
                  <a:pt x="302" y="315"/>
                  <a:pt x="316" y="301"/>
                </a:cubicBezTo>
                <a:cubicBezTo>
                  <a:pt x="354" y="263"/>
                  <a:pt x="354" y="263"/>
                  <a:pt x="354" y="263"/>
                </a:cubicBezTo>
                <a:cubicBezTo>
                  <a:pt x="354" y="263"/>
                  <a:pt x="354" y="263"/>
                  <a:pt x="354" y="263"/>
                </a:cubicBezTo>
                <a:cubicBezTo>
                  <a:pt x="356" y="265"/>
                  <a:pt x="359" y="266"/>
                  <a:pt x="361" y="266"/>
                </a:cubicBezTo>
                <a:cubicBezTo>
                  <a:pt x="364" y="266"/>
                  <a:pt x="367" y="265"/>
                  <a:pt x="369" y="263"/>
                </a:cubicBezTo>
                <a:cubicBezTo>
                  <a:pt x="373" y="259"/>
                  <a:pt x="373" y="252"/>
                  <a:pt x="369" y="248"/>
                </a:cubicBezTo>
                <a:cubicBezTo>
                  <a:pt x="361" y="241"/>
                  <a:pt x="361" y="241"/>
                  <a:pt x="361" y="241"/>
                </a:cubicBezTo>
                <a:cubicBezTo>
                  <a:pt x="346" y="225"/>
                  <a:pt x="346" y="225"/>
                  <a:pt x="346" y="225"/>
                </a:cubicBezTo>
                <a:cubicBezTo>
                  <a:pt x="391" y="180"/>
                  <a:pt x="391" y="180"/>
                  <a:pt x="391" y="180"/>
                </a:cubicBezTo>
                <a:cubicBezTo>
                  <a:pt x="396" y="176"/>
                  <a:pt x="396" y="169"/>
                  <a:pt x="391" y="16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116" name="TextBox 115">
            <a:extLst>
              <a:ext uri="{FF2B5EF4-FFF2-40B4-BE49-F238E27FC236}">
                <a16:creationId xmlns:a16="http://schemas.microsoft.com/office/drawing/2014/main" id="{C12FCBA5-A4A0-40D3-AC46-0D74292E54CD}"/>
              </a:ext>
            </a:extLst>
          </p:cNvPr>
          <p:cNvSpPr txBox="1"/>
          <p:nvPr/>
        </p:nvSpPr>
        <p:spPr>
          <a:xfrm>
            <a:off x="9936617" y="5168957"/>
            <a:ext cx="570001"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Generation Point</a:t>
            </a:r>
          </a:p>
        </p:txBody>
      </p:sp>
      <p:sp>
        <p:nvSpPr>
          <p:cNvPr id="117" name="Rectangle 116">
            <a:extLst>
              <a:ext uri="{FF2B5EF4-FFF2-40B4-BE49-F238E27FC236}">
                <a16:creationId xmlns:a16="http://schemas.microsoft.com/office/drawing/2014/main" id="{D69805D6-DB72-4DCE-9700-07F9DDA70A3B}"/>
              </a:ext>
            </a:extLst>
          </p:cNvPr>
          <p:cNvSpPr/>
          <p:nvPr/>
        </p:nvSpPr>
        <p:spPr>
          <a:xfrm>
            <a:off x="4664846" y="1961043"/>
            <a:ext cx="7153129" cy="307777"/>
          </a:xfrm>
          <a:prstGeom prst="rect">
            <a:avLst/>
          </a:prstGeom>
          <a:solidFill>
            <a:schemeClr val="accent5">
              <a:lumMod val="50000"/>
            </a:schemeClr>
          </a:solid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rPr>
              <a:t>Location options</a:t>
            </a:r>
            <a:endParaRPr kumimoji="0" lang="en-IN" sz="1400" b="1" i="0" u="none" strike="noStrike" kern="1200" cap="none" spc="0" normalizeH="0" baseline="0" noProof="0" dirty="0">
              <a:ln>
                <a:noFill/>
              </a:ln>
              <a:solidFill>
                <a:schemeClr val="bg1"/>
              </a:solidFill>
              <a:effectLst/>
              <a:uLnTx/>
              <a:uFillTx/>
              <a:latin typeface="Calibri Light" panose="020F0302020204030204" pitchFamily="34" charset="0"/>
              <a:cs typeface="Calibri Light" panose="020F0302020204030204" pitchFamily="34" charset="0"/>
            </a:endParaRPr>
          </a:p>
        </p:txBody>
      </p:sp>
      <p:sp>
        <p:nvSpPr>
          <p:cNvPr id="122" name="TextBox 121">
            <a:extLst>
              <a:ext uri="{FF2B5EF4-FFF2-40B4-BE49-F238E27FC236}">
                <a16:creationId xmlns:a16="http://schemas.microsoft.com/office/drawing/2014/main" id="{4D156D5C-AE4C-4330-AD90-4D7DC5389157}"/>
              </a:ext>
            </a:extLst>
          </p:cNvPr>
          <p:cNvSpPr txBox="1"/>
          <p:nvPr/>
        </p:nvSpPr>
        <p:spPr>
          <a:xfrm>
            <a:off x="11121648" y="2828758"/>
            <a:ext cx="624710" cy="276999"/>
          </a:xfrm>
          <a:prstGeom prst="rect">
            <a:avLst/>
          </a:prstGeom>
          <a:noFill/>
        </p:spPr>
        <p:txBody>
          <a:bodyPr wrap="square" lIns="0" tIns="0" rIns="0" bIns="0" rtlCol="0">
            <a:spAutoFit/>
          </a:bodyPr>
          <a:lstStyle/>
          <a:p>
            <a:pPr algn="ct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Sale to beneficiaries</a:t>
            </a:r>
          </a:p>
        </p:txBody>
      </p:sp>
      <p:sp>
        <p:nvSpPr>
          <p:cNvPr id="124" name="TextBox 123">
            <a:extLst>
              <a:ext uri="{FF2B5EF4-FFF2-40B4-BE49-F238E27FC236}">
                <a16:creationId xmlns:a16="http://schemas.microsoft.com/office/drawing/2014/main" id="{496416BD-90AE-49CA-9B0A-6B532C709234}"/>
              </a:ext>
            </a:extLst>
          </p:cNvPr>
          <p:cNvSpPr txBox="1"/>
          <p:nvPr/>
        </p:nvSpPr>
        <p:spPr>
          <a:xfrm>
            <a:off x="8693711" y="2772708"/>
            <a:ext cx="624710" cy="276999"/>
          </a:xfrm>
          <a:prstGeom prst="rect">
            <a:avLst/>
          </a:prstGeom>
          <a:noFill/>
        </p:spPr>
        <p:txBody>
          <a:bodyPr wrap="square" lIns="0" tIns="0" rIns="0" bIns="0" rtlCol="0">
            <a:spAutoFit/>
          </a:bodyPr>
          <a:lstStyle/>
          <a:p>
            <a:pPr algn="ct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Sale to beneficiaries</a:t>
            </a:r>
          </a:p>
        </p:txBody>
      </p:sp>
      <p:sp>
        <p:nvSpPr>
          <p:cNvPr id="128" name="TextBox 127">
            <a:extLst>
              <a:ext uri="{FF2B5EF4-FFF2-40B4-BE49-F238E27FC236}">
                <a16:creationId xmlns:a16="http://schemas.microsoft.com/office/drawing/2014/main" id="{98222008-7BF3-4FCE-8362-2A0474062249}"/>
              </a:ext>
            </a:extLst>
          </p:cNvPr>
          <p:cNvSpPr txBox="1"/>
          <p:nvPr/>
        </p:nvSpPr>
        <p:spPr>
          <a:xfrm>
            <a:off x="6210917" y="2609091"/>
            <a:ext cx="624710" cy="276999"/>
          </a:xfrm>
          <a:prstGeom prst="rect">
            <a:avLst/>
          </a:prstGeom>
          <a:noFill/>
        </p:spPr>
        <p:txBody>
          <a:bodyPr wrap="square" lIns="0" tIns="0" rIns="0" bIns="0" rtlCol="0">
            <a:spAutoFit/>
          </a:bodyPr>
          <a:lstStyle/>
          <a:p>
            <a:pPr algn="ct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Sale to beneficiaries</a:t>
            </a:r>
          </a:p>
        </p:txBody>
      </p:sp>
      <p:cxnSp>
        <p:nvCxnSpPr>
          <p:cNvPr id="129" name="Connector: Elbow 128">
            <a:extLst>
              <a:ext uri="{FF2B5EF4-FFF2-40B4-BE49-F238E27FC236}">
                <a16:creationId xmlns:a16="http://schemas.microsoft.com/office/drawing/2014/main" id="{DEAE9CE3-10AE-408D-ABD4-69899EDDA9AB}"/>
              </a:ext>
            </a:extLst>
          </p:cNvPr>
          <p:cNvCxnSpPr>
            <a:cxnSpLocks/>
          </p:cNvCxnSpPr>
          <p:nvPr/>
        </p:nvCxnSpPr>
        <p:spPr>
          <a:xfrm rot="10800000" flipV="1">
            <a:off x="10796118" y="5276369"/>
            <a:ext cx="510473" cy="46818"/>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293E2C5E-4BA6-4784-A298-50AF71908749}"/>
              </a:ext>
            </a:extLst>
          </p:cNvPr>
          <p:cNvSpPr txBox="1"/>
          <p:nvPr/>
        </p:nvSpPr>
        <p:spPr>
          <a:xfrm>
            <a:off x="11348644" y="5168342"/>
            <a:ext cx="352631" cy="276999"/>
          </a:xfrm>
          <a:prstGeom prst="rect">
            <a:avLst/>
          </a:prstGeom>
          <a:noFill/>
        </p:spPr>
        <p:txBody>
          <a:bodyPr wrap="square" lIns="0" tIns="0" rIns="0" bIns="0" rtlCol="0">
            <a:spAutoFit/>
          </a:bodyPr>
          <a:lstStyle/>
          <a:p>
            <a:pPr>
              <a:spcBef>
                <a:spcPts val="600"/>
              </a:spcBef>
              <a:buSzPct val="100000"/>
            </a:pPr>
            <a:r>
              <a:rPr lang="en-US" sz="900" dirty="0">
                <a:solidFill>
                  <a:srgbClr val="313131"/>
                </a:solidFill>
                <a:latin typeface="Calibri Light" panose="020F0302020204030204" pitchFamily="34" charset="0"/>
                <a:cs typeface="Calibri Light" panose="020F0302020204030204" pitchFamily="34" charset="0"/>
              </a:rPr>
              <a:t>Power Flow</a:t>
            </a:r>
          </a:p>
        </p:txBody>
      </p:sp>
    </p:spTree>
    <p:extLst>
      <p:ext uri="{BB962C8B-B14F-4D97-AF65-F5344CB8AC3E}">
        <p14:creationId xmlns:p14="http://schemas.microsoft.com/office/powerpoint/2010/main" val="3877365740"/>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20943"/>
            <a:ext cx="11188700" cy="334099"/>
          </a:xfrm>
        </p:spPr>
        <p:txBody>
          <a:bodyPr/>
          <a:lstStyle/>
          <a:p>
            <a:r>
              <a:rPr lang="en-US" sz="3600" b="1" dirty="0">
                <a:solidFill>
                  <a:schemeClr val="bg1"/>
                </a:solidFill>
              </a:rPr>
              <a:t>Assessment of Solar Capacity</a:t>
            </a:r>
            <a:endParaRPr lang="en-US" sz="2800" b="1" dirty="0">
              <a:solidFill>
                <a:schemeClr val="bg1"/>
              </a:solidFill>
            </a:endParaRPr>
          </a:p>
        </p:txBody>
      </p:sp>
    </p:spTree>
    <p:extLst>
      <p:ext uri="{BB962C8B-B14F-4D97-AF65-F5344CB8AC3E}">
        <p14:creationId xmlns:p14="http://schemas.microsoft.com/office/powerpoint/2010/main" val="2363262598"/>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Rounded Corners 9">
            <a:extLst>
              <a:ext uri="{FF2B5EF4-FFF2-40B4-BE49-F238E27FC236}">
                <a16:creationId xmlns:a16="http://schemas.microsoft.com/office/drawing/2014/main" id="{C84AC184-C459-4857-AF44-0352CC2BB643}"/>
              </a:ext>
            </a:extLst>
          </p:cNvPr>
          <p:cNvSpPr/>
          <p:nvPr/>
        </p:nvSpPr>
        <p:spPr bwMode="gray">
          <a:xfrm>
            <a:off x="1140431" y="1321212"/>
            <a:ext cx="5732979" cy="3219218"/>
          </a:xfrm>
          <a:prstGeom prst="roundRect">
            <a:avLst>
              <a:gd name="adj" fmla="val 4701"/>
            </a:avLst>
          </a:prstGeom>
          <a:solidFill>
            <a:schemeClr val="accent3">
              <a:alpha val="14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43631"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5" name="Title 5">
            <a:extLst>
              <a:ext uri="{FF2B5EF4-FFF2-40B4-BE49-F238E27FC236}">
                <a16:creationId xmlns:a16="http://schemas.microsoft.com/office/drawing/2014/main" id="{C54331A9-0A8E-40FE-AFD7-C4F02E86065F}"/>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Coal Production by SECL – Historical and Projected</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6" name="Rectangle 25">
            <a:extLst>
              <a:ext uri="{FF2B5EF4-FFF2-40B4-BE49-F238E27FC236}">
                <a16:creationId xmlns:a16="http://schemas.microsoft.com/office/drawing/2014/main" id="{BF081DB0-42F2-4B3F-BBDF-4471A5F11588}"/>
              </a:ext>
            </a:extLst>
          </p:cNvPr>
          <p:cNvSpPr/>
          <p:nvPr/>
        </p:nvSpPr>
        <p:spPr>
          <a:xfrm>
            <a:off x="413785" y="627154"/>
            <a:ext cx="1145012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dirty="0">
                <a:solidFill>
                  <a:prstClr val="black"/>
                </a:solidFill>
                <a:latin typeface="Calibri"/>
              </a:rPr>
              <a:t>SECL produced almost 143 Mt in FY22 and as per SECL’s projection, the production is expected to rise to 269 Mt by FY26 </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AB2BC305-4D09-4A2E-8C17-B24BAF100D13}"/>
              </a:ext>
            </a:extLst>
          </p:cNvPr>
          <p:cNvSpPr/>
          <p:nvPr/>
        </p:nvSpPr>
        <p:spPr bwMode="gray">
          <a:xfrm>
            <a:off x="9688320" y="4852947"/>
            <a:ext cx="1233321" cy="256854"/>
          </a:xfrm>
          <a:prstGeom prst="rect">
            <a:avLst/>
          </a:prstGeom>
          <a:solidFill>
            <a:schemeClr val="tx1">
              <a:lumMod val="65000"/>
              <a:lumOff val="35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solidFill>
                  <a:srgbClr val="FFFF00"/>
                </a:solidFill>
              </a:rPr>
              <a:t>Total (SECL)</a:t>
            </a:r>
          </a:p>
        </p:txBody>
      </p:sp>
      <p:sp>
        <p:nvSpPr>
          <p:cNvPr id="32" name="Rectangle: Rounded Corners 31">
            <a:extLst>
              <a:ext uri="{FF2B5EF4-FFF2-40B4-BE49-F238E27FC236}">
                <a16:creationId xmlns:a16="http://schemas.microsoft.com/office/drawing/2014/main" id="{996A9F24-9603-42C4-AC55-C94D7AC5089F}"/>
              </a:ext>
            </a:extLst>
          </p:cNvPr>
          <p:cNvSpPr/>
          <p:nvPr/>
        </p:nvSpPr>
        <p:spPr bwMode="gray">
          <a:xfrm>
            <a:off x="6873410" y="1305747"/>
            <a:ext cx="4633645" cy="3234684"/>
          </a:xfrm>
          <a:prstGeom prst="roundRect">
            <a:avLst>
              <a:gd name="adj" fmla="val 4701"/>
            </a:avLst>
          </a:prstGeom>
          <a:solidFill>
            <a:schemeClr val="accent1">
              <a:lumMod val="50000"/>
              <a:alpha val="14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12FC1F0A-DB73-44DC-8DF5-7F4E5369960D}"/>
              </a:ext>
            </a:extLst>
          </p:cNvPr>
          <p:cNvSpPr/>
          <p:nvPr/>
        </p:nvSpPr>
        <p:spPr bwMode="gray">
          <a:xfrm>
            <a:off x="1927131" y="1213385"/>
            <a:ext cx="4084241" cy="231115"/>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dirty="0">
                <a:solidFill>
                  <a:schemeClr val="bg1"/>
                </a:solidFill>
              </a:rPr>
              <a:t>Historical Coal Production by SECL (in Mt)</a:t>
            </a:r>
          </a:p>
        </p:txBody>
      </p:sp>
      <p:sp>
        <p:nvSpPr>
          <p:cNvPr id="34" name="Rectangle: Rounded Corners 33">
            <a:extLst>
              <a:ext uri="{FF2B5EF4-FFF2-40B4-BE49-F238E27FC236}">
                <a16:creationId xmlns:a16="http://schemas.microsoft.com/office/drawing/2014/main" id="{CAB8DC3B-510F-4A8F-B00B-92F72CA188B2}"/>
              </a:ext>
            </a:extLst>
          </p:cNvPr>
          <p:cNvSpPr/>
          <p:nvPr/>
        </p:nvSpPr>
        <p:spPr bwMode="gray">
          <a:xfrm>
            <a:off x="7148112" y="1213385"/>
            <a:ext cx="4084241" cy="231115"/>
          </a:xfrm>
          <a:prstGeom prst="roundRect">
            <a:avLst/>
          </a:prstGeom>
          <a:solidFill>
            <a:srgbClr val="2C5234"/>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dirty="0">
                <a:solidFill>
                  <a:schemeClr val="bg1"/>
                </a:solidFill>
              </a:rPr>
              <a:t>SECL’s Projected Coal Production (in Mt)</a:t>
            </a:r>
          </a:p>
        </p:txBody>
      </p:sp>
      <p:sp>
        <p:nvSpPr>
          <p:cNvPr id="12" name="Rectangle: Rounded Corners 11">
            <a:extLst>
              <a:ext uri="{FF2B5EF4-FFF2-40B4-BE49-F238E27FC236}">
                <a16:creationId xmlns:a16="http://schemas.microsoft.com/office/drawing/2014/main" id="{EF92590F-1701-4FBF-A1E3-B1D387B46E5F}"/>
              </a:ext>
            </a:extLst>
          </p:cNvPr>
          <p:cNvSpPr/>
          <p:nvPr/>
        </p:nvSpPr>
        <p:spPr bwMode="gray">
          <a:xfrm>
            <a:off x="501651" y="5531282"/>
            <a:ext cx="11188700" cy="972260"/>
          </a:xfrm>
          <a:prstGeom prst="round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t>Key Takeaways</a:t>
            </a:r>
          </a:p>
          <a:p>
            <a:pPr marL="171450" indent="-171450">
              <a:lnSpc>
                <a:spcPct val="106000"/>
              </a:lnSpc>
              <a:buFont typeface="Arial" panose="020B0604020202020204" pitchFamily="34" charset="0"/>
              <a:buChar char="•"/>
            </a:pPr>
            <a:r>
              <a:rPr lang="en-US" sz="1100" dirty="0"/>
              <a:t>The expected production of SECL is going to be almost 1.7X in next 5 years</a:t>
            </a:r>
          </a:p>
          <a:p>
            <a:pPr marL="171450" indent="-171450">
              <a:lnSpc>
                <a:spcPct val="106000"/>
              </a:lnSpc>
              <a:buFont typeface="Arial" panose="020B0604020202020204" pitchFamily="34" charset="0"/>
              <a:buChar char="•"/>
            </a:pPr>
            <a:r>
              <a:rPr lang="en-US" sz="1100" dirty="0"/>
              <a:t>Most of the production, i.e., almost 93% is coming from Chhattisgarh mines and the trend is expected to be continued till FY26</a:t>
            </a:r>
          </a:p>
          <a:p>
            <a:pPr marL="171450" indent="-171450">
              <a:lnSpc>
                <a:spcPct val="106000"/>
              </a:lnSpc>
              <a:buFont typeface="Arial" panose="020B0604020202020204" pitchFamily="34" charset="0"/>
              <a:buChar char="•"/>
            </a:pPr>
            <a:r>
              <a:rPr lang="en-US" sz="1100" dirty="0"/>
              <a:t>Gevra, </a:t>
            </a:r>
            <a:r>
              <a:rPr lang="en-US" sz="1100" dirty="0" err="1"/>
              <a:t>Dipka</a:t>
            </a:r>
            <a:r>
              <a:rPr lang="en-US" sz="1100" dirty="0"/>
              <a:t>, Kusmunda and Raigarh accounts for almost 83% of the total production, which is not expected to change in near future</a:t>
            </a:r>
          </a:p>
        </p:txBody>
      </p:sp>
      <p:sp>
        <p:nvSpPr>
          <p:cNvPr id="13" name="TextBox 12">
            <a:extLst>
              <a:ext uri="{FF2B5EF4-FFF2-40B4-BE49-F238E27FC236}">
                <a16:creationId xmlns:a16="http://schemas.microsoft.com/office/drawing/2014/main" id="{896FE01F-D1EE-4CAF-B099-FCA12D1E52FE}"/>
              </a:ext>
            </a:extLst>
          </p:cNvPr>
          <p:cNvSpPr txBox="1"/>
          <p:nvPr/>
        </p:nvSpPr>
        <p:spPr>
          <a:xfrm>
            <a:off x="606175" y="5298490"/>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SECL</a:t>
            </a:r>
          </a:p>
        </p:txBody>
      </p:sp>
      <p:graphicFrame>
        <p:nvGraphicFramePr>
          <p:cNvPr id="14" name="Chart 13">
            <a:extLst>
              <a:ext uri="{FF2B5EF4-FFF2-40B4-BE49-F238E27FC236}">
                <a16:creationId xmlns:a16="http://schemas.microsoft.com/office/drawing/2014/main" id="{8737816B-1B21-4794-AD3C-093F3392BA77}"/>
              </a:ext>
            </a:extLst>
          </p:cNvPr>
          <p:cNvGraphicFramePr/>
          <p:nvPr>
            <p:extLst>
              <p:ext uri="{D42A27DB-BD31-4B8C-83A1-F6EECF244321}">
                <p14:modId xmlns:p14="http://schemas.microsoft.com/office/powerpoint/2010/main" val="3883330272"/>
              </p:ext>
            </p:extLst>
          </p:nvPr>
        </p:nvGraphicFramePr>
        <p:xfrm>
          <a:off x="606174" y="1335256"/>
          <a:ext cx="11084400" cy="4100400"/>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2480819974"/>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Rounded Corners 9">
            <a:extLst>
              <a:ext uri="{FF2B5EF4-FFF2-40B4-BE49-F238E27FC236}">
                <a16:creationId xmlns:a16="http://schemas.microsoft.com/office/drawing/2014/main" id="{C84AC184-C459-4857-AF44-0352CC2BB643}"/>
              </a:ext>
            </a:extLst>
          </p:cNvPr>
          <p:cNvSpPr/>
          <p:nvPr/>
        </p:nvSpPr>
        <p:spPr bwMode="gray">
          <a:xfrm>
            <a:off x="501650" y="1480772"/>
            <a:ext cx="6326423" cy="3606229"/>
          </a:xfrm>
          <a:prstGeom prst="roundRect">
            <a:avLst>
              <a:gd name="adj" fmla="val 4701"/>
            </a:avLst>
          </a:prstGeom>
          <a:solidFill>
            <a:schemeClr val="accent3">
              <a:alpha val="14000"/>
            </a:schemeClr>
          </a:solidFill>
          <a:ln w="19050" algn="ctr">
            <a:noFill/>
            <a:miter lim="800000"/>
            <a:headEnd/>
            <a:tailEnd/>
          </a:ln>
        </p:spPr>
        <p:txBody>
          <a:bodyPr wrap="square" lIns="88900" tIns="88900" rIns="88900" bIns="88900" rtlCol="0" anchor="ctr"/>
          <a:lstStyle/>
          <a:p>
            <a:pPr algn="ctr">
              <a:lnSpc>
                <a:spcPct val="106000"/>
              </a:lnSpc>
            </a:pPr>
            <a:endParaRPr lang="en-US" sz="1600" b="1" dirty="0">
              <a:solidFill>
                <a:schemeClr val="bg1"/>
              </a:solidFill>
            </a:endParaRPr>
          </a:p>
        </p:txBody>
      </p:sp>
      <p:sp>
        <p:nvSpPr>
          <p:cNvPr id="17" name="Rectangle: Rounded Corners 16">
            <a:extLst>
              <a:ext uri="{FF2B5EF4-FFF2-40B4-BE49-F238E27FC236}">
                <a16:creationId xmlns:a16="http://schemas.microsoft.com/office/drawing/2014/main" id="{27EAB7A5-8F86-41A8-B277-ACABC8297200}"/>
              </a:ext>
            </a:extLst>
          </p:cNvPr>
          <p:cNvSpPr/>
          <p:nvPr/>
        </p:nvSpPr>
        <p:spPr bwMode="gray">
          <a:xfrm>
            <a:off x="6960283" y="1480772"/>
            <a:ext cx="4762047" cy="3606229"/>
          </a:xfrm>
          <a:prstGeom prst="roundRect">
            <a:avLst>
              <a:gd name="adj" fmla="val 4701"/>
            </a:avLst>
          </a:prstGeom>
          <a:solidFill>
            <a:schemeClr val="accent1">
              <a:lumMod val="50000"/>
              <a:alpha val="14000"/>
            </a:schemeClr>
          </a:solidFill>
          <a:ln w="19050" algn="ctr">
            <a:noFill/>
            <a:miter lim="800000"/>
            <a:headEnd/>
            <a:tailEnd/>
          </a:ln>
        </p:spPr>
        <p:txBody>
          <a:bodyPr wrap="square" lIns="88900" tIns="88900" rIns="88900" bIns="88900" rtlCol="0" anchor="ctr"/>
          <a:lstStyle/>
          <a:p>
            <a:pPr algn="ctr">
              <a:lnSpc>
                <a:spcPct val="106000"/>
              </a:lnSpc>
            </a:pPr>
            <a:endParaRPr lang="en-US" sz="1600" b="1" dirty="0">
              <a:solidFill>
                <a:schemeClr val="bg1"/>
              </a:solidFill>
            </a:endParaRPr>
          </a:p>
        </p:txBody>
      </p:sp>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18233"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5" name="Title 5">
            <a:extLst>
              <a:ext uri="{FF2B5EF4-FFF2-40B4-BE49-F238E27FC236}">
                <a16:creationId xmlns:a16="http://schemas.microsoft.com/office/drawing/2014/main" id="{C54331A9-0A8E-40FE-AFD7-C4F02E86065F}"/>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Electricity Consumption by SECL – historical and projected</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6" name="Rectangle 25">
            <a:extLst>
              <a:ext uri="{FF2B5EF4-FFF2-40B4-BE49-F238E27FC236}">
                <a16:creationId xmlns:a16="http://schemas.microsoft.com/office/drawing/2014/main" id="{BF081DB0-42F2-4B3F-BBDF-4471A5F11588}"/>
              </a:ext>
            </a:extLst>
          </p:cNvPr>
          <p:cNvSpPr/>
          <p:nvPr/>
        </p:nvSpPr>
        <p:spPr>
          <a:xfrm>
            <a:off x="413785" y="627154"/>
            <a:ext cx="11276565"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dirty="0">
                <a:solidFill>
                  <a:prstClr val="black"/>
                </a:solidFill>
                <a:latin typeface="Calibri"/>
              </a:rPr>
              <a:t>SECL consumed approximately 988 MU electricity in FY22; Electricity consumption in FY26 is projected at 1926 MU in line with the projected coal production</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8" name="Chart 7">
            <a:extLst>
              <a:ext uri="{FF2B5EF4-FFF2-40B4-BE49-F238E27FC236}">
                <a16:creationId xmlns:a16="http://schemas.microsoft.com/office/drawing/2014/main" id="{6ABE79C5-B50E-42F4-A632-395E4AC1BEF5}"/>
              </a:ext>
            </a:extLst>
          </p:cNvPr>
          <p:cNvGraphicFramePr/>
          <p:nvPr>
            <p:extLst>
              <p:ext uri="{D42A27DB-BD31-4B8C-83A1-F6EECF244321}">
                <p14:modId xmlns:p14="http://schemas.microsoft.com/office/powerpoint/2010/main" val="3025934117"/>
              </p:ext>
            </p:extLst>
          </p:nvPr>
        </p:nvGraphicFramePr>
        <p:xfrm>
          <a:off x="497320" y="1604062"/>
          <a:ext cx="6330754" cy="3482940"/>
        </p:xfrm>
        <a:graphic>
          <a:graphicData uri="http://schemas.openxmlformats.org/drawingml/2006/chart">
            <c:chart xmlns:c="http://schemas.openxmlformats.org/drawingml/2006/chart" xmlns:r="http://schemas.openxmlformats.org/officeDocument/2006/relationships" r:id="rId8"/>
          </a:graphicData>
        </a:graphic>
      </p:graphicFrame>
      <p:sp>
        <p:nvSpPr>
          <p:cNvPr id="11" name="Rectangle: Rounded Corners 10">
            <a:extLst>
              <a:ext uri="{FF2B5EF4-FFF2-40B4-BE49-F238E27FC236}">
                <a16:creationId xmlns:a16="http://schemas.microsoft.com/office/drawing/2014/main" id="{12FC1F0A-DB73-44DC-8DF5-7F4E5369960D}"/>
              </a:ext>
            </a:extLst>
          </p:cNvPr>
          <p:cNvSpPr/>
          <p:nvPr/>
        </p:nvSpPr>
        <p:spPr bwMode="gray">
          <a:xfrm>
            <a:off x="1381834" y="1344375"/>
            <a:ext cx="4561725" cy="251515"/>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latin typeface="Calibri Light" panose="020F0302020204030204" pitchFamily="34" charset="0"/>
                <a:cs typeface="Calibri Light" panose="020F0302020204030204" pitchFamily="34" charset="0"/>
              </a:rPr>
              <a:t>Historical Electricity Consumption Trend of SECL (in MU)</a:t>
            </a:r>
          </a:p>
        </p:txBody>
      </p:sp>
      <p:sp>
        <p:nvSpPr>
          <p:cNvPr id="12" name="Rectangle: Rounded Corners 11">
            <a:extLst>
              <a:ext uri="{FF2B5EF4-FFF2-40B4-BE49-F238E27FC236}">
                <a16:creationId xmlns:a16="http://schemas.microsoft.com/office/drawing/2014/main" id="{EF92590F-1701-4FBF-A1E3-B1D387B46E5F}"/>
              </a:ext>
            </a:extLst>
          </p:cNvPr>
          <p:cNvSpPr/>
          <p:nvPr/>
        </p:nvSpPr>
        <p:spPr bwMode="gray">
          <a:xfrm>
            <a:off x="501651" y="5444199"/>
            <a:ext cx="11188700" cy="1159440"/>
          </a:xfrm>
          <a:prstGeom prst="round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latin typeface="+mj-lt"/>
                <a:cs typeface="Calibri Light" panose="020F0302020204030204" pitchFamily="34" charset="0"/>
              </a:rPr>
              <a:t>Key Takeaways</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Electricity Consumption for per ton Coal Production of SECL was 6.863 kWh/tonne to 7.308 kWh/tonne over the period of FY17-FY22. The average was 6.591 kWh/tonne</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The envisaged energy savings measure of SECL till FY23 only amounts to ~15 MU (details in </a:t>
            </a:r>
            <a:r>
              <a:rPr lang="en-US" sz="1100" dirty="0">
                <a:latin typeface="+mj-lt"/>
                <a:cs typeface="Calibri Light" panose="020F0302020204030204" pitchFamily="34" charset="0"/>
                <a:hlinkClick r:id="rId9" action="ppaction://hlinksldjump"/>
              </a:rPr>
              <a:t>Annexure-2</a:t>
            </a:r>
            <a:r>
              <a:rPr lang="en-US" sz="1100" dirty="0">
                <a:latin typeface="+mj-lt"/>
                <a:cs typeface="Calibri Light" panose="020F0302020204030204" pitchFamily="34" charset="0"/>
              </a:rPr>
              <a:t>) and no further energy savings is envisaged at this moment. The energy conservation plan accounts for only ~1.5% of the current electricity consumption</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Therefore, the historical electricity consumption pattern is expected to be continued till FY26</a:t>
            </a:r>
          </a:p>
        </p:txBody>
      </p:sp>
      <p:sp>
        <p:nvSpPr>
          <p:cNvPr id="15" name="TextBox 14">
            <a:extLst>
              <a:ext uri="{FF2B5EF4-FFF2-40B4-BE49-F238E27FC236}">
                <a16:creationId xmlns:a16="http://schemas.microsoft.com/office/drawing/2014/main" id="{3FBFB469-5EE6-486E-833A-8076CF06DF1D}"/>
              </a:ext>
            </a:extLst>
          </p:cNvPr>
          <p:cNvSpPr txBox="1"/>
          <p:nvPr/>
        </p:nvSpPr>
        <p:spPr>
          <a:xfrm>
            <a:off x="606175" y="5211407"/>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SECL</a:t>
            </a:r>
          </a:p>
        </p:txBody>
      </p:sp>
      <p:graphicFrame>
        <p:nvGraphicFramePr>
          <p:cNvPr id="16" name="Chart 15">
            <a:extLst>
              <a:ext uri="{FF2B5EF4-FFF2-40B4-BE49-F238E27FC236}">
                <a16:creationId xmlns:a16="http://schemas.microsoft.com/office/drawing/2014/main" id="{A3536D6C-68FF-465C-A840-03719AFE6081}"/>
              </a:ext>
            </a:extLst>
          </p:cNvPr>
          <p:cNvGraphicFramePr/>
          <p:nvPr>
            <p:extLst>
              <p:ext uri="{D42A27DB-BD31-4B8C-83A1-F6EECF244321}">
                <p14:modId xmlns:p14="http://schemas.microsoft.com/office/powerpoint/2010/main" val="483627249"/>
              </p:ext>
            </p:extLst>
          </p:nvPr>
        </p:nvGraphicFramePr>
        <p:xfrm>
          <a:off x="6960285" y="1604061"/>
          <a:ext cx="4785401" cy="3482940"/>
        </p:xfrm>
        <a:graphic>
          <a:graphicData uri="http://schemas.openxmlformats.org/drawingml/2006/chart">
            <c:chart xmlns:c="http://schemas.openxmlformats.org/drawingml/2006/chart" xmlns:r="http://schemas.openxmlformats.org/officeDocument/2006/relationships" r:id="rId10"/>
          </a:graphicData>
        </a:graphic>
      </p:graphicFrame>
      <p:sp>
        <p:nvSpPr>
          <p:cNvPr id="18" name="Rectangle: Rounded Corners 17">
            <a:extLst>
              <a:ext uri="{FF2B5EF4-FFF2-40B4-BE49-F238E27FC236}">
                <a16:creationId xmlns:a16="http://schemas.microsoft.com/office/drawing/2014/main" id="{7DAE9D9E-B7B0-436D-84FC-900F0298649E}"/>
              </a:ext>
            </a:extLst>
          </p:cNvPr>
          <p:cNvSpPr/>
          <p:nvPr/>
        </p:nvSpPr>
        <p:spPr bwMode="gray">
          <a:xfrm>
            <a:off x="7060443" y="1344374"/>
            <a:ext cx="4561725" cy="251515"/>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400" b="1" dirty="0">
                <a:solidFill>
                  <a:schemeClr val="bg1"/>
                </a:solidFill>
                <a:latin typeface="Calibri Light" panose="020F0302020204030204" pitchFamily="34" charset="0"/>
                <a:cs typeface="Calibri Light" panose="020F0302020204030204" pitchFamily="34" charset="0"/>
              </a:rPr>
              <a:t>Projected Electricity Consumption of SECL till FY26 (in MU)</a:t>
            </a:r>
          </a:p>
        </p:txBody>
      </p:sp>
    </p:spTree>
    <p:extLst>
      <p:ext uri="{BB962C8B-B14F-4D97-AF65-F5344CB8AC3E}">
        <p14:creationId xmlns:p14="http://schemas.microsoft.com/office/powerpoint/2010/main" val="3650980881"/>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45665"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5" name="Title 5">
            <a:extLst>
              <a:ext uri="{FF2B5EF4-FFF2-40B4-BE49-F238E27FC236}">
                <a16:creationId xmlns:a16="http://schemas.microsoft.com/office/drawing/2014/main" id="{C54331A9-0A8E-40FE-AFD7-C4F02E86065F}"/>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Assessment of Solar Capacity for Net-Surplus</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sp>
        <p:nvSpPr>
          <p:cNvPr id="26" name="Rectangle 25">
            <a:extLst>
              <a:ext uri="{FF2B5EF4-FFF2-40B4-BE49-F238E27FC236}">
                <a16:creationId xmlns:a16="http://schemas.microsoft.com/office/drawing/2014/main" id="{BF081DB0-42F2-4B3F-BBDF-4471A5F11588}"/>
              </a:ext>
            </a:extLst>
          </p:cNvPr>
          <p:cNvSpPr/>
          <p:nvPr/>
        </p:nvSpPr>
        <p:spPr>
          <a:xfrm>
            <a:off x="413785" y="627154"/>
            <a:ext cx="11276565"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pt-BR" dirty="0">
                <a:solidFill>
                  <a:prstClr val="black"/>
                </a:solidFill>
                <a:latin typeface="Calibri"/>
              </a:rPr>
              <a:t>For SECL to achieve Net-Surplus status by FY 26, the solar capacity of SECL for FY 26 should at least be higher than the projected electricity consumption for FY 26</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 name="Rectangle: Rounded Corners 10">
            <a:extLst>
              <a:ext uri="{FF2B5EF4-FFF2-40B4-BE49-F238E27FC236}">
                <a16:creationId xmlns:a16="http://schemas.microsoft.com/office/drawing/2014/main" id="{12FC1F0A-DB73-44DC-8DF5-7F4E5369960D}"/>
              </a:ext>
            </a:extLst>
          </p:cNvPr>
          <p:cNvSpPr/>
          <p:nvPr/>
        </p:nvSpPr>
        <p:spPr bwMode="gray">
          <a:xfrm>
            <a:off x="826660" y="1286843"/>
            <a:ext cx="4561725" cy="490378"/>
          </a:xfrm>
          <a:prstGeom prst="roundRect">
            <a:avLst/>
          </a:prstGeom>
          <a:solidFill>
            <a:srgbClr val="86BC25"/>
          </a:solidFill>
          <a:ln w="19050" algn="ctr">
            <a:noFill/>
            <a:miter lim="800000"/>
            <a:headEnd/>
            <a:tailEnd/>
          </a:ln>
        </p:spPr>
        <p:txBody>
          <a:bodyPr wrap="square" lIns="0" tIns="0" rIns="0" bIns="0" rtlCol="0" anchor="ctr"/>
          <a:lstStyle/>
          <a:p>
            <a:pPr algn="ctr">
              <a:lnSpc>
                <a:spcPct val="106000"/>
              </a:lnSpc>
              <a:buFont typeface="Wingdings 2" pitchFamily="18" charset="2"/>
              <a:buNone/>
            </a:pPr>
            <a:r>
              <a:rPr lang="en-US" sz="1400" b="1" dirty="0">
                <a:solidFill>
                  <a:schemeClr val="bg1"/>
                </a:solidFill>
                <a:latin typeface="Calibri Light" panose="020F0302020204030204" pitchFamily="34" charset="0"/>
                <a:cs typeface="Calibri Light" panose="020F0302020204030204" pitchFamily="34" charset="0"/>
              </a:rPr>
              <a:t>Projected Electricity Consumption of SECL till FY 26 (in MU)</a:t>
            </a:r>
          </a:p>
        </p:txBody>
      </p:sp>
      <p:sp>
        <p:nvSpPr>
          <p:cNvPr id="12" name="Rectangle: Rounded Corners 11">
            <a:extLst>
              <a:ext uri="{FF2B5EF4-FFF2-40B4-BE49-F238E27FC236}">
                <a16:creationId xmlns:a16="http://schemas.microsoft.com/office/drawing/2014/main" id="{EF92590F-1701-4FBF-A1E3-B1D387B46E5F}"/>
              </a:ext>
            </a:extLst>
          </p:cNvPr>
          <p:cNvSpPr/>
          <p:nvPr/>
        </p:nvSpPr>
        <p:spPr bwMode="gray">
          <a:xfrm>
            <a:off x="501651" y="5444199"/>
            <a:ext cx="11188700" cy="1159440"/>
          </a:xfrm>
          <a:prstGeom prst="roundRect">
            <a:avLst/>
          </a:prstGeom>
          <a:solidFill>
            <a:schemeClr val="accent6">
              <a:lumMod val="20000"/>
              <a:lumOff val="80000"/>
            </a:schemeClr>
          </a:solidFill>
          <a:ln w="19050" algn="ctr">
            <a:noFill/>
            <a:miter lim="800000"/>
            <a:headEnd/>
            <a:tailEnd/>
          </a:ln>
        </p:spPr>
        <p:txBody>
          <a:bodyPr wrap="square" lIns="88900" tIns="88900" rIns="88900" bIns="88900" rtlCol="0" anchor="ctr"/>
          <a:lstStyle/>
          <a:p>
            <a:pPr>
              <a:lnSpc>
                <a:spcPct val="106000"/>
              </a:lnSpc>
              <a:buFont typeface="Wingdings 2" pitchFamily="18" charset="2"/>
              <a:buNone/>
            </a:pPr>
            <a:r>
              <a:rPr lang="en-US" sz="1200" b="1" dirty="0">
                <a:latin typeface="+mj-lt"/>
                <a:cs typeface="Calibri Light" panose="020F0302020204030204" pitchFamily="34" charset="0"/>
              </a:rPr>
              <a:t>Key Takeaways</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Solar capacity has been estimated based on the projected electricity consumption and the assumed CUF</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The quantum solar electricity from the above solar capacity will be generated during the sunshine hours (assumed to be 8 hours), whereas the quantum of electricity consumption indicated above will take place over the period of 24 hours. Therefore, there will be surplus solar electricity after self-consumption by SECL.</a:t>
            </a:r>
          </a:p>
          <a:p>
            <a:pPr marL="171450" indent="-171450">
              <a:lnSpc>
                <a:spcPct val="106000"/>
              </a:lnSpc>
              <a:buFont typeface="Arial" panose="020B0604020202020204" pitchFamily="34" charset="0"/>
              <a:buChar char="•"/>
            </a:pPr>
            <a:r>
              <a:rPr lang="en-US" sz="1100" dirty="0">
                <a:latin typeface="+mj-lt"/>
                <a:cs typeface="Calibri Light" panose="020F0302020204030204" pitchFamily="34" charset="0"/>
              </a:rPr>
              <a:t>Hence, the entire solar capacity will be utilized in two parts – (a) for self-consumption by SECL, and (b) sale of surplus solar power.</a:t>
            </a:r>
          </a:p>
        </p:txBody>
      </p:sp>
      <p:sp>
        <p:nvSpPr>
          <p:cNvPr id="18" name="Rectangle: Rounded Corners 17">
            <a:extLst>
              <a:ext uri="{FF2B5EF4-FFF2-40B4-BE49-F238E27FC236}">
                <a16:creationId xmlns:a16="http://schemas.microsoft.com/office/drawing/2014/main" id="{7DAE9D9E-B7B0-436D-84FC-900F0298649E}"/>
              </a:ext>
            </a:extLst>
          </p:cNvPr>
          <p:cNvSpPr/>
          <p:nvPr/>
        </p:nvSpPr>
        <p:spPr bwMode="gray">
          <a:xfrm>
            <a:off x="6607629" y="1286843"/>
            <a:ext cx="5014539" cy="494675"/>
          </a:xfrm>
          <a:prstGeom prst="roundRect">
            <a:avLst/>
          </a:prstGeom>
          <a:solidFill>
            <a:schemeClr val="accent3"/>
          </a:solidFill>
          <a:ln w="19050" algn="ctr">
            <a:noFill/>
            <a:miter lim="800000"/>
            <a:headEnd/>
            <a:tailEnd/>
          </a:ln>
        </p:spPr>
        <p:txBody>
          <a:bodyPr wrap="square" lIns="0" tIns="0" rIns="0" bIns="0" rtlCol="0" anchor="ctr">
            <a:spAutoFit/>
          </a:bodyPr>
          <a:lstStyle/>
          <a:p>
            <a:pPr algn="ctr">
              <a:lnSpc>
                <a:spcPct val="106000"/>
              </a:lnSpc>
              <a:buFont typeface="Wingdings 2" pitchFamily="18" charset="2"/>
              <a:buNone/>
            </a:pPr>
            <a:r>
              <a:rPr lang="en-US" sz="1400" b="1" dirty="0">
                <a:solidFill>
                  <a:schemeClr val="bg1"/>
                </a:solidFill>
                <a:latin typeface="Calibri Light" panose="020F0302020204030204" pitchFamily="34" charset="0"/>
                <a:cs typeface="Calibri Light" panose="020F0302020204030204" pitchFamily="34" charset="0"/>
              </a:rPr>
              <a:t>Minimum Solar Capacity required at consumption-end for Net-Surplus status of SECL till FY26 (in MW)</a:t>
            </a:r>
          </a:p>
        </p:txBody>
      </p:sp>
      <p:graphicFrame>
        <p:nvGraphicFramePr>
          <p:cNvPr id="6" name="Chart 5">
            <a:extLst>
              <a:ext uri="{FF2B5EF4-FFF2-40B4-BE49-F238E27FC236}">
                <a16:creationId xmlns:a16="http://schemas.microsoft.com/office/drawing/2014/main" id="{B9A4E86C-FE6C-41DD-BEC5-209429E172FA}"/>
              </a:ext>
            </a:extLst>
          </p:cNvPr>
          <p:cNvGraphicFramePr/>
          <p:nvPr>
            <p:extLst>
              <p:ext uri="{D42A27DB-BD31-4B8C-83A1-F6EECF244321}">
                <p14:modId xmlns:p14="http://schemas.microsoft.com/office/powerpoint/2010/main" val="8403387"/>
              </p:ext>
            </p:extLst>
          </p:nvPr>
        </p:nvGraphicFramePr>
        <p:xfrm>
          <a:off x="262441" y="1761310"/>
          <a:ext cx="5681118" cy="3580725"/>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9" name="Chart 18">
            <a:extLst>
              <a:ext uri="{FF2B5EF4-FFF2-40B4-BE49-F238E27FC236}">
                <a16:creationId xmlns:a16="http://schemas.microsoft.com/office/drawing/2014/main" id="{468A4347-2C8F-4AD0-AC30-7646FF5474AD}"/>
              </a:ext>
            </a:extLst>
          </p:cNvPr>
          <p:cNvGraphicFramePr/>
          <p:nvPr>
            <p:extLst>
              <p:ext uri="{D42A27DB-BD31-4B8C-83A1-F6EECF244321}">
                <p14:modId xmlns:p14="http://schemas.microsoft.com/office/powerpoint/2010/main" val="2021993514"/>
              </p:ext>
            </p:extLst>
          </p:nvPr>
        </p:nvGraphicFramePr>
        <p:xfrm>
          <a:off x="6096000" y="1761311"/>
          <a:ext cx="6007690" cy="3341240"/>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1332481903"/>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Assessment of Solar Capacity (at consumption-end) for Self-Consumption and Solar Capacity for Surplus Sale </a:t>
            </a:r>
            <a:endParaRPr lang="en-GB" sz="2800" b="1" dirty="0"/>
          </a:p>
        </p:txBody>
      </p:sp>
      <p:sp>
        <p:nvSpPr>
          <p:cNvPr id="4" name="Rectangle 3"/>
          <p:cNvSpPr/>
          <p:nvPr/>
        </p:nvSpPr>
        <p:spPr>
          <a:xfrm>
            <a:off x="413785" y="964613"/>
            <a:ext cx="11388355"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The overall solar capacity can be bifurcated into capacity for self-consumption and capacity for surplus sale based on the sunshine hours, which is assumed to be 8 hours for this study</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A6E0783E-7748-449A-B148-94801E81513F}"/>
              </a:ext>
            </a:extLst>
          </p:cNvPr>
          <p:cNvSpPr/>
          <p:nvPr/>
        </p:nvSpPr>
        <p:spPr bwMode="gray">
          <a:xfrm>
            <a:off x="501650" y="2029812"/>
            <a:ext cx="11188700" cy="3475472"/>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 name="Rectangle: Rounded Corners 6">
            <a:extLst>
              <a:ext uri="{FF2B5EF4-FFF2-40B4-BE49-F238E27FC236}">
                <a16:creationId xmlns:a16="http://schemas.microsoft.com/office/drawing/2014/main" id="{EE4C5B21-BD0E-4D50-87C5-168B0CD30AF3}"/>
              </a:ext>
            </a:extLst>
          </p:cNvPr>
          <p:cNvSpPr/>
          <p:nvPr/>
        </p:nvSpPr>
        <p:spPr bwMode="gray">
          <a:xfrm>
            <a:off x="1343337" y="1681822"/>
            <a:ext cx="9487948" cy="547908"/>
          </a:xfrm>
          <a:prstGeom prst="roundRect">
            <a:avLst>
              <a:gd name="adj" fmla="val 7184"/>
            </a:avLst>
          </a:prstGeom>
          <a:solidFill>
            <a:srgbClr val="97999B"/>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State-Wise bifurcation of Solar Capacity at consumption-end for FY 26 into (a) capacity for self-consumption and (b) capacity for surplus sale (MW)</a:t>
            </a:r>
          </a:p>
        </p:txBody>
      </p:sp>
      <p:graphicFrame>
        <p:nvGraphicFramePr>
          <p:cNvPr id="9" name="Chart 8">
            <a:extLst>
              <a:ext uri="{FF2B5EF4-FFF2-40B4-BE49-F238E27FC236}">
                <a16:creationId xmlns:a16="http://schemas.microsoft.com/office/drawing/2014/main" id="{22AE0765-8C19-47BE-9C5A-93B2914F31A1}"/>
              </a:ext>
            </a:extLst>
          </p:cNvPr>
          <p:cNvGraphicFramePr/>
          <p:nvPr>
            <p:extLst>
              <p:ext uri="{D42A27DB-BD31-4B8C-83A1-F6EECF244321}">
                <p14:modId xmlns:p14="http://schemas.microsoft.com/office/powerpoint/2010/main" val="828583720"/>
              </p:ext>
            </p:extLst>
          </p:nvPr>
        </p:nvGraphicFramePr>
        <p:xfrm>
          <a:off x="583906" y="2495431"/>
          <a:ext cx="2892941" cy="30898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6" name="Chart 15">
            <a:extLst>
              <a:ext uri="{FF2B5EF4-FFF2-40B4-BE49-F238E27FC236}">
                <a16:creationId xmlns:a16="http://schemas.microsoft.com/office/drawing/2014/main" id="{C127806E-B0D5-4E92-9031-7E964BD0A856}"/>
              </a:ext>
            </a:extLst>
          </p:cNvPr>
          <p:cNvGraphicFramePr/>
          <p:nvPr>
            <p:extLst>
              <p:ext uri="{D42A27DB-BD31-4B8C-83A1-F6EECF244321}">
                <p14:modId xmlns:p14="http://schemas.microsoft.com/office/powerpoint/2010/main" val="977292151"/>
              </p:ext>
            </p:extLst>
          </p:nvPr>
        </p:nvGraphicFramePr>
        <p:xfrm>
          <a:off x="4471082" y="2672440"/>
          <a:ext cx="3444949" cy="2832844"/>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Rounded Corners 10">
            <a:extLst>
              <a:ext uri="{FF2B5EF4-FFF2-40B4-BE49-F238E27FC236}">
                <a16:creationId xmlns:a16="http://schemas.microsoft.com/office/drawing/2014/main" id="{A8950B88-F93F-436C-A3B5-AFBD0FC648CE}"/>
              </a:ext>
            </a:extLst>
          </p:cNvPr>
          <p:cNvSpPr/>
          <p:nvPr/>
        </p:nvSpPr>
        <p:spPr bwMode="gray">
          <a:xfrm>
            <a:off x="501651" y="5604836"/>
            <a:ext cx="11188700" cy="1033768"/>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Verdana" panose="020B0604030504040204" pitchFamily="34" charset="0"/>
                <a:ea typeface="Verdana" panose="020B0604030504040204" pitchFamily="34" charset="0"/>
                <a:cs typeface="Calibri Light" panose="020F0302020204030204" pitchFamily="34" charset="0"/>
              </a:rPr>
              <a:t>Solar capacity for self-consumption is around 33% of the overall solar capacity. If the solar capacity is set up in Capex mode by SECL (i.e., captive power plant), then in order to fulfil the captive power plant criteria (at least 51% annual electricity consumption by captive user), the captive solar plant needs to be separated from the remaining capacity</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rPr>
              <a:t>Criteria for captive power plant are provided in </a:t>
            </a:r>
            <a:r>
              <a:rPr kumimoji="0" lang="en-US" sz="1100" b="0"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hlinkClick r:id="rId4" action="ppaction://hlinksldjump"/>
              </a:rPr>
              <a:t>Annexure-3</a:t>
            </a:r>
            <a:endParaRPr kumimoji="0" lang="en-US" sz="1100" b="0"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endParaRPr>
          </a:p>
        </p:txBody>
      </p:sp>
      <p:sp>
        <p:nvSpPr>
          <p:cNvPr id="14" name="TextBox 13">
            <a:extLst>
              <a:ext uri="{FF2B5EF4-FFF2-40B4-BE49-F238E27FC236}">
                <a16:creationId xmlns:a16="http://schemas.microsoft.com/office/drawing/2014/main" id="{EB8A987E-EBE4-485A-B3E2-D63CA092AB28}"/>
              </a:ext>
            </a:extLst>
          </p:cNvPr>
          <p:cNvSpPr txBox="1"/>
          <p:nvPr/>
        </p:nvSpPr>
        <p:spPr>
          <a:xfrm>
            <a:off x="470889" y="2303540"/>
            <a:ext cx="3149099" cy="523220"/>
          </a:xfrm>
          <a:prstGeom prst="rect">
            <a:avLst/>
          </a:prstGeom>
          <a:noFill/>
        </p:spPr>
        <p:txBody>
          <a:bodyPr wrap="square">
            <a:spAutoFit/>
          </a:bodyPr>
          <a:lstStyle/>
          <a:p>
            <a:pPr algn="ctr"/>
            <a:r>
              <a:rPr lang="en-US" sz="1400" b="1" dirty="0"/>
              <a:t>Total Solar Capacity Requirement for Achieving Net Surplus for FY 26 (MW)</a:t>
            </a:r>
          </a:p>
        </p:txBody>
      </p:sp>
      <p:sp>
        <p:nvSpPr>
          <p:cNvPr id="17" name="TextBox 16">
            <a:extLst>
              <a:ext uri="{FF2B5EF4-FFF2-40B4-BE49-F238E27FC236}">
                <a16:creationId xmlns:a16="http://schemas.microsoft.com/office/drawing/2014/main" id="{DF69A9CF-6429-4353-B7D4-C7F4DA9A0ED1}"/>
              </a:ext>
            </a:extLst>
          </p:cNvPr>
          <p:cNvSpPr txBox="1"/>
          <p:nvPr/>
        </p:nvSpPr>
        <p:spPr>
          <a:xfrm>
            <a:off x="4695256" y="2303540"/>
            <a:ext cx="2996597" cy="523220"/>
          </a:xfrm>
          <a:prstGeom prst="rect">
            <a:avLst/>
          </a:prstGeom>
          <a:noFill/>
        </p:spPr>
        <p:txBody>
          <a:bodyPr wrap="square">
            <a:spAutoFit/>
          </a:bodyPr>
          <a:lstStyle>
            <a:defPPr>
              <a:defRPr lang="en-US"/>
            </a:defPPr>
            <a:lvl1pPr algn="ctr">
              <a:defRPr sz="1400" b="1"/>
            </a:lvl1pPr>
          </a:lstStyle>
          <a:p>
            <a:r>
              <a:rPr lang="en-US" dirty="0"/>
              <a:t>Solar Capacity for Self-Consumption for FY 26 (MW)</a:t>
            </a:r>
          </a:p>
        </p:txBody>
      </p:sp>
      <p:graphicFrame>
        <p:nvGraphicFramePr>
          <p:cNvPr id="18" name="Chart 17">
            <a:extLst>
              <a:ext uri="{FF2B5EF4-FFF2-40B4-BE49-F238E27FC236}">
                <a16:creationId xmlns:a16="http://schemas.microsoft.com/office/drawing/2014/main" id="{06173487-D715-4CA4-A9EE-B0882E0205A5}"/>
              </a:ext>
            </a:extLst>
          </p:cNvPr>
          <p:cNvGraphicFramePr/>
          <p:nvPr>
            <p:extLst>
              <p:ext uri="{D42A27DB-BD31-4B8C-83A1-F6EECF244321}">
                <p14:modId xmlns:p14="http://schemas.microsoft.com/office/powerpoint/2010/main" val="2439154745"/>
              </p:ext>
            </p:extLst>
          </p:nvPr>
        </p:nvGraphicFramePr>
        <p:xfrm>
          <a:off x="8357191" y="2583936"/>
          <a:ext cx="3444949" cy="2832844"/>
        </p:xfrm>
        <a:graphic>
          <a:graphicData uri="http://schemas.openxmlformats.org/drawingml/2006/chart">
            <c:chart xmlns:c="http://schemas.openxmlformats.org/drawingml/2006/chart" xmlns:r="http://schemas.openxmlformats.org/officeDocument/2006/relationships" r:id="rId5"/>
          </a:graphicData>
        </a:graphic>
      </p:graphicFrame>
      <p:sp>
        <p:nvSpPr>
          <p:cNvPr id="19" name="TextBox 18">
            <a:extLst>
              <a:ext uri="{FF2B5EF4-FFF2-40B4-BE49-F238E27FC236}">
                <a16:creationId xmlns:a16="http://schemas.microsoft.com/office/drawing/2014/main" id="{30AF456E-C9B1-45FE-98C6-DA372CD5400D}"/>
              </a:ext>
            </a:extLst>
          </p:cNvPr>
          <p:cNvSpPr txBox="1"/>
          <p:nvPr/>
        </p:nvSpPr>
        <p:spPr>
          <a:xfrm>
            <a:off x="8778384" y="2269852"/>
            <a:ext cx="2602561" cy="523220"/>
          </a:xfrm>
          <a:prstGeom prst="rect">
            <a:avLst/>
          </a:prstGeom>
          <a:noFill/>
        </p:spPr>
        <p:txBody>
          <a:bodyPr wrap="square">
            <a:spAutoFit/>
          </a:bodyPr>
          <a:lstStyle/>
          <a:p>
            <a:pPr algn="ctr"/>
            <a:r>
              <a:rPr lang="en-US" sz="1400" b="1" dirty="0"/>
              <a:t>Solar Capacity for surplus sale for FY 26 (MW)</a:t>
            </a:r>
          </a:p>
        </p:txBody>
      </p:sp>
      <p:sp>
        <p:nvSpPr>
          <p:cNvPr id="13" name="TextBox 12">
            <a:extLst>
              <a:ext uri="{FF2B5EF4-FFF2-40B4-BE49-F238E27FC236}">
                <a16:creationId xmlns:a16="http://schemas.microsoft.com/office/drawing/2014/main" id="{E9270254-C844-4298-A1F2-B4A696F4A7B5}"/>
              </a:ext>
            </a:extLst>
          </p:cNvPr>
          <p:cNvSpPr txBox="1"/>
          <p:nvPr/>
        </p:nvSpPr>
        <p:spPr>
          <a:xfrm>
            <a:off x="7654021" y="3680160"/>
            <a:ext cx="994235" cy="738664"/>
          </a:xfrm>
          <a:prstGeom prst="rect">
            <a:avLst/>
          </a:prstGeom>
          <a:noFill/>
        </p:spPr>
        <p:txBody>
          <a:bodyPr wrap="square" lIns="0" tIns="0" rIns="0" bIns="0" rtlCol="0">
            <a:spAutoFit/>
          </a:bodyPr>
          <a:lstStyle/>
          <a:p>
            <a:pPr algn="ctr">
              <a:spcBef>
                <a:spcPts val="600"/>
              </a:spcBef>
              <a:buSzPct val="100000"/>
            </a:pPr>
            <a:r>
              <a:rPr lang="en-US" sz="4800" dirty="0">
                <a:solidFill>
                  <a:srgbClr val="313131"/>
                </a:solidFill>
              </a:rPr>
              <a:t>+</a:t>
            </a:r>
          </a:p>
        </p:txBody>
      </p:sp>
      <p:sp>
        <p:nvSpPr>
          <p:cNvPr id="20" name="TextBox 19">
            <a:extLst>
              <a:ext uri="{FF2B5EF4-FFF2-40B4-BE49-F238E27FC236}">
                <a16:creationId xmlns:a16="http://schemas.microsoft.com/office/drawing/2014/main" id="{8FC23682-6230-4BB2-A694-AE974869E5B7}"/>
              </a:ext>
            </a:extLst>
          </p:cNvPr>
          <p:cNvSpPr txBox="1"/>
          <p:nvPr/>
        </p:nvSpPr>
        <p:spPr>
          <a:xfrm>
            <a:off x="3865775" y="3680160"/>
            <a:ext cx="994235" cy="738664"/>
          </a:xfrm>
          <a:prstGeom prst="rect">
            <a:avLst/>
          </a:prstGeom>
          <a:noFill/>
        </p:spPr>
        <p:txBody>
          <a:bodyPr wrap="square" lIns="0" tIns="0" rIns="0" bIns="0" rtlCol="0">
            <a:spAutoFit/>
          </a:bodyPr>
          <a:lstStyle/>
          <a:p>
            <a:pPr algn="ctr">
              <a:spcBef>
                <a:spcPts val="600"/>
              </a:spcBef>
              <a:buSzPct val="100000"/>
            </a:pPr>
            <a:r>
              <a:rPr lang="en-US" sz="4800" dirty="0">
                <a:solidFill>
                  <a:srgbClr val="313131"/>
                </a:solidFill>
              </a:rPr>
              <a:t>=</a:t>
            </a:r>
          </a:p>
        </p:txBody>
      </p:sp>
      <p:sp>
        <p:nvSpPr>
          <p:cNvPr id="21" name="TextBox 20">
            <a:extLst>
              <a:ext uri="{FF2B5EF4-FFF2-40B4-BE49-F238E27FC236}">
                <a16:creationId xmlns:a16="http://schemas.microsoft.com/office/drawing/2014/main" id="{597EADE5-58A0-4240-86B9-BB5FB20686F8}"/>
              </a:ext>
            </a:extLst>
          </p:cNvPr>
          <p:cNvSpPr txBox="1"/>
          <p:nvPr/>
        </p:nvSpPr>
        <p:spPr>
          <a:xfrm>
            <a:off x="1052704" y="5150742"/>
            <a:ext cx="1955343" cy="307777"/>
          </a:xfrm>
          <a:prstGeom prst="rect">
            <a:avLst/>
          </a:prstGeom>
          <a:noFill/>
        </p:spPr>
        <p:txBody>
          <a:bodyPr wrap="square">
            <a:spAutoFit/>
          </a:bodyPr>
          <a:lstStyle/>
          <a:p>
            <a:pPr algn="ctr"/>
            <a:r>
              <a:rPr lang="en-US" sz="1400" b="1" dirty="0"/>
              <a:t>Total Capacity: 825 MW</a:t>
            </a:r>
          </a:p>
        </p:txBody>
      </p:sp>
      <p:sp>
        <p:nvSpPr>
          <p:cNvPr id="22" name="TextBox 21">
            <a:extLst>
              <a:ext uri="{FF2B5EF4-FFF2-40B4-BE49-F238E27FC236}">
                <a16:creationId xmlns:a16="http://schemas.microsoft.com/office/drawing/2014/main" id="{5D0A080D-5A0B-4240-99B8-697AE74BFC98}"/>
              </a:ext>
            </a:extLst>
          </p:cNvPr>
          <p:cNvSpPr txBox="1"/>
          <p:nvPr/>
        </p:nvSpPr>
        <p:spPr>
          <a:xfrm>
            <a:off x="5215884" y="5150742"/>
            <a:ext cx="1955343" cy="307777"/>
          </a:xfrm>
          <a:prstGeom prst="rect">
            <a:avLst/>
          </a:prstGeom>
          <a:noFill/>
        </p:spPr>
        <p:txBody>
          <a:bodyPr wrap="square">
            <a:spAutoFit/>
          </a:bodyPr>
          <a:lstStyle/>
          <a:p>
            <a:pPr algn="ctr"/>
            <a:r>
              <a:rPr lang="en-US" sz="1400" b="1" dirty="0"/>
              <a:t>Total Capacity: 275 MW</a:t>
            </a:r>
          </a:p>
        </p:txBody>
      </p:sp>
      <p:sp>
        <p:nvSpPr>
          <p:cNvPr id="23" name="TextBox 22">
            <a:extLst>
              <a:ext uri="{FF2B5EF4-FFF2-40B4-BE49-F238E27FC236}">
                <a16:creationId xmlns:a16="http://schemas.microsoft.com/office/drawing/2014/main" id="{EE0F2874-80DA-43BF-A427-CCB2649E0D2A}"/>
              </a:ext>
            </a:extLst>
          </p:cNvPr>
          <p:cNvSpPr txBox="1"/>
          <p:nvPr/>
        </p:nvSpPr>
        <p:spPr>
          <a:xfrm>
            <a:off x="9101992" y="5129925"/>
            <a:ext cx="1955343" cy="307777"/>
          </a:xfrm>
          <a:prstGeom prst="rect">
            <a:avLst/>
          </a:prstGeom>
          <a:noFill/>
        </p:spPr>
        <p:txBody>
          <a:bodyPr wrap="square">
            <a:spAutoFit/>
          </a:bodyPr>
          <a:lstStyle/>
          <a:p>
            <a:pPr algn="ctr"/>
            <a:r>
              <a:rPr lang="en-US" sz="1400" b="1" dirty="0"/>
              <a:t>Total Capacity: 550 MW</a:t>
            </a:r>
          </a:p>
        </p:txBody>
      </p:sp>
    </p:spTree>
    <p:extLst>
      <p:ext uri="{BB962C8B-B14F-4D97-AF65-F5344CB8AC3E}">
        <p14:creationId xmlns:p14="http://schemas.microsoft.com/office/powerpoint/2010/main" val="3780335597"/>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Assessment of Captive Solar Capacities (at generation-end) for different location-options</a:t>
            </a:r>
            <a:endParaRPr lang="en-GB" sz="2800" b="1" dirty="0"/>
          </a:p>
        </p:txBody>
      </p:sp>
      <p:graphicFrame>
        <p:nvGraphicFramePr>
          <p:cNvPr id="5" name="Table 4">
            <a:extLst>
              <a:ext uri="{FF2B5EF4-FFF2-40B4-BE49-F238E27FC236}">
                <a16:creationId xmlns:a16="http://schemas.microsoft.com/office/drawing/2014/main" id="{AFA3E197-D120-4287-8774-18CCF2850423}"/>
              </a:ext>
            </a:extLst>
          </p:cNvPr>
          <p:cNvGraphicFramePr>
            <a:graphicFrameLocks noGrp="1"/>
          </p:cNvGraphicFramePr>
          <p:nvPr>
            <p:extLst>
              <p:ext uri="{D42A27DB-BD31-4B8C-83A1-F6EECF244321}">
                <p14:modId xmlns:p14="http://schemas.microsoft.com/office/powerpoint/2010/main" val="3503756079"/>
              </p:ext>
            </p:extLst>
          </p:nvPr>
        </p:nvGraphicFramePr>
        <p:xfrm>
          <a:off x="501650" y="1773105"/>
          <a:ext cx="11188698" cy="3912781"/>
        </p:xfrm>
        <a:graphic>
          <a:graphicData uri="http://schemas.openxmlformats.org/drawingml/2006/table">
            <a:tbl>
              <a:tblPr/>
              <a:tblGrid>
                <a:gridCol w="3729566">
                  <a:extLst>
                    <a:ext uri="{9D8B030D-6E8A-4147-A177-3AD203B41FA5}">
                      <a16:colId xmlns:a16="http://schemas.microsoft.com/office/drawing/2014/main" val="479395235"/>
                    </a:ext>
                  </a:extLst>
                </a:gridCol>
                <a:gridCol w="3729566">
                  <a:extLst>
                    <a:ext uri="{9D8B030D-6E8A-4147-A177-3AD203B41FA5}">
                      <a16:colId xmlns:a16="http://schemas.microsoft.com/office/drawing/2014/main" val="2751601393"/>
                    </a:ext>
                  </a:extLst>
                </a:gridCol>
                <a:gridCol w="3729566">
                  <a:extLst>
                    <a:ext uri="{9D8B030D-6E8A-4147-A177-3AD203B41FA5}">
                      <a16:colId xmlns:a16="http://schemas.microsoft.com/office/drawing/2014/main" val="1259705507"/>
                    </a:ext>
                  </a:extLst>
                </a:gridCol>
              </a:tblGrid>
              <a:tr h="691669">
                <a:tc>
                  <a:txBody>
                    <a:bodyPr/>
                    <a:lstStyle/>
                    <a:p>
                      <a:pPr algn="ctr" fontAlgn="ctr"/>
                      <a:r>
                        <a:rPr lang="en-IN" sz="1600" b="1" i="1" u="none" strike="noStrike" dirty="0">
                          <a:solidFill>
                            <a:srgbClr val="000000"/>
                          </a:solidFill>
                          <a:effectLst/>
                          <a:latin typeface="Calibri" panose="020F0502020204030204" pitchFamily="34" charset="0"/>
                        </a:rPr>
                        <a:t>Option 1: Entire Solar Capacity is in CG</a:t>
                      </a:r>
                    </a:p>
                    <a:p>
                      <a:pPr algn="ctr" fontAlgn="ctr"/>
                      <a:r>
                        <a:rPr lang="en-IN" sz="1600" b="0" i="1" u="none" strike="noStrike" dirty="0">
                          <a:solidFill>
                            <a:srgbClr val="000000"/>
                          </a:solidFill>
                          <a:effectLst/>
                          <a:latin typeface="Calibri" panose="020F0502020204030204" pitchFamily="34" charset="0"/>
                        </a:rPr>
                        <a:t>(figures in MW)</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0000"/>
                        <a:lumOff val="80000"/>
                      </a:schemeClr>
                    </a:solidFill>
                  </a:tcPr>
                </a:tc>
                <a:tc>
                  <a:txBody>
                    <a:bodyPr/>
                    <a:lstStyle/>
                    <a:p>
                      <a:pPr algn="ctr" fontAlgn="ctr"/>
                      <a:r>
                        <a:rPr lang="en-IN" sz="1600" b="1" i="1" u="none" strike="noStrike" dirty="0">
                          <a:solidFill>
                            <a:srgbClr val="000000"/>
                          </a:solidFill>
                          <a:effectLst/>
                          <a:latin typeface="Calibri" panose="020F0502020204030204" pitchFamily="34" charset="0"/>
                        </a:rPr>
                        <a:t>Option 2: Entire Solar Capacity is in MP</a:t>
                      </a:r>
                    </a:p>
                    <a:p>
                      <a:pPr marL="0" marR="0" lvl="0" indent="0" algn="ctr" defTabSz="914400" rtl="0" eaLnBrk="1" fontAlgn="ctr" latinLnBrk="0" hangingPunct="1">
                        <a:lnSpc>
                          <a:spcPct val="100000"/>
                        </a:lnSpc>
                        <a:spcBef>
                          <a:spcPts val="0"/>
                        </a:spcBef>
                        <a:spcAft>
                          <a:spcPts val="0"/>
                        </a:spcAft>
                        <a:buClrTx/>
                        <a:buSzTx/>
                        <a:buFontTx/>
                        <a:buNone/>
                        <a:tabLst/>
                        <a:defRPr/>
                      </a:pPr>
                      <a:r>
                        <a:rPr lang="en-IN" sz="1600" b="0" i="1" u="none" strike="noStrike" dirty="0">
                          <a:solidFill>
                            <a:srgbClr val="000000"/>
                          </a:solidFill>
                          <a:effectLst/>
                          <a:latin typeface="Calibri" panose="020F0502020204030204" pitchFamily="34" charset="0"/>
                        </a:rPr>
                        <a:t>(figures in MW)</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0000"/>
                        <a:lumOff val="80000"/>
                      </a:schemeClr>
                    </a:solidFill>
                  </a:tcPr>
                </a:tc>
                <a:tc>
                  <a:txBody>
                    <a:bodyPr/>
                    <a:lstStyle/>
                    <a:p>
                      <a:pPr algn="ctr" fontAlgn="ctr"/>
                      <a:r>
                        <a:rPr lang="en-IN" sz="1600" b="1" i="1" u="none" strike="noStrike" dirty="0">
                          <a:solidFill>
                            <a:srgbClr val="000000"/>
                          </a:solidFill>
                          <a:effectLst/>
                          <a:latin typeface="Calibri" panose="020F0502020204030204" pitchFamily="34" charset="0"/>
                        </a:rPr>
                        <a:t>Option 3: Solar Capacity in both CG and MP as per demand </a:t>
                      </a:r>
                      <a:r>
                        <a:rPr lang="en-IN" sz="1600" b="0" i="1" u="none" strike="noStrike" dirty="0">
                          <a:solidFill>
                            <a:srgbClr val="000000"/>
                          </a:solidFill>
                          <a:effectLst/>
                          <a:latin typeface="Calibri" panose="020F0502020204030204" pitchFamily="34" charset="0"/>
                        </a:rPr>
                        <a:t>(figures in MW)</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77838441"/>
                  </a:ext>
                </a:extLst>
              </a:tr>
              <a:tr h="3221112">
                <a:tc>
                  <a:txBody>
                    <a:bodyPr/>
                    <a:lstStyle/>
                    <a:p>
                      <a:pPr algn="ctr" fontAlgn="ctr"/>
                      <a:endParaRPr lang="en-IN" sz="1600" b="0" i="0" u="none" strike="noStrike" dirty="0">
                        <a:solidFill>
                          <a:srgbClr val="000000"/>
                        </a:solidFill>
                        <a:effectLst/>
                        <a:latin typeface="+mn-lt"/>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endParaRPr lang="en-IN" sz="1600" b="0" i="0" u="none" strike="noStrike" dirty="0">
                        <a:solidFill>
                          <a:schemeClr val="tx1"/>
                        </a:solidFill>
                        <a:effectLst/>
                        <a:latin typeface="+mn-lt"/>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ctr"/>
                      <a:endParaRPr lang="en-IN" sz="1600" b="0" i="0" u="none" strike="noStrike" dirty="0">
                        <a:solidFill>
                          <a:schemeClr val="tx1"/>
                        </a:solidFill>
                        <a:effectLst/>
                        <a:latin typeface="+mn-lt"/>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00274652"/>
                  </a:ext>
                </a:extLst>
              </a:tr>
            </a:tbl>
          </a:graphicData>
        </a:graphic>
      </p:graphicFrame>
      <p:graphicFrame>
        <p:nvGraphicFramePr>
          <p:cNvPr id="7" name="Chart 6">
            <a:extLst>
              <a:ext uri="{FF2B5EF4-FFF2-40B4-BE49-F238E27FC236}">
                <a16:creationId xmlns:a16="http://schemas.microsoft.com/office/drawing/2014/main" id="{C98B1E0E-D193-4FCA-A1E7-8491EBAF70DD}"/>
              </a:ext>
            </a:extLst>
          </p:cNvPr>
          <p:cNvGraphicFramePr/>
          <p:nvPr>
            <p:extLst>
              <p:ext uri="{D42A27DB-BD31-4B8C-83A1-F6EECF244321}">
                <p14:modId xmlns:p14="http://schemas.microsoft.com/office/powerpoint/2010/main" val="3110814400"/>
              </p:ext>
            </p:extLst>
          </p:nvPr>
        </p:nvGraphicFramePr>
        <p:xfrm>
          <a:off x="733647" y="2485486"/>
          <a:ext cx="3296093" cy="346621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Chart 7">
            <a:extLst>
              <a:ext uri="{FF2B5EF4-FFF2-40B4-BE49-F238E27FC236}">
                <a16:creationId xmlns:a16="http://schemas.microsoft.com/office/drawing/2014/main" id="{A8B02449-34FC-4CA4-ACCA-37CC5F09D392}"/>
              </a:ext>
            </a:extLst>
          </p:cNvPr>
          <p:cNvGraphicFramePr/>
          <p:nvPr>
            <p:extLst>
              <p:ext uri="{D42A27DB-BD31-4B8C-83A1-F6EECF244321}">
                <p14:modId xmlns:p14="http://schemas.microsoft.com/office/powerpoint/2010/main" val="2898955859"/>
              </p:ext>
            </p:extLst>
          </p:nvPr>
        </p:nvGraphicFramePr>
        <p:xfrm>
          <a:off x="4458583" y="2485486"/>
          <a:ext cx="3296093" cy="346621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8">
            <a:extLst>
              <a:ext uri="{FF2B5EF4-FFF2-40B4-BE49-F238E27FC236}">
                <a16:creationId xmlns:a16="http://schemas.microsoft.com/office/drawing/2014/main" id="{0EA2DEEA-A60F-436A-B0FE-554B7EC6B766}"/>
              </a:ext>
            </a:extLst>
          </p:cNvPr>
          <p:cNvGraphicFramePr/>
          <p:nvPr>
            <p:extLst>
              <p:ext uri="{D42A27DB-BD31-4B8C-83A1-F6EECF244321}">
                <p14:modId xmlns:p14="http://schemas.microsoft.com/office/powerpoint/2010/main" val="1731709458"/>
              </p:ext>
            </p:extLst>
          </p:nvPr>
        </p:nvGraphicFramePr>
        <p:xfrm>
          <a:off x="8215418" y="2485486"/>
          <a:ext cx="3296093" cy="3466214"/>
        </p:xfrm>
        <a:graphic>
          <a:graphicData uri="http://schemas.openxmlformats.org/drawingml/2006/chart">
            <c:chart xmlns:c="http://schemas.openxmlformats.org/drawingml/2006/chart" xmlns:r="http://schemas.openxmlformats.org/officeDocument/2006/relationships" r:id="rId4"/>
          </a:graphicData>
        </a:graphic>
      </p:graphicFrame>
      <p:sp>
        <p:nvSpPr>
          <p:cNvPr id="10" name="Rectangle 9">
            <a:extLst>
              <a:ext uri="{FF2B5EF4-FFF2-40B4-BE49-F238E27FC236}">
                <a16:creationId xmlns:a16="http://schemas.microsoft.com/office/drawing/2014/main" id="{14C3D7BD-977E-471C-9C26-6EA751909BFD}"/>
              </a:ext>
            </a:extLst>
          </p:cNvPr>
          <p:cNvSpPr/>
          <p:nvPr/>
        </p:nvSpPr>
        <p:spPr>
          <a:xfrm>
            <a:off x="401819" y="1056445"/>
            <a:ext cx="1128853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Solar capacities at generation-end are assessed by grossing up the solar capacities at consumption-end with applicable open access losses (e.g. T&amp;D losses on concerned states and ISTS losses, if applicable)</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Rectangle: Rounded Corners 11">
            <a:extLst>
              <a:ext uri="{FF2B5EF4-FFF2-40B4-BE49-F238E27FC236}">
                <a16:creationId xmlns:a16="http://schemas.microsoft.com/office/drawing/2014/main" id="{D16F0F44-0F59-444B-A458-1A8EE01E652D}"/>
              </a:ext>
            </a:extLst>
          </p:cNvPr>
          <p:cNvSpPr/>
          <p:nvPr/>
        </p:nvSpPr>
        <p:spPr bwMode="gray">
          <a:xfrm>
            <a:off x="501651" y="5756215"/>
            <a:ext cx="11188700" cy="907866"/>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100" b="1"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rPr>
              <a:t>Since the applicable open access losses </a:t>
            </a:r>
            <a:r>
              <a:rPr lang="en-US" sz="1100" kern="0" dirty="0">
                <a:solidFill>
                  <a:prstClr val="black"/>
                </a:solidFill>
                <a:latin typeface="Verdana" panose="020B0604030504040204" pitchFamily="34" charset="0"/>
                <a:ea typeface="Verdana" panose="020B0604030504040204" pitchFamily="34" charset="0"/>
                <a:cs typeface="Calibri Light" panose="020F0302020204030204" pitchFamily="34" charset="0"/>
              </a:rPr>
              <a:t>are different in Chhattisgarh and Madhya Pradesh, the required captive solar capacities at generation-end also vary based on the different location-options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Calibri Light" panose="020F0302020204030204" pitchFamily="34" charset="0"/>
              </a:rPr>
              <a:t>However, for Non-Captive portion (i.e., for surplus sale), capacity of the plant will be as estimated in the previous slide, and it can be located anywhere in CG or MP subject to availability of suitable land</a:t>
            </a:r>
          </a:p>
        </p:txBody>
      </p:sp>
      <p:sp>
        <p:nvSpPr>
          <p:cNvPr id="13" name="Rectangle: Rounded Corners 12">
            <a:extLst>
              <a:ext uri="{FF2B5EF4-FFF2-40B4-BE49-F238E27FC236}">
                <a16:creationId xmlns:a16="http://schemas.microsoft.com/office/drawing/2014/main" id="{5BE6EA14-A166-4971-AC91-AAE3D72D15F7}"/>
              </a:ext>
            </a:extLst>
          </p:cNvPr>
          <p:cNvSpPr/>
          <p:nvPr/>
        </p:nvSpPr>
        <p:spPr bwMode="gray">
          <a:xfrm>
            <a:off x="1249417" y="2528018"/>
            <a:ext cx="2248691" cy="308345"/>
          </a:xfrm>
          <a:prstGeom prst="roundRect">
            <a:avLst>
              <a:gd name="adj" fmla="val 7184"/>
            </a:avLst>
          </a:prstGeom>
          <a:solidFill>
            <a:srgbClr val="DDEFE8"/>
          </a:solidFill>
          <a:ln w="19050" algn="ctr">
            <a:solidFill>
              <a:srgbClr val="BBBCBC"/>
            </a:solidFill>
            <a:miter lim="800000"/>
            <a:headEnd/>
            <a:tailEnd/>
          </a:ln>
        </p:spPr>
        <p:txBody>
          <a:bodyPr wrap="square" lIns="88900" tIns="88900" rIns="88900" bIns="889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solidFill>
                <a:effectLst/>
                <a:uLnTx/>
                <a:uFillTx/>
                <a:latin typeface="Calibri"/>
                <a:ea typeface="+mn-ea"/>
                <a:cs typeface="+mn-cs"/>
              </a:rPr>
              <a:t>Total Capacity: </a:t>
            </a:r>
            <a:r>
              <a:rPr kumimoji="0" lang="pt-BR" sz="1600" b="1" i="0" u="none" strike="noStrike" kern="1200" cap="none" spc="0" normalizeH="0" baseline="0" noProof="0" dirty="0">
                <a:ln>
                  <a:noFill/>
                </a:ln>
                <a:solidFill>
                  <a:prstClr val="black"/>
                </a:solidFill>
                <a:effectLst/>
                <a:uLnTx/>
                <a:uFillTx/>
                <a:latin typeface="Calibri"/>
                <a:ea typeface="+mn-ea"/>
                <a:cs typeface="+mn-cs"/>
              </a:rPr>
              <a:t>306 MW</a:t>
            </a:r>
            <a:endParaRPr kumimoji="0" lang="en-IN" sz="1600" b="1"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Rounded Corners 13">
            <a:extLst>
              <a:ext uri="{FF2B5EF4-FFF2-40B4-BE49-F238E27FC236}">
                <a16:creationId xmlns:a16="http://schemas.microsoft.com/office/drawing/2014/main" id="{C5767BED-EDA7-44D7-84E7-18F81BE6285B}"/>
              </a:ext>
            </a:extLst>
          </p:cNvPr>
          <p:cNvSpPr/>
          <p:nvPr/>
        </p:nvSpPr>
        <p:spPr bwMode="gray">
          <a:xfrm>
            <a:off x="4971653" y="2528018"/>
            <a:ext cx="2248691" cy="308345"/>
          </a:xfrm>
          <a:prstGeom prst="roundRect">
            <a:avLst>
              <a:gd name="adj" fmla="val 7184"/>
            </a:avLst>
          </a:prstGeom>
          <a:solidFill>
            <a:srgbClr val="DDEFE8"/>
          </a:solidFill>
          <a:ln w="19050" algn="ctr">
            <a:solidFill>
              <a:srgbClr val="BBBCBC"/>
            </a:solidFill>
            <a:miter lim="800000"/>
            <a:headEnd/>
            <a:tailEnd/>
          </a:ln>
        </p:spPr>
        <p:txBody>
          <a:bodyPr wrap="square" lIns="88900" tIns="88900" rIns="88900" bIns="889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solidFill>
                <a:effectLst/>
                <a:uLnTx/>
                <a:uFillTx/>
                <a:latin typeface="Calibri"/>
                <a:ea typeface="+mn-ea"/>
                <a:cs typeface="+mn-cs"/>
              </a:rPr>
              <a:t>Total Capacity: </a:t>
            </a:r>
            <a:r>
              <a:rPr kumimoji="0" lang="pt-BR" sz="1600" b="1" i="0" u="none" strike="noStrike" kern="1200" cap="none" spc="0" normalizeH="0" baseline="0" noProof="0" dirty="0">
                <a:ln>
                  <a:noFill/>
                </a:ln>
                <a:solidFill>
                  <a:prstClr val="black"/>
                </a:solidFill>
                <a:effectLst/>
                <a:uLnTx/>
                <a:uFillTx/>
                <a:latin typeface="Calibri"/>
                <a:ea typeface="+mn-ea"/>
                <a:cs typeface="+mn-cs"/>
              </a:rPr>
              <a:t>332 MW</a:t>
            </a:r>
            <a:endParaRPr kumimoji="0" lang="en-IN" sz="1600" b="1"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Rounded Corners 14">
            <a:extLst>
              <a:ext uri="{FF2B5EF4-FFF2-40B4-BE49-F238E27FC236}">
                <a16:creationId xmlns:a16="http://schemas.microsoft.com/office/drawing/2014/main" id="{EFDE8295-EF94-49D9-BDC7-27A4A3B1866E}"/>
              </a:ext>
            </a:extLst>
          </p:cNvPr>
          <p:cNvSpPr/>
          <p:nvPr/>
        </p:nvSpPr>
        <p:spPr bwMode="gray">
          <a:xfrm>
            <a:off x="8739118" y="2533500"/>
            <a:ext cx="2248691" cy="308345"/>
          </a:xfrm>
          <a:prstGeom prst="roundRect">
            <a:avLst>
              <a:gd name="adj" fmla="val 7184"/>
            </a:avLst>
          </a:prstGeom>
          <a:solidFill>
            <a:srgbClr val="DDEFE8"/>
          </a:solidFill>
          <a:ln w="19050" algn="ctr">
            <a:solidFill>
              <a:srgbClr val="BBBCBC"/>
            </a:solidFill>
            <a:miter lim="800000"/>
            <a:headEnd/>
            <a:tailEnd/>
          </a:ln>
        </p:spPr>
        <p:txBody>
          <a:bodyPr wrap="square" lIns="88900" tIns="88900" rIns="88900" bIns="889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solidFill>
                <a:effectLst/>
                <a:uLnTx/>
                <a:uFillTx/>
                <a:latin typeface="Calibri"/>
                <a:ea typeface="+mn-ea"/>
                <a:cs typeface="+mn-cs"/>
              </a:rPr>
              <a:t>Total Capacity: </a:t>
            </a:r>
            <a:r>
              <a:rPr kumimoji="0" lang="pt-BR" sz="1600" b="1" i="0" u="none" strike="noStrike" kern="1200" cap="none" spc="0" normalizeH="0" baseline="0" noProof="0" dirty="0">
                <a:ln>
                  <a:noFill/>
                </a:ln>
                <a:solidFill>
                  <a:prstClr val="black"/>
                </a:solidFill>
                <a:effectLst/>
                <a:uLnTx/>
                <a:uFillTx/>
                <a:latin typeface="Calibri"/>
                <a:ea typeface="+mn-ea"/>
                <a:cs typeface="+mn-cs"/>
              </a:rPr>
              <a:t>295 MW</a:t>
            </a:r>
            <a:endParaRPr kumimoji="0" lang="en-IN" sz="1600" b="1"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62018123"/>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2977399"/>
            <a:ext cx="11188700" cy="976899"/>
          </a:xfrm>
        </p:spPr>
        <p:txBody>
          <a:bodyPr/>
          <a:lstStyle/>
          <a:p>
            <a:r>
              <a:rPr lang="en-US" sz="3600" b="1" dirty="0">
                <a:solidFill>
                  <a:schemeClr val="bg1"/>
                </a:solidFill>
              </a:rPr>
              <a:t>Financial Assessment of various Business Models for Self-Consumption</a:t>
            </a:r>
            <a:endParaRPr lang="en-US" sz="2800" dirty="0">
              <a:solidFill>
                <a:schemeClr val="bg1"/>
              </a:solidFill>
            </a:endParaRPr>
          </a:p>
        </p:txBody>
      </p:sp>
    </p:spTree>
    <p:extLst>
      <p:ext uri="{BB962C8B-B14F-4D97-AF65-F5344CB8AC3E}">
        <p14:creationId xmlns:p14="http://schemas.microsoft.com/office/powerpoint/2010/main" val="549819152"/>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PROJECTION OF DISCOM ENERGY CHARGES AND OPEN ACCESS CHARGES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4539436"/>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Projections of Discom Energy Charge Rates</a:t>
            </a:r>
            <a:endParaRPr lang="en-GB" sz="2800" b="1" dirty="0"/>
          </a:p>
        </p:txBody>
      </p:sp>
      <p:sp>
        <p:nvSpPr>
          <p:cNvPr id="4" name="Rectangle 3"/>
          <p:cNvSpPr/>
          <p:nvPr/>
        </p:nvSpPr>
        <p:spPr>
          <a:xfrm>
            <a:off x="413785" y="627154"/>
            <a:ext cx="54437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Energy Charge Rate for Various Categories in CG and MP</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17" name="Table 16">
            <a:extLst>
              <a:ext uri="{FF2B5EF4-FFF2-40B4-BE49-F238E27FC236}">
                <a16:creationId xmlns:a16="http://schemas.microsoft.com/office/drawing/2014/main" id="{55FF9951-48DE-43D1-9CCC-EB6C19689C8F}"/>
              </a:ext>
            </a:extLst>
          </p:cNvPr>
          <p:cNvGraphicFramePr>
            <a:graphicFrameLocks noGrp="1"/>
          </p:cNvGraphicFramePr>
          <p:nvPr/>
        </p:nvGraphicFramePr>
        <p:xfrm>
          <a:off x="589515" y="1003734"/>
          <a:ext cx="11188699" cy="4693920"/>
        </p:xfrm>
        <a:graphic>
          <a:graphicData uri="http://schemas.openxmlformats.org/drawingml/2006/table">
            <a:tbl>
              <a:tblPr>
                <a:tableStyleId>{10A1B5D5-9B99-4C35-A422-299274C87663}</a:tableStyleId>
              </a:tblPr>
              <a:tblGrid>
                <a:gridCol w="1400264">
                  <a:extLst>
                    <a:ext uri="{9D8B030D-6E8A-4147-A177-3AD203B41FA5}">
                      <a16:colId xmlns:a16="http://schemas.microsoft.com/office/drawing/2014/main" val="22292153"/>
                    </a:ext>
                  </a:extLst>
                </a:gridCol>
                <a:gridCol w="1721158">
                  <a:extLst>
                    <a:ext uri="{9D8B030D-6E8A-4147-A177-3AD203B41FA5}">
                      <a16:colId xmlns:a16="http://schemas.microsoft.com/office/drawing/2014/main" val="2313919428"/>
                    </a:ext>
                  </a:extLst>
                </a:gridCol>
                <a:gridCol w="1400264">
                  <a:extLst>
                    <a:ext uri="{9D8B030D-6E8A-4147-A177-3AD203B41FA5}">
                      <a16:colId xmlns:a16="http://schemas.microsoft.com/office/drawing/2014/main" val="3263621491"/>
                    </a:ext>
                  </a:extLst>
                </a:gridCol>
                <a:gridCol w="1385113">
                  <a:extLst>
                    <a:ext uri="{9D8B030D-6E8A-4147-A177-3AD203B41FA5}">
                      <a16:colId xmlns:a16="http://schemas.microsoft.com/office/drawing/2014/main" val="2141315802"/>
                    </a:ext>
                  </a:extLst>
                </a:gridCol>
                <a:gridCol w="1338564">
                  <a:extLst>
                    <a:ext uri="{9D8B030D-6E8A-4147-A177-3AD203B41FA5}">
                      <a16:colId xmlns:a16="http://schemas.microsoft.com/office/drawing/2014/main" val="4180567550"/>
                    </a:ext>
                  </a:extLst>
                </a:gridCol>
                <a:gridCol w="1929461">
                  <a:extLst>
                    <a:ext uri="{9D8B030D-6E8A-4147-A177-3AD203B41FA5}">
                      <a16:colId xmlns:a16="http://schemas.microsoft.com/office/drawing/2014/main" val="1793194071"/>
                    </a:ext>
                  </a:extLst>
                </a:gridCol>
                <a:gridCol w="2013875">
                  <a:extLst>
                    <a:ext uri="{9D8B030D-6E8A-4147-A177-3AD203B41FA5}">
                      <a16:colId xmlns:a16="http://schemas.microsoft.com/office/drawing/2014/main" val="1004114503"/>
                    </a:ext>
                  </a:extLst>
                </a:gridCol>
              </a:tblGrid>
              <a:tr h="156130">
                <a:tc>
                  <a:txBody>
                    <a:bodyPr/>
                    <a:lstStyle/>
                    <a:p>
                      <a:pPr algn="l" fontAlgn="b"/>
                      <a:r>
                        <a:rPr lang="en-US" sz="1400" b="1" u="none" strike="noStrike" dirty="0">
                          <a:solidFill>
                            <a:srgbClr val="000000"/>
                          </a:solidFill>
                          <a:effectLst/>
                        </a:rPr>
                        <a:t>State</a:t>
                      </a:r>
                      <a:endParaRPr lang="en-US" sz="1400" b="1" i="0" u="none" strike="noStrike" dirty="0">
                        <a:solidFill>
                          <a:srgbClr val="000000"/>
                        </a:solidFill>
                        <a:effectLst/>
                        <a:latin typeface="Calibri" panose="020F0502020204030204" pitchFamily="34" charset="0"/>
                      </a:endParaRPr>
                    </a:p>
                  </a:txBody>
                  <a:tcPr marL="0" marR="0" marT="0" marB="0" anchor="b"/>
                </a:tc>
                <a:tc>
                  <a:txBody>
                    <a:bodyPr/>
                    <a:lstStyle/>
                    <a:p>
                      <a:pPr algn="l" fontAlgn="b"/>
                      <a:r>
                        <a:rPr lang="en-US" sz="1400" b="1" u="none" strike="noStrike">
                          <a:solidFill>
                            <a:srgbClr val="000000"/>
                          </a:solidFill>
                          <a:effectLst/>
                        </a:rPr>
                        <a:t>Category</a:t>
                      </a:r>
                      <a:endParaRPr lang="en-US" sz="1400" b="1"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1" u="none" strike="noStrike">
                          <a:solidFill>
                            <a:srgbClr val="000000"/>
                          </a:solidFill>
                          <a:effectLst/>
                        </a:rPr>
                        <a:t>Voltage</a:t>
                      </a:r>
                      <a:endParaRPr lang="en-US" sz="1400" b="1"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1" u="none" strike="noStrike">
                          <a:solidFill>
                            <a:srgbClr val="000000"/>
                          </a:solidFill>
                          <a:effectLst/>
                        </a:rPr>
                        <a:t>Load</a:t>
                      </a:r>
                      <a:endParaRPr lang="en-US" sz="1400" b="1"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1" u="none" strike="noStrike">
                          <a:solidFill>
                            <a:srgbClr val="000000"/>
                          </a:solidFill>
                          <a:effectLst/>
                        </a:rPr>
                        <a:t>Unit</a:t>
                      </a:r>
                      <a:endParaRPr lang="en-US" sz="1400" b="1"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1" u="none" strike="noStrike" dirty="0">
                          <a:solidFill>
                            <a:srgbClr val="000000"/>
                          </a:solidFill>
                          <a:effectLst/>
                        </a:rPr>
                        <a:t>FY22</a:t>
                      </a:r>
                      <a:endParaRPr lang="en-US" sz="1400" b="1" i="0" u="none" strike="noStrike" dirty="0">
                        <a:solidFill>
                          <a:srgbClr val="000000"/>
                        </a:solidFill>
                        <a:effectLst/>
                        <a:latin typeface="Calibri" panose="020F0502020204030204" pitchFamily="34" charset="0"/>
                      </a:endParaRPr>
                    </a:p>
                  </a:txBody>
                  <a:tcPr marL="0" marR="0" marT="0" marB="0" anchor="b"/>
                </a:tc>
                <a:tc>
                  <a:txBody>
                    <a:bodyPr/>
                    <a:lstStyle/>
                    <a:p>
                      <a:pPr algn="ctr" fontAlgn="b"/>
                      <a:r>
                        <a:rPr lang="en-US" sz="1400" b="1" u="none" strike="noStrike">
                          <a:solidFill>
                            <a:srgbClr val="000000"/>
                          </a:solidFill>
                          <a:effectLst/>
                        </a:rPr>
                        <a:t>FY50</a:t>
                      </a:r>
                      <a:endParaRPr lang="en-US" sz="1400" b="1" i="0" u="none" strike="noStrike">
                        <a:solidFill>
                          <a:srgbClr val="000000"/>
                        </a:solidFill>
                        <a:effectLst/>
                        <a:latin typeface="Calibri" panose="020F0502020204030204" pitchFamily="34" charset="0"/>
                      </a:endParaRPr>
                    </a:p>
                  </a:txBody>
                  <a:tcPr marL="0" marR="0" marT="0" marB="0" anchor="b"/>
                </a:tc>
                <a:extLst>
                  <a:ext uri="{0D108BD9-81ED-4DB2-BD59-A6C34878D82A}">
                    <a16:rowId xmlns:a16="http://schemas.microsoft.com/office/drawing/2014/main" val="3810264015"/>
                  </a:ext>
                </a:extLst>
              </a:tr>
              <a:tr h="156130">
                <a:tc>
                  <a:txBody>
                    <a:bodyPr/>
                    <a:lstStyle/>
                    <a:p>
                      <a:pPr algn="l" fontAlgn="b"/>
                      <a:r>
                        <a:rPr lang="en-US" sz="1400" b="0" u="none" strike="noStrike" dirty="0">
                          <a:solidFill>
                            <a:srgbClr val="000000"/>
                          </a:solidFill>
                          <a:effectLst/>
                        </a:rPr>
                        <a:t>CG</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HV2</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33 kV</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Flat</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dirty="0">
                          <a:solidFill>
                            <a:srgbClr val="000000"/>
                          </a:solidFill>
                          <a:effectLst/>
                        </a:rPr>
                        <a:t>700</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1422</a:t>
                      </a:r>
                    </a:p>
                  </a:txBody>
                  <a:tcPr marL="0" marR="0" marT="0" marB="0" anchor="b">
                    <a:solidFill>
                      <a:srgbClr val="DDEFE8"/>
                    </a:solidFill>
                  </a:tcPr>
                </a:tc>
                <a:extLst>
                  <a:ext uri="{0D108BD9-81ED-4DB2-BD59-A6C34878D82A}">
                    <a16:rowId xmlns:a16="http://schemas.microsoft.com/office/drawing/2014/main" val="685530589"/>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HV2</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132 kV</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Flat</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dirty="0">
                          <a:solidFill>
                            <a:srgbClr val="000000"/>
                          </a:solidFill>
                          <a:effectLst/>
                        </a:rPr>
                        <a:t>675</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1371</a:t>
                      </a:r>
                    </a:p>
                  </a:txBody>
                  <a:tcPr marL="0" marR="0" marT="0" marB="0" anchor="b">
                    <a:solidFill>
                      <a:srgbClr val="DDEFE8"/>
                    </a:solidFill>
                  </a:tcPr>
                </a:tc>
                <a:extLst>
                  <a:ext uri="{0D108BD9-81ED-4DB2-BD59-A6C34878D82A}">
                    <a16:rowId xmlns:a16="http://schemas.microsoft.com/office/drawing/2014/main" val="3373187612"/>
                  </a:ext>
                </a:extLst>
              </a:tr>
              <a:tr h="156130">
                <a:tc>
                  <a:txBody>
                    <a:bodyPr/>
                    <a:lstStyle/>
                    <a:p>
                      <a:pPr algn="l" fontAlgn="b"/>
                      <a:r>
                        <a:rPr lang="en-US" sz="1400" b="0" u="none" strike="noStrike" dirty="0">
                          <a:solidFill>
                            <a:srgbClr val="000000"/>
                          </a:solidFill>
                          <a:effectLst/>
                        </a:rPr>
                        <a:t>CG</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HV3</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Load &gt;15%</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dirty="0">
                          <a:solidFill>
                            <a:srgbClr val="000000"/>
                          </a:solidFill>
                          <a:effectLst/>
                        </a:rPr>
                        <a:t>670</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1361</a:t>
                      </a:r>
                    </a:p>
                  </a:txBody>
                  <a:tcPr marL="0" marR="0" marT="0" marB="0" anchor="b">
                    <a:solidFill>
                      <a:srgbClr val="DDEFE8"/>
                    </a:solidFill>
                  </a:tcPr>
                </a:tc>
                <a:extLst>
                  <a:ext uri="{0D108BD9-81ED-4DB2-BD59-A6C34878D82A}">
                    <a16:rowId xmlns:a16="http://schemas.microsoft.com/office/drawing/2014/main" val="2211321431"/>
                  </a:ext>
                </a:extLst>
              </a:tr>
              <a:tr h="156130">
                <a:tc>
                  <a:txBody>
                    <a:bodyPr/>
                    <a:lstStyle/>
                    <a:p>
                      <a:pPr algn="l" fontAlgn="b"/>
                      <a:r>
                        <a:rPr lang="en-US" sz="1400" b="0" u="none" strike="noStrike" dirty="0">
                          <a:solidFill>
                            <a:srgbClr val="000000"/>
                          </a:solidFill>
                          <a:effectLst/>
                        </a:rPr>
                        <a:t>CG</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HV3</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Load &lt;15%</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dirty="0">
                          <a:solidFill>
                            <a:srgbClr val="000000"/>
                          </a:solidFill>
                          <a:effectLst/>
                        </a:rPr>
                        <a:t>690</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1401</a:t>
                      </a:r>
                    </a:p>
                  </a:txBody>
                  <a:tcPr marL="0" marR="0" marT="0" marB="0" anchor="b">
                    <a:solidFill>
                      <a:srgbClr val="DDEFE8"/>
                    </a:solidFill>
                  </a:tcPr>
                </a:tc>
                <a:extLst>
                  <a:ext uri="{0D108BD9-81ED-4DB2-BD59-A6C34878D82A}">
                    <a16:rowId xmlns:a16="http://schemas.microsoft.com/office/drawing/2014/main" val="3544507598"/>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HV3</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11 kV</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Load &gt;15%</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a:solidFill>
                            <a:srgbClr val="000000"/>
                          </a:solidFill>
                          <a:effectLst/>
                        </a:rPr>
                        <a:t>710</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1442</a:t>
                      </a:r>
                    </a:p>
                  </a:txBody>
                  <a:tcPr marL="0" marR="0" marT="0" marB="0" anchor="b">
                    <a:solidFill>
                      <a:srgbClr val="DDEFE8"/>
                    </a:solidFill>
                  </a:tcPr>
                </a:tc>
                <a:extLst>
                  <a:ext uri="{0D108BD9-81ED-4DB2-BD59-A6C34878D82A}">
                    <a16:rowId xmlns:a16="http://schemas.microsoft.com/office/drawing/2014/main" val="817095327"/>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HV3</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11 kV</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Load &lt;15%</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a:solidFill>
                            <a:srgbClr val="000000"/>
                          </a:solidFill>
                          <a:effectLst/>
                        </a:rPr>
                        <a:t>730</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1483</a:t>
                      </a:r>
                    </a:p>
                  </a:txBody>
                  <a:tcPr marL="0" marR="0" marT="0" marB="0" anchor="b">
                    <a:solidFill>
                      <a:srgbClr val="DDEFE8"/>
                    </a:solidFill>
                  </a:tcPr>
                </a:tc>
                <a:extLst>
                  <a:ext uri="{0D108BD9-81ED-4DB2-BD59-A6C34878D82A}">
                    <a16:rowId xmlns:a16="http://schemas.microsoft.com/office/drawing/2014/main" val="1126599093"/>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HV7</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33 kV</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Flat</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a:solidFill>
                            <a:srgbClr val="000000"/>
                          </a:solidFill>
                          <a:effectLst/>
                        </a:rPr>
                        <a:t>820</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1666</a:t>
                      </a:r>
                    </a:p>
                  </a:txBody>
                  <a:tcPr marL="0" marR="0" marT="0" marB="0" anchor="b">
                    <a:solidFill>
                      <a:srgbClr val="DDEFE8"/>
                    </a:solidFill>
                  </a:tcPr>
                </a:tc>
                <a:extLst>
                  <a:ext uri="{0D108BD9-81ED-4DB2-BD59-A6C34878D82A}">
                    <a16:rowId xmlns:a16="http://schemas.microsoft.com/office/drawing/2014/main" val="3733519695"/>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HV7</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11 kV</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Flat</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Paise/kVAh</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a:solidFill>
                            <a:srgbClr val="000000"/>
                          </a:solidFill>
                          <a:effectLst/>
                        </a:rPr>
                        <a:t>820</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1666</a:t>
                      </a:r>
                    </a:p>
                  </a:txBody>
                  <a:tcPr marL="0" marR="0" marT="0" marB="0" anchor="b">
                    <a:solidFill>
                      <a:srgbClr val="DDEFE8"/>
                    </a:solidFill>
                  </a:tcPr>
                </a:tc>
                <a:extLst>
                  <a:ext uri="{0D108BD9-81ED-4DB2-BD59-A6C34878D82A}">
                    <a16:rowId xmlns:a16="http://schemas.microsoft.com/office/drawing/2014/main" val="2064050327"/>
                  </a:ext>
                </a:extLst>
              </a:tr>
              <a:tr h="156130">
                <a:tc>
                  <a:txBody>
                    <a:bodyPr/>
                    <a:lstStyle/>
                    <a:p>
                      <a:pPr algn="l" fontAlgn="b"/>
                      <a:r>
                        <a:rPr lang="en-US" sz="1400" b="0" u="none" strike="noStrike">
                          <a:solidFill>
                            <a:srgbClr val="000000"/>
                          </a:solidFill>
                          <a:effectLst/>
                        </a:rPr>
                        <a:t>CG</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EHV2</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a:solidFill>
                            <a:srgbClr val="000000"/>
                          </a:solidFill>
                          <a:effectLst/>
                        </a:rPr>
                        <a:t>132 kV</a:t>
                      </a:r>
                      <a:endParaRPr lang="en-US" sz="1400" b="0" i="0" u="none" strike="noStrike">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Flat</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l" fontAlgn="b"/>
                      <a:r>
                        <a:rPr lang="en-US" sz="1400" b="0" u="none" strike="noStrike" dirty="0">
                          <a:solidFill>
                            <a:srgbClr val="000000"/>
                          </a:solidFill>
                          <a:effectLst/>
                        </a:rPr>
                        <a:t>Paise/</a:t>
                      </a:r>
                      <a:r>
                        <a:rPr lang="en-US" sz="1400" b="0" u="none" strike="noStrike" dirty="0" err="1">
                          <a:solidFill>
                            <a:srgbClr val="000000"/>
                          </a:solidFill>
                          <a:effectLst/>
                        </a:rPr>
                        <a:t>kVAh</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dirty="0">
                          <a:solidFill>
                            <a:srgbClr val="000000"/>
                          </a:solidFill>
                          <a:effectLst/>
                        </a:rPr>
                        <a:t>675</a:t>
                      </a:r>
                      <a:endParaRPr lang="en-US" sz="1400" b="0" i="0" u="none" strike="noStrike" dirty="0">
                        <a:solidFill>
                          <a:srgbClr val="000000"/>
                        </a:solidFill>
                        <a:effectLst/>
                        <a:latin typeface="Calibri" panose="020F0502020204030204" pitchFamily="34" charset="0"/>
                      </a:endParaRPr>
                    </a:p>
                  </a:txBody>
                  <a:tcPr marL="0" marR="0" marT="0" marB="0" anchor="b">
                    <a:solidFill>
                      <a:srgbClr val="DDEFE8"/>
                    </a:solidFill>
                  </a:tcPr>
                </a:tc>
                <a:tc>
                  <a:txBody>
                    <a:bodyPr/>
                    <a:lstStyle/>
                    <a:p>
                      <a:pPr algn="ctr" fontAlgn="b"/>
                      <a:r>
                        <a:rPr lang="en-US" sz="1400" b="0" u="none" strike="noStrike" kern="1200" dirty="0">
                          <a:solidFill>
                            <a:srgbClr val="000000"/>
                          </a:solidFill>
                          <a:effectLst/>
                          <a:latin typeface="+mn-lt"/>
                          <a:ea typeface="+mn-ea"/>
                          <a:cs typeface="+mn-cs"/>
                        </a:rPr>
                        <a:t>1371</a:t>
                      </a:r>
                    </a:p>
                  </a:txBody>
                  <a:tcPr marL="0" marR="0" marT="0" marB="0" anchor="b">
                    <a:solidFill>
                      <a:srgbClr val="DDEFE8"/>
                    </a:solidFill>
                  </a:tcPr>
                </a:tc>
                <a:extLst>
                  <a:ext uri="{0D108BD9-81ED-4DB2-BD59-A6C34878D82A}">
                    <a16:rowId xmlns:a16="http://schemas.microsoft.com/office/drawing/2014/main" val="945676387"/>
                  </a:ext>
                </a:extLst>
              </a:tr>
              <a:tr h="0">
                <a:tc>
                  <a:txBody>
                    <a:bodyPr/>
                    <a:lstStyle/>
                    <a:p>
                      <a:pPr algn="l" fontAlgn="b"/>
                      <a:r>
                        <a:rPr lang="en-US" sz="1400" b="0" u="none" strike="noStrike" dirty="0">
                          <a:solidFill>
                            <a:srgbClr val="000000"/>
                          </a:solidFill>
                          <a:effectLst/>
                        </a:rPr>
                        <a:t>MP</a:t>
                      </a:r>
                      <a:endParaRPr lang="en-US" sz="1400" b="0" i="0" u="none" strike="noStrike" dirty="0">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dirty="0">
                          <a:solidFill>
                            <a:srgbClr val="000000"/>
                          </a:solidFill>
                          <a:effectLst/>
                        </a:rPr>
                        <a:t>Paise/kWh</a:t>
                      </a:r>
                      <a:endParaRPr lang="en-US" sz="1400" b="0" i="0" u="none" strike="noStrike" dirty="0">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dirty="0">
                          <a:solidFill>
                            <a:srgbClr val="000000"/>
                          </a:solidFill>
                          <a:effectLst/>
                        </a:rPr>
                        <a:t>620</a:t>
                      </a:r>
                      <a:endParaRPr lang="en-US" sz="1400" b="0" i="0" u="none" strike="noStrike" dirty="0">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1259</a:t>
                      </a:r>
                    </a:p>
                  </a:txBody>
                  <a:tcPr marL="0" marR="0" marT="0" marB="0" anchor="b"/>
                </a:tc>
                <a:extLst>
                  <a:ext uri="{0D108BD9-81ED-4DB2-BD59-A6C34878D82A}">
                    <a16:rowId xmlns:a16="http://schemas.microsoft.com/office/drawing/2014/main" val="2255986940"/>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715</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1452</a:t>
                      </a:r>
                    </a:p>
                  </a:txBody>
                  <a:tcPr marL="0" marR="0" marT="0" marB="0" anchor="b"/>
                </a:tc>
                <a:extLst>
                  <a:ext uri="{0D108BD9-81ED-4DB2-BD59-A6C34878D82A}">
                    <a16:rowId xmlns:a16="http://schemas.microsoft.com/office/drawing/2014/main" val="761286685"/>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HV2.1</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620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1259</a:t>
                      </a:r>
                    </a:p>
                  </a:txBody>
                  <a:tcPr marL="0" marR="0" marT="0" marB="0" anchor="b"/>
                </a:tc>
                <a:extLst>
                  <a:ext uri="{0D108BD9-81ED-4DB2-BD59-A6C34878D82A}">
                    <a16:rowId xmlns:a16="http://schemas.microsoft.com/office/drawing/2014/main" val="2538273832"/>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HV2.1</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715</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1452</a:t>
                      </a:r>
                    </a:p>
                  </a:txBody>
                  <a:tcPr marL="0" marR="0" marT="0" marB="0" anchor="b"/>
                </a:tc>
                <a:extLst>
                  <a:ext uri="{0D108BD9-81ED-4DB2-BD59-A6C34878D82A}">
                    <a16:rowId xmlns:a16="http://schemas.microsoft.com/office/drawing/2014/main" val="3397061030"/>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HV3.2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630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1280</a:t>
                      </a:r>
                    </a:p>
                  </a:txBody>
                  <a:tcPr marL="0" marR="0" marT="0" marB="0" anchor="b"/>
                </a:tc>
                <a:extLst>
                  <a:ext uri="{0D108BD9-81ED-4DB2-BD59-A6C34878D82A}">
                    <a16:rowId xmlns:a16="http://schemas.microsoft.com/office/drawing/2014/main" val="4268246495"/>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HV3.2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725</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1473</a:t>
                      </a:r>
                    </a:p>
                  </a:txBody>
                  <a:tcPr marL="0" marR="0" marT="0" marB="0" anchor="b"/>
                </a:tc>
                <a:extLst>
                  <a:ext uri="{0D108BD9-81ED-4DB2-BD59-A6C34878D82A}">
                    <a16:rowId xmlns:a16="http://schemas.microsoft.com/office/drawing/2014/main" val="2443050200"/>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HV3.2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11kV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655</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1330</a:t>
                      </a:r>
                    </a:p>
                  </a:txBody>
                  <a:tcPr marL="0" marR="0" marT="0" marB="0" anchor="b"/>
                </a:tc>
                <a:extLst>
                  <a:ext uri="{0D108BD9-81ED-4DB2-BD59-A6C34878D82A}">
                    <a16:rowId xmlns:a16="http://schemas.microsoft.com/office/drawing/2014/main" val="1758811272"/>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HV3.2</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11kV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745</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1513</a:t>
                      </a:r>
                    </a:p>
                  </a:txBody>
                  <a:tcPr marL="0" marR="0" marT="0" marB="0" anchor="b"/>
                </a:tc>
                <a:extLst>
                  <a:ext uri="{0D108BD9-81ED-4DB2-BD59-A6C34878D82A}">
                    <a16:rowId xmlns:a16="http://schemas.microsoft.com/office/drawing/2014/main" val="3450332308"/>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HV6</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540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1097</a:t>
                      </a:r>
                    </a:p>
                  </a:txBody>
                  <a:tcPr marL="0" marR="0" marT="0" marB="0" anchor="b"/>
                </a:tc>
                <a:extLst>
                  <a:ext uri="{0D108BD9-81ED-4DB2-BD59-A6C34878D82A}">
                    <a16:rowId xmlns:a16="http://schemas.microsoft.com/office/drawing/2014/main" val="932978114"/>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HV6</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610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1239</a:t>
                      </a:r>
                    </a:p>
                  </a:txBody>
                  <a:tcPr marL="0" marR="0" marT="0" marB="0" anchor="b"/>
                </a:tc>
                <a:extLst>
                  <a:ext uri="{0D108BD9-81ED-4DB2-BD59-A6C34878D82A}">
                    <a16:rowId xmlns:a16="http://schemas.microsoft.com/office/drawing/2014/main" val="2485890322"/>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HV6.1</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&gt;50%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540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1097</a:t>
                      </a:r>
                    </a:p>
                  </a:txBody>
                  <a:tcPr marL="0" marR="0" marT="0" marB="0" anchor="b"/>
                </a:tc>
                <a:extLst>
                  <a:ext uri="{0D108BD9-81ED-4DB2-BD59-A6C34878D82A}">
                    <a16:rowId xmlns:a16="http://schemas.microsoft.com/office/drawing/2014/main" val="2400513661"/>
                  </a:ext>
                </a:extLst>
              </a:tr>
              <a:tr h="156130">
                <a:tc>
                  <a:txBody>
                    <a:bodyPr/>
                    <a:lstStyle/>
                    <a:p>
                      <a:pPr algn="l" fontAlgn="b"/>
                      <a:r>
                        <a:rPr lang="en-US" sz="1400" b="0" u="none" strike="noStrike">
                          <a:solidFill>
                            <a:srgbClr val="000000"/>
                          </a:solidFill>
                          <a:effectLst/>
                        </a:rPr>
                        <a:t>MP</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HV6.1</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33 kV</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Load &lt;50%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l" fontAlgn="b"/>
                      <a:r>
                        <a:rPr lang="en-US" sz="1400" b="0" u="none" strike="noStrike">
                          <a:solidFill>
                            <a:srgbClr val="000000"/>
                          </a:solidFill>
                          <a:effectLst/>
                        </a:rPr>
                        <a:t>Paise/kWh</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u="none" strike="noStrike">
                          <a:solidFill>
                            <a:srgbClr val="000000"/>
                          </a:solidFill>
                          <a:effectLst/>
                        </a:rPr>
                        <a:t>610</a:t>
                      </a:r>
                      <a:endParaRPr lang="en-US" sz="1400" b="0" i="0" u="none" strike="noStrike">
                        <a:solidFill>
                          <a:srgbClr val="000000"/>
                        </a:solidFill>
                        <a:effectLst/>
                        <a:latin typeface="Calibri" panose="020F0502020204030204" pitchFamily="34" charset="0"/>
                      </a:endParaRPr>
                    </a:p>
                  </a:txBody>
                  <a:tcPr marL="0" marR="0" marT="0" marB="0" anchor="b"/>
                </a:tc>
                <a:tc>
                  <a:txBody>
                    <a:bodyPr/>
                    <a:lstStyle/>
                    <a:p>
                      <a:pPr algn="ctr" fontAlgn="b"/>
                      <a:r>
                        <a:rPr lang="en-US" sz="1400" b="0" i="0" u="none" strike="noStrike" dirty="0">
                          <a:solidFill>
                            <a:srgbClr val="000000"/>
                          </a:solidFill>
                          <a:effectLst/>
                          <a:latin typeface="Calibri" panose="020F0502020204030204" pitchFamily="34" charset="0"/>
                        </a:rPr>
                        <a:t>1239</a:t>
                      </a:r>
                    </a:p>
                  </a:txBody>
                  <a:tcPr marL="0" marR="0" marT="0" marB="0" anchor="b"/>
                </a:tc>
                <a:extLst>
                  <a:ext uri="{0D108BD9-81ED-4DB2-BD59-A6C34878D82A}">
                    <a16:rowId xmlns:a16="http://schemas.microsoft.com/office/drawing/2014/main" val="3884916208"/>
                  </a:ext>
                </a:extLst>
              </a:tr>
            </a:tbl>
          </a:graphicData>
        </a:graphic>
      </p:graphicFrame>
      <p:sp>
        <p:nvSpPr>
          <p:cNvPr id="18" name="TextBox 17">
            <a:extLst>
              <a:ext uri="{FF2B5EF4-FFF2-40B4-BE49-F238E27FC236}">
                <a16:creationId xmlns:a16="http://schemas.microsoft.com/office/drawing/2014/main" id="{2EF28B13-664A-48A3-9799-E51B926C2341}"/>
              </a:ext>
            </a:extLst>
          </p:cNvPr>
          <p:cNvSpPr txBox="1"/>
          <p:nvPr/>
        </p:nvSpPr>
        <p:spPr>
          <a:xfrm>
            <a:off x="589516" y="5764424"/>
            <a:ext cx="4944139" cy="446276"/>
          </a:xfrm>
          <a:prstGeom prst="rect">
            <a:avLst/>
          </a:prstGeom>
          <a:noFill/>
        </p:spPr>
        <p:txBody>
          <a:bodyPr wrap="square" lIns="0" tIns="0" rIns="0" bIns="0" rtlCol="0">
            <a:spAutoFit/>
          </a:bodyPr>
          <a:lstStyle/>
          <a:p>
            <a:pPr marL="203200" indent="-203200">
              <a:spcBef>
                <a:spcPts val="600"/>
              </a:spcBef>
              <a:buSzPct val="100000"/>
              <a:buFont typeface="Arial"/>
              <a:buChar char="•"/>
            </a:pPr>
            <a:r>
              <a:rPr lang="en-US" sz="1200" dirty="0">
                <a:solidFill>
                  <a:srgbClr val="313131"/>
                </a:solidFill>
              </a:rPr>
              <a:t>Since EHV2 category tariff of CG is not found, HV2 rates are considered</a:t>
            </a:r>
          </a:p>
          <a:p>
            <a:pPr>
              <a:spcBef>
                <a:spcPts val="600"/>
              </a:spcBef>
              <a:buSzPct val="100000"/>
            </a:pPr>
            <a:endParaRPr lang="en-US" sz="1200" dirty="0">
              <a:solidFill>
                <a:srgbClr val="313131"/>
              </a:solidFill>
            </a:endParaRPr>
          </a:p>
        </p:txBody>
      </p:sp>
      <p:sp>
        <p:nvSpPr>
          <p:cNvPr id="19" name="Rectangle: Rounded Corners 18">
            <a:extLst>
              <a:ext uri="{FF2B5EF4-FFF2-40B4-BE49-F238E27FC236}">
                <a16:creationId xmlns:a16="http://schemas.microsoft.com/office/drawing/2014/main" id="{EEFE539E-A671-4421-B623-9F6777F708CC}"/>
              </a:ext>
            </a:extLst>
          </p:cNvPr>
          <p:cNvSpPr/>
          <p:nvPr/>
        </p:nvSpPr>
        <p:spPr bwMode="gray">
          <a:xfrm>
            <a:off x="8084097" y="935288"/>
            <a:ext cx="3492557" cy="4898149"/>
          </a:xfrm>
          <a:prstGeom prst="roundRect">
            <a:avLst>
              <a:gd name="adj" fmla="val 10174"/>
            </a:avLst>
          </a:prstGeom>
          <a:noFill/>
          <a:ln w="19050" algn="ctr">
            <a:solidFill>
              <a:srgbClr val="DA291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0E9EEDBC-E131-4B09-9AE6-8AC9E636D076}"/>
              </a:ext>
            </a:extLst>
          </p:cNvPr>
          <p:cNvSpPr/>
          <p:nvPr/>
        </p:nvSpPr>
        <p:spPr bwMode="gray">
          <a:xfrm>
            <a:off x="589515" y="5959641"/>
            <a:ext cx="11188700" cy="617622"/>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Energy Charges have been projected based on historical CAGR</a:t>
            </a:r>
          </a:p>
        </p:txBody>
      </p:sp>
    </p:spTree>
    <p:extLst>
      <p:ext uri="{BB962C8B-B14F-4D97-AF65-F5344CB8AC3E}">
        <p14:creationId xmlns:p14="http://schemas.microsoft.com/office/powerpoint/2010/main" val="1976691247"/>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Projections of Other Regulatory Charges related to Open Access (1/2) </a:t>
            </a:r>
            <a:endParaRPr lang="en-GB" sz="2800" b="1" dirty="0"/>
          </a:p>
        </p:txBody>
      </p:sp>
      <p:sp>
        <p:nvSpPr>
          <p:cNvPr id="4" name="Rectangle 3"/>
          <p:cNvSpPr/>
          <p:nvPr/>
        </p:nvSpPr>
        <p:spPr>
          <a:xfrm>
            <a:off x="413785" y="627154"/>
            <a:ext cx="1087445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Energy Charge, Open Access Charge (STU Charge), SLDC Charge and other charges trajectory till the Project Tenure</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A6E0783E-7748-449A-B148-94801E81513F}"/>
              </a:ext>
            </a:extLst>
          </p:cNvPr>
          <p:cNvSpPr/>
          <p:nvPr/>
        </p:nvSpPr>
        <p:spPr bwMode="gray">
          <a:xfrm>
            <a:off x="501650" y="1474636"/>
            <a:ext cx="5293094" cy="3519376"/>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 name="Rectangle: Rounded Corners 6">
            <a:extLst>
              <a:ext uri="{FF2B5EF4-FFF2-40B4-BE49-F238E27FC236}">
                <a16:creationId xmlns:a16="http://schemas.microsoft.com/office/drawing/2014/main" id="{EE4C5B21-BD0E-4D50-87C5-168B0CD30AF3}"/>
              </a:ext>
            </a:extLst>
          </p:cNvPr>
          <p:cNvSpPr/>
          <p:nvPr/>
        </p:nvSpPr>
        <p:spPr bwMode="gray">
          <a:xfrm>
            <a:off x="1493782" y="1289970"/>
            <a:ext cx="3308830" cy="369331"/>
          </a:xfrm>
          <a:prstGeom prst="roundRect">
            <a:avLst>
              <a:gd name="adj" fmla="val 7184"/>
            </a:avLst>
          </a:prstGeom>
          <a:solidFill>
            <a:srgbClr val="97999B"/>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STU Charge (Rs./kWh)</a:t>
            </a:r>
          </a:p>
        </p:txBody>
      </p:sp>
      <p:graphicFrame>
        <p:nvGraphicFramePr>
          <p:cNvPr id="10" name="Chart 9">
            <a:extLst>
              <a:ext uri="{FF2B5EF4-FFF2-40B4-BE49-F238E27FC236}">
                <a16:creationId xmlns:a16="http://schemas.microsoft.com/office/drawing/2014/main" id="{FB91171C-5F13-40D4-BDD1-1D606C765E57}"/>
              </a:ext>
            </a:extLst>
          </p:cNvPr>
          <p:cNvGraphicFramePr/>
          <p:nvPr>
            <p:extLst>
              <p:ext uri="{D42A27DB-BD31-4B8C-83A1-F6EECF244321}">
                <p14:modId xmlns:p14="http://schemas.microsoft.com/office/powerpoint/2010/main" val="3846201337"/>
              </p:ext>
            </p:extLst>
          </p:nvPr>
        </p:nvGraphicFramePr>
        <p:xfrm>
          <a:off x="692981" y="1659301"/>
          <a:ext cx="4944139" cy="2401856"/>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Rounded Corners 10">
            <a:extLst>
              <a:ext uri="{FF2B5EF4-FFF2-40B4-BE49-F238E27FC236}">
                <a16:creationId xmlns:a16="http://schemas.microsoft.com/office/drawing/2014/main" id="{A660AB18-9D28-4A0C-B269-DF86419BAF38}"/>
              </a:ext>
            </a:extLst>
          </p:cNvPr>
          <p:cNvSpPr/>
          <p:nvPr/>
        </p:nvSpPr>
        <p:spPr bwMode="gray">
          <a:xfrm>
            <a:off x="6397256" y="1474636"/>
            <a:ext cx="5293094" cy="3519376"/>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 name="Rectangle: Rounded Corners 11">
            <a:extLst>
              <a:ext uri="{FF2B5EF4-FFF2-40B4-BE49-F238E27FC236}">
                <a16:creationId xmlns:a16="http://schemas.microsoft.com/office/drawing/2014/main" id="{305FEBB8-CE02-4B3A-B63B-BDA73B0165D1}"/>
              </a:ext>
            </a:extLst>
          </p:cNvPr>
          <p:cNvSpPr/>
          <p:nvPr/>
        </p:nvSpPr>
        <p:spPr bwMode="gray">
          <a:xfrm>
            <a:off x="7389388" y="1289970"/>
            <a:ext cx="3308830" cy="369331"/>
          </a:xfrm>
          <a:prstGeom prst="roundRect">
            <a:avLst>
              <a:gd name="adj" fmla="val 7184"/>
            </a:avLst>
          </a:prstGeom>
          <a:solidFill>
            <a:srgbClr val="97999B"/>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SLDC Charge</a:t>
            </a:r>
          </a:p>
        </p:txBody>
      </p:sp>
      <p:graphicFrame>
        <p:nvGraphicFramePr>
          <p:cNvPr id="13" name="Chart 12">
            <a:extLst>
              <a:ext uri="{FF2B5EF4-FFF2-40B4-BE49-F238E27FC236}">
                <a16:creationId xmlns:a16="http://schemas.microsoft.com/office/drawing/2014/main" id="{ED99AF41-4C68-488F-838B-D70F3B277A44}"/>
              </a:ext>
            </a:extLst>
          </p:cNvPr>
          <p:cNvGraphicFramePr/>
          <p:nvPr>
            <p:extLst>
              <p:ext uri="{D42A27DB-BD31-4B8C-83A1-F6EECF244321}">
                <p14:modId xmlns:p14="http://schemas.microsoft.com/office/powerpoint/2010/main" val="3410508308"/>
              </p:ext>
            </p:extLst>
          </p:nvPr>
        </p:nvGraphicFramePr>
        <p:xfrm>
          <a:off x="6629252" y="1659301"/>
          <a:ext cx="4944139" cy="2771187"/>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07F1412F-7A8A-4227-89F8-EE6D3643AA1A}"/>
              </a:ext>
            </a:extLst>
          </p:cNvPr>
          <p:cNvSpPr txBox="1"/>
          <p:nvPr/>
        </p:nvSpPr>
        <p:spPr>
          <a:xfrm>
            <a:off x="692980" y="4052229"/>
            <a:ext cx="4944139" cy="369332"/>
          </a:xfrm>
          <a:prstGeom prst="rect">
            <a:avLst/>
          </a:prstGeom>
          <a:noFill/>
        </p:spPr>
        <p:txBody>
          <a:bodyPr wrap="square" lIns="0" tIns="0" rIns="0" bIns="0" rtlCol="0">
            <a:spAutoFit/>
          </a:bodyPr>
          <a:lstStyle/>
          <a:p>
            <a:pPr marL="203200" indent="-203200">
              <a:spcBef>
                <a:spcPts val="600"/>
              </a:spcBef>
              <a:buSzPct val="100000"/>
              <a:buFont typeface="Arial"/>
              <a:buChar char="•"/>
            </a:pPr>
            <a:r>
              <a:rPr lang="en-US" sz="1200" dirty="0">
                <a:solidFill>
                  <a:srgbClr val="313131"/>
                </a:solidFill>
              </a:rPr>
              <a:t>For intra-state RE projects in CG, the charge is zero and the same has been considered in the model, wherever applicable</a:t>
            </a:r>
          </a:p>
        </p:txBody>
      </p:sp>
      <p:sp>
        <p:nvSpPr>
          <p:cNvPr id="14" name="TextBox 13">
            <a:extLst>
              <a:ext uri="{FF2B5EF4-FFF2-40B4-BE49-F238E27FC236}">
                <a16:creationId xmlns:a16="http://schemas.microsoft.com/office/drawing/2014/main" id="{13BB8F6E-9DD3-4B1B-AE7B-137A307F390E}"/>
              </a:ext>
            </a:extLst>
          </p:cNvPr>
          <p:cNvSpPr txBox="1"/>
          <p:nvPr/>
        </p:nvSpPr>
        <p:spPr>
          <a:xfrm>
            <a:off x="6629252" y="3847401"/>
            <a:ext cx="4944139" cy="892552"/>
          </a:xfrm>
          <a:prstGeom prst="rect">
            <a:avLst/>
          </a:prstGeom>
          <a:noFill/>
        </p:spPr>
        <p:txBody>
          <a:bodyPr wrap="square" lIns="0" tIns="0" rIns="0" bIns="0" rtlCol="0">
            <a:spAutoFit/>
          </a:bodyPr>
          <a:lstStyle/>
          <a:p>
            <a:pPr marL="203200" indent="-203200">
              <a:spcBef>
                <a:spcPts val="600"/>
              </a:spcBef>
              <a:buSzPct val="100000"/>
              <a:buFont typeface="Arial"/>
              <a:buChar char="•"/>
            </a:pPr>
            <a:r>
              <a:rPr lang="en-US" sz="1200" dirty="0">
                <a:solidFill>
                  <a:srgbClr val="313131"/>
                </a:solidFill>
              </a:rPr>
              <a:t>For intra-state RE projects in CG, the charge is zero and the same has been taken</a:t>
            </a:r>
          </a:p>
          <a:p>
            <a:pPr marL="203200" indent="-203200">
              <a:spcBef>
                <a:spcPts val="600"/>
              </a:spcBef>
              <a:buSzPct val="100000"/>
              <a:buFont typeface="Arial"/>
              <a:buChar char="•"/>
            </a:pPr>
            <a:r>
              <a:rPr lang="en-US" sz="1200" dirty="0">
                <a:solidFill>
                  <a:srgbClr val="313131"/>
                </a:solidFill>
              </a:rPr>
              <a:t>* No changes in the charge for last few years, hence taken as same</a:t>
            </a:r>
          </a:p>
          <a:p>
            <a:pPr marL="203200" indent="-203200">
              <a:spcBef>
                <a:spcPts val="600"/>
              </a:spcBef>
              <a:buSzPct val="100000"/>
              <a:buFont typeface="Arial"/>
              <a:buChar char="•"/>
            </a:pPr>
            <a:r>
              <a:rPr lang="en-US" sz="1200" dirty="0">
                <a:solidFill>
                  <a:srgbClr val="313131"/>
                </a:solidFill>
              </a:rPr>
              <a:t>** The charge is zero for RE projects in MP</a:t>
            </a:r>
          </a:p>
        </p:txBody>
      </p:sp>
      <p:sp>
        <p:nvSpPr>
          <p:cNvPr id="15" name="TextBox 14">
            <a:extLst>
              <a:ext uri="{FF2B5EF4-FFF2-40B4-BE49-F238E27FC236}">
                <a16:creationId xmlns:a16="http://schemas.microsoft.com/office/drawing/2014/main" id="{1DAD5FC4-FCF6-40DD-8218-7B45ED06387E}"/>
              </a:ext>
            </a:extLst>
          </p:cNvPr>
          <p:cNvSpPr txBox="1"/>
          <p:nvPr/>
        </p:nvSpPr>
        <p:spPr>
          <a:xfrm>
            <a:off x="501650" y="5110583"/>
            <a:ext cx="10839745" cy="44627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Respective State’s SERC Tariff Orders for FY22 and Deloitte Analysis</a:t>
            </a:r>
          </a:p>
          <a:p>
            <a:pPr>
              <a:spcBef>
                <a:spcPts val="600"/>
              </a:spcBef>
              <a:buSzPct val="100000"/>
            </a:pPr>
            <a:endParaRPr lang="en-US" sz="1200" dirty="0">
              <a:solidFill>
                <a:srgbClr val="313131"/>
              </a:solidFill>
            </a:endParaRPr>
          </a:p>
        </p:txBody>
      </p:sp>
      <p:sp>
        <p:nvSpPr>
          <p:cNvPr id="16" name="Rectangle: Rounded Corners 15">
            <a:extLst>
              <a:ext uri="{FF2B5EF4-FFF2-40B4-BE49-F238E27FC236}">
                <a16:creationId xmlns:a16="http://schemas.microsoft.com/office/drawing/2014/main" id="{0C192523-92B4-42A8-9B19-249FE2D2CCC2}"/>
              </a:ext>
            </a:extLst>
          </p:cNvPr>
          <p:cNvSpPr/>
          <p:nvPr/>
        </p:nvSpPr>
        <p:spPr bwMode="gray">
          <a:xfrm>
            <a:off x="501651" y="5426516"/>
            <a:ext cx="11188700" cy="115074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Intra-state renewable plants in CG (generation and consumption both in CG), the STU charge and SLDC charge is 0 (zero)</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plants which are located in other state, or consumer is in other state, the STU charges in CG are expected to rise to almost 2X than the current level, while STU charge in MP is expected to rise significantly to almost 4X than current level</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SLDC charge in CG has not changed in last 6 years, hence the trajectory</a:t>
            </a:r>
            <a:r>
              <a:rPr lang="en-US" sz="1100" kern="0" dirty="0">
                <a:solidFill>
                  <a:prstClr val="black"/>
                </a:solidFill>
                <a:latin typeface="Calibri Light" panose="020F0302020204030204" pitchFamily="34" charset="0"/>
                <a:cs typeface="Calibri Light" panose="020F0302020204030204" pitchFamily="34" charset="0"/>
              </a:rPr>
              <a:t> is taken at a flat level</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Renewable plants in MP, the SLDC charge is waived</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599989798"/>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Projections of Other Regulatory Charges related to Open Access (2/2) </a:t>
            </a:r>
            <a:endParaRPr lang="en-GB" sz="2800" b="1" dirty="0"/>
          </a:p>
        </p:txBody>
      </p:sp>
      <p:sp>
        <p:nvSpPr>
          <p:cNvPr id="4" name="Rectangle 3"/>
          <p:cNvSpPr/>
          <p:nvPr/>
        </p:nvSpPr>
        <p:spPr>
          <a:xfrm>
            <a:off x="413785" y="627154"/>
            <a:ext cx="1087445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Energy Charge, Open Access Charge (STU Charge), SLDC Charge and other charges trajectory till the Project Tenure</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A6E0783E-7748-449A-B148-94801E81513F}"/>
              </a:ext>
            </a:extLst>
          </p:cNvPr>
          <p:cNvSpPr/>
          <p:nvPr/>
        </p:nvSpPr>
        <p:spPr bwMode="gray">
          <a:xfrm>
            <a:off x="501650" y="1407604"/>
            <a:ext cx="5293094" cy="2891176"/>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7" name="Rectangle: Rounded Corners 6">
            <a:extLst>
              <a:ext uri="{FF2B5EF4-FFF2-40B4-BE49-F238E27FC236}">
                <a16:creationId xmlns:a16="http://schemas.microsoft.com/office/drawing/2014/main" id="{EE4C5B21-BD0E-4D50-87C5-168B0CD30AF3}"/>
              </a:ext>
            </a:extLst>
          </p:cNvPr>
          <p:cNvSpPr/>
          <p:nvPr/>
        </p:nvSpPr>
        <p:spPr bwMode="gray">
          <a:xfrm>
            <a:off x="1493782" y="1222938"/>
            <a:ext cx="3308830" cy="369331"/>
          </a:xfrm>
          <a:prstGeom prst="roundRect">
            <a:avLst>
              <a:gd name="adj" fmla="val 7184"/>
            </a:avLst>
          </a:prstGeom>
          <a:solidFill>
            <a:srgbClr val="97999B"/>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Wheeling Charge (Rs./kWh)</a:t>
            </a:r>
          </a:p>
        </p:txBody>
      </p:sp>
      <p:graphicFrame>
        <p:nvGraphicFramePr>
          <p:cNvPr id="10" name="Chart 9">
            <a:extLst>
              <a:ext uri="{FF2B5EF4-FFF2-40B4-BE49-F238E27FC236}">
                <a16:creationId xmlns:a16="http://schemas.microsoft.com/office/drawing/2014/main" id="{FB91171C-5F13-40D4-BDD1-1D606C765E57}"/>
              </a:ext>
            </a:extLst>
          </p:cNvPr>
          <p:cNvGraphicFramePr/>
          <p:nvPr/>
        </p:nvGraphicFramePr>
        <p:xfrm>
          <a:off x="692981" y="1592270"/>
          <a:ext cx="4944139" cy="1912994"/>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Rounded Corners 10">
            <a:extLst>
              <a:ext uri="{FF2B5EF4-FFF2-40B4-BE49-F238E27FC236}">
                <a16:creationId xmlns:a16="http://schemas.microsoft.com/office/drawing/2014/main" id="{A660AB18-9D28-4A0C-B269-DF86419BAF38}"/>
              </a:ext>
            </a:extLst>
          </p:cNvPr>
          <p:cNvSpPr/>
          <p:nvPr/>
        </p:nvSpPr>
        <p:spPr bwMode="gray">
          <a:xfrm>
            <a:off x="6397256" y="1407604"/>
            <a:ext cx="5293094" cy="2891176"/>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2" name="Rectangle: Rounded Corners 11">
            <a:extLst>
              <a:ext uri="{FF2B5EF4-FFF2-40B4-BE49-F238E27FC236}">
                <a16:creationId xmlns:a16="http://schemas.microsoft.com/office/drawing/2014/main" id="{305FEBB8-CE02-4B3A-B63B-BDA73B0165D1}"/>
              </a:ext>
            </a:extLst>
          </p:cNvPr>
          <p:cNvSpPr/>
          <p:nvPr/>
        </p:nvSpPr>
        <p:spPr bwMode="gray">
          <a:xfrm>
            <a:off x="7389388" y="1222938"/>
            <a:ext cx="3308830" cy="369331"/>
          </a:xfrm>
          <a:prstGeom prst="roundRect">
            <a:avLst>
              <a:gd name="adj" fmla="val 7184"/>
            </a:avLst>
          </a:prstGeom>
          <a:solidFill>
            <a:srgbClr val="97999B"/>
          </a:solidFill>
          <a:ln w="19050" algn="ctr">
            <a:solidFill>
              <a:srgbClr val="BBBCBC"/>
            </a:solid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Additional Surcharges</a:t>
            </a:r>
          </a:p>
        </p:txBody>
      </p:sp>
      <p:graphicFrame>
        <p:nvGraphicFramePr>
          <p:cNvPr id="13" name="Chart 12">
            <a:extLst>
              <a:ext uri="{FF2B5EF4-FFF2-40B4-BE49-F238E27FC236}">
                <a16:creationId xmlns:a16="http://schemas.microsoft.com/office/drawing/2014/main" id="{ED99AF41-4C68-488F-838B-D70F3B277A44}"/>
              </a:ext>
            </a:extLst>
          </p:cNvPr>
          <p:cNvGraphicFramePr/>
          <p:nvPr/>
        </p:nvGraphicFramePr>
        <p:xfrm>
          <a:off x="6629252" y="1592270"/>
          <a:ext cx="4944139" cy="2372766"/>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07F1412F-7A8A-4227-89F8-EE6D3643AA1A}"/>
              </a:ext>
            </a:extLst>
          </p:cNvPr>
          <p:cNvSpPr txBox="1"/>
          <p:nvPr/>
        </p:nvSpPr>
        <p:spPr>
          <a:xfrm>
            <a:off x="692981" y="3298506"/>
            <a:ext cx="5061099" cy="1000274"/>
          </a:xfrm>
          <a:prstGeom prst="rect">
            <a:avLst/>
          </a:prstGeom>
          <a:noFill/>
        </p:spPr>
        <p:txBody>
          <a:bodyPr wrap="square" lIns="0" tIns="0" rIns="0" bIns="0" rtlCol="0">
            <a:spAutoFit/>
          </a:bodyPr>
          <a:lstStyle/>
          <a:p>
            <a:pPr marL="203200" indent="-203200">
              <a:spcBef>
                <a:spcPts val="600"/>
              </a:spcBef>
              <a:buSzPct val="100000"/>
              <a:buFont typeface="Arial"/>
              <a:buChar char="•"/>
            </a:pPr>
            <a:r>
              <a:rPr lang="en-US" sz="1200" dirty="0">
                <a:solidFill>
                  <a:srgbClr val="313131"/>
                </a:solidFill>
              </a:rPr>
              <a:t>For intra-state RE projects in CG, the charge is zero and the same has been taken</a:t>
            </a:r>
          </a:p>
          <a:p>
            <a:pPr marL="203200" indent="-203200">
              <a:spcBef>
                <a:spcPts val="600"/>
              </a:spcBef>
              <a:buSzPct val="100000"/>
              <a:buFont typeface="Arial"/>
              <a:buChar char="•"/>
            </a:pPr>
            <a:r>
              <a:rPr lang="en-US" sz="1200" dirty="0">
                <a:solidFill>
                  <a:srgbClr val="313131"/>
                </a:solidFill>
              </a:rPr>
              <a:t>For CG  and MP’s wheeling charge projection, it has been found that the charges are fluctuating in a specific range, hence, the average of recent years has been taken</a:t>
            </a:r>
          </a:p>
        </p:txBody>
      </p:sp>
      <p:sp>
        <p:nvSpPr>
          <p:cNvPr id="14" name="TextBox 13">
            <a:extLst>
              <a:ext uri="{FF2B5EF4-FFF2-40B4-BE49-F238E27FC236}">
                <a16:creationId xmlns:a16="http://schemas.microsoft.com/office/drawing/2014/main" id="{13BB8F6E-9DD3-4B1B-AE7B-137A307F390E}"/>
              </a:ext>
            </a:extLst>
          </p:cNvPr>
          <p:cNvSpPr txBox="1"/>
          <p:nvPr/>
        </p:nvSpPr>
        <p:spPr>
          <a:xfrm>
            <a:off x="6746211" y="3505263"/>
            <a:ext cx="4944139" cy="184666"/>
          </a:xfrm>
          <a:prstGeom prst="rect">
            <a:avLst/>
          </a:prstGeom>
          <a:noFill/>
        </p:spPr>
        <p:txBody>
          <a:bodyPr wrap="square" lIns="0" tIns="0" rIns="0" bIns="0" rtlCol="0">
            <a:spAutoFit/>
          </a:bodyPr>
          <a:lstStyle/>
          <a:p>
            <a:pPr marL="203200" indent="-203200">
              <a:spcBef>
                <a:spcPts val="600"/>
              </a:spcBef>
              <a:buSzPct val="100000"/>
              <a:buFont typeface="Arial"/>
              <a:buChar char="•"/>
            </a:pPr>
            <a:r>
              <a:rPr lang="en-US" sz="1200" dirty="0">
                <a:solidFill>
                  <a:srgbClr val="313131"/>
                </a:solidFill>
              </a:rPr>
              <a:t>* No mention of additional surcharge is found in CG regulation</a:t>
            </a:r>
          </a:p>
        </p:txBody>
      </p:sp>
      <p:sp>
        <p:nvSpPr>
          <p:cNvPr id="15" name="Rectangle: Rounded Corners 14">
            <a:extLst>
              <a:ext uri="{FF2B5EF4-FFF2-40B4-BE49-F238E27FC236}">
                <a16:creationId xmlns:a16="http://schemas.microsoft.com/office/drawing/2014/main" id="{9BE4FA71-6E28-451D-9E8F-2FD80F27B537}"/>
              </a:ext>
            </a:extLst>
          </p:cNvPr>
          <p:cNvSpPr/>
          <p:nvPr/>
        </p:nvSpPr>
        <p:spPr bwMode="gray">
          <a:xfrm>
            <a:off x="501650" y="4564529"/>
            <a:ext cx="11188700" cy="1058652"/>
          </a:xfrm>
          <a:prstGeom prst="roundRect">
            <a:avLst>
              <a:gd name="adj" fmla="val 7184"/>
            </a:avLst>
          </a:prstGeom>
          <a:solidFill>
            <a:schemeClr val="bg1">
              <a:lumMod val="95000"/>
            </a:schemeClr>
          </a:solidFill>
          <a:ln w="19050" algn="ctr">
            <a:solidFill>
              <a:srgbClr val="BBBCBC"/>
            </a:solidFill>
            <a:miter lim="800000"/>
            <a:headEnd/>
            <a:tailEnd/>
          </a:ln>
        </p:spPr>
        <p:txBody>
          <a:bodyPr wrap="square" lIns="88900" tIns="88900" rIns="88900" bIns="88900" rtlCol="0" anchor="ctr"/>
          <a:lstStyle/>
          <a:p>
            <a:pPr algn="just">
              <a:lnSpc>
                <a:spcPct val="106000"/>
              </a:lnSpc>
            </a:pPr>
            <a:r>
              <a:rPr lang="en-US" sz="1400" b="1" dirty="0"/>
              <a:t>Additional:</a:t>
            </a:r>
          </a:p>
          <a:p>
            <a:pPr marL="285750" indent="-285750" algn="just">
              <a:lnSpc>
                <a:spcPct val="106000"/>
              </a:lnSpc>
              <a:buFont typeface="Arial" panose="020B0604020202020204" pitchFamily="34" charset="0"/>
              <a:buChar char="•"/>
            </a:pPr>
            <a:r>
              <a:rPr lang="en-US" sz="1400" dirty="0"/>
              <a:t>For captive power plant in every state, </a:t>
            </a:r>
            <a:r>
              <a:rPr lang="en-US" sz="1400" b="1" dirty="0"/>
              <a:t>the Cross subsidy surcharges and not applicable, otherwise it is applicable and the same has been considered based on its trajectory</a:t>
            </a:r>
          </a:p>
          <a:p>
            <a:pPr marL="285750" indent="-285750" algn="just">
              <a:lnSpc>
                <a:spcPct val="106000"/>
              </a:lnSpc>
              <a:buFont typeface="Arial" panose="020B0604020202020204" pitchFamily="34" charset="0"/>
              <a:buChar char="•"/>
            </a:pPr>
            <a:r>
              <a:rPr lang="en-US" sz="1400" dirty="0"/>
              <a:t>CG’s unique </a:t>
            </a:r>
            <a:r>
              <a:rPr lang="en-US" sz="1400" b="1" dirty="0"/>
              <a:t>Reactive Energy Charge is estimated to stay same at Rs. 0.27/</a:t>
            </a:r>
            <a:r>
              <a:rPr lang="en-US" sz="1400" b="1" dirty="0" err="1"/>
              <a:t>kVAh</a:t>
            </a:r>
            <a:r>
              <a:rPr lang="en-US" sz="1400" b="1" dirty="0"/>
              <a:t>,</a:t>
            </a:r>
            <a:r>
              <a:rPr lang="en-US" sz="1400" dirty="0"/>
              <a:t> considering the last few years trend</a:t>
            </a:r>
          </a:p>
        </p:txBody>
      </p:sp>
      <p:sp>
        <p:nvSpPr>
          <p:cNvPr id="16" name="Rectangle: Rounded Corners 15">
            <a:extLst>
              <a:ext uri="{FF2B5EF4-FFF2-40B4-BE49-F238E27FC236}">
                <a16:creationId xmlns:a16="http://schemas.microsoft.com/office/drawing/2014/main" id="{0D519F56-F2FF-4706-B78D-E713F4133F7B}"/>
              </a:ext>
            </a:extLst>
          </p:cNvPr>
          <p:cNvSpPr/>
          <p:nvPr/>
        </p:nvSpPr>
        <p:spPr bwMode="gray">
          <a:xfrm>
            <a:off x="501651" y="5787588"/>
            <a:ext cx="11188700" cy="815608"/>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Intra-state renewable plants in CG (generation and consumption both in CG), the wheeling charge is 0 (zero)</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There is no provision for additional surcharge found in Chhattisgarh Tariff Orders</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MP has a very high additional surcharge which is expected to rise 4X in next 25 years and is a critical factor in landed cost of energy in the state and has no waiver</a:t>
            </a:r>
          </a:p>
        </p:txBody>
      </p:sp>
      <p:sp>
        <p:nvSpPr>
          <p:cNvPr id="17" name="TextBox 16">
            <a:extLst>
              <a:ext uri="{FF2B5EF4-FFF2-40B4-BE49-F238E27FC236}">
                <a16:creationId xmlns:a16="http://schemas.microsoft.com/office/drawing/2014/main" id="{6AB05967-F6CD-4257-9C2D-C31AB02E7B59}"/>
              </a:ext>
            </a:extLst>
          </p:cNvPr>
          <p:cNvSpPr txBox="1"/>
          <p:nvPr/>
        </p:nvSpPr>
        <p:spPr>
          <a:xfrm>
            <a:off x="501650" y="4317346"/>
            <a:ext cx="11188700"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Respective State’s SERC Tariff Orders for FY22 and Deloitte Analysis</a:t>
            </a:r>
          </a:p>
        </p:txBody>
      </p:sp>
    </p:spTree>
    <p:extLst>
      <p:ext uri="{BB962C8B-B14F-4D97-AF65-F5344CB8AC3E}">
        <p14:creationId xmlns:p14="http://schemas.microsoft.com/office/powerpoint/2010/main" val="300226117"/>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MODEL 1: CAPTIVE MODE</a:t>
            </a:r>
            <a:br>
              <a:rPr kumimoji="0" lang="en-US" sz="4000" b="1" i="0" u="none" strike="noStrike" kern="1200" cap="none" spc="0" normalizeH="0" baseline="0" noProof="0" dirty="0">
                <a:ln>
                  <a:noFill/>
                </a:ln>
                <a:solidFill>
                  <a:srgbClr val="313131"/>
                </a:solidFill>
                <a:effectLst/>
                <a:uLnTx/>
                <a:uFillTx/>
                <a:latin typeface="Calibri"/>
                <a:ea typeface="+mn-ea"/>
                <a:cs typeface="+mn-cs"/>
              </a:rPr>
            </a:br>
            <a:r>
              <a:rPr kumimoji="0" lang="en-US" sz="4000" b="1" i="0" u="none" strike="noStrike" kern="1200" cap="none" spc="0" normalizeH="0" baseline="0" noProof="0" dirty="0">
                <a:ln>
                  <a:noFill/>
                </a:ln>
                <a:solidFill>
                  <a:srgbClr val="313131"/>
                </a:solidFill>
                <a:effectLst/>
                <a:uLnTx/>
                <a:uFillTx/>
                <a:latin typeface="Calibri"/>
                <a:ea typeface="+mn-ea"/>
                <a:cs typeface="+mn-cs"/>
              </a:rPr>
              <a:t>FINANCIAL EVALUATION AND FINDINGS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8039343"/>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Charges Applicable for Various Options- Captive</a:t>
            </a:r>
            <a:endParaRPr lang="en-GB" sz="2800" b="1" dirty="0"/>
          </a:p>
        </p:txBody>
      </p:sp>
      <p:sp>
        <p:nvSpPr>
          <p:cNvPr id="4" name="Rectangle 3"/>
          <p:cNvSpPr/>
          <p:nvPr/>
        </p:nvSpPr>
        <p:spPr>
          <a:xfrm>
            <a:off x="413785" y="627154"/>
            <a:ext cx="781829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Regulatory Charges and Losses Applicable for various options in the captive mode</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5" name="Table 4">
            <a:extLst>
              <a:ext uri="{FF2B5EF4-FFF2-40B4-BE49-F238E27FC236}">
                <a16:creationId xmlns:a16="http://schemas.microsoft.com/office/drawing/2014/main" id="{F6D25DA0-AC94-4912-9C2D-4C8BFE806D6E}"/>
              </a:ext>
            </a:extLst>
          </p:cNvPr>
          <p:cNvGraphicFramePr>
            <a:graphicFrameLocks noGrp="1"/>
          </p:cNvGraphicFramePr>
          <p:nvPr>
            <p:extLst>
              <p:ext uri="{D42A27DB-BD31-4B8C-83A1-F6EECF244321}">
                <p14:modId xmlns:p14="http://schemas.microsoft.com/office/powerpoint/2010/main" val="4090544664"/>
              </p:ext>
            </p:extLst>
          </p:nvPr>
        </p:nvGraphicFramePr>
        <p:xfrm>
          <a:off x="501650" y="1154921"/>
          <a:ext cx="11188704" cy="4671727"/>
        </p:xfrm>
        <a:graphic>
          <a:graphicData uri="http://schemas.openxmlformats.org/drawingml/2006/table">
            <a:tbl>
              <a:tblPr/>
              <a:tblGrid>
                <a:gridCol w="2908254">
                  <a:extLst>
                    <a:ext uri="{9D8B030D-6E8A-4147-A177-3AD203B41FA5}">
                      <a16:colId xmlns:a16="http://schemas.microsoft.com/office/drawing/2014/main" val="2500015108"/>
                    </a:ext>
                  </a:extLst>
                </a:gridCol>
                <a:gridCol w="1380075">
                  <a:extLst>
                    <a:ext uri="{9D8B030D-6E8A-4147-A177-3AD203B41FA5}">
                      <a16:colId xmlns:a16="http://schemas.microsoft.com/office/drawing/2014/main" val="4166167815"/>
                    </a:ext>
                  </a:extLst>
                </a:gridCol>
                <a:gridCol w="1380075">
                  <a:extLst>
                    <a:ext uri="{9D8B030D-6E8A-4147-A177-3AD203B41FA5}">
                      <a16:colId xmlns:a16="http://schemas.microsoft.com/office/drawing/2014/main" val="4239583049"/>
                    </a:ext>
                  </a:extLst>
                </a:gridCol>
                <a:gridCol w="1380075">
                  <a:extLst>
                    <a:ext uri="{9D8B030D-6E8A-4147-A177-3AD203B41FA5}">
                      <a16:colId xmlns:a16="http://schemas.microsoft.com/office/drawing/2014/main" val="568939293"/>
                    </a:ext>
                  </a:extLst>
                </a:gridCol>
                <a:gridCol w="1380075">
                  <a:extLst>
                    <a:ext uri="{9D8B030D-6E8A-4147-A177-3AD203B41FA5}">
                      <a16:colId xmlns:a16="http://schemas.microsoft.com/office/drawing/2014/main" val="855864801"/>
                    </a:ext>
                  </a:extLst>
                </a:gridCol>
                <a:gridCol w="1380075">
                  <a:extLst>
                    <a:ext uri="{9D8B030D-6E8A-4147-A177-3AD203B41FA5}">
                      <a16:colId xmlns:a16="http://schemas.microsoft.com/office/drawing/2014/main" val="3198977295"/>
                    </a:ext>
                  </a:extLst>
                </a:gridCol>
                <a:gridCol w="1380075">
                  <a:extLst>
                    <a:ext uri="{9D8B030D-6E8A-4147-A177-3AD203B41FA5}">
                      <a16:colId xmlns:a16="http://schemas.microsoft.com/office/drawing/2014/main" val="1319365936"/>
                    </a:ext>
                  </a:extLst>
                </a:gridCol>
              </a:tblGrid>
              <a:tr h="393596">
                <a:tc rowSpan="2">
                  <a:txBody>
                    <a:bodyPr/>
                    <a:lstStyle/>
                    <a:p>
                      <a:pPr algn="ctr" rtl="0" fontAlgn="ctr"/>
                      <a:r>
                        <a:rPr lang="en-US" sz="1600" b="1" i="0" u="none" strike="noStrike" dirty="0">
                          <a:solidFill>
                            <a:srgbClr val="000000"/>
                          </a:solidFill>
                          <a:effectLst/>
                          <a:latin typeface="Calibri" panose="020F0502020204030204" pitchFamily="34" charset="0"/>
                        </a:rPr>
                        <a:t>Regulatory Charges &amp; Losses Applicability</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1: Entire Capacity is in CG</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2: Entire Capacity is in MP</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3: CG-Own, MP-Own</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7407823"/>
                  </a:ext>
                </a:extLst>
              </a:tr>
              <a:tr h="393596">
                <a:tc vMerge="1">
                  <a:txBody>
                    <a:bodyPr/>
                    <a:lstStyle/>
                    <a:p>
                      <a:pPr algn="ctr" rtl="0" fontAlgn="ctr"/>
                      <a:endParaRPr lang="en-US" sz="16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6183725"/>
                  </a:ext>
                </a:extLst>
              </a:tr>
              <a:tr h="258969">
                <a:tc>
                  <a:txBody>
                    <a:bodyPr/>
                    <a:lstStyle/>
                    <a:p>
                      <a:pPr algn="ctr" fontAlgn="b"/>
                      <a:r>
                        <a:rPr lang="en-US" sz="1600" b="0" i="0" u="none" strike="noStrike" dirty="0">
                          <a:solidFill>
                            <a:srgbClr val="000000"/>
                          </a:solidFill>
                          <a:effectLst/>
                          <a:latin typeface="+mn-lt"/>
                        </a:rPr>
                        <a:t>CG-Transmission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79539864"/>
                  </a:ext>
                </a:extLst>
              </a:tr>
              <a:tr h="258969">
                <a:tc>
                  <a:txBody>
                    <a:bodyPr/>
                    <a:lstStyle/>
                    <a:p>
                      <a:pPr algn="ctr" fontAlgn="b"/>
                      <a:r>
                        <a:rPr lang="en-US" sz="1600" b="0" i="0" u="none" strike="noStrike" dirty="0">
                          <a:solidFill>
                            <a:srgbClr val="000000"/>
                          </a:solidFill>
                          <a:effectLst/>
                          <a:latin typeface="+mn-lt"/>
                        </a:rPr>
                        <a:t>CG-SLDC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79379905"/>
                  </a:ext>
                </a:extLst>
              </a:tr>
              <a:tr h="258969">
                <a:tc>
                  <a:txBody>
                    <a:bodyPr/>
                    <a:lstStyle/>
                    <a:p>
                      <a:pPr algn="ctr" fontAlgn="b"/>
                      <a:r>
                        <a:rPr lang="en-US" sz="1600" b="0" i="0" u="none" strike="noStrike" dirty="0">
                          <a:solidFill>
                            <a:srgbClr val="000000"/>
                          </a:solidFill>
                          <a:effectLst/>
                          <a:latin typeface="+mn-lt"/>
                        </a:rPr>
                        <a:t>CG-Wheeling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29636319"/>
                  </a:ext>
                </a:extLst>
              </a:tr>
              <a:tr h="258969">
                <a:tc>
                  <a:txBody>
                    <a:bodyPr/>
                    <a:lstStyle/>
                    <a:p>
                      <a:pPr algn="ctr" fontAlgn="b"/>
                      <a:r>
                        <a:rPr lang="en-US" sz="1600" b="0" i="0" u="none" strike="noStrike" dirty="0">
                          <a:solidFill>
                            <a:srgbClr val="000000"/>
                          </a:solidFill>
                          <a:effectLst/>
                          <a:latin typeface="+mn-lt"/>
                        </a:rPr>
                        <a:t>CG-Cross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7679774"/>
                  </a:ext>
                </a:extLst>
              </a:tr>
              <a:tr h="258969">
                <a:tc>
                  <a:txBody>
                    <a:bodyPr/>
                    <a:lstStyle/>
                    <a:p>
                      <a:pPr algn="ctr" fontAlgn="b"/>
                      <a:r>
                        <a:rPr lang="en-US" sz="1600" b="0" i="0" u="none" strike="noStrike" dirty="0">
                          <a:solidFill>
                            <a:srgbClr val="000000"/>
                          </a:solidFill>
                          <a:effectLst/>
                          <a:latin typeface="+mn-lt"/>
                        </a:rPr>
                        <a:t>CG-Additional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8838031"/>
                  </a:ext>
                </a:extLst>
              </a:tr>
              <a:tr h="258969">
                <a:tc>
                  <a:txBody>
                    <a:bodyPr/>
                    <a:lstStyle/>
                    <a:p>
                      <a:pPr algn="ctr" fontAlgn="b"/>
                      <a:r>
                        <a:rPr lang="en-US" sz="1600" b="0" i="0" u="none" strike="noStrike" dirty="0">
                          <a:solidFill>
                            <a:srgbClr val="000000"/>
                          </a:solidFill>
                          <a:effectLst/>
                          <a:latin typeface="+mn-lt"/>
                        </a:rPr>
                        <a:t>CG-Reactive Energy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36244431"/>
                  </a:ext>
                </a:extLst>
              </a:tr>
              <a:tr h="258969">
                <a:tc>
                  <a:txBody>
                    <a:bodyPr/>
                    <a:lstStyle/>
                    <a:p>
                      <a:pPr algn="ctr" fontAlgn="b"/>
                      <a:r>
                        <a:rPr lang="en-US" sz="1600" b="0" i="0" u="none" strike="noStrike" dirty="0">
                          <a:solidFill>
                            <a:srgbClr val="000000"/>
                          </a:solidFill>
                          <a:effectLst/>
                          <a:latin typeface="+mn-lt"/>
                        </a:rPr>
                        <a:t>CG-T&amp;D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1681189"/>
                  </a:ext>
                </a:extLst>
              </a:tr>
              <a:tr h="258969">
                <a:tc>
                  <a:txBody>
                    <a:bodyPr/>
                    <a:lstStyle/>
                    <a:p>
                      <a:pPr algn="ctr" fontAlgn="b"/>
                      <a:r>
                        <a:rPr lang="en-US" sz="1600" b="0" i="0" u="none" strike="noStrike" dirty="0">
                          <a:solidFill>
                            <a:srgbClr val="000000"/>
                          </a:solidFill>
                          <a:effectLst/>
                          <a:latin typeface="+mn-lt"/>
                        </a:rPr>
                        <a:t>ISTS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7881970"/>
                  </a:ext>
                </a:extLst>
              </a:tr>
              <a:tr h="258969">
                <a:tc>
                  <a:txBody>
                    <a:bodyPr/>
                    <a:lstStyle/>
                    <a:p>
                      <a:pPr algn="ctr" fontAlgn="b"/>
                      <a:r>
                        <a:rPr lang="en-US" sz="1600" b="0" i="0" u="none" strike="noStrike" dirty="0">
                          <a:solidFill>
                            <a:srgbClr val="000000"/>
                          </a:solidFill>
                          <a:effectLst/>
                          <a:latin typeface="+mn-lt"/>
                        </a:rPr>
                        <a:t>ISTS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12454756"/>
                  </a:ext>
                </a:extLst>
              </a:tr>
              <a:tr h="258969">
                <a:tc>
                  <a:txBody>
                    <a:bodyPr/>
                    <a:lstStyle/>
                    <a:p>
                      <a:pPr algn="ctr" fontAlgn="b"/>
                      <a:r>
                        <a:rPr lang="en-US" sz="1600" b="0" i="0" u="none" strike="noStrike" dirty="0">
                          <a:solidFill>
                            <a:srgbClr val="000000"/>
                          </a:solidFill>
                          <a:effectLst/>
                          <a:latin typeface="+mn-lt"/>
                        </a:rPr>
                        <a:t>MP-Transmission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789534710"/>
                  </a:ext>
                </a:extLst>
              </a:tr>
              <a:tr h="258969">
                <a:tc>
                  <a:txBody>
                    <a:bodyPr/>
                    <a:lstStyle/>
                    <a:p>
                      <a:pPr algn="ctr" fontAlgn="b"/>
                      <a:r>
                        <a:rPr lang="en-US" sz="1600" b="0" i="0" u="none" strike="noStrike" dirty="0">
                          <a:solidFill>
                            <a:srgbClr val="000000"/>
                          </a:solidFill>
                          <a:effectLst/>
                          <a:latin typeface="+mn-lt"/>
                        </a:rPr>
                        <a:t>MP-Wheeling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96969412"/>
                  </a:ext>
                </a:extLst>
              </a:tr>
              <a:tr h="258969">
                <a:tc>
                  <a:txBody>
                    <a:bodyPr/>
                    <a:lstStyle/>
                    <a:p>
                      <a:pPr algn="ctr" fontAlgn="b"/>
                      <a:r>
                        <a:rPr lang="en-US" sz="1600" b="0" i="0" u="none" strike="noStrike" dirty="0">
                          <a:solidFill>
                            <a:srgbClr val="000000"/>
                          </a:solidFill>
                          <a:effectLst/>
                          <a:latin typeface="+mn-lt"/>
                        </a:rPr>
                        <a:t>MP-SLDC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42807149"/>
                  </a:ext>
                </a:extLst>
              </a:tr>
              <a:tr h="258969">
                <a:tc>
                  <a:txBody>
                    <a:bodyPr/>
                    <a:lstStyle/>
                    <a:p>
                      <a:pPr algn="ctr" fontAlgn="b"/>
                      <a:r>
                        <a:rPr lang="en-US" sz="1600" b="0" i="0" u="none" strike="noStrike">
                          <a:solidFill>
                            <a:srgbClr val="000000"/>
                          </a:solidFill>
                          <a:effectLst/>
                          <a:latin typeface="+mn-lt"/>
                        </a:rPr>
                        <a:t>MP-Cross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51346460"/>
                  </a:ext>
                </a:extLst>
              </a:tr>
              <a:tr h="258969">
                <a:tc>
                  <a:txBody>
                    <a:bodyPr/>
                    <a:lstStyle/>
                    <a:p>
                      <a:pPr algn="ctr" fontAlgn="b"/>
                      <a:r>
                        <a:rPr lang="en-US" sz="1600" b="0" i="0" u="none" strike="noStrike" dirty="0">
                          <a:solidFill>
                            <a:srgbClr val="000000"/>
                          </a:solidFill>
                          <a:effectLst/>
                          <a:latin typeface="+mn-lt"/>
                        </a:rPr>
                        <a:t>MP-Additional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20075713"/>
                  </a:ext>
                </a:extLst>
              </a:tr>
              <a:tr h="258969">
                <a:tc>
                  <a:txBody>
                    <a:bodyPr/>
                    <a:lstStyle/>
                    <a:p>
                      <a:pPr algn="ctr" fontAlgn="b"/>
                      <a:r>
                        <a:rPr lang="en-US" sz="1600" b="0" i="0" u="none" strike="noStrike" dirty="0">
                          <a:solidFill>
                            <a:srgbClr val="000000"/>
                          </a:solidFill>
                          <a:effectLst/>
                          <a:latin typeface="+mn-lt"/>
                        </a:rPr>
                        <a:t>MP-T&amp;D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896723531"/>
                  </a:ext>
                </a:extLst>
              </a:tr>
            </a:tbl>
          </a:graphicData>
        </a:graphic>
      </p:graphicFrame>
      <p:sp>
        <p:nvSpPr>
          <p:cNvPr id="7" name="Rectangle: Rounded Corners 6">
            <a:extLst>
              <a:ext uri="{FF2B5EF4-FFF2-40B4-BE49-F238E27FC236}">
                <a16:creationId xmlns:a16="http://schemas.microsoft.com/office/drawing/2014/main" id="{0D459E3D-216D-4BD7-9CA8-920C3E840F17}"/>
              </a:ext>
            </a:extLst>
          </p:cNvPr>
          <p:cNvSpPr/>
          <p:nvPr/>
        </p:nvSpPr>
        <p:spPr bwMode="gray">
          <a:xfrm>
            <a:off x="501651" y="6017475"/>
            <a:ext cx="11188700" cy="559788"/>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ISTS charge (if not waived) and ISTS loss, will be applicable for Option 1 and 2, but not for Option 3, </a:t>
            </a:r>
            <a:r>
              <a:rPr kumimoji="0" lang="en-US" sz="1100" b="0" i="0" u="none" strike="noStrike" kern="0" cap="none" spc="0" normalizeH="0" baseline="0" noProof="0" dirty="0" err="1">
                <a:ln>
                  <a:noFill/>
                </a:ln>
                <a:solidFill>
                  <a:prstClr val="black"/>
                </a:solidFill>
                <a:effectLst/>
                <a:uLnTx/>
                <a:uFillTx/>
                <a:latin typeface="Calibri Light" panose="020F0302020204030204" pitchFamily="34" charset="0"/>
                <a:cs typeface="Calibri Light" panose="020F0302020204030204" pitchFamily="34" charset="0"/>
              </a:rPr>
              <a:t>I,e</a:t>
            </a: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 respective states having their own generation requirement. This may lead to a huge savings if the charge is not waived off. </a:t>
            </a:r>
            <a:r>
              <a:rPr kumimoji="0" lang="en-US" sz="11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Clarification needs to be obtained from </a:t>
            </a:r>
            <a:r>
              <a:rPr kumimoji="0" lang="en-US" sz="1100" b="1" i="0" u="none" strike="noStrike" kern="0" cap="none" spc="0" normalizeH="0" baseline="0" noProof="0" dirty="0" err="1">
                <a:ln>
                  <a:noFill/>
                </a:ln>
                <a:solidFill>
                  <a:prstClr val="black"/>
                </a:solidFill>
                <a:effectLst/>
                <a:uLnTx/>
                <a:uFillTx/>
                <a:latin typeface="Calibri Light" panose="020F0302020204030204" pitchFamily="34" charset="0"/>
                <a:cs typeface="Calibri Light" panose="020F0302020204030204" pitchFamily="34" charset="0"/>
              </a:rPr>
              <a:t>MoP</a:t>
            </a:r>
            <a:r>
              <a:rPr kumimoji="0" lang="en-US" sz="11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 regarding applicability of the </a:t>
            </a:r>
            <a:r>
              <a:rPr kumimoji="0" lang="en-US" sz="1100" b="1" i="0" u="none" strike="noStrike" kern="0" cap="none" spc="0" normalizeH="0" baseline="0" noProof="0" dirty="0" err="1">
                <a:ln>
                  <a:noFill/>
                </a:ln>
                <a:solidFill>
                  <a:prstClr val="black"/>
                </a:solidFill>
                <a:effectLst/>
                <a:uLnTx/>
                <a:uFillTx/>
                <a:latin typeface="Calibri Light" panose="020F0302020204030204" pitchFamily="34" charset="0"/>
                <a:cs typeface="Calibri Light" panose="020F0302020204030204" pitchFamily="34" charset="0"/>
              </a:rPr>
              <a:t>MoP</a:t>
            </a:r>
            <a:r>
              <a:rPr kumimoji="0" lang="en-US" sz="11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 order dated 23.11.2021 on ISTS charge waiver.</a:t>
            </a:r>
          </a:p>
        </p:txBody>
      </p:sp>
    </p:spTree>
    <p:extLst>
      <p:ext uri="{BB962C8B-B14F-4D97-AF65-F5344CB8AC3E}">
        <p14:creationId xmlns:p14="http://schemas.microsoft.com/office/powerpoint/2010/main" val="3402784337"/>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3150048"/>
            <a:ext cx="11298464" cy="66172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MODEL 1a: CAPTIVE SOLAR PLANT ON OWN LAND</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3262698"/>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1: Comparison of Cost of Energy- Own Land (Rs./KWh)</a:t>
            </a:r>
            <a:endParaRPr lang="en-GB" sz="2800" b="1" dirty="0"/>
          </a:p>
        </p:txBody>
      </p:sp>
      <p:sp>
        <p:nvSpPr>
          <p:cNvPr id="4" name="Rectangle 3"/>
          <p:cNvSpPr/>
          <p:nvPr/>
        </p:nvSpPr>
        <p:spPr>
          <a:xfrm>
            <a:off x="413785" y="583610"/>
            <a:ext cx="6645730"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dirty="0">
                <a:ln>
                  <a:noFill/>
                </a:ln>
                <a:solidFill>
                  <a:schemeClr val="accent3"/>
                </a:solidFill>
                <a:effectLst/>
                <a:uLnTx/>
                <a:uFillTx/>
                <a:latin typeface="Calibri"/>
                <a:ea typeface="+mn-ea"/>
                <a:cs typeface="+mn-cs"/>
              </a:rPr>
              <a:t>For Option 1: Full Generation in CG and Consumption in both</a:t>
            </a:r>
            <a:endParaRPr kumimoji="0" lang="en-IN" sz="1800" b="1" i="0" u="none" strike="noStrike" kern="1200" cap="none" spc="0" normalizeH="0" baseline="0" noProof="0" dirty="0">
              <a:ln>
                <a:noFill/>
              </a:ln>
              <a:solidFill>
                <a:schemeClr val="accent3"/>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1"/>
            <a:ext cx="5261113" cy="2402343"/>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1"/>
            <a:ext cx="5217477" cy="2402345"/>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633384"/>
            <a:ext cx="5261113" cy="2357525"/>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633384"/>
            <a:ext cx="5217477" cy="2357525"/>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76836" y="2145542"/>
            <a:ext cx="2402345" cy="421101"/>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6.35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54427" y="4601596"/>
            <a:ext cx="2357525" cy="421103"/>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5.72 Cr/ MW Capex</a:t>
            </a:r>
          </a:p>
        </p:txBody>
      </p:sp>
      <p:graphicFrame>
        <p:nvGraphicFramePr>
          <p:cNvPr id="16" name="Chart 15">
            <a:extLst>
              <a:ext uri="{FF2B5EF4-FFF2-40B4-BE49-F238E27FC236}">
                <a16:creationId xmlns:a16="http://schemas.microsoft.com/office/drawing/2014/main" id="{621E3655-D0BA-4FE1-B46B-D67634DA3AD9}"/>
              </a:ext>
            </a:extLst>
          </p:cNvPr>
          <p:cNvGraphicFramePr/>
          <p:nvPr>
            <p:extLst>
              <p:ext uri="{D42A27DB-BD31-4B8C-83A1-F6EECF244321}">
                <p14:modId xmlns:p14="http://schemas.microsoft.com/office/powerpoint/2010/main" val="3918764402"/>
              </p:ext>
            </p:extLst>
          </p:nvPr>
        </p:nvGraphicFramePr>
        <p:xfrm>
          <a:off x="1101548" y="3700447"/>
          <a:ext cx="4904509" cy="2183258"/>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19" name="Chart 18">
            <a:extLst>
              <a:ext uri="{FF2B5EF4-FFF2-40B4-BE49-F238E27FC236}">
                <a16:creationId xmlns:a16="http://schemas.microsoft.com/office/drawing/2014/main" id="{97DE2E3A-AD35-419A-88BE-78725570B34C}"/>
              </a:ext>
            </a:extLst>
          </p:cNvPr>
          <p:cNvGraphicFramePr/>
          <p:nvPr>
            <p:extLst>
              <p:ext uri="{D42A27DB-BD31-4B8C-83A1-F6EECF244321}">
                <p14:modId xmlns:p14="http://schemas.microsoft.com/office/powerpoint/2010/main" val="1982327805"/>
              </p:ext>
            </p:extLst>
          </p:nvPr>
        </p:nvGraphicFramePr>
        <p:xfrm>
          <a:off x="6517103" y="3752032"/>
          <a:ext cx="4904509" cy="223887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a:extLst>
              <a:ext uri="{FF2B5EF4-FFF2-40B4-BE49-F238E27FC236}">
                <a16:creationId xmlns:a16="http://schemas.microsoft.com/office/drawing/2014/main" id="{942F2037-FEFC-4C83-9A11-D8785DEE3DAA}"/>
              </a:ext>
            </a:extLst>
          </p:cNvPr>
          <p:cNvGraphicFramePr/>
          <p:nvPr>
            <p:extLst>
              <p:ext uri="{D42A27DB-BD31-4B8C-83A1-F6EECF244321}">
                <p14:modId xmlns:p14="http://schemas.microsoft.com/office/powerpoint/2010/main" val="1116334361"/>
              </p:ext>
            </p:extLst>
          </p:nvPr>
        </p:nvGraphicFramePr>
        <p:xfrm>
          <a:off x="1110073" y="1330970"/>
          <a:ext cx="4904509" cy="21832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1" name="Chart 20">
            <a:extLst>
              <a:ext uri="{FF2B5EF4-FFF2-40B4-BE49-F238E27FC236}">
                <a16:creationId xmlns:a16="http://schemas.microsoft.com/office/drawing/2014/main" id="{B925D6E8-6D76-4BFC-A6A5-195D898DB03E}"/>
              </a:ext>
            </a:extLst>
          </p:cNvPr>
          <p:cNvGraphicFramePr/>
          <p:nvPr>
            <p:extLst>
              <p:ext uri="{D42A27DB-BD31-4B8C-83A1-F6EECF244321}">
                <p14:modId xmlns:p14="http://schemas.microsoft.com/office/powerpoint/2010/main" val="3153768834"/>
              </p:ext>
            </p:extLst>
          </p:nvPr>
        </p:nvGraphicFramePr>
        <p:xfrm>
          <a:off x="6549485" y="1343503"/>
          <a:ext cx="4904509" cy="2238877"/>
        </p:xfrm>
        <a:graphic>
          <a:graphicData uri="http://schemas.openxmlformats.org/drawingml/2006/chart">
            <c:chart xmlns:c="http://schemas.openxmlformats.org/drawingml/2006/chart" xmlns:r="http://schemas.openxmlformats.org/officeDocument/2006/relationships" r:id="rId5"/>
          </a:graphicData>
        </a:graphic>
      </p:graphicFrame>
      <p:sp>
        <p:nvSpPr>
          <p:cNvPr id="22" name="Rectangle: Rounded Corners 21">
            <a:extLst>
              <a:ext uri="{FF2B5EF4-FFF2-40B4-BE49-F238E27FC236}">
                <a16:creationId xmlns:a16="http://schemas.microsoft.com/office/drawing/2014/main" id="{71EE4561-D098-4098-9721-56A662AA99AC}"/>
              </a:ext>
            </a:extLst>
          </p:cNvPr>
          <p:cNvSpPr/>
          <p:nvPr/>
        </p:nvSpPr>
        <p:spPr bwMode="gray">
          <a:xfrm>
            <a:off x="501650" y="6140684"/>
            <a:ext cx="11087012"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Projected ECR for CG is always expected to be higher than CG- solar landed cost, while in MP if ISTS charge is not waived the cost is far higher than projected ECR and if it is waived then also most of the time ECR is lower than solar landed cost’</a:t>
            </a:r>
          </a:p>
        </p:txBody>
      </p:sp>
      <p:sp>
        <p:nvSpPr>
          <p:cNvPr id="23" name="TextBox 22">
            <a:extLst>
              <a:ext uri="{FF2B5EF4-FFF2-40B4-BE49-F238E27FC236}">
                <a16:creationId xmlns:a16="http://schemas.microsoft.com/office/drawing/2014/main" id="{13DA965B-560F-42FF-B1D7-8D2F400C4B75}"/>
              </a:ext>
            </a:extLst>
          </p:cNvPr>
          <p:cNvSpPr txBox="1"/>
          <p:nvPr/>
        </p:nvSpPr>
        <p:spPr>
          <a:xfrm>
            <a:off x="834887" y="5959196"/>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Tree>
    <p:extLst>
      <p:ext uri="{BB962C8B-B14F-4D97-AF65-F5344CB8AC3E}">
        <p14:creationId xmlns:p14="http://schemas.microsoft.com/office/powerpoint/2010/main" val="3738306516"/>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2: Comparison of Cost of Energy- Own Land (Rs./KWh)</a:t>
            </a:r>
            <a:endParaRPr lang="en-GB" sz="2800" b="1" dirty="0"/>
          </a:p>
        </p:txBody>
      </p:sp>
      <p:sp>
        <p:nvSpPr>
          <p:cNvPr id="4" name="Rectangle 3"/>
          <p:cNvSpPr/>
          <p:nvPr/>
        </p:nvSpPr>
        <p:spPr>
          <a:xfrm>
            <a:off x="413785" y="561838"/>
            <a:ext cx="6388224" cy="400110"/>
          </a:xfrm>
          <a:prstGeom prst="rect">
            <a:avLst/>
          </a:prstGeom>
        </p:spPr>
        <p:txBody>
          <a:bodyPr wrap="none">
            <a:spAutoFit/>
          </a:bodyPr>
          <a:lstStyle/>
          <a:p>
            <a:r>
              <a:rPr lang="en-US" sz="2000" b="1" dirty="0">
                <a:solidFill>
                  <a:schemeClr val="accent3"/>
                </a:solidFill>
                <a:latin typeface="Calibri"/>
              </a:rPr>
              <a:t>For Option 2: Full Capacity in MP and consumption in both</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2"/>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2"/>
            <a:ext cx="5217477"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622752"/>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622751"/>
            <a:ext cx="5217477" cy="2377989"/>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66202" y="2134909"/>
            <a:ext cx="2377990" cy="418014"/>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6.35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55970" y="4592507"/>
            <a:ext cx="2357525" cy="418016"/>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5.72 Cr/ MW Capex</a:t>
            </a: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22" name="Chart 21">
            <a:extLst>
              <a:ext uri="{FF2B5EF4-FFF2-40B4-BE49-F238E27FC236}">
                <a16:creationId xmlns:a16="http://schemas.microsoft.com/office/drawing/2014/main" id="{781DB071-727A-45A4-B673-55E65C4CBC7C}"/>
              </a:ext>
            </a:extLst>
          </p:cNvPr>
          <p:cNvGraphicFramePr/>
          <p:nvPr>
            <p:extLst>
              <p:ext uri="{D42A27DB-BD31-4B8C-83A1-F6EECF244321}">
                <p14:modId xmlns:p14="http://schemas.microsoft.com/office/powerpoint/2010/main" val="3162872129"/>
              </p:ext>
            </p:extLst>
          </p:nvPr>
        </p:nvGraphicFramePr>
        <p:xfrm>
          <a:off x="983673" y="1349651"/>
          <a:ext cx="4904509" cy="218325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3" name="Chart 22">
            <a:extLst>
              <a:ext uri="{FF2B5EF4-FFF2-40B4-BE49-F238E27FC236}">
                <a16:creationId xmlns:a16="http://schemas.microsoft.com/office/drawing/2014/main" id="{2A9F3164-59B2-4070-A05C-BDE2F95033B6}"/>
              </a:ext>
            </a:extLst>
          </p:cNvPr>
          <p:cNvGraphicFramePr/>
          <p:nvPr>
            <p:extLst>
              <p:ext uri="{D42A27DB-BD31-4B8C-83A1-F6EECF244321}">
                <p14:modId xmlns:p14="http://schemas.microsoft.com/office/powerpoint/2010/main" val="288369887"/>
              </p:ext>
            </p:extLst>
          </p:nvPr>
        </p:nvGraphicFramePr>
        <p:xfrm>
          <a:off x="983673" y="3622749"/>
          <a:ext cx="4904509" cy="235752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a:extLst>
              <a:ext uri="{FF2B5EF4-FFF2-40B4-BE49-F238E27FC236}">
                <a16:creationId xmlns:a16="http://schemas.microsoft.com/office/drawing/2014/main" id="{177F5270-0A6E-490D-9659-B243CABB639F}"/>
              </a:ext>
            </a:extLst>
          </p:cNvPr>
          <p:cNvGraphicFramePr/>
          <p:nvPr>
            <p:extLst>
              <p:ext uri="{D42A27DB-BD31-4B8C-83A1-F6EECF244321}">
                <p14:modId xmlns:p14="http://schemas.microsoft.com/office/powerpoint/2010/main" val="1383365886"/>
              </p:ext>
            </p:extLst>
          </p:nvPr>
        </p:nvGraphicFramePr>
        <p:xfrm>
          <a:off x="6549485" y="1349651"/>
          <a:ext cx="4904509" cy="223887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5" name="Chart 24">
            <a:extLst>
              <a:ext uri="{FF2B5EF4-FFF2-40B4-BE49-F238E27FC236}">
                <a16:creationId xmlns:a16="http://schemas.microsoft.com/office/drawing/2014/main" id="{9EF43D27-ECBF-4CD7-A712-848FB5929798}"/>
              </a:ext>
            </a:extLst>
          </p:cNvPr>
          <p:cNvGraphicFramePr/>
          <p:nvPr>
            <p:extLst>
              <p:ext uri="{D42A27DB-BD31-4B8C-83A1-F6EECF244321}">
                <p14:modId xmlns:p14="http://schemas.microsoft.com/office/powerpoint/2010/main" val="355959303"/>
              </p:ext>
            </p:extLst>
          </p:nvPr>
        </p:nvGraphicFramePr>
        <p:xfrm>
          <a:off x="6517103" y="3860049"/>
          <a:ext cx="4904509" cy="2238877"/>
        </p:xfrm>
        <a:graphic>
          <a:graphicData uri="http://schemas.openxmlformats.org/drawingml/2006/chart">
            <c:chart xmlns:c="http://schemas.openxmlformats.org/drawingml/2006/chart" xmlns:r="http://schemas.openxmlformats.org/officeDocument/2006/relationships" r:id="rId5"/>
          </a:graphicData>
        </a:graphic>
      </p:graphicFrame>
      <p:sp>
        <p:nvSpPr>
          <p:cNvPr id="16" name="Rectangle: Rounded Corners 15">
            <a:extLst>
              <a:ext uri="{FF2B5EF4-FFF2-40B4-BE49-F238E27FC236}">
                <a16:creationId xmlns:a16="http://schemas.microsoft.com/office/drawing/2014/main" id="{05A47194-2B1C-4B75-AFE1-5B4E0DB579A5}"/>
              </a:ext>
            </a:extLst>
          </p:cNvPr>
          <p:cNvSpPr/>
          <p:nvPr/>
        </p:nvSpPr>
        <p:spPr bwMode="gray">
          <a:xfrm>
            <a:off x="501650" y="6172262"/>
            <a:ext cx="11087012"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ISTS charge waiver plays a critical role in the cost comparison. If it is waived, solar landed cost is always lower than projected ECR, but if it is not waived, the costs come closer</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MP, overall solar generation landed cost is marginally less (though going above sometimes) than the projected ECR</a:t>
            </a:r>
          </a:p>
        </p:txBody>
      </p:sp>
      <p:sp>
        <p:nvSpPr>
          <p:cNvPr id="19" name="TextBox 18">
            <a:extLst>
              <a:ext uri="{FF2B5EF4-FFF2-40B4-BE49-F238E27FC236}">
                <a16:creationId xmlns:a16="http://schemas.microsoft.com/office/drawing/2014/main" id="{08C35039-6333-46BC-86B2-ECEB8C506CAE}"/>
              </a:ext>
            </a:extLst>
          </p:cNvPr>
          <p:cNvSpPr txBox="1"/>
          <p:nvPr/>
        </p:nvSpPr>
        <p:spPr>
          <a:xfrm>
            <a:off x="834887" y="5990774"/>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Tree>
    <p:extLst>
      <p:ext uri="{BB962C8B-B14F-4D97-AF65-F5344CB8AC3E}">
        <p14:creationId xmlns:p14="http://schemas.microsoft.com/office/powerpoint/2010/main" val="4064350862"/>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3: Comparison of Cost of Energy- Own Land (Rs./KWh)</a:t>
            </a:r>
            <a:endParaRPr lang="en-GB" sz="2800" b="1" dirty="0"/>
          </a:p>
        </p:txBody>
      </p:sp>
      <p:sp>
        <p:nvSpPr>
          <p:cNvPr id="4" name="Rectangle 3"/>
          <p:cNvSpPr/>
          <p:nvPr/>
        </p:nvSpPr>
        <p:spPr>
          <a:xfrm>
            <a:off x="413785" y="561838"/>
            <a:ext cx="8947834" cy="400110"/>
          </a:xfrm>
          <a:prstGeom prst="rect">
            <a:avLst/>
          </a:prstGeom>
        </p:spPr>
        <p:txBody>
          <a:bodyPr wrap="none">
            <a:spAutoFit/>
          </a:bodyPr>
          <a:lstStyle/>
          <a:p>
            <a:r>
              <a:rPr lang="en-US" sz="2000" b="1" dirty="0">
                <a:solidFill>
                  <a:schemeClr val="accent3"/>
                </a:solidFill>
                <a:latin typeface="Calibri"/>
              </a:rPr>
              <a:t>For Option 3: CG demand met by CG capacity, MP demand met by capacities in MP</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1"/>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1"/>
            <a:ext cx="5217477"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622750"/>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622749"/>
            <a:ext cx="5217477" cy="2377989"/>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64658" y="2133365"/>
            <a:ext cx="2377990" cy="421101"/>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6.35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64661" y="4601196"/>
            <a:ext cx="2377993" cy="421102"/>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5.72 Cr/ MW Capex</a:t>
            </a: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19" name="Chart 18">
            <a:extLst>
              <a:ext uri="{FF2B5EF4-FFF2-40B4-BE49-F238E27FC236}">
                <a16:creationId xmlns:a16="http://schemas.microsoft.com/office/drawing/2014/main" id="{97DE2E3A-AD35-419A-88BE-78725570B34C}"/>
              </a:ext>
            </a:extLst>
          </p:cNvPr>
          <p:cNvGraphicFramePr/>
          <p:nvPr>
            <p:extLst>
              <p:ext uri="{D42A27DB-BD31-4B8C-83A1-F6EECF244321}">
                <p14:modId xmlns:p14="http://schemas.microsoft.com/office/powerpoint/2010/main" val="2829351359"/>
              </p:ext>
            </p:extLst>
          </p:nvPr>
        </p:nvGraphicFramePr>
        <p:xfrm>
          <a:off x="6549485" y="1349651"/>
          <a:ext cx="4904509" cy="223887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hart 20">
            <a:extLst>
              <a:ext uri="{FF2B5EF4-FFF2-40B4-BE49-F238E27FC236}">
                <a16:creationId xmlns:a16="http://schemas.microsoft.com/office/drawing/2014/main" id="{B925D6E8-6D76-4BFC-A6A5-195D898DB03E}"/>
              </a:ext>
            </a:extLst>
          </p:cNvPr>
          <p:cNvGraphicFramePr/>
          <p:nvPr>
            <p:extLst>
              <p:ext uri="{D42A27DB-BD31-4B8C-83A1-F6EECF244321}">
                <p14:modId xmlns:p14="http://schemas.microsoft.com/office/powerpoint/2010/main" val="2625797340"/>
              </p:ext>
            </p:extLst>
          </p:nvPr>
        </p:nvGraphicFramePr>
        <p:xfrm>
          <a:off x="6452604" y="3741397"/>
          <a:ext cx="4904509" cy="223887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a:extLst>
              <a:ext uri="{FF2B5EF4-FFF2-40B4-BE49-F238E27FC236}">
                <a16:creationId xmlns:a16="http://schemas.microsoft.com/office/drawing/2014/main" id="{6C639BDF-7E9D-4A24-94F9-70E852F7468B}"/>
              </a:ext>
            </a:extLst>
          </p:cNvPr>
          <p:cNvGraphicFramePr/>
          <p:nvPr>
            <p:extLst>
              <p:ext uri="{D42A27DB-BD31-4B8C-83A1-F6EECF244321}">
                <p14:modId xmlns:p14="http://schemas.microsoft.com/office/powerpoint/2010/main" val="878967022"/>
              </p:ext>
            </p:extLst>
          </p:nvPr>
        </p:nvGraphicFramePr>
        <p:xfrm>
          <a:off x="983673" y="1349651"/>
          <a:ext cx="4904509" cy="21832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3" name="Chart 22">
            <a:extLst>
              <a:ext uri="{FF2B5EF4-FFF2-40B4-BE49-F238E27FC236}">
                <a16:creationId xmlns:a16="http://schemas.microsoft.com/office/drawing/2014/main" id="{F3E31A94-0623-4C01-8910-4A80D456C600}"/>
              </a:ext>
            </a:extLst>
          </p:cNvPr>
          <p:cNvGraphicFramePr/>
          <p:nvPr>
            <p:extLst>
              <p:ext uri="{D42A27DB-BD31-4B8C-83A1-F6EECF244321}">
                <p14:modId xmlns:p14="http://schemas.microsoft.com/office/powerpoint/2010/main" val="3770931430"/>
              </p:ext>
            </p:extLst>
          </p:nvPr>
        </p:nvGraphicFramePr>
        <p:xfrm>
          <a:off x="983672" y="3797016"/>
          <a:ext cx="4904509" cy="2183258"/>
        </p:xfrm>
        <a:graphic>
          <a:graphicData uri="http://schemas.openxmlformats.org/drawingml/2006/chart">
            <c:chart xmlns:c="http://schemas.openxmlformats.org/drawingml/2006/chart" xmlns:r="http://schemas.openxmlformats.org/officeDocument/2006/relationships" r:id="rId5"/>
          </a:graphicData>
        </a:graphic>
      </p:graphicFrame>
      <p:sp>
        <p:nvSpPr>
          <p:cNvPr id="16" name="Rectangle: Rounded Corners 15">
            <a:extLst>
              <a:ext uri="{FF2B5EF4-FFF2-40B4-BE49-F238E27FC236}">
                <a16:creationId xmlns:a16="http://schemas.microsoft.com/office/drawing/2014/main" id="{9190BFCB-432B-4AC1-B3BF-2307185E83F7}"/>
              </a:ext>
            </a:extLst>
          </p:cNvPr>
          <p:cNvSpPr/>
          <p:nvPr/>
        </p:nvSpPr>
        <p:spPr bwMode="gray">
          <a:xfrm>
            <a:off x="413784" y="6154375"/>
            <a:ext cx="11174878"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the solar landed cost per unit is always less than projected ECR, leading to a savings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MP, overall solar generation landed cost is marginally less (though going above sometimes) than the projected ECR</a:t>
            </a:r>
          </a:p>
        </p:txBody>
      </p:sp>
      <p:sp>
        <p:nvSpPr>
          <p:cNvPr id="22" name="TextBox 21">
            <a:extLst>
              <a:ext uri="{FF2B5EF4-FFF2-40B4-BE49-F238E27FC236}">
                <a16:creationId xmlns:a16="http://schemas.microsoft.com/office/drawing/2014/main" id="{297DDD0F-8D25-44F1-BAF2-C6CD37DD4C7E}"/>
              </a:ext>
            </a:extLst>
          </p:cNvPr>
          <p:cNvSpPr txBox="1"/>
          <p:nvPr/>
        </p:nvSpPr>
        <p:spPr>
          <a:xfrm>
            <a:off x="834887" y="5990774"/>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Tree>
    <p:extLst>
      <p:ext uri="{BB962C8B-B14F-4D97-AF65-F5344CB8AC3E}">
        <p14:creationId xmlns:p14="http://schemas.microsoft.com/office/powerpoint/2010/main" val="1728625148"/>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Savings (Rs. Crore)- For Own Land</a:t>
            </a:r>
            <a:endParaRPr lang="en-GB" sz="2800" b="1" dirty="0"/>
          </a:p>
        </p:txBody>
      </p:sp>
      <p:graphicFrame>
        <p:nvGraphicFramePr>
          <p:cNvPr id="3" name="Table 2"/>
          <p:cNvGraphicFramePr>
            <a:graphicFrameLocks noGrp="1"/>
          </p:cNvGraphicFramePr>
          <p:nvPr>
            <p:extLst>
              <p:ext uri="{D42A27DB-BD31-4B8C-83A1-F6EECF244321}">
                <p14:modId xmlns:p14="http://schemas.microsoft.com/office/powerpoint/2010/main" val="3218615667"/>
              </p:ext>
            </p:extLst>
          </p:nvPr>
        </p:nvGraphicFramePr>
        <p:xfrm>
          <a:off x="501649" y="1143000"/>
          <a:ext cx="11303354" cy="4206790"/>
        </p:xfrm>
        <a:graphic>
          <a:graphicData uri="http://schemas.openxmlformats.org/drawingml/2006/table">
            <a:tbl>
              <a:tblPr/>
              <a:tblGrid>
                <a:gridCol w="1388796">
                  <a:extLst>
                    <a:ext uri="{9D8B030D-6E8A-4147-A177-3AD203B41FA5}">
                      <a16:colId xmlns:a16="http://schemas.microsoft.com/office/drawing/2014/main" val="3094667183"/>
                    </a:ext>
                  </a:extLst>
                </a:gridCol>
                <a:gridCol w="2158960">
                  <a:extLst>
                    <a:ext uri="{9D8B030D-6E8A-4147-A177-3AD203B41FA5}">
                      <a16:colId xmlns:a16="http://schemas.microsoft.com/office/drawing/2014/main" val="2154646444"/>
                    </a:ext>
                  </a:extLst>
                </a:gridCol>
                <a:gridCol w="861733">
                  <a:extLst>
                    <a:ext uri="{9D8B030D-6E8A-4147-A177-3AD203B41FA5}">
                      <a16:colId xmlns:a16="http://schemas.microsoft.com/office/drawing/2014/main" val="479395235"/>
                    </a:ext>
                  </a:extLst>
                </a:gridCol>
                <a:gridCol w="861733">
                  <a:extLst>
                    <a:ext uri="{9D8B030D-6E8A-4147-A177-3AD203B41FA5}">
                      <a16:colId xmlns:a16="http://schemas.microsoft.com/office/drawing/2014/main" val="2902161605"/>
                    </a:ext>
                  </a:extLst>
                </a:gridCol>
                <a:gridCol w="861733">
                  <a:extLst>
                    <a:ext uri="{9D8B030D-6E8A-4147-A177-3AD203B41FA5}">
                      <a16:colId xmlns:a16="http://schemas.microsoft.com/office/drawing/2014/main" val="1793187685"/>
                    </a:ext>
                  </a:extLst>
                </a:gridCol>
                <a:gridCol w="861733">
                  <a:extLst>
                    <a:ext uri="{9D8B030D-6E8A-4147-A177-3AD203B41FA5}">
                      <a16:colId xmlns:a16="http://schemas.microsoft.com/office/drawing/2014/main" val="2751601393"/>
                    </a:ext>
                  </a:extLst>
                </a:gridCol>
                <a:gridCol w="861733">
                  <a:extLst>
                    <a:ext uri="{9D8B030D-6E8A-4147-A177-3AD203B41FA5}">
                      <a16:colId xmlns:a16="http://schemas.microsoft.com/office/drawing/2014/main" val="3420603479"/>
                    </a:ext>
                  </a:extLst>
                </a:gridCol>
                <a:gridCol w="861733">
                  <a:extLst>
                    <a:ext uri="{9D8B030D-6E8A-4147-A177-3AD203B41FA5}">
                      <a16:colId xmlns:a16="http://schemas.microsoft.com/office/drawing/2014/main" val="350533522"/>
                    </a:ext>
                  </a:extLst>
                </a:gridCol>
                <a:gridCol w="1292600">
                  <a:extLst>
                    <a:ext uri="{9D8B030D-6E8A-4147-A177-3AD203B41FA5}">
                      <a16:colId xmlns:a16="http://schemas.microsoft.com/office/drawing/2014/main" val="1259705507"/>
                    </a:ext>
                  </a:extLst>
                </a:gridCol>
                <a:gridCol w="1292600">
                  <a:extLst>
                    <a:ext uri="{9D8B030D-6E8A-4147-A177-3AD203B41FA5}">
                      <a16:colId xmlns:a16="http://schemas.microsoft.com/office/drawing/2014/main" val="3970161909"/>
                    </a:ext>
                  </a:extLst>
                </a:gridCol>
              </a:tblGrid>
              <a:tr h="568842">
                <a:tc gridSpan="2">
                  <a:txBody>
                    <a:bodyPr/>
                    <a:lstStyle/>
                    <a:p>
                      <a:pPr algn="l" fontAlgn="ctr"/>
                      <a:r>
                        <a:rPr lang="en-IN" sz="1200" b="1" i="0" u="none" strike="noStrike" dirty="0">
                          <a:solidFill>
                            <a:srgbClr val="000000"/>
                          </a:solidFill>
                          <a:effectLst/>
                          <a:latin typeface="Calibri" panose="020F0502020204030204" pitchFamily="34" charset="0"/>
                        </a:rPr>
                        <a:t> </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gridSpan="3">
                  <a:txBody>
                    <a:bodyPr/>
                    <a:lstStyle/>
                    <a:p>
                      <a:pPr algn="ctr" fontAlgn="ctr"/>
                      <a:r>
                        <a:rPr lang="en-IN" sz="1400" b="1" i="1" u="none" strike="noStrike" dirty="0">
                          <a:solidFill>
                            <a:srgbClr val="000000"/>
                          </a:solidFill>
                          <a:effectLst/>
                          <a:latin typeface="Calibri" panose="020F0502020204030204" pitchFamily="34" charset="0"/>
                        </a:rPr>
                        <a:t>Option 1: Entire Capacity is in CG</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endParaRPr lang="en-IN" dirty="0"/>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gridSpan="3">
                  <a:txBody>
                    <a:bodyPr/>
                    <a:lstStyle/>
                    <a:p>
                      <a:pPr algn="ctr" fontAlgn="ctr"/>
                      <a:r>
                        <a:rPr lang="en-IN" sz="1400" b="1"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hMerge="1">
                  <a:txBody>
                    <a:bodyPr/>
                    <a:lstStyle/>
                    <a:p>
                      <a:endParaRPr lang="en-US"/>
                    </a:p>
                  </a:txBody>
                  <a:tcPr/>
                </a:tc>
                <a:tc hMerge="1">
                  <a:txBody>
                    <a:bodyPr/>
                    <a:lstStyle/>
                    <a:p>
                      <a:pPr algn="ctr" fontAlgn="ctr"/>
                      <a:r>
                        <a:rPr lang="en-IN" sz="1400" b="0"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fontAlgn="ctr"/>
                      <a:r>
                        <a:rPr lang="en-IN" sz="1400" b="1"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ctr"/>
                      <a:r>
                        <a:rPr lang="en-IN" sz="1400" b="0"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7838441"/>
                  </a:ext>
                </a:extLst>
              </a:tr>
              <a:tr h="2136808">
                <a:tc gridSpan="2">
                  <a:txBody>
                    <a:bodyPr/>
                    <a:lstStyle/>
                    <a:p>
                      <a:pPr algn="ctr" fontAlgn="ctr"/>
                      <a:r>
                        <a:rPr lang="en-IN" sz="1600" b="1" i="0" u="none" strike="noStrike" dirty="0">
                          <a:solidFill>
                            <a:srgbClr val="000000"/>
                          </a:solidFill>
                          <a:effectLst/>
                          <a:latin typeface="Calibri" panose="020F0502020204030204" pitchFamily="34" charset="0"/>
                        </a:rPr>
                        <a:t>Total Savings (Rs. Crore.) for Entire Project Tenure for Multiple Capex Scenario</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MP Savings- If ISTS Charge Waived off</a:t>
                      </a:r>
                    </a:p>
                    <a:p>
                      <a:pPr algn="ctr" fontAlgn="ctr"/>
                      <a:endParaRPr lang="en-IN" sz="1400" b="0" i="1" u="none" strike="noStrike" dirty="0">
                        <a:solidFill>
                          <a:srgbClr val="000000"/>
                        </a:solidFill>
                        <a:effectLst/>
                        <a:latin typeface="Calibri" panose="020F0502020204030204" pitchFamily="34" charset="0"/>
                      </a:endParaRP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CG Savings- If ISTS Charge Waived off</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68440181"/>
                  </a:ext>
                </a:extLst>
              </a:tr>
              <a:tr h="190640">
                <a:tc rowSpan="2">
                  <a:txBody>
                    <a:bodyPr/>
                    <a:lstStyle/>
                    <a:p>
                      <a:pPr algn="ctr" fontAlgn="ctr"/>
                      <a:r>
                        <a:rPr lang="en-IN" sz="1400" b="1" i="1" u="none" strike="noStrike" dirty="0">
                          <a:solidFill>
                            <a:srgbClr val="000000"/>
                          </a:solidFill>
                          <a:effectLst/>
                          <a:latin typeface="Calibri" panose="020F0502020204030204" pitchFamily="34" charset="0"/>
                        </a:rPr>
                        <a:t>At D:E 80:20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9662.17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-2144.03</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305.48</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-795.10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5466.30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880.27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9662.17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chemeClr val="tx1"/>
                          </a:solidFill>
                          <a:effectLst/>
                          <a:latin typeface="+mn-lt"/>
                        </a:rPr>
                        <a:t>880.27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12367979"/>
                  </a:ext>
                </a:extLst>
              </a:tr>
              <a:tr h="111458">
                <a:tc vMerge="1">
                  <a:txBody>
                    <a:bodyPr/>
                    <a:lstStyle/>
                    <a:p>
                      <a:pPr algn="ctr" fontAlgn="ctr"/>
                      <a:endParaRPr lang="en-IN" sz="1400" b="1"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9894.11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-2038.00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411.51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-522.67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5738.73</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973.81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latin typeface="+mn-lt"/>
                        </a:rPr>
                        <a:t>9894.11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a:r>
                        <a:rPr lang="en-US" sz="1600" b="0" i="0" dirty="0">
                          <a:solidFill>
                            <a:schemeClr val="tx1"/>
                          </a:solidFill>
                          <a:latin typeface="+mn-lt"/>
                        </a:rPr>
                        <a:t>973.81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896943"/>
                  </a:ext>
                </a:extLst>
              </a:tr>
              <a:tr h="129488">
                <a:tc rowSpan="2">
                  <a:txBody>
                    <a:bodyPr/>
                    <a:lstStyle/>
                    <a:p>
                      <a:pPr algn="ctr" fontAlgn="ctr"/>
                      <a:r>
                        <a:rPr lang="en-IN" sz="1400" b="1" i="1" u="none" strike="noStrike" dirty="0">
                          <a:solidFill>
                            <a:srgbClr val="000000"/>
                          </a:solidFill>
                          <a:effectLst/>
                          <a:latin typeface="Calibri" panose="020F0502020204030204" pitchFamily="34" charset="0"/>
                        </a:rPr>
                        <a:t>At D:E 50:50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10036.45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-1972.92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476.59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-355.47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5905.93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IN" sz="1600" b="0" i="0" u="none" strike="noStrike" kern="1200" dirty="0">
                          <a:solidFill>
                            <a:schemeClr val="tx1"/>
                          </a:solidFill>
                          <a:effectLst/>
                          <a:latin typeface="+mn-lt"/>
                          <a:ea typeface="+mn-ea"/>
                          <a:cs typeface="+mn-cs"/>
                        </a:rPr>
                        <a:t>1031.21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10036.45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IN" sz="1600" b="0" i="0" u="none" strike="noStrike" kern="1200" dirty="0">
                          <a:solidFill>
                            <a:schemeClr val="tx1"/>
                          </a:solidFill>
                          <a:effectLst/>
                          <a:latin typeface="+mn-lt"/>
                          <a:ea typeface="+mn-ea"/>
                          <a:cs typeface="+mn-cs"/>
                        </a:rPr>
                        <a:t>1031.21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02831795"/>
                  </a:ext>
                </a:extLst>
              </a:tr>
              <a:tr h="157361">
                <a:tc vMerge="1">
                  <a:txBody>
                    <a:bodyPr/>
                    <a:lstStyle/>
                    <a:p>
                      <a:pPr algn="ctr" fontAlgn="ctr"/>
                      <a:endParaRPr lang="en-IN" sz="14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10230.95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-1884.00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565.51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-127.00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6134.40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1109.66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10230.95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kern="1200" dirty="0">
                          <a:solidFill>
                            <a:schemeClr val="tx1"/>
                          </a:solidFill>
                          <a:effectLst/>
                          <a:latin typeface="+mn-lt"/>
                          <a:ea typeface="+mn-ea"/>
                          <a:cs typeface="+mn-cs"/>
                        </a:rPr>
                        <a:t>1109.66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200274652"/>
                  </a:ext>
                </a:extLst>
              </a:tr>
              <a:tr h="103040">
                <a:tc row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0" u="none" strike="noStrike" dirty="0">
                          <a:solidFill>
                            <a:srgbClr val="000000"/>
                          </a:solidFill>
                          <a:effectLst/>
                          <a:latin typeface="Calibri" panose="020F0502020204030204" pitchFamily="34" charset="0"/>
                        </a:rPr>
                        <a:t>At D:E 0:100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10624.48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-1704.09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IN" sz="1600" b="0" i="0" u="none" strike="noStrike" dirty="0">
                          <a:solidFill>
                            <a:schemeClr val="tx1"/>
                          </a:solidFill>
                          <a:effectLst/>
                          <a:latin typeface="+mn-lt"/>
                        </a:rPr>
                        <a:t>745.42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335.25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6596.65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1268.37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10624.48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kern="1200" dirty="0">
                          <a:solidFill>
                            <a:schemeClr val="tx1"/>
                          </a:solidFill>
                          <a:effectLst/>
                          <a:latin typeface="+mn-lt"/>
                          <a:ea typeface="+mn-ea"/>
                          <a:cs typeface="+mn-cs"/>
                        </a:rPr>
                        <a:t>1268.37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00727107"/>
                  </a:ext>
                </a:extLst>
              </a:tr>
              <a:tr h="0">
                <a:tc vMerge="1">
                  <a:txBody>
                    <a:bodyPr/>
                    <a:lstStyle/>
                    <a:p>
                      <a:pPr algn="ctr" fontAlgn="ctr"/>
                      <a:endParaRPr lang="en-IN" sz="14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10760.18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-1642.05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807.46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494.64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6756.04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1323.10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10760.18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kern="1200" dirty="0">
                          <a:solidFill>
                            <a:schemeClr val="tx1"/>
                          </a:solidFill>
                          <a:effectLst/>
                          <a:latin typeface="+mn-lt"/>
                          <a:ea typeface="+mn-ea"/>
                          <a:cs typeface="+mn-cs"/>
                        </a:rPr>
                        <a:t>1323.10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6776780"/>
                  </a:ext>
                </a:extLst>
              </a:tr>
            </a:tbl>
          </a:graphicData>
        </a:graphic>
      </p:graphicFrame>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44696BC5-612D-4F6B-9014-ABD4F288BEB0}"/>
              </a:ext>
            </a:extLst>
          </p:cNvPr>
          <p:cNvSpPr/>
          <p:nvPr/>
        </p:nvSpPr>
        <p:spPr bwMode="gray">
          <a:xfrm>
            <a:off x="501649" y="5419628"/>
            <a:ext cx="11303354" cy="420265"/>
          </a:xfrm>
          <a:prstGeom prst="rect">
            <a:avLst/>
          </a:prstGeom>
          <a:noFill/>
          <a:ln w="19050" algn="ctr">
            <a:no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200" b="1" dirty="0"/>
              <a:t>Base case Capex: Rs. 6.35 Cr/MW</a:t>
            </a:r>
          </a:p>
          <a:p>
            <a:pPr marL="171450" indent="-171450">
              <a:lnSpc>
                <a:spcPct val="106000"/>
              </a:lnSpc>
              <a:buFont typeface="Arial" panose="020B0604020202020204" pitchFamily="34" charset="0"/>
              <a:buChar char="•"/>
            </a:pPr>
            <a:r>
              <a:rPr lang="en-US" sz="1200" b="1" dirty="0"/>
              <a:t>10% discounted Capex: Rs. 5.72 Cr/ Mw</a:t>
            </a:r>
          </a:p>
        </p:txBody>
      </p:sp>
      <p:sp>
        <p:nvSpPr>
          <p:cNvPr id="7" name="Rectangle: Rounded Corners 6">
            <a:extLst>
              <a:ext uri="{FF2B5EF4-FFF2-40B4-BE49-F238E27FC236}">
                <a16:creationId xmlns:a16="http://schemas.microsoft.com/office/drawing/2014/main" id="{FBCDCEBD-7D4E-4E41-816F-AE71B56D473C}"/>
              </a:ext>
            </a:extLst>
          </p:cNvPr>
          <p:cNvSpPr/>
          <p:nvPr/>
        </p:nvSpPr>
        <p:spPr bwMode="gray">
          <a:xfrm>
            <a:off x="413784" y="6090577"/>
            <a:ext cx="11174878"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3 has highest savings, followed by Option 1 with ISTS charge waiver and ISTS charge non-waived case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2 has the least savings </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
        <p:nvSpPr>
          <p:cNvPr id="8" name="TextBox 7">
            <a:extLst>
              <a:ext uri="{FF2B5EF4-FFF2-40B4-BE49-F238E27FC236}">
                <a16:creationId xmlns:a16="http://schemas.microsoft.com/office/drawing/2014/main" id="{80F52E35-6953-487D-A5AF-18007D510E63}"/>
              </a:ext>
            </a:extLst>
          </p:cNvPr>
          <p:cNvSpPr txBox="1"/>
          <p:nvPr/>
        </p:nvSpPr>
        <p:spPr>
          <a:xfrm>
            <a:off x="501649" y="5872902"/>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Tree>
    <p:extLst>
      <p:ext uri="{BB962C8B-B14F-4D97-AF65-F5344CB8AC3E}">
        <p14:creationId xmlns:p14="http://schemas.microsoft.com/office/powerpoint/2010/main" val="3337254838"/>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Equity IRR (%)- Own Land</a:t>
            </a:r>
            <a:endParaRPr lang="en-GB" sz="2800" b="1" dirty="0"/>
          </a:p>
        </p:txBody>
      </p:sp>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82AC1372-E294-4F4F-87E0-D6E4329457D6}"/>
              </a:ext>
            </a:extLst>
          </p:cNvPr>
          <p:cNvSpPr/>
          <p:nvPr/>
        </p:nvSpPr>
        <p:spPr bwMode="gray">
          <a:xfrm>
            <a:off x="501650" y="5506368"/>
            <a:ext cx="11303354" cy="420265"/>
          </a:xfrm>
          <a:prstGeom prst="rect">
            <a:avLst/>
          </a:prstGeom>
          <a:noFill/>
          <a:ln w="19050" algn="ctr">
            <a:noFill/>
            <a:miter lim="800000"/>
            <a:headEnd/>
            <a:tailEnd/>
          </a:ln>
        </p:spPr>
        <p:txBody>
          <a:bodyPr wrap="square" lIns="88900" tIns="88900" rIns="88900" bIns="88900" rtlCol="0" anchor="ctr"/>
          <a:lstStyle/>
          <a:p>
            <a:pPr marL="171450" indent="-171450">
              <a:lnSpc>
                <a:spcPct val="106000"/>
              </a:lnSpc>
              <a:buFont typeface="Arial" panose="020B0604020202020204" pitchFamily="34" charset="0"/>
              <a:buChar char="•"/>
            </a:pPr>
            <a:r>
              <a:rPr lang="en-US" sz="1200" b="1" dirty="0"/>
              <a:t>Base case Capex: Rs. 6.35 Cr/MW</a:t>
            </a:r>
          </a:p>
          <a:p>
            <a:pPr marL="171450" indent="-171450">
              <a:lnSpc>
                <a:spcPct val="106000"/>
              </a:lnSpc>
              <a:buFont typeface="Arial" panose="020B0604020202020204" pitchFamily="34" charset="0"/>
              <a:buChar char="•"/>
            </a:pPr>
            <a:r>
              <a:rPr lang="en-US" sz="1200" b="1" dirty="0"/>
              <a:t>10% discounted Capex: Rs. 5.72 Cr/ Mw</a:t>
            </a:r>
          </a:p>
        </p:txBody>
      </p:sp>
      <p:sp>
        <p:nvSpPr>
          <p:cNvPr id="8" name="Rectangle: Rounded Corners 7">
            <a:extLst>
              <a:ext uri="{FF2B5EF4-FFF2-40B4-BE49-F238E27FC236}">
                <a16:creationId xmlns:a16="http://schemas.microsoft.com/office/drawing/2014/main" id="{8B1FD221-E2C7-4790-B94F-C1EE621E587A}"/>
              </a:ext>
            </a:extLst>
          </p:cNvPr>
          <p:cNvSpPr/>
          <p:nvPr/>
        </p:nvSpPr>
        <p:spPr bwMode="gray">
          <a:xfrm>
            <a:off x="413784" y="5952099"/>
            <a:ext cx="11174878" cy="638085"/>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3 has highest equity IRR, followed by Option 1 with ISTS charge waiver and ISTS charge non-waived case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2 has the lowest Equity IRR options for various Capex and Debt-Equity scenario</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80:20 Debt: Equity Ratio has highest achievable Equity IRR</a:t>
            </a:r>
          </a:p>
        </p:txBody>
      </p:sp>
      <p:sp>
        <p:nvSpPr>
          <p:cNvPr id="9" name="TextBox 8">
            <a:extLst>
              <a:ext uri="{FF2B5EF4-FFF2-40B4-BE49-F238E27FC236}">
                <a16:creationId xmlns:a16="http://schemas.microsoft.com/office/drawing/2014/main" id="{29B479F8-1B90-4A38-AD14-B8BC3F18645A}"/>
              </a:ext>
            </a:extLst>
          </p:cNvPr>
          <p:cNvSpPr txBox="1"/>
          <p:nvPr/>
        </p:nvSpPr>
        <p:spPr>
          <a:xfrm>
            <a:off x="9080827" y="5531834"/>
            <a:ext cx="2507835" cy="184666"/>
          </a:xfrm>
          <a:prstGeom prst="rect">
            <a:avLst/>
          </a:prstGeom>
          <a:noFill/>
        </p:spPr>
        <p:txBody>
          <a:bodyPr wrap="square" lIns="0" tIns="0" rIns="0" bIns="0" rtlCol="0">
            <a:spAutoFit/>
          </a:bodyPr>
          <a:lstStyle/>
          <a:p>
            <a:pPr algn="r">
              <a:spcBef>
                <a:spcPts val="600"/>
              </a:spcBef>
              <a:buSzPct val="100000"/>
            </a:pPr>
            <a:r>
              <a:rPr lang="en-US" sz="1200" dirty="0">
                <a:solidFill>
                  <a:srgbClr val="313131"/>
                </a:solidFill>
              </a:rPr>
              <a:t>Source: Deloitte Analysis</a:t>
            </a:r>
          </a:p>
        </p:txBody>
      </p:sp>
      <p:graphicFrame>
        <p:nvGraphicFramePr>
          <p:cNvPr id="11" name="Table 10">
            <a:extLst>
              <a:ext uri="{FF2B5EF4-FFF2-40B4-BE49-F238E27FC236}">
                <a16:creationId xmlns:a16="http://schemas.microsoft.com/office/drawing/2014/main" id="{6F58B2CC-AC7D-42D5-8735-73293F550248}"/>
              </a:ext>
            </a:extLst>
          </p:cNvPr>
          <p:cNvGraphicFramePr>
            <a:graphicFrameLocks noGrp="1"/>
          </p:cNvGraphicFramePr>
          <p:nvPr>
            <p:extLst>
              <p:ext uri="{D42A27DB-BD31-4B8C-83A1-F6EECF244321}">
                <p14:modId xmlns:p14="http://schemas.microsoft.com/office/powerpoint/2010/main" val="3959403414"/>
              </p:ext>
            </p:extLst>
          </p:nvPr>
        </p:nvGraphicFramePr>
        <p:xfrm>
          <a:off x="501650" y="1070769"/>
          <a:ext cx="11087013" cy="4250932"/>
        </p:xfrm>
        <a:graphic>
          <a:graphicData uri="http://schemas.openxmlformats.org/drawingml/2006/table">
            <a:tbl>
              <a:tblPr/>
              <a:tblGrid>
                <a:gridCol w="1583859">
                  <a:extLst>
                    <a:ext uri="{9D8B030D-6E8A-4147-A177-3AD203B41FA5}">
                      <a16:colId xmlns:a16="http://schemas.microsoft.com/office/drawing/2014/main" val="3529760042"/>
                    </a:ext>
                  </a:extLst>
                </a:gridCol>
                <a:gridCol w="1583859">
                  <a:extLst>
                    <a:ext uri="{9D8B030D-6E8A-4147-A177-3AD203B41FA5}">
                      <a16:colId xmlns:a16="http://schemas.microsoft.com/office/drawing/2014/main" val="6983324"/>
                    </a:ext>
                  </a:extLst>
                </a:gridCol>
                <a:gridCol w="1583859">
                  <a:extLst>
                    <a:ext uri="{9D8B030D-6E8A-4147-A177-3AD203B41FA5}">
                      <a16:colId xmlns:a16="http://schemas.microsoft.com/office/drawing/2014/main" val="3270333682"/>
                    </a:ext>
                  </a:extLst>
                </a:gridCol>
                <a:gridCol w="1583859">
                  <a:extLst>
                    <a:ext uri="{9D8B030D-6E8A-4147-A177-3AD203B41FA5}">
                      <a16:colId xmlns:a16="http://schemas.microsoft.com/office/drawing/2014/main" val="502988035"/>
                    </a:ext>
                  </a:extLst>
                </a:gridCol>
                <a:gridCol w="1583859">
                  <a:extLst>
                    <a:ext uri="{9D8B030D-6E8A-4147-A177-3AD203B41FA5}">
                      <a16:colId xmlns:a16="http://schemas.microsoft.com/office/drawing/2014/main" val="4291422723"/>
                    </a:ext>
                  </a:extLst>
                </a:gridCol>
                <a:gridCol w="1583859">
                  <a:extLst>
                    <a:ext uri="{9D8B030D-6E8A-4147-A177-3AD203B41FA5}">
                      <a16:colId xmlns:a16="http://schemas.microsoft.com/office/drawing/2014/main" val="1874385114"/>
                    </a:ext>
                  </a:extLst>
                </a:gridCol>
                <a:gridCol w="1583859">
                  <a:extLst>
                    <a:ext uri="{9D8B030D-6E8A-4147-A177-3AD203B41FA5}">
                      <a16:colId xmlns:a16="http://schemas.microsoft.com/office/drawing/2014/main" val="918603141"/>
                    </a:ext>
                  </a:extLst>
                </a:gridCol>
              </a:tblGrid>
              <a:tr h="324179">
                <a:tc rowSpan="2" gridSpan="2">
                  <a:txBody>
                    <a:bodyPr/>
                    <a:lstStyle/>
                    <a:p>
                      <a:pPr algn="ctr" rtl="0" fontAlgn="ctr"/>
                      <a:r>
                        <a:rPr lang="en-US" sz="1400" b="1" i="0" u="none" strike="noStrike">
                          <a:solidFill>
                            <a:srgbClr val="000000"/>
                          </a:solidFill>
                          <a:effectLst/>
                          <a:latin typeface="Calibri" panose="020F0502020204030204" pitchFamily="34" charset="0"/>
                        </a:rPr>
                        <a:t>Equity IRR (%)</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en-US"/>
                    </a:p>
                  </a:txBody>
                  <a:tcPr/>
                </a:tc>
                <a:tc gridSpan="2">
                  <a:txBody>
                    <a:bodyPr/>
                    <a:lstStyle/>
                    <a:p>
                      <a:pPr algn="ctr" rtl="0" fontAlgn="ctr"/>
                      <a:r>
                        <a:rPr lang="en-US" sz="1400" b="1" i="1" u="none" strike="noStrike">
                          <a:solidFill>
                            <a:srgbClr val="000000"/>
                          </a:solidFill>
                          <a:effectLst/>
                          <a:latin typeface="Calibri" panose="020F0502020204030204" pitchFamily="34" charset="0"/>
                        </a:rPr>
                        <a:t>Option 1: Entire Capacity is in CG</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hMerge="1">
                  <a:txBody>
                    <a:bodyPr/>
                    <a:lstStyle/>
                    <a:p>
                      <a:endParaRPr lang="en-US"/>
                    </a:p>
                  </a:txBody>
                  <a:tcPr/>
                </a:tc>
                <a:tc gridSpan="2">
                  <a:txBody>
                    <a:bodyPr/>
                    <a:lstStyle/>
                    <a:p>
                      <a:pPr algn="ctr" rtl="0" fontAlgn="ctr"/>
                      <a:r>
                        <a:rPr lang="en-US" sz="1400" b="1" i="1" u="none" strike="noStrike">
                          <a:solidFill>
                            <a:srgbClr val="000000"/>
                          </a:solidFill>
                          <a:effectLst/>
                          <a:latin typeface="Calibri" panose="020F0502020204030204" pitchFamily="34" charset="0"/>
                        </a:rPr>
                        <a:t>Option 2: Entire Capacity is in MP</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hMerge="1">
                  <a:txBody>
                    <a:bodyPr/>
                    <a:lstStyle/>
                    <a:p>
                      <a:endParaRPr lang="en-US"/>
                    </a:p>
                  </a:txBody>
                  <a:tcPr/>
                </a:tc>
                <a:tc rowSpan="2">
                  <a:txBody>
                    <a:bodyPr/>
                    <a:lstStyle/>
                    <a:p>
                      <a:pPr algn="ctr" rtl="0" fontAlgn="ctr"/>
                      <a:r>
                        <a:rPr lang="en-US" sz="1400" b="1" i="1" u="none" strike="noStrike">
                          <a:solidFill>
                            <a:srgbClr val="000000"/>
                          </a:solidFill>
                          <a:effectLst/>
                          <a:latin typeface="Calibri" panose="020F0502020204030204" pitchFamily="34" charset="0"/>
                        </a:rPr>
                        <a:t>Option 3: CG-Own, MP-Own</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extLst>
                  <a:ext uri="{0D108BD9-81ED-4DB2-BD59-A6C34878D82A}">
                    <a16:rowId xmlns:a16="http://schemas.microsoft.com/office/drawing/2014/main" val="339243374"/>
                  </a:ext>
                </a:extLst>
              </a:tr>
              <a:tr h="491498">
                <a:tc gridSpan="2" vMerge="1">
                  <a:txBody>
                    <a:bodyPr/>
                    <a:lstStyle/>
                    <a:p>
                      <a:endParaRPr lang="en-US"/>
                    </a:p>
                  </a:txBody>
                  <a:tcPr/>
                </a:tc>
                <a:tc hMerge="1" vMerge="1">
                  <a:txBody>
                    <a:bodyPr/>
                    <a:lstStyle/>
                    <a:p>
                      <a:endParaRPr lang="en-US"/>
                    </a:p>
                  </a:txBody>
                  <a:tcPr/>
                </a:tc>
                <a:tc>
                  <a:txBody>
                    <a:bodyPr/>
                    <a:lstStyle/>
                    <a:p>
                      <a:pPr algn="ctr" rtl="0" fontAlgn="ctr"/>
                      <a:r>
                        <a:rPr lang="en-US" sz="1400" b="0" i="1" u="none" strike="noStrike">
                          <a:solidFill>
                            <a:srgbClr val="000000"/>
                          </a:solidFill>
                          <a:effectLst/>
                          <a:latin typeface="Calibri" panose="020F0502020204030204" pitchFamily="34" charset="0"/>
                        </a:rPr>
                        <a:t>ISTS Applicable</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Waived</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Applicable</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Waived</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vMerge="1">
                  <a:txBody>
                    <a:bodyPr/>
                    <a:lstStyle/>
                    <a:p>
                      <a:endParaRPr lang="en-US"/>
                    </a:p>
                  </a:txBody>
                  <a:tcPr/>
                </a:tc>
                <a:extLst>
                  <a:ext uri="{0D108BD9-81ED-4DB2-BD59-A6C34878D82A}">
                    <a16:rowId xmlns:a16="http://schemas.microsoft.com/office/drawing/2014/main" val="2149793765"/>
                  </a:ext>
                </a:extLst>
              </a:tr>
              <a:tr h="491498">
                <a:tc rowSpan="2">
                  <a:txBody>
                    <a:bodyPr/>
                    <a:lstStyle/>
                    <a:p>
                      <a:pPr algn="ctr" rtl="0" fontAlgn="ctr"/>
                      <a:r>
                        <a:rPr lang="en-US" sz="1400" b="1" i="1" u="none" strike="noStrike">
                          <a:solidFill>
                            <a:srgbClr val="000000"/>
                          </a:solidFill>
                          <a:effectLst/>
                          <a:latin typeface="Calibri" panose="020F0502020204030204" pitchFamily="34" charset="0"/>
                        </a:rPr>
                        <a:t>At D:E 80:20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dirty="0">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32%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8E7D2"/>
                    </a:solidFill>
                  </a:tcPr>
                </a:tc>
                <a:tc>
                  <a:txBody>
                    <a:bodyPr/>
                    <a:lstStyle/>
                    <a:p>
                      <a:pPr algn="ctr" rtl="0" fontAlgn="ctr"/>
                      <a:r>
                        <a:rPr lang="en-US" sz="1400" b="0" i="0" u="none" strike="noStrike">
                          <a:solidFill>
                            <a:srgbClr val="000000"/>
                          </a:solidFill>
                          <a:effectLst/>
                          <a:latin typeface="Calibri" panose="020F0502020204030204" pitchFamily="34" charset="0"/>
                        </a:rPr>
                        <a:t>44%</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BD5AC"/>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696B"/>
                    </a:solidFill>
                  </a:tcPr>
                </a:tc>
                <a:tc>
                  <a:txBody>
                    <a:bodyPr/>
                    <a:lstStyle/>
                    <a:p>
                      <a:pPr algn="ctr" rtl="0" fontAlgn="ctr"/>
                      <a:r>
                        <a:rPr lang="en-US" sz="1400" b="0" i="0" u="none" strike="noStrike">
                          <a:solidFill>
                            <a:srgbClr val="000000"/>
                          </a:solidFill>
                          <a:effectLst/>
                          <a:latin typeface="Calibri" panose="020F0502020204030204" pitchFamily="34" charset="0"/>
                        </a:rPr>
                        <a:t>24%</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F3EC"/>
                    </a:solidFill>
                  </a:tcPr>
                </a:tc>
                <a:tc>
                  <a:txBody>
                    <a:bodyPr/>
                    <a:lstStyle/>
                    <a:p>
                      <a:pPr algn="ctr" rtl="0" fontAlgn="ctr"/>
                      <a:r>
                        <a:rPr lang="en-US" sz="1400" b="0" i="0" u="none" strike="noStrike">
                          <a:solidFill>
                            <a:srgbClr val="000000"/>
                          </a:solidFill>
                          <a:effectLst/>
                          <a:latin typeface="Calibri" panose="020F0502020204030204" pitchFamily="34" charset="0"/>
                        </a:rPr>
                        <a:t>50%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85CC98"/>
                    </a:solidFill>
                  </a:tcPr>
                </a:tc>
                <a:extLst>
                  <a:ext uri="{0D108BD9-81ED-4DB2-BD59-A6C34878D82A}">
                    <a16:rowId xmlns:a16="http://schemas.microsoft.com/office/drawing/2014/main" val="1960148181"/>
                  </a:ext>
                </a:extLst>
              </a:tr>
              <a:tr h="653587">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39%</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EDDBC"/>
                    </a:solidFill>
                  </a:tcPr>
                </a:tc>
                <a:tc>
                  <a:txBody>
                    <a:bodyPr/>
                    <a:lstStyle/>
                    <a:p>
                      <a:pPr algn="ctr" rtl="0" fontAlgn="ctr"/>
                      <a:r>
                        <a:rPr lang="en-US" sz="1400" b="0" i="0" u="none" strike="noStrike">
                          <a:solidFill>
                            <a:srgbClr val="000000"/>
                          </a:solidFill>
                          <a:effectLst/>
                          <a:latin typeface="Calibri" panose="020F0502020204030204" pitchFamily="34" charset="0"/>
                        </a:rPr>
                        <a:t>53%</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7AC88F"/>
                    </a:solidFill>
                  </a:tcPr>
                </a:tc>
                <a:tc>
                  <a:txBody>
                    <a:bodyPr/>
                    <a:lstStyle/>
                    <a:p>
                      <a:pPr algn="ctr" rtl="0" fontAlgn="ctr"/>
                      <a:r>
                        <a:rPr lang="en-US" sz="1400" b="0" i="0" u="none" strike="noStrike">
                          <a:solidFill>
                            <a:srgbClr val="000000"/>
                          </a:solidFill>
                          <a:effectLst/>
                          <a:latin typeface="Calibri" panose="020F0502020204030204" pitchFamily="34" charset="0"/>
                        </a:rPr>
                        <a:t>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30%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EAD9"/>
                    </a:solidFill>
                  </a:tcPr>
                </a:tc>
                <a:tc>
                  <a:txBody>
                    <a:bodyPr/>
                    <a:lstStyle/>
                    <a:p>
                      <a:pPr algn="ctr" rtl="0" fontAlgn="ctr"/>
                      <a:r>
                        <a:rPr lang="en-US" sz="1400" b="0" i="0" u="none" strike="noStrike">
                          <a:solidFill>
                            <a:srgbClr val="000000"/>
                          </a:solidFill>
                          <a:effectLst/>
                          <a:latin typeface="Calibri" panose="020F0502020204030204" pitchFamily="34" charset="0"/>
                        </a:rPr>
                        <a:t>59%</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682162577"/>
                  </a:ext>
                </a:extLst>
              </a:tr>
              <a:tr h="491498">
                <a:tc rowSpan="2">
                  <a:txBody>
                    <a:bodyPr/>
                    <a:lstStyle/>
                    <a:p>
                      <a:pPr algn="ctr" rtl="0" fontAlgn="ctr"/>
                      <a:r>
                        <a:rPr lang="en-US" sz="1400" b="1" i="1" u="none" strike="noStrike">
                          <a:solidFill>
                            <a:srgbClr val="000000"/>
                          </a:solidFill>
                          <a:effectLst/>
                          <a:latin typeface="Calibri" panose="020F0502020204030204" pitchFamily="34" charset="0"/>
                        </a:rPr>
                        <a:t>At D:E 50:50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CFCFF"/>
                    </a:solidFill>
                  </a:tcPr>
                </a:tc>
                <a:tc>
                  <a:txBody>
                    <a:bodyPr/>
                    <a:lstStyle/>
                    <a:p>
                      <a:pPr algn="ctr" rtl="0" fontAlgn="ctr"/>
                      <a:r>
                        <a:rPr lang="en-US" sz="1400" b="0" i="0" u="none" strike="noStrike">
                          <a:solidFill>
                            <a:srgbClr val="000000"/>
                          </a:solidFill>
                          <a:effectLst/>
                          <a:latin typeface="Calibri" panose="020F0502020204030204" pitchFamily="34" charset="0"/>
                        </a:rPr>
                        <a:t>24%</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F3EC"/>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696B"/>
                    </a:solidFill>
                  </a:tcPr>
                </a:tc>
                <a:tc>
                  <a:txBody>
                    <a:bodyPr/>
                    <a:lstStyle/>
                    <a:p>
                      <a:pPr algn="ctr" rtl="0" fontAlgn="ctr"/>
                      <a:r>
                        <a:rPr lang="en-US" sz="1400" b="0" i="0" u="none" strike="noStrike">
                          <a:solidFill>
                            <a:srgbClr val="000000"/>
                          </a:solidFill>
                          <a:effectLst/>
                          <a:latin typeface="Calibri" panose="020F0502020204030204" pitchFamily="34" charset="0"/>
                        </a:rPr>
                        <a:t>15%</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E7"/>
                    </a:solidFill>
                  </a:tcPr>
                </a:tc>
                <a:tc>
                  <a:txBody>
                    <a:bodyPr/>
                    <a:lstStyle/>
                    <a:p>
                      <a:pPr algn="ctr" rtl="0" fontAlgn="ctr"/>
                      <a:r>
                        <a:rPr lang="en-US" sz="1400" b="0" i="0" u="none" strike="noStrike">
                          <a:solidFill>
                            <a:srgbClr val="000000"/>
                          </a:solidFill>
                          <a:effectLst/>
                          <a:latin typeface="Calibri" panose="020F0502020204030204" pitchFamily="34" charset="0"/>
                        </a:rPr>
                        <a:t>27%</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BEFE3"/>
                    </a:solidFill>
                  </a:tcPr>
                </a:tc>
                <a:extLst>
                  <a:ext uri="{0D108BD9-81ED-4DB2-BD59-A6C34878D82A}">
                    <a16:rowId xmlns:a16="http://schemas.microsoft.com/office/drawing/2014/main" val="3653162747"/>
                  </a:ext>
                </a:extLst>
              </a:tr>
              <a:tr h="653587">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22%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EF6F3"/>
                    </a:solidFill>
                  </a:tcPr>
                </a:tc>
                <a:tc>
                  <a:txBody>
                    <a:bodyPr/>
                    <a:lstStyle/>
                    <a:p>
                      <a:pPr algn="ctr" rtl="0" fontAlgn="ctr"/>
                      <a:r>
                        <a:rPr lang="en-US" sz="1400" b="0" i="0" u="none" strike="noStrike">
                          <a:solidFill>
                            <a:srgbClr val="000000"/>
                          </a:solidFill>
                          <a:effectLst/>
                          <a:latin typeface="Calibri" panose="020F0502020204030204" pitchFamily="34" charset="0"/>
                        </a:rPr>
                        <a:t>28%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7EDDF"/>
                    </a:solidFill>
                  </a:tcPr>
                </a:tc>
                <a:tc>
                  <a:txBody>
                    <a:bodyPr/>
                    <a:lstStyle/>
                    <a:p>
                      <a:pPr algn="ctr" rtl="0" fontAlgn="ctr"/>
                      <a:r>
                        <a:rPr lang="en-US" sz="1400" b="0" i="0" u="none" strike="noStrike">
                          <a:solidFill>
                            <a:srgbClr val="000000"/>
                          </a:solidFill>
                          <a:effectLst/>
                          <a:latin typeface="Calibri" panose="020F0502020204030204" pitchFamily="34" charset="0"/>
                        </a:rPr>
                        <a:t>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17%</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F4F7"/>
                    </a:solidFill>
                  </a:tcPr>
                </a:tc>
                <a:tc>
                  <a:txBody>
                    <a:bodyPr/>
                    <a:lstStyle/>
                    <a:p>
                      <a:pPr algn="ctr" rtl="0" fontAlgn="ctr"/>
                      <a:r>
                        <a:rPr lang="en-US" sz="1400" b="0" i="0" u="none" strike="noStrike">
                          <a:solidFill>
                            <a:srgbClr val="000000"/>
                          </a:solidFill>
                          <a:effectLst/>
                          <a:latin typeface="Calibri" panose="020F0502020204030204" pitchFamily="34" charset="0"/>
                        </a:rPr>
                        <a:t>31%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E9D6"/>
                    </a:solidFill>
                  </a:tcPr>
                </a:tc>
                <a:extLst>
                  <a:ext uri="{0D108BD9-81ED-4DB2-BD59-A6C34878D82A}">
                    <a16:rowId xmlns:a16="http://schemas.microsoft.com/office/drawing/2014/main" val="1924408690"/>
                  </a:ext>
                </a:extLst>
              </a:tr>
              <a:tr h="491498">
                <a:tc rowSpan="2">
                  <a:txBody>
                    <a:bodyPr/>
                    <a:lstStyle/>
                    <a:p>
                      <a:pPr algn="ctr" rtl="0" fontAlgn="ctr"/>
                      <a:r>
                        <a:rPr lang="en-US" sz="1400" b="1" i="0" u="none" strike="noStrike">
                          <a:solidFill>
                            <a:srgbClr val="000000"/>
                          </a:solidFill>
                          <a:effectLst/>
                          <a:latin typeface="Calibri" panose="020F0502020204030204" pitchFamily="34" charset="0"/>
                        </a:rPr>
                        <a:t>At D:E 0:100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13%</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D5D8"/>
                    </a:solidFill>
                  </a:tcPr>
                </a:tc>
                <a:tc>
                  <a:txBody>
                    <a:bodyPr/>
                    <a:lstStyle/>
                    <a:p>
                      <a:pPr algn="ctr" rtl="0" fontAlgn="ctr"/>
                      <a:r>
                        <a:rPr lang="en-US" sz="1400" b="0" i="0" u="none" strike="noStrike">
                          <a:solidFill>
                            <a:srgbClr val="000000"/>
                          </a:solidFill>
                          <a:effectLst/>
                          <a:latin typeface="Calibri" panose="020F0502020204030204" pitchFamily="34" charset="0"/>
                        </a:rPr>
                        <a:t>16%</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CEF"/>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696B"/>
                    </a:solidFill>
                  </a:tcPr>
                </a:tc>
                <a:tc>
                  <a:txBody>
                    <a:bodyPr/>
                    <a:lstStyle/>
                    <a:p>
                      <a:pPr algn="ctr" rtl="0" fontAlgn="ctr"/>
                      <a:r>
                        <a:rPr lang="en-US" sz="1400" b="0" i="0" u="none" strike="noStrike">
                          <a:solidFill>
                            <a:srgbClr val="000000"/>
                          </a:solidFill>
                          <a:effectLst/>
                          <a:latin typeface="Calibri" panose="020F0502020204030204" pitchFamily="34" charset="0"/>
                        </a:rPr>
                        <a:t>10%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EC0"/>
                    </a:solidFill>
                  </a:tcPr>
                </a:tc>
                <a:tc>
                  <a:txBody>
                    <a:bodyPr/>
                    <a:lstStyle/>
                    <a:p>
                      <a:pPr algn="ctr" rtl="0" fontAlgn="ctr"/>
                      <a:r>
                        <a:rPr lang="en-US" sz="1400" b="0" i="0" u="none" strike="noStrike">
                          <a:solidFill>
                            <a:srgbClr val="000000"/>
                          </a:solidFill>
                          <a:effectLst/>
                          <a:latin typeface="Calibri" panose="020F0502020204030204" pitchFamily="34" charset="0"/>
                        </a:rPr>
                        <a:t>18%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CFCFF"/>
                    </a:solidFill>
                  </a:tcPr>
                </a:tc>
                <a:extLst>
                  <a:ext uri="{0D108BD9-81ED-4DB2-BD59-A6C34878D82A}">
                    <a16:rowId xmlns:a16="http://schemas.microsoft.com/office/drawing/2014/main" val="1095768423"/>
                  </a:ext>
                </a:extLst>
              </a:tr>
              <a:tr h="653587">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15%</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E7"/>
                    </a:solidFill>
                  </a:tcPr>
                </a:tc>
                <a:tc>
                  <a:txBody>
                    <a:bodyPr/>
                    <a:lstStyle/>
                    <a:p>
                      <a:pPr algn="ctr" rtl="0" fontAlgn="ctr"/>
                      <a:r>
                        <a:rPr lang="en-US" sz="1400" b="0" i="0" u="none" strike="noStrike">
                          <a:solidFill>
                            <a:srgbClr val="000000"/>
                          </a:solidFill>
                          <a:effectLst/>
                          <a:latin typeface="Calibri" panose="020F0502020204030204" pitchFamily="34" charset="0"/>
                        </a:rPr>
                        <a:t>18%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CFCFF"/>
                    </a:solidFill>
                  </a:tcPr>
                </a:tc>
                <a:tc>
                  <a:txBody>
                    <a:bodyPr/>
                    <a:lstStyle/>
                    <a:p>
                      <a:pPr algn="ctr" rtl="0" fontAlgn="ctr"/>
                      <a:r>
                        <a:rPr lang="en-US" sz="1400" b="0" i="0" u="none" strike="noStrike">
                          <a:solidFill>
                            <a:srgbClr val="000000"/>
                          </a:solidFill>
                          <a:effectLst/>
                          <a:latin typeface="Calibri" panose="020F0502020204030204" pitchFamily="34" charset="0"/>
                        </a:rPr>
                        <a:t>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12%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CDD0"/>
                    </a:solidFill>
                  </a:tcPr>
                </a:tc>
                <a:tc>
                  <a:txBody>
                    <a:bodyPr/>
                    <a:lstStyle/>
                    <a:p>
                      <a:pPr algn="ctr" rtl="0" fontAlgn="ctr"/>
                      <a:r>
                        <a:rPr lang="en-US" sz="1400" b="0" i="0" u="none" strike="noStrike" dirty="0">
                          <a:solidFill>
                            <a:srgbClr val="000000"/>
                          </a:solidFill>
                          <a:effectLst/>
                          <a:latin typeface="Calibri" panose="020F0502020204030204" pitchFamily="34" charset="0"/>
                        </a:rPr>
                        <a:t>20%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5F9F9"/>
                    </a:solidFill>
                  </a:tcPr>
                </a:tc>
                <a:extLst>
                  <a:ext uri="{0D108BD9-81ED-4DB2-BD59-A6C34878D82A}">
                    <a16:rowId xmlns:a16="http://schemas.microsoft.com/office/drawing/2014/main" val="1892872754"/>
                  </a:ext>
                </a:extLst>
              </a:tr>
            </a:tbl>
          </a:graphicData>
        </a:graphic>
      </p:graphicFrame>
    </p:spTree>
    <p:extLst>
      <p:ext uri="{BB962C8B-B14F-4D97-AF65-F5344CB8AC3E}">
        <p14:creationId xmlns:p14="http://schemas.microsoft.com/office/powerpoint/2010/main" val="2763239138"/>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3150048"/>
            <a:ext cx="11298464" cy="66172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MODEL 1b: CAPTIVE SOLAR PLANT ON OTHER’S LAND</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9125335"/>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1: Comparison of Cost of Energy- Others’ Land (Rs./KWh)</a:t>
            </a:r>
            <a:endParaRPr lang="en-GB" sz="2800" b="1" dirty="0"/>
          </a:p>
        </p:txBody>
      </p:sp>
      <p:sp>
        <p:nvSpPr>
          <p:cNvPr id="4" name="Rectangle 3"/>
          <p:cNvSpPr/>
          <p:nvPr/>
        </p:nvSpPr>
        <p:spPr>
          <a:xfrm>
            <a:off x="413785" y="572724"/>
            <a:ext cx="6645730" cy="400110"/>
          </a:xfrm>
          <a:prstGeom prst="rect">
            <a:avLst/>
          </a:prstGeom>
        </p:spPr>
        <p:txBody>
          <a:bodyPr wrap="none">
            <a:spAutoFit/>
          </a:bodyPr>
          <a:lstStyle/>
          <a:p>
            <a:r>
              <a:rPr lang="pt-BR" sz="2000" b="1" dirty="0">
                <a:solidFill>
                  <a:schemeClr val="accent3"/>
                </a:solidFill>
                <a:latin typeface="Calibri"/>
              </a:rPr>
              <a:t>For Option 1: Full Generation in CG and Consumption in both</a:t>
            </a:r>
            <a:endParaRPr lang="en-IN" sz="2000" b="1" dirty="0">
              <a:solidFill>
                <a:schemeClr val="accent3"/>
              </a:solidFill>
              <a:latin typeface="Calibri"/>
            </a:endParaRP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1"/>
            <a:ext cx="5261113" cy="2385167"/>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1"/>
            <a:ext cx="5217477" cy="2385167"/>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601484"/>
            <a:ext cx="5261113" cy="2329716"/>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601484"/>
            <a:ext cx="5217477" cy="2329716"/>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68248" y="2136954"/>
            <a:ext cx="2385169" cy="421101"/>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6.75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54427" y="4569696"/>
            <a:ext cx="2357525" cy="421102"/>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6.12 Cr/ MW Capex</a:t>
            </a:r>
          </a:p>
        </p:txBody>
      </p:sp>
      <p:graphicFrame>
        <p:nvGraphicFramePr>
          <p:cNvPr id="16" name="Chart 15">
            <a:extLst>
              <a:ext uri="{FF2B5EF4-FFF2-40B4-BE49-F238E27FC236}">
                <a16:creationId xmlns:a16="http://schemas.microsoft.com/office/drawing/2014/main" id="{621E3655-D0BA-4FE1-B46B-D67634DA3AD9}"/>
              </a:ext>
            </a:extLst>
          </p:cNvPr>
          <p:cNvGraphicFramePr/>
          <p:nvPr>
            <p:extLst>
              <p:ext uri="{D42A27DB-BD31-4B8C-83A1-F6EECF244321}">
                <p14:modId xmlns:p14="http://schemas.microsoft.com/office/powerpoint/2010/main" val="2458761528"/>
              </p:ext>
            </p:extLst>
          </p:nvPr>
        </p:nvGraphicFramePr>
        <p:xfrm>
          <a:off x="983673" y="1349651"/>
          <a:ext cx="4904509" cy="2079349"/>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19" name="Chart 18">
            <a:extLst>
              <a:ext uri="{FF2B5EF4-FFF2-40B4-BE49-F238E27FC236}">
                <a16:creationId xmlns:a16="http://schemas.microsoft.com/office/drawing/2014/main" id="{97DE2E3A-AD35-419A-88BE-78725570B34C}"/>
              </a:ext>
            </a:extLst>
          </p:cNvPr>
          <p:cNvGraphicFramePr/>
          <p:nvPr>
            <p:extLst>
              <p:ext uri="{D42A27DB-BD31-4B8C-83A1-F6EECF244321}">
                <p14:modId xmlns:p14="http://schemas.microsoft.com/office/powerpoint/2010/main" val="931364969"/>
              </p:ext>
            </p:extLst>
          </p:nvPr>
        </p:nvGraphicFramePr>
        <p:xfrm>
          <a:off x="6549485" y="1349651"/>
          <a:ext cx="4904509" cy="207934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a:extLst>
              <a:ext uri="{FF2B5EF4-FFF2-40B4-BE49-F238E27FC236}">
                <a16:creationId xmlns:a16="http://schemas.microsoft.com/office/drawing/2014/main" id="{942F2037-FEFC-4C83-9A11-D8785DEE3DAA}"/>
              </a:ext>
            </a:extLst>
          </p:cNvPr>
          <p:cNvGraphicFramePr/>
          <p:nvPr>
            <p:extLst>
              <p:ext uri="{D42A27DB-BD31-4B8C-83A1-F6EECF244321}">
                <p14:modId xmlns:p14="http://schemas.microsoft.com/office/powerpoint/2010/main" val="1832214472"/>
              </p:ext>
            </p:extLst>
          </p:nvPr>
        </p:nvGraphicFramePr>
        <p:xfrm>
          <a:off x="1013189" y="3747941"/>
          <a:ext cx="4904509" cy="21832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1" name="Chart 20">
            <a:extLst>
              <a:ext uri="{FF2B5EF4-FFF2-40B4-BE49-F238E27FC236}">
                <a16:creationId xmlns:a16="http://schemas.microsoft.com/office/drawing/2014/main" id="{B925D6E8-6D76-4BFC-A6A5-195D898DB03E}"/>
              </a:ext>
            </a:extLst>
          </p:cNvPr>
          <p:cNvGraphicFramePr/>
          <p:nvPr>
            <p:extLst>
              <p:ext uri="{D42A27DB-BD31-4B8C-83A1-F6EECF244321}">
                <p14:modId xmlns:p14="http://schemas.microsoft.com/office/powerpoint/2010/main" val="4009159086"/>
              </p:ext>
            </p:extLst>
          </p:nvPr>
        </p:nvGraphicFramePr>
        <p:xfrm>
          <a:off x="6452604" y="3720131"/>
          <a:ext cx="4904509" cy="2238877"/>
        </p:xfrm>
        <a:graphic>
          <a:graphicData uri="http://schemas.openxmlformats.org/drawingml/2006/chart">
            <c:chart xmlns:c="http://schemas.openxmlformats.org/drawingml/2006/chart" xmlns:r="http://schemas.openxmlformats.org/officeDocument/2006/relationships" r:id="rId5"/>
          </a:graphicData>
        </a:graphic>
      </p:graphicFrame>
      <p:sp>
        <p:nvSpPr>
          <p:cNvPr id="22" name="Rectangle: Rounded Corners 21">
            <a:extLst>
              <a:ext uri="{FF2B5EF4-FFF2-40B4-BE49-F238E27FC236}">
                <a16:creationId xmlns:a16="http://schemas.microsoft.com/office/drawing/2014/main" id="{A395C468-5DD6-4701-8D50-D3C6EB27D9C3}"/>
              </a:ext>
            </a:extLst>
          </p:cNvPr>
          <p:cNvSpPr/>
          <p:nvPr/>
        </p:nvSpPr>
        <p:spPr bwMode="gray">
          <a:xfrm>
            <a:off x="501650" y="6140684"/>
            <a:ext cx="11087012"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Projected ECR for CG is always expected to be higher than CG- solar landed cost, while in MP if ISTS charge is not waived the cost is far higher than projected ECR and if it is waived then also most of the time ECR is lower than solar landed cost’</a:t>
            </a:r>
          </a:p>
        </p:txBody>
      </p:sp>
      <p:sp>
        <p:nvSpPr>
          <p:cNvPr id="23" name="TextBox 22">
            <a:extLst>
              <a:ext uri="{FF2B5EF4-FFF2-40B4-BE49-F238E27FC236}">
                <a16:creationId xmlns:a16="http://schemas.microsoft.com/office/drawing/2014/main" id="{4D84ECCC-A87D-4556-B4DD-2F19660171F0}"/>
              </a:ext>
            </a:extLst>
          </p:cNvPr>
          <p:cNvSpPr txBox="1"/>
          <p:nvPr/>
        </p:nvSpPr>
        <p:spPr>
          <a:xfrm>
            <a:off x="834887" y="5959196"/>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Tree>
    <p:extLst>
      <p:ext uri="{BB962C8B-B14F-4D97-AF65-F5344CB8AC3E}">
        <p14:creationId xmlns:p14="http://schemas.microsoft.com/office/powerpoint/2010/main" val="2306731711"/>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2: Comparison of Cost of Energy- Others’ Land (Rs./KWh)</a:t>
            </a:r>
            <a:endParaRPr lang="en-GB" sz="2800" b="1" dirty="0"/>
          </a:p>
        </p:txBody>
      </p:sp>
      <p:sp>
        <p:nvSpPr>
          <p:cNvPr id="4" name="Rectangle 3"/>
          <p:cNvSpPr/>
          <p:nvPr/>
        </p:nvSpPr>
        <p:spPr>
          <a:xfrm>
            <a:off x="413785" y="572724"/>
            <a:ext cx="6388224" cy="400110"/>
          </a:xfrm>
          <a:prstGeom prst="rect">
            <a:avLst/>
          </a:prstGeom>
        </p:spPr>
        <p:txBody>
          <a:bodyPr wrap="none">
            <a:spAutoFit/>
          </a:bodyPr>
          <a:lstStyle/>
          <a:p>
            <a:r>
              <a:rPr lang="en-US" sz="2000" b="1" dirty="0">
                <a:solidFill>
                  <a:schemeClr val="accent3"/>
                </a:solidFill>
                <a:latin typeface="Calibri"/>
              </a:rPr>
              <a:t>For Option 2: Full Capacity in MP and consumption in both</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2"/>
            <a:ext cx="5261113" cy="235752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2"/>
            <a:ext cx="5217477" cy="235752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580215"/>
            <a:ext cx="5261113" cy="2357525"/>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580215"/>
            <a:ext cx="5217477" cy="2357525"/>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47370" y="2116076"/>
            <a:ext cx="2357530" cy="435219"/>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6.83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54426" y="4548427"/>
            <a:ext cx="2357525" cy="421104"/>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6.20 Cr/ MW Capex</a:t>
            </a:r>
          </a:p>
        </p:txBody>
      </p:sp>
      <p:graphicFrame>
        <p:nvGraphicFramePr>
          <p:cNvPr id="16" name="Chart 15">
            <a:extLst>
              <a:ext uri="{FF2B5EF4-FFF2-40B4-BE49-F238E27FC236}">
                <a16:creationId xmlns:a16="http://schemas.microsoft.com/office/drawing/2014/main" id="{621E3655-D0BA-4FE1-B46B-D67634DA3AD9}"/>
              </a:ext>
            </a:extLst>
          </p:cNvPr>
          <p:cNvGraphicFramePr/>
          <p:nvPr>
            <p:extLst>
              <p:ext uri="{D42A27DB-BD31-4B8C-83A1-F6EECF244321}">
                <p14:modId xmlns:p14="http://schemas.microsoft.com/office/powerpoint/2010/main" val="3840704946"/>
              </p:ext>
            </p:extLst>
          </p:nvPr>
        </p:nvGraphicFramePr>
        <p:xfrm>
          <a:off x="983673" y="1349651"/>
          <a:ext cx="4904509" cy="2183258"/>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19" name="Chart 18">
            <a:extLst>
              <a:ext uri="{FF2B5EF4-FFF2-40B4-BE49-F238E27FC236}">
                <a16:creationId xmlns:a16="http://schemas.microsoft.com/office/drawing/2014/main" id="{97DE2E3A-AD35-419A-88BE-78725570B34C}"/>
              </a:ext>
            </a:extLst>
          </p:cNvPr>
          <p:cNvGraphicFramePr/>
          <p:nvPr>
            <p:extLst>
              <p:ext uri="{D42A27DB-BD31-4B8C-83A1-F6EECF244321}">
                <p14:modId xmlns:p14="http://schemas.microsoft.com/office/powerpoint/2010/main" val="4017240706"/>
              </p:ext>
            </p:extLst>
          </p:nvPr>
        </p:nvGraphicFramePr>
        <p:xfrm>
          <a:off x="6549485" y="1349651"/>
          <a:ext cx="4904509" cy="223887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Chart 20">
            <a:extLst>
              <a:ext uri="{FF2B5EF4-FFF2-40B4-BE49-F238E27FC236}">
                <a16:creationId xmlns:a16="http://schemas.microsoft.com/office/drawing/2014/main" id="{B925D6E8-6D76-4BFC-A6A5-195D898DB03E}"/>
              </a:ext>
            </a:extLst>
          </p:cNvPr>
          <p:cNvGraphicFramePr/>
          <p:nvPr>
            <p:extLst>
              <p:ext uri="{D42A27DB-BD31-4B8C-83A1-F6EECF244321}">
                <p14:modId xmlns:p14="http://schemas.microsoft.com/office/powerpoint/2010/main" val="3453819076"/>
              </p:ext>
            </p:extLst>
          </p:nvPr>
        </p:nvGraphicFramePr>
        <p:xfrm>
          <a:off x="6452604" y="3698863"/>
          <a:ext cx="4904509" cy="223887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2" name="Chart 21">
            <a:extLst>
              <a:ext uri="{FF2B5EF4-FFF2-40B4-BE49-F238E27FC236}">
                <a16:creationId xmlns:a16="http://schemas.microsoft.com/office/drawing/2014/main" id="{9C40FC93-0522-46B2-9306-11F162498BC7}"/>
              </a:ext>
            </a:extLst>
          </p:cNvPr>
          <p:cNvGraphicFramePr/>
          <p:nvPr>
            <p:extLst>
              <p:ext uri="{D42A27DB-BD31-4B8C-83A1-F6EECF244321}">
                <p14:modId xmlns:p14="http://schemas.microsoft.com/office/powerpoint/2010/main" val="2756708839"/>
              </p:ext>
            </p:extLst>
          </p:nvPr>
        </p:nvGraphicFramePr>
        <p:xfrm>
          <a:off x="983673" y="3580213"/>
          <a:ext cx="4904509" cy="2357527"/>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19">
            <a:extLst>
              <a:ext uri="{FF2B5EF4-FFF2-40B4-BE49-F238E27FC236}">
                <a16:creationId xmlns:a16="http://schemas.microsoft.com/office/drawing/2014/main" id="{A299D0B7-8668-4390-9E5F-F32DDAC3AFC5}"/>
              </a:ext>
            </a:extLst>
          </p:cNvPr>
          <p:cNvSpPr txBox="1"/>
          <p:nvPr/>
        </p:nvSpPr>
        <p:spPr>
          <a:xfrm>
            <a:off x="834887" y="5959196"/>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23" name="Rectangle: Rounded Corners 22">
            <a:extLst>
              <a:ext uri="{FF2B5EF4-FFF2-40B4-BE49-F238E27FC236}">
                <a16:creationId xmlns:a16="http://schemas.microsoft.com/office/drawing/2014/main" id="{4EA0EBDA-1FFF-47A9-8C64-426D050306B9}"/>
              </a:ext>
            </a:extLst>
          </p:cNvPr>
          <p:cNvSpPr/>
          <p:nvPr/>
        </p:nvSpPr>
        <p:spPr bwMode="gray">
          <a:xfrm>
            <a:off x="501650" y="6140684"/>
            <a:ext cx="11087012"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ISTS charge waiver plays a critical role in the cost comparison. If it is waived, solar landed cost is always lower than projected ECR, but if it is not waived, the costs come closer</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MP, overall solar generation landed cost is marginally less (though going above sometimes) than the projected ECR</a:t>
            </a:r>
          </a:p>
        </p:txBody>
      </p:sp>
    </p:spTree>
    <p:extLst>
      <p:ext uri="{BB962C8B-B14F-4D97-AF65-F5344CB8AC3E}">
        <p14:creationId xmlns:p14="http://schemas.microsoft.com/office/powerpoint/2010/main" val="1236540963"/>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3: Comparison of Cost of Energy- Others’ Land (Rs./KWh)</a:t>
            </a:r>
            <a:endParaRPr lang="en-GB" sz="2800" b="1" dirty="0"/>
          </a:p>
        </p:txBody>
      </p:sp>
      <p:sp>
        <p:nvSpPr>
          <p:cNvPr id="4" name="Rectangle 3"/>
          <p:cNvSpPr/>
          <p:nvPr/>
        </p:nvSpPr>
        <p:spPr>
          <a:xfrm>
            <a:off x="413785" y="572724"/>
            <a:ext cx="8947834" cy="400110"/>
          </a:xfrm>
          <a:prstGeom prst="rect">
            <a:avLst/>
          </a:prstGeom>
        </p:spPr>
        <p:txBody>
          <a:bodyPr wrap="none">
            <a:spAutoFit/>
          </a:bodyPr>
          <a:lstStyle/>
          <a:p>
            <a:r>
              <a:rPr lang="en-US" sz="2000" b="1" dirty="0">
                <a:solidFill>
                  <a:schemeClr val="accent3"/>
                </a:solidFill>
                <a:latin typeface="Calibri"/>
              </a:rPr>
              <a:t>For Option 3: CG demand met by CG capacity, MP demand met by capacities in MP</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834887" y="1154922"/>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371185" y="1154922"/>
            <a:ext cx="5217477"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834887" y="3612113"/>
            <a:ext cx="5261113" cy="2377988"/>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3612112"/>
            <a:ext cx="5217477" cy="2377989"/>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1" name="Rectangle: Rounded Corners 10">
            <a:extLst>
              <a:ext uri="{FF2B5EF4-FFF2-40B4-BE49-F238E27FC236}">
                <a16:creationId xmlns:a16="http://schemas.microsoft.com/office/drawing/2014/main" id="{77DD3DF7-04B4-4119-85E2-00102FB484D8}"/>
              </a:ext>
            </a:extLst>
          </p:cNvPr>
          <p:cNvSpPr/>
          <p:nvPr/>
        </p:nvSpPr>
        <p:spPr bwMode="gray">
          <a:xfrm rot="16200000">
            <a:off x="-564658" y="2133365"/>
            <a:ext cx="2377990" cy="421101"/>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6.78 Cr/MW Capex</a:t>
            </a:r>
          </a:p>
        </p:txBody>
      </p:sp>
      <p:sp>
        <p:nvSpPr>
          <p:cNvPr id="13" name="Rectangle: Rounded Corners 12">
            <a:extLst>
              <a:ext uri="{FF2B5EF4-FFF2-40B4-BE49-F238E27FC236}">
                <a16:creationId xmlns:a16="http://schemas.microsoft.com/office/drawing/2014/main" id="{FC6D35BA-E7C6-42E6-83BD-BBC37EE6EE14}"/>
              </a:ext>
            </a:extLst>
          </p:cNvPr>
          <p:cNvSpPr/>
          <p:nvPr/>
        </p:nvSpPr>
        <p:spPr bwMode="gray">
          <a:xfrm rot="16200000">
            <a:off x="-559032" y="4584930"/>
            <a:ext cx="2377989" cy="432356"/>
          </a:xfrm>
          <a:prstGeom prst="roundRect">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@Rs. 6.14 Cr/ MW Capex</a:t>
            </a: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600" b="1" dirty="0">
                <a:solidFill>
                  <a:schemeClr val="bg1"/>
                </a:solidFill>
              </a:rPr>
              <a:t>Madhya Pradesh</a:t>
            </a:r>
          </a:p>
        </p:txBody>
      </p:sp>
      <p:graphicFrame>
        <p:nvGraphicFramePr>
          <p:cNvPr id="24" name="Chart 23">
            <a:extLst>
              <a:ext uri="{FF2B5EF4-FFF2-40B4-BE49-F238E27FC236}">
                <a16:creationId xmlns:a16="http://schemas.microsoft.com/office/drawing/2014/main" id="{177F5270-0A6E-490D-9659-B243CABB639F}"/>
              </a:ext>
            </a:extLst>
          </p:cNvPr>
          <p:cNvGraphicFramePr/>
          <p:nvPr>
            <p:extLst>
              <p:ext uri="{D42A27DB-BD31-4B8C-83A1-F6EECF244321}">
                <p14:modId xmlns:p14="http://schemas.microsoft.com/office/powerpoint/2010/main" val="2860382012"/>
              </p:ext>
            </p:extLst>
          </p:nvPr>
        </p:nvGraphicFramePr>
        <p:xfrm>
          <a:off x="6549485" y="1349651"/>
          <a:ext cx="4904509" cy="223887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a:extLst>
              <a:ext uri="{FF2B5EF4-FFF2-40B4-BE49-F238E27FC236}">
                <a16:creationId xmlns:a16="http://schemas.microsoft.com/office/drawing/2014/main" id="{9EF43D27-ECBF-4CD7-A712-848FB5929798}"/>
              </a:ext>
            </a:extLst>
          </p:cNvPr>
          <p:cNvGraphicFramePr/>
          <p:nvPr>
            <p:extLst>
              <p:ext uri="{D42A27DB-BD31-4B8C-83A1-F6EECF244321}">
                <p14:modId xmlns:p14="http://schemas.microsoft.com/office/powerpoint/2010/main" val="2951405514"/>
              </p:ext>
            </p:extLst>
          </p:nvPr>
        </p:nvGraphicFramePr>
        <p:xfrm>
          <a:off x="6517103" y="3642574"/>
          <a:ext cx="4904509" cy="223887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hart 15">
            <a:extLst>
              <a:ext uri="{FF2B5EF4-FFF2-40B4-BE49-F238E27FC236}">
                <a16:creationId xmlns:a16="http://schemas.microsoft.com/office/drawing/2014/main" id="{AD469765-03C9-403D-872C-146D4FE4E188}"/>
              </a:ext>
            </a:extLst>
          </p:cNvPr>
          <p:cNvGraphicFramePr/>
          <p:nvPr>
            <p:extLst>
              <p:ext uri="{D42A27DB-BD31-4B8C-83A1-F6EECF244321}">
                <p14:modId xmlns:p14="http://schemas.microsoft.com/office/powerpoint/2010/main" val="1771462117"/>
              </p:ext>
            </p:extLst>
          </p:nvPr>
        </p:nvGraphicFramePr>
        <p:xfrm>
          <a:off x="983673" y="1349651"/>
          <a:ext cx="4904509" cy="21832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Chart 18">
            <a:extLst>
              <a:ext uri="{FF2B5EF4-FFF2-40B4-BE49-F238E27FC236}">
                <a16:creationId xmlns:a16="http://schemas.microsoft.com/office/drawing/2014/main" id="{C9164039-36E2-46B9-83D7-46238E20FCB5}"/>
              </a:ext>
            </a:extLst>
          </p:cNvPr>
          <p:cNvGraphicFramePr/>
          <p:nvPr>
            <p:extLst>
              <p:ext uri="{D42A27DB-BD31-4B8C-83A1-F6EECF244321}">
                <p14:modId xmlns:p14="http://schemas.microsoft.com/office/powerpoint/2010/main" val="1669710828"/>
              </p:ext>
            </p:extLst>
          </p:nvPr>
        </p:nvGraphicFramePr>
        <p:xfrm>
          <a:off x="1013189" y="3642574"/>
          <a:ext cx="4904509" cy="2183258"/>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19">
            <a:extLst>
              <a:ext uri="{FF2B5EF4-FFF2-40B4-BE49-F238E27FC236}">
                <a16:creationId xmlns:a16="http://schemas.microsoft.com/office/drawing/2014/main" id="{28640D38-C26F-456D-BD77-6A8E858F8A1D}"/>
              </a:ext>
            </a:extLst>
          </p:cNvPr>
          <p:cNvSpPr txBox="1"/>
          <p:nvPr/>
        </p:nvSpPr>
        <p:spPr>
          <a:xfrm>
            <a:off x="834887" y="5959196"/>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21" name="Rectangle: Rounded Corners 20">
            <a:extLst>
              <a:ext uri="{FF2B5EF4-FFF2-40B4-BE49-F238E27FC236}">
                <a16:creationId xmlns:a16="http://schemas.microsoft.com/office/drawing/2014/main" id="{53267B4C-06A5-48F5-9ABB-4453505BFEF5}"/>
              </a:ext>
            </a:extLst>
          </p:cNvPr>
          <p:cNvSpPr/>
          <p:nvPr/>
        </p:nvSpPr>
        <p:spPr bwMode="gray">
          <a:xfrm>
            <a:off x="501650" y="6140684"/>
            <a:ext cx="11087012"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the solar landed cost per unit is always less than projected ECR, leading to a savings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MP, overall solar generation landed cost is marginally less (though going above sometimes) than the projected ECR</a:t>
            </a:r>
          </a:p>
        </p:txBody>
      </p:sp>
    </p:spTree>
    <p:extLst>
      <p:ext uri="{BB962C8B-B14F-4D97-AF65-F5344CB8AC3E}">
        <p14:creationId xmlns:p14="http://schemas.microsoft.com/office/powerpoint/2010/main" val="4103736647"/>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Savings (Rs. Crore)- For Others’ Land</a:t>
            </a:r>
            <a:endParaRPr lang="en-GB" sz="2800" b="1" dirty="0"/>
          </a:p>
        </p:txBody>
      </p:sp>
      <p:graphicFrame>
        <p:nvGraphicFramePr>
          <p:cNvPr id="3" name="Table 2"/>
          <p:cNvGraphicFramePr>
            <a:graphicFrameLocks noGrp="1"/>
          </p:cNvGraphicFramePr>
          <p:nvPr>
            <p:extLst>
              <p:ext uri="{D42A27DB-BD31-4B8C-83A1-F6EECF244321}">
                <p14:modId xmlns:p14="http://schemas.microsoft.com/office/powerpoint/2010/main" val="532343607"/>
              </p:ext>
            </p:extLst>
          </p:nvPr>
        </p:nvGraphicFramePr>
        <p:xfrm>
          <a:off x="501649" y="1067370"/>
          <a:ext cx="11303354" cy="4164260"/>
        </p:xfrm>
        <a:graphic>
          <a:graphicData uri="http://schemas.openxmlformats.org/drawingml/2006/table">
            <a:tbl>
              <a:tblPr/>
              <a:tblGrid>
                <a:gridCol w="1075360">
                  <a:extLst>
                    <a:ext uri="{9D8B030D-6E8A-4147-A177-3AD203B41FA5}">
                      <a16:colId xmlns:a16="http://schemas.microsoft.com/office/drawing/2014/main" val="3094667183"/>
                    </a:ext>
                  </a:extLst>
                </a:gridCol>
                <a:gridCol w="2472396">
                  <a:extLst>
                    <a:ext uri="{9D8B030D-6E8A-4147-A177-3AD203B41FA5}">
                      <a16:colId xmlns:a16="http://schemas.microsoft.com/office/drawing/2014/main" val="2154646444"/>
                    </a:ext>
                  </a:extLst>
                </a:gridCol>
                <a:gridCol w="861733">
                  <a:extLst>
                    <a:ext uri="{9D8B030D-6E8A-4147-A177-3AD203B41FA5}">
                      <a16:colId xmlns:a16="http://schemas.microsoft.com/office/drawing/2014/main" val="479395235"/>
                    </a:ext>
                  </a:extLst>
                </a:gridCol>
                <a:gridCol w="861733">
                  <a:extLst>
                    <a:ext uri="{9D8B030D-6E8A-4147-A177-3AD203B41FA5}">
                      <a16:colId xmlns:a16="http://schemas.microsoft.com/office/drawing/2014/main" val="2902161605"/>
                    </a:ext>
                  </a:extLst>
                </a:gridCol>
                <a:gridCol w="861733">
                  <a:extLst>
                    <a:ext uri="{9D8B030D-6E8A-4147-A177-3AD203B41FA5}">
                      <a16:colId xmlns:a16="http://schemas.microsoft.com/office/drawing/2014/main" val="1793187685"/>
                    </a:ext>
                  </a:extLst>
                </a:gridCol>
                <a:gridCol w="861733">
                  <a:extLst>
                    <a:ext uri="{9D8B030D-6E8A-4147-A177-3AD203B41FA5}">
                      <a16:colId xmlns:a16="http://schemas.microsoft.com/office/drawing/2014/main" val="2751601393"/>
                    </a:ext>
                  </a:extLst>
                </a:gridCol>
                <a:gridCol w="861733">
                  <a:extLst>
                    <a:ext uri="{9D8B030D-6E8A-4147-A177-3AD203B41FA5}">
                      <a16:colId xmlns:a16="http://schemas.microsoft.com/office/drawing/2014/main" val="3420603479"/>
                    </a:ext>
                  </a:extLst>
                </a:gridCol>
                <a:gridCol w="861733">
                  <a:extLst>
                    <a:ext uri="{9D8B030D-6E8A-4147-A177-3AD203B41FA5}">
                      <a16:colId xmlns:a16="http://schemas.microsoft.com/office/drawing/2014/main" val="350533522"/>
                    </a:ext>
                  </a:extLst>
                </a:gridCol>
                <a:gridCol w="1292600">
                  <a:extLst>
                    <a:ext uri="{9D8B030D-6E8A-4147-A177-3AD203B41FA5}">
                      <a16:colId xmlns:a16="http://schemas.microsoft.com/office/drawing/2014/main" val="1259705507"/>
                    </a:ext>
                  </a:extLst>
                </a:gridCol>
                <a:gridCol w="1292600">
                  <a:extLst>
                    <a:ext uri="{9D8B030D-6E8A-4147-A177-3AD203B41FA5}">
                      <a16:colId xmlns:a16="http://schemas.microsoft.com/office/drawing/2014/main" val="3970161909"/>
                    </a:ext>
                  </a:extLst>
                </a:gridCol>
              </a:tblGrid>
              <a:tr h="526312">
                <a:tc gridSpan="2">
                  <a:txBody>
                    <a:bodyPr/>
                    <a:lstStyle/>
                    <a:p>
                      <a:pPr algn="l" fontAlgn="ctr"/>
                      <a:r>
                        <a:rPr lang="en-IN" sz="1200" b="1" i="0" u="none" strike="noStrike" dirty="0">
                          <a:solidFill>
                            <a:srgbClr val="000000"/>
                          </a:solidFill>
                          <a:effectLst/>
                          <a:latin typeface="Calibri" panose="020F0502020204030204" pitchFamily="34" charset="0"/>
                        </a:rPr>
                        <a:t> </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gridSpan="3">
                  <a:txBody>
                    <a:bodyPr/>
                    <a:lstStyle/>
                    <a:p>
                      <a:pPr algn="ctr" fontAlgn="ctr"/>
                      <a:r>
                        <a:rPr lang="en-IN" sz="1400" b="0" i="1" u="none" strike="noStrike" dirty="0">
                          <a:solidFill>
                            <a:srgbClr val="000000"/>
                          </a:solidFill>
                          <a:effectLst/>
                          <a:latin typeface="Calibri" panose="020F0502020204030204" pitchFamily="34" charset="0"/>
                        </a:rPr>
                        <a:t>Option 1: Entire Capacity is in CG</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endParaRPr lang="en-IN" dirty="0"/>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gridSpan="3">
                  <a:txBody>
                    <a:bodyPr/>
                    <a:lstStyle/>
                    <a:p>
                      <a:pPr algn="ctr" fontAlgn="ctr"/>
                      <a:r>
                        <a:rPr lang="en-IN" sz="1400" b="0"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hMerge="1">
                  <a:txBody>
                    <a:bodyPr/>
                    <a:lstStyle/>
                    <a:p>
                      <a:endParaRPr lang="en-US"/>
                    </a:p>
                  </a:txBody>
                  <a:tcPr/>
                </a:tc>
                <a:tc hMerge="1">
                  <a:txBody>
                    <a:bodyPr/>
                    <a:lstStyle/>
                    <a:p>
                      <a:pPr algn="ctr" fontAlgn="ctr"/>
                      <a:r>
                        <a:rPr lang="en-IN" sz="1400" b="0"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fontAlgn="ctr"/>
                      <a:r>
                        <a:rPr lang="en-IN" sz="1400" b="0"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ctr"/>
                      <a:r>
                        <a:rPr lang="en-IN" sz="1400" b="0"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7838441"/>
                  </a:ext>
                </a:extLst>
              </a:tr>
              <a:tr h="2136808">
                <a:tc gridSpan="2">
                  <a:txBody>
                    <a:bodyPr/>
                    <a:lstStyle/>
                    <a:p>
                      <a:pPr algn="ctr" fontAlgn="ctr"/>
                      <a:r>
                        <a:rPr lang="en-IN" sz="1600" b="1" i="0" u="none" strike="noStrike" dirty="0">
                          <a:solidFill>
                            <a:srgbClr val="000000"/>
                          </a:solidFill>
                          <a:effectLst/>
                          <a:latin typeface="Calibri" panose="020F0502020204030204" pitchFamily="34" charset="0"/>
                        </a:rPr>
                        <a:t>Total Savings (Rs. Crore.) for Entire Project Tenure for Multiple Capex Scenario</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MP Savings- If ISTS Charge Waived off</a:t>
                      </a:r>
                    </a:p>
                    <a:p>
                      <a:pPr algn="ctr" fontAlgn="ctr"/>
                      <a:endParaRPr lang="en-IN" sz="1400" b="0" i="1" u="none" strike="noStrike" dirty="0">
                        <a:solidFill>
                          <a:srgbClr val="000000"/>
                        </a:solidFill>
                        <a:effectLst/>
                        <a:latin typeface="Calibri" panose="020F0502020204030204" pitchFamily="34" charset="0"/>
                      </a:endParaRP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CG Savings- If ISTS Charge Waived off</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68440181"/>
                  </a:ext>
                </a:extLst>
              </a:tr>
              <a:tr h="190640">
                <a:tc rowSpan="2">
                  <a:txBody>
                    <a:bodyPr/>
                    <a:lstStyle/>
                    <a:p>
                      <a:pPr algn="ctr" fontAlgn="ctr"/>
                      <a:r>
                        <a:rPr lang="en-IN" sz="1400" b="1" i="1" u="none" strike="noStrike" dirty="0">
                          <a:solidFill>
                            <a:srgbClr val="000000"/>
                          </a:solidFill>
                          <a:effectLst/>
                          <a:latin typeface="Calibri" panose="020F0502020204030204" pitchFamily="34" charset="0"/>
                        </a:rPr>
                        <a:t>At D:E 80:20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9590.29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-2176.89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272.61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-896.30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5365.10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845.52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9586.19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rgbClr val="000000"/>
                          </a:solidFill>
                          <a:effectLst/>
                          <a:latin typeface="+mn-lt"/>
                        </a:rPr>
                        <a:t>849.62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12367979"/>
                  </a:ext>
                </a:extLst>
              </a:tr>
              <a:tr h="0">
                <a:tc vMerge="1">
                  <a:txBody>
                    <a:bodyPr/>
                    <a:lstStyle/>
                    <a:p>
                      <a:pPr algn="ctr" fontAlgn="ctr"/>
                      <a:endParaRPr lang="en-IN" sz="1400" b="1"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9822.27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-2070.84</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378.67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-623.81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5637.59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939.08</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latin typeface="+mn-lt"/>
                        </a:rPr>
                        <a:t>9818.17</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a:r>
                        <a:rPr lang="en-US" sz="1600" b="0" i="0" dirty="0">
                          <a:latin typeface="+mn-lt"/>
                        </a:rPr>
                        <a:t>943.18</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896943"/>
                  </a:ext>
                </a:extLst>
              </a:tr>
              <a:tr h="129488">
                <a:tc rowSpan="2">
                  <a:txBody>
                    <a:bodyPr/>
                    <a:lstStyle/>
                    <a:p>
                      <a:pPr algn="ctr" fontAlgn="ctr"/>
                      <a:r>
                        <a:rPr lang="en-IN" sz="1400" b="1" i="1" u="none" strike="noStrike" dirty="0">
                          <a:solidFill>
                            <a:srgbClr val="000000"/>
                          </a:solidFill>
                          <a:effectLst/>
                          <a:latin typeface="Calibri" panose="020F0502020204030204" pitchFamily="34" charset="0"/>
                        </a:rPr>
                        <a:t>At D:E 50:50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9991.00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-1993.70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455.81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-419.35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5842.05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1009.28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latin typeface="+mn-lt"/>
                        </a:rPr>
                        <a:t>9988.43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a:r>
                        <a:rPr lang="en-US" sz="1600" b="0" i="0" dirty="0">
                          <a:latin typeface="+mn-lt"/>
                        </a:rPr>
                        <a:t>1011.85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02831795"/>
                  </a:ext>
                </a:extLst>
              </a:tr>
              <a:tr h="157361">
                <a:tc vMerge="1">
                  <a:txBody>
                    <a:bodyPr/>
                    <a:lstStyle/>
                    <a:p>
                      <a:pPr algn="ctr" fontAlgn="ctr"/>
                      <a:endParaRPr lang="en-IN" sz="14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10185.58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-1904.74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544.77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-190.79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6070.61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1087.76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10183.01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chemeClr val="tx1"/>
                          </a:solidFill>
                          <a:effectLst/>
                          <a:latin typeface="+mn-lt"/>
                        </a:rPr>
                        <a:t>1090.33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200274652"/>
                  </a:ext>
                </a:extLst>
              </a:tr>
              <a:tr h="103040">
                <a:tc row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0" u="none" strike="noStrike" dirty="0">
                          <a:solidFill>
                            <a:srgbClr val="000000"/>
                          </a:solidFill>
                          <a:effectLst/>
                          <a:latin typeface="Calibri" panose="020F0502020204030204" pitchFamily="34" charset="0"/>
                        </a:rPr>
                        <a:t>At D:E 0:100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1" i="1" u="none" strike="noStrike" dirty="0">
                          <a:solidFill>
                            <a:srgbClr val="000000"/>
                          </a:solidFill>
                          <a:effectLst/>
                          <a:latin typeface="Calibri" panose="020F0502020204030204" pitchFamily="34" charset="0"/>
                        </a:rPr>
                        <a:t>Base Case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10620.54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-1705.89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743.62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329.69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6591.09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1266.46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10620.31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chemeClr val="tx1"/>
                          </a:solidFill>
                          <a:effectLst/>
                          <a:latin typeface="+mn-lt"/>
                        </a:rPr>
                        <a:t>1266.69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00727107"/>
                  </a:ext>
                </a:extLst>
              </a:tr>
              <a:tr h="0">
                <a:tc vMerge="1">
                  <a:txBody>
                    <a:bodyPr/>
                    <a:lstStyle/>
                    <a:p>
                      <a:pPr algn="ctr" fontAlgn="ctr"/>
                      <a:endParaRPr lang="en-IN" sz="14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1" i="1" u="none" strike="noStrike" dirty="0">
                          <a:solidFill>
                            <a:srgbClr val="000000"/>
                          </a:solidFill>
                          <a:effectLst/>
                          <a:latin typeface="Calibri" panose="020F0502020204030204" pitchFamily="34" charset="0"/>
                        </a:rPr>
                        <a:t>10% Discounted Capex</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10756.24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-1643.85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805.66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489.08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6750.48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1321.19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10756.01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chemeClr val="tx1"/>
                          </a:solidFill>
                          <a:effectLst/>
                          <a:latin typeface="+mn-lt"/>
                        </a:rPr>
                        <a:t>1321.42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6776780"/>
                  </a:ext>
                </a:extLst>
              </a:tr>
            </a:tbl>
          </a:graphicData>
        </a:graphic>
      </p:graphicFrame>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76B3A0BD-1AFB-46AD-BA72-8A7D4BAE33E9}"/>
              </a:ext>
            </a:extLst>
          </p:cNvPr>
          <p:cNvSpPr/>
          <p:nvPr/>
        </p:nvSpPr>
        <p:spPr bwMode="gray">
          <a:xfrm>
            <a:off x="501649" y="5449072"/>
            <a:ext cx="6018421"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Chhattisgarh-Full</a:t>
            </a:r>
          </a:p>
          <a:p>
            <a:pPr marL="171450" indent="-171450">
              <a:lnSpc>
                <a:spcPct val="106000"/>
              </a:lnSpc>
              <a:buFont typeface="Arial" panose="020B0604020202020204" pitchFamily="34" charset="0"/>
              <a:buChar char="•"/>
            </a:pPr>
            <a:r>
              <a:rPr lang="en-US" sz="1200" b="1" dirty="0"/>
              <a:t>Base case Capex: Rs. 6.75 Cr/MW</a:t>
            </a:r>
          </a:p>
          <a:p>
            <a:pPr marL="171450" indent="-171450">
              <a:lnSpc>
                <a:spcPct val="106000"/>
              </a:lnSpc>
              <a:buFont typeface="Arial" panose="020B0604020202020204" pitchFamily="34" charset="0"/>
              <a:buChar char="•"/>
            </a:pPr>
            <a:r>
              <a:rPr lang="en-US" sz="1200" b="1" dirty="0"/>
              <a:t>10% discounted Capex: Rs. 6.12 Cr/ Mw</a:t>
            </a:r>
          </a:p>
        </p:txBody>
      </p:sp>
      <p:sp>
        <p:nvSpPr>
          <p:cNvPr id="7" name="Rectangle 6">
            <a:extLst>
              <a:ext uri="{FF2B5EF4-FFF2-40B4-BE49-F238E27FC236}">
                <a16:creationId xmlns:a16="http://schemas.microsoft.com/office/drawing/2014/main" id="{1ECE3025-9DE6-4D38-A3F3-9284798A44A3}"/>
              </a:ext>
            </a:extLst>
          </p:cNvPr>
          <p:cNvSpPr/>
          <p:nvPr/>
        </p:nvSpPr>
        <p:spPr bwMode="gray">
          <a:xfrm>
            <a:off x="3808067" y="5449071"/>
            <a:ext cx="2924038"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MP-Full</a:t>
            </a:r>
          </a:p>
          <a:p>
            <a:pPr marL="171450" indent="-171450">
              <a:lnSpc>
                <a:spcPct val="106000"/>
              </a:lnSpc>
              <a:buFont typeface="Arial" panose="020B0604020202020204" pitchFamily="34" charset="0"/>
              <a:buChar char="•"/>
            </a:pPr>
            <a:r>
              <a:rPr lang="en-US" sz="1200" b="1" dirty="0"/>
              <a:t>Base case Capex: Rs. 6.83 Cr/MW</a:t>
            </a:r>
          </a:p>
          <a:p>
            <a:pPr marL="171450" indent="-171450">
              <a:lnSpc>
                <a:spcPct val="106000"/>
              </a:lnSpc>
              <a:buFont typeface="Arial" panose="020B0604020202020204" pitchFamily="34" charset="0"/>
              <a:buChar char="•"/>
            </a:pPr>
            <a:r>
              <a:rPr lang="en-US" sz="1200" b="1" dirty="0"/>
              <a:t>10% discounted Capex: Rs.6.20 Cr/ Mw</a:t>
            </a:r>
          </a:p>
        </p:txBody>
      </p:sp>
      <p:sp>
        <p:nvSpPr>
          <p:cNvPr id="8" name="Rectangle 7">
            <a:extLst>
              <a:ext uri="{FF2B5EF4-FFF2-40B4-BE49-F238E27FC236}">
                <a16:creationId xmlns:a16="http://schemas.microsoft.com/office/drawing/2014/main" id="{29508E25-7DF6-40BB-8122-1F46D1B62FB3}"/>
              </a:ext>
            </a:extLst>
          </p:cNvPr>
          <p:cNvSpPr/>
          <p:nvPr/>
        </p:nvSpPr>
        <p:spPr bwMode="gray">
          <a:xfrm>
            <a:off x="7114485" y="5449070"/>
            <a:ext cx="2924038"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CG-Self &amp; MP-Self</a:t>
            </a:r>
          </a:p>
          <a:p>
            <a:pPr marL="171450" indent="-171450">
              <a:lnSpc>
                <a:spcPct val="106000"/>
              </a:lnSpc>
              <a:buFont typeface="Arial" panose="020B0604020202020204" pitchFamily="34" charset="0"/>
              <a:buChar char="•"/>
            </a:pPr>
            <a:r>
              <a:rPr lang="en-US" sz="1200" b="1" dirty="0"/>
              <a:t>Base case Capex: Rs. 6.78 Cr/MW</a:t>
            </a:r>
          </a:p>
          <a:p>
            <a:pPr marL="171450" indent="-171450">
              <a:lnSpc>
                <a:spcPct val="106000"/>
              </a:lnSpc>
              <a:buFont typeface="Arial" panose="020B0604020202020204" pitchFamily="34" charset="0"/>
              <a:buChar char="•"/>
            </a:pPr>
            <a:r>
              <a:rPr lang="en-US" sz="1200" b="1" dirty="0"/>
              <a:t>10% discounted Capex: Rs.6.14 Cr/ Mw</a:t>
            </a:r>
          </a:p>
        </p:txBody>
      </p:sp>
      <p:sp>
        <p:nvSpPr>
          <p:cNvPr id="10" name="TextBox 9">
            <a:extLst>
              <a:ext uri="{FF2B5EF4-FFF2-40B4-BE49-F238E27FC236}">
                <a16:creationId xmlns:a16="http://schemas.microsoft.com/office/drawing/2014/main" id="{073C980F-208D-4B29-A06F-620217E33ECB}"/>
              </a:ext>
            </a:extLst>
          </p:cNvPr>
          <p:cNvSpPr txBox="1"/>
          <p:nvPr/>
        </p:nvSpPr>
        <p:spPr>
          <a:xfrm>
            <a:off x="501649" y="5307260"/>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11" name="Rectangle: Rounded Corners 10">
            <a:extLst>
              <a:ext uri="{FF2B5EF4-FFF2-40B4-BE49-F238E27FC236}">
                <a16:creationId xmlns:a16="http://schemas.microsoft.com/office/drawing/2014/main" id="{43497A3C-3C05-4E3A-8804-952A2141BB97}"/>
              </a:ext>
            </a:extLst>
          </p:cNvPr>
          <p:cNvSpPr/>
          <p:nvPr/>
        </p:nvSpPr>
        <p:spPr bwMode="gray">
          <a:xfrm>
            <a:off x="413784" y="6090577"/>
            <a:ext cx="11174878" cy="49960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3 has highest savings, followed by Option 1 with ISTS charge waiver and ISTS charge non-waived case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2 has the least savings </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452107078"/>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Equity IRR (%)- Others’ Land</a:t>
            </a:r>
            <a:endParaRPr lang="en-GB" sz="2800" b="1" dirty="0"/>
          </a:p>
        </p:txBody>
      </p:sp>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F2F853C3-85C2-4549-9F89-53AAD0D7F096}"/>
              </a:ext>
            </a:extLst>
          </p:cNvPr>
          <p:cNvSpPr/>
          <p:nvPr/>
        </p:nvSpPr>
        <p:spPr bwMode="gray">
          <a:xfrm>
            <a:off x="501649" y="5072269"/>
            <a:ext cx="6018421"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Chhattisgarh-Full</a:t>
            </a:r>
          </a:p>
          <a:p>
            <a:pPr marL="171450" indent="-171450">
              <a:lnSpc>
                <a:spcPct val="106000"/>
              </a:lnSpc>
              <a:buFont typeface="Arial" panose="020B0604020202020204" pitchFamily="34" charset="0"/>
              <a:buChar char="•"/>
            </a:pPr>
            <a:r>
              <a:rPr lang="en-US" sz="1200" b="1" dirty="0"/>
              <a:t>Base case Capex: Rs. 6.75 Cr/MW</a:t>
            </a:r>
          </a:p>
          <a:p>
            <a:pPr marL="171450" indent="-171450">
              <a:lnSpc>
                <a:spcPct val="106000"/>
              </a:lnSpc>
              <a:buFont typeface="Arial" panose="020B0604020202020204" pitchFamily="34" charset="0"/>
              <a:buChar char="•"/>
            </a:pPr>
            <a:r>
              <a:rPr lang="en-US" sz="1200" b="1" dirty="0"/>
              <a:t>10% discounted Capex: Rs. 6.12 Cr/ Mw</a:t>
            </a:r>
          </a:p>
        </p:txBody>
      </p:sp>
      <p:sp>
        <p:nvSpPr>
          <p:cNvPr id="7" name="Rectangle 6">
            <a:extLst>
              <a:ext uri="{FF2B5EF4-FFF2-40B4-BE49-F238E27FC236}">
                <a16:creationId xmlns:a16="http://schemas.microsoft.com/office/drawing/2014/main" id="{4637D567-B347-4B4A-A74F-B80D7DA068C1}"/>
              </a:ext>
            </a:extLst>
          </p:cNvPr>
          <p:cNvSpPr/>
          <p:nvPr/>
        </p:nvSpPr>
        <p:spPr bwMode="gray">
          <a:xfrm>
            <a:off x="3808067" y="5072268"/>
            <a:ext cx="2924038"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MP-Full</a:t>
            </a:r>
          </a:p>
          <a:p>
            <a:pPr marL="171450" indent="-171450">
              <a:lnSpc>
                <a:spcPct val="106000"/>
              </a:lnSpc>
              <a:buFont typeface="Arial" panose="020B0604020202020204" pitchFamily="34" charset="0"/>
              <a:buChar char="•"/>
            </a:pPr>
            <a:r>
              <a:rPr lang="en-US" sz="1200" b="1" dirty="0"/>
              <a:t>Base case Capex: Rs. 6.83 Cr/MW</a:t>
            </a:r>
          </a:p>
          <a:p>
            <a:pPr marL="171450" indent="-171450">
              <a:lnSpc>
                <a:spcPct val="106000"/>
              </a:lnSpc>
              <a:buFont typeface="Arial" panose="020B0604020202020204" pitchFamily="34" charset="0"/>
              <a:buChar char="•"/>
            </a:pPr>
            <a:r>
              <a:rPr lang="en-US" sz="1200" b="1" dirty="0"/>
              <a:t>10% discounted Capex: Rs.6.20 Cr/ Mw</a:t>
            </a:r>
          </a:p>
        </p:txBody>
      </p:sp>
      <p:sp>
        <p:nvSpPr>
          <p:cNvPr id="8" name="Rectangle 7">
            <a:extLst>
              <a:ext uri="{FF2B5EF4-FFF2-40B4-BE49-F238E27FC236}">
                <a16:creationId xmlns:a16="http://schemas.microsoft.com/office/drawing/2014/main" id="{B762FC07-FC66-4864-B2EA-937EE0AA09BE}"/>
              </a:ext>
            </a:extLst>
          </p:cNvPr>
          <p:cNvSpPr/>
          <p:nvPr/>
        </p:nvSpPr>
        <p:spPr bwMode="gray">
          <a:xfrm>
            <a:off x="7114485" y="5072267"/>
            <a:ext cx="2924038" cy="630397"/>
          </a:xfrm>
          <a:prstGeom prst="rect">
            <a:avLst/>
          </a:prstGeom>
          <a:noFill/>
          <a:ln w="19050" algn="ctr">
            <a:noFill/>
            <a:miter lim="800000"/>
            <a:headEnd/>
            <a:tailEnd/>
          </a:ln>
        </p:spPr>
        <p:txBody>
          <a:bodyPr wrap="square" lIns="88900" tIns="88900" rIns="88900" bIns="88900" rtlCol="0" anchor="ctr"/>
          <a:lstStyle/>
          <a:p>
            <a:pPr>
              <a:lnSpc>
                <a:spcPct val="106000"/>
              </a:lnSpc>
            </a:pPr>
            <a:r>
              <a:rPr lang="en-US" sz="1200" b="1" dirty="0"/>
              <a:t>CG-Self &amp; MP-Self</a:t>
            </a:r>
          </a:p>
          <a:p>
            <a:pPr marL="171450" indent="-171450">
              <a:lnSpc>
                <a:spcPct val="106000"/>
              </a:lnSpc>
              <a:buFont typeface="Arial" panose="020B0604020202020204" pitchFamily="34" charset="0"/>
              <a:buChar char="•"/>
            </a:pPr>
            <a:r>
              <a:rPr lang="en-US" sz="1200" b="1" dirty="0"/>
              <a:t>Base case Capex: Rs. 6.78 Cr/MW</a:t>
            </a:r>
          </a:p>
          <a:p>
            <a:pPr marL="171450" indent="-171450">
              <a:lnSpc>
                <a:spcPct val="106000"/>
              </a:lnSpc>
              <a:buFont typeface="Arial" panose="020B0604020202020204" pitchFamily="34" charset="0"/>
              <a:buChar char="•"/>
            </a:pPr>
            <a:r>
              <a:rPr lang="en-US" sz="1200" b="1" dirty="0"/>
              <a:t>10% discounted Capex: Rs.6.14 Cr/ Mw</a:t>
            </a:r>
          </a:p>
        </p:txBody>
      </p:sp>
      <p:sp>
        <p:nvSpPr>
          <p:cNvPr id="9" name="Rectangle: Rounded Corners 8">
            <a:extLst>
              <a:ext uri="{FF2B5EF4-FFF2-40B4-BE49-F238E27FC236}">
                <a16:creationId xmlns:a16="http://schemas.microsoft.com/office/drawing/2014/main" id="{C10135B2-E44F-44F0-95B5-40EB0F0BE184}"/>
              </a:ext>
            </a:extLst>
          </p:cNvPr>
          <p:cNvSpPr/>
          <p:nvPr/>
        </p:nvSpPr>
        <p:spPr bwMode="gray">
          <a:xfrm>
            <a:off x="413784" y="5773070"/>
            <a:ext cx="11276565" cy="798535"/>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3 has highest equity IRR, followed by Option 1 with ISTS charge waiver and ISTS charge non-waived case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2 has the lowest Equity IRR options for various Capex and Debt-Equity scenario</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80:20 Debt: Equity Ratio has highest achievable Equity IRR</a:t>
            </a:r>
          </a:p>
        </p:txBody>
      </p:sp>
      <p:sp>
        <p:nvSpPr>
          <p:cNvPr id="11" name="TextBox 10">
            <a:extLst>
              <a:ext uri="{FF2B5EF4-FFF2-40B4-BE49-F238E27FC236}">
                <a16:creationId xmlns:a16="http://schemas.microsoft.com/office/drawing/2014/main" id="{52F0F342-C05F-4745-9A9D-53B100DDE819}"/>
              </a:ext>
            </a:extLst>
          </p:cNvPr>
          <p:cNvSpPr txBox="1"/>
          <p:nvPr/>
        </p:nvSpPr>
        <p:spPr>
          <a:xfrm>
            <a:off x="9166985" y="5090532"/>
            <a:ext cx="2507835" cy="184666"/>
          </a:xfrm>
          <a:prstGeom prst="rect">
            <a:avLst/>
          </a:prstGeom>
          <a:noFill/>
        </p:spPr>
        <p:txBody>
          <a:bodyPr wrap="square" lIns="0" tIns="0" rIns="0" bIns="0" rtlCol="0">
            <a:spAutoFit/>
          </a:bodyPr>
          <a:lstStyle/>
          <a:p>
            <a:pPr algn="r">
              <a:spcBef>
                <a:spcPts val="600"/>
              </a:spcBef>
              <a:buSzPct val="100000"/>
            </a:pPr>
            <a:r>
              <a:rPr lang="en-US" sz="1200" dirty="0">
                <a:solidFill>
                  <a:srgbClr val="313131"/>
                </a:solidFill>
              </a:rPr>
              <a:t>Source: Deloitte Analysis</a:t>
            </a:r>
          </a:p>
        </p:txBody>
      </p:sp>
      <p:graphicFrame>
        <p:nvGraphicFramePr>
          <p:cNvPr id="3" name="Table 2">
            <a:extLst>
              <a:ext uri="{FF2B5EF4-FFF2-40B4-BE49-F238E27FC236}">
                <a16:creationId xmlns:a16="http://schemas.microsoft.com/office/drawing/2014/main" id="{248F0D18-4E14-42C8-8F0F-9CC086365D87}"/>
              </a:ext>
            </a:extLst>
          </p:cNvPr>
          <p:cNvGraphicFramePr>
            <a:graphicFrameLocks noGrp="1"/>
          </p:cNvGraphicFramePr>
          <p:nvPr>
            <p:extLst>
              <p:ext uri="{D42A27DB-BD31-4B8C-83A1-F6EECF244321}">
                <p14:modId xmlns:p14="http://schemas.microsoft.com/office/powerpoint/2010/main" val="683540762"/>
              </p:ext>
            </p:extLst>
          </p:nvPr>
        </p:nvGraphicFramePr>
        <p:xfrm>
          <a:off x="517180" y="1154921"/>
          <a:ext cx="11157643" cy="3846942"/>
        </p:xfrm>
        <a:graphic>
          <a:graphicData uri="http://schemas.openxmlformats.org/drawingml/2006/table">
            <a:tbl>
              <a:tblPr/>
              <a:tblGrid>
                <a:gridCol w="1593949">
                  <a:extLst>
                    <a:ext uri="{9D8B030D-6E8A-4147-A177-3AD203B41FA5}">
                      <a16:colId xmlns:a16="http://schemas.microsoft.com/office/drawing/2014/main" val="2217681219"/>
                    </a:ext>
                  </a:extLst>
                </a:gridCol>
                <a:gridCol w="1593949">
                  <a:extLst>
                    <a:ext uri="{9D8B030D-6E8A-4147-A177-3AD203B41FA5}">
                      <a16:colId xmlns:a16="http://schemas.microsoft.com/office/drawing/2014/main" val="1485550260"/>
                    </a:ext>
                  </a:extLst>
                </a:gridCol>
                <a:gridCol w="1593949">
                  <a:extLst>
                    <a:ext uri="{9D8B030D-6E8A-4147-A177-3AD203B41FA5}">
                      <a16:colId xmlns:a16="http://schemas.microsoft.com/office/drawing/2014/main" val="3005154775"/>
                    </a:ext>
                  </a:extLst>
                </a:gridCol>
                <a:gridCol w="1593949">
                  <a:extLst>
                    <a:ext uri="{9D8B030D-6E8A-4147-A177-3AD203B41FA5}">
                      <a16:colId xmlns:a16="http://schemas.microsoft.com/office/drawing/2014/main" val="256795761"/>
                    </a:ext>
                  </a:extLst>
                </a:gridCol>
                <a:gridCol w="1593949">
                  <a:extLst>
                    <a:ext uri="{9D8B030D-6E8A-4147-A177-3AD203B41FA5}">
                      <a16:colId xmlns:a16="http://schemas.microsoft.com/office/drawing/2014/main" val="2277360266"/>
                    </a:ext>
                  </a:extLst>
                </a:gridCol>
                <a:gridCol w="1593949">
                  <a:extLst>
                    <a:ext uri="{9D8B030D-6E8A-4147-A177-3AD203B41FA5}">
                      <a16:colId xmlns:a16="http://schemas.microsoft.com/office/drawing/2014/main" val="475943032"/>
                    </a:ext>
                  </a:extLst>
                </a:gridCol>
                <a:gridCol w="1593949">
                  <a:extLst>
                    <a:ext uri="{9D8B030D-6E8A-4147-A177-3AD203B41FA5}">
                      <a16:colId xmlns:a16="http://schemas.microsoft.com/office/drawing/2014/main" val="3890855568"/>
                    </a:ext>
                  </a:extLst>
                </a:gridCol>
              </a:tblGrid>
              <a:tr h="293371">
                <a:tc rowSpan="2" gridSpan="2">
                  <a:txBody>
                    <a:bodyPr/>
                    <a:lstStyle/>
                    <a:p>
                      <a:pPr algn="ctr" rtl="0" fontAlgn="ctr"/>
                      <a:r>
                        <a:rPr lang="en-US" sz="1400" b="1" i="0" u="none" strike="noStrike">
                          <a:solidFill>
                            <a:srgbClr val="000000"/>
                          </a:solidFill>
                          <a:effectLst/>
                          <a:latin typeface="Calibri" panose="020F0502020204030204" pitchFamily="34" charset="0"/>
                        </a:rPr>
                        <a:t>Equity IRR (%)</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en-US"/>
                    </a:p>
                  </a:txBody>
                  <a:tcPr/>
                </a:tc>
                <a:tc gridSpan="2">
                  <a:txBody>
                    <a:bodyPr/>
                    <a:lstStyle/>
                    <a:p>
                      <a:pPr algn="ctr" rtl="0" fontAlgn="ctr"/>
                      <a:r>
                        <a:rPr lang="en-US" sz="1400" b="1" i="1" u="none" strike="noStrike">
                          <a:solidFill>
                            <a:srgbClr val="000000"/>
                          </a:solidFill>
                          <a:effectLst/>
                          <a:latin typeface="Calibri" panose="020F0502020204030204" pitchFamily="34" charset="0"/>
                        </a:rPr>
                        <a:t>Option 1: Entire Capacity is in CG</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hMerge="1">
                  <a:txBody>
                    <a:bodyPr/>
                    <a:lstStyle/>
                    <a:p>
                      <a:endParaRPr lang="en-US"/>
                    </a:p>
                  </a:txBody>
                  <a:tcPr/>
                </a:tc>
                <a:tc gridSpan="2">
                  <a:txBody>
                    <a:bodyPr/>
                    <a:lstStyle/>
                    <a:p>
                      <a:pPr algn="ctr" rtl="0" fontAlgn="ctr"/>
                      <a:r>
                        <a:rPr lang="en-US" sz="1400" b="1" i="1" u="none" strike="noStrike">
                          <a:solidFill>
                            <a:srgbClr val="000000"/>
                          </a:solidFill>
                          <a:effectLst/>
                          <a:latin typeface="Calibri" panose="020F0502020204030204" pitchFamily="34" charset="0"/>
                        </a:rPr>
                        <a:t>Option 2: Entire Capacity is in MP</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hMerge="1">
                  <a:txBody>
                    <a:bodyPr/>
                    <a:lstStyle/>
                    <a:p>
                      <a:endParaRPr lang="en-US"/>
                    </a:p>
                  </a:txBody>
                  <a:tcPr/>
                </a:tc>
                <a:tc rowSpan="2">
                  <a:txBody>
                    <a:bodyPr/>
                    <a:lstStyle/>
                    <a:p>
                      <a:pPr algn="ctr" rtl="0" fontAlgn="ctr"/>
                      <a:r>
                        <a:rPr lang="en-US" sz="1400" b="1" i="1" u="none" strike="noStrike">
                          <a:solidFill>
                            <a:srgbClr val="000000"/>
                          </a:solidFill>
                          <a:effectLst/>
                          <a:latin typeface="Calibri" panose="020F0502020204030204" pitchFamily="34" charset="0"/>
                        </a:rPr>
                        <a:t>Option 3: CG-Own, MP-Own</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extLst>
                  <a:ext uri="{0D108BD9-81ED-4DB2-BD59-A6C34878D82A}">
                    <a16:rowId xmlns:a16="http://schemas.microsoft.com/office/drawing/2014/main" val="3474532667"/>
                  </a:ext>
                </a:extLst>
              </a:tr>
              <a:tr h="444788">
                <a:tc gridSpan="2" vMerge="1">
                  <a:txBody>
                    <a:bodyPr/>
                    <a:lstStyle/>
                    <a:p>
                      <a:endParaRPr lang="en-US"/>
                    </a:p>
                  </a:txBody>
                  <a:tcPr/>
                </a:tc>
                <a:tc hMerge="1" vMerge="1">
                  <a:txBody>
                    <a:bodyPr/>
                    <a:lstStyle/>
                    <a:p>
                      <a:endParaRPr lang="en-US"/>
                    </a:p>
                  </a:txBody>
                  <a:tcPr/>
                </a:tc>
                <a:tc>
                  <a:txBody>
                    <a:bodyPr/>
                    <a:lstStyle/>
                    <a:p>
                      <a:pPr algn="ctr" rtl="0" fontAlgn="ctr"/>
                      <a:r>
                        <a:rPr lang="en-US" sz="1400" b="0" i="1" u="none" strike="noStrike">
                          <a:solidFill>
                            <a:srgbClr val="000000"/>
                          </a:solidFill>
                          <a:effectLst/>
                          <a:latin typeface="Calibri" panose="020F0502020204030204" pitchFamily="34" charset="0"/>
                        </a:rPr>
                        <a:t>ISTS Applicable</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Waived</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Applicable</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a:txBody>
                    <a:bodyPr/>
                    <a:lstStyle/>
                    <a:p>
                      <a:pPr algn="ctr" rtl="0" fontAlgn="ctr"/>
                      <a:r>
                        <a:rPr lang="en-US" sz="1400" b="0" i="1" u="none" strike="noStrike">
                          <a:solidFill>
                            <a:srgbClr val="000000"/>
                          </a:solidFill>
                          <a:effectLst/>
                          <a:latin typeface="Calibri" panose="020F0502020204030204" pitchFamily="34" charset="0"/>
                        </a:rPr>
                        <a:t>ISTS Waived</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DEDED"/>
                    </a:solidFill>
                  </a:tcPr>
                </a:tc>
                <a:tc vMerge="1">
                  <a:txBody>
                    <a:bodyPr/>
                    <a:lstStyle/>
                    <a:p>
                      <a:endParaRPr lang="en-US"/>
                    </a:p>
                  </a:txBody>
                  <a:tcPr/>
                </a:tc>
                <a:extLst>
                  <a:ext uri="{0D108BD9-81ED-4DB2-BD59-A6C34878D82A}">
                    <a16:rowId xmlns:a16="http://schemas.microsoft.com/office/drawing/2014/main" val="2710096368"/>
                  </a:ext>
                </a:extLst>
              </a:tr>
              <a:tr h="444788">
                <a:tc rowSpan="2">
                  <a:txBody>
                    <a:bodyPr/>
                    <a:lstStyle/>
                    <a:p>
                      <a:pPr algn="ctr" rtl="0" fontAlgn="ctr"/>
                      <a:r>
                        <a:rPr lang="en-US" sz="1400" b="1" i="1" u="none" strike="noStrike">
                          <a:solidFill>
                            <a:srgbClr val="000000"/>
                          </a:solidFill>
                          <a:effectLst/>
                          <a:latin typeface="Calibri" panose="020F0502020204030204" pitchFamily="34" charset="0"/>
                        </a:rPr>
                        <a:t>At D:E 80:20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29%</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AE8D4"/>
                    </a:solidFill>
                  </a:tcPr>
                </a:tc>
                <a:tc>
                  <a:txBody>
                    <a:bodyPr/>
                    <a:lstStyle/>
                    <a:p>
                      <a:pPr algn="ctr" rtl="0" fontAlgn="ctr"/>
                      <a:r>
                        <a:rPr lang="en-US" sz="1400" b="0" i="0" u="none" strike="noStrike">
                          <a:solidFill>
                            <a:srgbClr val="000000"/>
                          </a:solidFill>
                          <a:effectLst/>
                          <a:latin typeface="Calibri" panose="020F0502020204030204" pitchFamily="34" charset="0"/>
                        </a:rPr>
                        <a:t>40%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BD5AB"/>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21%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BF6F1"/>
                    </a:solidFill>
                  </a:tcPr>
                </a:tc>
                <a:tc>
                  <a:txBody>
                    <a:bodyPr/>
                    <a:lstStyle/>
                    <a:p>
                      <a:pPr algn="ctr" rtl="0" fontAlgn="ctr"/>
                      <a:r>
                        <a:rPr lang="en-US" sz="1400" b="0" i="0" u="none" strike="noStrike">
                          <a:solidFill>
                            <a:srgbClr val="000000"/>
                          </a:solidFill>
                          <a:effectLst/>
                          <a:latin typeface="Calibri" panose="020F0502020204030204" pitchFamily="34" charset="0"/>
                        </a:rPr>
                        <a:t>45%</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85CC99"/>
                    </a:solidFill>
                  </a:tcPr>
                </a:tc>
                <a:extLst>
                  <a:ext uri="{0D108BD9-81ED-4DB2-BD59-A6C34878D82A}">
                    <a16:rowId xmlns:a16="http://schemas.microsoft.com/office/drawing/2014/main" val="1595753679"/>
                  </a:ext>
                </a:extLst>
              </a:tr>
              <a:tr h="591473">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35%</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B0DDBD"/>
                    </a:solidFill>
                  </a:tcPr>
                </a:tc>
                <a:tc>
                  <a:txBody>
                    <a:bodyPr/>
                    <a:lstStyle/>
                    <a:p>
                      <a:pPr algn="ctr" rtl="0" fontAlgn="ctr"/>
                      <a:r>
                        <a:rPr lang="en-US" sz="1400" b="0" i="0" u="none" strike="noStrike">
                          <a:solidFill>
                            <a:srgbClr val="000000"/>
                          </a:solidFill>
                          <a:effectLst/>
                          <a:latin typeface="Calibri" panose="020F0502020204030204" pitchFamily="34" charset="0"/>
                        </a:rPr>
                        <a:t>48%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79C78E"/>
                    </a:solidFill>
                  </a:tcPr>
                </a:tc>
                <a:tc>
                  <a:txBody>
                    <a:bodyPr/>
                    <a:lstStyle/>
                    <a:p>
                      <a:pPr algn="ctr" rtl="0" fontAlgn="ctr"/>
                      <a:r>
                        <a:rPr lang="en-US" sz="1400" b="0" i="0" u="none" strike="noStrike">
                          <a:solidFill>
                            <a:srgbClr val="000000"/>
                          </a:solidFill>
                          <a:effectLst/>
                          <a:latin typeface="Calibri" panose="020F0502020204030204" pitchFamily="34" charset="0"/>
                        </a:rPr>
                        <a:t>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87A"/>
                    </a:solidFill>
                  </a:tcPr>
                </a:tc>
                <a:tc>
                  <a:txBody>
                    <a:bodyPr/>
                    <a:lstStyle/>
                    <a:p>
                      <a:pPr algn="ctr" rtl="0" fontAlgn="ctr"/>
                      <a:r>
                        <a:rPr lang="en-US" sz="1400" b="0" i="0" u="none" strike="noStrike">
                          <a:solidFill>
                            <a:srgbClr val="000000"/>
                          </a:solidFill>
                          <a:effectLst/>
                          <a:latin typeface="Calibri" panose="020F0502020204030204" pitchFamily="34" charset="0"/>
                        </a:rPr>
                        <a:t>27%</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2EBDB"/>
                    </a:solidFill>
                  </a:tcPr>
                </a:tc>
                <a:tc>
                  <a:txBody>
                    <a:bodyPr/>
                    <a:lstStyle/>
                    <a:p>
                      <a:pPr algn="ctr" rtl="0" fontAlgn="ctr"/>
                      <a:r>
                        <a:rPr lang="en-US" sz="1400" b="0" i="0" u="none" strike="noStrike">
                          <a:solidFill>
                            <a:srgbClr val="000000"/>
                          </a:solidFill>
                          <a:effectLst/>
                          <a:latin typeface="Calibri" panose="020F0502020204030204" pitchFamily="34" charset="0"/>
                        </a:rPr>
                        <a:t>53%</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2599044118"/>
                  </a:ext>
                </a:extLst>
              </a:tr>
              <a:tr h="444788">
                <a:tc rowSpan="2">
                  <a:txBody>
                    <a:bodyPr/>
                    <a:lstStyle/>
                    <a:p>
                      <a:pPr algn="ctr" rtl="0" fontAlgn="ctr"/>
                      <a:r>
                        <a:rPr lang="en-US" sz="1400" b="1" i="1" u="none" strike="noStrike">
                          <a:solidFill>
                            <a:srgbClr val="000000"/>
                          </a:solidFill>
                          <a:effectLst/>
                          <a:latin typeface="Calibri" panose="020F0502020204030204" pitchFamily="34" charset="0"/>
                        </a:rPr>
                        <a:t>At D:E 50:50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17%</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CFCFF"/>
                    </a:solidFill>
                  </a:tcPr>
                </a:tc>
                <a:tc>
                  <a:txBody>
                    <a:bodyPr/>
                    <a:lstStyle/>
                    <a:p>
                      <a:pPr algn="ctr" rtl="0" fontAlgn="ctr"/>
                      <a:r>
                        <a:rPr lang="en-US" sz="1400" b="0" i="0" u="none" strike="noStrike">
                          <a:solidFill>
                            <a:srgbClr val="000000"/>
                          </a:solidFill>
                          <a:effectLst/>
                          <a:latin typeface="Calibri" panose="020F0502020204030204" pitchFamily="34" charset="0"/>
                        </a:rPr>
                        <a:t>22%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7F4ED"/>
                    </a:solidFill>
                  </a:tcPr>
                </a:tc>
                <a:tc>
                  <a:txBody>
                    <a:bodyPr/>
                    <a:lstStyle/>
                    <a:p>
                      <a:pPr algn="ctr" rtl="0" fontAlgn="ctr"/>
                      <a:r>
                        <a:rPr lang="en-US" sz="1400" b="0" i="0" u="none" strike="noStrike">
                          <a:solidFill>
                            <a:srgbClr val="000000"/>
                          </a:solidFill>
                          <a:effectLst/>
                          <a:latin typeface="Calibri" panose="020F0502020204030204" pitchFamily="34" charset="0"/>
                        </a:rPr>
                        <a:t>-2%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696B"/>
                    </a:solidFill>
                  </a:tcPr>
                </a:tc>
                <a:tc>
                  <a:txBody>
                    <a:bodyPr/>
                    <a:lstStyle/>
                    <a:p>
                      <a:pPr algn="ctr" rtl="0" fontAlgn="ctr"/>
                      <a:r>
                        <a:rPr lang="en-US" sz="1400" b="0" i="0" u="none" strike="noStrike">
                          <a:solidFill>
                            <a:srgbClr val="000000"/>
                          </a:solidFill>
                          <a:effectLst/>
                          <a:latin typeface="Calibri" panose="020F0502020204030204" pitchFamily="34" charset="0"/>
                        </a:rPr>
                        <a:t>13%</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DDDF"/>
                    </a:solidFill>
                  </a:tcPr>
                </a:tc>
                <a:tc>
                  <a:txBody>
                    <a:bodyPr/>
                    <a:lstStyle/>
                    <a:p>
                      <a:pPr algn="ctr" rtl="0" fontAlgn="ctr"/>
                      <a:r>
                        <a:rPr lang="en-US" sz="1400" b="0" i="0" u="none" strike="noStrike">
                          <a:solidFill>
                            <a:srgbClr val="000000"/>
                          </a:solidFill>
                          <a:effectLst/>
                          <a:latin typeface="Calibri" panose="020F0502020204030204" pitchFamily="34" charset="0"/>
                        </a:rPr>
                        <a:t>24%</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FF0E6"/>
                    </a:solidFill>
                  </a:tcPr>
                </a:tc>
                <a:extLst>
                  <a:ext uri="{0D108BD9-81ED-4DB2-BD59-A6C34878D82A}">
                    <a16:rowId xmlns:a16="http://schemas.microsoft.com/office/drawing/2014/main" val="817525169"/>
                  </a:ext>
                </a:extLst>
              </a:tr>
              <a:tr h="591473">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20%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0F7F5"/>
                    </a:solidFill>
                  </a:tcPr>
                </a:tc>
                <a:tc>
                  <a:txBody>
                    <a:bodyPr/>
                    <a:lstStyle/>
                    <a:p>
                      <a:pPr algn="ctr" rtl="0" fontAlgn="ctr"/>
                      <a:r>
                        <a:rPr lang="en-US" sz="1400" b="0" i="0" u="none" strike="noStrike">
                          <a:solidFill>
                            <a:srgbClr val="000000"/>
                          </a:solidFill>
                          <a:effectLst/>
                          <a:latin typeface="Calibri" panose="020F0502020204030204" pitchFamily="34" charset="0"/>
                        </a:rPr>
                        <a:t>26%</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6EDDE"/>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16%</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F4F7"/>
                    </a:solidFill>
                  </a:tcPr>
                </a:tc>
                <a:tc>
                  <a:txBody>
                    <a:bodyPr/>
                    <a:lstStyle/>
                    <a:p>
                      <a:pPr algn="ctr" rtl="0" fontAlgn="ctr"/>
                      <a:r>
                        <a:rPr lang="en-US" sz="1400" b="0" i="0" u="none" strike="noStrike">
                          <a:solidFill>
                            <a:srgbClr val="000000"/>
                          </a:solidFill>
                          <a:effectLst/>
                          <a:latin typeface="Calibri" panose="020F0502020204030204" pitchFamily="34" charset="0"/>
                        </a:rPr>
                        <a:t>28%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EEAD7"/>
                    </a:solidFill>
                  </a:tcPr>
                </a:tc>
                <a:extLst>
                  <a:ext uri="{0D108BD9-81ED-4DB2-BD59-A6C34878D82A}">
                    <a16:rowId xmlns:a16="http://schemas.microsoft.com/office/drawing/2014/main" val="4121374196"/>
                  </a:ext>
                </a:extLst>
              </a:tr>
              <a:tr h="444788">
                <a:tc rowSpan="2">
                  <a:txBody>
                    <a:bodyPr/>
                    <a:lstStyle/>
                    <a:p>
                      <a:pPr algn="ctr" rtl="0" fontAlgn="ctr"/>
                      <a:r>
                        <a:rPr lang="en-US" sz="1400" b="1" i="0" u="none" strike="noStrike">
                          <a:solidFill>
                            <a:srgbClr val="000000"/>
                          </a:solidFill>
                          <a:effectLst/>
                          <a:latin typeface="Calibri" panose="020F0502020204030204" pitchFamily="34" charset="0"/>
                        </a:rPr>
                        <a:t>At D:E 0:100</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1" u="none" strike="noStrike">
                          <a:solidFill>
                            <a:srgbClr val="000000"/>
                          </a:solidFill>
                          <a:effectLst/>
                          <a:latin typeface="Calibri" panose="020F0502020204030204" pitchFamily="34" charset="0"/>
                        </a:rPr>
                        <a:t>Base Case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D5D8"/>
                    </a:solidFill>
                  </a:tcPr>
                </a:tc>
                <a:tc>
                  <a:txBody>
                    <a:bodyPr/>
                    <a:lstStyle/>
                    <a:p>
                      <a:pPr algn="ctr" rtl="0" fontAlgn="ctr"/>
                      <a:r>
                        <a:rPr lang="en-US" sz="1400" b="0" i="0" u="none" strike="noStrike">
                          <a:solidFill>
                            <a:srgbClr val="000000"/>
                          </a:solidFill>
                          <a:effectLst/>
                          <a:latin typeface="Calibri" panose="020F0502020204030204" pitchFamily="34" charset="0"/>
                        </a:rPr>
                        <a:t>15%</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CEF"/>
                    </a:solidFill>
                  </a:tcPr>
                </a:tc>
                <a:tc>
                  <a:txBody>
                    <a:bodyPr/>
                    <a:lstStyle/>
                    <a:p>
                      <a:pPr algn="ctr" rtl="0" fontAlgn="ctr"/>
                      <a:r>
                        <a:rPr lang="en-US" sz="1400" b="0" i="0" u="none" strike="noStrike">
                          <a:solidFill>
                            <a:srgbClr val="000000"/>
                          </a:solidFill>
                          <a:effectLst/>
                          <a:latin typeface="Calibri" panose="020F0502020204030204" pitchFamily="34" charset="0"/>
                        </a:rPr>
                        <a:t>-2%</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696B"/>
                    </a:solidFill>
                  </a:tcPr>
                </a:tc>
                <a:tc>
                  <a:txBody>
                    <a:bodyPr/>
                    <a:lstStyle/>
                    <a:p>
                      <a:pPr algn="ctr" rtl="0" fontAlgn="ctr"/>
                      <a:r>
                        <a:rPr lang="en-US" sz="1400" b="0" i="0" u="none" strike="noStrike">
                          <a:solidFill>
                            <a:srgbClr val="000000"/>
                          </a:solidFill>
                          <a:effectLst/>
                          <a:latin typeface="Calibri" panose="020F0502020204030204" pitchFamily="34" charset="0"/>
                        </a:rPr>
                        <a:t>9%</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BEC0"/>
                    </a:solidFill>
                  </a:tcPr>
                </a:tc>
                <a:tc>
                  <a:txBody>
                    <a:bodyPr/>
                    <a:lstStyle/>
                    <a:p>
                      <a:pPr algn="ctr" rtl="0" fontAlgn="ctr"/>
                      <a:r>
                        <a:rPr lang="en-US" sz="1400" b="0" i="0" u="none" strike="noStrike">
                          <a:solidFill>
                            <a:srgbClr val="000000"/>
                          </a:solidFill>
                          <a:effectLst/>
                          <a:latin typeface="Calibri" panose="020F0502020204030204" pitchFamily="34" charset="0"/>
                        </a:rPr>
                        <a:t>16%</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F4F7"/>
                    </a:solidFill>
                  </a:tcPr>
                </a:tc>
                <a:extLst>
                  <a:ext uri="{0D108BD9-81ED-4DB2-BD59-A6C34878D82A}">
                    <a16:rowId xmlns:a16="http://schemas.microsoft.com/office/drawing/2014/main" val="3390598447"/>
                  </a:ext>
                </a:extLst>
              </a:tr>
              <a:tr h="591473">
                <a:tc vMerge="1">
                  <a:txBody>
                    <a:bodyPr/>
                    <a:lstStyle/>
                    <a:p>
                      <a:endParaRPr lang="en-US"/>
                    </a:p>
                  </a:txBody>
                  <a:tcPr/>
                </a:tc>
                <a:tc>
                  <a:txBody>
                    <a:bodyPr/>
                    <a:lstStyle/>
                    <a:p>
                      <a:pPr algn="ctr" rtl="0" fontAlgn="ctr"/>
                      <a:r>
                        <a:rPr lang="en-US" sz="1400" b="1" i="1" u="none" strike="noStrike">
                          <a:solidFill>
                            <a:srgbClr val="000000"/>
                          </a:solidFill>
                          <a:effectLst/>
                          <a:latin typeface="Calibri" panose="020F0502020204030204" pitchFamily="34" charset="0"/>
                        </a:rPr>
                        <a:t>10% Discounted Capex</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rgbClr val="000000"/>
                          </a:solidFill>
                          <a:effectLst/>
                          <a:latin typeface="Calibri" panose="020F0502020204030204" pitchFamily="34" charset="0"/>
                        </a:rPr>
                        <a:t>14%</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BE4E7"/>
                    </a:solidFill>
                  </a:tcPr>
                </a:tc>
                <a:tc>
                  <a:txBody>
                    <a:bodyPr/>
                    <a:lstStyle/>
                    <a:p>
                      <a:pPr algn="ctr" rtl="0" fontAlgn="ctr"/>
                      <a:r>
                        <a:rPr lang="en-US" sz="1400" b="0" i="0" u="none" strike="noStrike">
                          <a:solidFill>
                            <a:srgbClr val="000000"/>
                          </a:solidFill>
                          <a:effectLst/>
                          <a:latin typeface="Calibri" panose="020F0502020204030204" pitchFamily="34" charset="0"/>
                        </a:rPr>
                        <a:t>17%</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CFCFF"/>
                    </a:solidFill>
                  </a:tcPr>
                </a:tc>
                <a:tc>
                  <a:txBody>
                    <a:bodyPr/>
                    <a:lstStyle/>
                    <a:p>
                      <a:pPr algn="ctr" rtl="0" fontAlgn="ctr"/>
                      <a:r>
                        <a:rPr lang="en-US" sz="1400" b="0" i="0" u="none" strike="noStrike">
                          <a:solidFill>
                            <a:srgbClr val="000000"/>
                          </a:solidFill>
                          <a:effectLst/>
                          <a:latin typeface="Calibri" panose="020F0502020204030204" pitchFamily="34" charset="0"/>
                        </a:rPr>
                        <a:t>-1%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7072"/>
                    </a:solidFill>
                  </a:tcPr>
                </a:tc>
                <a:tc>
                  <a:txBody>
                    <a:bodyPr/>
                    <a:lstStyle/>
                    <a:p>
                      <a:pPr algn="ctr" rtl="0" fontAlgn="ctr"/>
                      <a:r>
                        <a:rPr lang="en-US" sz="1400" b="0" i="0" u="none" strike="noStrike">
                          <a:solidFill>
                            <a:srgbClr val="000000"/>
                          </a:solidFill>
                          <a:effectLst/>
                          <a:latin typeface="Calibri" panose="020F0502020204030204" pitchFamily="34" charset="0"/>
                        </a:rPr>
                        <a:t>11%</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ACDD0"/>
                    </a:solidFill>
                  </a:tcPr>
                </a:tc>
                <a:tc>
                  <a:txBody>
                    <a:bodyPr/>
                    <a:lstStyle/>
                    <a:p>
                      <a:pPr algn="ctr" rtl="0" fontAlgn="ctr"/>
                      <a:r>
                        <a:rPr lang="en-US" sz="1400" b="0" i="0" u="none" strike="noStrike" dirty="0">
                          <a:solidFill>
                            <a:srgbClr val="000000"/>
                          </a:solidFill>
                          <a:effectLst/>
                          <a:latin typeface="Calibri" panose="020F0502020204030204" pitchFamily="34" charset="0"/>
                        </a:rPr>
                        <a:t>18%</a:t>
                      </a:r>
                    </a:p>
                  </a:txBody>
                  <a:tcPr marL="5801" marR="5801" marT="5801"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8FBFC"/>
                    </a:solidFill>
                  </a:tcPr>
                </a:tc>
                <a:extLst>
                  <a:ext uri="{0D108BD9-81ED-4DB2-BD59-A6C34878D82A}">
                    <a16:rowId xmlns:a16="http://schemas.microsoft.com/office/drawing/2014/main" val="2557045457"/>
                  </a:ext>
                </a:extLst>
              </a:tr>
            </a:tbl>
          </a:graphicData>
        </a:graphic>
      </p:graphicFrame>
    </p:spTree>
    <p:extLst>
      <p:ext uri="{BB962C8B-B14F-4D97-AF65-F5344CB8AC3E}">
        <p14:creationId xmlns:p14="http://schemas.microsoft.com/office/powerpoint/2010/main" val="2364889096"/>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MODEL 2: BOO (PPA-BASED)</a:t>
            </a:r>
            <a:br>
              <a:rPr kumimoji="0" lang="en-US" sz="4000" b="1" i="0" u="none" strike="noStrike" kern="1200" cap="none" spc="0" normalizeH="0" baseline="0" noProof="0" dirty="0">
                <a:ln>
                  <a:noFill/>
                </a:ln>
                <a:solidFill>
                  <a:srgbClr val="313131"/>
                </a:solidFill>
                <a:effectLst/>
                <a:uLnTx/>
                <a:uFillTx/>
                <a:latin typeface="Calibri"/>
                <a:ea typeface="+mn-ea"/>
                <a:cs typeface="+mn-cs"/>
              </a:rPr>
            </a:br>
            <a:r>
              <a:rPr kumimoji="0" lang="en-US" sz="4000" b="1" i="0" u="none" strike="noStrike" kern="1200" cap="none" spc="0" normalizeH="0" baseline="0" noProof="0" dirty="0">
                <a:ln>
                  <a:noFill/>
                </a:ln>
                <a:solidFill>
                  <a:srgbClr val="313131"/>
                </a:solidFill>
                <a:effectLst/>
                <a:uLnTx/>
                <a:uFillTx/>
                <a:latin typeface="Calibri"/>
                <a:ea typeface="+mn-ea"/>
                <a:cs typeface="+mn-cs"/>
              </a:rPr>
              <a:t>FINANCIAL EVALUATION AND FINDINGS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3524306"/>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Charges Applicable for Various Options- BOO</a:t>
            </a:r>
            <a:endParaRPr lang="en-GB" sz="2800" b="1" dirty="0"/>
          </a:p>
        </p:txBody>
      </p:sp>
      <p:sp>
        <p:nvSpPr>
          <p:cNvPr id="4" name="Rectangle 3"/>
          <p:cNvSpPr/>
          <p:nvPr/>
        </p:nvSpPr>
        <p:spPr>
          <a:xfrm>
            <a:off x="413785" y="627154"/>
            <a:ext cx="408977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Regulatory Charges and Losses Applicable</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5" name="Table 4">
            <a:extLst>
              <a:ext uri="{FF2B5EF4-FFF2-40B4-BE49-F238E27FC236}">
                <a16:creationId xmlns:a16="http://schemas.microsoft.com/office/drawing/2014/main" id="{F6D25DA0-AC94-4912-9C2D-4C8BFE806D6E}"/>
              </a:ext>
            </a:extLst>
          </p:cNvPr>
          <p:cNvGraphicFramePr>
            <a:graphicFrameLocks noGrp="1"/>
          </p:cNvGraphicFramePr>
          <p:nvPr>
            <p:extLst>
              <p:ext uri="{D42A27DB-BD31-4B8C-83A1-F6EECF244321}">
                <p14:modId xmlns:p14="http://schemas.microsoft.com/office/powerpoint/2010/main" val="2653407760"/>
              </p:ext>
            </p:extLst>
          </p:nvPr>
        </p:nvGraphicFramePr>
        <p:xfrm>
          <a:off x="501650" y="1154921"/>
          <a:ext cx="11188703" cy="4554761"/>
        </p:xfrm>
        <a:graphic>
          <a:graphicData uri="http://schemas.openxmlformats.org/drawingml/2006/table">
            <a:tbl>
              <a:tblPr/>
              <a:tblGrid>
                <a:gridCol w="2908253">
                  <a:extLst>
                    <a:ext uri="{9D8B030D-6E8A-4147-A177-3AD203B41FA5}">
                      <a16:colId xmlns:a16="http://schemas.microsoft.com/office/drawing/2014/main" val="2500015108"/>
                    </a:ext>
                  </a:extLst>
                </a:gridCol>
                <a:gridCol w="1380075">
                  <a:extLst>
                    <a:ext uri="{9D8B030D-6E8A-4147-A177-3AD203B41FA5}">
                      <a16:colId xmlns:a16="http://schemas.microsoft.com/office/drawing/2014/main" val="4166167815"/>
                    </a:ext>
                  </a:extLst>
                </a:gridCol>
                <a:gridCol w="1380075">
                  <a:extLst>
                    <a:ext uri="{9D8B030D-6E8A-4147-A177-3AD203B41FA5}">
                      <a16:colId xmlns:a16="http://schemas.microsoft.com/office/drawing/2014/main" val="4239583049"/>
                    </a:ext>
                  </a:extLst>
                </a:gridCol>
                <a:gridCol w="1380075">
                  <a:extLst>
                    <a:ext uri="{9D8B030D-6E8A-4147-A177-3AD203B41FA5}">
                      <a16:colId xmlns:a16="http://schemas.microsoft.com/office/drawing/2014/main" val="568939293"/>
                    </a:ext>
                  </a:extLst>
                </a:gridCol>
                <a:gridCol w="1380075">
                  <a:extLst>
                    <a:ext uri="{9D8B030D-6E8A-4147-A177-3AD203B41FA5}">
                      <a16:colId xmlns:a16="http://schemas.microsoft.com/office/drawing/2014/main" val="855864801"/>
                    </a:ext>
                  </a:extLst>
                </a:gridCol>
                <a:gridCol w="1380075">
                  <a:extLst>
                    <a:ext uri="{9D8B030D-6E8A-4147-A177-3AD203B41FA5}">
                      <a16:colId xmlns:a16="http://schemas.microsoft.com/office/drawing/2014/main" val="3198977295"/>
                    </a:ext>
                  </a:extLst>
                </a:gridCol>
                <a:gridCol w="1380075">
                  <a:extLst>
                    <a:ext uri="{9D8B030D-6E8A-4147-A177-3AD203B41FA5}">
                      <a16:colId xmlns:a16="http://schemas.microsoft.com/office/drawing/2014/main" val="1319365936"/>
                    </a:ext>
                  </a:extLst>
                </a:gridCol>
              </a:tblGrid>
              <a:tr h="383743">
                <a:tc rowSpan="2">
                  <a:txBody>
                    <a:bodyPr/>
                    <a:lstStyle/>
                    <a:p>
                      <a:pPr algn="ctr" rtl="0" fontAlgn="ctr"/>
                      <a:r>
                        <a:rPr lang="en-US" sz="1600" b="1" i="0" u="none" strike="noStrike" dirty="0">
                          <a:solidFill>
                            <a:srgbClr val="000000"/>
                          </a:solidFill>
                          <a:effectLst/>
                          <a:latin typeface="Calibri" panose="020F0502020204030204" pitchFamily="34" charset="0"/>
                        </a:rPr>
                        <a:t>Regulatory Charges &amp; Losses Applicability</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1: Entire Capacity is in CG</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2: Entire Capacity is in MP</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Option 3: CG-Own, MP-Own</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7407823"/>
                  </a:ext>
                </a:extLst>
              </a:tr>
              <a:tr h="383743">
                <a:tc vMerge="1">
                  <a:txBody>
                    <a:bodyPr/>
                    <a:lstStyle/>
                    <a:p>
                      <a:pPr algn="ctr" rtl="0" fontAlgn="ctr"/>
                      <a:endParaRPr lang="en-US" sz="16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6183725"/>
                  </a:ext>
                </a:extLst>
              </a:tr>
              <a:tr h="252485">
                <a:tc>
                  <a:txBody>
                    <a:bodyPr/>
                    <a:lstStyle/>
                    <a:p>
                      <a:pPr algn="ctr" fontAlgn="b"/>
                      <a:r>
                        <a:rPr lang="en-US" sz="1600" b="0" i="0" u="none" strike="noStrike" dirty="0">
                          <a:solidFill>
                            <a:srgbClr val="000000"/>
                          </a:solidFill>
                          <a:effectLst/>
                          <a:latin typeface="+mn-lt"/>
                        </a:rPr>
                        <a:t>CG-Transmission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79539864"/>
                  </a:ext>
                </a:extLst>
              </a:tr>
              <a:tr h="252485">
                <a:tc>
                  <a:txBody>
                    <a:bodyPr/>
                    <a:lstStyle/>
                    <a:p>
                      <a:pPr algn="ctr" fontAlgn="b"/>
                      <a:r>
                        <a:rPr lang="en-US" sz="1600" b="0" i="0" u="none" strike="noStrike" dirty="0">
                          <a:solidFill>
                            <a:srgbClr val="000000"/>
                          </a:solidFill>
                          <a:effectLst/>
                          <a:latin typeface="+mn-lt"/>
                        </a:rPr>
                        <a:t>CG-SLDC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79379905"/>
                  </a:ext>
                </a:extLst>
              </a:tr>
              <a:tr h="252485">
                <a:tc>
                  <a:txBody>
                    <a:bodyPr/>
                    <a:lstStyle/>
                    <a:p>
                      <a:pPr algn="ctr" fontAlgn="b"/>
                      <a:r>
                        <a:rPr lang="en-US" sz="1600" b="0" i="0" u="none" strike="noStrike" dirty="0">
                          <a:solidFill>
                            <a:srgbClr val="000000"/>
                          </a:solidFill>
                          <a:effectLst/>
                          <a:latin typeface="+mn-lt"/>
                        </a:rPr>
                        <a:t>CG-Wheeling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29636319"/>
                  </a:ext>
                </a:extLst>
              </a:tr>
              <a:tr h="252485">
                <a:tc>
                  <a:txBody>
                    <a:bodyPr/>
                    <a:lstStyle/>
                    <a:p>
                      <a:pPr algn="ctr" fontAlgn="b"/>
                      <a:r>
                        <a:rPr lang="en-US" sz="1600" b="0" i="0" u="none" strike="noStrike" dirty="0">
                          <a:solidFill>
                            <a:srgbClr val="000000"/>
                          </a:solidFill>
                          <a:effectLst/>
                          <a:latin typeface="+mn-lt"/>
                        </a:rPr>
                        <a:t>CG-Cross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7679774"/>
                  </a:ext>
                </a:extLst>
              </a:tr>
              <a:tr h="252485">
                <a:tc>
                  <a:txBody>
                    <a:bodyPr/>
                    <a:lstStyle/>
                    <a:p>
                      <a:pPr algn="ctr" fontAlgn="b"/>
                      <a:r>
                        <a:rPr lang="en-US" sz="1600" b="0" i="0" u="none" strike="noStrike" dirty="0">
                          <a:solidFill>
                            <a:srgbClr val="000000"/>
                          </a:solidFill>
                          <a:effectLst/>
                          <a:latin typeface="+mn-lt"/>
                        </a:rPr>
                        <a:t>CG-Additional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8838031"/>
                  </a:ext>
                </a:extLst>
              </a:tr>
              <a:tr h="252485">
                <a:tc>
                  <a:txBody>
                    <a:bodyPr/>
                    <a:lstStyle/>
                    <a:p>
                      <a:pPr algn="ctr" fontAlgn="b"/>
                      <a:r>
                        <a:rPr lang="en-US" sz="1600" b="0" i="0" u="none" strike="noStrike" dirty="0">
                          <a:solidFill>
                            <a:srgbClr val="000000"/>
                          </a:solidFill>
                          <a:effectLst/>
                          <a:latin typeface="+mn-lt"/>
                        </a:rPr>
                        <a:t>CG-Reactive Energy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36244431"/>
                  </a:ext>
                </a:extLst>
              </a:tr>
              <a:tr h="252485">
                <a:tc>
                  <a:txBody>
                    <a:bodyPr/>
                    <a:lstStyle/>
                    <a:p>
                      <a:pPr algn="ctr" fontAlgn="b"/>
                      <a:r>
                        <a:rPr lang="en-US" sz="1600" b="0" i="0" u="none" strike="noStrike" dirty="0">
                          <a:solidFill>
                            <a:srgbClr val="000000"/>
                          </a:solidFill>
                          <a:effectLst/>
                          <a:latin typeface="+mn-lt"/>
                        </a:rPr>
                        <a:t>CG-T&amp;D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1681189"/>
                  </a:ext>
                </a:extLst>
              </a:tr>
              <a:tr h="252485">
                <a:tc>
                  <a:txBody>
                    <a:bodyPr/>
                    <a:lstStyle/>
                    <a:p>
                      <a:pPr algn="ctr" fontAlgn="b"/>
                      <a:r>
                        <a:rPr lang="en-US" sz="1600" b="0" i="0" u="none" strike="noStrike" dirty="0">
                          <a:solidFill>
                            <a:srgbClr val="000000"/>
                          </a:solidFill>
                          <a:effectLst/>
                          <a:latin typeface="+mn-lt"/>
                        </a:rPr>
                        <a:t>ISTS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7881970"/>
                  </a:ext>
                </a:extLst>
              </a:tr>
              <a:tr h="252485">
                <a:tc>
                  <a:txBody>
                    <a:bodyPr/>
                    <a:lstStyle/>
                    <a:p>
                      <a:pPr algn="ctr" fontAlgn="b"/>
                      <a:r>
                        <a:rPr lang="en-US" sz="1600" b="0" i="0" u="none" strike="noStrike" dirty="0">
                          <a:solidFill>
                            <a:srgbClr val="000000"/>
                          </a:solidFill>
                          <a:effectLst/>
                          <a:latin typeface="+mn-lt"/>
                        </a:rPr>
                        <a:t>ISTS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12454756"/>
                  </a:ext>
                </a:extLst>
              </a:tr>
              <a:tr h="252485">
                <a:tc>
                  <a:txBody>
                    <a:bodyPr/>
                    <a:lstStyle/>
                    <a:p>
                      <a:pPr algn="ctr" fontAlgn="b"/>
                      <a:r>
                        <a:rPr lang="en-US" sz="1600" b="0" i="0" u="none" strike="noStrike" dirty="0">
                          <a:solidFill>
                            <a:srgbClr val="000000"/>
                          </a:solidFill>
                          <a:effectLst/>
                          <a:latin typeface="+mn-lt"/>
                        </a:rPr>
                        <a:t>MP-Transmission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789534710"/>
                  </a:ext>
                </a:extLst>
              </a:tr>
              <a:tr h="252485">
                <a:tc>
                  <a:txBody>
                    <a:bodyPr/>
                    <a:lstStyle/>
                    <a:p>
                      <a:pPr algn="ctr" fontAlgn="b"/>
                      <a:r>
                        <a:rPr lang="en-US" sz="1600" b="0" i="0" u="none" strike="noStrike" dirty="0">
                          <a:solidFill>
                            <a:srgbClr val="000000"/>
                          </a:solidFill>
                          <a:effectLst/>
                          <a:latin typeface="+mn-lt"/>
                        </a:rPr>
                        <a:t>MP-Wheeling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96969412"/>
                  </a:ext>
                </a:extLst>
              </a:tr>
              <a:tr h="252485">
                <a:tc>
                  <a:txBody>
                    <a:bodyPr/>
                    <a:lstStyle/>
                    <a:p>
                      <a:pPr algn="ctr" fontAlgn="b"/>
                      <a:r>
                        <a:rPr lang="en-US" sz="1600" b="0" i="0" u="none" strike="noStrike" dirty="0">
                          <a:solidFill>
                            <a:srgbClr val="000000"/>
                          </a:solidFill>
                          <a:effectLst/>
                          <a:latin typeface="+mn-lt"/>
                        </a:rPr>
                        <a:t>MP-SLDC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42807149"/>
                  </a:ext>
                </a:extLst>
              </a:tr>
              <a:tr h="252485">
                <a:tc>
                  <a:txBody>
                    <a:bodyPr/>
                    <a:lstStyle/>
                    <a:p>
                      <a:pPr algn="ctr" fontAlgn="b"/>
                      <a:r>
                        <a:rPr lang="en-US" sz="1600" b="0" i="0" u="none" strike="noStrike">
                          <a:solidFill>
                            <a:srgbClr val="000000"/>
                          </a:solidFill>
                          <a:effectLst/>
                          <a:latin typeface="+mn-lt"/>
                        </a:rPr>
                        <a:t>MP-Cross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51346460"/>
                  </a:ext>
                </a:extLst>
              </a:tr>
              <a:tr h="252485">
                <a:tc>
                  <a:txBody>
                    <a:bodyPr/>
                    <a:lstStyle/>
                    <a:p>
                      <a:pPr algn="ctr" fontAlgn="b"/>
                      <a:r>
                        <a:rPr lang="en-US" sz="1600" b="0" i="0" u="none" strike="noStrike" dirty="0">
                          <a:solidFill>
                            <a:srgbClr val="000000"/>
                          </a:solidFill>
                          <a:effectLst/>
                          <a:latin typeface="+mn-lt"/>
                        </a:rPr>
                        <a:t>MP-Additional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20075713"/>
                  </a:ext>
                </a:extLst>
              </a:tr>
              <a:tr h="252485">
                <a:tc>
                  <a:txBody>
                    <a:bodyPr/>
                    <a:lstStyle/>
                    <a:p>
                      <a:pPr algn="ctr" fontAlgn="b"/>
                      <a:r>
                        <a:rPr lang="en-US" sz="1600" b="0" i="0" u="none" strike="noStrike" dirty="0">
                          <a:solidFill>
                            <a:srgbClr val="000000"/>
                          </a:solidFill>
                          <a:effectLst/>
                          <a:latin typeface="+mn-lt"/>
                        </a:rPr>
                        <a:t>MP-T&amp;D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896723531"/>
                  </a:ext>
                </a:extLst>
              </a:tr>
            </a:tbl>
          </a:graphicData>
        </a:graphic>
      </p:graphicFrame>
      <p:sp>
        <p:nvSpPr>
          <p:cNvPr id="8" name="Rectangle: Rounded Corners 7">
            <a:extLst>
              <a:ext uri="{FF2B5EF4-FFF2-40B4-BE49-F238E27FC236}">
                <a16:creationId xmlns:a16="http://schemas.microsoft.com/office/drawing/2014/main" id="{031833B8-7C1F-4C8F-B9E7-D4D80DE4D554}"/>
              </a:ext>
            </a:extLst>
          </p:cNvPr>
          <p:cNvSpPr/>
          <p:nvPr/>
        </p:nvSpPr>
        <p:spPr bwMode="gray">
          <a:xfrm>
            <a:off x="413784" y="5868117"/>
            <a:ext cx="11276565" cy="765560"/>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ISTS charge and loss will not at all be applicable for Option 3</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CG doesn’t have additional</a:t>
            </a:r>
            <a:r>
              <a:rPr lang="en-US" sz="1100" kern="0" dirty="0">
                <a:solidFill>
                  <a:prstClr val="black"/>
                </a:solidFill>
                <a:latin typeface="Calibri Light" panose="020F0302020204030204" pitchFamily="34" charset="0"/>
                <a:cs typeface="Calibri Light" panose="020F0302020204030204" pitchFamily="34" charset="0"/>
              </a:rPr>
              <a:t> surcharge in their regulations, hence not applicable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CG has waiver for </a:t>
            </a:r>
            <a:r>
              <a:rPr lang="en-US" sz="1100" kern="0" dirty="0" err="1">
                <a:solidFill>
                  <a:prstClr val="black"/>
                </a:solidFill>
                <a:latin typeface="Calibri Light" panose="020F0302020204030204" pitchFamily="34" charset="0"/>
                <a:cs typeface="Calibri Light" panose="020F0302020204030204" pitchFamily="34" charset="0"/>
              </a:rPr>
              <a:t>insta</a:t>
            </a:r>
            <a:r>
              <a:rPr lang="en-US" sz="1100" kern="0" dirty="0">
                <a:solidFill>
                  <a:prstClr val="black"/>
                </a:solidFill>
                <a:latin typeface="Calibri Light" panose="020F0302020204030204" pitchFamily="34" charset="0"/>
                <a:cs typeface="Calibri Light" panose="020F0302020204030204" pitchFamily="34" charset="0"/>
              </a:rPr>
              <a:t>-state RE on STU charge, wheeling charges, SLDC charges, while MP only has SLDC charge waived for RE plants </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893084993"/>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1: Comparison of Cost of Energy- BOO (Rs./KWh)</a:t>
            </a:r>
            <a:endParaRPr lang="en-GB" sz="2800" b="1" dirty="0"/>
          </a:p>
        </p:txBody>
      </p:sp>
      <p:sp>
        <p:nvSpPr>
          <p:cNvPr id="4" name="Rectangle 3"/>
          <p:cNvSpPr/>
          <p:nvPr/>
        </p:nvSpPr>
        <p:spPr>
          <a:xfrm>
            <a:off x="413785" y="561838"/>
            <a:ext cx="6645730" cy="400110"/>
          </a:xfrm>
          <a:prstGeom prst="rect">
            <a:avLst/>
          </a:prstGeom>
        </p:spPr>
        <p:txBody>
          <a:bodyPr wrap="none">
            <a:spAutoFit/>
          </a:bodyPr>
          <a:lstStyle/>
          <a:p>
            <a:r>
              <a:rPr lang="pt-BR" sz="2000" b="1" dirty="0">
                <a:solidFill>
                  <a:schemeClr val="accent3"/>
                </a:solidFill>
                <a:latin typeface="Calibri"/>
              </a:rPr>
              <a:t>For Option 1: Full Generation in CG and Consumption in both</a:t>
            </a:r>
            <a:endParaRPr lang="en-IN" sz="2000" b="1" dirty="0">
              <a:solidFill>
                <a:schemeClr val="accent3"/>
              </a:solidFill>
              <a:latin typeface="Calibri"/>
            </a:endParaRP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501651" y="1154920"/>
            <a:ext cx="5386531" cy="4851243"/>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096001" y="1154921"/>
            <a:ext cx="5492662" cy="4851243"/>
          </a:xfrm>
          <a:prstGeom prst="roundRect">
            <a:avLst>
              <a:gd name="adj" fmla="val 6414"/>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16" name="Chart 15">
            <a:extLst>
              <a:ext uri="{FF2B5EF4-FFF2-40B4-BE49-F238E27FC236}">
                <a16:creationId xmlns:a16="http://schemas.microsoft.com/office/drawing/2014/main" id="{621E3655-D0BA-4FE1-B46B-D67634DA3AD9}"/>
              </a:ext>
            </a:extLst>
          </p:cNvPr>
          <p:cNvGraphicFramePr/>
          <p:nvPr>
            <p:extLst>
              <p:ext uri="{D42A27DB-BD31-4B8C-83A1-F6EECF244321}">
                <p14:modId xmlns:p14="http://schemas.microsoft.com/office/powerpoint/2010/main" val="3789173338"/>
              </p:ext>
            </p:extLst>
          </p:nvPr>
        </p:nvGraphicFramePr>
        <p:xfrm>
          <a:off x="738007" y="1349650"/>
          <a:ext cx="4892231" cy="4260039"/>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190871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Madhya Pradesh</a:t>
            </a:r>
          </a:p>
        </p:txBody>
      </p:sp>
      <p:graphicFrame>
        <p:nvGraphicFramePr>
          <p:cNvPr id="19" name="Chart 18">
            <a:extLst>
              <a:ext uri="{FF2B5EF4-FFF2-40B4-BE49-F238E27FC236}">
                <a16:creationId xmlns:a16="http://schemas.microsoft.com/office/drawing/2014/main" id="{97DE2E3A-AD35-419A-88BE-78725570B34C}"/>
              </a:ext>
            </a:extLst>
          </p:cNvPr>
          <p:cNvGraphicFramePr/>
          <p:nvPr>
            <p:extLst>
              <p:ext uri="{D42A27DB-BD31-4B8C-83A1-F6EECF244321}">
                <p14:modId xmlns:p14="http://schemas.microsoft.com/office/powerpoint/2010/main" val="2184899579"/>
              </p:ext>
            </p:extLst>
          </p:nvPr>
        </p:nvGraphicFramePr>
        <p:xfrm>
          <a:off x="6371185" y="1349650"/>
          <a:ext cx="5082809" cy="4922813"/>
        </p:xfrm>
        <a:graphic>
          <a:graphicData uri="http://schemas.openxmlformats.org/drawingml/2006/chart">
            <c:chart xmlns:c="http://schemas.openxmlformats.org/drawingml/2006/chart" xmlns:r="http://schemas.openxmlformats.org/officeDocument/2006/relationships" r:id="rId3"/>
          </a:graphicData>
        </a:graphic>
      </p:graphicFrame>
      <p:sp>
        <p:nvSpPr>
          <p:cNvPr id="10" name="Rectangle: Rounded Corners 9">
            <a:extLst>
              <a:ext uri="{FF2B5EF4-FFF2-40B4-BE49-F238E27FC236}">
                <a16:creationId xmlns:a16="http://schemas.microsoft.com/office/drawing/2014/main" id="{D0223788-DCAC-4068-B17F-18E2905A2939}"/>
              </a:ext>
            </a:extLst>
          </p:cNvPr>
          <p:cNvSpPr/>
          <p:nvPr/>
        </p:nvSpPr>
        <p:spPr bwMode="gray">
          <a:xfrm>
            <a:off x="413785" y="6089855"/>
            <a:ext cx="11276565" cy="457856"/>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Landed solar cost at CG is always lower than projected ECR, while for MP, the cost is always higher, irrespective of the applicability of ISTS charges</a:t>
            </a:r>
          </a:p>
        </p:txBody>
      </p:sp>
    </p:spTree>
    <p:extLst>
      <p:ext uri="{BB962C8B-B14F-4D97-AF65-F5344CB8AC3E}">
        <p14:creationId xmlns:p14="http://schemas.microsoft.com/office/powerpoint/2010/main" val="1702198388"/>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2: Comparison of Cost of Energy- BOO (Rs./KWh)</a:t>
            </a:r>
            <a:endParaRPr lang="en-GB" sz="2800" b="1" dirty="0"/>
          </a:p>
        </p:txBody>
      </p:sp>
      <p:sp>
        <p:nvSpPr>
          <p:cNvPr id="4" name="Rectangle 3"/>
          <p:cNvSpPr/>
          <p:nvPr/>
        </p:nvSpPr>
        <p:spPr>
          <a:xfrm>
            <a:off x="413785" y="572724"/>
            <a:ext cx="6388224" cy="400110"/>
          </a:xfrm>
          <a:prstGeom prst="rect">
            <a:avLst/>
          </a:prstGeom>
        </p:spPr>
        <p:txBody>
          <a:bodyPr wrap="none">
            <a:spAutoFit/>
          </a:bodyPr>
          <a:lstStyle/>
          <a:p>
            <a:r>
              <a:rPr lang="en-US" sz="2000" b="1" dirty="0">
                <a:solidFill>
                  <a:schemeClr val="accent3"/>
                </a:solidFill>
                <a:latin typeface="Calibri"/>
              </a:rPr>
              <a:t>For Option 2: Full Capacity in MP and consumption in both</a:t>
            </a:r>
          </a:p>
        </p:txBody>
      </p:sp>
      <p:sp>
        <p:nvSpPr>
          <p:cNvPr id="9" name="Rectangle: Rounded Corners 8">
            <a:extLst>
              <a:ext uri="{FF2B5EF4-FFF2-40B4-BE49-F238E27FC236}">
                <a16:creationId xmlns:a16="http://schemas.microsoft.com/office/drawing/2014/main" id="{E68F2C51-F166-432E-8C2C-DE44B77FC36E}"/>
              </a:ext>
            </a:extLst>
          </p:cNvPr>
          <p:cNvSpPr/>
          <p:nvPr/>
        </p:nvSpPr>
        <p:spPr bwMode="gray">
          <a:xfrm>
            <a:off x="501651" y="1154921"/>
            <a:ext cx="5594350" cy="459136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Rectangle: Rounded Corners 9">
            <a:extLst>
              <a:ext uri="{FF2B5EF4-FFF2-40B4-BE49-F238E27FC236}">
                <a16:creationId xmlns:a16="http://schemas.microsoft.com/office/drawing/2014/main" id="{0717AFCA-E411-49E4-BFD0-B04BBCBDAF2A}"/>
              </a:ext>
            </a:extLst>
          </p:cNvPr>
          <p:cNvSpPr/>
          <p:nvPr/>
        </p:nvSpPr>
        <p:spPr bwMode="gray">
          <a:xfrm>
            <a:off x="6371185" y="1154921"/>
            <a:ext cx="5217477" cy="459136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2175164"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Madhya Pradesh</a:t>
            </a:r>
          </a:p>
        </p:txBody>
      </p:sp>
      <p:graphicFrame>
        <p:nvGraphicFramePr>
          <p:cNvPr id="21" name="Chart 20">
            <a:extLst>
              <a:ext uri="{FF2B5EF4-FFF2-40B4-BE49-F238E27FC236}">
                <a16:creationId xmlns:a16="http://schemas.microsoft.com/office/drawing/2014/main" id="{B925D6E8-6D76-4BFC-A6A5-195D898DB03E}"/>
              </a:ext>
            </a:extLst>
          </p:cNvPr>
          <p:cNvGraphicFramePr/>
          <p:nvPr>
            <p:extLst>
              <p:ext uri="{D42A27DB-BD31-4B8C-83A1-F6EECF244321}">
                <p14:modId xmlns:p14="http://schemas.microsoft.com/office/powerpoint/2010/main" val="1032524695"/>
              </p:ext>
            </p:extLst>
          </p:nvPr>
        </p:nvGraphicFramePr>
        <p:xfrm>
          <a:off x="6549485" y="1349651"/>
          <a:ext cx="4904509" cy="48337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hart 21">
            <a:extLst>
              <a:ext uri="{FF2B5EF4-FFF2-40B4-BE49-F238E27FC236}">
                <a16:creationId xmlns:a16="http://schemas.microsoft.com/office/drawing/2014/main" id="{9C40FC93-0522-46B2-9306-11F162498BC7}"/>
              </a:ext>
            </a:extLst>
          </p:cNvPr>
          <p:cNvGraphicFramePr/>
          <p:nvPr>
            <p:extLst>
              <p:ext uri="{D42A27DB-BD31-4B8C-83A1-F6EECF244321}">
                <p14:modId xmlns:p14="http://schemas.microsoft.com/office/powerpoint/2010/main" val="3762491401"/>
              </p:ext>
            </p:extLst>
          </p:nvPr>
        </p:nvGraphicFramePr>
        <p:xfrm>
          <a:off x="1004454" y="1349651"/>
          <a:ext cx="4904509" cy="48337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E51DCD0D-FC41-431B-9749-F55F8F75CDAE}"/>
              </a:ext>
            </a:extLst>
          </p:cNvPr>
          <p:cNvSpPr txBox="1"/>
          <p:nvPr/>
        </p:nvSpPr>
        <p:spPr>
          <a:xfrm>
            <a:off x="501649" y="5715001"/>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12" name="Rectangle: Rounded Corners 11">
            <a:extLst>
              <a:ext uri="{FF2B5EF4-FFF2-40B4-BE49-F238E27FC236}">
                <a16:creationId xmlns:a16="http://schemas.microsoft.com/office/drawing/2014/main" id="{A0821BC6-E799-4B6F-BFF8-353B5940ABC0}"/>
              </a:ext>
            </a:extLst>
          </p:cNvPr>
          <p:cNvSpPr/>
          <p:nvPr/>
        </p:nvSpPr>
        <p:spPr bwMode="gray">
          <a:xfrm>
            <a:off x="413784" y="6028661"/>
            <a:ext cx="11174878" cy="56152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Landed solar cost at MP is always higher than the projected ECR for the state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ISTS charge play a significant role. In case of ISTS waiver, the landed solar energy cost is lower than the ECR projected. However, the case is entire opposite if ISTS charges are applicable</a:t>
            </a:r>
          </a:p>
        </p:txBody>
      </p:sp>
    </p:spTree>
    <p:extLst>
      <p:ext uri="{BB962C8B-B14F-4D97-AF65-F5344CB8AC3E}">
        <p14:creationId xmlns:p14="http://schemas.microsoft.com/office/powerpoint/2010/main" val="2211850699"/>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Option 3: Comparison of Cost of Energy- BOO (Rs./KWh)</a:t>
            </a:r>
            <a:endParaRPr lang="en-GB" sz="2800" b="1" dirty="0"/>
          </a:p>
        </p:txBody>
      </p:sp>
      <p:sp>
        <p:nvSpPr>
          <p:cNvPr id="4" name="Rectangle 3"/>
          <p:cNvSpPr/>
          <p:nvPr/>
        </p:nvSpPr>
        <p:spPr>
          <a:xfrm>
            <a:off x="413785" y="572724"/>
            <a:ext cx="8947834" cy="400110"/>
          </a:xfrm>
          <a:prstGeom prst="rect">
            <a:avLst/>
          </a:prstGeom>
        </p:spPr>
        <p:txBody>
          <a:bodyPr wrap="none">
            <a:spAutoFit/>
          </a:bodyPr>
          <a:lstStyle/>
          <a:p>
            <a:r>
              <a:rPr lang="en-US" sz="2000" b="1" dirty="0">
                <a:solidFill>
                  <a:schemeClr val="accent3"/>
                </a:solidFill>
                <a:latin typeface="Calibri"/>
              </a:rPr>
              <a:t>For Option 3: CG demand met by CG capacity, MP demand met by capacities in MP</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501651" y="1154922"/>
            <a:ext cx="5217477" cy="462986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096001" y="1154922"/>
            <a:ext cx="5594348" cy="462986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1820050"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996486"/>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Madhya Pradesh</a:t>
            </a:r>
          </a:p>
        </p:txBody>
      </p:sp>
      <p:graphicFrame>
        <p:nvGraphicFramePr>
          <p:cNvPr id="16" name="Chart 15">
            <a:extLst>
              <a:ext uri="{FF2B5EF4-FFF2-40B4-BE49-F238E27FC236}">
                <a16:creationId xmlns:a16="http://schemas.microsoft.com/office/drawing/2014/main" id="{C7CC2549-C8F4-4552-9BE4-66F047B664C3}"/>
              </a:ext>
            </a:extLst>
          </p:cNvPr>
          <p:cNvGraphicFramePr/>
          <p:nvPr>
            <p:extLst>
              <p:ext uri="{D42A27DB-BD31-4B8C-83A1-F6EECF244321}">
                <p14:modId xmlns:p14="http://schemas.microsoft.com/office/powerpoint/2010/main" val="1068838481"/>
              </p:ext>
            </p:extLst>
          </p:nvPr>
        </p:nvGraphicFramePr>
        <p:xfrm>
          <a:off x="738007" y="1349650"/>
          <a:ext cx="4892231" cy="463405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hart 21">
            <a:extLst>
              <a:ext uri="{FF2B5EF4-FFF2-40B4-BE49-F238E27FC236}">
                <a16:creationId xmlns:a16="http://schemas.microsoft.com/office/drawing/2014/main" id="{E3B6164E-2949-4B2B-9AC2-377334A45FFE}"/>
              </a:ext>
            </a:extLst>
          </p:cNvPr>
          <p:cNvGraphicFramePr/>
          <p:nvPr>
            <p:extLst>
              <p:ext uri="{D42A27DB-BD31-4B8C-83A1-F6EECF244321}">
                <p14:modId xmlns:p14="http://schemas.microsoft.com/office/powerpoint/2010/main" val="616330107"/>
              </p:ext>
            </p:extLst>
          </p:nvPr>
        </p:nvGraphicFramePr>
        <p:xfrm>
          <a:off x="6472874" y="1349650"/>
          <a:ext cx="4904509" cy="4833700"/>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Box 9">
            <a:extLst>
              <a:ext uri="{FF2B5EF4-FFF2-40B4-BE49-F238E27FC236}">
                <a16:creationId xmlns:a16="http://schemas.microsoft.com/office/drawing/2014/main" id="{15D93186-18F5-4F4C-A2DF-9A5B2BEF2372}"/>
              </a:ext>
            </a:extLst>
          </p:cNvPr>
          <p:cNvSpPr txBox="1"/>
          <p:nvPr/>
        </p:nvSpPr>
        <p:spPr>
          <a:xfrm>
            <a:off x="501650" y="5821517"/>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11" name="Rectangle: Rounded Corners 10">
            <a:extLst>
              <a:ext uri="{FF2B5EF4-FFF2-40B4-BE49-F238E27FC236}">
                <a16:creationId xmlns:a16="http://schemas.microsoft.com/office/drawing/2014/main" id="{86F399FF-B7CF-4CCE-8599-1B234E13C035}"/>
              </a:ext>
            </a:extLst>
          </p:cNvPr>
          <p:cNvSpPr/>
          <p:nvPr/>
        </p:nvSpPr>
        <p:spPr bwMode="gray">
          <a:xfrm>
            <a:off x="413784" y="6028661"/>
            <a:ext cx="11174878" cy="56152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Landed solar cost at MP is always higher than the projected ECR for the state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CG, the landed solar energy cost is lower than the projected ECR for the state</a:t>
            </a:r>
          </a:p>
        </p:txBody>
      </p:sp>
    </p:spTree>
    <p:extLst>
      <p:ext uri="{BB962C8B-B14F-4D97-AF65-F5344CB8AC3E}">
        <p14:creationId xmlns:p14="http://schemas.microsoft.com/office/powerpoint/2010/main" val="1528103706"/>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Savings (Rs. Crore)- For BOO (PPA mode)</a:t>
            </a:r>
            <a:endParaRPr lang="en-GB" sz="2800" b="1" dirty="0"/>
          </a:p>
        </p:txBody>
      </p:sp>
      <p:graphicFrame>
        <p:nvGraphicFramePr>
          <p:cNvPr id="3" name="Table 2"/>
          <p:cNvGraphicFramePr>
            <a:graphicFrameLocks noGrp="1"/>
          </p:cNvGraphicFramePr>
          <p:nvPr>
            <p:extLst>
              <p:ext uri="{D42A27DB-BD31-4B8C-83A1-F6EECF244321}">
                <p14:modId xmlns:p14="http://schemas.microsoft.com/office/powerpoint/2010/main" val="2558118494"/>
              </p:ext>
            </p:extLst>
          </p:nvPr>
        </p:nvGraphicFramePr>
        <p:xfrm>
          <a:off x="501649" y="1143000"/>
          <a:ext cx="11087014" cy="4417391"/>
        </p:xfrm>
        <a:graphic>
          <a:graphicData uri="http://schemas.openxmlformats.org/drawingml/2006/table">
            <a:tbl>
              <a:tblPr/>
              <a:tblGrid>
                <a:gridCol w="2414270">
                  <a:extLst>
                    <a:ext uri="{9D8B030D-6E8A-4147-A177-3AD203B41FA5}">
                      <a16:colId xmlns:a16="http://schemas.microsoft.com/office/drawing/2014/main" val="2154646444"/>
                    </a:ext>
                  </a:extLst>
                </a:gridCol>
                <a:gridCol w="963638">
                  <a:extLst>
                    <a:ext uri="{9D8B030D-6E8A-4147-A177-3AD203B41FA5}">
                      <a16:colId xmlns:a16="http://schemas.microsoft.com/office/drawing/2014/main" val="479395235"/>
                    </a:ext>
                  </a:extLst>
                </a:gridCol>
                <a:gridCol w="963638">
                  <a:extLst>
                    <a:ext uri="{9D8B030D-6E8A-4147-A177-3AD203B41FA5}">
                      <a16:colId xmlns:a16="http://schemas.microsoft.com/office/drawing/2014/main" val="2902161605"/>
                    </a:ext>
                  </a:extLst>
                </a:gridCol>
                <a:gridCol w="963638">
                  <a:extLst>
                    <a:ext uri="{9D8B030D-6E8A-4147-A177-3AD203B41FA5}">
                      <a16:colId xmlns:a16="http://schemas.microsoft.com/office/drawing/2014/main" val="1793187685"/>
                    </a:ext>
                  </a:extLst>
                </a:gridCol>
                <a:gridCol w="963638">
                  <a:extLst>
                    <a:ext uri="{9D8B030D-6E8A-4147-A177-3AD203B41FA5}">
                      <a16:colId xmlns:a16="http://schemas.microsoft.com/office/drawing/2014/main" val="2751601393"/>
                    </a:ext>
                  </a:extLst>
                </a:gridCol>
                <a:gridCol w="963638">
                  <a:extLst>
                    <a:ext uri="{9D8B030D-6E8A-4147-A177-3AD203B41FA5}">
                      <a16:colId xmlns:a16="http://schemas.microsoft.com/office/drawing/2014/main" val="3420603479"/>
                    </a:ext>
                  </a:extLst>
                </a:gridCol>
                <a:gridCol w="963638">
                  <a:extLst>
                    <a:ext uri="{9D8B030D-6E8A-4147-A177-3AD203B41FA5}">
                      <a16:colId xmlns:a16="http://schemas.microsoft.com/office/drawing/2014/main" val="350533522"/>
                    </a:ext>
                  </a:extLst>
                </a:gridCol>
                <a:gridCol w="1445458">
                  <a:extLst>
                    <a:ext uri="{9D8B030D-6E8A-4147-A177-3AD203B41FA5}">
                      <a16:colId xmlns:a16="http://schemas.microsoft.com/office/drawing/2014/main" val="1259705507"/>
                    </a:ext>
                  </a:extLst>
                </a:gridCol>
                <a:gridCol w="1445458">
                  <a:extLst>
                    <a:ext uri="{9D8B030D-6E8A-4147-A177-3AD203B41FA5}">
                      <a16:colId xmlns:a16="http://schemas.microsoft.com/office/drawing/2014/main" val="3970161909"/>
                    </a:ext>
                  </a:extLst>
                </a:gridCol>
              </a:tblGrid>
              <a:tr h="1029633">
                <a:tc>
                  <a:txBody>
                    <a:bodyPr/>
                    <a:lstStyle/>
                    <a:p>
                      <a:endParaRPr lang="en-US" dirty="0"/>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algn="ctr" fontAlgn="ctr"/>
                      <a:r>
                        <a:rPr lang="en-IN" sz="1400" b="0" i="1" u="none" strike="noStrike" dirty="0">
                          <a:solidFill>
                            <a:srgbClr val="000000"/>
                          </a:solidFill>
                          <a:effectLst/>
                          <a:latin typeface="Calibri" panose="020F0502020204030204" pitchFamily="34" charset="0"/>
                        </a:rPr>
                        <a:t>Option 1: Entire Capacity is in CG</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endParaRPr lang="en-IN" dirty="0"/>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gridSpan="3">
                  <a:txBody>
                    <a:bodyPr/>
                    <a:lstStyle/>
                    <a:p>
                      <a:pPr algn="ctr" fontAlgn="ctr"/>
                      <a:r>
                        <a:rPr lang="en-IN" sz="1400" b="0"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hMerge="1">
                  <a:txBody>
                    <a:bodyPr/>
                    <a:lstStyle/>
                    <a:p>
                      <a:endParaRPr lang="en-US"/>
                    </a:p>
                  </a:txBody>
                  <a:tcPr/>
                </a:tc>
                <a:tc hMerge="1">
                  <a:txBody>
                    <a:bodyPr/>
                    <a:lstStyle/>
                    <a:p>
                      <a:pPr algn="ctr" fontAlgn="ctr"/>
                      <a:r>
                        <a:rPr lang="en-IN" sz="1400" b="0" i="1" u="none" strike="noStrike" dirty="0">
                          <a:solidFill>
                            <a:srgbClr val="000000"/>
                          </a:solidFill>
                          <a:effectLst/>
                          <a:latin typeface="Calibri" panose="020F0502020204030204" pitchFamily="34" charset="0"/>
                        </a:rPr>
                        <a:t>Option 2: Entire Capacity is in MP</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fontAlgn="ctr"/>
                      <a:r>
                        <a:rPr lang="en-IN" sz="1400" b="0"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hMerge="1">
                  <a:txBody>
                    <a:bodyPr/>
                    <a:lstStyle/>
                    <a:p>
                      <a:pPr algn="ctr" fontAlgn="ctr"/>
                      <a:r>
                        <a:rPr lang="en-IN" sz="1400" b="0" i="1" u="none" strike="noStrike" dirty="0">
                          <a:solidFill>
                            <a:srgbClr val="000000"/>
                          </a:solidFill>
                          <a:effectLst/>
                          <a:latin typeface="Calibri" panose="020F0502020204030204" pitchFamily="34" charset="0"/>
                        </a:rPr>
                        <a:t>Option 3: CG-Own, MP-Own</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77838441"/>
                  </a:ext>
                </a:extLst>
              </a:tr>
              <a:tr h="2136808">
                <a:tc>
                  <a:txBody>
                    <a:bodyPr/>
                    <a:lstStyle/>
                    <a:p>
                      <a:pPr algn="ctr" fontAlgn="ctr"/>
                      <a:r>
                        <a:rPr lang="en-IN" sz="1800" b="1" i="0" u="none" strike="noStrike" dirty="0">
                          <a:solidFill>
                            <a:srgbClr val="000000"/>
                          </a:solidFill>
                          <a:effectLst/>
                          <a:latin typeface="Calibri" panose="020F0502020204030204" pitchFamily="34" charset="0"/>
                        </a:rPr>
                        <a:t>Total Savings (Rs. Crore.) for Entire Project Tenure for Multiple Capex Scenario</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MP Savings- If ISTS Charge Waived off</a:t>
                      </a:r>
                    </a:p>
                    <a:p>
                      <a:pPr algn="ctr" fontAlgn="ctr"/>
                      <a:endParaRPr lang="en-IN" sz="1400" b="0" i="1" u="none" strike="noStrike" dirty="0">
                        <a:solidFill>
                          <a:srgbClr val="000000"/>
                        </a:solidFill>
                        <a:effectLst/>
                        <a:latin typeface="Calibri" panose="020F0502020204030204" pitchFamily="34" charset="0"/>
                      </a:endParaRP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CG Savings- If ISTS Charge Waived off</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CG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a:t>
                      </a:r>
                    </a:p>
                  </a:txBody>
                  <a:tcPr marL="6350" marR="6350" marT="6350"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68440181"/>
                  </a:ext>
                </a:extLst>
              </a:tr>
              <a:tr h="190640">
                <a:tc>
                  <a:txBody>
                    <a:bodyPr/>
                    <a:lstStyle/>
                    <a:p>
                      <a:pPr algn="ctr" fontAlgn="ctr"/>
                      <a:r>
                        <a:rPr lang="en-IN" sz="1400" b="1" i="1" u="none" strike="noStrike" dirty="0">
                          <a:solidFill>
                            <a:srgbClr val="000000"/>
                          </a:solidFill>
                          <a:effectLst/>
                          <a:latin typeface="Calibri" panose="020F0502020204030204" pitchFamily="34" charset="0"/>
                        </a:rPr>
                        <a:t>Tariff @Rs. 2.20/ kWh</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9940.72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-2737.10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-287.60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-1802.60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4458.80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272.19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9940.72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chemeClr val="tx1"/>
                          </a:solidFill>
                          <a:effectLst/>
                          <a:latin typeface="+mn-lt"/>
                        </a:rPr>
                        <a:t>272.19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12367979"/>
                  </a:ext>
                </a:extLst>
              </a:tr>
              <a:tr h="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2.50/ kWh</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9603.86</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-2891.11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-441.60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-2198.28</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4063.12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136.33</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latin typeface="+mn-lt"/>
                        </a:rPr>
                        <a:t>9603.86</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a:r>
                        <a:rPr lang="en-US" sz="1600" b="0" i="0" dirty="0">
                          <a:solidFill>
                            <a:schemeClr val="tx1"/>
                          </a:solidFill>
                          <a:latin typeface="+mn-lt"/>
                        </a:rPr>
                        <a:t>136.33</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896943"/>
                  </a:ext>
                </a:extLst>
              </a:tr>
              <a:tr h="129488">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3.00/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9042.44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-3147.78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-698.27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-2857.74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chemeClr val="tx1"/>
                          </a:solidFill>
                          <a:latin typeface="+mn-lt"/>
                        </a:rPr>
                        <a:t>3403.66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solidFill>
                            <a:srgbClr val="FF0000"/>
                          </a:solidFill>
                          <a:latin typeface="+mn-lt"/>
                        </a:rPr>
                        <a:t>-90.09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a:r>
                        <a:rPr lang="en-US" sz="1600" b="0" i="0" dirty="0">
                          <a:latin typeface="+mn-lt"/>
                        </a:rPr>
                        <a:t>9042.44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a:r>
                        <a:rPr lang="en-US" sz="1600" b="0" i="0" dirty="0">
                          <a:solidFill>
                            <a:srgbClr val="FF0000"/>
                          </a:solidFill>
                          <a:latin typeface="+mn-lt"/>
                        </a:rPr>
                        <a:t>-90.09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02831795"/>
                  </a:ext>
                </a:extLst>
              </a:tr>
              <a:tr h="157361">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3.50/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8481.02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-3404.45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-954.94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-3517.20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2744.20</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FF0000"/>
                          </a:solidFill>
                          <a:effectLst/>
                          <a:latin typeface="+mn-lt"/>
                        </a:rPr>
                        <a:t>-316.52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8481.02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rgbClr val="FF0000"/>
                          </a:solidFill>
                          <a:effectLst/>
                          <a:latin typeface="+mn-lt"/>
                        </a:rPr>
                        <a:t>-316.52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200274652"/>
                  </a:ext>
                </a:extLst>
              </a:tr>
              <a:tr h="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4.00/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7919.59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-3661.12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-1211.61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-4176.66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chemeClr val="tx1"/>
                          </a:solidFill>
                          <a:effectLst/>
                          <a:latin typeface="+mn-lt"/>
                        </a:rPr>
                        <a:t>2084.74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FF0000"/>
                          </a:solidFill>
                          <a:effectLst/>
                          <a:latin typeface="+mn-lt"/>
                        </a:rPr>
                        <a:t>-542.95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r" fontAlgn="ctr"/>
                      <a:r>
                        <a:rPr lang="en-IN" sz="1600" b="0" i="0" u="none" strike="noStrike" dirty="0">
                          <a:solidFill>
                            <a:srgbClr val="000000"/>
                          </a:solidFill>
                          <a:effectLst/>
                          <a:latin typeface="+mn-lt"/>
                        </a:rPr>
                        <a:t>7919.59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r" fontAlgn="ctr"/>
                      <a:r>
                        <a:rPr lang="en-IN" sz="1600" b="0" i="0" u="none" strike="noStrike" dirty="0">
                          <a:solidFill>
                            <a:srgbClr val="FF0000"/>
                          </a:solidFill>
                          <a:effectLst/>
                          <a:latin typeface="+mn-lt"/>
                        </a:rPr>
                        <a:t>-542.95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6776780"/>
                  </a:ext>
                </a:extLst>
              </a:tr>
            </a:tbl>
          </a:graphicData>
        </a:graphic>
      </p:graphicFrame>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Box 6">
            <a:extLst>
              <a:ext uri="{FF2B5EF4-FFF2-40B4-BE49-F238E27FC236}">
                <a16:creationId xmlns:a16="http://schemas.microsoft.com/office/drawing/2014/main" id="{9FACE35C-8171-4A6E-A0D8-7EC219EF6917}"/>
              </a:ext>
            </a:extLst>
          </p:cNvPr>
          <p:cNvSpPr txBox="1"/>
          <p:nvPr/>
        </p:nvSpPr>
        <p:spPr>
          <a:xfrm>
            <a:off x="501649" y="5609860"/>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8" name="Rectangle: Rounded Corners 7">
            <a:extLst>
              <a:ext uri="{FF2B5EF4-FFF2-40B4-BE49-F238E27FC236}">
                <a16:creationId xmlns:a16="http://schemas.microsoft.com/office/drawing/2014/main" id="{D4712C2B-2435-4E2F-9373-38A0C098B4BD}"/>
              </a:ext>
            </a:extLst>
          </p:cNvPr>
          <p:cNvSpPr/>
          <p:nvPr/>
        </p:nvSpPr>
        <p:spPr bwMode="gray">
          <a:xfrm>
            <a:off x="413784" y="6028661"/>
            <a:ext cx="11174878" cy="56152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3 yields highest savings followed by Option 1 with ISTS charges waived</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Option 2 yields lowest savings under all circumstances</a:t>
            </a:r>
          </a:p>
        </p:txBody>
      </p:sp>
    </p:spTree>
    <p:extLst>
      <p:ext uri="{BB962C8B-B14F-4D97-AF65-F5344CB8AC3E}">
        <p14:creationId xmlns:p14="http://schemas.microsoft.com/office/powerpoint/2010/main" val="3108626307"/>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MODEL 3: GOVERNMENT SCHEMES (PPA-BASED)</a:t>
            </a:r>
            <a:br>
              <a:rPr kumimoji="0" lang="en-US" sz="4000" b="1" i="0" u="none" strike="noStrike" kern="1200" cap="none" spc="0" normalizeH="0" baseline="0" noProof="0" dirty="0">
                <a:ln>
                  <a:noFill/>
                </a:ln>
                <a:solidFill>
                  <a:srgbClr val="313131"/>
                </a:solidFill>
                <a:effectLst/>
                <a:uLnTx/>
                <a:uFillTx/>
                <a:latin typeface="Calibri"/>
                <a:ea typeface="+mn-ea"/>
                <a:cs typeface="+mn-cs"/>
              </a:rPr>
            </a:br>
            <a:r>
              <a:rPr kumimoji="0" lang="en-US" sz="4000" b="1" i="0" u="none" strike="noStrike" kern="1200" cap="none" spc="0" normalizeH="0" baseline="0" noProof="0" dirty="0">
                <a:ln>
                  <a:noFill/>
                </a:ln>
                <a:solidFill>
                  <a:srgbClr val="313131"/>
                </a:solidFill>
                <a:effectLst/>
                <a:uLnTx/>
                <a:uFillTx/>
                <a:latin typeface="Calibri"/>
                <a:ea typeface="+mn-ea"/>
                <a:cs typeface="+mn-cs"/>
              </a:rPr>
              <a:t>FINANCIAL EVALUATION AND FINDINGS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4976921"/>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Charges Applicable for Various Options- Government Scheme</a:t>
            </a:r>
            <a:endParaRPr lang="en-GB" sz="2800" b="1" dirty="0"/>
          </a:p>
        </p:txBody>
      </p:sp>
      <p:sp>
        <p:nvSpPr>
          <p:cNvPr id="4" name="Rectangle 3"/>
          <p:cNvSpPr/>
          <p:nvPr/>
        </p:nvSpPr>
        <p:spPr>
          <a:xfrm>
            <a:off x="413785" y="627153"/>
            <a:ext cx="11388357"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Regulatory Charges and Losses Applicable Assuming that the Project is Connected to ISTS Grid and is located in a state other than CG or MP</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5" name="Table 4">
            <a:extLst>
              <a:ext uri="{FF2B5EF4-FFF2-40B4-BE49-F238E27FC236}">
                <a16:creationId xmlns:a16="http://schemas.microsoft.com/office/drawing/2014/main" id="{F6D25DA0-AC94-4912-9C2D-4C8BFE806D6E}"/>
              </a:ext>
            </a:extLst>
          </p:cNvPr>
          <p:cNvGraphicFramePr>
            <a:graphicFrameLocks noGrp="1"/>
          </p:cNvGraphicFramePr>
          <p:nvPr>
            <p:extLst>
              <p:ext uri="{D42A27DB-BD31-4B8C-83A1-F6EECF244321}">
                <p14:modId xmlns:p14="http://schemas.microsoft.com/office/powerpoint/2010/main" val="567359132"/>
              </p:ext>
            </p:extLst>
          </p:nvPr>
        </p:nvGraphicFramePr>
        <p:xfrm>
          <a:off x="501652" y="1273483"/>
          <a:ext cx="11174877" cy="4606334"/>
        </p:xfrm>
        <a:graphic>
          <a:graphicData uri="http://schemas.openxmlformats.org/drawingml/2006/table">
            <a:tbl>
              <a:tblPr/>
              <a:tblGrid>
                <a:gridCol w="5733427">
                  <a:extLst>
                    <a:ext uri="{9D8B030D-6E8A-4147-A177-3AD203B41FA5}">
                      <a16:colId xmlns:a16="http://schemas.microsoft.com/office/drawing/2014/main" val="2500015108"/>
                    </a:ext>
                  </a:extLst>
                </a:gridCol>
                <a:gridCol w="2720725">
                  <a:extLst>
                    <a:ext uri="{9D8B030D-6E8A-4147-A177-3AD203B41FA5}">
                      <a16:colId xmlns:a16="http://schemas.microsoft.com/office/drawing/2014/main" val="3198977295"/>
                    </a:ext>
                  </a:extLst>
                </a:gridCol>
                <a:gridCol w="2720725">
                  <a:extLst>
                    <a:ext uri="{9D8B030D-6E8A-4147-A177-3AD203B41FA5}">
                      <a16:colId xmlns:a16="http://schemas.microsoft.com/office/drawing/2014/main" val="1319365936"/>
                    </a:ext>
                  </a:extLst>
                </a:gridCol>
              </a:tblGrid>
              <a:tr h="388087">
                <a:tc rowSpan="2">
                  <a:txBody>
                    <a:bodyPr/>
                    <a:lstStyle/>
                    <a:p>
                      <a:pPr algn="ctr" rtl="0" fontAlgn="ctr"/>
                      <a:r>
                        <a:rPr lang="en-US" sz="1600" b="1" i="0" u="none" strike="noStrike" dirty="0">
                          <a:solidFill>
                            <a:srgbClr val="000000"/>
                          </a:solidFill>
                          <a:effectLst/>
                          <a:latin typeface="Calibri" panose="020F0502020204030204" pitchFamily="34" charset="0"/>
                        </a:rPr>
                        <a:t>Regulatory Charges &amp; Losses Applicability</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gridSpan="2">
                  <a:txBody>
                    <a:bodyPr/>
                    <a:lstStyle/>
                    <a:p>
                      <a:pPr algn="ctr" rtl="0" fontAlgn="ctr"/>
                      <a:r>
                        <a:rPr lang="en-US" sz="1400" b="1" i="1" u="none" strike="noStrike" dirty="0">
                          <a:solidFill>
                            <a:srgbClr val="000000"/>
                          </a:solidFill>
                          <a:effectLst/>
                          <a:latin typeface="Calibri" panose="020F0502020204030204" pitchFamily="34" charset="0"/>
                        </a:rPr>
                        <a:t>CG-Own, MP-Own</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rtl="0" fontAlgn="ctr"/>
                      <a:endParaRPr lang="en-US" sz="1400" b="0" i="1"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7407823"/>
                  </a:ext>
                </a:extLst>
              </a:tr>
              <a:tr h="388087">
                <a:tc vMerge="1">
                  <a:txBody>
                    <a:bodyPr/>
                    <a:lstStyle/>
                    <a:p>
                      <a:pPr algn="ctr" rtl="0" fontAlgn="ctr"/>
                      <a:endParaRPr lang="en-US" sz="16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CG</a:t>
                      </a: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400" b="0" i="1" u="none" strike="noStrike" dirty="0">
                          <a:solidFill>
                            <a:srgbClr val="000000"/>
                          </a:solidFill>
                          <a:effectLst/>
                          <a:latin typeface="Calibri" panose="020F0502020204030204" pitchFamily="34" charset="0"/>
                        </a:rPr>
                        <a:t>Energy to MP</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6183725"/>
                  </a:ext>
                </a:extLst>
              </a:tr>
              <a:tr h="255344">
                <a:tc>
                  <a:txBody>
                    <a:bodyPr/>
                    <a:lstStyle/>
                    <a:p>
                      <a:pPr algn="ctr" fontAlgn="b"/>
                      <a:r>
                        <a:rPr lang="en-US" sz="1600" b="0" i="0" u="none" strike="noStrike" dirty="0">
                          <a:solidFill>
                            <a:srgbClr val="000000"/>
                          </a:solidFill>
                          <a:effectLst/>
                          <a:latin typeface="+mn-lt"/>
                        </a:rPr>
                        <a:t>CG-Transmission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79539864"/>
                  </a:ext>
                </a:extLst>
              </a:tr>
              <a:tr h="255344">
                <a:tc>
                  <a:txBody>
                    <a:bodyPr/>
                    <a:lstStyle/>
                    <a:p>
                      <a:pPr algn="ctr" fontAlgn="b"/>
                      <a:r>
                        <a:rPr lang="en-US" sz="1600" b="0" i="0" u="none" strike="noStrike" dirty="0">
                          <a:solidFill>
                            <a:srgbClr val="000000"/>
                          </a:solidFill>
                          <a:effectLst/>
                          <a:latin typeface="+mn-lt"/>
                        </a:rPr>
                        <a:t>CG-SLDC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79379905"/>
                  </a:ext>
                </a:extLst>
              </a:tr>
              <a:tr h="255344">
                <a:tc>
                  <a:txBody>
                    <a:bodyPr/>
                    <a:lstStyle/>
                    <a:p>
                      <a:pPr algn="ctr" fontAlgn="b"/>
                      <a:r>
                        <a:rPr lang="en-US" sz="1600" b="0" i="0" u="none" strike="noStrike" dirty="0">
                          <a:solidFill>
                            <a:srgbClr val="000000"/>
                          </a:solidFill>
                          <a:effectLst/>
                          <a:latin typeface="+mn-lt"/>
                        </a:rPr>
                        <a:t>CG-Wheeling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29636319"/>
                  </a:ext>
                </a:extLst>
              </a:tr>
              <a:tr h="255344">
                <a:tc>
                  <a:txBody>
                    <a:bodyPr/>
                    <a:lstStyle/>
                    <a:p>
                      <a:pPr algn="ctr" fontAlgn="b"/>
                      <a:r>
                        <a:rPr lang="en-US" sz="1600" b="0" i="0" u="none" strike="noStrike" dirty="0">
                          <a:solidFill>
                            <a:srgbClr val="000000"/>
                          </a:solidFill>
                          <a:effectLst/>
                          <a:latin typeface="+mn-lt"/>
                        </a:rPr>
                        <a:t>CG-Cross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87679774"/>
                  </a:ext>
                </a:extLst>
              </a:tr>
              <a:tr h="255344">
                <a:tc>
                  <a:txBody>
                    <a:bodyPr/>
                    <a:lstStyle/>
                    <a:p>
                      <a:pPr algn="ctr" fontAlgn="b"/>
                      <a:r>
                        <a:rPr lang="en-US" sz="1600" b="0" i="0" u="none" strike="noStrike" dirty="0">
                          <a:solidFill>
                            <a:srgbClr val="000000"/>
                          </a:solidFill>
                          <a:effectLst/>
                          <a:latin typeface="+mn-lt"/>
                        </a:rPr>
                        <a:t>CG-Additional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28838031"/>
                  </a:ext>
                </a:extLst>
              </a:tr>
              <a:tr h="255344">
                <a:tc>
                  <a:txBody>
                    <a:bodyPr/>
                    <a:lstStyle/>
                    <a:p>
                      <a:pPr algn="ctr" fontAlgn="b"/>
                      <a:r>
                        <a:rPr lang="en-US" sz="1600" b="0" i="0" u="none" strike="noStrike" dirty="0">
                          <a:solidFill>
                            <a:srgbClr val="000000"/>
                          </a:solidFill>
                          <a:effectLst/>
                          <a:latin typeface="+mn-lt"/>
                        </a:rPr>
                        <a:t>CG-Reactive Energy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36244431"/>
                  </a:ext>
                </a:extLst>
              </a:tr>
              <a:tr h="255344">
                <a:tc>
                  <a:txBody>
                    <a:bodyPr/>
                    <a:lstStyle/>
                    <a:p>
                      <a:pPr algn="ctr" fontAlgn="b"/>
                      <a:r>
                        <a:rPr lang="en-US" sz="1600" b="0" i="0" u="none" strike="noStrike" dirty="0">
                          <a:solidFill>
                            <a:srgbClr val="000000"/>
                          </a:solidFill>
                          <a:effectLst/>
                          <a:latin typeface="+mn-lt"/>
                        </a:rPr>
                        <a:t>CG-T&amp;D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1681189"/>
                  </a:ext>
                </a:extLst>
              </a:tr>
              <a:tr h="255344">
                <a:tc>
                  <a:txBody>
                    <a:bodyPr/>
                    <a:lstStyle/>
                    <a:p>
                      <a:pPr algn="ctr" fontAlgn="b"/>
                      <a:r>
                        <a:rPr lang="en-US" sz="1600" b="0" i="0" u="none" strike="noStrike" dirty="0">
                          <a:solidFill>
                            <a:srgbClr val="000000"/>
                          </a:solidFill>
                          <a:effectLst/>
                          <a:latin typeface="+mn-lt"/>
                        </a:rPr>
                        <a:t>ISTS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Not Applicable for CPSU Scheme Phase II</a:t>
                      </a: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Not Applicable for CPSU Scheme</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7881970"/>
                  </a:ext>
                </a:extLst>
              </a:tr>
              <a:tr h="255344">
                <a:tc>
                  <a:txBody>
                    <a:bodyPr/>
                    <a:lstStyle/>
                    <a:p>
                      <a:pPr algn="ctr" fontAlgn="b"/>
                      <a:r>
                        <a:rPr lang="en-US" sz="1600" b="0" i="0" u="none" strike="noStrike" dirty="0">
                          <a:solidFill>
                            <a:srgbClr val="000000"/>
                          </a:solidFill>
                          <a:effectLst/>
                          <a:latin typeface="+mn-lt"/>
                        </a:rPr>
                        <a:t>ISTS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txBody>
                  <a:tcPr marL="6350" marR="6350" marT="635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Not Applicable for CPSU Scheme</a:t>
                      </a: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12454756"/>
                  </a:ext>
                </a:extLst>
              </a:tr>
              <a:tr h="255344">
                <a:tc>
                  <a:txBody>
                    <a:bodyPr/>
                    <a:lstStyle/>
                    <a:p>
                      <a:pPr algn="ctr" fontAlgn="b"/>
                      <a:r>
                        <a:rPr lang="en-US" sz="1600" b="0" i="0" u="none" strike="noStrike" dirty="0">
                          <a:solidFill>
                            <a:srgbClr val="000000"/>
                          </a:solidFill>
                          <a:effectLst/>
                          <a:latin typeface="+mn-lt"/>
                        </a:rPr>
                        <a:t>MP-Transmission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789534710"/>
                  </a:ext>
                </a:extLst>
              </a:tr>
              <a:tr h="255344">
                <a:tc>
                  <a:txBody>
                    <a:bodyPr/>
                    <a:lstStyle/>
                    <a:p>
                      <a:pPr algn="ctr" fontAlgn="b"/>
                      <a:r>
                        <a:rPr lang="en-US" sz="1600" b="0" i="0" u="none" strike="noStrike" dirty="0">
                          <a:solidFill>
                            <a:srgbClr val="000000"/>
                          </a:solidFill>
                          <a:effectLst/>
                          <a:latin typeface="+mn-lt"/>
                        </a:rPr>
                        <a:t>MP-Wheeling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296969412"/>
                  </a:ext>
                </a:extLst>
              </a:tr>
              <a:tr h="255344">
                <a:tc>
                  <a:txBody>
                    <a:bodyPr/>
                    <a:lstStyle/>
                    <a:p>
                      <a:pPr algn="ctr" fontAlgn="b"/>
                      <a:r>
                        <a:rPr lang="en-US" sz="1600" b="0" i="0" u="none" strike="noStrike" dirty="0">
                          <a:solidFill>
                            <a:srgbClr val="000000"/>
                          </a:solidFill>
                          <a:effectLst/>
                          <a:latin typeface="+mn-lt"/>
                        </a:rPr>
                        <a:t>MP-SLDC 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042807149"/>
                  </a:ext>
                </a:extLst>
              </a:tr>
              <a:tr h="255344">
                <a:tc>
                  <a:txBody>
                    <a:bodyPr/>
                    <a:lstStyle/>
                    <a:p>
                      <a:pPr algn="ctr" fontAlgn="b"/>
                      <a:r>
                        <a:rPr lang="en-US" sz="1600" b="0" i="0" u="none" strike="noStrike">
                          <a:solidFill>
                            <a:srgbClr val="000000"/>
                          </a:solidFill>
                          <a:effectLst/>
                          <a:latin typeface="+mn-lt"/>
                        </a:rPr>
                        <a:t>MP-Cross Subsidy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51346460"/>
                  </a:ext>
                </a:extLst>
              </a:tr>
              <a:tr h="255344">
                <a:tc>
                  <a:txBody>
                    <a:bodyPr/>
                    <a:lstStyle/>
                    <a:p>
                      <a:pPr algn="ctr" fontAlgn="b"/>
                      <a:r>
                        <a:rPr lang="en-US" sz="1600" b="0" i="0" u="none" strike="noStrike" dirty="0">
                          <a:solidFill>
                            <a:srgbClr val="000000"/>
                          </a:solidFill>
                          <a:effectLst/>
                          <a:latin typeface="+mn-lt"/>
                        </a:rPr>
                        <a:t>MP-Additional Surcharge</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20075713"/>
                  </a:ext>
                </a:extLst>
              </a:tr>
              <a:tr h="255344">
                <a:tc>
                  <a:txBody>
                    <a:bodyPr/>
                    <a:lstStyle/>
                    <a:p>
                      <a:pPr algn="ctr" fontAlgn="b"/>
                      <a:r>
                        <a:rPr lang="en-US" sz="1600" b="0" i="0" u="none" strike="noStrike" dirty="0">
                          <a:solidFill>
                            <a:srgbClr val="000000"/>
                          </a:solidFill>
                          <a:effectLst/>
                          <a:latin typeface="+mn-lt"/>
                        </a:rPr>
                        <a:t>MP-T&amp;D Loss</a:t>
                      </a:r>
                    </a:p>
                  </a:txBody>
                  <a:tcPr marL="0" marR="0" marT="0" marB="0" anchor="b">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rtl="0" fontAlgn="ctr"/>
                      <a:endParaRPr lang="en-US" sz="1600" b="0"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896723531"/>
                  </a:ext>
                </a:extLst>
              </a:tr>
            </a:tbl>
          </a:graphicData>
        </a:graphic>
      </p:graphicFrame>
      <p:sp>
        <p:nvSpPr>
          <p:cNvPr id="7" name="Rectangle: Rounded Corners 6">
            <a:extLst>
              <a:ext uri="{FF2B5EF4-FFF2-40B4-BE49-F238E27FC236}">
                <a16:creationId xmlns:a16="http://schemas.microsoft.com/office/drawing/2014/main" id="{CBCDB0A9-BA33-4989-8155-4DC5E61281A3}"/>
              </a:ext>
            </a:extLst>
          </p:cNvPr>
          <p:cNvSpPr/>
          <p:nvPr/>
        </p:nvSpPr>
        <p:spPr bwMode="gray">
          <a:xfrm>
            <a:off x="413784" y="5952099"/>
            <a:ext cx="11276566" cy="638085"/>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ISTS Charge is not applicable for last announced CPSU scheme in this category. However, it is not clear whether this will be applicable for future schemes</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148466338"/>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353466" cy="334099"/>
          </a:xfrm>
          <a:noFill/>
        </p:spPr>
        <p:txBody>
          <a:bodyPr/>
          <a:lstStyle/>
          <a:p>
            <a:r>
              <a:rPr lang="en-US" sz="2800" b="1" dirty="0"/>
              <a:t>Option 3: Comparison of Cost of Energy- Government Scheme Projects</a:t>
            </a:r>
            <a:endParaRPr lang="en-GB" sz="2800" b="1" dirty="0"/>
          </a:p>
        </p:txBody>
      </p:sp>
      <p:sp>
        <p:nvSpPr>
          <p:cNvPr id="4" name="Rectangle 3"/>
          <p:cNvSpPr/>
          <p:nvPr/>
        </p:nvSpPr>
        <p:spPr>
          <a:xfrm>
            <a:off x="413786" y="584179"/>
            <a:ext cx="11276564" cy="707886"/>
          </a:xfrm>
          <a:prstGeom prst="rect">
            <a:avLst/>
          </a:prstGeom>
        </p:spPr>
        <p:txBody>
          <a:bodyPr wrap="square">
            <a:spAutoFit/>
          </a:bodyPr>
          <a:lstStyle/>
          <a:p>
            <a:r>
              <a:rPr lang="en-US" sz="2000" b="1" dirty="0">
                <a:solidFill>
                  <a:schemeClr val="accent3"/>
                </a:solidFill>
                <a:latin typeface="Calibri"/>
              </a:rPr>
              <a:t>For Option 3: CG demand met by CG capacity, MP demand met by capacities in MP </a:t>
            </a:r>
            <a:r>
              <a:rPr lang="en-US" sz="2000" b="1" i="1" dirty="0">
                <a:solidFill>
                  <a:schemeClr val="accent3"/>
                </a:solidFill>
                <a:latin typeface="Calibri"/>
              </a:rPr>
              <a:t>(Options 1 &amp; 2 are not relevant in this case)</a:t>
            </a: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501651" y="1427635"/>
            <a:ext cx="5217477" cy="4739249"/>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9EA12593-27F5-4869-93A7-4A3F6ADF59DF}"/>
              </a:ext>
            </a:extLst>
          </p:cNvPr>
          <p:cNvSpPr/>
          <p:nvPr/>
        </p:nvSpPr>
        <p:spPr bwMode="gray">
          <a:xfrm>
            <a:off x="6096001" y="1427635"/>
            <a:ext cx="5594348" cy="4739249"/>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1820050" y="1269200"/>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Chhattisgarh</a:t>
            </a:r>
          </a:p>
        </p:txBody>
      </p:sp>
      <p:sp>
        <p:nvSpPr>
          <p:cNvPr id="18" name="Rectangle: Rounded Corners 17">
            <a:extLst>
              <a:ext uri="{FF2B5EF4-FFF2-40B4-BE49-F238E27FC236}">
                <a16:creationId xmlns:a16="http://schemas.microsoft.com/office/drawing/2014/main" id="{07DDA20A-274E-42C3-A391-4B353E5D325C}"/>
              </a:ext>
            </a:extLst>
          </p:cNvPr>
          <p:cNvSpPr/>
          <p:nvPr/>
        </p:nvSpPr>
        <p:spPr bwMode="gray">
          <a:xfrm>
            <a:off x="7720195" y="1269200"/>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Madhya Pradesh</a:t>
            </a:r>
          </a:p>
        </p:txBody>
      </p:sp>
      <p:graphicFrame>
        <p:nvGraphicFramePr>
          <p:cNvPr id="10" name="Chart 9">
            <a:extLst>
              <a:ext uri="{FF2B5EF4-FFF2-40B4-BE49-F238E27FC236}">
                <a16:creationId xmlns:a16="http://schemas.microsoft.com/office/drawing/2014/main" id="{B6817E99-28B3-4C33-8D1A-062DF8B76ACE}"/>
              </a:ext>
            </a:extLst>
          </p:cNvPr>
          <p:cNvGraphicFramePr/>
          <p:nvPr>
            <p:extLst>
              <p:ext uri="{D42A27DB-BD31-4B8C-83A1-F6EECF244321}">
                <p14:modId xmlns:p14="http://schemas.microsoft.com/office/powerpoint/2010/main" val="3943634163"/>
              </p:ext>
            </p:extLst>
          </p:nvPr>
        </p:nvGraphicFramePr>
        <p:xfrm>
          <a:off x="670705" y="1508087"/>
          <a:ext cx="5217477" cy="48337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Chart 10">
            <a:extLst>
              <a:ext uri="{FF2B5EF4-FFF2-40B4-BE49-F238E27FC236}">
                <a16:creationId xmlns:a16="http://schemas.microsoft.com/office/drawing/2014/main" id="{A96BE053-4D8D-468E-9CC6-F50A2A519657}"/>
              </a:ext>
            </a:extLst>
          </p:cNvPr>
          <p:cNvGraphicFramePr/>
          <p:nvPr>
            <p:extLst>
              <p:ext uri="{D42A27DB-BD31-4B8C-83A1-F6EECF244321}">
                <p14:modId xmlns:p14="http://schemas.microsoft.com/office/powerpoint/2010/main" val="2712271877"/>
              </p:ext>
            </p:extLst>
          </p:nvPr>
        </p:nvGraphicFramePr>
        <p:xfrm>
          <a:off x="6371185" y="1508087"/>
          <a:ext cx="5082809" cy="4764376"/>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9DBE6AED-F9F4-4760-97C0-CCA1787FF4D1}"/>
              </a:ext>
            </a:extLst>
          </p:cNvPr>
          <p:cNvSpPr txBox="1"/>
          <p:nvPr/>
        </p:nvSpPr>
        <p:spPr>
          <a:xfrm>
            <a:off x="501650" y="6134808"/>
            <a:ext cx="498912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13" name="Rectangle: Rounded Corners 12">
            <a:extLst>
              <a:ext uri="{FF2B5EF4-FFF2-40B4-BE49-F238E27FC236}">
                <a16:creationId xmlns:a16="http://schemas.microsoft.com/office/drawing/2014/main" id="{11168DFC-9D73-4705-90B0-EDAD45FFFD0D}"/>
              </a:ext>
            </a:extLst>
          </p:cNvPr>
          <p:cNvSpPr/>
          <p:nvPr/>
        </p:nvSpPr>
        <p:spPr bwMode="gray">
          <a:xfrm>
            <a:off x="413784" y="6325319"/>
            <a:ext cx="11276565" cy="30835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ISTS charge plays a key role in both the states, while in CG, if ISTS is waived the solar landed cost is always lower than projected ECR. For MP it is always higher than the projected ECR.</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1691863934"/>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Savings (Rs. Crore)- For Government Scheme Projects (PPA Mode)</a:t>
            </a:r>
            <a:endParaRPr lang="en-GB" sz="2800" b="1" dirty="0"/>
          </a:p>
        </p:txBody>
      </p:sp>
      <p:graphicFrame>
        <p:nvGraphicFramePr>
          <p:cNvPr id="3" name="Table 2"/>
          <p:cNvGraphicFramePr>
            <a:graphicFrameLocks noGrp="1"/>
          </p:cNvGraphicFramePr>
          <p:nvPr>
            <p:extLst>
              <p:ext uri="{D42A27DB-BD31-4B8C-83A1-F6EECF244321}">
                <p14:modId xmlns:p14="http://schemas.microsoft.com/office/powerpoint/2010/main" val="504321933"/>
              </p:ext>
            </p:extLst>
          </p:nvPr>
        </p:nvGraphicFramePr>
        <p:xfrm>
          <a:off x="501649" y="1142999"/>
          <a:ext cx="11080749" cy="4557334"/>
        </p:xfrm>
        <a:graphic>
          <a:graphicData uri="http://schemas.openxmlformats.org/drawingml/2006/table">
            <a:tbl>
              <a:tblPr/>
              <a:tblGrid>
                <a:gridCol w="4267457">
                  <a:extLst>
                    <a:ext uri="{9D8B030D-6E8A-4147-A177-3AD203B41FA5}">
                      <a16:colId xmlns:a16="http://schemas.microsoft.com/office/drawing/2014/main" val="2154646444"/>
                    </a:ext>
                  </a:extLst>
                </a:gridCol>
                <a:gridCol w="1703323">
                  <a:extLst>
                    <a:ext uri="{9D8B030D-6E8A-4147-A177-3AD203B41FA5}">
                      <a16:colId xmlns:a16="http://schemas.microsoft.com/office/drawing/2014/main" val="479395235"/>
                    </a:ext>
                  </a:extLst>
                </a:gridCol>
                <a:gridCol w="1703323">
                  <a:extLst>
                    <a:ext uri="{9D8B030D-6E8A-4147-A177-3AD203B41FA5}">
                      <a16:colId xmlns:a16="http://schemas.microsoft.com/office/drawing/2014/main" val="2902161605"/>
                    </a:ext>
                  </a:extLst>
                </a:gridCol>
                <a:gridCol w="1703323">
                  <a:extLst>
                    <a:ext uri="{9D8B030D-6E8A-4147-A177-3AD203B41FA5}">
                      <a16:colId xmlns:a16="http://schemas.microsoft.com/office/drawing/2014/main" val="1793187685"/>
                    </a:ext>
                  </a:extLst>
                </a:gridCol>
                <a:gridCol w="1703323">
                  <a:extLst>
                    <a:ext uri="{9D8B030D-6E8A-4147-A177-3AD203B41FA5}">
                      <a16:colId xmlns:a16="http://schemas.microsoft.com/office/drawing/2014/main" val="2751601393"/>
                    </a:ext>
                  </a:extLst>
                </a:gridCol>
              </a:tblGrid>
              <a:tr h="14366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8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fontAlgn="ctr"/>
                      <a:r>
                        <a:rPr lang="en-IN" sz="1400" b="1" i="1" u="none" strike="noStrike" dirty="0">
                          <a:solidFill>
                            <a:srgbClr val="000000"/>
                          </a:solidFill>
                          <a:effectLst/>
                          <a:latin typeface="Calibri" panose="020F0502020204030204" pitchFamily="34" charset="0"/>
                        </a:rPr>
                        <a:t>Chhattisgarh Savings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CG Savings- If ISTS Charge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fontAlgn="ctr"/>
                      <a:r>
                        <a:rPr lang="en-IN" sz="1400" b="1" i="1" u="none" strike="noStrike" dirty="0">
                          <a:solidFill>
                            <a:srgbClr val="000000"/>
                          </a:solidFill>
                          <a:effectLst/>
                          <a:latin typeface="Calibri" panose="020F0502020204030204" pitchFamily="34" charset="0"/>
                        </a:rPr>
                        <a:t>Madhya Pradesh Savings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MP Savings- If ISTS Charge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68440181"/>
                  </a:ext>
                </a:extLst>
              </a:tr>
              <a:tr h="1436657">
                <a:tc>
                  <a:txBody>
                    <a:bodyPr/>
                    <a:lstStyle/>
                    <a:p>
                      <a:pPr algn="ctr" fontAlgn="ctr"/>
                      <a:r>
                        <a:rPr lang="en-IN" sz="1800" b="1" i="0" u="none" strike="noStrike" dirty="0">
                          <a:solidFill>
                            <a:srgbClr val="000000"/>
                          </a:solidFill>
                          <a:effectLst/>
                          <a:latin typeface="Calibri" panose="020F0502020204030204" pitchFamily="34" charset="0"/>
                        </a:rPr>
                        <a:t>Total Savings (Rs. Crore.) for Entire Project Tenure for Multiple Capex Scenario</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IN" sz="1400" b="0" i="1" u="none" strike="noStrike" dirty="0">
                          <a:solidFill>
                            <a:srgbClr val="000000"/>
                          </a:solidFill>
                          <a:effectLst/>
                          <a:latin typeface="Calibri" panose="020F0502020204030204" pitchFamily="34" charset="0"/>
                        </a:rPr>
                        <a:t>CG Savings- If ISTS Charge is not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CG Savings- If ISTS Charge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en-IN" sz="1400" b="0" i="1" u="none" strike="noStrike" dirty="0">
                          <a:solidFill>
                            <a:srgbClr val="000000"/>
                          </a:solidFill>
                          <a:effectLst/>
                          <a:latin typeface="Calibri" panose="020F0502020204030204" pitchFamily="34" charset="0"/>
                        </a:rPr>
                        <a:t>MP Savings- If ISTS Charge is not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400" b="0" i="1" u="none" strike="noStrike" dirty="0">
                          <a:solidFill>
                            <a:srgbClr val="000000"/>
                          </a:solidFill>
                          <a:effectLst/>
                          <a:latin typeface="Calibri" panose="020F0502020204030204" pitchFamily="34" charset="0"/>
                        </a:rPr>
                        <a:t>MP Savings- If ISTS Charge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584446382"/>
                  </a:ext>
                </a:extLst>
              </a:tr>
              <a:tr h="58730">
                <a:tc>
                  <a:txBody>
                    <a:bodyPr/>
                    <a:lstStyle/>
                    <a:p>
                      <a:pPr algn="ctr" fontAlgn="ctr"/>
                      <a:r>
                        <a:rPr lang="en-IN" sz="1400" b="1" i="1" u="none" strike="noStrike" dirty="0">
                          <a:solidFill>
                            <a:srgbClr val="000000"/>
                          </a:solidFill>
                          <a:effectLst/>
                          <a:latin typeface="Calibri" panose="020F0502020204030204" pitchFamily="34" charset="0"/>
                        </a:rPr>
                        <a:t>Tariff @Rs. 2.20/ kWh</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000000"/>
                          </a:solidFill>
                          <a:effectLst/>
                          <a:latin typeface="+mn-lt"/>
                        </a:rPr>
                        <a:t>1198.45</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chemeClr val="tx1"/>
                          </a:solidFill>
                          <a:effectLst/>
                          <a:latin typeface="+mn-lt"/>
                        </a:rPr>
                        <a:t>7459.85</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IN" sz="1600" b="0" i="0" u="none" strike="noStrike" dirty="0">
                          <a:solidFill>
                            <a:srgbClr val="FF0000"/>
                          </a:solidFill>
                          <a:effectLst/>
                          <a:latin typeface="+mn-lt"/>
                        </a:rPr>
                        <a:t>-2302.50</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r" fontAlgn="ctr"/>
                      <a:r>
                        <a:rPr lang="en-IN" sz="1600" b="0" i="0" u="none" strike="noStrike" dirty="0">
                          <a:solidFill>
                            <a:schemeClr val="tx1"/>
                          </a:solidFill>
                          <a:effectLst/>
                          <a:latin typeface="+mn-lt"/>
                        </a:rPr>
                        <a:t>124.31</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112367979"/>
                  </a:ext>
                </a:extLst>
              </a:tr>
              <a:tr h="16821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2.45/ kWh (CPSU Ph-II Scheme where ISTS Charge is waived off)</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NA</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7160.74</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NA</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a:r>
                        <a:rPr lang="en-US" sz="1600" b="0" i="0" dirty="0">
                          <a:solidFill>
                            <a:schemeClr val="tx1"/>
                          </a:solidFill>
                          <a:latin typeface="+mn-lt"/>
                        </a:rPr>
                        <a:t>29.99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31896943"/>
                  </a:ext>
                </a:extLst>
              </a:tr>
              <a:tr h="16821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2.50/ kWh</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839.52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7100.92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rgbClr val="FF0000"/>
                          </a:solidFill>
                          <a:latin typeface="+mn-lt"/>
                        </a:rPr>
                        <a:t>-2442.92</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a:r>
                        <a:rPr lang="en-US" sz="1600" b="0" i="0" dirty="0">
                          <a:solidFill>
                            <a:schemeClr val="tx1"/>
                          </a:solidFill>
                          <a:latin typeface="+mn-lt"/>
                        </a:rPr>
                        <a:t>6.59</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826630151"/>
                  </a:ext>
                </a:extLst>
              </a:tr>
              <a:tr h="11644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3.00/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a:r>
                        <a:rPr lang="en-US" sz="1600" b="0" i="0" dirty="0">
                          <a:latin typeface="+mn-lt"/>
                        </a:rPr>
                        <a:t>241.29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a:r>
                        <a:rPr lang="en-US" sz="1600" b="0" i="0" dirty="0">
                          <a:solidFill>
                            <a:schemeClr val="tx1"/>
                          </a:solidFill>
                          <a:latin typeface="+mn-lt"/>
                        </a:rPr>
                        <a:t>6502.69</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dirty="0">
                          <a:solidFill>
                            <a:srgbClr val="FF0000"/>
                          </a:solidFill>
                          <a:effectLst/>
                          <a:latin typeface="+mn-lt"/>
                        </a:rPr>
                        <a:t>-2676.95</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a:r>
                        <a:rPr lang="en-US" sz="1600" b="0" i="0" dirty="0">
                          <a:solidFill>
                            <a:srgbClr val="FF0000"/>
                          </a:solidFill>
                          <a:latin typeface="+mn-lt"/>
                        </a:rPr>
                        <a:t>-227.44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702831795"/>
                  </a:ext>
                </a:extLst>
              </a:tr>
              <a:tr h="78196">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3.50/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FF0000"/>
                          </a:solidFill>
                          <a:effectLst/>
                          <a:latin typeface="+mn-lt"/>
                        </a:rPr>
                        <a:t>-356.94</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5904.46</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rgbClr val="FF0000"/>
                          </a:solidFill>
                          <a:effectLst/>
                          <a:latin typeface="+mn-lt"/>
                          <a:ea typeface="+mn-ea"/>
                          <a:cs typeface="+mn-cs"/>
                        </a:rPr>
                        <a:t>-2910.98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r>
                        <a:rPr lang="en-IN" sz="1600" b="0" i="0" u="none" strike="noStrike" dirty="0">
                          <a:solidFill>
                            <a:srgbClr val="FF0000"/>
                          </a:solidFill>
                          <a:effectLst/>
                          <a:latin typeface="+mn-lt"/>
                        </a:rPr>
                        <a:t>-461.48</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200274652"/>
                  </a:ext>
                </a:extLst>
              </a:tr>
              <a:tr h="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Tariff @Rs. 4.00/ kWh</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r" fontAlgn="ctr"/>
                      <a:r>
                        <a:rPr lang="en-IN" sz="1600" b="0" i="0" u="none" strike="noStrike" dirty="0">
                          <a:solidFill>
                            <a:srgbClr val="FF0000"/>
                          </a:solidFill>
                          <a:effectLst/>
                          <a:latin typeface="+mn-lt"/>
                        </a:rPr>
                        <a:t>-955.17</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r" fontAlgn="ctr"/>
                      <a:r>
                        <a:rPr lang="en-IN" sz="1600" b="0" i="0" u="none" strike="noStrike" kern="1200" dirty="0">
                          <a:solidFill>
                            <a:schemeClr val="tx1"/>
                          </a:solidFill>
                          <a:effectLst/>
                          <a:latin typeface="+mn-lt"/>
                          <a:ea typeface="+mn-ea"/>
                          <a:cs typeface="+mn-cs"/>
                        </a:rPr>
                        <a:t>5306.23</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IN" sz="1600" b="0" i="0" u="none" strike="noStrike" dirty="0">
                          <a:solidFill>
                            <a:srgbClr val="FF0000"/>
                          </a:solidFill>
                          <a:effectLst/>
                          <a:latin typeface="+mn-lt"/>
                        </a:rPr>
                        <a:t>-3145.02</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r" fontAlgn="ctr"/>
                      <a:r>
                        <a:rPr lang="en-IN" sz="1600" b="0" i="0" u="none" strike="noStrike" dirty="0">
                          <a:solidFill>
                            <a:srgbClr val="FF0000"/>
                          </a:solidFill>
                          <a:effectLst/>
                          <a:latin typeface="+mn-lt"/>
                        </a:rPr>
                        <a:t>-695.51</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86776780"/>
                  </a:ext>
                </a:extLst>
              </a:tr>
            </a:tbl>
          </a:graphicData>
        </a:graphic>
      </p:graphicFrame>
      <p:sp>
        <p:nvSpPr>
          <p:cNvPr id="4" name="Rectangle 3"/>
          <p:cNvSpPr/>
          <p:nvPr/>
        </p:nvSpPr>
        <p:spPr>
          <a:xfrm>
            <a:off x="413785" y="627154"/>
            <a:ext cx="20093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For various Options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Box 6">
            <a:extLst>
              <a:ext uri="{FF2B5EF4-FFF2-40B4-BE49-F238E27FC236}">
                <a16:creationId xmlns:a16="http://schemas.microsoft.com/office/drawing/2014/main" id="{E1B076C0-F94E-4CF1-85C3-AA432B9E0BE0}"/>
              </a:ext>
            </a:extLst>
          </p:cNvPr>
          <p:cNvSpPr txBox="1"/>
          <p:nvPr/>
        </p:nvSpPr>
        <p:spPr>
          <a:xfrm>
            <a:off x="501649" y="5715001"/>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Deloitte Analysis</a:t>
            </a:r>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413784" y="6028661"/>
            <a:ext cx="11174878" cy="56152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Government scheme projects, CG will have savings under both the cases, when ISTS charge is waived or not-waived. However, MP is not expected to have any savings in this case under various tariff scenarios</a:t>
            </a:r>
            <a:endParaRPr kumimoji="0" lang="en-US" sz="11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2863407944"/>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COMPARISON OF FINANCIAL GAINS OF DIFFERENT MODELS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6322889"/>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Table 14">
            <a:extLst>
              <a:ext uri="{FF2B5EF4-FFF2-40B4-BE49-F238E27FC236}">
                <a16:creationId xmlns:a16="http://schemas.microsoft.com/office/drawing/2014/main" id="{310E496D-6C4E-4E78-B1D4-0C9FEA1CCC92}"/>
              </a:ext>
            </a:extLst>
          </p:cNvPr>
          <p:cNvGraphicFramePr>
            <a:graphicFrameLocks noGrp="1"/>
          </p:cNvGraphicFramePr>
          <p:nvPr>
            <p:extLst>
              <p:ext uri="{D42A27DB-BD31-4B8C-83A1-F6EECF244321}">
                <p14:modId xmlns:p14="http://schemas.microsoft.com/office/powerpoint/2010/main" val="1785287030"/>
              </p:ext>
            </p:extLst>
          </p:nvPr>
        </p:nvGraphicFramePr>
        <p:xfrm>
          <a:off x="462027" y="819881"/>
          <a:ext cx="10421563" cy="4829804"/>
        </p:xfrm>
        <a:graphic>
          <a:graphicData uri="http://schemas.openxmlformats.org/drawingml/2006/table">
            <a:tbl>
              <a:tblPr/>
              <a:tblGrid>
                <a:gridCol w="2043752">
                  <a:extLst>
                    <a:ext uri="{9D8B030D-6E8A-4147-A177-3AD203B41FA5}">
                      <a16:colId xmlns:a16="http://schemas.microsoft.com/office/drawing/2014/main" val="813873880"/>
                    </a:ext>
                  </a:extLst>
                </a:gridCol>
                <a:gridCol w="2641600">
                  <a:extLst>
                    <a:ext uri="{9D8B030D-6E8A-4147-A177-3AD203B41FA5}">
                      <a16:colId xmlns:a16="http://schemas.microsoft.com/office/drawing/2014/main" val="2403181309"/>
                    </a:ext>
                  </a:extLst>
                </a:gridCol>
                <a:gridCol w="441247">
                  <a:extLst>
                    <a:ext uri="{9D8B030D-6E8A-4147-A177-3AD203B41FA5}">
                      <a16:colId xmlns:a16="http://schemas.microsoft.com/office/drawing/2014/main" val="4118034151"/>
                    </a:ext>
                  </a:extLst>
                </a:gridCol>
                <a:gridCol w="441247">
                  <a:extLst>
                    <a:ext uri="{9D8B030D-6E8A-4147-A177-3AD203B41FA5}">
                      <a16:colId xmlns:a16="http://schemas.microsoft.com/office/drawing/2014/main" val="46691406"/>
                    </a:ext>
                  </a:extLst>
                </a:gridCol>
                <a:gridCol w="441247">
                  <a:extLst>
                    <a:ext uri="{9D8B030D-6E8A-4147-A177-3AD203B41FA5}">
                      <a16:colId xmlns:a16="http://schemas.microsoft.com/office/drawing/2014/main" val="2575184056"/>
                    </a:ext>
                  </a:extLst>
                </a:gridCol>
                <a:gridCol w="441247">
                  <a:extLst>
                    <a:ext uri="{9D8B030D-6E8A-4147-A177-3AD203B41FA5}">
                      <a16:colId xmlns:a16="http://schemas.microsoft.com/office/drawing/2014/main" val="2057354015"/>
                    </a:ext>
                  </a:extLst>
                </a:gridCol>
                <a:gridCol w="441247">
                  <a:extLst>
                    <a:ext uri="{9D8B030D-6E8A-4147-A177-3AD203B41FA5}">
                      <a16:colId xmlns:a16="http://schemas.microsoft.com/office/drawing/2014/main" val="4017038838"/>
                    </a:ext>
                  </a:extLst>
                </a:gridCol>
                <a:gridCol w="441247">
                  <a:extLst>
                    <a:ext uri="{9D8B030D-6E8A-4147-A177-3AD203B41FA5}">
                      <a16:colId xmlns:a16="http://schemas.microsoft.com/office/drawing/2014/main" val="1620098381"/>
                    </a:ext>
                  </a:extLst>
                </a:gridCol>
                <a:gridCol w="441247">
                  <a:extLst>
                    <a:ext uri="{9D8B030D-6E8A-4147-A177-3AD203B41FA5}">
                      <a16:colId xmlns:a16="http://schemas.microsoft.com/office/drawing/2014/main" val="63205534"/>
                    </a:ext>
                  </a:extLst>
                </a:gridCol>
                <a:gridCol w="441247">
                  <a:extLst>
                    <a:ext uri="{9D8B030D-6E8A-4147-A177-3AD203B41FA5}">
                      <a16:colId xmlns:a16="http://schemas.microsoft.com/office/drawing/2014/main" val="3460590615"/>
                    </a:ext>
                  </a:extLst>
                </a:gridCol>
                <a:gridCol w="441247">
                  <a:extLst>
                    <a:ext uri="{9D8B030D-6E8A-4147-A177-3AD203B41FA5}">
                      <a16:colId xmlns:a16="http://schemas.microsoft.com/office/drawing/2014/main" val="2466963208"/>
                    </a:ext>
                  </a:extLst>
                </a:gridCol>
                <a:gridCol w="441247">
                  <a:extLst>
                    <a:ext uri="{9D8B030D-6E8A-4147-A177-3AD203B41FA5}">
                      <a16:colId xmlns:a16="http://schemas.microsoft.com/office/drawing/2014/main" val="1640068097"/>
                    </a:ext>
                  </a:extLst>
                </a:gridCol>
                <a:gridCol w="441247">
                  <a:extLst>
                    <a:ext uri="{9D8B030D-6E8A-4147-A177-3AD203B41FA5}">
                      <a16:colId xmlns:a16="http://schemas.microsoft.com/office/drawing/2014/main" val="2749764562"/>
                    </a:ext>
                  </a:extLst>
                </a:gridCol>
                <a:gridCol w="441247">
                  <a:extLst>
                    <a:ext uri="{9D8B030D-6E8A-4147-A177-3AD203B41FA5}">
                      <a16:colId xmlns:a16="http://schemas.microsoft.com/office/drawing/2014/main" val="1026061664"/>
                    </a:ext>
                  </a:extLst>
                </a:gridCol>
                <a:gridCol w="441247">
                  <a:extLst>
                    <a:ext uri="{9D8B030D-6E8A-4147-A177-3AD203B41FA5}">
                      <a16:colId xmlns:a16="http://schemas.microsoft.com/office/drawing/2014/main" val="118526439"/>
                    </a:ext>
                  </a:extLst>
                </a:gridCol>
              </a:tblGrid>
              <a:tr h="649668">
                <a:tc>
                  <a:txBody>
                    <a:bodyPr/>
                    <a:lstStyle/>
                    <a:p>
                      <a:pPr algn="ctr" rtl="0" fontAlgn="ctr"/>
                      <a:r>
                        <a:rPr lang="en-US" sz="1000" b="0" i="1" u="none" strike="noStrike" dirty="0">
                          <a:solidFill>
                            <a:srgbClr val="000000"/>
                          </a:solidFill>
                          <a:effectLst/>
                          <a:latin typeface="Calibri" panose="020F0502020204030204" pitchFamily="34" charset="0"/>
                        </a:rPr>
                        <a:t>Note: Capex Options are Taken @80:20 Debt: Equity Ratio as the Equity IRRs are highest for the case and this being a market-prevalent practice </a:t>
                      </a:r>
                    </a:p>
                  </a:txBody>
                  <a:tcPr marL="4655" marR="4655" marT="465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000" b="1" i="0" u="none" strike="noStrike" dirty="0">
                          <a:solidFill>
                            <a:srgbClr val="000000"/>
                          </a:solidFill>
                          <a:effectLst/>
                          <a:latin typeface="Calibri" panose="020F0502020204030204" pitchFamily="34" charset="0"/>
                        </a:rPr>
                        <a:t>Location Options for Implementation</a:t>
                      </a:r>
                    </a:p>
                  </a:txBody>
                  <a:tcPr marL="4655" marR="4655" marT="4655" marB="0" anchor="ctr">
                    <a:lnL w="1270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gridSpan="5">
                  <a:txBody>
                    <a:bodyPr/>
                    <a:lstStyle/>
                    <a:p>
                      <a:pPr algn="ctr" rtl="0" fontAlgn="ctr"/>
                      <a:r>
                        <a:rPr lang="en-US" sz="1000" b="1" i="1" u="none" strike="noStrike" dirty="0">
                          <a:solidFill>
                            <a:srgbClr val="000000"/>
                          </a:solidFill>
                          <a:effectLst/>
                          <a:latin typeface="Calibri" panose="020F0502020204030204" pitchFamily="34" charset="0"/>
                        </a:rPr>
                        <a:t>Option 1: Entire Capacity is in CG</a:t>
                      </a:r>
                    </a:p>
                  </a:txBody>
                  <a:tcPr marL="4655" marR="4655" marT="4655"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algn="ctr" rtl="0" fontAlgn="ctr"/>
                      <a:r>
                        <a:rPr lang="en-US" sz="1000" b="1" i="1" u="none" strike="noStrike" dirty="0">
                          <a:solidFill>
                            <a:srgbClr val="000000"/>
                          </a:solidFill>
                          <a:effectLst/>
                          <a:latin typeface="Calibri" panose="020F0502020204030204" pitchFamily="34" charset="0"/>
                        </a:rPr>
                        <a:t>Option 2: Entire Capacity is in MP</a:t>
                      </a:r>
                    </a:p>
                  </a:txBody>
                  <a:tcPr marL="4655" marR="4655" marT="4655"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3">
                  <a:txBody>
                    <a:bodyPr/>
                    <a:lstStyle/>
                    <a:p>
                      <a:pPr algn="ctr" rtl="0" fontAlgn="ctr"/>
                      <a:r>
                        <a:rPr lang="en-US" sz="1000" b="1" i="1" u="none" strike="noStrike" dirty="0">
                          <a:solidFill>
                            <a:srgbClr val="000000"/>
                          </a:solidFill>
                          <a:effectLst/>
                          <a:latin typeface="Calibri" panose="020F0502020204030204" pitchFamily="34" charset="0"/>
                        </a:rPr>
                        <a:t>Option 3: CG-Own, MP-Own</a:t>
                      </a:r>
                    </a:p>
                  </a:txBody>
                  <a:tcPr marL="4655" marR="4655" marT="4655"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823161059"/>
                  </a:ext>
                </a:extLst>
              </a:tr>
              <a:tr h="1433380">
                <a:tc>
                  <a:txBody>
                    <a:bodyPr/>
                    <a:lstStyle/>
                    <a:p>
                      <a:pPr algn="ctr" rtl="0" fontAlgn="ctr"/>
                      <a:r>
                        <a:rPr lang="en-US" sz="1000" b="1" i="0" u="none" strike="noStrike" dirty="0">
                          <a:solidFill>
                            <a:srgbClr val="000000"/>
                          </a:solidFill>
                          <a:effectLst/>
                          <a:latin typeface="Calibri" panose="020F0502020204030204" pitchFamily="34" charset="0"/>
                        </a:rPr>
                        <a:t>Business Models</a:t>
                      </a:r>
                    </a:p>
                  </a:txBody>
                  <a:tcPr marL="4655" marR="4655" marT="4655" marB="0" anchor="ctr">
                    <a:lnL w="1270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200" b="1" i="0" u="none" strike="noStrike" dirty="0">
                          <a:solidFill>
                            <a:srgbClr val="000000"/>
                          </a:solidFill>
                          <a:effectLst/>
                          <a:latin typeface="Calibri" panose="020F0502020204030204" pitchFamily="34" charset="0"/>
                        </a:rPr>
                        <a:t>Total Savings (Rs. Crore.) for Entire Project Tenure for Multiple Capex / Tariff Scenario</a:t>
                      </a:r>
                    </a:p>
                  </a:txBody>
                  <a:tcPr marL="4655" marR="4655" marT="4655"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dirty="0">
                          <a:solidFill>
                            <a:srgbClr val="000000"/>
                          </a:solidFill>
                          <a:effectLst/>
                          <a:latin typeface="Calibri" panose="020F0502020204030204" pitchFamily="34" charset="0"/>
                        </a:rPr>
                        <a:t>CG Savings</a:t>
                      </a:r>
                    </a:p>
                  </a:txBody>
                  <a:tcPr marL="4655" marR="4655" marT="4655" marB="0" vert="vert27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a:solidFill>
                            <a:srgbClr val="000000"/>
                          </a:solidFill>
                          <a:effectLst/>
                          <a:latin typeface="Calibri" panose="020F0502020204030204" pitchFamily="34" charset="0"/>
                        </a:rPr>
                        <a:t>MP Savings</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dirty="0">
                          <a:solidFill>
                            <a:srgbClr val="000000"/>
                          </a:solidFill>
                          <a:effectLst/>
                          <a:latin typeface="Calibri" panose="020F0502020204030204" pitchFamily="34" charset="0"/>
                        </a:rPr>
                        <a:t>MP Savings- If ISTS Charge Waived off</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1" i="1" u="none" strike="noStrike">
                          <a:solidFill>
                            <a:srgbClr val="000000"/>
                          </a:solidFill>
                          <a:effectLst/>
                          <a:latin typeface="Calibri" panose="020F0502020204030204" pitchFamily="34" charset="0"/>
                        </a:rPr>
                        <a:t>TOTAL SAVINGS (CG+MP)</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2CC"/>
                    </a:solidFill>
                  </a:tcPr>
                </a:tc>
                <a:tc>
                  <a:txBody>
                    <a:bodyPr/>
                    <a:lstStyle/>
                    <a:p>
                      <a:pPr algn="ctr" rtl="0" fontAlgn="ctr"/>
                      <a:r>
                        <a:rPr lang="en-US" sz="1000" b="1" i="1" u="none" strike="noStrike">
                          <a:solidFill>
                            <a:srgbClr val="000000"/>
                          </a:solidFill>
                          <a:effectLst/>
                          <a:latin typeface="Calibri" panose="020F0502020204030204" pitchFamily="34" charset="0"/>
                        </a:rPr>
                        <a:t>TOTAL SAVINGS (CG+MP) (if ISTS Charge is Waived)</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2CC"/>
                    </a:solidFill>
                  </a:tcPr>
                </a:tc>
                <a:tc>
                  <a:txBody>
                    <a:bodyPr/>
                    <a:lstStyle/>
                    <a:p>
                      <a:pPr algn="ctr" rtl="0" fontAlgn="ctr"/>
                      <a:r>
                        <a:rPr lang="en-US" sz="1000" b="0" i="1" u="none" strike="noStrike">
                          <a:solidFill>
                            <a:srgbClr val="000000"/>
                          </a:solidFill>
                          <a:effectLst/>
                          <a:latin typeface="Calibri" panose="020F0502020204030204" pitchFamily="34" charset="0"/>
                        </a:rPr>
                        <a:t>CG Savings</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a:solidFill>
                            <a:srgbClr val="000000"/>
                          </a:solidFill>
                          <a:effectLst/>
                          <a:latin typeface="Calibri" panose="020F0502020204030204" pitchFamily="34" charset="0"/>
                        </a:rPr>
                        <a:t>CG Savings- If ISTS Charge Waived off</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a:solidFill>
                            <a:srgbClr val="000000"/>
                          </a:solidFill>
                          <a:effectLst/>
                          <a:latin typeface="Calibri" panose="020F0502020204030204" pitchFamily="34" charset="0"/>
                        </a:rPr>
                        <a:t>MP Savings</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1" i="1" u="none" strike="noStrike">
                          <a:solidFill>
                            <a:srgbClr val="000000"/>
                          </a:solidFill>
                          <a:effectLst/>
                          <a:latin typeface="Calibri" panose="020F0502020204030204" pitchFamily="34" charset="0"/>
                        </a:rPr>
                        <a:t>TOTAL SAVINGS (CG+MP)</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2CC"/>
                    </a:solidFill>
                  </a:tcPr>
                </a:tc>
                <a:tc>
                  <a:txBody>
                    <a:bodyPr/>
                    <a:lstStyle/>
                    <a:p>
                      <a:pPr algn="ctr" rtl="0" fontAlgn="ctr"/>
                      <a:r>
                        <a:rPr lang="en-US" sz="1000" b="1" i="1" u="none" strike="noStrike">
                          <a:solidFill>
                            <a:srgbClr val="000000"/>
                          </a:solidFill>
                          <a:effectLst/>
                          <a:latin typeface="Calibri" panose="020F0502020204030204" pitchFamily="34" charset="0"/>
                        </a:rPr>
                        <a:t>TOTAL SAVINGS (CG+MP) (if ISTS Charge is Waived)</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2CC"/>
                    </a:solidFill>
                  </a:tcPr>
                </a:tc>
                <a:tc>
                  <a:txBody>
                    <a:bodyPr/>
                    <a:lstStyle/>
                    <a:p>
                      <a:pPr algn="ctr" rtl="0" fontAlgn="ctr"/>
                      <a:r>
                        <a:rPr lang="en-US" sz="1000" b="0" i="1" u="none" strike="noStrike">
                          <a:solidFill>
                            <a:srgbClr val="000000"/>
                          </a:solidFill>
                          <a:effectLst/>
                          <a:latin typeface="Calibri" panose="020F0502020204030204" pitchFamily="34" charset="0"/>
                        </a:rPr>
                        <a:t>CG Savings</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0" i="1" u="none" strike="noStrike">
                          <a:solidFill>
                            <a:srgbClr val="000000"/>
                          </a:solidFill>
                          <a:effectLst/>
                          <a:latin typeface="Calibri" panose="020F0502020204030204" pitchFamily="34" charset="0"/>
                        </a:rPr>
                        <a:t>MP Savings</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000" b="1" i="1" u="none" strike="noStrike">
                          <a:solidFill>
                            <a:srgbClr val="000000"/>
                          </a:solidFill>
                          <a:effectLst/>
                          <a:latin typeface="Calibri" panose="020F0502020204030204" pitchFamily="34" charset="0"/>
                        </a:rPr>
                        <a:t>TOTAL SAVINGS (CG+MP)</a:t>
                      </a:r>
                    </a:p>
                  </a:txBody>
                  <a:tcPr marL="4655" marR="4655" marT="4655" marB="0" vert="vert27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2CC"/>
                    </a:solidFill>
                  </a:tcPr>
                </a:tc>
                <a:extLst>
                  <a:ext uri="{0D108BD9-81ED-4DB2-BD59-A6C34878D82A}">
                    <a16:rowId xmlns:a16="http://schemas.microsoft.com/office/drawing/2014/main" val="2922644964"/>
                  </a:ext>
                </a:extLst>
              </a:tr>
              <a:tr h="370488">
                <a:tc rowSpan="2">
                  <a:txBody>
                    <a:bodyPr/>
                    <a:lstStyle/>
                    <a:p>
                      <a:pPr algn="ctr" rtl="0" fontAlgn="ctr"/>
                      <a:r>
                        <a:rPr lang="en-US" sz="1000" b="1" i="1" u="none" strike="noStrike" dirty="0">
                          <a:solidFill>
                            <a:srgbClr val="000000"/>
                          </a:solidFill>
                          <a:effectLst/>
                          <a:latin typeface="Calibri" panose="020F0502020204030204" pitchFamily="34" charset="0"/>
                        </a:rPr>
                        <a:t>Capex Own Land</a:t>
                      </a:r>
                    </a:p>
                  </a:txBody>
                  <a:tcPr marL="4655" marR="4655" marT="4655" marB="0" anchor="ct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DEBF7"/>
                    </a:solidFill>
                  </a:tcPr>
                </a:tc>
                <a:tc>
                  <a:txBody>
                    <a:bodyPr/>
                    <a:lstStyle/>
                    <a:p>
                      <a:pPr algn="ctr" rtl="0" fontAlgn="ctr"/>
                      <a:r>
                        <a:rPr lang="en-US" sz="1000" b="1" i="1" u="none" strike="noStrike">
                          <a:solidFill>
                            <a:srgbClr val="000000"/>
                          </a:solidFill>
                          <a:effectLst/>
                          <a:latin typeface="Calibri" panose="020F0502020204030204" pitchFamily="34" charset="0"/>
                        </a:rPr>
                        <a:t>Capex Own Land-Base Case Capex</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DEBF7"/>
                    </a:solidFill>
                  </a:tcPr>
                </a:tc>
                <a:tc>
                  <a:txBody>
                    <a:bodyPr/>
                    <a:lstStyle/>
                    <a:p>
                      <a:pPr algn="ctr" rtl="0" fontAlgn="ctr"/>
                      <a:r>
                        <a:rPr lang="en-US" sz="1200" b="0" i="0" u="none" strike="noStrike">
                          <a:solidFill>
                            <a:srgbClr val="000000"/>
                          </a:solidFill>
                          <a:effectLst/>
                          <a:latin typeface="Calibri" panose="020F0502020204030204" pitchFamily="34" charset="0"/>
                        </a:rPr>
                        <a:t>9662</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EC992"/>
                    </a:solidFill>
                  </a:tcPr>
                </a:tc>
                <a:tc>
                  <a:txBody>
                    <a:bodyPr/>
                    <a:lstStyle/>
                    <a:p>
                      <a:pPr algn="ctr" rtl="0" fontAlgn="ctr"/>
                      <a:r>
                        <a:rPr lang="en-US" sz="1200" b="0" i="0" u="none" strike="noStrike">
                          <a:solidFill>
                            <a:srgbClr val="000000"/>
                          </a:solidFill>
                          <a:effectLst/>
                          <a:latin typeface="Calibri" panose="020F0502020204030204" pitchFamily="34" charset="0"/>
                        </a:rPr>
                        <a:t>-2144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9597"/>
                    </a:solidFill>
                  </a:tcPr>
                </a:tc>
                <a:tc>
                  <a:txBody>
                    <a:bodyPr/>
                    <a:lstStyle/>
                    <a:p>
                      <a:pPr algn="ctr" rtl="0" fontAlgn="ctr"/>
                      <a:r>
                        <a:rPr lang="en-US" sz="1200" b="0" i="0" u="none" strike="noStrike">
                          <a:solidFill>
                            <a:srgbClr val="000000"/>
                          </a:solidFill>
                          <a:effectLst/>
                          <a:latin typeface="Calibri" panose="020F0502020204030204" pitchFamily="34" charset="0"/>
                        </a:rPr>
                        <a:t>305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FC1"/>
                    </a:solidFill>
                  </a:tcPr>
                </a:tc>
                <a:tc>
                  <a:txBody>
                    <a:bodyPr/>
                    <a:lstStyle/>
                    <a:p>
                      <a:pPr algn="ctr" rtl="0" fontAlgn="ctr"/>
                      <a:r>
                        <a:rPr lang="en-US" sz="1200" b="0" i="0" u="none" strike="noStrike">
                          <a:solidFill>
                            <a:srgbClr val="000000"/>
                          </a:solidFill>
                          <a:effectLst/>
                          <a:latin typeface="Calibri" panose="020F0502020204030204" pitchFamily="34" charset="0"/>
                        </a:rPr>
                        <a:t>7518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CDCBA"/>
                    </a:solidFill>
                  </a:tcPr>
                </a:tc>
                <a:tc>
                  <a:txBody>
                    <a:bodyPr/>
                    <a:lstStyle/>
                    <a:p>
                      <a:pPr algn="ctr" rtl="0" fontAlgn="ctr"/>
                      <a:r>
                        <a:rPr lang="en-US" sz="1200" b="0" i="0" u="none" strike="noStrike">
                          <a:solidFill>
                            <a:srgbClr val="000000"/>
                          </a:solidFill>
                          <a:effectLst/>
                          <a:latin typeface="Calibri" panose="020F0502020204030204" pitchFamily="34" charset="0"/>
                        </a:rPr>
                        <a:t>9968</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7C68C"/>
                    </a:solidFill>
                  </a:tcPr>
                </a:tc>
                <a:tc>
                  <a:txBody>
                    <a:bodyPr/>
                    <a:lstStyle/>
                    <a:p>
                      <a:pPr algn="ctr" rtl="0" fontAlgn="ctr"/>
                      <a:r>
                        <a:rPr lang="en-US" sz="1200" b="0" i="0" u="none" strike="noStrike">
                          <a:solidFill>
                            <a:srgbClr val="000000"/>
                          </a:solidFill>
                          <a:effectLst/>
                          <a:latin typeface="Calibri" panose="020F0502020204030204" pitchFamily="34" charset="0"/>
                        </a:rPr>
                        <a:t>-795</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ACAE"/>
                    </a:solidFill>
                  </a:tcPr>
                </a:tc>
                <a:tc>
                  <a:txBody>
                    <a:bodyPr/>
                    <a:lstStyle/>
                    <a:p>
                      <a:pPr algn="ctr" rtl="0" fontAlgn="ctr"/>
                      <a:r>
                        <a:rPr lang="en-US" sz="1200" b="0" i="0" u="none" strike="noStrike">
                          <a:solidFill>
                            <a:srgbClr val="000000"/>
                          </a:solidFill>
                          <a:effectLst/>
                          <a:latin typeface="Calibri" panose="020F0502020204030204" pitchFamily="34" charset="0"/>
                        </a:rPr>
                        <a:t>5466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EEE1"/>
                    </a:solidFill>
                  </a:tcPr>
                </a:tc>
                <a:tc>
                  <a:txBody>
                    <a:bodyPr/>
                    <a:lstStyle/>
                    <a:p>
                      <a:pPr algn="ctr" rtl="0" fontAlgn="ctr"/>
                      <a:r>
                        <a:rPr lang="en-US" sz="1200" b="0" i="0" u="none" strike="noStrike">
                          <a:solidFill>
                            <a:srgbClr val="000000"/>
                          </a:solidFill>
                          <a:effectLst/>
                          <a:latin typeface="Calibri" panose="020F0502020204030204" pitchFamily="34" charset="0"/>
                        </a:rPr>
                        <a:t>880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C9CB"/>
                    </a:solidFill>
                  </a:tcPr>
                </a:tc>
                <a:tc>
                  <a:txBody>
                    <a:bodyPr/>
                    <a:lstStyle/>
                    <a:p>
                      <a:pPr algn="ctr" rtl="0" fontAlgn="ctr"/>
                      <a:r>
                        <a:rPr lang="en-US" sz="1200" b="0" i="0" u="none" strike="noStrike">
                          <a:solidFill>
                            <a:srgbClr val="000000"/>
                          </a:solidFill>
                          <a:effectLst/>
                          <a:latin typeface="Calibri" panose="020F0502020204030204" pitchFamily="34" charset="0"/>
                        </a:rPr>
                        <a:t>85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BBE"/>
                    </a:solidFill>
                  </a:tcPr>
                </a:tc>
                <a:tc>
                  <a:txBody>
                    <a:bodyPr/>
                    <a:lstStyle/>
                    <a:p>
                      <a:pPr algn="ctr" rtl="0" fontAlgn="ctr"/>
                      <a:r>
                        <a:rPr lang="en-US" sz="1200" b="0" i="0" u="none" strike="noStrike">
                          <a:solidFill>
                            <a:srgbClr val="000000"/>
                          </a:solidFill>
                          <a:effectLst/>
                          <a:latin typeface="Calibri" panose="020F0502020204030204" pitchFamily="34" charset="0"/>
                        </a:rPr>
                        <a:t>6347</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6E6D0"/>
                    </a:solidFill>
                  </a:tcPr>
                </a:tc>
                <a:tc>
                  <a:txBody>
                    <a:bodyPr/>
                    <a:lstStyle/>
                    <a:p>
                      <a:pPr algn="ctr" rtl="0" fontAlgn="ctr"/>
                      <a:r>
                        <a:rPr lang="en-US" sz="1200" b="0" i="0" u="none" strike="noStrike">
                          <a:solidFill>
                            <a:srgbClr val="000000"/>
                          </a:solidFill>
                          <a:effectLst/>
                          <a:latin typeface="Calibri" panose="020F0502020204030204" pitchFamily="34" charset="0"/>
                        </a:rPr>
                        <a:t>9662</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EC992"/>
                    </a:solidFill>
                  </a:tcPr>
                </a:tc>
                <a:tc>
                  <a:txBody>
                    <a:bodyPr/>
                    <a:lstStyle/>
                    <a:p>
                      <a:pPr algn="ctr" rtl="0" fontAlgn="ctr"/>
                      <a:r>
                        <a:rPr lang="en-US" sz="1200" b="0" i="0" u="none" strike="noStrike">
                          <a:solidFill>
                            <a:srgbClr val="000000"/>
                          </a:solidFill>
                          <a:effectLst/>
                          <a:latin typeface="Calibri" panose="020F0502020204030204" pitchFamily="34" charset="0"/>
                        </a:rPr>
                        <a:t>880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C9CB"/>
                    </a:solidFill>
                  </a:tcPr>
                </a:tc>
                <a:tc>
                  <a:txBody>
                    <a:bodyPr/>
                    <a:lstStyle/>
                    <a:p>
                      <a:pPr algn="ctr" rtl="0" fontAlgn="ctr"/>
                      <a:r>
                        <a:rPr lang="en-US" sz="1200" b="0" i="0" u="none" strike="noStrike">
                          <a:solidFill>
                            <a:srgbClr val="000000"/>
                          </a:solidFill>
                          <a:effectLst/>
                          <a:latin typeface="Calibri" panose="020F0502020204030204" pitchFamily="34" charset="0"/>
                        </a:rPr>
                        <a:t>10542</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BC182"/>
                    </a:solidFill>
                  </a:tcPr>
                </a:tc>
                <a:extLst>
                  <a:ext uri="{0D108BD9-81ED-4DB2-BD59-A6C34878D82A}">
                    <a16:rowId xmlns:a16="http://schemas.microsoft.com/office/drawing/2014/main" val="3271181881"/>
                  </a:ext>
                </a:extLst>
              </a:tr>
              <a:tr h="370488">
                <a:tc vMerge="1">
                  <a:txBody>
                    <a:bodyPr/>
                    <a:lstStyle/>
                    <a:p>
                      <a:endParaRPr lang="en-US"/>
                    </a:p>
                  </a:txBody>
                  <a:tcPr/>
                </a:tc>
                <a:tc>
                  <a:txBody>
                    <a:bodyPr/>
                    <a:lstStyle/>
                    <a:p>
                      <a:pPr algn="ctr" rtl="0" fontAlgn="ctr"/>
                      <a:r>
                        <a:rPr lang="en-US" sz="1000" b="1" i="1" u="none" strike="noStrike" dirty="0">
                          <a:solidFill>
                            <a:srgbClr val="000000"/>
                          </a:solidFill>
                          <a:effectLst/>
                          <a:latin typeface="Calibri" panose="020F0502020204030204" pitchFamily="34" charset="0"/>
                        </a:rPr>
                        <a:t>Capex Own Land-10% Discounted Capex</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DEBF7"/>
                    </a:solidFill>
                  </a:tcPr>
                </a:tc>
                <a:tc>
                  <a:txBody>
                    <a:bodyPr/>
                    <a:lstStyle/>
                    <a:p>
                      <a:pPr algn="ctr" rtl="0" fontAlgn="ctr"/>
                      <a:r>
                        <a:rPr lang="en-US" sz="1200" b="0" i="0" u="none" strike="noStrike">
                          <a:solidFill>
                            <a:srgbClr val="000000"/>
                          </a:solidFill>
                          <a:effectLst/>
                          <a:latin typeface="Calibri" panose="020F0502020204030204" pitchFamily="34" charset="0"/>
                        </a:rPr>
                        <a:t>9894</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9C78E"/>
                    </a:solidFill>
                  </a:tcPr>
                </a:tc>
                <a:tc>
                  <a:txBody>
                    <a:bodyPr/>
                    <a:lstStyle/>
                    <a:p>
                      <a:pPr algn="ctr" rtl="0" fontAlgn="ctr"/>
                      <a:r>
                        <a:rPr lang="en-US" sz="1200" b="0" i="0" u="none" strike="noStrike">
                          <a:solidFill>
                            <a:srgbClr val="000000"/>
                          </a:solidFill>
                          <a:effectLst/>
                          <a:latin typeface="Calibri" panose="020F0502020204030204" pitchFamily="34" charset="0"/>
                        </a:rPr>
                        <a:t>-2038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9799"/>
                    </a:solidFill>
                  </a:tcPr>
                </a:tc>
                <a:tc>
                  <a:txBody>
                    <a:bodyPr/>
                    <a:lstStyle/>
                    <a:p>
                      <a:pPr algn="ctr" rtl="0" fontAlgn="ctr"/>
                      <a:r>
                        <a:rPr lang="en-US" sz="1200" b="0" i="0" u="none" strike="noStrike">
                          <a:solidFill>
                            <a:srgbClr val="000000"/>
                          </a:solidFill>
                          <a:effectLst/>
                          <a:latin typeface="Calibri" panose="020F0502020204030204" pitchFamily="34" charset="0"/>
                        </a:rPr>
                        <a:t>412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1C3"/>
                    </a:solidFill>
                  </a:tcPr>
                </a:tc>
                <a:tc>
                  <a:txBody>
                    <a:bodyPr/>
                    <a:lstStyle/>
                    <a:p>
                      <a:pPr algn="ctr" rtl="0" fontAlgn="ctr"/>
                      <a:r>
                        <a:rPr lang="en-US" sz="1200" b="0" i="0" u="none" strike="noStrike">
                          <a:solidFill>
                            <a:srgbClr val="000000"/>
                          </a:solidFill>
                          <a:effectLst/>
                          <a:latin typeface="Calibri" panose="020F0502020204030204" pitchFamily="34" charset="0"/>
                        </a:rPr>
                        <a:t>7856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A5D9B4"/>
                    </a:solidFill>
                  </a:tcPr>
                </a:tc>
                <a:tc>
                  <a:txBody>
                    <a:bodyPr/>
                    <a:lstStyle/>
                    <a:p>
                      <a:pPr algn="ctr" rtl="0" fontAlgn="ctr"/>
                      <a:r>
                        <a:rPr lang="en-US" sz="1200" b="0" i="0" u="none" strike="noStrike">
                          <a:solidFill>
                            <a:srgbClr val="000000"/>
                          </a:solidFill>
                          <a:effectLst/>
                          <a:latin typeface="Calibri" panose="020F0502020204030204" pitchFamily="34" charset="0"/>
                        </a:rPr>
                        <a:t>10306</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0C386"/>
                    </a:solidFill>
                  </a:tcPr>
                </a:tc>
                <a:tc>
                  <a:txBody>
                    <a:bodyPr/>
                    <a:lstStyle/>
                    <a:p>
                      <a:pPr algn="ctr" rtl="0" fontAlgn="ctr"/>
                      <a:r>
                        <a:rPr lang="en-US" sz="1200" b="0" i="0" u="none" strike="noStrike">
                          <a:solidFill>
                            <a:srgbClr val="000000"/>
                          </a:solidFill>
                          <a:effectLst/>
                          <a:latin typeface="Calibri" panose="020F0502020204030204" pitchFamily="34" charset="0"/>
                        </a:rPr>
                        <a:t>-523</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B1B3"/>
                    </a:solidFill>
                  </a:tcPr>
                </a:tc>
                <a:tc>
                  <a:txBody>
                    <a:bodyPr/>
                    <a:lstStyle/>
                    <a:p>
                      <a:pPr algn="ctr" rtl="0" fontAlgn="ctr"/>
                      <a:r>
                        <a:rPr lang="en-US" sz="1200" b="0" i="0" u="none" strike="noStrike">
                          <a:solidFill>
                            <a:srgbClr val="000000"/>
                          </a:solidFill>
                          <a:effectLst/>
                          <a:latin typeface="Calibri" panose="020F0502020204030204" pitchFamily="34" charset="0"/>
                        </a:rPr>
                        <a:t>5739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3ECDC"/>
                    </a:solidFill>
                  </a:tcPr>
                </a:tc>
                <a:tc>
                  <a:txBody>
                    <a:bodyPr/>
                    <a:lstStyle/>
                    <a:p>
                      <a:pPr algn="ctr" rtl="0" fontAlgn="ctr"/>
                      <a:r>
                        <a:rPr lang="en-US" sz="1200" b="0" i="0" u="none" strike="noStrike">
                          <a:solidFill>
                            <a:srgbClr val="000000"/>
                          </a:solidFill>
                          <a:effectLst/>
                          <a:latin typeface="Calibri" panose="020F0502020204030204" pitchFamily="34" charset="0"/>
                        </a:rPr>
                        <a:t>974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ACD"/>
                    </a:solidFill>
                  </a:tcPr>
                </a:tc>
                <a:tc>
                  <a:txBody>
                    <a:bodyPr/>
                    <a:lstStyle/>
                    <a:p>
                      <a:pPr algn="ctr" rtl="0" fontAlgn="ctr"/>
                      <a:r>
                        <a:rPr lang="en-US" sz="1200" b="0" i="0" u="none" strike="noStrike">
                          <a:solidFill>
                            <a:srgbClr val="000000"/>
                          </a:solidFill>
                          <a:effectLst/>
                          <a:latin typeface="Calibri" panose="020F0502020204030204" pitchFamily="34" charset="0"/>
                        </a:rPr>
                        <a:t>451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1C4"/>
                    </a:solidFill>
                  </a:tcPr>
                </a:tc>
                <a:tc>
                  <a:txBody>
                    <a:bodyPr/>
                    <a:lstStyle/>
                    <a:p>
                      <a:pPr algn="ctr" rtl="0" fontAlgn="ctr"/>
                      <a:r>
                        <a:rPr lang="en-US" sz="1200" b="0" i="0" u="none" strike="noStrike">
                          <a:solidFill>
                            <a:srgbClr val="000000"/>
                          </a:solidFill>
                          <a:effectLst/>
                          <a:latin typeface="Calibri" panose="020F0502020204030204" pitchFamily="34" charset="0"/>
                        </a:rPr>
                        <a:t>6713</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BEE3C9"/>
                    </a:solidFill>
                  </a:tcPr>
                </a:tc>
                <a:tc>
                  <a:txBody>
                    <a:bodyPr/>
                    <a:lstStyle/>
                    <a:p>
                      <a:pPr algn="ctr" rtl="0" fontAlgn="ctr"/>
                      <a:r>
                        <a:rPr lang="en-US" sz="1200" b="0" i="0" u="none" strike="noStrike">
                          <a:solidFill>
                            <a:srgbClr val="000000"/>
                          </a:solidFill>
                          <a:effectLst/>
                          <a:latin typeface="Calibri" panose="020F0502020204030204" pitchFamily="34" charset="0"/>
                        </a:rPr>
                        <a:t>9894</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9C78E"/>
                    </a:solidFill>
                  </a:tcPr>
                </a:tc>
                <a:tc>
                  <a:txBody>
                    <a:bodyPr/>
                    <a:lstStyle/>
                    <a:p>
                      <a:pPr algn="ctr" rtl="0" fontAlgn="ctr"/>
                      <a:r>
                        <a:rPr lang="en-US" sz="1200" b="0" i="0" u="none" strike="noStrike">
                          <a:solidFill>
                            <a:srgbClr val="000000"/>
                          </a:solidFill>
                          <a:effectLst/>
                          <a:latin typeface="Calibri" panose="020F0502020204030204" pitchFamily="34" charset="0"/>
                        </a:rPr>
                        <a:t>974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ACD"/>
                    </a:solidFill>
                  </a:tcPr>
                </a:tc>
                <a:tc>
                  <a:txBody>
                    <a:bodyPr/>
                    <a:lstStyle/>
                    <a:p>
                      <a:pPr algn="ctr" rtl="0" fontAlgn="ctr"/>
                      <a:r>
                        <a:rPr lang="en-US" sz="1200" b="0" i="0" u="none" strike="noStrike">
                          <a:solidFill>
                            <a:srgbClr val="000000"/>
                          </a:solidFill>
                          <a:effectLst/>
                          <a:latin typeface="Calibri" panose="020F0502020204030204" pitchFamily="34" charset="0"/>
                        </a:rPr>
                        <a:t>10868</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63BE7B"/>
                    </a:solidFill>
                  </a:tcPr>
                </a:tc>
                <a:extLst>
                  <a:ext uri="{0D108BD9-81ED-4DB2-BD59-A6C34878D82A}">
                    <a16:rowId xmlns:a16="http://schemas.microsoft.com/office/drawing/2014/main" val="4073941149"/>
                  </a:ext>
                </a:extLst>
              </a:tr>
              <a:tr h="370488">
                <a:tc rowSpan="2">
                  <a:txBody>
                    <a:bodyPr/>
                    <a:lstStyle/>
                    <a:p>
                      <a:pPr algn="ctr" rtl="0" fontAlgn="ctr"/>
                      <a:r>
                        <a:rPr lang="en-US" sz="1000" b="1" i="1" u="none" strike="noStrike" dirty="0">
                          <a:solidFill>
                            <a:srgbClr val="000000"/>
                          </a:solidFill>
                          <a:effectLst/>
                          <a:latin typeface="Calibri" panose="020F0502020204030204" pitchFamily="34" charset="0"/>
                        </a:rPr>
                        <a:t>Capex Others' Land</a:t>
                      </a:r>
                    </a:p>
                  </a:txBody>
                  <a:tcPr marL="4655" marR="4655" marT="4655" marB="0" anchor="ct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9E1F2"/>
                    </a:solidFill>
                  </a:tcPr>
                </a:tc>
                <a:tc>
                  <a:txBody>
                    <a:bodyPr/>
                    <a:lstStyle/>
                    <a:p>
                      <a:pPr algn="ctr" rtl="0" fontAlgn="ctr"/>
                      <a:r>
                        <a:rPr lang="en-US" sz="1000" b="1" i="1" u="none" strike="noStrike">
                          <a:solidFill>
                            <a:srgbClr val="000000"/>
                          </a:solidFill>
                          <a:effectLst/>
                          <a:latin typeface="Calibri" panose="020F0502020204030204" pitchFamily="34" charset="0"/>
                        </a:rPr>
                        <a:t>Capex Others' Land-Base Case Capex</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1F2"/>
                    </a:solidFill>
                  </a:tcPr>
                </a:tc>
                <a:tc>
                  <a:txBody>
                    <a:bodyPr/>
                    <a:lstStyle/>
                    <a:p>
                      <a:pPr algn="ctr" rtl="0" fontAlgn="ctr"/>
                      <a:r>
                        <a:rPr lang="en-US" sz="1200" b="0" i="0" u="none" strike="noStrike">
                          <a:solidFill>
                            <a:srgbClr val="000000"/>
                          </a:solidFill>
                          <a:effectLst/>
                          <a:latin typeface="Calibri" panose="020F0502020204030204" pitchFamily="34" charset="0"/>
                        </a:rPr>
                        <a:t>9590</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FCA93"/>
                    </a:solidFill>
                  </a:tcPr>
                </a:tc>
                <a:tc>
                  <a:txBody>
                    <a:bodyPr/>
                    <a:lstStyle/>
                    <a:p>
                      <a:pPr algn="ctr" rtl="0" fontAlgn="ctr"/>
                      <a:r>
                        <a:rPr lang="en-US" sz="1200" b="0" i="0" u="none" strike="noStrike">
                          <a:solidFill>
                            <a:srgbClr val="000000"/>
                          </a:solidFill>
                          <a:effectLst/>
                          <a:latin typeface="Calibri" panose="020F0502020204030204" pitchFamily="34" charset="0"/>
                        </a:rPr>
                        <a:t>-2177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9497"/>
                    </a:solidFill>
                  </a:tcPr>
                </a:tc>
                <a:tc>
                  <a:txBody>
                    <a:bodyPr/>
                    <a:lstStyle/>
                    <a:p>
                      <a:pPr algn="ctr" rtl="0" fontAlgn="ctr"/>
                      <a:r>
                        <a:rPr lang="en-US" sz="1200" b="0" i="0" u="none" strike="noStrike">
                          <a:solidFill>
                            <a:srgbClr val="000000"/>
                          </a:solidFill>
                          <a:effectLst/>
                          <a:latin typeface="Calibri" panose="020F0502020204030204" pitchFamily="34" charset="0"/>
                        </a:rPr>
                        <a:t>273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EC1"/>
                    </a:solidFill>
                  </a:tcPr>
                </a:tc>
                <a:tc>
                  <a:txBody>
                    <a:bodyPr/>
                    <a:lstStyle/>
                    <a:p>
                      <a:pPr algn="ctr" rtl="0" fontAlgn="ctr"/>
                      <a:r>
                        <a:rPr lang="en-US" sz="1200" b="0" i="0" u="none" strike="noStrike">
                          <a:solidFill>
                            <a:srgbClr val="000000"/>
                          </a:solidFill>
                          <a:effectLst/>
                          <a:latin typeface="Calibri" panose="020F0502020204030204" pitchFamily="34" charset="0"/>
                        </a:rPr>
                        <a:t>7413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FDDBC"/>
                    </a:solidFill>
                  </a:tcPr>
                </a:tc>
                <a:tc>
                  <a:txBody>
                    <a:bodyPr/>
                    <a:lstStyle/>
                    <a:p>
                      <a:pPr algn="ctr" rtl="0" fontAlgn="ctr"/>
                      <a:r>
                        <a:rPr lang="en-US" sz="1200" b="0" i="0" u="none" strike="noStrike">
                          <a:solidFill>
                            <a:srgbClr val="000000"/>
                          </a:solidFill>
                          <a:effectLst/>
                          <a:latin typeface="Calibri" panose="020F0502020204030204" pitchFamily="34" charset="0"/>
                        </a:rPr>
                        <a:t>9863</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9C78E"/>
                    </a:solidFill>
                  </a:tcPr>
                </a:tc>
                <a:tc>
                  <a:txBody>
                    <a:bodyPr/>
                    <a:lstStyle/>
                    <a:p>
                      <a:pPr algn="ctr" rtl="0" fontAlgn="ctr"/>
                      <a:r>
                        <a:rPr lang="en-US" sz="1200" b="0" i="0" u="none" strike="noStrike">
                          <a:solidFill>
                            <a:srgbClr val="000000"/>
                          </a:solidFill>
                          <a:effectLst/>
                          <a:latin typeface="Calibri" panose="020F0502020204030204" pitchFamily="34" charset="0"/>
                        </a:rPr>
                        <a:t>-896</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AAAD"/>
                    </a:solidFill>
                  </a:tcPr>
                </a:tc>
                <a:tc>
                  <a:txBody>
                    <a:bodyPr/>
                    <a:lstStyle/>
                    <a:p>
                      <a:pPr algn="ctr" rtl="0" fontAlgn="ctr"/>
                      <a:r>
                        <a:rPr lang="en-US" sz="1200" b="0" i="0" u="none" strike="noStrike">
                          <a:solidFill>
                            <a:srgbClr val="000000"/>
                          </a:solidFill>
                          <a:effectLst/>
                          <a:latin typeface="Calibri" panose="020F0502020204030204" pitchFamily="34" charset="0"/>
                        </a:rPr>
                        <a:t>5365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FE3"/>
                    </a:solidFill>
                  </a:tcPr>
                </a:tc>
                <a:tc>
                  <a:txBody>
                    <a:bodyPr/>
                    <a:lstStyle/>
                    <a:p>
                      <a:pPr algn="ctr" rtl="0" fontAlgn="ctr"/>
                      <a:r>
                        <a:rPr lang="en-US" sz="1200" b="0" i="0" u="none" strike="noStrike">
                          <a:solidFill>
                            <a:srgbClr val="000000"/>
                          </a:solidFill>
                          <a:effectLst/>
                          <a:latin typeface="Calibri" panose="020F0502020204030204" pitchFamily="34" charset="0"/>
                        </a:rPr>
                        <a:t>846</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C8CB"/>
                    </a:solidFill>
                  </a:tcPr>
                </a:tc>
                <a:tc>
                  <a:txBody>
                    <a:bodyPr/>
                    <a:lstStyle/>
                    <a:p>
                      <a:pPr algn="ctr" rtl="0" fontAlgn="ctr"/>
                      <a:r>
                        <a:rPr lang="en-US" sz="1200" b="0" i="0" u="none" strike="noStrike">
                          <a:solidFill>
                            <a:srgbClr val="000000"/>
                          </a:solidFill>
                          <a:effectLst/>
                          <a:latin typeface="Calibri" panose="020F0502020204030204" pitchFamily="34" charset="0"/>
                        </a:rPr>
                        <a:t>-51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9BB"/>
                    </a:solidFill>
                  </a:tcPr>
                </a:tc>
                <a:tc>
                  <a:txBody>
                    <a:bodyPr/>
                    <a:lstStyle/>
                    <a:p>
                      <a:pPr algn="ctr" rtl="0" fontAlgn="ctr"/>
                      <a:r>
                        <a:rPr lang="en-US" sz="1200" b="0" i="0" u="none" strike="noStrike">
                          <a:solidFill>
                            <a:srgbClr val="000000"/>
                          </a:solidFill>
                          <a:effectLst/>
                          <a:latin typeface="Calibri" panose="020F0502020204030204" pitchFamily="34" charset="0"/>
                        </a:rPr>
                        <a:t>6211</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9E8D3"/>
                    </a:solidFill>
                  </a:tcPr>
                </a:tc>
                <a:tc>
                  <a:txBody>
                    <a:bodyPr/>
                    <a:lstStyle/>
                    <a:p>
                      <a:pPr algn="ctr" rtl="0" fontAlgn="ctr"/>
                      <a:r>
                        <a:rPr lang="en-US" sz="1200" b="0" i="0" u="none" strike="noStrike">
                          <a:solidFill>
                            <a:srgbClr val="000000"/>
                          </a:solidFill>
                          <a:effectLst/>
                          <a:latin typeface="Calibri" panose="020F0502020204030204" pitchFamily="34" charset="0"/>
                        </a:rPr>
                        <a:t>9586</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FCA94"/>
                    </a:solidFill>
                  </a:tcPr>
                </a:tc>
                <a:tc>
                  <a:txBody>
                    <a:bodyPr/>
                    <a:lstStyle/>
                    <a:p>
                      <a:pPr algn="ctr" rtl="0" fontAlgn="ctr"/>
                      <a:r>
                        <a:rPr lang="en-US" sz="1200" b="0" i="0" u="none" strike="noStrike">
                          <a:solidFill>
                            <a:srgbClr val="000000"/>
                          </a:solidFill>
                          <a:effectLst/>
                          <a:latin typeface="Calibri" panose="020F0502020204030204" pitchFamily="34" charset="0"/>
                        </a:rPr>
                        <a:t>850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C8CB"/>
                    </a:solidFill>
                  </a:tcPr>
                </a:tc>
                <a:tc>
                  <a:txBody>
                    <a:bodyPr/>
                    <a:lstStyle/>
                    <a:p>
                      <a:pPr algn="ctr" rtl="0" fontAlgn="ctr"/>
                      <a:r>
                        <a:rPr lang="en-US" sz="1200" b="0" i="0" u="none" strike="noStrike">
                          <a:solidFill>
                            <a:srgbClr val="000000"/>
                          </a:solidFill>
                          <a:effectLst/>
                          <a:latin typeface="Calibri" panose="020F0502020204030204" pitchFamily="34" charset="0"/>
                        </a:rPr>
                        <a:t>10436</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DC284"/>
                    </a:solidFill>
                  </a:tcPr>
                </a:tc>
                <a:extLst>
                  <a:ext uri="{0D108BD9-81ED-4DB2-BD59-A6C34878D82A}">
                    <a16:rowId xmlns:a16="http://schemas.microsoft.com/office/drawing/2014/main" val="1477710486"/>
                  </a:ext>
                </a:extLst>
              </a:tr>
              <a:tr h="370488">
                <a:tc vMerge="1">
                  <a:txBody>
                    <a:bodyPr/>
                    <a:lstStyle/>
                    <a:p>
                      <a:endParaRPr lang="en-US"/>
                    </a:p>
                  </a:txBody>
                  <a:tcPr/>
                </a:tc>
                <a:tc>
                  <a:txBody>
                    <a:bodyPr/>
                    <a:lstStyle/>
                    <a:p>
                      <a:pPr algn="ctr" rtl="0" fontAlgn="ctr"/>
                      <a:r>
                        <a:rPr lang="en-US" sz="1000" b="1" i="1" u="none" strike="noStrike" dirty="0">
                          <a:solidFill>
                            <a:srgbClr val="000000"/>
                          </a:solidFill>
                          <a:effectLst/>
                          <a:latin typeface="Calibri" panose="020F0502020204030204" pitchFamily="34" charset="0"/>
                        </a:rPr>
                        <a:t>Capex Others' Land-10% Discounted Capex</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9E1F2"/>
                    </a:solidFill>
                  </a:tcPr>
                </a:tc>
                <a:tc>
                  <a:txBody>
                    <a:bodyPr/>
                    <a:lstStyle/>
                    <a:p>
                      <a:pPr algn="ctr" rtl="0" fontAlgn="ctr"/>
                      <a:r>
                        <a:rPr lang="en-US" sz="1200" b="0" i="0" u="none" strike="noStrike">
                          <a:solidFill>
                            <a:srgbClr val="000000"/>
                          </a:solidFill>
                          <a:effectLst/>
                          <a:latin typeface="Calibri" panose="020F0502020204030204" pitchFamily="34" charset="0"/>
                        </a:rPr>
                        <a:t>9822</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AC88F"/>
                    </a:solidFill>
                  </a:tcPr>
                </a:tc>
                <a:tc>
                  <a:txBody>
                    <a:bodyPr/>
                    <a:lstStyle/>
                    <a:p>
                      <a:pPr algn="ctr" rtl="0" fontAlgn="ctr"/>
                      <a:r>
                        <a:rPr lang="en-US" sz="1200" b="0" i="0" u="none" strike="noStrike">
                          <a:solidFill>
                            <a:srgbClr val="000000"/>
                          </a:solidFill>
                          <a:effectLst/>
                          <a:latin typeface="Calibri" panose="020F0502020204030204" pitchFamily="34" charset="0"/>
                        </a:rPr>
                        <a:t>-2071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9698"/>
                    </a:solidFill>
                  </a:tcPr>
                </a:tc>
                <a:tc>
                  <a:txBody>
                    <a:bodyPr/>
                    <a:lstStyle/>
                    <a:p>
                      <a:pPr algn="ctr" rtl="0" fontAlgn="ctr"/>
                      <a:r>
                        <a:rPr lang="en-US" sz="1200" b="0" i="0" u="none" strike="noStrike">
                          <a:solidFill>
                            <a:srgbClr val="000000"/>
                          </a:solidFill>
                          <a:effectLst/>
                          <a:latin typeface="Calibri" panose="020F0502020204030204" pitchFamily="34" charset="0"/>
                        </a:rPr>
                        <a:t>379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0C3"/>
                    </a:solidFill>
                  </a:tcPr>
                </a:tc>
                <a:tc>
                  <a:txBody>
                    <a:bodyPr/>
                    <a:lstStyle/>
                    <a:p>
                      <a:pPr algn="ctr" rtl="0" fontAlgn="ctr"/>
                      <a:r>
                        <a:rPr lang="en-US" sz="1200" b="0" i="0" u="none" strike="noStrike">
                          <a:solidFill>
                            <a:srgbClr val="000000"/>
                          </a:solidFill>
                          <a:effectLst/>
                          <a:latin typeface="Calibri" panose="020F0502020204030204" pitchFamily="34" charset="0"/>
                        </a:rPr>
                        <a:t>7751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A7DAB6"/>
                    </a:solidFill>
                  </a:tcPr>
                </a:tc>
                <a:tc>
                  <a:txBody>
                    <a:bodyPr/>
                    <a:lstStyle/>
                    <a:p>
                      <a:pPr algn="ctr" rtl="0" fontAlgn="ctr"/>
                      <a:r>
                        <a:rPr lang="en-US" sz="1200" b="0" i="0" u="none" strike="noStrike">
                          <a:solidFill>
                            <a:srgbClr val="000000"/>
                          </a:solidFill>
                          <a:effectLst/>
                          <a:latin typeface="Calibri" panose="020F0502020204030204" pitchFamily="34" charset="0"/>
                        </a:rPr>
                        <a:t>10201</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2C488"/>
                    </a:solidFill>
                  </a:tcPr>
                </a:tc>
                <a:tc>
                  <a:txBody>
                    <a:bodyPr/>
                    <a:lstStyle/>
                    <a:p>
                      <a:pPr algn="ctr" rtl="0" fontAlgn="ctr"/>
                      <a:r>
                        <a:rPr lang="en-US" sz="1200" b="0" i="0" u="none" strike="noStrike">
                          <a:solidFill>
                            <a:srgbClr val="000000"/>
                          </a:solidFill>
                          <a:effectLst/>
                          <a:latin typeface="Calibri" panose="020F0502020204030204" pitchFamily="34" charset="0"/>
                        </a:rPr>
                        <a:t>-624</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AFB1"/>
                    </a:solidFill>
                  </a:tcPr>
                </a:tc>
                <a:tc>
                  <a:txBody>
                    <a:bodyPr/>
                    <a:lstStyle/>
                    <a:p>
                      <a:pPr algn="ctr" rtl="0" fontAlgn="ctr"/>
                      <a:r>
                        <a:rPr lang="en-US" sz="1200" b="0" i="0" u="none" strike="noStrike">
                          <a:solidFill>
                            <a:srgbClr val="000000"/>
                          </a:solidFill>
                          <a:effectLst/>
                          <a:latin typeface="Calibri" panose="020F0502020204030204" pitchFamily="34" charset="0"/>
                        </a:rPr>
                        <a:t>5638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D5EDDE"/>
                    </a:solidFill>
                  </a:tcPr>
                </a:tc>
                <a:tc>
                  <a:txBody>
                    <a:bodyPr/>
                    <a:lstStyle/>
                    <a:p>
                      <a:pPr algn="ctr" rtl="0" fontAlgn="ctr"/>
                      <a:r>
                        <a:rPr lang="en-US" sz="1200" b="0" i="0" u="none" strike="noStrike">
                          <a:solidFill>
                            <a:srgbClr val="000000"/>
                          </a:solidFill>
                          <a:effectLst/>
                          <a:latin typeface="Calibri" panose="020F0502020204030204" pitchFamily="34" charset="0"/>
                        </a:rPr>
                        <a:t>939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ACC"/>
                    </a:solidFill>
                  </a:tcPr>
                </a:tc>
                <a:tc>
                  <a:txBody>
                    <a:bodyPr/>
                    <a:lstStyle/>
                    <a:p>
                      <a:pPr algn="ctr" rtl="0" fontAlgn="ctr"/>
                      <a:r>
                        <a:rPr lang="en-US" sz="1200" b="0" i="0" u="none" strike="noStrike">
                          <a:solidFill>
                            <a:srgbClr val="000000"/>
                          </a:solidFill>
                          <a:effectLst/>
                          <a:latin typeface="Calibri" panose="020F0502020204030204" pitchFamily="34" charset="0"/>
                        </a:rPr>
                        <a:t>315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BFC2"/>
                    </a:solidFill>
                  </a:tcPr>
                </a:tc>
                <a:tc>
                  <a:txBody>
                    <a:bodyPr/>
                    <a:lstStyle/>
                    <a:p>
                      <a:pPr algn="ctr" rtl="0" fontAlgn="ctr"/>
                      <a:r>
                        <a:rPr lang="en-US" sz="1200" b="0" i="0" u="none" strike="noStrike">
                          <a:solidFill>
                            <a:srgbClr val="000000"/>
                          </a:solidFill>
                          <a:effectLst/>
                          <a:latin typeface="Calibri" panose="020F0502020204030204" pitchFamily="34" charset="0"/>
                        </a:rPr>
                        <a:t>6577</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1E4CC"/>
                    </a:solidFill>
                  </a:tcPr>
                </a:tc>
                <a:tc>
                  <a:txBody>
                    <a:bodyPr/>
                    <a:lstStyle/>
                    <a:p>
                      <a:pPr algn="ctr" rtl="0" fontAlgn="ctr"/>
                      <a:r>
                        <a:rPr lang="en-US" sz="1200" b="0" i="0" u="none" strike="noStrike">
                          <a:solidFill>
                            <a:srgbClr val="000000"/>
                          </a:solidFill>
                          <a:effectLst/>
                          <a:latin typeface="Calibri" panose="020F0502020204030204" pitchFamily="34" charset="0"/>
                        </a:rPr>
                        <a:t>9818</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7AC88F"/>
                    </a:solidFill>
                  </a:tcPr>
                </a:tc>
                <a:tc>
                  <a:txBody>
                    <a:bodyPr/>
                    <a:lstStyle/>
                    <a:p>
                      <a:pPr algn="ctr" rtl="0" fontAlgn="ctr"/>
                      <a:r>
                        <a:rPr lang="en-US" sz="1200" b="0" i="0" u="none" strike="noStrike">
                          <a:solidFill>
                            <a:srgbClr val="000000"/>
                          </a:solidFill>
                          <a:effectLst/>
                          <a:latin typeface="Calibri" panose="020F0502020204030204" pitchFamily="34" charset="0"/>
                        </a:rPr>
                        <a:t>943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CACD"/>
                    </a:solidFill>
                  </a:tcPr>
                </a:tc>
                <a:tc>
                  <a:txBody>
                    <a:bodyPr/>
                    <a:lstStyle/>
                    <a:p>
                      <a:pPr algn="ctr" rtl="0" fontAlgn="ctr"/>
                      <a:r>
                        <a:rPr lang="en-US" sz="1200" b="0" i="0" u="none" strike="noStrike">
                          <a:solidFill>
                            <a:srgbClr val="000000"/>
                          </a:solidFill>
                          <a:effectLst/>
                          <a:latin typeface="Calibri" panose="020F0502020204030204" pitchFamily="34" charset="0"/>
                        </a:rPr>
                        <a:t>10761</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66BF7D"/>
                    </a:solidFill>
                  </a:tcPr>
                </a:tc>
                <a:extLst>
                  <a:ext uri="{0D108BD9-81ED-4DB2-BD59-A6C34878D82A}">
                    <a16:rowId xmlns:a16="http://schemas.microsoft.com/office/drawing/2014/main" val="364622127"/>
                  </a:ext>
                </a:extLst>
              </a:tr>
              <a:tr h="370488">
                <a:tc rowSpan="3">
                  <a:txBody>
                    <a:bodyPr/>
                    <a:lstStyle/>
                    <a:p>
                      <a:pPr algn="ctr" rtl="0" fontAlgn="ctr"/>
                      <a:r>
                        <a:rPr lang="en-US" sz="1000" b="1" i="1" u="none" strike="noStrike" dirty="0">
                          <a:solidFill>
                            <a:srgbClr val="000000"/>
                          </a:solidFill>
                          <a:effectLst/>
                          <a:latin typeface="Calibri" panose="020F0502020204030204" pitchFamily="34" charset="0"/>
                        </a:rPr>
                        <a:t>BOO</a:t>
                      </a:r>
                    </a:p>
                  </a:txBody>
                  <a:tcPr marL="4655" marR="4655" marT="4655" marB="0" anchor="ct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2EFDA"/>
                    </a:solidFill>
                  </a:tcPr>
                </a:tc>
                <a:tc>
                  <a:txBody>
                    <a:bodyPr/>
                    <a:lstStyle/>
                    <a:p>
                      <a:pPr algn="ctr" rtl="0" fontAlgn="ctr"/>
                      <a:r>
                        <a:rPr lang="en-US" sz="1000" b="1" i="1" u="none" strike="noStrike">
                          <a:solidFill>
                            <a:srgbClr val="000000"/>
                          </a:solidFill>
                          <a:effectLst/>
                          <a:latin typeface="Calibri" panose="020F0502020204030204" pitchFamily="34" charset="0"/>
                        </a:rPr>
                        <a:t>BOO-Tariff @Rs. 2.20/ kWh</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2EFDA"/>
                    </a:solidFill>
                  </a:tcPr>
                </a:tc>
                <a:tc>
                  <a:txBody>
                    <a:bodyPr/>
                    <a:lstStyle/>
                    <a:p>
                      <a:pPr algn="ctr" rtl="0" fontAlgn="ctr"/>
                      <a:r>
                        <a:rPr lang="en-US" sz="1200" b="0" i="0" u="none" strike="noStrike">
                          <a:solidFill>
                            <a:srgbClr val="000000"/>
                          </a:solidFill>
                          <a:effectLst/>
                          <a:latin typeface="Calibri" panose="020F0502020204030204" pitchFamily="34" charset="0"/>
                        </a:rPr>
                        <a:t>9941</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8C78D"/>
                    </a:solidFill>
                  </a:tcPr>
                </a:tc>
                <a:tc>
                  <a:txBody>
                    <a:bodyPr/>
                    <a:lstStyle/>
                    <a:p>
                      <a:pPr algn="ctr" rtl="0" fontAlgn="ctr"/>
                      <a:r>
                        <a:rPr lang="en-US" sz="1200" b="0" i="0" u="none" strike="noStrike">
                          <a:solidFill>
                            <a:srgbClr val="000000"/>
                          </a:solidFill>
                          <a:effectLst/>
                          <a:latin typeface="Calibri" panose="020F0502020204030204" pitchFamily="34" charset="0"/>
                        </a:rPr>
                        <a:t>-2737</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8B8D"/>
                    </a:solidFill>
                  </a:tcPr>
                </a:tc>
                <a:tc>
                  <a:txBody>
                    <a:bodyPr/>
                    <a:lstStyle/>
                    <a:p>
                      <a:pPr algn="ctr" rtl="0" fontAlgn="ctr"/>
                      <a:r>
                        <a:rPr lang="en-US" sz="1200" b="0" i="0" u="none" strike="noStrike">
                          <a:solidFill>
                            <a:srgbClr val="000000"/>
                          </a:solidFill>
                          <a:effectLst/>
                          <a:latin typeface="Calibri" panose="020F0502020204030204" pitchFamily="34" charset="0"/>
                        </a:rPr>
                        <a:t>-288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5B7"/>
                    </a:solidFill>
                  </a:tcPr>
                </a:tc>
                <a:tc>
                  <a:txBody>
                    <a:bodyPr/>
                    <a:lstStyle/>
                    <a:p>
                      <a:pPr algn="ctr" rtl="0" fontAlgn="ctr"/>
                      <a:r>
                        <a:rPr lang="en-US" sz="1200" b="0" i="0" u="none" strike="noStrike">
                          <a:solidFill>
                            <a:srgbClr val="000000"/>
                          </a:solidFill>
                          <a:effectLst/>
                          <a:latin typeface="Calibri" panose="020F0502020204030204" pitchFamily="34" charset="0"/>
                        </a:rPr>
                        <a:t>7204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3DFC0"/>
                    </a:solidFill>
                  </a:tcPr>
                </a:tc>
                <a:tc>
                  <a:txBody>
                    <a:bodyPr/>
                    <a:lstStyle/>
                    <a:p>
                      <a:pPr algn="ctr" rtl="0" fontAlgn="ctr"/>
                      <a:r>
                        <a:rPr lang="en-US" sz="1200" b="0" i="0" u="none" strike="noStrike">
                          <a:solidFill>
                            <a:srgbClr val="000000"/>
                          </a:solidFill>
                          <a:effectLst/>
                          <a:latin typeface="Calibri" panose="020F0502020204030204" pitchFamily="34" charset="0"/>
                        </a:rPr>
                        <a:t>9653</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EC992"/>
                    </a:solidFill>
                  </a:tcPr>
                </a:tc>
                <a:tc>
                  <a:txBody>
                    <a:bodyPr/>
                    <a:lstStyle/>
                    <a:p>
                      <a:pPr algn="ctr" rtl="0" fontAlgn="ctr"/>
                      <a:r>
                        <a:rPr lang="en-US" sz="1200" b="0" i="0" u="none" strike="noStrike">
                          <a:solidFill>
                            <a:srgbClr val="000000"/>
                          </a:solidFill>
                          <a:effectLst/>
                          <a:latin typeface="Calibri" panose="020F0502020204030204" pitchFamily="34" charset="0"/>
                        </a:rPr>
                        <a:t>-1803</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9B9D"/>
                    </a:solidFill>
                  </a:tcPr>
                </a:tc>
                <a:tc>
                  <a:txBody>
                    <a:bodyPr/>
                    <a:lstStyle/>
                    <a:p>
                      <a:pPr algn="ctr" rtl="0" fontAlgn="ctr"/>
                      <a:r>
                        <a:rPr lang="en-US" sz="1200" b="0" i="0" u="none" strike="noStrike">
                          <a:solidFill>
                            <a:srgbClr val="000000"/>
                          </a:solidFill>
                          <a:effectLst/>
                          <a:latin typeface="Calibri" panose="020F0502020204030204" pitchFamily="34" charset="0"/>
                        </a:rPr>
                        <a:t>4459</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FF7F4"/>
                    </a:solidFill>
                  </a:tcPr>
                </a:tc>
                <a:tc>
                  <a:txBody>
                    <a:bodyPr/>
                    <a:lstStyle/>
                    <a:p>
                      <a:pPr algn="ctr" rtl="0" fontAlgn="ctr"/>
                      <a:r>
                        <a:rPr lang="en-US" sz="1200" b="0" i="0" u="none" strike="noStrike">
                          <a:solidFill>
                            <a:srgbClr val="000000"/>
                          </a:solidFill>
                          <a:effectLst/>
                          <a:latin typeface="Calibri" panose="020F0502020204030204" pitchFamily="34" charset="0"/>
                        </a:rPr>
                        <a:t>272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EC1"/>
                    </a:solidFill>
                  </a:tcPr>
                </a:tc>
                <a:tc>
                  <a:txBody>
                    <a:bodyPr/>
                    <a:lstStyle/>
                    <a:p>
                      <a:pPr algn="ctr" rtl="0" fontAlgn="ctr"/>
                      <a:r>
                        <a:rPr lang="en-US" sz="1200" b="0" i="0" u="none" strike="noStrike">
                          <a:solidFill>
                            <a:srgbClr val="000000"/>
                          </a:solidFill>
                          <a:effectLst/>
                          <a:latin typeface="Calibri" panose="020F0502020204030204" pitchFamily="34" charset="0"/>
                        </a:rPr>
                        <a:t>-1530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9FA2"/>
                    </a:solidFill>
                  </a:tcPr>
                </a:tc>
                <a:tc>
                  <a:txBody>
                    <a:bodyPr/>
                    <a:lstStyle/>
                    <a:p>
                      <a:pPr algn="ctr" rtl="0" fontAlgn="ctr"/>
                      <a:r>
                        <a:rPr lang="en-US" sz="1200" b="0" i="0" u="none" strike="noStrike">
                          <a:solidFill>
                            <a:srgbClr val="000000"/>
                          </a:solidFill>
                          <a:effectLst/>
                          <a:latin typeface="Calibri" panose="020F0502020204030204" pitchFamily="34" charset="0"/>
                        </a:rPr>
                        <a:t>4731</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9F5EF"/>
                    </a:solidFill>
                  </a:tcPr>
                </a:tc>
                <a:tc>
                  <a:txBody>
                    <a:bodyPr/>
                    <a:lstStyle/>
                    <a:p>
                      <a:pPr algn="ctr" rtl="0" fontAlgn="ctr"/>
                      <a:r>
                        <a:rPr lang="en-US" sz="1200" b="0" i="0" u="none" strike="noStrike">
                          <a:solidFill>
                            <a:srgbClr val="000000"/>
                          </a:solidFill>
                          <a:effectLst/>
                          <a:latin typeface="Calibri" panose="020F0502020204030204" pitchFamily="34" charset="0"/>
                        </a:rPr>
                        <a:t>9941</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8C78D"/>
                    </a:solidFill>
                  </a:tcPr>
                </a:tc>
                <a:tc>
                  <a:txBody>
                    <a:bodyPr/>
                    <a:lstStyle/>
                    <a:p>
                      <a:pPr algn="ctr" rtl="0" fontAlgn="ctr"/>
                      <a:r>
                        <a:rPr lang="en-US" sz="1200" b="0" i="0" u="none" strike="noStrike">
                          <a:solidFill>
                            <a:srgbClr val="000000"/>
                          </a:solidFill>
                          <a:effectLst/>
                          <a:latin typeface="Calibri" panose="020F0502020204030204" pitchFamily="34" charset="0"/>
                        </a:rPr>
                        <a:t>272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EC1"/>
                    </a:solidFill>
                  </a:tcPr>
                </a:tc>
                <a:tc>
                  <a:txBody>
                    <a:bodyPr/>
                    <a:lstStyle/>
                    <a:p>
                      <a:pPr algn="ctr" rtl="0" fontAlgn="ctr"/>
                      <a:r>
                        <a:rPr lang="en-US" sz="1200" b="0" i="0" u="none" strike="noStrike">
                          <a:solidFill>
                            <a:srgbClr val="000000"/>
                          </a:solidFill>
                          <a:effectLst/>
                          <a:latin typeface="Calibri" panose="020F0502020204030204" pitchFamily="34" charset="0"/>
                        </a:rPr>
                        <a:t>10213</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2C488"/>
                    </a:solidFill>
                  </a:tcPr>
                </a:tc>
                <a:extLst>
                  <a:ext uri="{0D108BD9-81ED-4DB2-BD59-A6C34878D82A}">
                    <a16:rowId xmlns:a16="http://schemas.microsoft.com/office/drawing/2014/main" val="3611608213"/>
                  </a:ext>
                </a:extLst>
              </a:tr>
              <a:tr h="204769">
                <a:tc vMerge="1">
                  <a:txBody>
                    <a:bodyPr/>
                    <a:lstStyle/>
                    <a:p>
                      <a:endParaRPr lang="en-US"/>
                    </a:p>
                  </a:txBody>
                  <a:tcPr/>
                </a:tc>
                <a:tc>
                  <a:txBody>
                    <a:bodyPr/>
                    <a:lstStyle/>
                    <a:p>
                      <a:pPr algn="ctr" rtl="0" fontAlgn="ctr"/>
                      <a:r>
                        <a:rPr lang="en-US" sz="1000" b="1" i="1" u="none" strike="noStrike" dirty="0">
                          <a:solidFill>
                            <a:srgbClr val="000000"/>
                          </a:solidFill>
                          <a:effectLst/>
                          <a:latin typeface="Calibri" panose="020F0502020204030204" pitchFamily="34" charset="0"/>
                        </a:rPr>
                        <a:t>BOO-Tariff @Rs. 3.00/ kWh</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2EFDA"/>
                    </a:solidFill>
                  </a:tcPr>
                </a:tc>
                <a:tc>
                  <a:txBody>
                    <a:bodyPr/>
                    <a:lstStyle/>
                    <a:p>
                      <a:pPr algn="ctr" rtl="0" fontAlgn="ctr"/>
                      <a:r>
                        <a:rPr lang="en-US" sz="1200" b="0" i="0" u="none" strike="noStrike">
                          <a:solidFill>
                            <a:srgbClr val="000000"/>
                          </a:solidFill>
                          <a:effectLst/>
                          <a:latin typeface="Calibri" panose="020F0502020204030204" pitchFamily="34" charset="0"/>
                        </a:rPr>
                        <a:t>9042</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BCF9E"/>
                    </a:solidFill>
                  </a:tcPr>
                </a:tc>
                <a:tc>
                  <a:txBody>
                    <a:bodyPr/>
                    <a:lstStyle/>
                    <a:p>
                      <a:pPr algn="ctr" rtl="0" fontAlgn="ctr"/>
                      <a:r>
                        <a:rPr lang="en-US" sz="1200" b="0" i="0" u="none" strike="noStrike">
                          <a:solidFill>
                            <a:srgbClr val="000000"/>
                          </a:solidFill>
                          <a:effectLst/>
                          <a:latin typeface="Calibri" panose="020F0502020204030204" pitchFamily="34" charset="0"/>
                        </a:rPr>
                        <a:t>-3148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8486"/>
                    </a:solidFill>
                  </a:tcPr>
                </a:tc>
                <a:tc>
                  <a:txBody>
                    <a:bodyPr/>
                    <a:lstStyle/>
                    <a:p>
                      <a:pPr algn="ctr" rtl="0" fontAlgn="ctr"/>
                      <a:r>
                        <a:rPr lang="en-US" sz="1200" b="0" i="0" u="none" strike="noStrike">
                          <a:solidFill>
                            <a:srgbClr val="000000"/>
                          </a:solidFill>
                          <a:effectLst/>
                          <a:latin typeface="Calibri" panose="020F0502020204030204" pitchFamily="34" charset="0"/>
                        </a:rPr>
                        <a:t>-698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AEB0"/>
                    </a:solidFill>
                  </a:tcPr>
                </a:tc>
                <a:tc>
                  <a:txBody>
                    <a:bodyPr/>
                    <a:lstStyle/>
                    <a:p>
                      <a:pPr algn="ctr" rtl="0" fontAlgn="ctr"/>
                      <a:r>
                        <a:rPr lang="en-US" sz="1200" b="0" i="0" u="none" strike="noStrike">
                          <a:solidFill>
                            <a:srgbClr val="000000"/>
                          </a:solidFill>
                          <a:effectLst/>
                          <a:latin typeface="Calibri" panose="020F0502020204030204" pitchFamily="34" charset="0"/>
                        </a:rPr>
                        <a:t>5895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EAD9"/>
                    </a:solidFill>
                  </a:tcPr>
                </a:tc>
                <a:tc>
                  <a:txBody>
                    <a:bodyPr/>
                    <a:lstStyle/>
                    <a:p>
                      <a:pPr algn="ctr" rtl="0" fontAlgn="ctr"/>
                      <a:r>
                        <a:rPr lang="en-US" sz="1200" b="0" i="0" u="none" strike="noStrike">
                          <a:solidFill>
                            <a:srgbClr val="000000"/>
                          </a:solidFill>
                          <a:effectLst/>
                          <a:latin typeface="Calibri" panose="020F0502020204030204" pitchFamily="34" charset="0"/>
                        </a:rPr>
                        <a:t>8344</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AD5AB"/>
                    </a:solidFill>
                  </a:tcPr>
                </a:tc>
                <a:tc>
                  <a:txBody>
                    <a:bodyPr/>
                    <a:lstStyle/>
                    <a:p>
                      <a:pPr algn="ctr" rtl="0" fontAlgn="ctr"/>
                      <a:r>
                        <a:rPr lang="en-US" sz="1200" b="0" i="0" u="none" strike="noStrike">
                          <a:solidFill>
                            <a:srgbClr val="000000"/>
                          </a:solidFill>
                          <a:effectLst/>
                          <a:latin typeface="Calibri" panose="020F0502020204030204" pitchFamily="34" charset="0"/>
                        </a:rPr>
                        <a:t>-2858</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898B"/>
                    </a:solidFill>
                  </a:tcPr>
                </a:tc>
                <a:tc>
                  <a:txBody>
                    <a:bodyPr/>
                    <a:lstStyle/>
                    <a:p>
                      <a:pPr algn="ctr" rtl="0" fontAlgn="ctr"/>
                      <a:r>
                        <a:rPr lang="en-US" sz="1200" b="0" i="0" u="none" strike="noStrike">
                          <a:solidFill>
                            <a:srgbClr val="000000"/>
                          </a:solidFill>
                          <a:effectLst/>
                          <a:latin typeface="Calibri" panose="020F0502020204030204" pitchFamily="34" charset="0"/>
                        </a:rPr>
                        <a:t>3404</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4F7"/>
                    </a:solidFill>
                  </a:tcPr>
                </a:tc>
                <a:tc>
                  <a:txBody>
                    <a:bodyPr/>
                    <a:lstStyle/>
                    <a:p>
                      <a:pPr algn="ctr" rtl="0" fontAlgn="ctr"/>
                      <a:r>
                        <a:rPr lang="en-US" sz="1200" b="0" i="0" u="none" strike="noStrike">
                          <a:solidFill>
                            <a:srgbClr val="000000"/>
                          </a:solidFill>
                          <a:effectLst/>
                          <a:latin typeface="Calibri" panose="020F0502020204030204" pitchFamily="34" charset="0"/>
                        </a:rPr>
                        <a:t>-90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8BB"/>
                    </a:solidFill>
                  </a:tcPr>
                </a:tc>
                <a:tc>
                  <a:txBody>
                    <a:bodyPr/>
                    <a:lstStyle/>
                    <a:p>
                      <a:pPr algn="ctr" rtl="0" fontAlgn="ctr"/>
                      <a:r>
                        <a:rPr lang="en-US" sz="1200" b="0" i="0" u="none" strike="noStrike">
                          <a:solidFill>
                            <a:srgbClr val="000000"/>
                          </a:solidFill>
                          <a:effectLst/>
                          <a:latin typeface="Calibri" panose="020F0502020204030204" pitchFamily="34" charset="0"/>
                        </a:rPr>
                        <a:t>-2948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8789"/>
                    </a:solidFill>
                  </a:tcPr>
                </a:tc>
                <a:tc>
                  <a:txBody>
                    <a:bodyPr/>
                    <a:lstStyle/>
                    <a:p>
                      <a:pPr algn="ctr" rtl="0" fontAlgn="ctr"/>
                      <a:r>
                        <a:rPr lang="en-US" sz="1200" b="0" i="0" u="none" strike="noStrike">
                          <a:solidFill>
                            <a:srgbClr val="000000"/>
                          </a:solidFill>
                          <a:effectLst/>
                          <a:latin typeface="Calibri" panose="020F0502020204030204" pitchFamily="34" charset="0"/>
                        </a:rPr>
                        <a:t>3314</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3F6"/>
                    </a:solidFill>
                  </a:tcPr>
                </a:tc>
                <a:tc>
                  <a:txBody>
                    <a:bodyPr/>
                    <a:lstStyle/>
                    <a:p>
                      <a:pPr algn="ctr" rtl="0" fontAlgn="ctr"/>
                      <a:r>
                        <a:rPr lang="en-US" sz="1200" b="0" i="0" u="none" strike="noStrike">
                          <a:solidFill>
                            <a:srgbClr val="000000"/>
                          </a:solidFill>
                          <a:effectLst/>
                          <a:latin typeface="Calibri" panose="020F0502020204030204" pitchFamily="34" charset="0"/>
                        </a:rPr>
                        <a:t>9042</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BCF9E"/>
                    </a:solidFill>
                  </a:tcPr>
                </a:tc>
                <a:tc>
                  <a:txBody>
                    <a:bodyPr/>
                    <a:lstStyle/>
                    <a:p>
                      <a:pPr algn="ctr" rtl="0" fontAlgn="ctr"/>
                      <a:r>
                        <a:rPr lang="en-US" sz="1200" b="0" i="0" u="none" strike="noStrike">
                          <a:solidFill>
                            <a:srgbClr val="000000"/>
                          </a:solidFill>
                          <a:effectLst/>
                          <a:latin typeface="Calibri" panose="020F0502020204030204" pitchFamily="34" charset="0"/>
                        </a:rPr>
                        <a:t>-90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B8BB"/>
                    </a:solidFill>
                  </a:tcPr>
                </a:tc>
                <a:tc>
                  <a:txBody>
                    <a:bodyPr/>
                    <a:lstStyle/>
                    <a:p>
                      <a:pPr algn="ctr" rtl="0" fontAlgn="ctr"/>
                      <a:r>
                        <a:rPr lang="en-US" sz="1200" b="0" i="0" u="none" strike="noStrike">
                          <a:solidFill>
                            <a:srgbClr val="000000"/>
                          </a:solidFill>
                          <a:effectLst/>
                          <a:latin typeface="Calibri" panose="020F0502020204030204" pitchFamily="34" charset="0"/>
                        </a:rPr>
                        <a:t>8952</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CF9F"/>
                    </a:solidFill>
                  </a:tcPr>
                </a:tc>
                <a:extLst>
                  <a:ext uri="{0D108BD9-81ED-4DB2-BD59-A6C34878D82A}">
                    <a16:rowId xmlns:a16="http://schemas.microsoft.com/office/drawing/2014/main" val="3492107178"/>
                  </a:ext>
                </a:extLst>
              </a:tr>
              <a:tr h="204769">
                <a:tc vMerge="1">
                  <a:txBody>
                    <a:bodyPr/>
                    <a:lstStyle/>
                    <a:p>
                      <a:endParaRPr lang="en-US"/>
                    </a:p>
                  </a:txBody>
                  <a:tcPr/>
                </a:tc>
                <a:tc>
                  <a:txBody>
                    <a:bodyPr/>
                    <a:lstStyle/>
                    <a:p>
                      <a:pPr algn="ctr" rtl="0" fontAlgn="ctr"/>
                      <a:r>
                        <a:rPr lang="en-US" sz="1000" b="1" i="1" u="none" strike="noStrike">
                          <a:solidFill>
                            <a:srgbClr val="000000"/>
                          </a:solidFill>
                          <a:effectLst/>
                          <a:latin typeface="Calibri" panose="020F0502020204030204" pitchFamily="34" charset="0"/>
                        </a:rPr>
                        <a:t>BOO-Tariff @Rs. 4.00/ kWh</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2EFDA"/>
                    </a:solidFill>
                  </a:tcPr>
                </a:tc>
                <a:tc>
                  <a:txBody>
                    <a:bodyPr/>
                    <a:lstStyle/>
                    <a:p>
                      <a:pPr algn="ctr" rtl="0" fontAlgn="ctr"/>
                      <a:r>
                        <a:rPr lang="en-US" sz="1200" b="0" i="0" u="none" strike="noStrike">
                          <a:solidFill>
                            <a:srgbClr val="000000"/>
                          </a:solidFill>
                          <a:effectLst/>
                          <a:latin typeface="Calibri" panose="020F0502020204030204" pitchFamily="34" charset="0"/>
                        </a:rPr>
                        <a:t>7920</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A4D8B3"/>
                    </a:solidFill>
                  </a:tcPr>
                </a:tc>
                <a:tc>
                  <a:txBody>
                    <a:bodyPr/>
                    <a:lstStyle/>
                    <a:p>
                      <a:pPr algn="ctr" rtl="0" fontAlgn="ctr"/>
                      <a:r>
                        <a:rPr lang="en-US" sz="1200" b="0" i="0" u="none" strike="noStrike">
                          <a:solidFill>
                            <a:srgbClr val="000000"/>
                          </a:solidFill>
                          <a:effectLst/>
                          <a:latin typeface="Calibri" panose="020F0502020204030204" pitchFamily="34" charset="0"/>
                        </a:rPr>
                        <a:t>-3661</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87B7D"/>
                    </a:solidFill>
                  </a:tcPr>
                </a:tc>
                <a:tc>
                  <a:txBody>
                    <a:bodyPr/>
                    <a:lstStyle/>
                    <a:p>
                      <a:pPr algn="ctr" rtl="0" fontAlgn="ctr"/>
                      <a:r>
                        <a:rPr lang="en-US" sz="1200" b="0" i="0" u="none" strike="noStrike">
                          <a:solidFill>
                            <a:srgbClr val="000000"/>
                          </a:solidFill>
                          <a:effectLst/>
                          <a:latin typeface="Calibri" panose="020F0502020204030204" pitchFamily="34" charset="0"/>
                        </a:rPr>
                        <a:t>-1212</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A5A7"/>
                    </a:solidFill>
                  </a:tcPr>
                </a:tc>
                <a:tc>
                  <a:txBody>
                    <a:bodyPr/>
                    <a:lstStyle/>
                    <a:p>
                      <a:pPr algn="ctr" rtl="0" fontAlgn="ctr"/>
                      <a:r>
                        <a:rPr lang="en-US" sz="1200" b="0" i="0" u="none" strike="noStrike">
                          <a:solidFill>
                            <a:srgbClr val="000000"/>
                          </a:solidFill>
                          <a:effectLst/>
                          <a:latin typeface="Calibri" panose="020F0502020204030204" pitchFamily="34" charset="0"/>
                        </a:rPr>
                        <a:t>4258</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3F9F7"/>
                    </a:solidFill>
                  </a:tcPr>
                </a:tc>
                <a:tc>
                  <a:txBody>
                    <a:bodyPr/>
                    <a:lstStyle/>
                    <a:p>
                      <a:pPr algn="ctr" rtl="0" fontAlgn="ctr"/>
                      <a:r>
                        <a:rPr lang="en-US" sz="1200" b="0" i="0" u="none" strike="noStrike">
                          <a:solidFill>
                            <a:srgbClr val="000000"/>
                          </a:solidFill>
                          <a:effectLst/>
                          <a:latin typeface="Calibri" panose="020F0502020204030204" pitchFamily="34" charset="0"/>
                        </a:rPr>
                        <a:t>6708</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BEE3CA"/>
                    </a:solidFill>
                  </a:tcPr>
                </a:tc>
                <a:tc>
                  <a:txBody>
                    <a:bodyPr/>
                    <a:lstStyle/>
                    <a:p>
                      <a:pPr algn="ctr" rtl="0" fontAlgn="ctr"/>
                      <a:r>
                        <a:rPr lang="en-US" sz="1200" b="0" i="0" u="none" strike="noStrike">
                          <a:solidFill>
                            <a:srgbClr val="000000"/>
                          </a:solidFill>
                          <a:effectLst/>
                          <a:latin typeface="Calibri" panose="020F0502020204030204" pitchFamily="34" charset="0"/>
                        </a:rPr>
                        <a:t>-4177</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87274"/>
                    </a:solidFill>
                  </a:tcPr>
                </a:tc>
                <a:tc>
                  <a:txBody>
                    <a:bodyPr/>
                    <a:lstStyle/>
                    <a:p>
                      <a:pPr algn="ctr" rtl="0" fontAlgn="ctr"/>
                      <a:r>
                        <a:rPr lang="en-US" sz="1200" b="0" i="0" u="none" strike="noStrike">
                          <a:solidFill>
                            <a:srgbClr val="000000"/>
                          </a:solidFill>
                          <a:effectLst/>
                          <a:latin typeface="Calibri" panose="020F0502020204030204" pitchFamily="34" charset="0"/>
                        </a:rPr>
                        <a:t>2085</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BDDE0"/>
                    </a:solidFill>
                  </a:tcPr>
                </a:tc>
                <a:tc>
                  <a:txBody>
                    <a:bodyPr/>
                    <a:lstStyle/>
                    <a:p>
                      <a:pPr algn="ctr" rtl="0" fontAlgn="ctr"/>
                      <a:r>
                        <a:rPr lang="en-US" sz="1200" b="0" i="0" u="none" strike="noStrike">
                          <a:solidFill>
                            <a:srgbClr val="000000"/>
                          </a:solidFill>
                          <a:effectLst/>
                          <a:latin typeface="Calibri" panose="020F0502020204030204" pitchFamily="34" charset="0"/>
                        </a:rPr>
                        <a:t>-543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B0B3"/>
                    </a:solidFill>
                  </a:tcPr>
                </a:tc>
                <a:tc>
                  <a:txBody>
                    <a:bodyPr/>
                    <a:lstStyle/>
                    <a:p>
                      <a:pPr algn="ctr" rtl="0" fontAlgn="ctr"/>
                      <a:r>
                        <a:rPr lang="en-US" sz="1200" b="0" i="0" u="none" strike="noStrike">
                          <a:solidFill>
                            <a:srgbClr val="000000"/>
                          </a:solidFill>
                          <a:effectLst/>
                          <a:latin typeface="Calibri" panose="020F0502020204030204" pitchFamily="34" charset="0"/>
                        </a:rPr>
                        <a:t>-4720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8696B"/>
                    </a:solidFill>
                  </a:tcPr>
                </a:tc>
                <a:tc>
                  <a:txBody>
                    <a:bodyPr/>
                    <a:lstStyle/>
                    <a:p>
                      <a:pPr algn="ctr" rtl="0" fontAlgn="ctr"/>
                      <a:r>
                        <a:rPr lang="en-US" sz="1200" b="0" i="0" u="none" strike="noStrike">
                          <a:solidFill>
                            <a:srgbClr val="000000"/>
                          </a:solidFill>
                          <a:effectLst/>
                          <a:latin typeface="Calibri" panose="020F0502020204030204" pitchFamily="34" charset="0"/>
                        </a:rPr>
                        <a:t>1542</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AD4D7"/>
                    </a:solidFill>
                  </a:tcPr>
                </a:tc>
                <a:tc>
                  <a:txBody>
                    <a:bodyPr/>
                    <a:lstStyle/>
                    <a:p>
                      <a:pPr algn="ctr" rtl="0" fontAlgn="ctr"/>
                      <a:r>
                        <a:rPr lang="en-US" sz="1200" b="0" i="0" u="none" strike="noStrike">
                          <a:solidFill>
                            <a:srgbClr val="000000"/>
                          </a:solidFill>
                          <a:effectLst/>
                          <a:latin typeface="Calibri" panose="020F0502020204030204" pitchFamily="34" charset="0"/>
                        </a:rPr>
                        <a:t>7920</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A4D8B3"/>
                    </a:solidFill>
                  </a:tcPr>
                </a:tc>
                <a:tc>
                  <a:txBody>
                    <a:bodyPr/>
                    <a:lstStyle/>
                    <a:p>
                      <a:pPr algn="ctr" rtl="0" fontAlgn="ctr"/>
                      <a:r>
                        <a:rPr lang="en-US" sz="1200" b="0" i="0" u="none" strike="noStrike">
                          <a:solidFill>
                            <a:srgbClr val="000000"/>
                          </a:solidFill>
                          <a:effectLst/>
                          <a:latin typeface="Calibri" panose="020F0502020204030204" pitchFamily="34" charset="0"/>
                        </a:rPr>
                        <a:t>-543</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B0B3"/>
                    </a:solidFill>
                  </a:tcPr>
                </a:tc>
                <a:tc>
                  <a:txBody>
                    <a:bodyPr/>
                    <a:lstStyle/>
                    <a:p>
                      <a:pPr algn="ctr" rtl="0" fontAlgn="ctr"/>
                      <a:r>
                        <a:rPr lang="en-US" sz="1200" b="0" i="0" u="none" strike="noStrike">
                          <a:solidFill>
                            <a:srgbClr val="000000"/>
                          </a:solidFill>
                          <a:effectLst/>
                          <a:latin typeface="Calibri" panose="020F0502020204030204" pitchFamily="34" charset="0"/>
                        </a:rPr>
                        <a:t>7377</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AFDDBD"/>
                    </a:solidFill>
                  </a:tcPr>
                </a:tc>
                <a:extLst>
                  <a:ext uri="{0D108BD9-81ED-4DB2-BD59-A6C34878D82A}">
                    <a16:rowId xmlns:a16="http://schemas.microsoft.com/office/drawing/2014/main" val="3601277279"/>
                  </a:ext>
                </a:extLst>
              </a:tr>
              <a:tr h="484778">
                <a:tc>
                  <a:txBody>
                    <a:bodyPr/>
                    <a:lstStyle/>
                    <a:p>
                      <a:pPr algn="ctr" rtl="0" fontAlgn="ctr"/>
                      <a:r>
                        <a:rPr lang="en-US" sz="1000" b="1" i="1" u="none" strike="noStrike" dirty="0">
                          <a:solidFill>
                            <a:srgbClr val="000000"/>
                          </a:solidFill>
                          <a:effectLst/>
                          <a:latin typeface="Calibri" panose="020F0502020204030204" pitchFamily="34" charset="0"/>
                        </a:rPr>
                        <a:t>GOI-Scheme</a:t>
                      </a:r>
                    </a:p>
                  </a:txBody>
                  <a:tcPr marL="4655" marR="4655" marT="4655" marB="0" anchor="ct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sz="1000" b="1" i="1" u="none" strike="noStrike" dirty="0">
                          <a:solidFill>
                            <a:srgbClr val="000000"/>
                          </a:solidFill>
                          <a:effectLst/>
                          <a:latin typeface="Calibri" panose="020F0502020204030204" pitchFamily="34" charset="0"/>
                        </a:rPr>
                        <a:t>GOI-Scheme </a:t>
                      </a:r>
                      <a:r>
                        <a:rPr lang="en-US" sz="1000" b="1" i="1" u="none" strike="noStrike" dirty="0" err="1">
                          <a:solidFill>
                            <a:srgbClr val="000000"/>
                          </a:solidFill>
                          <a:effectLst/>
                          <a:latin typeface="Calibri" panose="020F0502020204030204" pitchFamily="34" charset="0"/>
                        </a:rPr>
                        <a:t>Mode_Tariff</a:t>
                      </a:r>
                      <a:r>
                        <a:rPr lang="en-US" sz="1000" b="1" i="1" u="none" strike="noStrike" dirty="0">
                          <a:solidFill>
                            <a:srgbClr val="000000"/>
                          </a:solidFill>
                          <a:effectLst/>
                          <a:latin typeface="Calibri" panose="020F0502020204030204" pitchFamily="34" charset="0"/>
                        </a:rPr>
                        <a:t> @Rs. 2.45/ kWh (CPSU Scheme where ISTS Charge is waived off)</a:t>
                      </a:r>
                    </a:p>
                  </a:txBody>
                  <a:tcPr marL="4655" marR="4655" marT="4655" marB="0" anchor="ctr">
                    <a:lnL w="1905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2F2F2"/>
                    </a:solidFill>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a:solidFill>
                            <a:srgbClr val="000000"/>
                          </a:solidFill>
                          <a:effectLst/>
                          <a:latin typeface="Calibri" panose="020F0502020204030204" pitchFamily="34" charset="0"/>
                        </a:rPr>
                        <a:t>NA</a:t>
                      </a:r>
                    </a:p>
                  </a:txBody>
                  <a:tcPr marL="0" marR="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rtl="0" fontAlgn="ctr"/>
                      <a:r>
                        <a:rPr lang="en-US" sz="1200" b="0" i="0" u="none" strike="noStrike" dirty="0">
                          <a:solidFill>
                            <a:srgbClr val="000000"/>
                          </a:solidFill>
                          <a:effectLst/>
                          <a:latin typeface="Calibri" panose="020F0502020204030204" pitchFamily="34" charset="0"/>
                        </a:rPr>
                        <a:t>7161</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1E5D0"/>
                    </a:solidFill>
                  </a:tcPr>
                </a:tc>
                <a:tc>
                  <a:txBody>
                    <a:bodyPr/>
                    <a:lstStyle/>
                    <a:p>
                      <a:pPr algn="ctr" rtl="0" fontAlgn="ctr"/>
                      <a:r>
                        <a:rPr lang="en-US" sz="1200" b="0" i="0" u="none" strike="noStrike">
                          <a:solidFill>
                            <a:srgbClr val="000000"/>
                          </a:solidFill>
                          <a:effectLst/>
                          <a:latin typeface="Calibri" panose="020F0502020204030204" pitchFamily="34" charset="0"/>
                        </a:rPr>
                        <a:t>30</a:t>
                      </a:r>
                    </a:p>
                  </a:txBody>
                  <a:tcPr marL="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9AEB0"/>
                    </a:solidFill>
                  </a:tcPr>
                </a:tc>
                <a:tc>
                  <a:txBody>
                    <a:bodyPr/>
                    <a:lstStyle/>
                    <a:p>
                      <a:pPr algn="ctr" rtl="0" fontAlgn="ctr"/>
                      <a:r>
                        <a:rPr lang="en-US" sz="1200" b="0" i="0" u="none" strike="noStrike" dirty="0">
                          <a:solidFill>
                            <a:srgbClr val="000000"/>
                          </a:solidFill>
                          <a:effectLst/>
                          <a:latin typeface="Calibri" panose="020F0502020204030204" pitchFamily="34" charset="0"/>
                        </a:rPr>
                        <a:t>7191</a:t>
                      </a:r>
                    </a:p>
                  </a:txBody>
                  <a:tcPr marL="0" marR="0" marT="0"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1E5D0"/>
                    </a:solidFill>
                  </a:tcPr>
                </a:tc>
                <a:extLst>
                  <a:ext uri="{0D108BD9-81ED-4DB2-BD59-A6C34878D82A}">
                    <a16:rowId xmlns:a16="http://schemas.microsoft.com/office/drawing/2014/main" val="2367895528"/>
                  </a:ext>
                </a:extLst>
              </a:tr>
            </a:tbl>
          </a:graphicData>
        </a:graphic>
      </p:graphicFrame>
      <p:sp>
        <p:nvSpPr>
          <p:cNvPr id="6" name="Title 5"/>
          <p:cNvSpPr>
            <a:spLocks noGrp="1"/>
          </p:cNvSpPr>
          <p:nvPr>
            <p:ph type="title"/>
          </p:nvPr>
        </p:nvSpPr>
        <p:spPr>
          <a:xfrm>
            <a:off x="501650" y="134620"/>
            <a:ext cx="11188700" cy="334099"/>
          </a:xfrm>
          <a:noFill/>
        </p:spPr>
        <p:txBody>
          <a:bodyPr/>
          <a:lstStyle/>
          <a:p>
            <a:r>
              <a:rPr lang="en-US" sz="2800" b="1" dirty="0"/>
              <a:t>Comparison of Various Business Models based on the Financial Savings</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413784" y="5667950"/>
            <a:ext cx="11316190" cy="922235"/>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b="1" kern="0" dirty="0">
                <a:solidFill>
                  <a:prstClr val="black"/>
                </a:solidFill>
                <a:latin typeface="Calibri Light" panose="020F0302020204030204" pitchFamily="34" charset="0"/>
                <a:cs typeface="Calibri Light" panose="020F0302020204030204" pitchFamily="34" charset="0"/>
              </a:rPr>
              <a:t>Capex-model implementation on own land </a:t>
            </a:r>
            <a:r>
              <a:rPr lang="en-US" sz="1400" kern="0" dirty="0">
                <a:solidFill>
                  <a:prstClr val="black"/>
                </a:solidFill>
                <a:latin typeface="Calibri Light" panose="020F0302020204030204" pitchFamily="34" charset="0"/>
                <a:cs typeface="Calibri Light" panose="020F0302020204030204" pitchFamily="34" charset="0"/>
              </a:rPr>
              <a:t>has the highest amount of savings (BOO-based Rs. 2.20/kWh has similar savings but less certainty to discover this tariff through bidding)</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Option 3, i.e. </a:t>
            </a: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CG-Own and MP-Own option for implementation </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has the highest amount of savings compared to others</a:t>
            </a:r>
          </a:p>
        </p:txBody>
      </p:sp>
      <p:sp>
        <p:nvSpPr>
          <p:cNvPr id="13" name="Arrow: Down 12">
            <a:extLst>
              <a:ext uri="{FF2B5EF4-FFF2-40B4-BE49-F238E27FC236}">
                <a16:creationId xmlns:a16="http://schemas.microsoft.com/office/drawing/2014/main" id="{87A0A180-C819-4C43-94C4-DC2F0B893261}"/>
              </a:ext>
            </a:extLst>
          </p:cNvPr>
          <p:cNvSpPr/>
          <p:nvPr/>
        </p:nvSpPr>
        <p:spPr bwMode="gray">
          <a:xfrm>
            <a:off x="1413329" y="2375354"/>
            <a:ext cx="263046" cy="250520"/>
          </a:xfrm>
          <a:prstGeom prst="downArrow">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14" name="Arrow: Right 13">
            <a:extLst>
              <a:ext uri="{FF2B5EF4-FFF2-40B4-BE49-F238E27FC236}">
                <a16:creationId xmlns:a16="http://schemas.microsoft.com/office/drawing/2014/main" id="{F65CA407-EF76-497D-B016-0C8A9359634F}"/>
              </a:ext>
            </a:extLst>
          </p:cNvPr>
          <p:cNvSpPr/>
          <p:nvPr/>
        </p:nvSpPr>
        <p:spPr bwMode="gray">
          <a:xfrm>
            <a:off x="4880593" y="1068503"/>
            <a:ext cx="200416" cy="162134"/>
          </a:xfrm>
          <a:prstGeom prst="rightArrow">
            <a:avLst/>
          </a:prstGeom>
          <a:solidFill>
            <a:schemeClr val="accent3"/>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9" name="Table 8">
            <a:extLst>
              <a:ext uri="{FF2B5EF4-FFF2-40B4-BE49-F238E27FC236}">
                <a16:creationId xmlns:a16="http://schemas.microsoft.com/office/drawing/2014/main" id="{FAA97EF5-5A98-4A77-A36C-C7A7932F7693}"/>
              </a:ext>
            </a:extLst>
          </p:cNvPr>
          <p:cNvGraphicFramePr>
            <a:graphicFrameLocks noGrp="1"/>
          </p:cNvGraphicFramePr>
          <p:nvPr>
            <p:extLst>
              <p:ext uri="{D42A27DB-BD31-4B8C-83A1-F6EECF244321}">
                <p14:modId xmlns:p14="http://schemas.microsoft.com/office/powerpoint/2010/main" val="3471069081"/>
              </p:ext>
            </p:extLst>
          </p:nvPr>
        </p:nvGraphicFramePr>
        <p:xfrm>
          <a:off x="10972800" y="819882"/>
          <a:ext cx="757173" cy="4848068"/>
        </p:xfrm>
        <a:graphic>
          <a:graphicData uri="http://schemas.openxmlformats.org/drawingml/2006/table">
            <a:tbl>
              <a:tblPr firstRow="1">
                <a:tableStyleId>{93296810-A885-4BE3-A3E7-6D5BEEA58F35}</a:tableStyleId>
              </a:tblPr>
              <a:tblGrid>
                <a:gridCol w="757173">
                  <a:extLst>
                    <a:ext uri="{9D8B030D-6E8A-4147-A177-3AD203B41FA5}">
                      <a16:colId xmlns:a16="http://schemas.microsoft.com/office/drawing/2014/main" val="1542038452"/>
                    </a:ext>
                  </a:extLst>
                </a:gridCol>
              </a:tblGrid>
              <a:tr h="2049175">
                <a:tc>
                  <a:txBody>
                    <a:bodyPr/>
                    <a:lstStyle/>
                    <a:p>
                      <a:r>
                        <a:rPr lang="en-US" sz="1200" dirty="0">
                          <a:solidFill>
                            <a:schemeClr val="tx1"/>
                          </a:solidFill>
                        </a:rPr>
                        <a:t>Overall ranking based on Financial and Implementation Risks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r h="78534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kern="1200" dirty="0">
                          <a:solidFill>
                            <a:srgbClr val="00B050"/>
                          </a:solidFill>
                          <a:latin typeface="+mn-lt"/>
                          <a:ea typeface="+mn-ea"/>
                          <a:cs typeface="+mn-cs"/>
                          <a:sym typeface="Wingdings 2" panose="05020102010507070707" pitchFamily="18" charset="2"/>
                        </a:rPr>
                        <a:t></a:t>
                      </a:r>
                      <a:endParaRPr lang="en-US" sz="2800" b="0" kern="1200" dirty="0">
                        <a:solidFill>
                          <a:srgbClr val="00B05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4092616780"/>
                  </a:ext>
                </a:extLst>
              </a:tr>
              <a:tr h="7315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kern="1200" noProof="0" dirty="0">
                          <a:solidFill>
                            <a:schemeClr val="accent1">
                              <a:lumMod val="60000"/>
                              <a:lumOff val="40000"/>
                            </a:schemeClr>
                          </a:solidFill>
                          <a:latin typeface="+mn-lt"/>
                          <a:ea typeface="+mn-ea"/>
                          <a:cs typeface="+mn-cs"/>
                          <a:sym typeface="Wingdings 2" panose="05020102010507070707" pitchFamily="18" charset="2"/>
                        </a:rPr>
                        <a:t></a:t>
                      </a:r>
                      <a:endParaRPr lang="en-US" sz="2800" b="0" kern="1200" noProof="0" dirty="0">
                        <a:solidFill>
                          <a:schemeClr val="accent1">
                            <a:lumMod val="60000"/>
                            <a:lumOff val="40000"/>
                          </a:schemeClr>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2359822191"/>
                  </a:ext>
                </a:extLst>
              </a:tr>
              <a:tr h="7638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kern="1200" noProof="0" dirty="0">
                          <a:solidFill>
                            <a:srgbClr val="ED8B00"/>
                          </a:solidFill>
                          <a:latin typeface="+mn-lt"/>
                          <a:ea typeface="+mn-ea"/>
                          <a:cs typeface="+mn-cs"/>
                          <a:sym typeface="Wingdings 2" panose="05020102010507070707" pitchFamily="18" charset="2"/>
                        </a:rPr>
                        <a:t></a:t>
                      </a:r>
                      <a:endParaRPr lang="en-US" sz="2800" b="0" kern="1200" noProof="0" dirty="0">
                        <a:solidFill>
                          <a:srgbClr val="ED8B0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897674434"/>
                  </a:ext>
                </a:extLst>
              </a:tr>
              <a:tr h="49989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kern="1200" noProof="0" dirty="0">
                          <a:solidFill>
                            <a:srgbClr val="ED8B00"/>
                          </a:solidFill>
                          <a:latin typeface="+mn-lt"/>
                          <a:ea typeface="+mn-ea"/>
                          <a:cs typeface="+mn-cs"/>
                          <a:sym typeface="Wingdings 2" panose="05020102010507070707" pitchFamily="18" charset="2"/>
                        </a:rPr>
                        <a:t></a:t>
                      </a:r>
                      <a:endParaRPr kumimoji="0" lang="en-US" sz="2800" b="0" i="0" u="none" strike="noStrike" kern="1200" cap="none" spc="0" normalizeH="0" baseline="0" noProof="0" dirty="0">
                        <a:ln>
                          <a:noFill/>
                        </a:ln>
                        <a:solidFill>
                          <a:srgbClr val="DA291C"/>
                        </a:solidFill>
                        <a:effectLst/>
                        <a:uLnTx/>
                        <a:uFillTx/>
                        <a:latin typeface="Calibri"/>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3930710911"/>
                  </a:ext>
                </a:extLst>
              </a:tr>
            </a:tbl>
          </a:graphicData>
        </a:graphic>
      </p:graphicFrame>
    </p:spTree>
    <p:extLst>
      <p:ext uri="{BB962C8B-B14F-4D97-AF65-F5344CB8AC3E}">
        <p14:creationId xmlns:p14="http://schemas.microsoft.com/office/powerpoint/2010/main" val="1341974304"/>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Comparison of Risks of Different Models</a:t>
            </a:r>
            <a:endParaRPr lang="en-US" sz="2800" dirty="0">
              <a:solidFill>
                <a:schemeClr val="bg1"/>
              </a:solidFill>
            </a:endParaRPr>
          </a:p>
        </p:txBody>
      </p:sp>
    </p:spTree>
    <p:extLst>
      <p:ext uri="{BB962C8B-B14F-4D97-AF65-F5344CB8AC3E}">
        <p14:creationId xmlns:p14="http://schemas.microsoft.com/office/powerpoint/2010/main" val="2411439082"/>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6384EB53-9F34-4612-AE45-D4564C5454CD}"/>
              </a:ext>
            </a:extLst>
          </p:cNvPr>
          <p:cNvGraphicFramePr>
            <a:graphicFrameLocks noGrp="1"/>
          </p:cNvGraphicFramePr>
          <p:nvPr>
            <p:extLst>
              <p:ext uri="{D42A27DB-BD31-4B8C-83A1-F6EECF244321}">
                <p14:modId xmlns:p14="http://schemas.microsoft.com/office/powerpoint/2010/main" val="3422389434"/>
              </p:ext>
            </p:extLst>
          </p:nvPr>
        </p:nvGraphicFramePr>
        <p:xfrm>
          <a:off x="537237" y="3833554"/>
          <a:ext cx="11188702" cy="518160"/>
        </p:xfrm>
        <a:graphic>
          <a:graphicData uri="http://schemas.openxmlformats.org/drawingml/2006/table">
            <a:tbl>
              <a:tblPr firstRow="1">
                <a:tableStyleId>{93296810-A885-4BE3-A3E7-6D5BEEA58F35}</a:tableStyleId>
              </a:tblPr>
              <a:tblGrid>
                <a:gridCol w="4913537">
                  <a:extLst>
                    <a:ext uri="{9D8B030D-6E8A-4147-A177-3AD203B41FA5}">
                      <a16:colId xmlns:a16="http://schemas.microsoft.com/office/drawing/2014/main" val="1542038452"/>
                    </a:ext>
                  </a:extLst>
                </a:gridCol>
                <a:gridCol w="1452354">
                  <a:extLst>
                    <a:ext uri="{9D8B030D-6E8A-4147-A177-3AD203B41FA5}">
                      <a16:colId xmlns:a16="http://schemas.microsoft.com/office/drawing/2014/main" val="1705057590"/>
                    </a:ext>
                  </a:extLst>
                </a:gridCol>
                <a:gridCol w="1578466">
                  <a:extLst>
                    <a:ext uri="{9D8B030D-6E8A-4147-A177-3AD203B41FA5}">
                      <a16:colId xmlns:a16="http://schemas.microsoft.com/office/drawing/2014/main" val="3442682710"/>
                    </a:ext>
                  </a:extLst>
                </a:gridCol>
                <a:gridCol w="1731601">
                  <a:extLst>
                    <a:ext uri="{9D8B030D-6E8A-4147-A177-3AD203B41FA5}">
                      <a16:colId xmlns:a16="http://schemas.microsoft.com/office/drawing/2014/main" val="3619409748"/>
                    </a:ext>
                  </a:extLst>
                </a:gridCol>
                <a:gridCol w="1512744">
                  <a:extLst>
                    <a:ext uri="{9D8B030D-6E8A-4147-A177-3AD203B41FA5}">
                      <a16:colId xmlns:a16="http://schemas.microsoft.com/office/drawing/2014/main" val="1719867514"/>
                    </a:ext>
                  </a:extLst>
                </a:gridCol>
              </a:tblGrid>
              <a:tr h="427364">
                <a:tc>
                  <a:txBody>
                    <a:bodyPr/>
                    <a:lstStyle/>
                    <a:p>
                      <a:r>
                        <a:rPr lang="en-US" sz="1400" dirty="0">
                          <a:solidFill>
                            <a:schemeClr val="tx1"/>
                          </a:solidFill>
                        </a:rPr>
                        <a:t>Overall ranking based on Financial and Implementation Risks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ED8B00"/>
                          </a:solidFill>
                          <a:sym typeface="Wingdings 2" panose="05020102010507070707" pitchFamily="18" charset="2"/>
                        </a:rPr>
                        <a:t></a:t>
                      </a:r>
                      <a:endParaRPr lang="en-US" sz="1400" b="0" dirty="0">
                        <a:solidFill>
                          <a:srgbClr val="ED8B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DA291C"/>
                          </a:solidFill>
                          <a:sym typeface="Wingdings 2" panose="05020102010507070707" pitchFamily="18" charset="2"/>
                        </a:rPr>
                        <a:t></a:t>
                      </a:r>
                      <a:endParaRPr lang="en-US" sz="2800" b="0" dirty="0">
                        <a:solidFill>
                          <a:srgbClr val="DA291C"/>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chemeClr val="accent1">
                              <a:lumMod val="60000"/>
                              <a:lumOff val="40000"/>
                            </a:schemeClr>
                          </a:solidFill>
                          <a:sym typeface="Wingdings 2" panose="05020102010507070707" pitchFamily="18" charset="2"/>
                        </a:rPr>
                        <a:t></a:t>
                      </a:r>
                      <a:endParaRPr lang="en-US" sz="2800" b="0" dirty="0">
                        <a:solidFill>
                          <a:schemeClr val="accent1">
                            <a:lumMod val="60000"/>
                            <a:lumOff val="40000"/>
                          </a:schemeClr>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00B050"/>
                          </a:solidFill>
                          <a:sym typeface="Wingdings 2" panose="05020102010507070707" pitchFamily="18" charset="2"/>
                        </a:rPr>
                        <a:t></a:t>
                      </a:r>
                      <a:endParaRPr lang="en-US" sz="28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bl>
          </a:graphicData>
        </a:graphic>
      </p:graphicFrame>
      <p:sp>
        <p:nvSpPr>
          <p:cNvPr id="6" name="Title 5"/>
          <p:cNvSpPr>
            <a:spLocks noGrp="1"/>
          </p:cNvSpPr>
          <p:nvPr>
            <p:ph type="title"/>
          </p:nvPr>
        </p:nvSpPr>
        <p:spPr>
          <a:xfrm>
            <a:off x="501650" y="134620"/>
            <a:ext cx="11188700" cy="334099"/>
          </a:xfrm>
          <a:noFill/>
        </p:spPr>
        <p:txBody>
          <a:bodyPr/>
          <a:lstStyle/>
          <a:p>
            <a:pPr algn="just"/>
            <a:r>
              <a:rPr lang="en-US" sz="2800" b="1" dirty="0"/>
              <a:t>Comparison of Various Business Models based on the Risk and Implementation Factors</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537236" y="4441374"/>
            <a:ext cx="11188700" cy="215969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For Non-Captive modes (i.e., for BOO and Government-scheme modes), risks are mostly low/absent since the projects will be executed by developers and SECL will get the power at discovered/agreed tariffs. Risk for SECL will be the lowest under these models.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Under BOO mode, since the project will be located in CG or MP, substation availability risk might be prevalent for the Developer due to potential challenge for land-availability near sub-stations. However, such risk will be for the Developer and not for SECL.</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For Captive project in Other’s land, SECL will need to find sub-stations will spare evacuation capacities and available land parcels in the vicinity. There can be potential risk for SECL for availability of the same.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For Government scheme projects, risks are lowest, followed by BOO mode. Amongst two options of Capex model, the Captive/ Capex model plant on own land has lower risk since the risk for land acquisition is absent under this model.</a:t>
            </a:r>
          </a:p>
        </p:txBody>
      </p:sp>
      <p:graphicFrame>
        <p:nvGraphicFramePr>
          <p:cNvPr id="2" name="Table 1">
            <a:extLst>
              <a:ext uri="{FF2B5EF4-FFF2-40B4-BE49-F238E27FC236}">
                <a16:creationId xmlns:a16="http://schemas.microsoft.com/office/drawing/2014/main" id="{2693A7C9-5736-4FA0-B324-3820CDC1EF6F}"/>
              </a:ext>
            </a:extLst>
          </p:cNvPr>
          <p:cNvGraphicFramePr>
            <a:graphicFrameLocks noGrp="1"/>
          </p:cNvGraphicFramePr>
          <p:nvPr>
            <p:extLst>
              <p:ext uri="{D42A27DB-BD31-4B8C-83A1-F6EECF244321}">
                <p14:modId xmlns:p14="http://schemas.microsoft.com/office/powerpoint/2010/main" val="57389755"/>
              </p:ext>
            </p:extLst>
          </p:nvPr>
        </p:nvGraphicFramePr>
        <p:xfrm>
          <a:off x="537238" y="1143399"/>
          <a:ext cx="11188700" cy="2606359"/>
        </p:xfrm>
        <a:graphic>
          <a:graphicData uri="http://schemas.openxmlformats.org/drawingml/2006/table">
            <a:tbl>
              <a:tblPr firstRow="1" bandRow="1"/>
              <a:tblGrid>
                <a:gridCol w="4921291">
                  <a:extLst>
                    <a:ext uri="{9D8B030D-6E8A-4147-A177-3AD203B41FA5}">
                      <a16:colId xmlns:a16="http://schemas.microsoft.com/office/drawing/2014/main" val="3201733084"/>
                    </a:ext>
                  </a:extLst>
                </a:gridCol>
                <a:gridCol w="1418489">
                  <a:extLst>
                    <a:ext uri="{9D8B030D-6E8A-4147-A177-3AD203B41FA5}">
                      <a16:colId xmlns:a16="http://schemas.microsoft.com/office/drawing/2014/main" val="290581856"/>
                    </a:ext>
                  </a:extLst>
                </a:gridCol>
                <a:gridCol w="1563234">
                  <a:extLst>
                    <a:ext uri="{9D8B030D-6E8A-4147-A177-3AD203B41FA5}">
                      <a16:colId xmlns:a16="http://schemas.microsoft.com/office/drawing/2014/main" val="3262925279"/>
                    </a:ext>
                  </a:extLst>
                </a:gridCol>
                <a:gridCol w="1751401">
                  <a:extLst>
                    <a:ext uri="{9D8B030D-6E8A-4147-A177-3AD203B41FA5}">
                      <a16:colId xmlns:a16="http://schemas.microsoft.com/office/drawing/2014/main" val="1133543309"/>
                    </a:ext>
                  </a:extLst>
                </a:gridCol>
                <a:gridCol w="1534285">
                  <a:extLst>
                    <a:ext uri="{9D8B030D-6E8A-4147-A177-3AD203B41FA5}">
                      <a16:colId xmlns:a16="http://schemas.microsoft.com/office/drawing/2014/main" val="467961337"/>
                    </a:ext>
                  </a:extLst>
                </a:gridCol>
              </a:tblGrid>
              <a:tr h="472759">
                <a:tc>
                  <a:txBody>
                    <a:bodyPr/>
                    <a:lstStyle/>
                    <a:p>
                      <a:pPr algn="l" rtl="0" fontAlgn="ctr"/>
                      <a:r>
                        <a:rPr lang="en-US" sz="1400" b="1" i="0" u="none" strike="noStrike" dirty="0">
                          <a:solidFill>
                            <a:srgbClr val="000000"/>
                          </a:solidFill>
                          <a:effectLst/>
                          <a:latin typeface="Calibri" panose="020F0502020204030204" pitchFamily="34" charset="0"/>
                        </a:rPr>
                        <a:t>Business Models -&gt;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0" u="none" strike="noStrike" dirty="0">
                          <a:solidFill>
                            <a:srgbClr val="000000"/>
                          </a:solidFill>
                          <a:effectLst/>
                          <a:latin typeface="Calibri" panose="020F0502020204030204" pitchFamily="34" charset="0"/>
                        </a:rPr>
                        <a:t>Model 1: Captive Mode</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rowSpan="2">
                  <a:txBody>
                    <a:bodyPr/>
                    <a:lstStyle/>
                    <a:p>
                      <a:pPr algn="ctr" rtl="0" fontAlgn="ctr"/>
                      <a:r>
                        <a:rPr lang="sv-SE" sz="1400" b="1" i="0" u="none" strike="noStrike">
                          <a:solidFill>
                            <a:srgbClr val="000000"/>
                          </a:solidFill>
                          <a:effectLst/>
                          <a:latin typeface="Calibri" panose="020F0502020204030204" pitchFamily="34" charset="0"/>
                        </a:rPr>
                        <a:t>Model 2: BOO Mode (PPA)</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rtl="0" fontAlgn="ctr"/>
                      <a:r>
                        <a:rPr lang="en-US" sz="1400" b="1" i="0" u="none" strike="noStrike" dirty="0">
                          <a:solidFill>
                            <a:srgbClr val="000000"/>
                          </a:solidFill>
                          <a:effectLst/>
                          <a:latin typeface="Calibri" panose="020F0502020204030204" pitchFamily="34" charset="0"/>
                        </a:rPr>
                        <a:t>Model 3: Government Scheme PPA</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42899724"/>
                  </a:ext>
                </a:extLst>
              </a:tr>
              <a:tr h="291714">
                <a:tc>
                  <a:txBody>
                    <a:bodyPr/>
                    <a:lstStyle/>
                    <a:p>
                      <a:pPr algn="l" rtl="0" fontAlgn="ctr"/>
                      <a:r>
                        <a:rPr lang="en-US" sz="1400" b="1" i="0" u="none" strike="noStrike" dirty="0">
                          <a:solidFill>
                            <a:srgbClr val="000000"/>
                          </a:solidFill>
                          <a:effectLst/>
                          <a:latin typeface="Calibri" panose="020F0502020204030204" pitchFamily="34" charset="0"/>
                        </a:rPr>
                        <a:t>Land Ownership -&gt;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Own Land</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Others’ Land</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2427612620"/>
                  </a:ext>
                </a:extLst>
              </a:tr>
              <a:tr h="254337">
                <a:tc>
                  <a:txBody>
                    <a:bodyPr/>
                    <a:lstStyle/>
                    <a:p>
                      <a:pPr algn="l" rtl="0" fontAlgn="ctr"/>
                      <a:r>
                        <a:rPr lang="en-US" sz="1400" b="0" i="1" u="none" strike="noStrike" dirty="0">
                          <a:solidFill>
                            <a:srgbClr val="000000"/>
                          </a:solidFill>
                          <a:effectLst/>
                          <a:latin typeface="Calibri" panose="020F0502020204030204" pitchFamily="34" charset="0"/>
                        </a:rPr>
                        <a:t>Upfront Capex for SECL</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2460409932"/>
                  </a:ext>
                </a:extLst>
              </a:tr>
              <a:tr h="254337">
                <a:tc>
                  <a:txBody>
                    <a:bodyPr/>
                    <a:lstStyle/>
                    <a:p>
                      <a:pPr algn="l" rtl="0" fontAlgn="ctr"/>
                      <a:r>
                        <a:rPr lang="en-US" sz="1400" b="0" i="1" u="none" strike="noStrike" dirty="0">
                          <a:solidFill>
                            <a:srgbClr val="000000"/>
                          </a:solidFill>
                          <a:effectLst/>
                          <a:latin typeface="Calibri" panose="020F0502020204030204" pitchFamily="34" charset="0"/>
                        </a:rPr>
                        <a:t>Land Acquisition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3964526510"/>
                  </a:ext>
                </a:extLst>
              </a:tr>
              <a:tr h="254337">
                <a:tc>
                  <a:txBody>
                    <a:bodyPr/>
                    <a:lstStyle/>
                    <a:p>
                      <a:pPr algn="l" rtl="0" fontAlgn="ctr"/>
                      <a:r>
                        <a:rPr lang="en-US" sz="1400" b="0" i="1" u="none" strike="noStrike" dirty="0">
                          <a:solidFill>
                            <a:srgbClr val="000000"/>
                          </a:solidFill>
                          <a:effectLst/>
                          <a:latin typeface="Calibri" panose="020F0502020204030204" pitchFamily="34" charset="0"/>
                        </a:rPr>
                        <a:t>Project Execution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dirty="0">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dirty="0">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1536953147"/>
                  </a:ext>
                </a:extLst>
              </a:tr>
              <a:tr h="285363">
                <a:tc>
                  <a:txBody>
                    <a:bodyPr/>
                    <a:lstStyle/>
                    <a:p>
                      <a:pPr algn="l" rtl="0" fontAlgn="ctr"/>
                      <a:r>
                        <a:rPr lang="en-US" sz="1400" b="0" i="1" u="none" strike="noStrike" dirty="0">
                          <a:solidFill>
                            <a:srgbClr val="000000"/>
                          </a:solidFill>
                          <a:effectLst/>
                          <a:latin typeface="Calibri" panose="020F0502020204030204" pitchFamily="34" charset="0"/>
                        </a:rPr>
                        <a:t>Interest Rate Variation Risk for Debt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dirty="0">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3058738871"/>
                  </a:ext>
                </a:extLst>
              </a:tr>
              <a:tr h="285363">
                <a:tc>
                  <a:txBody>
                    <a:bodyPr/>
                    <a:lstStyle/>
                    <a:p>
                      <a:pPr algn="l" rtl="0" fontAlgn="ctr"/>
                      <a:r>
                        <a:rPr lang="en-US" sz="1400" b="0" i="1" u="none" strike="noStrike" dirty="0">
                          <a:solidFill>
                            <a:srgbClr val="000000"/>
                          </a:solidFill>
                          <a:effectLst/>
                          <a:latin typeface="Calibri" panose="020F0502020204030204" pitchFamily="34" charset="0"/>
                        </a:rPr>
                        <a:t>Substation Availability Challenges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dirty="0">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a:solidFill>
                            <a:schemeClr val="tx1"/>
                          </a:solidFill>
                          <a:effectLst/>
                          <a:latin typeface="Calibri" panose="020F0502020204030204" pitchFamily="34" charset="0"/>
                        </a:rPr>
                        <a:t>Moderate</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D966"/>
                    </a:solidFill>
                  </a:tcPr>
                </a:tc>
                <a:tc>
                  <a:txBody>
                    <a:bodyPr/>
                    <a:lstStyle/>
                    <a:p>
                      <a:pPr algn="ctr" rtl="0" fontAlgn="ctr"/>
                      <a:r>
                        <a:rPr lang="en-US" sz="1400" b="0" i="0" u="none" strike="noStrike" dirty="0">
                          <a:solidFill>
                            <a:schemeClr val="tx1"/>
                          </a:solidFill>
                          <a:effectLst/>
                          <a:latin typeface="Calibri" panose="020F0502020204030204" pitchFamily="34" charset="0"/>
                        </a:rPr>
                        <a:t>Low</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2EFDA"/>
                    </a:solidFill>
                  </a:tcPr>
                </a:tc>
                <a:tc>
                  <a:txBody>
                    <a:bodyPr/>
                    <a:lstStyle/>
                    <a:p>
                      <a:pPr algn="ctr" rtl="0" fontAlgn="ctr"/>
                      <a:r>
                        <a:rPr lang="en-US" sz="1400" b="0" i="0" u="none" strike="noStrike" dirty="0">
                          <a:solidFill>
                            <a:schemeClr val="tx1"/>
                          </a:solidFill>
                          <a:effectLst/>
                          <a:latin typeface="Calibri" panose="020F0502020204030204" pitchFamily="34" charset="0"/>
                        </a:rPr>
                        <a:t>Lowest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1562716568"/>
                  </a:ext>
                </a:extLst>
              </a:tr>
              <a:tr h="285363">
                <a:tc>
                  <a:txBody>
                    <a:bodyPr/>
                    <a:lstStyle/>
                    <a:p>
                      <a:pPr algn="l" rtl="0" fontAlgn="ctr"/>
                      <a:r>
                        <a:rPr lang="en-US" sz="1400" b="0" i="1" u="none" strike="noStrike" dirty="0">
                          <a:solidFill>
                            <a:srgbClr val="000000"/>
                          </a:solidFill>
                          <a:effectLst/>
                          <a:latin typeface="Calibri" panose="020F0502020204030204" pitchFamily="34" charset="0"/>
                        </a:rPr>
                        <a:t>Plant Performance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0" i="0" u="none" strike="noStrike">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dirty="0">
                          <a:solidFill>
                            <a:schemeClr val="tx1"/>
                          </a:solidFill>
                          <a:effectLst/>
                          <a:latin typeface="Calibri" panose="020F0502020204030204" pitchFamily="34" charset="0"/>
                        </a:rPr>
                        <a:t>High</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7CE"/>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algn="ctr" rtl="0" fontAlgn="ctr"/>
                      <a:r>
                        <a:rPr lang="en-US" sz="1400" b="0" i="0" u="none" strike="noStrike" kern="1200" dirty="0">
                          <a:solidFill>
                            <a:schemeClr val="tx1"/>
                          </a:solidFill>
                          <a:effectLst/>
                          <a:latin typeface="Calibri" panose="020F0502020204030204" pitchFamily="34" charset="0"/>
                          <a:ea typeface="+mn-ea"/>
                          <a:cs typeface="+mn-cs"/>
                        </a:rPr>
                        <a:t>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extLst>
                  <a:ext uri="{0D108BD9-81ED-4DB2-BD59-A6C34878D82A}">
                    <a16:rowId xmlns:a16="http://schemas.microsoft.com/office/drawing/2014/main" val="1286776225"/>
                  </a:ext>
                </a:extLst>
              </a:tr>
            </a:tbl>
          </a:graphicData>
        </a:graphic>
      </p:graphicFrame>
    </p:spTree>
    <p:extLst>
      <p:ext uri="{BB962C8B-B14F-4D97-AF65-F5344CB8AC3E}">
        <p14:creationId xmlns:p14="http://schemas.microsoft.com/office/powerpoint/2010/main" val="990482641"/>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Land Assessment</a:t>
            </a:r>
            <a:endParaRPr lang="en-US" sz="2800" dirty="0">
              <a:solidFill>
                <a:schemeClr val="bg1"/>
              </a:solidFill>
            </a:endParaRPr>
          </a:p>
        </p:txBody>
      </p:sp>
    </p:spTree>
    <p:extLst>
      <p:ext uri="{BB962C8B-B14F-4D97-AF65-F5344CB8AC3E}">
        <p14:creationId xmlns:p14="http://schemas.microsoft.com/office/powerpoint/2010/main" val="4128454198"/>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02DD80E7-C21A-4ED9-9EEA-82206981569E}"/>
              </a:ext>
            </a:extLst>
          </p:cNvPr>
          <p:cNvSpPr/>
          <p:nvPr/>
        </p:nvSpPr>
        <p:spPr bwMode="gray">
          <a:xfrm>
            <a:off x="1904301" y="3282955"/>
            <a:ext cx="3277299" cy="363021"/>
          </a:xfrm>
          <a:prstGeom prst="rect">
            <a:avLst/>
          </a:prstGeom>
          <a:solidFill>
            <a:schemeClr val="accent6">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cxnSp>
        <p:nvCxnSpPr>
          <p:cNvPr id="30" name="Straight Connector 29">
            <a:extLst>
              <a:ext uri="{FF2B5EF4-FFF2-40B4-BE49-F238E27FC236}">
                <a16:creationId xmlns:a16="http://schemas.microsoft.com/office/drawing/2014/main" id="{5C8B0526-E7A0-4AE7-BD72-31199EB170B4}"/>
              </a:ext>
            </a:extLst>
          </p:cNvPr>
          <p:cNvCxnSpPr>
            <a:cxnSpLocks/>
          </p:cNvCxnSpPr>
          <p:nvPr/>
        </p:nvCxnSpPr>
        <p:spPr>
          <a:xfrm flipH="1">
            <a:off x="3805759" y="1597337"/>
            <a:ext cx="1" cy="2559993"/>
          </a:xfrm>
          <a:prstGeom prst="line">
            <a:avLst/>
          </a:prstGeom>
          <a:ln>
            <a:solidFill>
              <a:srgbClr val="DA291C"/>
            </a:solidFill>
            <a:prstDash val="dash"/>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C0D91479-58E6-4388-8F7A-E6B345D31004}"/>
              </a:ext>
            </a:extLst>
          </p:cNvPr>
          <p:cNvSpPr/>
          <p:nvPr/>
        </p:nvSpPr>
        <p:spPr bwMode="gray">
          <a:xfrm>
            <a:off x="756745" y="4846264"/>
            <a:ext cx="3174173" cy="1108222"/>
          </a:xfrm>
          <a:prstGeom prst="rect">
            <a:avLst/>
          </a:prstGeom>
          <a:noFill/>
          <a:ln w="19050" algn="ctr">
            <a:solidFill>
              <a:schemeClr val="accent6"/>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27" name="Rectangle 26">
            <a:extLst>
              <a:ext uri="{FF2B5EF4-FFF2-40B4-BE49-F238E27FC236}">
                <a16:creationId xmlns:a16="http://schemas.microsoft.com/office/drawing/2014/main" id="{7B854E4F-1526-4809-AEC7-8C708792D8EA}"/>
              </a:ext>
            </a:extLst>
          </p:cNvPr>
          <p:cNvSpPr/>
          <p:nvPr/>
        </p:nvSpPr>
        <p:spPr bwMode="gray">
          <a:xfrm>
            <a:off x="1904301" y="1586703"/>
            <a:ext cx="3277299" cy="1696251"/>
          </a:xfrm>
          <a:prstGeom prst="rect">
            <a:avLst/>
          </a:prstGeom>
          <a:solidFill>
            <a:schemeClr val="accent3">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24" name="Chart 23">
            <a:extLst>
              <a:ext uri="{FF2B5EF4-FFF2-40B4-BE49-F238E27FC236}">
                <a16:creationId xmlns:a16="http://schemas.microsoft.com/office/drawing/2014/main" id="{D64A38EC-34D0-4040-815D-B4C5FB27FBA1}"/>
              </a:ext>
            </a:extLst>
          </p:cNvPr>
          <p:cNvGraphicFramePr>
            <a:graphicFrameLocks/>
          </p:cNvGraphicFramePr>
          <p:nvPr>
            <p:extLst>
              <p:ext uri="{D42A27DB-BD31-4B8C-83A1-F6EECF244321}">
                <p14:modId xmlns:p14="http://schemas.microsoft.com/office/powerpoint/2010/main" val="1756647330"/>
              </p:ext>
            </p:extLst>
          </p:nvPr>
        </p:nvGraphicFramePr>
        <p:xfrm>
          <a:off x="1404133" y="1556225"/>
          <a:ext cx="9902303" cy="2892933"/>
        </p:xfrm>
        <a:graphic>
          <a:graphicData uri="http://schemas.openxmlformats.org/drawingml/2006/chart">
            <c:chart xmlns:c="http://schemas.openxmlformats.org/drawingml/2006/chart" xmlns:r="http://schemas.openxmlformats.org/officeDocument/2006/relationships" r:id="rId2"/>
          </a:graphicData>
        </a:graphic>
      </p:graphicFrame>
      <p:sp>
        <p:nvSpPr>
          <p:cNvPr id="6" name="Title 5"/>
          <p:cNvSpPr>
            <a:spLocks noGrp="1"/>
          </p:cNvSpPr>
          <p:nvPr>
            <p:ph type="title"/>
          </p:nvPr>
        </p:nvSpPr>
        <p:spPr>
          <a:xfrm>
            <a:off x="501650" y="134620"/>
            <a:ext cx="11188700" cy="334099"/>
          </a:xfrm>
          <a:noFill/>
        </p:spPr>
        <p:txBody>
          <a:bodyPr/>
          <a:lstStyle/>
          <a:p>
            <a:r>
              <a:rPr lang="en-US" sz="2800" b="1" dirty="0"/>
              <a:t>Land Parcels Preferability Assessment (1/2)</a:t>
            </a:r>
            <a:endParaRPr lang="en-GB" sz="2800" b="1" dirty="0"/>
          </a:p>
        </p:txBody>
      </p:sp>
      <p:sp>
        <p:nvSpPr>
          <p:cNvPr id="4" name="Rectangle 3"/>
          <p:cNvSpPr/>
          <p:nvPr/>
        </p:nvSpPr>
        <p:spPr>
          <a:xfrm>
            <a:off x="413785" y="627154"/>
            <a:ext cx="281320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Land Parcels in Chhattisgarh</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501651" y="1154920"/>
            <a:ext cx="11188699" cy="534213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3074183" y="930485"/>
            <a:ext cx="6043633"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dirty="0">
                <a:solidFill>
                  <a:prstClr val="white"/>
                </a:solidFill>
                <a:latin typeface="Calibri"/>
              </a:rPr>
              <a:t>Identification of preferred Land Parcels of SECL in </a:t>
            </a:r>
            <a:r>
              <a:rPr kumimoji="0" lang="en-US" sz="1600" b="1" i="0" u="none" strike="noStrike" kern="1200" cap="none" spc="0" normalizeH="0" baseline="0" noProof="0" dirty="0">
                <a:ln>
                  <a:noFill/>
                </a:ln>
                <a:solidFill>
                  <a:prstClr val="white"/>
                </a:solidFill>
                <a:effectLst/>
                <a:uLnTx/>
                <a:uFillTx/>
                <a:latin typeface="Calibri"/>
                <a:ea typeface="+mn-ea"/>
                <a:cs typeface="+mn-cs"/>
              </a:rPr>
              <a:t>Chhattisgarh</a:t>
            </a:r>
          </a:p>
        </p:txBody>
      </p:sp>
      <p:cxnSp>
        <p:nvCxnSpPr>
          <p:cNvPr id="12" name="Straight Arrow Connector 11">
            <a:extLst>
              <a:ext uri="{FF2B5EF4-FFF2-40B4-BE49-F238E27FC236}">
                <a16:creationId xmlns:a16="http://schemas.microsoft.com/office/drawing/2014/main" id="{9A60D4C1-1CB2-4DC4-AEC0-56DB4B355A17}"/>
              </a:ext>
            </a:extLst>
          </p:cNvPr>
          <p:cNvCxnSpPr>
            <a:cxnSpLocks/>
          </p:cNvCxnSpPr>
          <p:nvPr/>
        </p:nvCxnSpPr>
        <p:spPr>
          <a:xfrm>
            <a:off x="1029939" y="1533148"/>
            <a:ext cx="1" cy="2916014"/>
          </a:xfrm>
          <a:prstGeom prst="straightConnector1">
            <a:avLst/>
          </a:prstGeom>
          <a:ln w="1905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Rectangle: Rounded Corners 10">
            <a:extLst>
              <a:ext uri="{FF2B5EF4-FFF2-40B4-BE49-F238E27FC236}">
                <a16:creationId xmlns:a16="http://schemas.microsoft.com/office/drawing/2014/main" id="{DA619636-155E-49B2-BADD-5D0187481056}"/>
              </a:ext>
            </a:extLst>
          </p:cNvPr>
          <p:cNvSpPr/>
          <p:nvPr/>
        </p:nvSpPr>
        <p:spPr bwMode="gray">
          <a:xfrm rot="16200000">
            <a:off x="218253" y="2872460"/>
            <a:ext cx="1572001" cy="237388"/>
          </a:xfrm>
          <a:prstGeom prst="roundRect">
            <a:avLst/>
          </a:prstGeom>
          <a:solidFill>
            <a:schemeClr val="bg1"/>
          </a:solidFill>
          <a:ln w="19050"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b="1" dirty="0"/>
              <a:t>Potential Size of the Plant (in MW)</a:t>
            </a:r>
          </a:p>
        </p:txBody>
      </p:sp>
      <p:cxnSp>
        <p:nvCxnSpPr>
          <p:cNvPr id="20" name="Straight Arrow Connector 19">
            <a:extLst>
              <a:ext uri="{FF2B5EF4-FFF2-40B4-BE49-F238E27FC236}">
                <a16:creationId xmlns:a16="http://schemas.microsoft.com/office/drawing/2014/main" id="{50311702-6FAB-4CCF-8B09-C0E1C458DD5B}"/>
              </a:ext>
            </a:extLst>
          </p:cNvPr>
          <p:cNvCxnSpPr>
            <a:cxnSpLocks/>
          </p:cNvCxnSpPr>
          <p:nvPr/>
        </p:nvCxnSpPr>
        <p:spPr>
          <a:xfrm flipH="1">
            <a:off x="1602769" y="4605898"/>
            <a:ext cx="9185097" cy="0"/>
          </a:xfrm>
          <a:prstGeom prst="straightConnector1">
            <a:avLst/>
          </a:prstGeom>
          <a:ln w="1905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Rectangle: Rounded Corners 20">
            <a:extLst>
              <a:ext uri="{FF2B5EF4-FFF2-40B4-BE49-F238E27FC236}">
                <a16:creationId xmlns:a16="http://schemas.microsoft.com/office/drawing/2014/main" id="{B1137A56-7DBD-4FB2-A5F4-A2EE6EFFCD76}"/>
              </a:ext>
            </a:extLst>
          </p:cNvPr>
          <p:cNvSpPr/>
          <p:nvPr/>
        </p:nvSpPr>
        <p:spPr bwMode="gray">
          <a:xfrm>
            <a:off x="4347103" y="4510844"/>
            <a:ext cx="3337967" cy="161248"/>
          </a:xfrm>
          <a:prstGeom prst="roundRect">
            <a:avLst/>
          </a:prstGeom>
          <a:solidFill>
            <a:schemeClr val="bg1"/>
          </a:solidFill>
          <a:ln w="19050"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b="1" dirty="0"/>
              <a:t>Approx. Distance from Sub-station (in km)</a:t>
            </a:r>
          </a:p>
        </p:txBody>
      </p:sp>
      <p:sp>
        <p:nvSpPr>
          <p:cNvPr id="23" name="Rectangle: Rounded Corners 22">
            <a:extLst>
              <a:ext uri="{FF2B5EF4-FFF2-40B4-BE49-F238E27FC236}">
                <a16:creationId xmlns:a16="http://schemas.microsoft.com/office/drawing/2014/main" id="{CFA2ECDB-B2F0-480B-B3D8-01288CBB972D}"/>
              </a:ext>
            </a:extLst>
          </p:cNvPr>
          <p:cNvSpPr/>
          <p:nvPr/>
        </p:nvSpPr>
        <p:spPr bwMode="gray">
          <a:xfrm>
            <a:off x="3930921" y="1632168"/>
            <a:ext cx="750013"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Kumda</a:t>
            </a:r>
            <a:r>
              <a:rPr lang="en-US" sz="1200" dirty="0"/>
              <a:t>, 0%</a:t>
            </a:r>
          </a:p>
        </p:txBody>
      </p:sp>
      <p:sp>
        <p:nvSpPr>
          <p:cNvPr id="25" name="Rectangle: Rounded Corners 24">
            <a:extLst>
              <a:ext uri="{FF2B5EF4-FFF2-40B4-BE49-F238E27FC236}">
                <a16:creationId xmlns:a16="http://schemas.microsoft.com/office/drawing/2014/main" id="{AD3545E7-E00D-4DCD-89CB-49BD201A0481}"/>
              </a:ext>
            </a:extLst>
          </p:cNvPr>
          <p:cNvSpPr/>
          <p:nvPr/>
        </p:nvSpPr>
        <p:spPr bwMode="gray">
          <a:xfrm>
            <a:off x="5213498" y="3338868"/>
            <a:ext cx="618806"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Ketki</a:t>
            </a:r>
            <a:r>
              <a:rPr lang="en-US" sz="1200" dirty="0"/>
              <a:t>, 1.3%</a:t>
            </a:r>
          </a:p>
        </p:txBody>
      </p:sp>
      <p:sp>
        <p:nvSpPr>
          <p:cNvPr id="26" name="Rectangle: Rounded Corners 25">
            <a:extLst>
              <a:ext uri="{FF2B5EF4-FFF2-40B4-BE49-F238E27FC236}">
                <a16:creationId xmlns:a16="http://schemas.microsoft.com/office/drawing/2014/main" id="{3C12CC9E-CD4A-46EF-8BF0-E82BD6C6F458}"/>
              </a:ext>
            </a:extLst>
          </p:cNvPr>
          <p:cNvSpPr/>
          <p:nvPr/>
        </p:nvSpPr>
        <p:spPr bwMode="gray">
          <a:xfrm>
            <a:off x="2341179" y="3294472"/>
            <a:ext cx="885811"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Bisrampur</a:t>
            </a:r>
            <a:r>
              <a:rPr lang="en-US" sz="1200" dirty="0"/>
              <a:t>, -1.5%</a:t>
            </a:r>
          </a:p>
        </p:txBody>
      </p:sp>
      <p:sp>
        <p:nvSpPr>
          <p:cNvPr id="33" name="Rectangle: Rounded Corners 32">
            <a:extLst>
              <a:ext uri="{FF2B5EF4-FFF2-40B4-BE49-F238E27FC236}">
                <a16:creationId xmlns:a16="http://schemas.microsoft.com/office/drawing/2014/main" id="{A97ACBBB-F1AA-431A-8ABB-5409E91FB5AC}"/>
              </a:ext>
            </a:extLst>
          </p:cNvPr>
          <p:cNvSpPr/>
          <p:nvPr/>
        </p:nvSpPr>
        <p:spPr bwMode="gray">
          <a:xfrm>
            <a:off x="2867443" y="1362666"/>
            <a:ext cx="1876633" cy="212519"/>
          </a:xfrm>
          <a:prstGeom prst="roundRect">
            <a:avLst/>
          </a:prstGeom>
          <a:noFill/>
          <a:ln w="19050" algn="ctr">
            <a:solidFill>
              <a:srgbClr val="DA291C"/>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a:t>Standard Distance of Grid</a:t>
            </a:r>
          </a:p>
        </p:txBody>
      </p:sp>
      <p:sp>
        <p:nvSpPr>
          <p:cNvPr id="35" name="Rectangle 34">
            <a:extLst>
              <a:ext uri="{FF2B5EF4-FFF2-40B4-BE49-F238E27FC236}">
                <a16:creationId xmlns:a16="http://schemas.microsoft.com/office/drawing/2014/main" id="{48025CAB-EB5A-4395-89AA-FF20C3DF1818}"/>
              </a:ext>
            </a:extLst>
          </p:cNvPr>
          <p:cNvSpPr/>
          <p:nvPr/>
        </p:nvSpPr>
        <p:spPr bwMode="gray">
          <a:xfrm>
            <a:off x="942830" y="5104049"/>
            <a:ext cx="783492" cy="172469"/>
          </a:xfrm>
          <a:prstGeom prst="rect">
            <a:avLst/>
          </a:prstGeom>
          <a:solidFill>
            <a:schemeClr val="accent3">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Tier 1 Land</a:t>
            </a:r>
          </a:p>
        </p:txBody>
      </p:sp>
      <p:sp>
        <p:nvSpPr>
          <p:cNvPr id="36" name="Rectangle 35">
            <a:extLst>
              <a:ext uri="{FF2B5EF4-FFF2-40B4-BE49-F238E27FC236}">
                <a16:creationId xmlns:a16="http://schemas.microsoft.com/office/drawing/2014/main" id="{4E67F81F-2A78-4ECA-9D54-EA60952F7473}"/>
              </a:ext>
            </a:extLst>
          </p:cNvPr>
          <p:cNvSpPr/>
          <p:nvPr/>
        </p:nvSpPr>
        <p:spPr bwMode="gray">
          <a:xfrm>
            <a:off x="942830" y="5446688"/>
            <a:ext cx="783492" cy="172469"/>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Suitable for &gt; 50 MW capacity</a:t>
            </a:r>
          </a:p>
        </p:txBody>
      </p:sp>
      <p:sp>
        <p:nvSpPr>
          <p:cNvPr id="37" name="Rectangle 36">
            <a:extLst>
              <a:ext uri="{FF2B5EF4-FFF2-40B4-BE49-F238E27FC236}">
                <a16:creationId xmlns:a16="http://schemas.microsoft.com/office/drawing/2014/main" id="{0F700600-731C-47C1-BD02-DF185A4D56D1}"/>
              </a:ext>
            </a:extLst>
          </p:cNvPr>
          <p:cNvSpPr/>
          <p:nvPr/>
        </p:nvSpPr>
        <p:spPr bwMode="gray">
          <a:xfrm>
            <a:off x="1904301" y="5096534"/>
            <a:ext cx="783492" cy="172470"/>
          </a:xfrm>
          <a:prstGeom prst="rect">
            <a:avLst/>
          </a:prstGeom>
          <a:solidFill>
            <a:schemeClr val="accent6">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Tier 2 Land</a:t>
            </a:r>
          </a:p>
        </p:txBody>
      </p:sp>
      <p:sp>
        <p:nvSpPr>
          <p:cNvPr id="38" name="Rectangle 37">
            <a:extLst>
              <a:ext uri="{FF2B5EF4-FFF2-40B4-BE49-F238E27FC236}">
                <a16:creationId xmlns:a16="http://schemas.microsoft.com/office/drawing/2014/main" id="{345D34D9-FA3A-4B1D-8355-5ED3D206AD31}"/>
              </a:ext>
            </a:extLst>
          </p:cNvPr>
          <p:cNvSpPr/>
          <p:nvPr/>
        </p:nvSpPr>
        <p:spPr bwMode="gray">
          <a:xfrm>
            <a:off x="1882529" y="5281504"/>
            <a:ext cx="783492" cy="511737"/>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Suitable for 20-50 MW capacity</a:t>
            </a:r>
          </a:p>
        </p:txBody>
      </p:sp>
      <p:sp>
        <p:nvSpPr>
          <p:cNvPr id="40" name="Rectangle: Rounded Corners 39">
            <a:extLst>
              <a:ext uri="{FF2B5EF4-FFF2-40B4-BE49-F238E27FC236}">
                <a16:creationId xmlns:a16="http://schemas.microsoft.com/office/drawing/2014/main" id="{44CB66AB-C711-42F1-8F9C-56C8FCCE2CEF}"/>
              </a:ext>
            </a:extLst>
          </p:cNvPr>
          <p:cNvSpPr/>
          <p:nvPr/>
        </p:nvSpPr>
        <p:spPr bwMode="gray">
          <a:xfrm>
            <a:off x="2865772" y="5150963"/>
            <a:ext cx="939988" cy="632902"/>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000" dirty="0"/>
              <a:t>Mine Name, </a:t>
            </a:r>
          </a:p>
          <a:p>
            <a:pPr algn="ctr"/>
            <a:r>
              <a:rPr lang="en-US" sz="1000" dirty="0"/>
              <a:t>% increase of Capex from base-case</a:t>
            </a:r>
          </a:p>
        </p:txBody>
      </p:sp>
      <p:sp>
        <p:nvSpPr>
          <p:cNvPr id="42" name="Rectangle 41">
            <a:extLst>
              <a:ext uri="{FF2B5EF4-FFF2-40B4-BE49-F238E27FC236}">
                <a16:creationId xmlns:a16="http://schemas.microsoft.com/office/drawing/2014/main" id="{2195FD89-7267-463C-9D84-D088F629B02F}"/>
              </a:ext>
            </a:extLst>
          </p:cNvPr>
          <p:cNvSpPr/>
          <p:nvPr/>
        </p:nvSpPr>
        <p:spPr bwMode="gray">
          <a:xfrm>
            <a:off x="1905889" y="4845635"/>
            <a:ext cx="783492" cy="172469"/>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200" b="1" dirty="0"/>
              <a:t>Legends</a:t>
            </a:r>
          </a:p>
        </p:txBody>
      </p:sp>
      <p:sp>
        <p:nvSpPr>
          <p:cNvPr id="43" name="Rectangle: Rounded Corners 42">
            <a:extLst>
              <a:ext uri="{FF2B5EF4-FFF2-40B4-BE49-F238E27FC236}">
                <a16:creationId xmlns:a16="http://schemas.microsoft.com/office/drawing/2014/main" id="{D7C5A55A-9BB3-424E-869B-063AFBB74934}"/>
              </a:ext>
            </a:extLst>
          </p:cNvPr>
          <p:cNvSpPr/>
          <p:nvPr/>
        </p:nvSpPr>
        <p:spPr bwMode="gray">
          <a:xfrm>
            <a:off x="4680934" y="5082121"/>
            <a:ext cx="6465287" cy="1216201"/>
          </a:xfrm>
          <a:prstGeom prst="roundRect">
            <a:avLst/>
          </a:prstGeom>
          <a:noFill/>
          <a:ln w="19050" algn="ctr">
            <a:solidFill>
              <a:schemeClr val="accent6"/>
            </a:solidFill>
            <a:miter lim="800000"/>
            <a:headEnd/>
            <a:tailEnd/>
          </a:ln>
        </p:spPr>
        <p:txBody>
          <a:bodyPr wrap="square" lIns="88900" tIns="88900" rIns="88900" bIns="88900" rtlCol="0" anchor="ctr"/>
          <a:lstStyle/>
          <a:p>
            <a:pPr>
              <a:lnSpc>
                <a:spcPct val="106000"/>
              </a:lnSpc>
            </a:pPr>
            <a:r>
              <a:rPr lang="en-US" sz="1200" b="1" dirty="0"/>
              <a:t>Note:</a:t>
            </a:r>
          </a:p>
          <a:p>
            <a:pPr marL="285750" indent="-285750">
              <a:lnSpc>
                <a:spcPct val="106000"/>
              </a:lnSpc>
              <a:buFont typeface="Arial" panose="020B0604020202020204" pitchFamily="34" charset="0"/>
              <a:buChar char="•"/>
            </a:pPr>
            <a:r>
              <a:rPr lang="en-US" sz="1200" dirty="0"/>
              <a:t>Per km increase of distance from sub-station results in increase of Capex by 0.13% compared to base case where sub-station is located at around 15 km from the plant</a:t>
            </a:r>
          </a:p>
          <a:p>
            <a:pPr marL="285750" indent="-285750">
              <a:lnSpc>
                <a:spcPct val="106000"/>
              </a:lnSpc>
              <a:buFont typeface="Arial" panose="020B0604020202020204" pitchFamily="34" charset="0"/>
              <a:buChar char="•"/>
            </a:pPr>
            <a:r>
              <a:rPr lang="en-US" sz="1200" dirty="0"/>
              <a:t>Larger sized plants are preferable as the BOS cost, especially the transmission evacuation infrastructure cost is distributed per MW basis and in case of smaller plants, the cost is redundant and the per MW capex increases</a:t>
            </a:r>
          </a:p>
        </p:txBody>
      </p:sp>
      <p:sp>
        <p:nvSpPr>
          <p:cNvPr id="29" name="Rectangle: Rounded Corners 28">
            <a:extLst>
              <a:ext uri="{FF2B5EF4-FFF2-40B4-BE49-F238E27FC236}">
                <a16:creationId xmlns:a16="http://schemas.microsoft.com/office/drawing/2014/main" id="{B8019488-A7DD-4C00-9774-3D730D28A227}"/>
              </a:ext>
            </a:extLst>
          </p:cNvPr>
          <p:cNvSpPr/>
          <p:nvPr/>
        </p:nvSpPr>
        <p:spPr bwMode="gray">
          <a:xfrm>
            <a:off x="3770812" y="2025681"/>
            <a:ext cx="1068497" cy="235705"/>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CSEB, 132/33kV SS</a:t>
            </a:r>
          </a:p>
        </p:txBody>
      </p:sp>
      <p:sp>
        <p:nvSpPr>
          <p:cNvPr id="31" name="Rectangle: Rounded Corners 30">
            <a:extLst>
              <a:ext uri="{FF2B5EF4-FFF2-40B4-BE49-F238E27FC236}">
                <a16:creationId xmlns:a16="http://schemas.microsoft.com/office/drawing/2014/main" id="{05FA1334-C92D-44C7-924B-13FDD985EE0A}"/>
              </a:ext>
            </a:extLst>
          </p:cNvPr>
          <p:cNvSpPr/>
          <p:nvPr/>
        </p:nvSpPr>
        <p:spPr bwMode="gray">
          <a:xfrm>
            <a:off x="2265595" y="3694009"/>
            <a:ext cx="1068497" cy="235705"/>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CSEB, 132/33kV SS</a:t>
            </a:r>
          </a:p>
        </p:txBody>
      </p:sp>
      <p:sp>
        <p:nvSpPr>
          <p:cNvPr id="32" name="Rectangle: Rounded Corners 31">
            <a:extLst>
              <a:ext uri="{FF2B5EF4-FFF2-40B4-BE49-F238E27FC236}">
                <a16:creationId xmlns:a16="http://schemas.microsoft.com/office/drawing/2014/main" id="{097B919D-334F-4F28-9298-E2FB268069ED}"/>
              </a:ext>
            </a:extLst>
          </p:cNvPr>
          <p:cNvSpPr/>
          <p:nvPr/>
        </p:nvSpPr>
        <p:spPr bwMode="gray">
          <a:xfrm>
            <a:off x="5043359" y="3759555"/>
            <a:ext cx="1068497" cy="235705"/>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CSEB, 132/33kV SS</a:t>
            </a:r>
          </a:p>
        </p:txBody>
      </p:sp>
    </p:spTree>
    <p:extLst>
      <p:ext uri="{BB962C8B-B14F-4D97-AF65-F5344CB8AC3E}">
        <p14:creationId xmlns:p14="http://schemas.microsoft.com/office/powerpoint/2010/main" val="1763012575"/>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02DD80E7-C21A-4ED9-9EEA-82206981569E}"/>
              </a:ext>
            </a:extLst>
          </p:cNvPr>
          <p:cNvSpPr/>
          <p:nvPr/>
        </p:nvSpPr>
        <p:spPr bwMode="gray">
          <a:xfrm>
            <a:off x="1904301" y="3641516"/>
            <a:ext cx="6434156" cy="334097"/>
          </a:xfrm>
          <a:prstGeom prst="rect">
            <a:avLst/>
          </a:prstGeom>
          <a:solidFill>
            <a:schemeClr val="accent6">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27" name="Rectangle 26">
            <a:extLst>
              <a:ext uri="{FF2B5EF4-FFF2-40B4-BE49-F238E27FC236}">
                <a16:creationId xmlns:a16="http://schemas.microsoft.com/office/drawing/2014/main" id="{7B854E4F-1526-4809-AEC7-8C708792D8EA}"/>
              </a:ext>
            </a:extLst>
          </p:cNvPr>
          <p:cNvSpPr/>
          <p:nvPr/>
        </p:nvSpPr>
        <p:spPr bwMode="gray">
          <a:xfrm>
            <a:off x="1904301" y="1586703"/>
            <a:ext cx="6434156" cy="2054811"/>
          </a:xfrm>
          <a:prstGeom prst="rect">
            <a:avLst/>
          </a:prstGeom>
          <a:solidFill>
            <a:schemeClr val="accent3">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graphicFrame>
        <p:nvGraphicFramePr>
          <p:cNvPr id="16" name="Chart 15">
            <a:extLst>
              <a:ext uri="{FF2B5EF4-FFF2-40B4-BE49-F238E27FC236}">
                <a16:creationId xmlns:a16="http://schemas.microsoft.com/office/drawing/2014/main" id="{3F07F515-F573-475F-82DE-E9EFDFB6D0FA}"/>
              </a:ext>
            </a:extLst>
          </p:cNvPr>
          <p:cNvGraphicFramePr>
            <a:graphicFrameLocks/>
          </p:cNvGraphicFramePr>
          <p:nvPr>
            <p:extLst>
              <p:ext uri="{D42A27DB-BD31-4B8C-83A1-F6EECF244321}">
                <p14:modId xmlns:p14="http://schemas.microsoft.com/office/powerpoint/2010/main" val="134978972"/>
              </p:ext>
            </p:extLst>
          </p:nvPr>
        </p:nvGraphicFramePr>
        <p:xfrm>
          <a:off x="1404133" y="1489019"/>
          <a:ext cx="9757928" cy="3195997"/>
        </p:xfrm>
        <a:graphic>
          <a:graphicData uri="http://schemas.openxmlformats.org/drawingml/2006/chart">
            <c:chart xmlns:c="http://schemas.openxmlformats.org/drawingml/2006/chart" xmlns:r="http://schemas.openxmlformats.org/officeDocument/2006/relationships" r:id="rId2"/>
          </a:graphicData>
        </a:graphic>
      </p:graphicFrame>
      <p:sp>
        <p:nvSpPr>
          <p:cNvPr id="6" name="Title 5"/>
          <p:cNvSpPr>
            <a:spLocks noGrp="1"/>
          </p:cNvSpPr>
          <p:nvPr>
            <p:ph type="title"/>
          </p:nvPr>
        </p:nvSpPr>
        <p:spPr>
          <a:xfrm>
            <a:off x="501650" y="134620"/>
            <a:ext cx="11188700" cy="334099"/>
          </a:xfrm>
          <a:noFill/>
        </p:spPr>
        <p:txBody>
          <a:bodyPr/>
          <a:lstStyle/>
          <a:p>
            <a:r>
              <a:rPr lang="en-US" sz="2800" b="1" dirty="0"/>
              <a:t>Land Parcels Preferability Assessment (2/2)</a:t>
            </a:r>
            <a:endParaRPr lang="en-GB" sz="2800" b="1" dirty="0"/>
          </a:p>
        </p:txBody>
      </p:sp>
      <p:sp>
        <p:nvSpPr>
          <p:cNvPr id="4" name="Rectangle 3"/>
          <p:cNvSpPr/>
          <p:nvPr/>
        </p:nvSpPr>
        <p:spPr>
          <a:xfrm>
            <a:off x="413785" y="627154"/>
            <a:ext cx="319189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a:ea typeface="+mn-ea"/>
                <a:cs typeface="+mn-cs"/>
              </a:rPr>
              <a:t>Land Parcels in Madhya Pradesh</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265D5849-C167-440C-96EB-F79FD2DD603E}"/>
              </a:ext>
            </a:extLst>
          </p:cNvPr>
          <p:cNvSpPr/>
          <p:nvPr/>
        </p:nvSpPr>
        <p:spPr bwMode="gray">
          <a:xfrm>
            <a:off x="501651" y="1138599"/>
            <a:ext cx="11188699" cy="5342131"/>
          </a:xfrm>
          <a:prstGeom prst="roundRect">
            <a:avLst>
              <a:gd name="adj" fmla="val 836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A5266804-7CCA-4521-9A93-4D0ED8E182B6}"/>
              </a:ext>
            </a:extLst>
          </p:cNvPr>
          <p:cNvSpPr/>
          <p:nvPr/>
        </p:nvSpPr>
        <p:spPr bwMode="gray">
          <a:xfrm>
            <a:off x="3173051" y="941374"/>
            <a:ext cx="6153422" cy="334099"/>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lang="en-US" sz="1600" b="1" dirty="0">
                <a:solidFill>
                  <a:prstClr val="white"/>
                </a:solidFill>
                <a:latin typeface="Calibri"/>
              </a:rPr>
              <a:t>Identification of preferred Land Parcels of SECL in Madhya Pradesh</a:t>
            </a: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 name="Straight Arrow Connector 11">
            <a:extLst>
              <a:ext uri="{FF2B5EF4-FFF2-40B4-BE49-F238E27FC236}">
                <a16:creationId xmlns:a16="http://schemas.microsoft.com/office/drawing/2014/main" id="{9A60D4C1-1CB2-4DC4-AEC0-56DB4B355A17}"/>
              </a:ext>
            </a:extLst>
          </p:cNvPr>
          <p:cNvCxnSpPr>
            <a:cxnSpLocks/>
          </p:cNvCxnSpPr>
          <p:nvPr/>
        </p:nvCxnSpPr>
        <p:spPr>
          <a:xfrm>
            <a:off x="1029939" y="1533148"/>
            <a:ext cx="1" cy="2916014"/>
          </a:xfrm>
          <a:prstGeom prst="straightConnector1">
            <a:avLst/>
          </a:prstGeom>
          <a:ln w="1905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Rectangle: Rounded Corners 10">
            <a:extLst>
              <a:ext uri="{FF2B5EF4-FFF2-40B4-BE49-F238E27FC236}">
                <a16:creationId xmlns:a16="http://schemas.microsoft.com/office/drawing/2014/main" id="{DA619636-155E-49B2-BADD-5D0187481056}"/>
              </a:ext>
            </a:extLst>
          </p:cNvPr>
          <p:cNvSpPr/>
          <p:nvPr/>
        </p:nvSpPr>
        <p:spPr bwMode="gray">
          <a:xfrm rot="16200000">
            <a:off x="218253" y="2872460"/>
            <a:ext cx="1572001" cy="237388"/>
          </a:xfrm>
          <a:prstGeom prst="roundRect">
            <a:avLst/>
          </a:prstGeom>
          <a:solidFill>
            <a:schemeClr val="bg1"/>
          </a:solidFill>
          <a:ln w="19050"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b="1" dirty="0"/>
              <a:t>Potential Size of the Plant (in MW)</a:t>
            </a:r>
          </a:p>
        </p:txBody>
      </p:sp>
      <p:cxnSp>
        <p:nvCxnSpPr>
          <p:cNvPr id="20" name="Straight Arrow Connector 19">
            <a:extLst>
              <a:ext uri="{FF2B5EF4-FFF2-40B4-BE49-F238E27FC236}">
                <a16:creationId xmlns:a16="http://schemas.microsoft.com/office/drawing/2014/main" id="{50311702-6FAB-4CCF-8B09-C0E1C458DD5B}"/>
              </a:ext>
            </a:extLst>
          </p:cNvPr>
          <p:cNvCxnSpPr>
            <a:cxnSpLocks/>
          </p:cNvCxnSpPr>
          <p:nvPr/>
        </p:nvCxnSpPr>
        <p:spPr>
          <a:xfrm flipH="1">
            <a:off x="1602769" y="4714754"/>
            <a:ext cx="9185097" cy="0"/>
          </a:xfrm>
          <a:prstGeom prst="straightConnector1">
            <a:avLst/>
          </a:prstGeom>
          <a:ln w="1905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Rectangle: Rounded Corners 20">
            <a:extLst>
              <a:ext uri="{FF2B5EF4-FFF2-40B4-BE49-F238E27FC236}">
                <a16:creationId xmlns:a16="http://schemas.microsoft.com/office/drawing/2014/main" id="{B1137A56-7DBD-4FB2-A5F4-A2EE6EFFCD76}"/>
              </a:ext>
            </a:extLst>
          </p:cNvPr>
          <p:cNvSpPr/>
          <p:nvPr/>
        </p:nvSpPr>
        <p:spPr bwMode="gray">
          <a:xfrm>
            <a:off x="4347103" y="4619700"/>
            <a:ext cx="3337967" cy="161248"/>
          </a:xfrm>
          <a:prstGeom prst="roundRect">
            <a:avLst/>
          </a:prstGeom>
          <a:solidFill>
            <a:schemeClr val="bg1"/>
          </a:solidFill>
          <a:ln w="19050"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b="1" dirty="0"/>
              <a:t>Approx. Distance from Sub-station (in km)</a:t>
            </a:r>
          </a:p>
        </p:txBody>
      </p:sp>
      <p:sp>
        <p:nvSpPr>
          <p:cNvPr id="23" name="Rectangle: Rounded Corners 22">
            <a:extLst>
              <a:ext uri="{FF2B5EF4-FFF2-40B4-BE49-F238E27FC236}">
                <a16:creationId xmlns:a16="http://schemas.microsoft.com/office/drawing/2014/main" id="{CFA2ECDB-B2F0-480B-B3D8-01288CBB972D}"/>
              </a:ext>
            </a:extLst>
          </p:cNvPr>
          <p:cNvSpPr/>
          <p:nvPr/>
        </p:nvSpPr>
        <p:spPr bwMode="gray">
          <a:xfrm>
            <a:off x="2916403" y="1780116"/>
            <a:ext cx="689281" cy="425037"/>
          </a:xfrm>
          <a:prstGeom prst="roundRect">
            <a:avLst/>
          </a:prstGeom>
          <a:solidFill>
            <a:srgbClr val="DA291C">
              <a:alpha val="39000"/>
            </a:srgbClr>
          </a:solid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Burhar</a:t>
            </a:r>
            <a:r>
              <a:rPr lang="en-US" sz="1200" dirty="0"/>
              <a:t>, -1.5%</a:t>
            </a:r>
          </a:p>
        </p:txBody>
      </p:sp>
      <p:sp>
        <p:nvSpPr>
          <p:cNvPr id="25" name="Rectangle: Rounded Corners 24">
            <a:extLst>
              <a:ext uri="{FF2B5EF4-FFF2-40B4-BE49-F238E27FC236}">
                <a16:creationId xmlns:a16="http://schemas.microsoft.com/office/drawing/2014/main" id="{AD3545E7-E00D-4DCD-89CB-49BD201A0481}"/>
              </a:ext>
            </a:extLst>
          </p:cNvPr>
          <p:cNvSpPr/>
          <p:nvPr/>
        </p:nvSpPr>
        <p:spPr bwMode="gray">
          <a:xfrm>
            <a:off x="5224130" y="2313208"/>
            <a:ext cx="871870" cy="527153"/>
          </a:xfrm>
          <a:prstGeom prst="roundRect">
            <a:avLst/>
          </a:prstGeom>
          <a:solidFill>
            <a:srgbClr val="DA291C">
              <a:alpha val="39000"/>
            </a:srgbClr>
          </a:solid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Dhanpuri</a:t>
            </a:r>
            <a:r>
              <a:rPr lang="en-US" sz="1200" dirty="0"/>
              <a:t> OCM, 0.1%</a:t>
            </a:r>
          </a:p>
        </p:txBody>
      </p:sp>
      <p:sp>
        <p:nvSpPr>
          <p:cNvPr id="26" name="Rectangle: Rounded Corners 25">
            <a:extLst>
              <a:ext uri="{FF2B5EF4-FFF2-40B4-BE49-F238E27FC236}">
                <a16:creationId xmlns:a16="http://schemas.microsoft.com/office/drawing/2014/main" id="{3C12CC9E-CD4A-46EF-8BF0-E82BD6C6F458}"/>
              </a:ext>
            </a:extLst>
          </p:cNvPr>
          <p:cNvSpPr/>
          <p:nvPr/>
        </p:nvSpPr>
        <p:spPr bwMode="gray">
          <a:xfrm>
            <a:off x="2393534" y="3445686"/>
            <a:ext cx="694723"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Kotma</a:t>
            </a:r>
            <a:r>
              <a:rPr lang="en-US" sz="1200" dirty="0"/>
              <a:t>, </a:t>
            </a:r>
          </a:p>
          <a:p>
            <a:pPr algn="ctr"/>
            <a:r>
              <a:rPr lang="en-US" sz="1200" dirty="0"/>
              <a:t>-1.6%</a:t>
            </a:r>
          </a:p>
        </p:txBody>
      </p:sp>
      <p:sp>
        <p:nvSpPr>
          <p:cNvPr id="18" name="Rectangle: Rounded Corners 17">
            <a:extLst>
              <a:ext uri="{FF2B5EF4-FFF2-40B4-BE49-F238E27FC236}">
                <a16:creationId xmlns:a16="http://schemas.microsoft.com/office/drawing/2014/main" id="{2651D0FD-3BEC-45AA-A44F-D0EEE574E946}"/>
              </a:ext>
            </a:extLst>
          </p:cNvPr>
          <p:cNvSpPr/>
          <p:nvPr/>
        </p:nvSpPr>
        <p:spPr bwMode="gray">
          <a:xfrm>
            <a:off x="7895530" y="2401589"/>
            <a:ext cx="684568" cy="426671"/>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Kurja</a:t>
            </a:r>
            <a:r>
              <a:rPr lang="en-US" sz="1200" dirty="0"/>
              <a:t>, 1.3%</a:t>
            </a:r>
          </a:p>
        </p:txBody>
      </p:sp>
      <p:sp>
        <p:nvSpPr>
          <p:cNvPr id="19" name="Rectangle: Rounded Corners 18">
            <a:extLst>
              <a:ext uri="{FF2B5EF4-FFF2-40B4-BE49-F238E27FC236}">
                <a16:creationId xmlns:a16="http://schemas.microsoft.com/office/drawing/2014/main" id="{D6A60F3B-C62D-457A-9F2D-17670524C8A7}"/>
              </a:ext>
            </a:extLst>
          </p:cNvPr>
          <p:cNvSpPr/>
          <p:nvPr/>
        </p:nvSpPr>
        <p:spPr bwMode="gray">
          <a:xfrm>
            <a:off x="6337641" y="2169384"/>
            <a:ext cx="788370"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Pinoura</a:t>
            </a:r>
            <a:r>
              <a:rPr lang="en-US" sz="1200" dirty="0"/>
              <a:t>, 0.5%</a:t>
            </a:r>
          </a:p>
        </p:txBody>
      </p:sp>
      <p:sp>
        <p:nvSpPr>
          <p:cNvPr id="22" name="Rectangle: Rounded Corners 21">
            <a:extLst>
              <a:ext uri="{FF2B5EF4-FFF2-40B4-BE49-F238E27FC236}">
                <a16:creationId xmlns:a16="http://schemas.microsoft.com/office/drawing/2014/main" id="{A0858974-5390-4201-9304-464FE25023D9}"/>
              </a:ext>
            </a:extLst>
          </p:cNvPr>
          <p:cNvSpPr/>
          <p:nvPr/>
        </p:nvSpPr>
        <p:spPr bwMode="gray">
          <a:xfrm>
            <a:off x="5217138" y="3249573"/>
            <a:ext cx="616103"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err="1"/>
              <a:t>Bijuri</a:t>
            </a:r>
            <a:r>
              <a:rPr lang="en-US" sz="1200" dirty="0"/>
              <a:t>, </a:t>
            </a:r>
          </a:p>
          <a:p>
            <a:pPr algn="ctr"/>
            <a:r>
              <a:rPr lang="en-US" sz="1200" dirty="0"/>
              <a:t>0%</a:t>
            </a:r>
          </a:p>
        </p:txBody>
      </p:sp>
      <p:cxnSp>
        <p:nvCxnSpPr>
          <p:cNvPr id="29" name="Straight Connector 28">
            <a:extLst>
              <a:ext uri="{FF2B5EF4-FFF2-40B4-BE49-F238E27FC236}">
                <a16:creationId xmlns:a16="http://schemas.microsoft.com/office/drawing/2014/main" id="{E31B115F-5510-47A5-88C8-4856E97AD242}"/>
              </a:ext>
            </a:extLst>
          </p:cNvPr>
          <p:cNvCxnSpPr>
            <a:cxnSpLocks/>
          </p:cNvCxnSpPr>
          <p:nvPr/>
        </p:nvCxnSpPr>
        <p:spPr>
          <a:xfrm>
            <a:off x="5698357" y="1620938"/>
            <a:ext cx="0" cy="2772806"/>
          </a:xfrm>
          <a:prstGeom prst="line">
            <a:avLst/>
          </a:prstGeom>
          <a:ln>
            <a:solidFill>
              <a:srgbClr val="DA291C"/>
            </a:solidFill>
            <a:prstDash val="dash"/>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26FE5556-D636-41F9-8148-B2F852447DAF}"/>
              </a:ext>
            </a:extLst>
          </p:cNvPr>
          <p:cNvSpPr/>
          <p:nvPr/>
        </p:nvSpPr>
        <p:spPr bwMode="gray">
          <a:xfrm>
            <a:off x="4760040" y="1386267"/>
            <a:ext cx="1876633" cy="212519"/>
          </a:xfrm>
          <a:prstGeom prst="roundRect">
            <a:avLst/>
          </a:prstGeom>
          <a:noFill/>
          <a:ln w="19050" algn="ctr">
            <a:solidFill>
              <a:srgbClr val="DA291C"/>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200" dirty="0"/>
              <a:t>Standard Distance of Grid</a:t>
            </a:r>
          </a:p>
        </p:txBody>
      </p:sp>
      <p:sp>
        <p:nvSpPr>
          <p:cNvPr id="31" name="Rectangle 30">
            <a:extLst>
              <a:ext uri="{FF2B5EF4-FFF2-40B4-BE49-F238E27FC236}">
                <a16:creationId xmlns:a16="http://schemas.microsoft.com/office/drawing/2014/main" id="{87647DC7-66A9-4728-B1AB-A4C65E7F2D6E}"/>
              </a:ext>
            </a:extLst>
          </p:cNvPr>
          <p:cNvSpPr/>
          <p:nvPr/>
        </p:nvSpPr>
        <p:spPr bwMode="gray">
          <a:xfrm>
            <a:off x="675655" y="4846264"/>
            <a:ext cx="3919994" cy="823678"/>
          </a:xfrm>
          <a:prstGeom prst="rect">
            <a:avLst/>
          </a:prstGeom>
          <a:noFill/>
          <a:ln w="19050" algn="ctr">
            <a:solidFill>
              <a:schemeClr val="accent6"/>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600" b="1" dirty="0">
              <a:solidFill>
                <a:schemeClr val="bg1"/>
              </a:solidFill>
            </a:endParaRPr>
          </a:p>
        </p:txBody>
      </p:sp>
      <p:sp>
        <p:nvSpPr>
          <p:cNvPr id="32" name="Rectangle 31">
            <a:extLst>
              <a:ext uri="{FF2B5EF4-FFF2-40B4-BE49-F238E27FC236}">
                <a16:creationId xmlns:a16="http://schemas.microsoft.com/office/drawing/2014/main" id="{FAFDD5AC-F017-41EB-B5A1-5D76DE14AA67}"/>
              </a:ext>
            </a:extLst>
          </p:cNvPr>
          <p:cNvSpPr/>
          <p:nvPr/>
        </p:nvSpPr>
        <p:spPr bwMode="gray">
          <a:xfrm>
            <a:off x="729480" y="5038733"/>
            <a:ext cx="861841" cy="172469"/>
          </a:xfrm>
          <a:prstGeom prst="rect">
            <a:avLst/>
          </a:prstGeom>
          <a:solidFill>
            <a:schemeClr val="accent3">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Tier 1 Land</a:t>
            </a:r>
          </a:p>
        </p:txBody>
      </p:sp>
      <p:sp>
        <p:nvSpPr>
          <p:cNvPr id="33" name="Rectangle 32">
            <a:extLst>
              <a:ext uri="{FF2B5EF4-FFF2-40B4-BE49-F238E27FC236}">
                <a16:creationId xmlns:a16="http://schemas.microsoft.com/office/drawing/2014/main" id="{3DC5564B-B53E-418E-9945-EDDF20E232B2}"/>
              </a:ext>
            </a:extLst>
          </p:cNvPr>
          <p:cNvSpPr/>
          <p:nvPr/>
        </p:nvSpPr>
        <p:spPr bwMode="gray">
          <a:xfrm>
            <a:off x="649872" y="5283401"/>
            <a:ext cx="1042828" cy="172469"/>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Suitable for &gt;50 MW capacity</a:t>
            </a:r>
          </a:p>
        </p:txBody>
      </p:sp>
      <p:sp>
        <p:nvSpPr>
          <p:cNvPr id="34" name="Rectangle 33">
            <a:extLst>
              <a:ext uri="{FF2B5EF4-FFF2-40B4-BE49-F238E27FC236}">
                <a16:creationId xmlns:a16="http://schemas.microsoft.com/office/drawing/2014/main" id="{4597BF04-5AD7-4C86-BDD6-4BAED6BF4ED0}"/>
              </a:ext>
            </a:extLst>
          </p:cNvPr>
          <p:cNvSpPr/>
          <p:nvPr/>
        </p:nvSpPr>
        <p:spPr bwMode="gray">
          <a:xfrm>
            <a:off x="1723609" y="5042104"/>
            <a:ext cx="861841" cy="172470"/>
          </a:xfrm>
          <a:prstGeom prst="rect">
            <a:avLst/>
          </a:prstGeom>
          <a:solidFill>
            <a:schemeClr val="accent6">
              <a:alpha val="1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Tier 2 Land</a:t>
            </a:r>
          </a:p>
        </p:txBody>
      </p:sp>
      <p:sp>
        <p:nvSpPr>
          <p:cNvPr id="35" name="Rectangle 34">
            <a:extLst>
              <a:ext uri="{FF2B5EF4-FFF2-40B4-BE49-F238E27FC236}">
                <a16:creationId xmlns:a16="http://schemas.microsoft.com/office/drawing/2014/main" id="{1111FBBD-47C8-4F50-B860-CE7709FB1E57}"/>
              </a:ext>
            </a:extLst>
          </p:cNvPr>
          <p:cNvSpPr/>
          <p:nvPr/>
        </p:nvSpPr>
        <p:spPr bwMode="gray">
          <a:xfrm>
            <a:off x="1581686" y="5290145"/>
            <a:ext cx="1042828" cy="172469"/>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dirty="0"/>
              <a:t>Suitable for 20-50 MW capacity</a:t>
            </a:r>
          </a:p>
        </p:txBody>
      </p:sp>
      <p:sp>
        <p:nvSpPr>
          <p:cNvPr id="36" name="Rectangle: Rounded Corners 35">
            <a:extLst>
              <a:ext uri="{FF2B5EF4-FFF2-40B4-BE49-F238E27FC236}">
                <a16:creationId xmlns:a16="http://schemas.microsoft.com/office/drawing/2014/main" id="{DB6327D6-7D13-43F3-8582-86F4E1B3E6C2}"/>
              </a:ext>
            </a:extLst>
          </p:cNvPr>
          <p:cNvSpPr/>
          <p:nvPr/>
        </p:nvSpPr>
        <p:spPr bwMode="gray">
          <a:xfrm>
            <a:off x="2658301" y="5085648"/>
            <a:ext cx="874041" cy="425037"/>
          </a:xfrm>
          <a:prstGeom prst="roundRect">
            <a:avLst/>
          </a:prstGeom>
          <a:no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000" dirty="0"/>
              <a:t>Mine Name, </a:t>
            </a:r>
          </a:p>
          <a:p>
            <a:pPr algn="ctr"/>
            <a:r>
              <a:rPr lang="en-US" sz="1000" dirty="0"/>
              <a:t>% increase of Capex</a:t>
            </a:r>
          </a:p>
        </p:txBody>
      </p:sp>
      <p:sp>
        <p:nvSpPr>
          <p:cNvPr id="37" name="Rectangle 36">
            <a:extLst>
              <a:ext uri="{FF2B5EF4-FFF2-40B4-BE49-F238E27FC236}">
                <a16:creationId xmlns:a16="http://schemas.microsoft.com/office/drawing/2014/main" id="{FCA01DF6-1EE2-43AA-B3A8-5B6D753C88B3}"/>
              </a:ext>
            </a:extLst>
          </p:cNvPr>
          <p:cNvSpPr/>
          <p:nvPr/>
        </p:nvSpPr>
        <p:spPr bwMode="gray">
          <a:xfrm>
            <a:off x="2254234" y="4856520"/>
            <a:ext cx="783492" cy="172469"/>
          </a:xfrm>
          <a:prstGeom prst="rect">
            <a:avLst/>
          </a:prstGeom>
          <a:no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000" b="1" dirty="0"/>
              <a:t>Legends</a:t>
            </a:r>
          </a:p>
        </p:txBody>
      </p:sp>
      <p:sp>
        <p:nvSpPr>
          <p:cNvPr id="38" name="Rectangle: Rounded Corners 37">
            <a:extLst>
              <a:ext uri="{FF2B5EF4-FFF2-40B4-BE49-F238E27FC236}">
                <a16:creationId xmlns:a16="http://schemas.microsoft.com/office/drawing/2014/main" id="{6747006A-9F68-4AAA-AAD6-FA19E97C9C04}"/>
              </a:ext>
            </a:extLst>
          </p:cNvPr>
          <p:cNvSpPr/>
          <p:nvPr/>
        </p:nvSpPr>
        <p:spPr bwMode="gray">
          <a:xfrm>
            <a:off x="4680934" y="5082121"/>
            <a:ext cx="6465287" cy="1216201"/>
          </a:xfrm>
          <a:prstGeom prst="roundRect">
            <a:avLst/>
          </a:prstGeom>
          <a:noFill/>
          <a:ln w="19050" algn="ctr">
            <a:solidFill>
              <a:schemeClr val="accent6"/>
            </a:solidFill>
            <a:miter lim="800000"/>
            <a:headEnd/>
            <a:tailEnd/>
          </a:ln>
        </p:spPr>
        <p:txBody>
          <a:bodyPr wrap="square" lIns="88900" tIns="88900" rIns="88900" bIns="88900" rtlCol="0" anchor="ctr"/>
          <a:lstStyle/>
          <a:p>
            <a:pPr>
              <a:lnSpc>
                <a:spcPct val="106000"/>
              </a:lnSpc>
            </a:pPr>
            <a:r>
              <a:rPr lang="en-US" sz="1200" b="1" dirty="0"/>
              <a:t>Note:</a:t>
            </a:r>
          </a:p>
          <a:p>
            <a:pPr marL="285750" indent="-285750">
              <a:lnSpc>
                <a:spcPct val="106000"/>
              </a:lnSpc>
              <a:buFont typeface="Arial" panose="020B0604020202020204" pitchFamily="34" charset="0"/>
              <a:buChar char="•"/>
            </a:pPr>
            <a:r>
              <a:rPr lang="en-US" sz="1200" dirty="0"/>
              <a:t>Per km increase of distance from sub-station results in increase of Capex by 0.13% compared to base case where sub-station is located at around 15 km from the plant</a:t>
            </a:r>
          </a:p>
          <a:p>
            <a:pPr marL="285750" indent="-285750">
              <a:lnSpc>
                <a:spcPct val="106000"/>
              </a:lnSpc>
              <a:buFont typeface="Arial" panose="020B0604020202020204" pitchFamily="34" charset="0"/>
              <a:buChar char="•"/>
            </a:pPr>
            <a:r>
              <a:rPr lang="en-US" sz="1200" dirty="0"/>
              <a:t>Larger sized plants are preferable as the BOS cost, especially the transmission evacuation infrastructure cost is distributed per MW basis and in case of smaller plants, the cost is redundant and the per MW capex increases</a:t>
            </a:r>
          </a:p>
        </p:txBody>
      </p:sp>
      <p:sp>
        <p:nvSpPr>
          <p:cNvPr id="39" name="Rectangle: Rounded Corners 38">
            <a:extLst>
              <a:ext uri="{FF2B5EF4-FFF2-40B4-BE49-F238E27FC236}">
                <a16:creationId xmlns:a16="http://schemas.microsoft.com/office/drawing/2014/main" id="{8CE639F7-27A9-48CC-9F37-638C0C8D2DF5}"/>
              </a:ext>
            </a:extLst>
          </p:cNvPr>
          <p:cNvSpPr/>
          <p:nvPr/>
        </p:nvSpPr>
        <p:spPr bwMode="gray">
          <a:xfrm>
            <a:off x="4928719" y="3870723"/>
            <a:ext cx="1192939"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MPPTCL, 132/33kV </a:t>
            </a:r>
            <a:r>
              <a:rPr lang="en-US" sz="900" dirty="0" err="1"/>
              <a:t>Kotma</a:t>
            </a:r>
            <a:r>
              <a:rPr lang="en-US" sz="900" dirty="0"/>
              <a:t> SS</a:t>
            </a:r>
          </a:p>
        </p:txBody>
      </p:sp>
      <p:sp>
        <p:nvSpPr>
          <p:cNvPr id="40" name="Rectangle: Rounded Corners 39">
            <a:extLst>
              <a:ext uri="{FF2B5EF4-FFF2-40B4-BE49-F238E27FC236}">
                <a16:creationId xmlns:a16="http://schemas.microsoft.com/office/drawing/2014/main" id="{65B2F63A-9704-4163-86E2-B1F622EE20EE}"/>
              </a:ext>
            </a:extLst>
          </p:cNvPr>
          <p:cNvSpPr/>
          <p:nvPr/>
        </p:nvSpPr>
        <p:spPr bwMode="gray">
          <a:xfrm>
            <a:off x="7669164" y="2986524"/>
            <a:ext cx="1192939"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MPPTCL, 132/33kV </a:t>
            </a:r>
            <a:r>
              <a:rPr lang="en-US" sz="900" dirty="0" err="1"/>
              <a:t>Kotma</a:t>
            </a:r>
            <a:r>
              <a:rPr lang="en-US" sz="900" dirty="0"/>
              <a:t> SS</a:t>
            </a:r>
          </a:p>
        </p:txBody>
      </p:sp>
      <p:sp>
        <p:nvSpPr>
          <p:cNvPr id="41" name="Rectangle: Rounded Corners 40">
            <a:extLst>
              <a:ext uri="{FF2B5EF4-FFF2-40B4-BE49-F238E27FC236}">
                <a16:creationId xmlns:a16="http://schemas.microsoft.com/office/drawing/2014/main" id="{8210DE6D-71C7-466A-9AD5-9A951EDCD5D1}"/>
              </a:ext>
            </a:extLst>
          </p:cNvPr>
          <p:cNvSpPr/>
          <p:nvPr/>
        </p:nvSpPr>
        <p:spPr bwMode="gray">
          <a:xfrm>
            <a:off x="2151214" y="3898752"/>
            <a:ext cx="1192939"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MPPTCL, 132/33kV </a:t>
            </a:r>
            <a:r>
              <a:rPr lang="en-US" sz="900" dirty="0" err="1"/>
              <a:t>Kotma</a:t>
            </a:r>
            <a:r>
              <a:rPr lang="en-US" sz="900" dirty="0"/>
              <a:t> SS</a:t>
            </a:r>
          </a:p>
        </p:txBody>
      </p:sp>
      <p:sp>
        <p:nvSpPr>
          <p:cNvPr id="42" name="Rectangle: Rounded Corners 41">
            <a:extLst>
              <a:ext uri="{FF2B5EF4-FFF2-40B4-BE49-F238E27FC236}">
                <a16:creationId xmlns:a16="http://schemas.microsoft.com/office/drawing/2014/main" id="{11D152E6-2B75-4405-9092-B3EDEB3D3DAA}"/>
              </a:ext>
            </a:extLst>
          </p:cNvPr>
          <p:cNvSpPr/>
          <p:nvPr/>
        </p:nvSpPr>
        <p:spPr bwMode="gray">
          <a:xfrm>
            <a:off x="6198538" y="2759729"/>
            <a:ext cx="1192939"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MPPTCL, 132/33kV </a:t>
            </a:r>
            <a:r>
              <a:rPr lang="en-US" sz="900" dirty="0" err="1"/>
              <a:t>Manthar</a:t>
            </a:r>
            <a:r>
              <a:rPr lang="en-US" sz="900" dirty="0"/>
              <a:t> SS</a:t>
            </a:r>
          </a:p>
        </p:txBody>
      </p:sp>
      <p:sp>
        <p:nvSpPr>
          <p:cNvPr id="43" name="Rectangle: Rounded Corners 42">
            <a:extLst>
              <a:ext uri="{FF2B5EF4-FFF2-40B4-BE49-F238E27FC236}">
                <a16:creationId xmlns:a16="http://schemas.microsoft.com/office/drawing/2014/main" id="{77EAD9CF-9110-4B8D-92D8-BAC00E7FBF46}"/>
              </a:ext>
            </a:extLst>
          </p:cNvPr>
          <p:cNvSpPr/>
          <p:nvPr/>
        </p:nvSpPr>
        <p:spPr bwMode="gray">
          <a:xfrm>
            <a:off x="4806073" y="2867048"/>
            <a:ext cx="985900"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MPPKVVP, 33/11 </a:t>
            </a:r>
            <a:r>
              <a:rPr lang="en-US" sz="900" dirty="0" err="1"/>
              <a:t>Burhar</a:t>
            </a:r>
            <a:r>
              <a:rPr lang="en-US" sz="900" dirty="0"/>
              <a:t> SS</a:t>
            </a:r>
          </a:p>
        </p:txBody>
      </p:sp>
      <p:sp>
        <p:nvSpPr>
          <p:cNvPr id="44" name="Rectangle: Rounded Corners 43">
            <a:extLst>
              <a:ext uri="{FF2B5EF4-FFF2-40B4-BE49-F238E27FC236}">
                <a16:creationId xmlns:a16="http://schemas.microsoft.com/office/drawing/2014/main" id="{4775E9C1-C6C5-443B-8808-45FAD6709B46}"/>
              </a:ext>
            </a:extLst>
          </p:cNvPr>
          <p:cNvSpPr/>
          <p:nvPr/>
        </p:nvSpPr>
        <p:spPr bwMode="gray">
          <a:xfrm>
            <a:off x="2679908" y="2240245"/>
            <a:ext cx="1192939" cy="273484"/>
          </a:xfrm>
          <a:prstGeom prst="roundRect">
            <a:avLst/>
          </a:prstGeom>
          <a:noFill/>
          <a:ln w="3175" algn="ctr">
            <a:no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900" dirty="0"/>
              <a:t>MPPKVVS, 33/11 </a:t>
            </a:r>
            <a:r>
              <a:rPr lang="en-US" sz="900" dirty="0" err="1"/>
              <a:t>Chachai</a:t>
            </a:r>
            <a:r>
              <a:rPr lang="en-US" sz="900" dirty="0"/>
              <a:t> SS</a:t>
            </a:r>
          </a:p>
        </p:txBody>
      </p:sp>
      <p:sp>
        <p:nvSpPr>
          <p:cNvPr id="45" name="Rectangle: Rounded Corners 44">
            <a:extLst>
              <a:ext uri="{FF2B5EF4-FFF2-40B4-BE49-F238E27FC236}">
                <a16:creationId xmlns:a16="http://schemas.microsoft.com/office/drawing/2014/main" id="{C988CE7C-F9E2-4851-9BB2-B40D6B20FF1D}"/>
              </a:ext>
            </a:extLst>
          </p:cNvPr>
          <p:cNvSpPr/>
          <p:nvPr/>
        </p:nvSpPr>
        <p:spPr bwMode="gray">
          <a:xfrm>
            <a:off x="3628882" y="5093163"/>
            <a:ext cx="874041" cy="425037"/>
          </a:xfrm>
          <a:prstGeom prst="roundRect">
            <a:avLst/>
          </a:prstGeom>
          <a:solidFill>
            <a:srgbClr val="DA291C">
              <a:alpha val="39000"/>
            </a:srgbClr>
          </a:solidFill>
          <a:ln w="3175" algn="ctr">
            <a:solidFill>
              <a:schemeClr val="tx1"/>
            </a:solidFill>
            <a:miter lim="800000"/>
            <a:headEnd/>
            <a:tailEnd/>
          </a:ln>
        </p:spPr>
        <p:txBody>
          <a:bodyPr wrap="square" lIns="88900" tIns="88900" rIns="88900" bIns="88900"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000" dirty="0"/>
              <a:t>Mine Name, </a:t>
            </a:r>
          </a:p>
          <a:p>
            <a:pPr algn="ctr"/>
            <a:r>
              <a:rPr lang="en-US" sz="1000" dirty="0"/>
              <a:t>% increase of Capex*</a:t>
            </a:r>
          </a:p>
        </p:txBody>
      </p:sp>
      <p:sp>
        <p:nvSpPr>
          <p:cNvPr id="46" name="Rectangle 45">
            <a:extLst>
              <a:ext uri="{FF2B5EF4-FFF2-40B4-BE49-F238E27FC236}">
                <a16:creationId xmlns:a16="http://schemas.microsoft.com/office/drawing/2014/main" id="{258508DE-2749-4CD7-A2BE-B693EEBA0435}"/>
              </a:ext>
            </a:extLst>
          </p:cNvPr>
          <p:cNvSpPr/>
          <p:nvPr/>
        </p:nvSpPr>
        <p:spPr bwMode="gray">
          <a:xfrm>
            <a:off x="724086" y="5699888"/>
            <a:ext cx="3838903" cy="767345"/>
          </a:xfrm>
          <a:prstGeom prst="rect">
            <a:avLst/>
          </a:prstGeom>
          <a:noFill/>
          <a:ln w="19050" algn="ctr">
            <a:noFill/>
            <a:miter lim="800000"/>
            <a:headEnd/>
            <a:tailEnd/>
          </a:ln>
        </p:spPr>
        <p:txBody>
          <a:bodyPr wrap="square" lIns="88900" tIns="88900" rIns="88900" bIns="88900" rtlCol="0" anchor="ctr"/>
          <a:lstStyle/>
          <a:p>
            <a:pPr algn="just">
              <a:lnSpc>
                <a:spcPct val="106000"/>
              </a:lnSpc>
              <a:buFont typeface="Wingdings 2" pitchFamily="18" charset="2"/>
              <a:buNone/>
            </a:pPr>
            <a:r>
              <a:rPr lang="en-US" sz="1000" dirty="0"/>
              <a:t>*Mines where nearby sub-stations are less than 132 kV, as capacity above 15MW should be connected to 132 kV SS, as per regulations and these mines have at least 30 MW capacity lands available. Therefore, nearby Sub-stations of higher voltage should be checked with STU/ Discoms</a:t>
            </a:r>
          </a:p>
        </p:txBody>
      </p:sp>
    </p:spTree>
    <p:extLst>
      <p:ext uri="{BB962C8B-B14F-4D97-AF65-F5344CB8AC3E}">
        <p14:creationId xmlns:p14="http://schemas.microsoft.com/office/powerpoint/2010/main" val="2524130390"/>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3D33C9C3-3EE0-437E-A98F-A5A9E4F16FF7}"/>
              </a:ext>
            </a:extLst>
          </p:cNvPr>
          <p:cNvCxnSpPr/>
          <p:nvPr/>
        </p:nvCxnSpPr>
        <p:spPr>
          <a:xfrm>
            <a:off x="501649" y="761996"/>
            <a:ext cx="111887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6" name="Title 5"/>
          <p:cNvSpPr>
            <a:spLocks noGrp="1"/>
          </p:cNvSpPr>
          <p:nvPr>
            <p:ph type="title"/>
          </p:nvPr>
        </p:nvSpPr>
        <p:spPr>
          <a:xfrm>
            <a:off x="501650" y="134620"/>
            <a:ext cx="11188700" cy="334099"/>
          </a:xfrm>
          <a:noFill/>
        </p:spPr>
        <p:txBody>
          <a:bodyPr/>
          <a:lstStyle/>
          <a:p>
            <a:r>
              <a:rPr lang="en-US" sz="2800" b="1" dirty="0"/>
              <a:t>Assessment of Land Requirement vis-à-vis Land Availability (1/2)</a:t>
            </a:r>
            <a:endParaRPr lang="en-GB" sz="2800" b="1" dirty="0"/>
          </a:p>
        </p:txBody>
      </p:sp>
      <p:graphicFrame>
        <p:nvGraphicFramePr>
          <p:cNvPr id="3" name="Table 4">
            <a:extLst>
              <a:ext uri="{FF2B5EF4-FFF2-40B4-BE49-F238E27FC236}">
                <a16:creationId xmlns:a16="http://schemas.microsoft.com/office/drawing/2014/main" id="{B6266E8F-A3ED-4679-B23E-932CD041796E}"/>
              </a:ext>
            </a:extLst>
          </p:cNvPr>
          <p:cNvGraphicFramePr>
            <a:graphicFrameLocks noGrp="1"/>
          </p:cNvGraphicFramePr>
          <p:nvPr>
            <p:extLst>
              <p:ext uri="{D42A27DB-BD31-4B8C-83A1-F6EECF244321}">
                <p14:modId xmlns:p14="http://schemas.microsoft.com/office/powerpoint/2010/main" val="2152643748"/>
              </p:ext>
            </p:extLst>
          </p:nvPr>
        </p:nvGraphicFramePr>
        <p:xfrm>
          <a:off x="501649" y="921650"/>
          <a:ext cx="11188700" cy="1322605"/>
        </p:xfrm>
        <a:graphic>
          <a:graphicData uri="http://schemas.openxmlformats.org/drawingml/2006/table">
            <a:tbl>
              <a:tblPr firstRow="1">
                <a:tableStyleId>{93296810-A885-4BE3-A3E7-6D5BEEA58F35}</a:tableStyleId>
              </a:tblPr>
              <a:tblGrid>
                <a:gridCol w="3057980">
                  <a:extLst>
                    <a:ext uri="{9D8B030D-6E8A-4147-A177-3AD203B41FA5}">
                      <a16:colId xmlns:a16="http://schemas.microsoft.com/office/drawing/2014/main" val="3572580996"/>
                    </a:ext>
                  </a:extLst>
                </a:gridCol>
                <a:gridCol w="4419600">
                  <a:extLst>
                    <a:ext uri="{9D8B030D-6E8A-4147-A177-3AD203B41FA5}">
                      <a16:colId xmlns:a16="http://schemas.microsoft.com/office/drawing/2014/main" val="1568853517"/>
                    </a:ext>
                  </a:extLst>
                </a:gridCol>
                <a:gridCol w="1469571">
                  <a:extLst>
                    <a:ext uri="{9D8B030D-6E8A-4147-A177-3AD203B41FA5}">
                      <a16:colId xmlns:a16="http://schemas.microsoft.com/office/drawing/2014/main" val="226928507"/>
                    </a:ext>
                  </a:extLst>
                </a:gridCol>
                <a:gridCol w="2241549">
                  <a:extLst>
                    <a:ext uri="{9D8B030D-6E8A-4147-A177-3AD203B41FA5}">
                      <a16:colId xmlns:a16="http://schemas.microsoft.com/office/drawing/2014/main" val="272864664"/>
                    </a:ext>
                  </a:extLst>
                </a:gridCol>
              </a:tblGrid>
              <a:tr h="217447">
                <a:tc>
                  <a:txBody>
                    <a:bodyPr/>
                    <a:lstStyle/>
                    <a:p>
                      <a:r>
                        <a:rPr lang="en-US" sz="1400" dirty="0"/>
                        <a:t>Mode</a:t>
                      </a:r>
                    </a:p>
                  </a:txBody>
                  <a:tcPr marT="18000" marB="18000" anchor="ctr"/>
                </a:tc>
                <a:tc>
                  <a:txBody>
                    <a:bodyPr/>
                    <a:lstStyle/>
                    <a:p>
                      <a:r>
                        <a:rPr lang="en-US" sz="1400" dirty="0"/>
                        <a:t>Particulars</a:t>
                      </a:r>
                    </a:p>
                  </a:txBody>
                  <a:tcPr marT="18000" marB="18000" anchor="ctr"/>
                </a:tc>
                <a:tc>
                  <a:txBody>
                    <a:bodyPr/>
                    <a:lstStyle/>
                    <a:p>
                      <a:pPr algn="ctr"/>
                      <a:r>
                        <a:rPr lang="en-US" sz="1400" dirty="0"/>
                        <a:t>Capacity (MW)</a:t>
                      </a:r>
                    </a:p>
                  </a:txBody>
                  <a:tcPr marT="18000" marB="18000" anchor="ctr"/>
                </a:tc>
                <a:tc>
                  <a:txBody>
                    <a:bodyPr/>
                    <a:lstStyle/>
                    <a:p>
                      <a:pPr algn="ctr"/>
                      <a:r>
                        <a:rPr lang="en-US" sz="1400" dirty="0"/>
                        <a:t>Land required (acres)</a:t>
                      </a:r>
                    </a:p>
                  </a:txBody>
                  <a:tcPr marT="18000" marB="18000" anchor="ctr"/>
                </a:tc>
                <a:extLst>
                  <a:ext uri="{0D108BD9-81ED-4DB2-BD59-A6C34878D82A}">
                    <a16:rowId xmlns:a16="http://schemas.microsoft.com/office/drawing/2014/main" val="3880400153"/>
                  </a:ext>
                </a:extLst>
              </a:tr>
              <a:tr h="217447">
                <a:tc rowSpan="2">
                  <a:txBody>
                    <a:bodyPr/>
                    <a:lstStyle/>
                    <a:p>
                      <a:r>
                        <a:rPr lang="en-US" sz="1400" dirty="0"/>
                        <a:t>Self-Consumption: Capex mode (i.e., Captive) – CG-own MP-own</a:t>
                      </a:r>
                    </a:p>
                  </a:txBody>
                  <a:tcPr marT="18000" marB="18000" anchor="ctr"/>
                </a:tc>
                <a:tc>
                  <a:txBody>
                    <a:bodyPr/>
                    <a:lstStyle/>
                    <a:p>
                      <a:r>
                        <a:rPr lang="en-US" sz="1400" dirty="0"/>
                        <a:t>Solar installed capacity required in Chhattisgarh</a:t>
                      </a:r>
                    </a:p>
                  </a:txBody>
                  <a:tcPr marT="18000" marB="18000" anchor="ctr"/>
                </a:tc>
                <a:tc>
                  <a:txBody>
                    <a:bodyPr/>
                    <a:lstStyle/>
                    <a:p>
                      <a:pPr algn="ctr"/>
                      <a:r>
                        <a:rPr lang="en-US" sz="1400" dirty="0"/>
                        <a:t>210</a:t>
                      </a:r>
                    </a:p>
                  </a:txBody>
                  <a:tcPr marT="18000" marB="18000" anchor="ctr"/>
                </a:tc>
                <a:tc>
                  <a:txBody>
                    <a:bodyPr/>
                    <a:lstStyle/>
                    <a:p>
                      <a:pPr algn="ctr"/>
                      <a:r>
                        <a:rPr lang="en-US" sz="1400" b="0" dirty="0"/>
                        <a:t>841.85</a:t>
                      </a:r>
                    </a:p>
                  </a:txBody>
                  <a:tcPr marT="18000" marB="18000" anchor="ctr">
                    <a:solidFill>
                      <a:schemeClr val="accent5">
                        <a:lumMod val="20000"/>
                        <a:lumOff val="80000"/>
                      </a:schemeClr>
                    </a:solidFill>
                  </a:tcPr>
                </a:tc>
                <a:extLst>
                  <a:ext uri="{0D108BD9-81ED-4DB2-BD59-A6C34878D82A}">
                    <a16:rowId xmlns:a16="http://schemas.microsoft.com/office/drawing/2014/main" val="3175294567"/>
                  </a:ext>
                </a:extLst>
              </a:tr>
              <a:tr h="325165">
                <a:tc vMerge="1">
                  <a:txBody>
                    <a:bodyPr/>
                    <a:lstStyle/>
                    <a:p>
                      <a:endParaRPr lang="en-US" sz="14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Solar installed capacity required in MP</a:t>
                      </a:r>
                    </a:p>
                  </a:txBody>
                  <a:tcPr marT="18000" marB="18000" anchor="ctr"/>
                </a:tc>
                <a:tc>
                  <a:txBody>
                    <a:bodyPr/>
                    <a:lstStyle/>
                    <a:p>
                      <a:pPr algn="ctr"/>
                      <a:r>
                        <a:rPr lang="en-US" sz="1400" dirty="0"/>
                        <a:t>85</a:t>
                      </a:r>
                    </a:p>
                  </a:txBody>
                  <a:tcPr marT="18000" marB="18000" anchor="ctr"/>
                </a:tc>
                <a:tc>
                  <a:txBody>
                    <a:bodyPr/>
                    <a:lstStyle/>
                    <a:p>
                      <a:pPr algn="ctr"/>
                      <a:r>
                        <a:rPr lang="en-US" sz="1400" b="0" dirty="0"/>
                        <a:t>339.52</a:t>
                      </a:r>
                    </a:p>
                  </a:txBody>
                  <a:tcPr marT="18000" marB="18000" anchor="ctr">
                    <a:solidFill>
                      <a:schemeClr val="accent5">
                        <a:lumMod val="20000"/>
                        <a:lumOff val="80000"/>
                      </a:schemeClr>
                    </a:solidFill>
                  </a:tcPr>
                </a:tc>
                <a:extLst>
                  <a:ext uri="{0D108BD9-81ED-4DB2-BD59-A6C34878D82A}">
                    <a16:rowId xmlns:a16="http://schemas.microsoft.com/office/drawing/2014/main" val="1207401061"/>
                  </a:ext>
                </a:extLst>
              </a:tr>
              <a:tr h="217447">
                <a:tc>
                  <a:txBody>
                    <a:bodyPr/>
                    <a:lstStyle/>
                    <a:p>
                      <a:r>
                        <a:rPr lang="en-US" sz="1400" dirty="0"/>
                        <a:t>Surplus Sale</a:t>
                      </a:r>
                    </a:p>
                  </a:txBody>
                  <a:tcPr marT="18000" marB="18000" anchor="ctr"/>
                </a:tc>
                <a:tc>
                  <a:txBody>
                    <a:bodyPr/>
                    <a:lstStyle/>
                    <a:p>
                      <a:r>
                        <a:rPr lang="en-US" sz="1400" dirty="0"/>
                        <a:t>Solar installed capacity required in Chhattisgarh / MP</a:t>
                      </a:r>
                    </a:p>
                  </a:txBody>
                  <a:tcPr marT="18000" marB="18000" anchor="ctr"/>
                </a:tc>
                <a:tc>
                  <a:txBody>
                    <a:bodyPr/>
                    <a:lstStyle/>
                    <a:p>
                      <a:pPr algn="ctr"/>
                      <a:r>
                        <a:rPr lang="en-US" sz="1400" dirty="0"/>
                        <a:t>550</a:t>
                      </a:r>
                    </a:p>
                  </a:txBody>
                  <a:tcPr marT="18000" marB="18000" anchor="ctr"/>
                </a:tc>
                <a:tc>
                  <a:txBody>
                    <a:bodyPr/>
                    <a:lstStyle/>
                    <a:p>
                      <a:pPr algn="ctr"/>
                      <a:r>
                        <a:rPr lang="en-US" sz="1400" b="0" dirty="0"/>
                        <a:t>2198.68</a:t>
                      </a:r>
                    </a:p>
                  </a:txBody>
                  <a:tcPr marT="18000" marB="18000" anchor="ctr">
                    <a:solidFill>
                      <a:schemeClr val="accent5">
                        <a:lumMod val="20000"/>
                        <a:lumOff val="80000"/>
                      </a:schemeClr>
                    </a:solidFill>
                  </a:tcPr>
                </a:tc>
                <a:extLst>
                  <a:ext uri="{0D108BD9-81ED-4DB2-BD59-A6C34878D82A}">
                    <a16:rowId xmlns:a16="http://schemas.microsoft.com/office/drawing/2014/main" val="4107882272"/>
                  </a:ext>
                </a:extLst>
              </a:tr>
              <a:tr h="217447">
                <a:tc>
                  <a:txBody>
                    <a:bodyPr/>
                    <a:lstStyle/>
                    <a:p>
                      <a:r>
                        <a:rPr lang="en-US" sz="1400" b="1" dirty="0"/>
                        <a:t>Total</a:t>
                      </a:r>
                    </a:p>
                  </a:txBody>
                  <a:tcPr marT="18000" marB="18000" anchor="ctr"/>
                </a:tc>
                <a:tc>
                  <a:txBody>
                    <a:bodyPr/>
                    <a:lstStyle/>
                    <a:p>
                      <a:endParaRPr lang="en-US" sz="1400" b="1" dirty="0"/>
                    </a:p>
                  </a:txBody>
                  <a:tcPr marT="18000" marB="18000" anchor="ctr"/>
                </a:tc>
                <a:tc>
                  <a:txBody>
                    <a:bodyPr/>
                    <a:lstStyle/>
                    <a:p>
                      <a:pPr algn="ctr"/>
                      <a:r>
                        <a:rPr lang="en-US" sz="1400" b="1" dirty="0"/>
                        <a:t>845</a:t>
                      </a:r>
                    </a:p>
                  </a:txBody>
                  <a:tcPr marT="18000" marB="18000" anchor="ctr"/>
                </a:tc>
                <a:tc>
                  <a:txBody>
                    <a:bodyPr/>
                    <a:lstStyle/>
                    <a:p>
                      <a:pPr algn="ctr"/>
                      <a:r>
                        <a:rPr lang="en-US" sz="1400" b="1" dirty="0"/>
                        <a:t>3380.05</a:t>
                      </a:r>
                    </a:p>
                  </a:txBody>
                  <a:tcPr marT="18000" marB="18000" anchor="ctr">
                    <a:solidFill>
                      <a:schemeClr val="accent5">
                        <a:lumMod val="20000"/>
                        <a:lumOff val="80000"/>
                      </a:schemeClr>
                    </a:solidFill>
                  </a:tcPr>
                </a:tc>
                <a:extLst>
                  <a:ext uri="{0D108BD9-81ED-4DB2-BD59-A6C34878D82A}">
                    <a16:rowId xmlns:a16="http://schemas.microsoft.com/office/drawing/2014/main" val="576048189"/>
                  </a:ext>
                </a:extLst>
              </a:tr>
            </a:tbl>
          </a:graphicData>
        </a:graphic>
      </p:graphicFrame>
      <p:sp>
        <p:nvSpPr>
          <p:cNvPr id="5" name="TextBox 4">
            <a:extLst>
              <a:ext uri="{FF2B5EF4-FFF2-40B4-BE49-F238E27FC236}">
                <a16:creationId xmlns:a16="http://schemas.microsoft.com/office/drawing/2014/main" id="{8D01068A-DF6D-4A0B-9464-566BDA9726CA}"/>
              </a:ext>
            </a:extLst>
          </p:cNvPr>
          <p:cNvSpPr txBox="1"/>
          <p:nvPr/>
        </p:nvSpPr>
        <p:spPr>
          <a:xfrm>
            <a:off x="4906386" y="642253"/>
            <a:ext cx="2379228" cy="246221"/>
          </a:xfrm>
          <a:prstGeom prst="rect">
            <a:avLst/>
          </a:prstGeom>
          <a:solidFill>
            <a:schemeClr val="accent6">
              <a:lumMod val="75000"/>
            </a:schemeClr>
          </a:solidFill>
        </p:spPr>
        <p:txBody>
          <a:bodyPr wrap="square" lIns="0" tIns="0" rIns="0" bIns="0" rtlCol="0">
            <a:spAutoFit/>
          </a:bodyPr>
          <a:lstStyle/>
          <a:p>
            <a:pPr algn="ctr">
              <a:spcBef>
                <a:spcPts val="600"/>
              </a:spcBef>
              <a:buSzPct val="100000"/>
            </a:pPr>
            <a:r>
              <a:rPr lang="en-US" sz="1600" b="1" dirty="0">
                <a:solidFill>
                  <a:schemeClr val="bg1"/>
                </a:solidFill>
              </a:rPr>
              <a:t>Requirement of Land</a:t>
            </a:r>
          </a:p>
        </p:txBody>
      </p:sp>
      <p:cxnSp>
        <p:nvCxnSpPr>
          <p:cNvPr id="34" name="Straight Connector 33">
            <a:extLst>
              <a:ext uri="{FF2B5EF4-FFF2-40B4-BE49-F238E27FC236}">
                <a16:creationId xmlns:a16="http://schemas.microsoft.com/office/drawing/2014/main" id="{615297E8-97C3-45F9-9DAF-599C7DF2EFE7}"/>
              </a:ext>
            </a:extLst>
          </p:cNvPr>
          <p:cNvCxnSpPr/>
          <p:nvPr/>
        </p:nvCxnSpPr>
        <p:spPr>
          <a:xfrm>
            <a:off x="501650" y="2437060"/>
            <a:ext cx="1118870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302B429-B1EA-4551-B6A8-B2ECA7F36651}"/>
              </a:ext>
            </a:extLst>
          </p:cNvPr>
          <p:cNvSpPr txBox="1"/>
          <p:nvPr/>
        </p:nvSpPr>
        <p:spPr>
          <a:xfrm>
            <a:off x="4906387" y="2317317"/>
            <a:ext cx="2379228" cy="246221"/>
          </a:xfrm>
          <a:prstGeom prst="rect">
            <a:avLst/>
          </a:prstGeom>
          <a:solidFill>
            <a:schemeClr val="accent4"/>
          </a:solidFill>
        </p:spPr>
        <p:txBody>
          <a:bodyPr wrap="square" lIns="0" tIns="0" rIns="0" bIns="0" rtlCol="0">
            <a:spAutoFit/>
          </a:bodyPr>
          <a:lstStyle/>
          <a:p>
            <a:pPr algn="ctr">
              <a:spcBef>
                <a:spcPts val="600"/>
              </a:spcBef>
              <a:buSzPct val="100000"/>
            </a:pPr>
            <a:r>
              <a:rPr lang="en-US" sz="1600" b="1" dirty="0">
                <a:solidFill>
                  <a:schemeClr val="bg1"/>
                </a:solidFill>
              </a:rPr>
              <a:t>Availability of Land *</a:t>
            </a:r>
          </a:p>
        </p:txBody>
      </p:sp>
      <p:graphicFrame>
        <p:nvGraphicFramePr>
          <p:cNvPr id="9" name="Table 9">
            <a:extLst>
              <a:ext uri="{FF2B5EF4-FFF2-40B4-BE49-F238E27FC236}">
                <a16:creationId xmlns:a16="http://schemas.microsoft.com/office/drawing/2014/main" id="{39BF61E9-E86E-4CE4-8546-BEA54C22853B}"/>
              </a:ext>
            </a:extLst>
          </p:cNvPr>
          <p:cNvGraphicFramePr>
            <a:graphicFrameLocks noGrp="1"/>
          </p:cNvGraphicFramePr>
          <p:nvPr>
            <p:extLst>
              <p:ext uri="{D42A27DB-BD31-4B8C-83A1-F6EECF244321}">
                <p14:modId xmlns:p14="http://schemas.microsoft.com/office/powerpoint/2010/main" val="4011940702"/>
              </p:ext>
            </p:extLst>
          </p:nvPr>
        </p:nvGraphicFramePr>
        <p:xfrm>
          <a:off x="501649" y="2608216"/>
          <a:ext cx="11188700" cy="3923040"/>
        </p:xfrm>
        <a:graphic>
          <a:graphicData uri="http://schemas.openxmlformats.org/drawingml/2006/table">
            <a:tbl>
              <a:tblPr firstRow="1">
                <a:tableStyleId>{5C22544A-7EE6-4342-B048-85BDC9FD1C3A}</a:tableStyleId>
              </a:tblPr>
              <a:tblGrid>
                <a:gridCol w="1483000">
                  <a:extLst>
                    <a:ext uri="{9D8B030D-6E8A-4147-A177-3AD203B41FA5}">
                      <a16:colId xmlns:a16="http://schemas.microsoft.com/office/drawing/2014/main" val="3668712258"/>
                    </a:ext>
                  </a:extLst>
                </a:gridCol>
                <a:gridCol w="1379024">
                  <a:extLst>
                    <a:ext uri="{9D8B030D-6E8A-4147-A177-3AD203B41FA5}">
                      <a16:colId xmlns:a16="http://schemas.microsoft.com/office/drawing/2014/main" val="4096705559"/>
                    </a:ext>
                  </a:extLst>
                </a:gridCol>
                <a:gridCol w="2350906">
                  <a:extLst>
                    <a:ext uri="{9D8B030D-6E8A-4147-A177-3AD203B41FA5}">
                      <a16:colId xmlns:a16="http://schemas.microsoft.com/office/drawing/2014/main" val="2195036907"/>
                    </a:ext>
                  </a:extLst>
                </a:gridCol>
                <a:gridCol w="1615428">
                  <a:extLst>
                    <a:ext uri="{9D8B030D-6E8A-4147-A177-3AD203B41FA5}">
                      <a16:colId xmlns:a16="http://schemas.microsoft.com/office/drawing/2014/main" val="2213187243"/>
                    </a:ext>
                  </a:extLst>
                </a:gridCol>
                <a:gridCol w="2350908">
                  <a:extLst>
                    <a:ext uri="{9D8B030D-6E8A-4147-A177-3AD203B41FA5}">
                      <a16:colId xmlns:a16="http://schemas.microsoft.com/office/drawing/2014/main" val="128193601"/>
                    </a:ext>
                  </a:extLst>
                </a:gridCol>
                <a:gridCol w="2009434">
                  <a:extLst>
                    <a:ext uri="{9D8B030D-6E8A-4147-A177-3AD203B41FA5}">
                      <a16:colId xmlns:a16="http://schemas.microsoft.com/office/drawing/2014/main" val="1062812196"/>
                    </a:ext>
                  </a:extLst>
                </a:gridCol>
              </a:tblGrid>
              <a:tr h="244891">
                <a:tc>
                  <a:txBody>
                    <a:bodyPr/>
                    <a:lstStyle/>
                    <a:p>
                      <a:r>
                        <a:rPr lang="en-US" sz="1400" dirty="0"/>
                        <a:t>State</a:t>
                      </a:r>
                    </a:p>
                  </a:txBody>
                  <a:tcPr marL="45720" marR="45720" marT="36000" marB="36000" anchor="ctr"/>
                </a:tc>
                <a:tc>
                  <a:txBody>
                    <a:bodyPr/>
                    <a:lstStyle/>
                    <a:p>
                      <a:r>
                        <a:rPr lang="en-US" sz="1400" dirty="0"/>
                        <a:t>Area</a:t>
                      </a:r>
                    </a:p>
                  </a:txBody>
                  <a:tcPr marL="45720" marR="45720" marT="36000" marB="36000" anchor="ctr"/>
                </a:tc>
                <a:tc>
                  <a:txBody>
                    <a:bodyPr/>
                    <a:lstStyle/>
                    <a:p>
                      <a:r>
                        <a:rPr lang="en-US" sz="1400" dirty="0"/>
                        <a:t>Project</a:t>
                      </a:r>
                    </a:p>
                  </a:txBody>
                  <a:tcPr marL="45720" marR="45720" marT="36000" marB="36000" anchor="ctr"/>
                </a:tc>
                <a:tc>
                  <a:txBody>
                    <a:bodyPr/>
                    <a:lstStyle/>
                    <a:p>
                      <a:pPr algn="ctr"/>
                      <a:r>
                        <a:rPr lang="en-US" sz="1400" dirty="0"/>
                        <a:t>Land available (acres)</a:t>
                      </a:r>
                    </a:p>
                  </a:txBody>
                  <a:tcPr marL="45720" marR="45720" marT="36000" marB="36000" anchor="ctr"/>
                </a:tc>
                <a:tc>
                  <a:txBody>
                    <a:bodyPr/>
                    <a:lstStyle/>
                    <a:p>
                      <a:pPr algn="ctr"/>
                      <a:r>
                        <a:rPr lang="en-US" sz="1400" dirty="0"/>
                        <a:t>Approx. distance from nearest sub-station (km)</a:t>
                      </a:r>
                    </a:p>
                  </a:txBody>
                  <a:tcPr marL="45720" marR="45720" marT="36000" marB="36000" anchor="ctr"/>
                </a:tc>
                <a:tc>
                  <a:txBody>
                    <a:bodyPr/>
                    <a:lstStyle/>
                    <a:p>
                      <a:pPr algn="ctr"/>
                      <a:r>
                        <a:rPr lang="en-US" sz="1400" dirty="0"/>
                        <a:t>Possible capacity of solar project (MW)</a:t>
                      </a:r>
                    </a:p>
                  </a:txBody>
                  <a:tcPr marL="45720" marR="45720" marT="36000" marB="36000" anchor="ctr"/>
                </a:tc>
                <a:extLst>
                  <a:ext uri="{0D108BD9-81ED-4DB2-BD59-A6C34878D82A}">
                    <a16:rowId xmlns:a16="http://schemas.microsoft.com/office/drawing/2014/main" val="1824874621"/>
                  </a:ext>
                </a:extLst>
              </a:tr>
              <a:tr h="141017">
                <a:tc rowSpan="4">
                  <a:txBody>
                    <a:bodyPr/>
                    <a:lstStyle/>
                    <a:p>
                      <a:r>
                        <a:rPr lang="en-US" sz="1400" dirty="0"/>
                        <a:t>Chhattisgarh</a:t>
                      </a:r>
                    </a:p>
                  </a:txBody>
                  <a:tcPr marL="45720" marR="45720" marT="36000" marB="36000" anchor="ctr"/>
                </a:tc>
                <a:tc rowSpan="3">
                  <a:txBody>
                    <a:bodyPr/>
                    <a:lstStyle/>
                    <a:p>
                      <a:r>
                        <a:rPr lang="en-US" sz="1400" dirty="0" err="1"/>
                        <a:t>Bisrampur</a:t>
                      </a:r>
                      <a:endParaRPr lang="en-US" sz="1400" dirty="0"/>
                    </a:p>
                  </a:txBody>
                  <a:tcPr marL="45720" marR="45720" marT="36000" marB="36000" anchor="ctr"/>
                </a:tc>
                <a:tc>
                  <a:txBody>
                    <a:bodyPr/>
                    <a:lstStyle/>
                    <a:p>
                      <a:r>
                        <a:rPr lang="en-US" sz="1400" dirty="0" err="1"/>
                        <a:t>Bisrampur</a:t>
                      </a:r>
                      <a:r>
                        <a:rPr lang="en-US" sz="1400" dirty="0"/>
                        <a:t> OCM, Colony</a:t>
                      </a:r>
                    </a:p>
                  </a:txBody>
                  <a:tcPr marL="45720" marR="45720" marT="36000" marB="36000" anchor="ctr"/>
                </a:tc>
                <a:tc>
                  <a:txBody>
                    <a:bodyPr/>
                    <a:lstStyle/>
                    <a:p>
                      <a:pPr algn="ctr"/>
                      <a:r>
                        <a:rPr lang="en-US" sz="1400" dirty="0"/>
                        <a:t>117.50</a:t>
                      </a:r>
                    </a:p>
                  </a:txBody>
                  <a:tcPr marL="45720" marR="45720" marT="36000" marB="36000" anchor="ctr">
                    <a:solidFill>
                      <a:schemeClr val="accent1">
                        <a:lumMod val="40000"/>
                        <a:lumOff val="60000"/>
                      </a:schemeClr>
                    </a:solidFill>
                  </a:tcPr>
                </a:tc>
                <a:tc>
                  <a:txBody>
                    <a:bodyPr/>
                    <a:lstStyle/>
                    <a:p>
                      <a:pPr algn="ctr"/>
                      <a:r>
                        <a:rPr lang="en-US" sz="1400" dirty="0"/>
                        <a:t>3</a:t>
                      </a:r>
                    </a:p>
                  </a:txBody>
                  <a:tcPr marL="45720" marR="45720" marT="36000" marB="36000" anchor="ctr"/>
                </a:tc>
                <a:tc>
                  <a:txBody>
                    <a:bodyPr/>
                    <a:lstStyle/>
                    <a:p>
                      <a:pPr algn="ctr"/>
                      <a:r>
                        <a:rPr lang="en-US" sz="1400" dirty="0"/>
                        <a:t>29</a:t>
                      </a:r>
                    </a:p>
                  </a:txBody>
                  <a:tcPr marL="45720" marR="45720" marT="36000" marB="36000" anchor="ctr"/>
                </a:tc>
                <a:extLst>
                  <a:ext uri="{0D108BD9-81ED-4DB2-BD59-A6C34878D82A}">
                    <a16:rowId xmlns:a16="http://schemas.microsoft.com/office/drawing/2014/main" val="906479302"/>
                  </a:ext>
                </a:extLst>
              </a:tr>
              <a:tr h="141017">
                <a:tc vMerge="1">
                  <a:txBody>
                    <a:bodyPr/>
                    <a:lstStyle/>
                    <a:p>
                      <a:endParaRPr lang="en-US" sz="1400" dirty="0"/>
                    </a:p>
                  </a:txBody>
                  <a:tcPr marL="45720" marR="45720" anchor="ctr"/>
                </a:tc>
                <a:tc vMerge="1">
                  <a:txBody>
                    <a:bodyPr/>
                    <a:lstStyle/>
                    <a:p>
                      <a:endParaRPr lang="en-US" sz="1400" dirty="0"/>
                    </a:p>
                  </a:txBody>
                  <a:tcPr anchor="ctr"/>
                </a:tc>
                <a:tc>
                  <a:txBody>
                    <a:bodyPr/>
                    <a:lstStyle/>
                    <a:p>
                      <a:r>
                        <a:rPr lang="en-US" sz="1400" dirty="0" err="1"/>
                        <a:t>Kumda</a:t>
                      </a:r>
                      <a:r>
                        <a:rPr lang="en-US" sz="1400" dirty="0"/>
                        <a:t> &amp; </a:t>
                      </a:r>
                      <a:r>
                        <a:rPr lang="en-US" sz="1400" dirty="0" err="1"/>
                        <a:t>Jainagar</a:t>
                      </a:r>
                      <a:endParaRPr lang="en-US" sz="1400" dirty="0"/>
                    </a:p>
                  </a:txBody>
                  <a:tcPr marL="45720" marR="45720" marT="36000" marB="36000" anchor="ctr"/>
                </a:tc>
                <a:tc>
                  <a:txBody>
                    <a:bodyPr/>
                    <a:lstStyle/>
                    <a:p>
                      <a:pPr algn="ctr"/>
                      <a:r>
                        <a:rPr lang="en-US" sz="1400" dirty="0"/>
                        <a:t>527.30</a:t>
                      </a:r>
                    </a:p>
                  </a:txBody>
                  <a:tcPr marL="45720" marR="45720" marT="36000" marB="36000" anchor="ctr">
                    <a:solidFill>
                      <a:schemeClr val="accent1">
                        <a:lumMod val="40000"/>
                        <a:lumOff val="60000"/>
                      </a:schemeClr>
                    </a:solidFill>
                  </a:tcPr>
                </a:tc>
                <a:tc>
                  <a:txBody>
                    <a:bodyPr/>
                    <a:lstStyle/>
                    <a:p>
                      <a:pPr algn="ctr"/>
                      <a:r>
                        <a:rPr lang="en-US" sz="1400" dirty="0"/>
                        <a:t>15</a:t>
                      </a:r>
                    </a:p>
                  </a:txBody>
                  <a:tcPr marL="45720" marR="45720" marT="36000" marB="36000" anchor="ctr"/>
                </a:tc>
                <a:tc>
                  <a:txBody>
                    <a:bodyPr/>
                    <a:lstStyle/>
                    <a:p>
                      <a:pPr algn="ctr"/>
                      <a:r>
                        <a:rPr lang="en-US" sz="1400" dirty="0"/>
                        <a:t>132</a:t>
                      </a:r>
                    </a:p>
                  </a:txBody>
                  <a:tcPr marL="45720" marR="45720" marT="36000" marB="36000" anchor="ctr"/>
                </a:tc>
                <a:extLst>
                  <a:ext uri="{0D108BD9-81ED-4DB2-BD59-A6C34878D82A}">
                    <a16:rowId xmlns:a16="http://schemas.microsoft.com/office/drawing/2014/main" val="2250969990"/>
                  </a:ext>
                </a:extLst>
              </a:tr>
              <a:tr h="141017">
                <a:tc vMerge="1">
                  <a:txBody>
                    <a:bodyPr/>
                    <a:lstStyle/>
                    <a:p>
                      <a:endParaRPr lang="en-US" sz="1400" dirty="0"/>
                    </a:p>
                  </a:txBody>
                  <a:tcPr marL="45720" marR="45720" anchor="ctr"/>
                </a:tc>
                <a:tc vMerge="1">
                  <a:txBody>
                    <a:bodyPr/>
                    <a:lstStyle/>
                    <a:p>
                      <a:endParaRPr lang="en-US" sz="1400" dirty="0"/>
                    </a:p>
                  </a:txBody>
                  <a:tcPr anchor="ctr"/>
                </a:tc>
                <a:tc>
                  <a:txBody>
                    <a:bodyPr/>
                    <a:lstStyle/>
                    <a:p>
                      <a:r>
                        <a:rPr lang="en-US" sz="1400" dirty="0" err="1"/>
                        <a:t>Jainagar</a:t>
                      </a:r>
                      <a:endParaRPr lang="en-US" sz="1400" dirty="0"/>
                    </a:p>
                  </a:txBody>
                  <a:tcPr marL="45720" marR="45720" marT="36000" marB="36000" anchor="ctr"/>
                </a:tc>
                <a:tc>
                  <a:txBody>
                    <a:bodyPr/>
                    <a:lstStyle/>
                    <a:p>
                      <a:pPr algn="ctr"/>
                      <a:r>
                        <a:rPr lang="en-US" sz="1400" dirty="0"/>
                        <a:t>131.25</a:t>
                      </a:r>
                    </a:p>
                  </a:txBody>
                  <a:tcPr marL="45720" marR="45720" marT="36000" marB="36000" anchor="ctr">
                    <a:solidFill>
                      <a:schemeClr val="accent1">
                        <a:lumMod val="40000"/>
                        <a:lumOff val="60000"/>
                      </a:schemeClr>
                    </a:solidFill>
                  </a:tcPr>
                </a:tc>
                <a:tc>
                  <a:txBody>
                    <a:bodyPr/>
                    <a:lstStyle/>
                    <a:p>
                      <a:pPr algn="ctr"/>
                      <a:r>
                        <a:rPr lang="en-US" sz="1400" dirty="0"/>
                        <a:t>25</a:t>
                      </a:r>
                    </a:p>
                  </a:txBody>
                  <a:tcPr marL="45720" marR="45720" marT="36000" marB="36000" anchor="ctr"/>
                </a:tc>
                <a:tc>
                  <a:txBody>
                    <a:bodyPr/>
                    <a:lstStyle/>
                    <a:p>
                      <a:pPr algn="ctr"/>
                      <a:r>
                        <a:rPr lang="en-US" sz="1400" dirty="0"/>
                        <a:t>33</a:t>
                      </a:r>
                    </a:p>
                  </a:txBody>
                  <a:tcPr marL="45720" marR="45720" marT="36000" marB="36000" anchor="ctr"/>
                </a:tc>
                <a:extLst>
                  <a:ext uri="{0D108BD9-81ED-4DB2-BD59-A6C34878D82A}">
                    <a16:rowId xmlns:a16="http://schemas.microsoft.com/office/drawing/2014/main" val="3889680167"/>
                  </a:ext>
                </a:extLst>
              </a:tr>
              <a:tr h="141017">
                <a:tc vMerge="1">
                  <a:txBody>
                    <a:bodyPr/>
                    <a:lstStyle/>
                    <a:p>
                      <a:endParaRPr lang="en-US" sz="1400" dirty="0"/>
                    </a:p>
                  </a:txBody>
                  <a:tcPr marL="45720" marR="45720" marT="36000" marB="36000" anchor="ctr"/>
                </a:tc>
                <a:tc gridSpan="2">
                  <a:txBody>
                    <a:bodyPr/>
                    <a:lstStyle/>
                    <a:p>
                      <a:r>
                        <a:rPr lang="en-US" sz="1400" b="1" dirty="0"/>
                        <a:t>Sub-total Chhattisgarh</a:t>
                      </a:r>
                    </a:p>
                  </a:txBody>
                  <a:tcPr marL="45720" marR="45720" marT="36000" marB="36000" anchor="ctr"/>
                </a:tc>
                <a:tc hMerge="1">
                  <a:txBody>
                    <a:bodyPr/>
                    <a:lstStyle/>
                    <a:p>
                      <a:endParaRPr lang="en-US" sz="1400" dirty="0"/>
                    </a:p>
                  </a:txBody>
                  <a:tcPr marL="45720" marR="45720" marT="36000" marB="36000" anchor="ctr"/>
                </a:tc>
                <a:tc>
                  <a:txBody>
                    <a:bodyPr/>
                    <a:lstStyle/>
                    <a:p>
                      <a:pPr algn="ctr"/>
                      <a:r>
                        <a:rPr lang="en-US" sz="1400" b="1" dirty="0"/>
                        <a:t>776.05</a:t>
                      </a:r>
                    </a:p>
                  </a:txBody>
                  <a:tcPr marL="45720" marR="45720" marT="36000" marB="36000" anchor="ctr">
                    <a:solidFill>
                      <a:schemeClr val="accent1">
                        <a:lumMod val="40000"/>
                        <a:lumOff val="60000"/>
                      </a:schemeClr>
                    </a:solidFill>
                  </a:tcPr>
                </a:tc>
                <a:tc>
                  <a:txBody>
                    <a:bodyPr/>
                    <a:lstStyle/>
                    <a:p>
                      <a:pPr algn="ctr"/>
                      <a:endParaRPr lang="en-US" sz="1400" b="1" dirty="0"/>
                    </a:p>
                  </a:txBody>
                  <a:tcPr marL="45720" marR="45720" marT="36000" marB="36000" anchor="ctr"/>
                </a:tc>
                <a:tc>
                  <a:txBody>
                    <a:bodyPr/>
                    <a:lstStyle/>
                    <a:p>
                      <a:pPr algn="ctr"/>
                      <a:r>
                        <a:rPr lang="en-US" sz="1400" b="1" dirty="0"/>
                        <a:t>194</a:t>
                      </a:r>
                    </a:p>
                  </a:txBody>
                  <a:tcPr marL="45720" marR="45720" marT="36000" marB="36000" anchor="ctr"/>
                </a:tc>
                <a:extLst>
                  <a:ext uri="{0D108BD9-81ED-4DB2-BD59-A6C34878D82A}">
                    <a16:rowId xmlns:a16="http://schemas.microsoft.com/office/drawing/2014/main" val="1070786576"/>
                  </a:ext>
                </a:extLst>
              </a:tr>
              <a:tr h="141017">
                <a:tc rowSpan="7">
                  <a:txBody>
                    <a:bodyPr/>
                    <a:lstStyle/>
                    <a:p>
                      <a:r>
                        <a:rPr lang="en-US" sz="1400" dirty="0"/>
                        <a:t>Madhya Pradesh</a:t>
                      </a:r>
                    </a:p>
                  </a:txBody>
                  <a:tcPr marL="45720" marR="45720" marT="36000" marB="36000" anchor="ctr"/>
                </a:tc>
                <a:tc>
                  <a:txBody>
                    <a:bodyPr/>
                    <a:lstStyle/>
                    <a:p>
                      <a:r>
                        <a:rPr lang="en-US" sz="1400" dirty="0" err="1"/>
                        <a:t>Hasdeo</a:t>
                      </a:r>
                      <a:endParaRPr lang="en-US" sz="1400" dirty="0"/>
                    </a:p>
                  </a:txBody>
                  <a:tcPr marL="45720" marR="45720" marT="36000" marB="36000" anchor="ctr"/>
                </a:tc>
                <a:tc>
                  <a:txBody>
                    <a:bodyPr/>
                    <a:lstStyle/>
                    <a:p>
                      <a:r>
                        <a:rPr lang="en-US" sz="1400" dirty="0" err="1"/>
                        <a:t>Bijuri</a:t>
                      </a:r>
                      <a:r>
                        <a:rPr lang="en-US" sz="1400" dirty="0"/>
                        <a:t> UG</a:t>
                      </a:r>
                    </a:p>
                  </a:txBody>
                  <a:tcPr marL="45720" marR="45720" marT="36000" marB="36000" anchor="ctr"/>
                </a:tc>
                <a:tc>
                  <a:txBody>
                    <a:bodyPr/>
                    <a:lstStyle/>
                    <a:p>
                      <a:pPr algn="ctr"/>
                      <a:r>
                        <a:rPr lang="en-US" sz="1400" dirty="0"/>
                        <a:t>150.00</a:t>
                      </a:r>
                    </a:p>
                  </a:txBody>
                  <a:tcPr marL="45720" marR="45720" marT="36000" marB="36000" anchor="ctr">
                    <a:solidFill>
                      <a:schemeClr val="accent1">
                        <a:lumMod val="40000"/>
                        <a:lumOff val="60000"/>
                      </a:schemeClr>
                    </a:solidFill>
                  </a:tcPr>
                </a:tc>
                <a:tc>
                  <a:txBody>
                    <a:bodyPr/>
                    <a:lstStyle/>
                    <a:p>
                      <a:pPr algn="ctr"/>
                      <a:r>
                        <a:rPr lang="en-US" sz="1400" dirty="0"/>
                        <a:t>38</a:t>
                      </a:r>
                    </a:p>
                  </a:txBody>
                  <a:tcPr marL="45720" marR="45720" marT="36000" marB="36000" anchor="ctr"/>
                </a:tc>
                <a:tc>
                  <a:txBody>
                    <a:bodyPr/>
                    <a:lstStyle/>
                    <a:p>
                      <a:pPr algn="ctr"/>
                      <a:r>
                        <a:rPr lang="en-US" sz="1400" dirty="0"/>
                        <a:t>15</a:t>
                      </a:r>
                    </a:p>
                  </a:txBody>
                  <a:tcPr marL="45720" marR="45720" marT="36000" marB="36000" anchor="ctr"/>
                </a:tc>
                <a:extLst>
                  <a:ext uri="{0D108BD9-81ED-4DB2-BD59-A6C34878D82A}">
                    <a16:rowId xmlns:a16="http://schemas.microsoft.com/office/drawing/2014/main" val="1669949077"/>
                  </a:ext>
                </a:extLst>
              </a:tr>
              <a:tr h="141017">
                <a:tc vMerge="1">
                  <a:txBody>
                    <a:bodyPr/>
                    <a:lstStyle/>
                    <a:p>
                      <a:endParaRPr lang="en-US" sz="1400" dirty="0"/>
                    </a:p>
                  </a:txBody>
                  <a:tcPr marL="45720" marR="45720" anchor="ctr"/>
                </a:tc>
                <a:tc>
                  <a:txBody>
                    <a:bodyPr/>
                    <a:lstStyle/>
                    <a:p>
                      <a:endParaRPr lang="en-US" sz="1400" dirty="0"/>
                    </a:p>
                  </a:txBody>
                  <a:tcPr marL="45720" marR="45720" marT="36000" marB="36000" anchor="ctr"/>
                </a:tc>
                <a:tc>
                  <a:txBody>
                    <a:bodyPr/>
                    <a:lstStyle/>
                    <a:p>
                      <a:r>
                        <a:rPr lang="en-US" sz="1400" dirty="0" err="1"/>
                        <a:t>Kurja</a:t>
                      </a:r>
                      <a:r>
                        <a:rPr lang="en-US" sz="1400" dirty="0"/>
                        <a:t> UG</a:t>
                      </a:r>
                    </a:p>
                  </a:txBody>
                  <a:tcPr marL="45720" marR="45720" marT="36000" marB="36000" anchor="ctr"/>
                </a:tc>
                <a:tc>
                  <a:txBody>
                    <a:bodyPr/>
                    <a:lstStyle/>
                    <a:p>
                      <a:pPr algn="ctr"/>
                      <a:r>
                        <a:rPr lang="en-US" sz="1400" dirty="0"/>
                        <a:t>383.20</a:t>
                      </a:r>
                    </a:p>
                  </a:txBody>
                  <a:tcPr marL="45720" marR="45720" marT="36000" marB="36000" anchor="ctr">
                    <a:solidFill>
                      <a:schemeClr val="accent1">
                        <a:lumMod val="40000"/>
                        <a:lumOff val="60000"/>
                      </a:schemeClr>
                    </a:solidFill>
                  </a:tcPr>
                </a:tc>
                <a:tc>
                  <a:txBody>
                    <a:bodyPr/>
                    <a:lstStyle/>
                    <a:p>
                      <a:pPr algn="ctr"/>
                      <a:r>
                        <a:rPr lang="en-US" sz="1400" dirty="0"/>
                        <a:t>16 – 34</a:t>
                      </a:r>
                    </a:p>
                  </a:txBody>
                  <a:tcPr marL="45720" marR="45720" marT="36000" marB="36000" anchor="ctr"/>
                </a:tc>
                <a:tc>
                  <a:txBody>
                    <a:bodyPr/>
                    <a:lstStyle/>
                    <a:p>
                      <a:pPr algn="ctr"/>
                      <a:r>
                        <a:rPr lang="en-US" sz="1400" dirty="0"/>
                        <a:t>96</a:t>
                      </a:r>
                    </a:p>
                  </a:txBody>
                  <a:tcPr marL="45720" marR="45720" marT="36000" marB="36000" anchor="ctr"/>
                </a:tc>
                <a:extLst>
                  <a:ext uri="{0D108BD9-81ED-4DB2-BD59-A6C34878D82A}">
                    <a16:rowId xmlns:a16="http://schemas.microsoft.com/office/drawing/2014/main" val="2717342842"/>
                  </a:ext>
                </a:extLst>
              </a:tr>
              <a:tr h="141017">
                <a:tc vMerge="1">
                  <a:txBody>
                    <a:bodyPr/>
                    <a:lstStyle/>
                    <a:p>
                      <a:endParaRPr lang="en-US" sz="1400"/>
                    </a:p>
                  </a:txBody>
                  <a:tcPr marL="45720" marR="45720" anchor="ctr"/>
                </a:tc>
                <a:tc>
                  <a:txBody>
                    <a:bodyPr/>
                    <a:lstStyle/>
                    <a:p>
                      <a:r>
                        <a:rPr lang="en-US" sz="1400" dirty="0"/>
                        <a:t>J&amp;K</a:t>
                      </a:r>
                    </a:p>
                  </a:txBody>
                  <a:tcPr marL="45720" marR="45720" marT="36000" marB="36000" anchor="ctr"/>
                </a:tc>
                <a:tc>
                  <a:txBody>
                    <a:bodyPr/>
                    <a:lstStyle/>
                    <a:p>
                      <a:r>
                        <a:rPr lang="en-US" sz="1400" dirty="0" err="1"/>
                        <a:t>Kotma</a:t>
                      </a:r>
                      <a:r>
                        <a:rPr lang="en-US" sz="1400" dirty="0"/>
                        <a:t> West Colliery</a:t>
                      </a:r>
                    </a:p>
                  </a:txBody>
                  <a:tcPr marL="45720" marR="45720" marT="36000" marB="36000" anchor="ctr"/>
                </a:tc>
                <a:tc>
                  <a:txBody>
                    <a:bodyPr/>
                    <a:lstStyle/>
                    <a:p>
                      <a:pPr algn="ctr"/>
                      <a:r>
                        <a:rPr lang="en-US" sz="1400" dirty="0"/>
                        <a:t>152.96</a:t>
                      </a:r>
                    </a:p>
                  </a:txBody>
                  <a:tcPr marL="45720" marR="45720" marT="36000" marB="36000" anchor="ctr">
                    <a:solidFill>
                      <a:schemeClr val="accent1">
                        <a:lumMod val="40000"/>
                        <a:lumOff val="60000"/>
                      </a:schemeClr>
                    </a:solidFill>
                  </a:tcPr>
                </a:tc>
                <a:tc>
                  <a:txBody>
                    <a:bodyPr/>
                    <a:lstStyle/>
                    <a:p>
                      <a:pPr algn="ctr"/>
                      <a:r>
                        <a:rPr lang="en-US" sz="1400" dirty="0"/>
                        <a:t>2</a:t>
                      </a:r>
                    </a:p>
                  </a:txBody>
                  <a:tcPr marL="45720" marR="45720" marT="36000" marB="36000" anchor="ctr"/>
                </a:tc>
                <a:tc>
                  <a:txBody>
                    <a:bodyPr/>
                    <a:lstStyle/>
                    <a:p>
                      <a:pPr algn="ctr"/>
                      <a:r>
                        <a:rPr lang="en-US" sz="1400" dirty="0"/>
                        <a:t>38</a:t>
                      </a:r>
                    </a:p>
                  </a:txBody>
                  <a:tcPr marL="45720" marR="45720" marT="36000" marB="36000" anchor="ctr"/>
                </a:tc>
                <a:extLst>
                  <a:ext uri="{0D108BD9-81ED-4DB2-BD59-A6C34878D82A}">
                    <a16:rowId xmlns:a16="http://schemas.microsoft.com/office/drawing/2014/main" val="2670903475"/>
                  </a:ext>
                </a:extLst>
              </a:tr>
              <a:tr h="141017">
                <a:tc vMerge="1">
                  <a:txBody>
                    <a:bodyPr/>
                    <a:lstStyle/>
                    <a:p>
                      <a:endParaRPr lang="en-US" sz="1400" dirty="0"/>
                    </a:p>
                  </a:txBody>
                  <a:tcPr marL="45720" marR="45720" anchor="ctr"/>
                </a:tc>
                <a:tc>
                  <a:txBody>
                    <a:bodyPr/>
                    <a:lstStyle/>
                    <a:p>
                      <a:r>
                        <a:rPr lang="en-US" sz="1400" dirty="0" err="1"/>
                        <a:t>Johilla</a:t>
                      </a:r>
                      <a:endParaRPr lang="en-US" sz="1400" dirty="0"/>
                    </a:p>
                  </a:txBody>
                  <a:tcPr marL="45720" marR="45720" marT="36000" marB="36000" anchor="ctr"/>
                </a:tc>
                <a:tc>
                  <a:txBody>
                    <a:bodyPr/>
                    <a:lstStyle/>
                    <a:p>
                      <a:r>
                        <a:rPr lang="en-US" sz="1400" dirty="0" err="1"/>
                        <a:t>Pinoura</a:t>
                      </a:r>
                      <a:r>
                        <a:rPr lang="en-US" sz="1400" dirty="0"/>
                        <a:t> ug</a:t>
                      </a:r>
                    </a:p>
                  </a:txBody>
                  <a:tcPr marL="45720" marR="45720" marT="36000" marB="36000" anchor="ctr"/>
                </a:tc>
                <a:tc>
                  <a:txBody>
                    <a:bodyPr/>
                    <a:lstStyle/>
                    <a:p>
                      <a:pPr algn="ctr"/>
                      <a:r>
                        <a:rPr lang="en-US" sz="1400" dirty="0"/>
                        <a:t>441.84</a:t>
                      </a:r>
                    </a:p>
                  </a:txBody>
                  <a:tcPr marL="45720" marR="45720" marT="36000" marB="36000" anchor="ctr">
                    <a:solidFill>
                      <a:schemeClr val="accent1">
                        <a:lumMod val="40000"/>
                        <a:lumOff val="60000"/>
                      </a:schemeClr>
                    </a:solidFill>
                  </a:tcPr>
                </a:tc>
                <a:tc>
                  <a:txBody>
                    <a:bodyPr/>
                    <a:lstStyle/>
                    <a:p>
                      <a:pPr algn="ctr"/>
                      <a:r>
                        <a:rPr lang="en-US" sz="1400" dirty="0"/>
                        <a:t>19</a:t>
                      </a:r>
                    </a:p>
                  </a:txBody>
                  <a:tcPr marL="45720" marR="45720" marT="36000" marB="36000" anchor="ctr"/>
                </a:tc>
                <a:tc>
                  <a:txBody>
                    <a:bodyPr/>
                    <a:lstStyle/>
                    <a:p>
                      <a:pPr algn="ctr"/>
                      <a:r>
                        <a:rPr lang="en-US" sz="1400" dirty="0"/>
                        <a:t>110</a:t>
                      </a:r>
                    </a:p>
                  </a:txBody>
                  <a:tcPr marL="45720" marR="45720" marT="36000" marB="36000" anchor="ctr"/>
                </a:tc>
                <a:extLst>
                  <a:ext uri="{0D108BD9-81ED-4DB2-BD59-A6C34878D82A}">
                    <a16:rowId xmlns:a16="http://schemas.microsoft.com/office/drawing/2014/main" val="169680978"/>
                  </a:ext>
                </a:extLst>
              </a:tr>
              <a:tr h="141017">
                <a:tc vMerge="1">
                  <a:txBody>
                    <a:bodyPr/>
                    <a:lstStyle/>
                    <a:p>
                      <a:endParaRPr lang="en-US" sz="1400" dirty="0"/>
                    </a:p>
                  </a:txBody>
                  <a:tcPr marL="45720" marR="45720" anchor="ctr"/>
                </a:tc>
                <a:tc rowSpan="2">
                  <a:txBody>
                    <a:bodyPr/>
                    <a:lstStyle/>
                    <a:p>
                      <a:r>
                        <a:rPr lang="en-US" sz="1400" dirty="0" err="1"/>
                        <a:t>Sohagpur</a:t>
                      </a:r>
                      <a:endParaRPr lang="en-US" sz="1400" dirty="0"/>
                    </a:p>
                  </a:txBody>
                  <a:tcPr marL="45720" marR="45720" marT="36000" marB="36000" anchor="ctr"/>
                </a:tc>
                <a:tc>
                  <a:txBody>
                    <a:bodyPr/>
                    <a:lstStyle/>
                    <a:p>
                      <a:r>
                        <a:rPr lang="en-US" sz="1400" dirty="0"/>
                        <a:t>Sharda OC/HW</a:t>
                      </a:r>
                    </a:p>
                  </a:txBody>
                  <a:tcPr marL="45720" marR="45720" marT="36000" marB="36000" anchor="ctr"/>
                </a:tc>
                <a:tc>
                  <a:txBody>
                    <a:bodyPr/>
                    <a:lstStyle/>
                    <a:p>
                      <a:pPr algn="ctr"/>
                      <a:r>
                        <a:rPr lang="en-US" sz="1400" dirty="0"/>
                        <a:t>615.00</a:t>
                      </a:r>
                    </a:p>
                  </a:txBody>
                  <a:tcPr marL="45720" marR="45720" marT="36000" marB="36000" anchor="ctr">
                    <a:solidFill>
                      <a:schemeClr val="accent1">
                        <a:lumMod val="40000"/>
                        <a:lumOff val="60000"/>
                      </a:schemeClr>
                    </a:solidFill>
                  </a:tcPr>
                </a:tc>
                <a:tc>
                  <a:txBody>
                    <a:bodyPr/>
                    <a:lstStyle/>
                    <a:p>
                      <a:pPr algn="ctr"/>
                      <a:r>
                        <a:rPr lang="en-US" sz="1400" dirty="0"/>
                        <a:t>154</a:t>
                      </a:r>
                    </a:p>
                  </a:txBody>
                  <a:tcPr marL="45720" marR="45720" marT="36000" marB="36000" anchor="ctr"/>
                </a:tc>
                <a:tc>
                  <a:txBody>
                    <a:bodyPr/>
                    <a:lstStyle/>
                    <a:p>
                      <a:pPr algn="ctr"/>
                      <a:r>
                        <a:rPr lang="en-US" sz="1400" dirty="0"/>
                        <a:t>12</a:t>
                      </a:r>
                    </a:p>
                  </a:txBody>
                  <a:tcPr marL="45720" marR="45720" marT="36000" marB="36000" anchor="ctr"/>
                </a:tc>
                <a:extLst>
                  <a:ext uri="{0D108BD9-81ED-4DB2-BD59-A6C34878D82A}">
                    <a16:rowId xmlns:a16="http://schemas.microsoft.com/office/drawing/2014/main" val="3694084426"/>
                  </a:ext>
                </a:extLst>
              </a:tr>
              <a:tr h="141017">
                <a:tc vMerge="1">
                  <a:txBody>
                    <a:bodyPr/>
                    <a:lstStyle/>
                    <a:p>
                      <a:endParaRPr lang="en-US" sz="1400" dirty="0"/>
                    </a:p>
                  </a:txBody>
                  <a:tcPr marL="45720" marR="45720" anchor="ctr"/>
                </a:tc>
                <a:tc vMerge="1">
                  <a:txBody>
                    <a:bodyPr/>
                    <a:lstStyle/>
                    <a:p>
                      <a:endParaRPr lang="en-US" sz="1400" dirty="0"/>
                    </a:p>
                  </a:txBody>
                  <a:tcPr marL="45720" marR="45720" anchor="ctr"/>
                </a:tc>
                <a:tc>
                  <a:txBody>
                    <a:bodyPr/>
                    <a:lstStyle/>
                    <a:p>
                      <a:r>
                        <a:rPr lang="en-US" sz="1400" dirty="0" err="1"/>
                        <a:t>Dhanpuri</a:t>
                      </a:r>
                      <a:r>
                        <a:rPr lang="en-US" sz="1400" dirty="0"/>
                        <a:t> OCM</a:t>
                      </a:r>
                    </a:p>
                  </a:txBody>
                  <a:tcPr marL="45720" marR="45720" marT="36000" marB="36000" anchor="ctr"/>
                </a:tc>
                <a:tc>
                  <a:txBody>
                    <a:bodyPr/>
                    <a:lstStyle/>
                    <a:p>
                      <a:pPr algn="ctr"/>
                      <a:r>
                        <a:rPr lang="en-US" sz="1400" dirty="0"/>
                        <a:t>385.00</a:t>
                      </a:r>
                    </a:p>
                  </a:txBody>
                  <a:tcPr marL="45720" marR="45720" marT="36000" marB="36000" anchor="ctr">
                    <a:solidFill>
                      <a:schemeClr val="accent1">
                        <a:lumMod val="40000"/>
                        <a:lumOff val="60000"/>
                      </a:schemeClr>
                    </a:solidFill>
                  </a:tcPr>
                </a:tc>
                <a:tc>
                  <a:txBody>
                    <a:bodyPr/>
                    <a:lstStyle/>
                    <a:p>
                      <a:pPr algn="ctr"/>
                      <a:r>
                        <a:rPr lang="en-US" sz="1400" dirty="0"/>
                        <a:t>15.5</a:t>
                      </a:r>
                    </a:p>
                  </a:txBody>
                  <a:tcPr marL="45720" marR="45720" marT="36000" marB="36000" anchor="ctr"/>
                </a:tc>
                <a:tc>
                  <a:txBody>
                    <a:bodyPr/>
                    <a:lstStyle/>
                    <a:p>
                      <a:pPr algn="ctr"/>
                      <a:r>
                        <a:rPr lang="en-US" sz="1400" dirty="0"/>
                        <a:t>96</a:t>
                      </a:r>
                    </a:p>
                  </a:txBody>
                  <a:tcPr marL="45720" marR="45720" marT="36000" marB="36000" anchor="ctr"/>
                </a:tc>
                <a:extLst>
                  <a:ext uri="{0D108BD9-81ED-4DB2-BD59-A6C34878D82A}">
                    <a16:rowId xmlns:a16="http://schemas.microsoft.com/office/drawing/2014/main" val="613381132"/>
                  </a:ext>
                </a:extLst>
              </a:tr>
              <a:tr h="141017">
                <a:tc vMerge="1">
                  <a:txBody>
                    <a:bodyPr/>
                    <a:lstStyle/>
                    <a:p>
                      <a:endParaRPr lang="en-US" sz="1400" dirty="0"/>
                    </a:p>
                  </a:txBody>
                  <a:tcPr marL="45720" marR="45720" marT="36000" marB="36000" anchor="ctr"/>
                </a:tc>
                <a:tc gridSpan="2">
                  <a:txBody>
                    <a:bodyPr/>
                    <a:lstStyle/>
                    <a:p>
                      <a:r>
                        <a:rPr lang="en-US" sz="1400" b="1" dirty="0"/>
                        <a:t>Sub-total Madhya Pradesh</a:t>
                      </a:r>
                    </a:p>
                  </a:txBody>
                  <a:tcPr marL="45720" marR="45720" marT="36000" marB="36000" anchor="ctr"/>
                </a:tc>
                <a:tc hMerge="1">
                  <a:txBody>
                    <a:bodyPr/>
                    <a:lstStyle/>
                    <a:p>
                      <a:endParaRPr lang="en-US" sz="1400" dirty="0"/>
                    </a:p>
                  </a:txBody>
                  <a:tcPr marL="45720" marR="45720" marT="36000" marB="36000" anchor="ctr"/>
                </a:tc>
                <a:tc>
                  <a:txBody>
                    <a:bodyPr/>
                    <a:lstStyle/>
                    <a:p>
                      <a:pPr algn="ctr"/>
                      <a:r>
                        <a:rPr lang="en-US" sz="1400" b="1" dirty="0"/>
                        <a:t>2128.00</a:t>
                      </a:r>
                    </a:p>
                  </a:txBody>
                  <a:tcPr marL="45720" marR="45720" marT="36000" marB="36000" anchor="ctr">
                    <a:solidFill>
                      <a:schemeClr val="accent1">
                        <a:lumMod val="40000"/>
                        <a:lumOff val="60000"/>
                      </a:schemeClr>
                    </a:solidFill>
                  </a:tcPr>
                </a:tc>
                <a:tc>
                  <a:txBody>
                    <a:bodyPr/>
                    <a:lstStyle/>
                    <a:p>
                      <a:pPr algn="ctr"/>
                      <a:endParaRPr lang="en-US" sz="1400" b="1" dirty="0"/>
                    </a:p>
                  </a:txBody>
                  <a:tcPr marL="45720" marR="45720" marT="36000" marB="36000" anchor="ctr"/>
                </a:tc>
                <a:tc>
                  <a:txBody>
                    <a:bodyPr/>
                    <a:lstStyle/>
                    <a:p>
                      <a:pPr algn="ctr"/>
                      <a:r>
                        <a:rPr lang="en-US" sz="1400" b="1" dirty="0"/>
                        <a:t>367</a:t>
                      </a:r>
                    </a:p>
                  </a:txBody>
                  <a:tcPr marL="45720" marR="45720" marT="36000" marB="36000" anchor="ctr"/>
                </a:tc>
                <a:extLst>
                  <a:ext uri="{0D108BD9-81ED-4DB2-BD59-A6C34878D82A}">
                    <a16:rowId xmlns:a16="http://schemas.microsoft.com/office/drawing/2014/main" val="1168755878"/>
                  </a:ext>
                </a:extLst>
              </a:tr>
              <a:tr h="141017">
                <a:tc>
                  <a:txBody>
                    <a:bodyPr/>
                    <a:lstStyle/>
                    <a:p>
                      <a:endParaRPr lang="en-US" sz="1400" b="1" dirty="0"/>
                    </a:p>
                  </a:txBody>
                  <a:tcPr marL="45720" marR="45720" marT="36000" marB="36000" anchor="ctr"/>
                </a:tc>
                <a:tc gridSpan="2">
                  <a:txBody>
                    <a:bodyPr/>
                    <a:lstStyle/>
                    <a:p>
                      <a:r>
                        <a:rPr lang="en-US" sz="1400" b="1" dirty="0"/>
                        <a:t>Total</a:t>
                      </a:r>
                    </a:p>
                  </a:txBody>
                  <a:tcPr marL="45720" marR="45720" marT="36000" marB="36000" anchor="ctr"/>
                </a:tc>
                <a:tc hMerge="1">
                  <a:txBody>
                    <a:bodyPr/>
                    <a:lstStyle/>
                    <a:p>
                      <a:endParaRPr lang="en-US" sz="1400" b="1" dirty="0"/>
                    </a:p>
                  </a:txBody>
                  <a:tcPr marL="45720" marR="45720" marT="36000" marB="36000" anchor="ctr"/>
                </a:tc>
                <a:tc>
                  <a:txBody>
                    <a:bodyPr/>
                    <a:lstStyle/>
                    <a:p>
                      <a:pPr algn="ctr"/>
                      <a:r>
                        <a:rPr lang="en-US" sz="1400" b="1" dirty="0"/>
                        <a:t>2904.05</a:t>
                      </a:r>
                    </a:p>
                  </a:txBody>
                  <a:tcPr marL="45720" marR="45720" marT="36000" marB="36000" anchor="ctr">
                    <a:solidFill>
                      <a:schemeClr val="accent1">
                        <a:lumMod val="40000"/>
                        <a:lumOff val="60000"/>
                      </a:schemeClr>
                    </a:solidFill>
                  </a:tcPr>
                </a:tc>
                <a:tc>
                  <a:txBody>
                    <a:bodyPr/>
                    <a:lstStyle/>
                    <a:p>
                      <a:pPr algn="ctr"/>
                      <a:endParaRPr lang="en-US" sz="1400" b="1" dirty="0"/>
                    </a:p>
                  </a:txBody>
                  <a:tcPr marL="45720" marR="45720" marT="36000" marB="36000" anchor="ctr"/>
                </a:tc>
                <a:tc>
                  <a:txBody>
                    <a:bodyPr/>
                    <a:lstStyle/>
                    <a:p>
                      <a:pPr algn="ctr"/>
                      <a:r>
                        <a:rPr lang="en-US" sz="1400" b="1" dirty="0"/>
                        <a:t>561</a:t>
                      </a:r>
                    </a:p>
                  </a:txBody>
                  <a:tcPr marL="45720" marR="45720" marT="36000" marB="36000" anchor="ctr"/>
                </a:tc>
                <a:extLst>
                  <a:ext uri="{0D108BD9-81ED-4DB2-BD59-A6C34878D82A}">
                    <a16:rowId xmlns:a16="http://schemas.microsoft.com/office/drawing/2014/main" val="2928948740"/>
                  </a:ext>
                </a:extLst>
              </a:tr>
            </a:tbl>
          </a:graphicData>
        </a:graphic>
      </p:graphicFrame>
      <p:sp>
        <p:nvSpPr>
          <p:cNvPr id="10" name="TextBox 9">
            <a:extLst>
              <a:ext uri="{FF2B5EF4-FFF2-40B4-BE49-F238E27FC236}">
                <a16:creationId xmlns:a16="http://schemas.microsoft.com/office/drawing/2014/main" id="{4DA22CF8-1F79-4476-920C-CC7414FDA9BB}"/>
              </a:ext>
            </a:extLst>
          </p:cNvPr>
          <p:cNvSpPr txBox="1"/>
          <p:nvPr/>
        </p:nvSpPr>
        <p:spPr>
          <a:xfrm>
            <a:off x="5961895" y="6445193"/>
            <a:ext cx="5532120" cy="436195"/>
          </a:xfrm>
          <a:prstGeom prst="rect">
            <a:avLst/>
          </a:prstGeom>
          <a:noFill/>
        </p:spPr>
        <p:txBody>
          <a:bodyPr wrap="square" lIns="0" tIns="0" rIns="0" bIns="0" rtlCol="0">
            <a:spAutoFit/>
          </a:bodyPr>
          <a:lstStyle/>
          <a:p>
            <a:pPr>
              <a:spcBef>
                <a:spcPts val="600"/>
              </a:spcBef>
              <a:buSzPct val="100000"/>
            </a:pPr>
            <a:r>
              <a:rPr lang="en-US" sz="1600" dirty="0">
                <a:solidFill>
                  <a:srgbClr val="313131"/>
                </a:solidFill>
              </a:rPr>
              <a:t>*</a:t>
            </a:r>
            <a:r>
              <a:rPr lang="en-US" sz="1200" dirty="0">
                <a:solidFill>
                  <a:srgbClr val="313131"/>
                </a:solidFill>
              </a:rPr>
              <a:t> Preferred land parcels as identified in previous slides; The remaining land parcels available with SECL are either smaller (&lt;10 MW) or are far from sub-stations (</a:t>
            </a:r>
            <a:r>
              <a:rPr lang="en-US" sz="1200" dirty="0">
                <a:solidFill>
                  <a:srgbClr val="313131"/>
                </a:solidFill>
                <a:sym typeface="Symbol" panose="05050102010706020507" pitchFamily="18" charset="2"/>
              </a:rPr>
              <a:t>30 km)</a:t>
            </a:r>
            <a:endParaRPr lang="en-US" sz="1200" dirty="0">
              <a:solidFill>
                <a:srgbClr val="313131"/>
              </a:solidFill>
            </a:endParaRPr>
          </a:p>
        </p:txBody>
      </p:sp>
    </p:spTree>
    <p:extLst>
      <p:ext uri="{BB962C8B-B14F-4D97-AF65-F5344CB8AC3E}">
        <p14:creationId xmlns:p14="http://schemas.microsoft.com/office/powerpoint/2010/main" val="905406649"/>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Assessment of Land Requirement vis-à-vis Land Availability (2/2)</a:t>
            </a:r>
            <a:endParaRPr lang="en-GB" sz="2800" b="1" dirty="0"/>
          </a:p>
        </p:txBody>
      </p:sp>
      <mc:AlternateContent xmlns:mc="http://schemas.openxmlformats.org/markup-compatibility/2006" xmlns:cx1="http://schemas.microsoft.com/office/drawing/2015/9/8/chartex">
        <mc:Choice Requires="cx1">
          <p:graphicFrame>
            <p:nvGraphicFramePr>
              <p:cNvPr id="7" name="Chart 6">
                <a:extLst>
                  <a:ext uri="{FF2B5EF4-FFF2-40B4-BE49-F238E27FC236}">
                    <a16:creationId xmlns:a16="http://schemas.microsoft.com/office/drawing/2014/main" id="{841245D4-94BB-4FE7-8F87-AED3D3F02258}"/>
                  </a:ext>
                </a:extLst>
              </p:cNvPr>
              <p:cNvGraphicFramePr/>
              <p:nvPr>
                <p:extLst>
                  <p:ext uri="{D42A27DB-BD31-4B8C-83A1-F6EECF244321}">
                    <p14:modId xmlns:p14="http://schemas.microsoft.com/office/powerpoint/2010/main" val="4057079089"/>
                  </p:ext>
                </p:extLst>
              </p:nvPr>
            </p:nvGraphicFramePr>
            <p:xfrm>
              <a:off x="501649" y="527437"/>
              <a:ext cx="11188699" cy="3689048"/>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7" name="Chart 6">
                <a:extLst>
                  <a:ext uri="{FF2B5EF4-FFF2-40B4-BE49-F238E27FC236}">
                    <a16:creationId xmlns:a16="http://schemas.microsoft.com/office/drawing/2014/main" id="{841245D4-94BB-4FE7-8F87-AED3D3F02258}"/>
                  </a:ext>
                </a:extLst>
              </p:cNvPr>
              <p:cNvPicPr>
                <a:picLocks noGrp="1" noRot="1" noChangeAspect="1" noMove="1" noResize="1" noEditPoints="1" noAdjustHandles="1" noChangeArrowheads="1" noChangeShapeType="1"/>
              </p:cNvPicPr>
              <p:nvPr/>
            </p:nvPicPr>
            <p:blipFill>
              <a:blip r:embed="rId3"/>
              <a:stretch>
                <a:fillRect/>
              </a:stretch>
            </p:blipFill>
            <p:spPr>
              <a:xfrm>
                <a:off x="501649" y="527437"/>
                <a:ext cx="11188699" cy="3689048"/>
              </a:xfrm>
              <a:prstGeom prst="rect">
                <a:avLst/>
              </a:prstGeom>
            </p:spPr>
          </p:pic>
        </mc:Fallback>
      </mc:AlternateContent>
      <p:graphicFrame>
        <p:nvGraphicFramePr>
          <p:cNvPr id="3" name="Table 3">
            <a:extLst>
              <a:ext uri="{FF2B5EF4-FFF2-40B4-BE49-F238E27FC236}">
                <a16:creationId xmlns:a16="http://schemas.microsoft.com/office/drawing/2014/main" id="{845EBE2B-7EE8-41F5-8E6C-EF4D91F3AD6E}"/>
              </a:ext>
            </a:extLst>
          </p:cNvPr>
          <p:cNvGraphicFramePr>
            <a:graphicFrameLocks noGrp="1"/>
          </p:cNvGraphicFramePr>
          <p:nvPr>
            <p:extLst>
              <p:ext uri="{D42A27DB-BD31-4B8C-83A1-F6EECF244321}">
                <p14:modId xmlns:p14="http://schemas.microsoft.com/office/powerpoint/2010/main" val="3180034536"/>
              </p:ext>
            </p:extLst>
          </p:nvPr>
        </p:nvGraphicFramePr>
        <p:xfrm>
          <a:off x="605970" y="4065292"/>
          <a:ext cx="10976430" cy="853440"/>
        </p:xfrm>
        <a:graphic>
          <a:graphicData uri="http://schemas.openxmlformats.org/drawingml/2006/table">
            <a:tbl>
              <a:tblPr>
                <a:tableStyleId>{5C22544A-7EE6-4342-B048-85BDC9FD1C3A}</a:tableStyleId>
              </a:tblPr>
              <a:tblGrid>
                <a:gridCol w="1829405">
                  <a:extLst>
                    <a:ext uri="{9D8B030D-6E8A-4147-A177-3AD203B41FA5}">
                      <a16:colId xmlns:a16="http://schemas.microsoft.com/office/drawing/2014/main" val="3483924275"/>
                    </a:ext>
                  </a:extLst>
                </a:gridCol>
                <a:gridCol w="1829405">
                  <a:extLst>
                    <a:ext uri="{9D8B030D-6E8A-4147-A177-3AD203B41FA5}">
                      <a16:colId xmlns:a16="http://schemas.microsoft.com/office/drawing/2014/main" val="2893511988"/>
                    </a:ext>
                  </a:extLst>
                </a:gridCol>
                <a:gridCol w="1829405">
                  <a:extLst>
                    <a:ext uri="{9D8B030D-6E8A-4147-A177-3AD203B41FA5}">
                      <a16:colId xmlns:a16="http://schemas.microsoft.com/office/drawing/2014/main" val="2490653219"/>
                    </a:ext>
                  </a:extLst>
                </a:gridCol>
                <a:gridCol w="1829405">
                  <a:extLst>
                    <a:ext uri="{9D8B030D-6E8A-4147-A177-3AD203B41FA5}">
                      <a16:colId xmlns:a16="http://schemas.microsoft.com/office/drawing/2014/main" val="757483866"/>
                    </a:ext>
                  </a:extLst>
                </a:gridCol>
                <a:gridCol w="1829405">
                  <a:extLst>
                    <a:ext uri="{9D8B030D-6E8A-4147-A177-3AD203B41FA5}">
                      <a16:colId xmlns:a16="http://schemas.microsoft.com/office/drawing/2014/main" val="1334229033"/>
                    </a:ext>
                  </a:extLst>
                </a:gridCol>
                <a:gridCol w="1829405">
                  <a:extLst>
                    <a:ext uri="{9D8B030D-6E8A-4147-A177-3AD203B41FA5}">
                      <a16:colId xmlns:a16="http://schemas.microsoft.com/office/drawing/2014/main" val="55553393"/>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u="none" strike="noStrike" dirty="0">
                          <a:effectLst/>
                        </a:rPr>
                        <a:t>Land available in Chhattisgarh (acres)</a:t>
                      </a:r>
                      <a:endParaRPr lang="en-US" sz="1400" b="0" i="0" u="none" strike="noStrike" dirty="0">
                        <a:solidFill>
                          <a:srgbClr val="000000"/>
                        </a:solidFill>
                        <a:effectLst/>
                        <a:latin typeface="Calibri" panose="020F0502020204030204" pitchFamily="34" charset="0"/>
                      </a:endParaRPr>
                    </a:p>
                  </a:txBody>
                  <a:tcPr marL="137160" marR="137160" marT="0" marB="0">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u="none" strike="noStrike" dirty="0">
                          <a:effectLst/>
                        </a:rPr>
                        <a:t>Land required for solar plant for self-consumption in Chhattisgarh (acres)</a:t>
                      </a:r>
                      <a:endParaRPr lang="en-US" sz="1400" b="0" i="0" u="none" strike="noStrike" dirty="0">
                        <a:solidFill>
                          <a:srgbClr val="000000"/>
                        </a:solidFill>
                        <a:effectLst/>
                        <a:latin typeface="Calibri" panose="020F0502020204030204" pitchFamily="34" charset="0"/>
                      </a:endParaRPr>
                    </a:p>
                  </a:txBody>
                  <a:tcPr marL="137160" marR="137160" marT="0" marB="0">
                    <a:noFill/>
                  </a:tcPr>
                </a:tc>
                <a:tc>
                  <a:txBody>
                    <a:bodyPr/>
                    <a:lstStyle/>
                    <a:p>
                      <a:pPr algn="ctr"/>
                      <a:endParaRPr lang="en-US" sz="1400"/>
                    </a:p>
                  </a:txBody>
                  <a:tcPr marL="137160" marR="137160" marT="0" marB="0">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u="none" strike="noStrike" dirty="0">
                          <a:effectLst/>
                        </a:rPr>
                        <a:t>Land available in MP (acres)</a:t>
                      </a:r>
                      <a:endParaRPr lang="en-US" sz="1400" b="0" i="0" u="none" strike="noStrike" dirty="0">
                        <a:solidFill>
                          <a:srgbClr val="000000"/>
                        </a:solidFill>
                        <a:effectLst/>
                        <a:latin typeface="Calibri" panose="020F0502020204030204" pitchFamily="34" charset="0"/>
                      </a:endParaRPr>
                    </a:p>
                  </a:txBody>
                  <a:tcPr marL="137160" marR="137160" marT="0" marB="0">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u="none" strike="noStrike" dirty="0">
                          <a:effectLst/>
                        </a:rPr>
                        <a:t>Land required for solar plant for self-consumption in MP (acres)</a:t>
                      </a:r>
                      <a:endParaRPr lang="en-US" sz="1400" b="0" i="0" u="none" strike="noStrike" dirty="0">
                        <a:solidFill>
                          <a:srgbClr val="000000"/>
                        </a:solidFill>
                        <a:effectLst/>
                        <a:latin typeface="Calibri" panose="020F0502020204030204" pitchFamily="34" charset="0"/>
                      </a:endParaRPr>
                    </a:p>
                  </a:txBody>
                  <a:tcPr marL="137160" marR="137160" marT="0" marB="0">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u="none" strike="noStrike" dirty="0">
                          <a:effectLst/>
                        </a:rPr>
                        <a:t>Land required for solar plant for surplus sale (acres)</a:t>
                      </a:r>
                      <a:endParaRPr lang="en-US" sz="1400" b="0" i="0" u="none" strike="noStrike" dirty="0">
                        <a:solidFill>
                          <a:srgbClr val="000000"/>
                        </a:solidFill>
                        <a:effectLst/>
                        <a:latin typeface="Calibri" panose="020F0502020204030204" pitchFamily="34" charset="0"/>
                      </a:endParaRPr>
                    </a:p>
                  </a:txBody>
                  <a:tcPr marL="137160" marR="137160" marT="0" marB="0">
                    <a:noFill/>
                  </a:tcPr>
                </a:tc>
                <a:extLst>
                  <a:ext uri="{0D108BD9-81ED-4DB2-BD59-A6C34878D82A}">
                    <a16:rowId xmlns:a16="http://schemas.microsoft.com/office/drawing/2014/main" val="30974210"/>
                  </a:ext>
                </a:extLst>
              </a:tr>
            </a:tbl>
          </a:graphicData>
        </a:graphic>
      </p:graphicFrame>
      <p:cxnSp>
        <p:nvCxnSpPr>
          <p:cNvPr id="5" name="Straight Connector 4">
            <a:extLst>
              <a:ext uri="{FF2B5EF4-FFF2-40B4-BE49-F238E27FC236}">
                <a16:creationId xmlns:a16="http://schemas.microsoft.com/office/drawing/2014/main" id="{5147894D-8EB0-4962-9076-F36A58DB130E}"/>
              </a:ext>
            </a:extLst>
          </p:cNvPr>
          <p:cNvCxnSpPr/>
          <p:nvPr/>
        </p:nvCxnSpPr>
        <p:spPr>
          <a:xfrm>
            <a:off x="2090055" y="3171456"/>
            <a:ext cx="43542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DA19A81-5A32-4534-994F-7A4B357427AA}"/>
              </a:ext>
            </a:extLst>
          </p:cNvPr>
          <p:cNvCxnSpPr/>
          <p:nvPr/>
        </p:nvCxnSpPr>
        <p:spPr>
          <a:xfrm>
            <a:off x="2340429" y="3095256"/>
            <a:ext cx="43542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D32F7F3-A0CA-4869-835C-28C8082FB137}"/>
              </a:ext>
            </a:extLst>
          </p:cNvPr>
          <p:cNvCxnSpPr>
            <a:cxnSpLocks/>
          </p:cNvCxnSpPr>
          <p:nvPr/>
        </p:nvCxnSpPr>
        <p:spPr>
          <a:xfrm>
            <a:off x="7554678" y="1625684"/>
            <a:ext cx="1926777"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908DF48-EA03-4D7B-9E3F-19B4C3609FA5}"/>
              </a:ext>
            </a:extLst>
          </p:cNvPr>
          <p:cNvCxnSpPr>
            <a:cxnSpLocks/>
          </p:cNvCxnSpPr>
          <p:nvPr/>
        </p:nvCxnSpPr>
        <p:spPr>
          <a:xfrm>
            <a:off x="8675916" y="1157598"/>
            <a:ext cx="143690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8C82F102-3A83-4860-911F-1B5643EF4498}"/>
              </a:ext>
            </a:extLst>
          </p:cNvPr>
          <p:cNvCxnSpPr>
            <a:cxnSpLocks/>
          </p:cNvCxnSpPr>
          <p:nvPr/>
        </p:nvCxnSpPr>
        <p:spPr>
          <a:xfrm>
            <a:off x="2460171" y="2355027"/>
            <a:ext cx="0" cy="740229"/>
          </a:xfrm>
          <a:prstGeom prst="straightConnector1">
            <a:avLst/>
          </a:prstGeom>
          <a:ln>
            <a:solidFill>
              <a:schemeClr val="tx2"/>
            </a:solidFill>
            <a:tailEnd type="arrow" w="med" len="lg"/>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C4F6D35-536B-4FC5-A34B-AAFA562F69A8}"/>
              </a:ext>
            </a:extLst>
          </p:cNvPr>
          <p:cNvCxnSpPr/>
          <p:nvPr/>
        </p:nvCxnSpPr>
        <p:spPr>
          <a:xfrm>
            <a:off x="2460171" y="3182342"/>
            <a:ext cx="0" cy="283029"/>
          </a:xfrm>
          <a:prstGeom prst="line">
            <a:avLst/>
          </a:prstGeom>
          <a:ln>
            <a:solidFill>
              <a:schemeClr val="tx2"/>
            </a:solidFill>
            <a:headEnd type="arrow" w="med" len="lg"/>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9EAD433-40DE-4EFF-BB94-4CBBEB1DAE7A}"/>
              </a:ext>
            </a:extLst>
          </p:cNvPr>
          <p:cNvCxnSpPr/>
          <p:nvPr/>
        </p:nvCxnSpPr>
        <p:spPr>
          <a:xfrm>
            <a:off x="2460171" y="2344141"/>
            <a:ext cx="39188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81A942F3-B5E6-4488-ABCD-FCDC28144868}"/>
              </a:ext>
            </a:extLst>
          </p:cNvPr>
          <p:cNvSpPr txBox="1"/>
          <p:nvPr/>
        </p:nvSpPr>
        <p:spPr>
          <a:xfrm>
            <a:off x="2922949" y="2112096"/>
            <a:ext cx="1284241" cy="430887"/>
          </a:xfrm>
          <a:prstGeom prst="rect">
            <a:avLst/>
          </a:prstGeom>
          <a:noFill/>
        </p:spPr>
        <p:txBody>
          <a:bodyPr wrap="square" lIns="0" tIns="0" rIns="0" bIns="0" rtlCol="0">
            <a:spAutoFit/>
          </a:bodyPr>
          <a:lstStyle/>
          <a:p>
            <a:pPr>
              <a:spcBef>
                <a:spcPts val="600"/>
              </a:spcBef>
              <a:buSzPct val="100000"/>
            </a:pPr>
            <a:r>
              <a:rPr lang="en-US" sz="1400" dirty="0">
                <a:solidFill>
                  <a:srgbClr val="313131"/>
                </a:solidFill>
              </a:rPr>
              <a:t>Shortfall of 65.80 acres of land</a:t>
            </a:r>
          </a:p>
        </p:txBody>
      </p:sp>
      <p:cxnSp>
        <p:nvCxnSpPr>
          <p:cNvPr id="20" name="Straight Arrow Connector 19">
            <a:extLst>
              <a:ext uri="{FF2B5EF4-FFF2-40B4-BE49-F238E27FC236}">
                <a16:creationId xmlns:a16="http://schemas.microsoft.com/office/drawing/2014/main" id="{D82431D7-9724-42BD-8A3D-3DB9D30E0E85}"/>
              </a:ext>
            </a:extLst>
          </p:cNvPr>
          <p:cNvCxnSpPr>
            <a:cxnSpLocks/>
          </p:cNvCxnSpPr>
          <p:nvPr/>
        </p:nvCxnSpPr>
        <p:spPr>
          <a:xfrm>
            <a:off x="8969828" y="1157598"/>
            <a:ext cx="0" cy="468086"/>
          </a:xfrm>
          <a:prstGeom prst="straightConnector1">
            <a:avLst/>
          </a:prstGeom>
          <a:ln>
            <a:solidFill>
              <a:schemeClr val="tx2"/>
            </a:solidFill>
            <a:headEnd type="arrow" w="med" len="lg"/>
            <a:tailEnd type="arrow" w="med" len="lg"/>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DC77B83-F31E-437E-AE46-D0CA6FDC7253}"/>
              </a:ext>
            </a:extLst>
          </p:cNvPr>
          <p:cNvSpPr txBox="1"/>
          <p:nvPr/>
        </p:nvSpPr>
        <p:spPr>
          <a:xfrm>
            <a:off x="8263495" y="1665781"/>
            <a:ext cx="1412665" cy="430887"/>
          </a:xfrm>
          <a:prstGeom prst="rect">
            <a:avLst/>
          </a:prstGeom>
          <a:noFill/>
        </p:spPr>
        <p:txBody>
          <a:bodyPr wrap="square" lIns="0" tIns="0" rIns="0" bIns="0" rtlCol="0">
            <a:spAutoFit/>
          </a:bodyPr>
          <a:lstStyle/>
          <a:p>
            <a:pPr algn="ctr">
              <a:spcBef>
                <a:spcPts val="600"/>
              </a:spcBef>
              <a:buSzPct val="100000"/>
            </a:pPr>
            <a:r>
              <a:rPr lang="en-US" sz="1400" dirty="0">
                <a:solidFill>
                  <a:srgbClr val="313131"/>
                </a:solidFill>
              </a:rPr>
              <a:t>Shortfall of 410.20 acres of land</a:t>
            </a:r>
          </a:p>
        </p:txBody>
      </p:sp>
      <p:sp>
        <p:nvSpPr>
          <p:cNvPr id="24" name="Rectangle: Rounded Corners 23">
            <a:extLst>
              <a:ext uri="{FF2B5EF4-FFF2-40B4-BE49-F238E27FC236}">
                <a16:creationId xmlns:a16="http://schemas.microsoft.com/office/drawing/2014/main" id="{862FB45B-F334-42C6-80B0-667744A42318}"/>
              </a:ext>
            </a:extLst>
          </p:cNvPr>
          <p:cNvSpPr/>
          <p:nvPr/>
        </p:nvSpPr>
        <p:spPr bwMode="gray">
          <a:xfrm>
            <a:off x="501649" y="5106677"/>
            <a:ext cx="11188700" cy="1429037"/>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Area of land available in Chhattisgarh can only cater the solar plant for self-consumption, with a shortfall of 65.80 acre.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Area of land available in Madhya Pradesh can cater the entire solar capacity required for self-consumption and then part of the solar capacity for surplus sale, with a shortfall of 410.20 acre.</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SECL needs to first undertake technical assessment to evaluate suitability of the available land-parcels for solar power generation. </a:t>
            </a:r>
            <a:r>
              <a:rPr lang="en-US" sz="1400" kern="0" dirty="0">
                <a:solidFill>
                  <a:prstClr val="black"/>
                </a:solidFill>
                <a:latin typeface="Calibri Light" panose="020F0302020204030204" pitchFamily="34" charset="0"/>
                <a:cs typeface="Calibri Light" panose="020F0302020204030204" pitchFamily="34" charset="0"/>
              </a:rPr>
              <a:t>F</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or the balance shortfall land pa</a:t>
            </a:r>
            <a:r>
              <a:rPr lang="en-US" sz="1400" kern="0" dirty="0" err="1">
                <a:solidFill>
                  <a:prstClr val="black"/>
                </a:solidFill>
                <a:latin typeface="Calibri Light" panose="020F0302020204030204" pitchFamily="34" charset="0"/>
                <a:cs typeface="Calibri Light" panose="020F0302020204030204" pitchFamily="34" charset="0"/>
              </a:rPr>
              <a:t>rcels</a:t>
            </a:r>
            <a:r>
              <a:rPr lang="en-US" sz="1400" kern="0" dirty="0">
                <a:solidFill>
                  <a:prstClr val="black"/>
                </a:solidFill>
                <a:latin typeface="Calibri Light" panose="020F0302020204030204" pitchFamily="34" charset="0"/>
                <a:cs typeface="Calibri Light" panose="020F0302020204030204" pitchFamily="34" charset="0"/>
              </a:rPr>
              <a:t>, SECL may look to procure from suitable land from govt / private owners as available.</a:t>
            </a:r>
          </a:p>
        </p:txBody>
      </p:sp>
    </p:spTree>
    <p:extLst>
      <p:ext uri="{BB962C8B-B14F-4D97-AF65-F5344CB8AC3E}">
        <p14:creationId xmlns:p14="http://schemas.microsoft.com/office/powerpoint/2010/main" val="864640533"/>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COMPARISON OF LAND AVAILABILITY FOR DIFFERENT MODELS </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2883180"/>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pPr algn="just"/>
            <a:r>
              <a:rPr lang="en-US" sz="2800" b="1" dirty="0"/>
              <a:t>Comparison of Various Business Models based on the Land Availability</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537238" y="4659086"/>
            <a:ext cx="11188700" cy="1201756"/>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For </a:t>
            </a:r>
            <a:r>
              <a:rPr lang="en-US" sz="1400" b="1" kern="0" dirty="0">
                <a:solidFill>
                  <a:prstClr val="black"/>
                </a:solidFill>
                <a:latin typeface="Calibri Light" panose="020F0302020204030204" pitchFamily="34" charset="0"/>
                <a:cs typeface="Calibri Light" panose="020F0302020204030204" pitchFamily="34" charset="0"/>
              </a:rPr>
              <a:t>Government scheme projects</a:t>
            </a:r>
            <a:r>
              <a:rPr lang="en-US" sz="1400" kern="0" dirty="0">
                <a:solidFill>
                  <a:prstClr val="black"/>
                </a:solidFill>
                <a:latin typeface="Calibri Light" panose="020F0302020204030204" pitchFamily="34" charset="0"/>
                <a:cs typeface="Calibri Light" panose="020F0302020204030204" pitchFamily="34" charset="0"/>
              </a:rPr>
              <a:t>, land availability risks are lowest. However, amongst Capex model (for captive), Own land option seems to be the most viable option as MP already has sufficient land and CG has some shortfall, which can be procured from private parties. For BOO mode project land risk is similar to that for own-land based captive project, since BOO developers will have to identify suitable lands.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40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The suitability of available own land </a:t>
            </a:r>
            <a:r>
              <a:rPr lang="en-US" sz="1400" kern="0" dirty="0">
                <a:solidFill>
                  <a:prstClr val="black"/>
                </a:solidFill>
                <a:latin typeface="Calibri Light" panose="020F0302020204030204" pitchFamily="34" charset="0"/>
                <a:cs typeface="Calibri Light" panose="020F0302020204030204" pitchFamily="34" charset="0"/>
              </a:rPr>
              <a:t>and their proximity to grid sub-station having adequate evacuation capacity need to be assessed</a:t>
            </a:r>
            <a:endParaRPr kumimoji="0" lang="en-US" sz="140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graphicFrame>
        <p:nvGraphicFramePr>
          <p:cNvPr id="2" name="Table 1">
            <a:extLst>
              <a:ext uri="{FF2B5EF4-FFF2-40B4-BE49-F238E27FC236}">
                <a16:creationId xmlns:a16="http://schemas.microsoft.com/office/drawing/2014/main" id="{2693A7C9-5736-4FA0-B324-3820CDC1EF6F}"/>
              </a:ext>
            </a:extLst>
          </p:cNvPr>
          <p:cNvGraphicFramePr>
            <a:graphicFrameLocks noGrp="1"/>
          </p:cNvGraphicFramePr>
          <p:nvPr>
            <p:extLst>
              <p:ext uri="{D42A27DB-BD31-4B8C-83A1-F6EECF244321}">
                <p14:modId xmlns:p14="http://schemas.microsoft.com/office/powerpoint/2010/main" val="1060187476"/>
              </p:ext>
            </p:extLst>
          </p:nvPr>
        </p:nvGraphicFramePr>
        <p:xfrm>
          <a:off x="537238" y="1132514"/>
          <a:ext cx="11188700" cy="1641839"/>
        </p:xfrm>
        <a:graphic>
          <a:graphicData uri="http://schemas.openxmlformats.org/drawingml/2006/table">
            <a:tbl>
              <a:tblPr firstRow="1" bandRow="1"/>
              <a:tblGrid>
                <a:gridCol w="4921291">
                  <a:extLst>
                    <a:ext uri="{9D8B030D-6E8A-4147-A177-3AD203B41FA5}">
                      <a16:colId xmlns:a16="http://schemas.microsoft.com/office/drawing/2014/main" val="3201733084"/>
                    </a:ext>
                  </a:extLst>
                </a:gridCol>
                <a:gridCol w="1418489">
                  <a:extLst>
                    <a:ext uri="{9D8B030D-6E8A-4147-A177-3AD203B41FA5}">
                      <a16:colId xmlns:a16="http://schemas.microsoft.com/office/drawing/2014/main" val="290581856"/>
                    </a:ext>
                  </a:extLst>
                </a:gridCol>
                <a:gridCol w="1563234">
                  <a:extLst>
                    <a:ext uri="{9D8B030D-6E8A-4147-A177-3AD203B41FA5}">
                      <a16:colId xmlns:a16="http://schemas.microsoft.com/office/drawing/2014/main" val="3262925279"/>
                    </a:ext>
                  </a:extLst>
                </a:gridCol>
                <a:gridCol w="1751401">
                  <a:extLst>
                    <a:ext uri="{9D8B030D-6E8A-4147-A177-3AD203B41FA5}">
                      <a16:colId xmlns:a16="http://schemas.microsoft.com/office/drawing/2014/main" val="1133543309"/>
                    </a:ext>
                  </a:extLst>
                </a:gridCol>
                <a:gridCol w="1534285">
                  <a:extLst>
                    <a:ext uri="{9D8B030D-6E8A-4147-A177-3AD203B41FA5}">
                      <a16:colId xmlns:a16="http://schemas.microsoft.com/office/drawing/2014/main" val="467961337"/>
                    </a:ext>
                  </a:extLst>
                </a:gridCol>
              </a:tblGrid>
              <a:tr h="694896">
                <a:tc>
                  <a:txBody>
                    <a:bodyPr/>
                    <a:lstStyle/>
                    <a:p>
                      <a:pPr algn="l" rtl="0" fontAlgn="ctr"/>
                      <a:r>
                        <a:rPr lang="en-US" sz="1400" b="1" i="0" u="none" strike="noStrike" dirty="0">
                          <a:solidFill>
                            <a:srgbClr val="000000"/>
                          </a:solidFill>
                          <a:effectLst/>
                          <a:latin typeface="Calibri" panose="020F0502020204030204" pitchFamily="34" charset="0"/>
                        </a:rPr>
                        <a:t>Business Models -&gt;</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rtl="0" fontAlgn="ctr"/>
                      <a:r>
                        <a:rPr lang="en-US" sz="1400" b="1" i="0" u="none" strike="noStrike">
                          <a:solidFill>
                            <a:srgbClr val="000000"/>
                          </a:solidFill>
                          <a:effectLst/>
                          <a:latin typeface="Calibri" panose="020F0502020204030204" pitchFamily="34" charset="0"/>
                        </a:rPr>
                        <a:t>Model 1: Captive Mode</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rowSpan="2">
                  <a:txBody>
                    <a:bodyPr/>
                    <a:lstStyle/>
                    <a:p>
                      <a:pPr algn="ctr" rtl="0" fontAlgn="ctr"/>
                      <a:r>
                        <a:rPr lang="sv-SE" sz="1400" b="1" i="0" u="none" strike="noStrike">
                          <a:solidFill>
                            <a:srgbClr val="000000"/>
                          </a:solidFill>
                          <a:effectLst/>
                          <a:latin typeface="Calibri" panose="020F0502020204030204" pitchFamily="34" charset="0"/>
                        </a:rPr>
                        <a:t>Model 2: BOO Mode (PPA)</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rtl="0" fontAlgn="ctr"/>
                      <a:r>
                        <a:rPr lang="en-US" sz="1400" b="1" i="0" u="none" strike="noStrike" dirty="0">
                          <a:solidFill>
                            <a:srgbClr val="000000"/>
                          </a:solidFill>
                          <a:effectLst/>
                          <a:latin typeface="Calibri" panose="020F0502020204030204" pitchFamily="34" charset="0"/>
                        </a:rPr>
                        <a:t>Model 3: Government Scheme PPA</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42899724"/>
                  </a:ext>
                </a:extLst>
              </a:tr>
              <a:tr h="428783">
                <a:tc>
                  <a:txBody>
                    <a:bodyPr/>
                    <a:lstStyle/>
                    <a:p>
                      <a:pPr algn="l" rtl="0" fontAlgn="ctr"/>
                      <a:r>
                        <a:rPr lang="en-US" sz="1400" b="1" i="0" u="none" strike="noStrike" dirty="0">
                          <a:solidFill>
                            <a:srgbClr val="000000"/>
                          </a:solidFill>
                          <a:effectLst/>
                          <a:latin typeface="Calibri" panose="020F0502020204030204" pitchFamily="34" charset="0"/>
                        </a:rPr>
                        <a:t>Land Ownership -&gt;</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Own Land</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Others’ Land</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2427612620"/>
                  </a:ext>
                </a:extLst>
              </a:tr>
              <a:tr h="349612">
                <a:tc>
                  <a:txBody>
                    <a:bodyPr/>
                    <a:lstStyle/>
                    <a:p>
                      <a:pPr algn="l" rtl="0" fontAlgn="ctr"/>
                      <a:r>
                        <a:rPr lang="en-US" sz="1400" b="0" i="1" u="none" strike="noStrike" dirty="0">
                          <a:solidFill>
                            <a:srgbClr val="000000"/>
                          </a:solidFill>
                          <a:effectLst/>
                          <a:latin typeface="Calibri" panose="020F0502020204030204" pitchFamily="34" charset="0"/>
                        </a:rPr>
                        <a:t>Land Availability</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kern="1200" dirty="0">
                          <a:solidFill>
                            <a:srgbClr val="ED8B00"/>
                          </a:solidFill>
                          <a:latin typeface="+mn-lt"/>
                          <a:ea typeface="+mn-ea"/>
                          <a:cs typeface="+mn-cs"/>
                          <a:sym typeface="Wingdings 2" panose="05020102010507070707" pitchFamily="18" charset="2"/>
                        </a:rPr>
                        <a:t></a:t>
                      </a:r>
                      <a:endParaRPr lang="en-US" sz="2800" b="0" kern="1200" dirty="0">
                        <a:solidFill>
                          <a:srgbClr val="ED8B00"/>
                        </a:solidFill>
                        <a:latin typeface="+mn-lt"/>
                        <a:ea typeface="+mn-ea"/>
                        <a:cs typeface="+mn-cs"/>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800" b="0" dirty="0">
                          <a:solidFill>
                            <a:srgbClr val="DA291C"/>
                          </a:solidFill>
                          <a:sym typeface="Wingdings 2" panose="05020102010507070707" pitchFamily="18" charset="2"/>
                        </a:rPr>
                        <a:t></a:t>
                      </a:r>
                      <a:endParaRPr lang="en-US" sz="2800" b="0" dirty="0">
                        <a:solidFill>
                          <a:srgbClr val="DA291C"/>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800" b="0" dirty="0">
                          <a:solidFill>
                            <a:srgbClr val="ED8B00"/>
                          </a:solidFill>
                          <a:sym typeface="Wingdings 2" panose="05020102010507070707" pitchFamily="18" charset="2"/>
                        </a:rPr>
                        <a:t></a:t>
                      </a:r>
                      <a:endParaRPr lang="en-US" sz="2800" b="0" dirty="0">
                        <a:solidFill>
                          <a:schemeClr val="accent1">
                            <a:lumMod val="60000"/>
                            <a:lumOff val="40000"/>
                          </a:schemeClr>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800" b="0" dirty="0">
                          <a:solidFill>
                            <a:srgbClr val="00B050"/>
                          </a:solidFill>
                          <a:sym typeface="Wingdings 2" panose="05020102010507070707" pitchFamily="18" charset="2"/>
                        </a:rPr>
                        <a:t></a:t>
                      </a:r>
                      <a:endParaRPr lang="en-US" sz="2800" b="0" dirty="0">
                        <a:solidFill>
                          <a:srgbClr val="C00000"/>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60409932"/>
                  </a:ext>
                </a:extLst>
              </a:tr>
            </a:tbl>
          </a:graphicData>
        </a:graphic>
      </p:graphicFrame>
    </p:spTree>
    <p:extLst>
      <p:ext uri="{BB962C8B-B14F-4D97-AF65-F5344CB8AC3E}">
        <p14:creationId xmlns:p14="http://schemas.microsoft.com/office/powerpoint/2010/main" val="3204023443"/>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Procedural Requirements</a:t>
            </a:r>
            <a:endParaRPr lang="en-US" sz="2800" dirty="0">
              <a:solidFill>
                <a:schemeClr val="bg1"/>
              </a:solidFill>
            </a:endParaRPr>
          </a:p>
        </p:txBody>
      </p:sp>
    </p:spTree>
    <p:extLst>
      <p:ext uri="{BB962C8B-B14F-4D97-AF65-F5344CB8AC3E}">
        <p14:creationId xmlns:p14="http://schemas.microsoft.com/office/powerpoint/2010/main" val="3055689157"/>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REGISTRATION, CONNECTIVITY AND OPEN ACCESS PROCEDURES FOR CHHATTISGARH</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3018570"/>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Procedure for NOC / Registration of Solar Power Projects in Chhattisgarh</a:t>
            </a:r>
            <a:endParaRPr lang="en-GB" sz="2800" b="1" dirty="0"/>
          </a:p>
        </p:txBody>
      </p:sp>
      <p:sp>
        <p:nvSpPr>
          <p:cNvPr id="18" name="TextBox 17">
            <a:extLst>
              <a:ext uri="{FF2B5EF4-FFF2-40B4-BE49-F238E27FC236}">
                <a16:creationId xmlns:a16="http://schemas.microsoft.com/office/drawing/2014/main" id="{7F2184AF-197B-4564-BEE1-289D149FADE4}"/>
              </a:ext>
            </a:extLst>
          </p:cNvPr>
          <p:cNvSpPr txBox="1"/>
          <p:nvPr/>
        </p:nvSpPr>
        <p:spPr>
          <a:xfrm>
            <a:off x="501648" y="1358447"/>
            <a:ext cx="11188699"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Clause 12 and 13 of the Policy – Identification of CREDA as Nodal Agency and single-window clearance agency will assist and guide the Project Developers and will undertake necessary activities to achieve the objectives of the Policy.</a:t>
            </a:r>
          </a:p>
        </p:txBody>
      </p:sp>
      <p:cxnSp>
        <p:nvCxnSpPr>
          <p:cNvPr id="19" name="Straight Connector 18">
            <a:extLst>
              <a:ext uri="{FF2B5EF4-FFF2-40B4-BE49-F238E27FC236}">
                <a16:creationId xmlns:a16="http://schemas.microsoft.com/office/drawing/2014/main" id="{9A74F463-9A60-407E-BD34-5A1EC28EC24E}"/>
              </a:ext>
            </a:extLst>
          </p:cNvPr>
          <p:cNvCxnSpPr/>
          <p:nvPr/>
        </p:nvCxnSpPr>
        <p:spPr>
          <a:xfrm>
            <a:off x="501649" y="1066799"/>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A4171308-CC62-4604-8CDA-A1F9CE7C7DFB}"/>
              </a:ext>
            </a:extLst>
          </p:cNvPr>
          <p:cNvSpPr txBox="1"/>
          <p:nvPr/>
        </p:nvSpPr>
        <p:spPr>
          <a:xfrm>
            <a:off x="2938131" y="951722"/>
            <a:ext cx="6315733"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CREDA – Nodal Agency as per Chhattisgarh Solar Energy Policy 2017-27</a:t>
            </a:r>
          </a:p>
        </p:txBody>
      </p:sp>
      <p:sp>
        <p:nvSpPr>
          <p:cNvPr id="21" name="TextBox 20">
            <a:extLst>
              <a:ext uri="{FF2B5EF4-FFF2-40B4-BE49-F238E27FC236}">
                <a16:creationId xmlns:a16="http://schemas.microsoft.com/office/drawing/2014/main" id="{8D7DDE2B-1F6C-4983-AA0E-973F16E2934C}"/>
              </a:ext>
            </a:extLst>
          </p:cNvPr>
          <p:cNvSpPr txBox="1"/>
          <p:nvPr/>
        </p:nvSpPr>
        <p:spPr>
          <a:xfrm>
            <a:off x="501650" y="2679062"/>
            <a:ext cx="11188699"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Salient aspects of the Application to be filed before CREDA for NOC / Registration of the Solar Power Project:</a:t>
            </a:r>
          </a:p>
        </p:txBody>
      </p:sp>
      <p:cxnSp>
        <p:nvCxnSpPr>
          <p:cNvPr id="22" name="Straight Connector 21">
            <a:extLst>
              <a:ext uri="{FF2B5EF4-FFF2-40B4-BE49-F238E27FC236}">
                <a16:creationId xmlns:a16="http://schemas.microsoft.com/office/drawing/2014/main" id="{9ECC3FA6-50CA-4615-9362-E108B97A1B3E}"/>
              </a:ext>
            </a:extLst>
          </p:cNvPr>
          <p:cNvCxnSpPr/>
          <p:nvPr/>
        </p:nvCxnSpPr>
        <p:spPr>
          <a:xfrm>
            <a:off x="501651" y="2387414"/>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A73B28E9-894F-4AC8-AC19-959ECBAED226}"/>
              </a:ext>
            </a:extLst>
          </p:cNvPr>
          <p:cNvSpPr txBox="1"/>
          <p:nvPr/>
        </p:nvSpPr>
        <p:spPr>
          <a:xfrm>
            <a:off x="1892879" y="2272337"/>
            <a:ext cx="8406241"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Application procedure for Grid Interactive Solar PV Power Generation Projects before CREDA</a:t>
            </a:r>
          </a:p>
        </p:txBody>
      </p:sp>
      <p:sp>
        <p:nvSpPr>
          <p:cNvPr id="2" name="TextBox 1">
            <a:extLst>
              <a:ext uri="{FF2B5EF4-FFF2-40B4-BE49-F238E27FC236}">
                <a16:creationId xmlns:a16="http://schemas.microsoft.com/office/drawing/2014/main" id="{E7B8BFF6-D2C6-402D-A7DB-B064D2B89ECA}"/>
              </a:ext>
            </a:extLst>
          </p:cNvPr>
          <p:cNvSpPr txBox="1"/>
          <p:nvPr/>
        </p:nvSpPr>
        <p:spPr>
          <a:xfrm>
            <a:off x="3190418" y="3048000"/>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General information of the applicant entity</a:t>
            </a:r>
          </a:p>
        </p:txBody>
      </p:sp>
      <p:sp>
        <p:nvSpPr>
          <p:cNvPr id="25" name="TextBox 24">
            <a:extLst>
              <a:ext uri="{FF2B5EF4-FFF2-40B4-BE49-F238E27FC236}">
                <a16:creationId xmlns:a16="http://schemas.microsoft.com/office/drawing/2014/main" id="{264FAA61-AC87-485E-BDAC-3F66ED18DC13}"/>
              </a:ext>
            </a:extLst>
          </p:cNvPr>
          <p:cNvSpPr txBox="1"/>
          <p:nvPr/>
        </p:nvSpPr>
        <p:spPr>
          <a:xfrm>
            <a:off x="5242329" y="3048000"/>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Experience of applicant entity in Renewable Energy sector</a:t>
            </a:r>
          </a:p>
        </p:txBody>
      </p:sp>
      <p:sp>
        <p:nvSpPr>
          <p:cNvPr id="26" name="TextBox 25">
            <a:extLst>
              <a:ext uri="{FF2B5EF4-FFF2-40B4-BE49-F238E27FC236}">
                <a16:creationId xmlns:a16="http://schemas.microsoft.com/office/drawing/2014/main" id="{D8E47AAB-A23F-438F-9055-EDE95C559F7B}"/>
              </a:ext>
            </a:extLst>
          </p:cNvPr>
          <p:cNvSpPr txBox="1"/>
          <p:nvPr/>
        </p:nvSpPr>
        <p:spPr>
          <a:xfrm>
            <a:off x="7294240" y="3048000"/>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Information regarding the proposed project, e.g., capacity, location, land, cost, place of evacuation, etc.</a:t>
            </a:r>
          </a:p>
        </p:txBody>
      </p:sp>
      <p:sp>
        <p:nvSpPr>
          <p:cNvPr id="27" name="TextBox 26">
            <a:extLst>
              <a:ext uri="{FF2B5EF4-FFF2-40B4-BE49-F238E27FC236}">
                <a16:creationId xmlns:a16="http://schemas.microsoft.com/office/drawing/2014/main" id="{1AD5A20F-85BF-4AF7-9084-22B2B54E4EDA}"/>
              </a:ext>
            </a:extLst>
          </p:cNvPr>
          <p:cNvSpPr txBox="1"/>
          <p:nvPr/>
        </p:nvSpPr>
        <p:spPr>
          <a:xfrm>
            <a:off x="3190418" y="4495741"/>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Technical details of project (incl. modules, PCU, mounting arrangements, evacuation infra, etc.)</a:t>
            </a:r>
          </a:p>
        </p:txBody>
      </p:sp>
      <p:sp>
        <p:nvSpPr>
          <p:cNvPr id="28" name="TextBox 27">
            <a:extLst>
              <a:ext uri="{FF2B5EF4-FFF2-40B4-BE49-F238E27FC236}">
                <a16:creationId xmlns:a16="http://schemas.microsoft.com/office/drawing/2014/main" id="{B4FAB1A3-B4A2-41E4-8BEB-86ABBF1D5FEC}"/>
              </a:ext>
            </a:extLst>
          </p:cNvPr>
          <p:cNvSpPr txBox="1"/>
          <p:nvPr/>
        </p:nvSpPr>
        <p:spPr>
          <a:xfrm>
            <a:off x="5242329" y="4495741"/>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Declaration to be submitted by applicant entity on fulfilment of technical/performance/statutory compliances</a:t>
            </a:r>
          </a:p>
        </p:txBody>
      </p:sp>
      <p:sp>
        <p:nvSpPr>
          <p:cNvPr id="29" name="TextBox 28">
            <a:extLst>
              <a:ext uri="{FF2B5EF4-FFF2-40B4-BE49-F238E27FC236}">
                <a16:creationId xmlns:a16="http://schemas.microsoft.com/office/drawing/2014/main" id="{7DFCF17E-9DAB-4D84-BAD1-C4EF8CC2735B}"/>
              </a:ext>
            </a:extLst>
          </p:cNvPr>
          <p:cNvSpPr txBox="1"/>
          <p:nvPr/>
        </p:nvSpPr>
        <p:spPr>
          <a:xfrm>
            <a:off x="7294240" y="4495741"/>
            <a:ext cx="1800000" cy="1204196"/>
          </a:xfrm>
          <a:prstGeom prst="rect">
            <a:avLst/>
          </a:prstGeom>
          <a:solidFill>
            <a:schemeClr val="bg1"/>
          </a:solidFill>
          <a:ln>
            <a:solidFill>
              <a:schemeClr val="accent6"/>
            </a:solidFill>
          </a:ln>
          <a:effectLst>
            <a:outerShdw blurRad="50800" dist="38100" dir="2700000" algn="tl" rotWithShape="0">
              <a:prstClr val="black">
                <a:alpha val="40000"/>
              </a:prstClr>
            </a:outerShdw>
          </a:effectLst>
        </p:spPr>
        <p:txBody>
          <a:bodyPr wrap="square" lIns="36000" tIns="36000" rIns="36000" bIns="3600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Payment of non-refundable processing fee of Rs. 25000/MWp + GST</a:t>
            </a:r>
          </a:p>
        </p:txBody>
      </p:sp>
      <p:sp>
        <p:nvSpPr>
          <p:cNvPr id="30" name="TextBox 29">
            <a:extLst>
              <a:ext uri="{FF2B5EF4-FFF2-40B4-BE49-F238E27FC236}">
                <a16:creationId xmlns:a16="http://schemas.microsoft.com/office/drawing/2014/main" id="{4367206E-ADAF-41FF-89A8-0068707A6302}"/>
              </a:ext>
            </a:extLst>
          </p:cNvPr>
          <p:cNvSpPr txBox="1"/>
          <p:nvPr/>
        </p:nvSpPr>
        <p:spPr>
          <a:xfrm>
            <a:off x="501648" y="6082846"/>
            <a:ext cx="11188699" cy="288147"/>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srgbClr val="313131"/>
                </a:solidFill>
                <a:effectLst/>
                <a:uLnTx/>
                <a:uFillTx/>
                <a:latin typeface="Calibri"/>
                <a:ea typeface="+mn-ea"/>
                <a:cs typeface="+mn-cs"/>
              </a:rPr>
              <a:t>CREDA will grant NOC to the applicant based on the application submitted</a:t>
            </a:r>
          </a:p>
        </p:txBody>
      </p:sp>
    </p:spTree>
    <p:extLst>
      <p:ext uri="{BB962C8B-B14F-4D97-AF65-F5344CB8AC3E}">
        <p14:creationId xmlns:p14="http://schemas.microsoft.com/office/powerpoint/2010/main" val="52857520"/>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Criteria for Voltage-level of Connectivity (1/2)</a:t>
            </a:r>
            <a:endParaRPr lang="en-GB" sz="2800" b="1" dirty="0"/>
          </a:p>
        </p:txBody>
      </p:sp>
      <p:cxnSp>
        <p:nvCxnSpPr>
          <p:cNvPr id="19" name="Straight Connector 18">
            <a:extLst>
              <a:ext uri="{FF2B5EF4-FFF2-40B4-BE49-F238E27FC236}">
                <a16:creationId xmlns:a16="http://schemas.microsoft.com/office/drawing/2014/main" id="{9A74F463-9A60-407E-BD34-5A1EC28EC24E}"/>
              </a:ext>
            </a:extLst>
          </p:cNvPr>
          <p:cNvCxnSpPr/>
          <p:nvPr/>
        </p:nvCxnSpPr>
        <p:spPr>
          <a:xfrm>
            <a:off x="501649" y="805543"/>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A4171308-CC62-4604-8CDA-A1F9CE7C7DFB}"/>
              </a:ext>
            </a:extLst>
          </p:cNvPr>
          <p:cNvSpPr txBox="1"/>
          <p:nvPr/>
        </p:nvSpPr>
        <p:spPr>
          <a:xfrm>
            <a:off x="3939132" y="690466"/>
            <a:ext cx="4313731"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For power injection by a Captive Power Plant</a:t>
            </a:r>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008220"/>
            <a:ext cx="11188698" cy="5532578"/>
          </a:xfrm>
          <a:prstGeom prst="roundRect">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endParaRPr kumimoji="0" lang="en-US" sz="1600" b="0" i="0" u="none" strike="noStrike" kern="1200" cap="none" spc="0" normalizeH="0" baseline="0" noProof="0" dirty="0">
              <a:ln>
                <a:noFill/>
              </a:ln>
              <a:solidFill>
                <a:srgbClr val="313131"/>
              </a:solidFill>
              <a:effectLst/>
              <a:uLnTx/>
              <a:uFillTx/>
              <a:latin typeface="Calibri"/>
              <a:ea typeface="+mn-ea"/>
              <a:cs typeface="+mn-cs"/>
            </a:endParaRPr>
          </a:p>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10(1) “The voltage level for injection of power by a generating station/captive generating plant to the intra-state transmission system and distribution system with reference to quantum of injected power shall be as specified in the State Grid Code.”</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Provisions of the Chhattisgarh State Electricity Grid Code 2011:</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4.2.1 “The voltages at which a generating station may be connected with the grid of transmission or distribution licensee (as applicable) can be 400, 220, 132 or 33 KV. The connection point/interface point shall be the point at the sub-station of the licensee system where power is injected. The metering point shall be at the connection point / interface point.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Following are the prescribed quantum for injection of power to the state grid with reference to voltage of injection: -</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sng" strike="noStrike" kern="1200" cap="none" spc="0" normalizeH="0" baseline="0" noProof="0" dirty="0">
                <a:ln>
                  <a:noFill/>
                </a:ln>
                <a:solidFill>
                  <a:srgbClr val="313131"/>
                </a:solidFill>
                <a:effectLst/>
                <a:uLnTx/>
                <a:uFillTx/>
                <a:latin typeface="Calibri"/>
                <a:ea typeface="+mn-ea"/>
                <a:cs typeface="+mn-cs"/>
              </a:rPr>
              <a:t>Note</a:t>
            </a:r>
            <a:r>
              <a:rPr kumimoji="0" lang="en-US" sz="1400" b="0" i="0" u="none" strike="noStrike" kern="1200" cap="none" spc="0" normalizeH="0" baseline="0" noProof="0" dirty="0">
                <a:ln>
                  <a:noFill/>
                </a:ln>
                <a:solidFill>
                  <a:srgbClr val="313131"/>
                </a:solidFill>
                <a:effectLst/>
                <a:uLnTx/>
                <a:uFillTx/>
                <a:latin typeface="Calibri"/>
                <a:ea typeface="+mn-ea"/>
                <a:cs typeface="+mn-cs"/>
              </a:rPr>
              <a: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Under special circumstances, any deviations from the above limits may be considered by the licensee subject to technical feasibility and specific approval by the Commission. Subject to fulfillment of minimum technical requirement of meter as specified at clause no. 8.6 of this code.”</a:t>
            </a:r>
          </a:p>
        </p:txBody>
      </p:sp>
      <p:graphicFrame>
        <p:nvGraphicFramePr>
          <p:cNvPr id="3" name="Table 2">
            <a:extLst>
              <a:ext uri="{FF2B5EF4-FFF2-40B4-BE49-F238E27FC236}">
                <a16:creationId xmlns:a16="http://schemas.microsoft.com/office/drawing/2014/main" id="{3AD19955-7B48-4E84-89FA-709957E70EA4}"/>
              </a:ext>
            </a:extLst>
          </p:cNvPr>
          <p:cNvGraphicFramePr>
            <a:graphicFrameLocks noGrp="1"/>
          </p:cNvGraphicFramePr>
          <p:nvPr/>
        </p:nvGraphicFramePr>
        <p:xfrm>
          <a:off x="1232942" y="3950152"/>
          <a:ext cx="10197057" cy="1111704"/>
        </p:xfrm>
        <a:graphic>
          <a:graphicData uri="http://schemas.openxmlformats.org/drawingml/2006/table">
            <a:tbl>
              <a:tblPr firstRow="1">
                <a:tableStyleId>{93296810-A885-4BE3-A3E7-6D5BEEA58F35}</a:tableStyleId>
              </a:tblPr>
              <a:tblGrid>
                <a:gridCol w="696045">
                  <a:extLst>
                    <a:ext uri="{9D8B030D-6E8A-4147-A177-3AD203B41FA5}">
                      <a16:colId xmlns:a16="http://schemas.microsoft.com/office/drawing/2014/main" val="1131673516"/>
                    </a:ext>
                  </a:extLst>
                </a:gridCol>
                <a:gridCol w="1644728">
                  <a:extLst>
                    <a:ext uri="{9D8B030D-6E8A-4147-A177-3AD203B41FA5}">
                      <a16:colId xmlns:a16="http://schemas.microsoft.com/office/drawing/2014/main" val="3633462116"/>
                    </a:ext>
                  </a:extLst>
                </a:gridCol>
                <a:gridCol w="7856284">
                  <a:extLst>
                    <a:ext uri="{9D8B030D-6E8A-4147-A177-3AD203B41FA5}">
                      <a16:colId xmlns:a16="http://schemas.microsoft.com/office/drawing/2014/main" val="571077201"/>
                    </a:ext>
                  </a:extLst>
                </a:gridCol>
              </a:tblGrid>
              <a:tr h="277926">
                <a:tc>
                  <a:txBody>
                    <a:bodyPr/>
                    <a:lstStyle/>
                    <a:p>
                      <a:pPr algn="ctr">
                        <a:lnSpc>
                          <a:spcPct val="107000"/>
                        </a:lnSpc>
                        <a:spcAft>
                          <a:spcPts val="600"/>
                        </a:spcAft>
                      </a:pPr>
                      <a:r>
                        <a:rPr lang="en-US" sz="1400">
                          <a:effectLst/>
                        </a:rPr>
                        <a:t>Sl. No.</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ctr">
                        <a:lnSpc>
                          <a:spcPct val="107000"/>
                        </a:lnSpc>
                        <a:spcAft>
                          <a:spcPts val="600"/>
                        </a:spcAft>
                      </a:pPr>
                      <a:r>
                        <a:rPr lang="en-US" sz="1400">
                          <a:effectLst/>
                        </a:rPr>
                        <a:t>Voltage of Injection</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just">
                        <a:lnSpc>
                          <a:spcPct val="107000"/>
                        </a:lnSpc>
                        <a:spcAft>
                          <a:spcPts val="600"/>
                        </a:spcAft>
                      </a:pPr>
                      <a:r>
                        <a:rPr lang="en-US" sz="1400">
                          <a:effectLst/>
                        </a:rPr>
                        <a:t>Maximum Quantum of power that can be injected into grid</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973583049"/>
                  </a:ext>
                </a:extLst>
              </a:tr>
              <a:tr h="277926">
                <a:tc>
                  <a:txBody>
                    <a:bodyPr/>
                    <a:lstStyle/>
                    <a:p>
                      <a:pPr algn="ctr">
                        <a:lnSpc>
                          <a:spcPct val="107000"/>
                        </a:lnSpc>
                        <a:spcAft>
                          <a:spcPts val="600"/>
                        </a:spcAft>
                      </a:pPr>
                      <a:r>
                        <a:rPr lang="en-US" sz="1400">
                          <a:effectLst/>
                        </a:rPr>
                        <a:t>1</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ctr">
                        <a:lnSpc>
                          <a:spcPct val="107000"/>
                        </a:lnSpc>
                        <a:spcAft>
                          <a:spcPts val="600"/>
                        </a:spcAft>
                      </a:pPr>
                      <a:r>
                        <a:rPr lang="en-US" sz="1400">
                          <a:effectLst/>
                        </a:rPr>
                        <a:t>33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just">
                        <a:lnSpc>
                          <a:spcPct val="107000"/>
                        </a:lnSpc>
                        <a:spcAft>
                          <a:spcPts val="600"/>
                        </a:spcAft>
                      </a:pPr>
                      <a:r>
                        <a:rPr lang="en-US" sz="1400">
                          <a:effectLst/>
                        </a:rPr>
                        <a:t>Up to 15 MVA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232410795"/>
                  </a:ext>
                </a:extLst>
              </a:tr>
              <a:tr h="277926">
                <a:tc>
                  <a:txBody>
                    <a:bodyPr/>
                    <a:lstStyle/>
                    <a:p>
                      <a:pPr algn="ctr">
                        <a:lnSpc>
                          <a:spcPct val="107000"/>
                        </a:lnSpc>
                        <a:spcAft>
                          <a:spcPts val="600"/>
                        </a:spcAft>
                      </a:pPr>
                      <a:r>
                        <a:rPr lang="en-US" sz="1400">
                          <a:effectLst/>
                        </a:rPr>
                        <a:t>2</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ctr">
                        <a:lnSpc>
                          <a:spcPct val="107000"/>
                        </a:lnSpc>
                        <a:spcAft>
                          <a:spcPts val="600"/>
                        </a:spcAft>
                      </a:pPr>
                      <a:r>
                        <a:rPr lang="en-US" sz="1400">
                          <a:effectLst/>
                        </a:rPr>
                        <a:t>132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just">
                        <a:lnSpc>
                          <a:spcPct val="107000"/>
                        </a:lnSpc>
                        <a:spcAft>
                          <a:spcPts val="600"/>
                        </a:spcAft>
                      </a:pPr>
                      <a:r>
                        <a:rPr lang="en-US" sz="1400">
                          <a:effectLst/>
                        </a:rPr>
                        <a:t>Up to 75 MVA for single circuit and 150 MVA for double circuit</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556797391"/>
                  </a:ext>
                </a:extLst>
              </a:tr>
              <a:tr h="277926">
                <a:tc>
                  <a:txBody>
                    <a:bodyPr/>
                    <a:lstStyle/>
                    <a:p>
                      <a:pPr algn="ctr">
                        <a:lnSpc>
                          <a:spcPct val="107000"/>
                        </a:lnSpc>
                        <a:spcAft>
                          <a:spcPts val="600"/>
                        </a:spcAft>
                      </a:pPr>
                      <a:r>
                        <a:rPr lang="en-US" sz="1400">
                          <a:effectLst/>
                        </a:rPr>
                        <a:t>3</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ctr">
                        <a:lnSpc>
                          <a:spcPct val="107000"/>
                        </a:lnSpc>
                        <a:spcAft>
                          <a:spcPts val="600"/>
                        </a:spcAft>
                      </a:pPr>
                      <a:r>
                        <a:rPr lang="en-US" sz="1400" dirty="0">
                          <a:effectLst/>
                        </a:rPr>
                        <a:t>220 KV</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algn="just">
                        <a:lnSpc>
                          <a:spcPct val="107000"/>
                        </a:lnSpc>
                        <a:spcAft>
                          <a:spcPts val="600"/>
                        </a:spcAft>
                      </a:pPr>
                      <a:r>
                        <a:rPr lang="en-US" sz="1400" dirty="0">
                          <a:effectLst/>
                        </a:rPr>
                        <a:t>Up to 200 MVA for single circuit and 400 MVA for double circuit</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917774396"/>
                  </a:ext>
                </a:extLst>
              </a:tr>
            </a:tbl>
          </a:graphicData>
        </a:graphic>
      </p:graphicFrame>
    </p:spTree>
    <p:extLst>
      <p:ext uri="{BB962C8B-B14F-4D97-AF65-F5344CB8AC3E}">
        <p14:creationId xmlns:p14="http://schemas.microsoft.com/office/powerpoint/2010/main" val="1064878190"/>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Criteria for Voltage-level of Connectivity (2/2)</a:t>
            </a:r>
            <a:endParaRPr lang="en-GB" sz="2800" b="1" dirty="0"/>
          </a:p>
        </p:txBody>
      </p:sp>
      <p:cxnSp>
        <p:nvCxnSpPr>
          <p:cNvPr id="19" name="Straight Connector 18">
            <a:extLst>
              <a:ext uri="{FF2B5EF4-FFF2-40B4-BE49-F238E27FC236}">
                <a16:creationId xmlns:a16="http://schemas.microsoft.com/office/drawing/2014/main" id="{9A74F463-9A60-407E-BD34-5A1EC28EC24E}"/>
              </a:ext>
            </a:extLst>
          </p:cNvPr>
          <p:cNvCxnSpPr/>
          <p:nvPr/>
        </p:nvCxnSpPr>
        <p:spPr>
          <a:xfrm>
            <a:off x="501649" y="805543"/>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A4171308-CC62-4604-8CDA-A1F9CE7C7DFB}"/>
              </a:ext>
            </a:extLst>
          </p:cNvPr>
          <p:cNvSpPr txBox="1"/>
          <p:nvPr/>
        </p:nvSpPr>
        <p:spPr>
          <a:xfrm>
            <a:off x="3939132" y="690466"/>
            <a:ext cx="4313731"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For power drawal by an Open Access Consumer</a:t>
            </a:r>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008220"/>
            <a:ext cx="11188698" cy="5346002"/>
          </a:xfrm>
          <a:prstGeom prst="roundRect">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endParaRPr kumimoji="0" lang="en-US" sz="1600" b="0" i="0" u="none" strike="noStrike" kern="1200" cap="none" spc="0" normalizeH="0" baseline="0" noProof="0" dirty="0">
              <a:ln>
                <a:noFill/>
              </a:ln>
              <a:solidFill>
                <a:srgbClr val="313131"/>
              </a:solidFill>
              <a:effectLst/>
              <a:uLnTx/>
              <a:uFillTx/>
              <a:latin typeface="Calibri"/>
              <a:ea typeface="+mn-ea"/>
              <a:cs typeface="+mn-cs"/>
            </a:endParaRPr>
          </a:p>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10(2) “The voltage level for drawl of power by a consumer from the intra-state transmission system and distribution system (i.e., sum of quantum of open access power and contract demand with licensee) shall be as specified in the Supply Code.”</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Provisions of the Chhattisgarh State Electricity Supply Code 2011 and its amendments:</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12.7 “The voltage level-wise prescribed quantum of power for drawal by a consumer (including captive consumer) from the intra-State transmission system and distribution system (i.e., </a:t>
            </a:r>
            <a:r>
              <a:rPr kumimoji="0" lang="en-US" sz="1400" b="0" i="0" u="sng" strike="noStrike" kern="1200" cap="none" spc="0" normalizeH="0" baseline="0" noProof="0" dirty="0">
                <a:ln>
                  <a:noFill/>
                </a:ln>
                <a:solidFill>
                  <a:srgbClr val="313131"/>
                </a:solidFill>
                <a:effectLst/>
                <a:uLnTx/>
                <a:uFillTx/>
                <a:latin typeface="Calibri"/>
                <a:ea typeface="+mn-ea"/>
                <a:cs typeface="+mn-cs"/>
              </a:rPr>
              <a:t>sum of quantum of open access power and contract demand with licensee</a:t>
            </a:r>
            <a:r>
              <a:rPr kumimoji="0" lang="en-US" sz="1400" b="0" i="0" u="none" strike="noStrike" kern="1200" cap="none" spc="0" normalizeH="0" baseline="0" noProof="0" dirty="0">
                <a:ln>
                  <a:noFill/>
                </a:ln>
                <a:solidFill>
                  <a:srgbClr val="313131"/>
                </a:solidFill>
                <a:effectLst/>
                <a:uLnTx/>
                <a:uFillTx/>
                <a:latin typeface="Calibri"/>
                <a:ea typeface="+mn-ea"/>
                <a:cs typeface="+mn-cs"/>
              </a:rPr>
              <a:t>) shall be as specified in clause 3.4 of this Supply Code.”</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3.4 “The supply voltage-wise minimum and maximum contract demands shall normally be as follows:</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Provided that due to technical reasons, the licensee may relax above provision after due approval of the Commission.”</a:t>
            </a:r>
          </a:p>
        </p:txBody>
      </p:sp>
      <p:graphicFrame>
        <p:nvGraphicFramePr>
          <p:cNvPr id="2" name="Table 1">
            <a:extLst>
              <a:ext uri="{FF2B5EF4-FFF2-40B4-BE49-F238E27FC236}">
                <a16:creationId xmlns:a16="http://schemas.microsoft.com/office/drawing/2014/main" id="{09E9D481-D02C-4C8F-AA7D-CE258B86109F}"/>
              </a:ext>
            </a:extLst>
          </p:cNvPr>
          <p:cNvGraphicFramePr>
            <a:graphicFrameLocks noGrp="1"/>
          </p:cNvGraphicFramePr>
          <p:nvPr/>
        </p:nvGraphicFramePr>
        <p:xfrm>
          <a:off x="1186543" y="3847985"/>
          <a:ext cx="10243456" cy="1910559"/>
        </p:xfrm>
        <a:graphic>
          <a:graphicData uri="http://schemas.openxmlformats.org/drawingml/2006/table">
            <a:tbl>
              <a:tblPr firstRow="1">
                <a:tableStyleId>{93296810-A885-4BE3-A3E7-6D5BEEA58F35}</a:tableStyleId>
              </a:tblPr>
              <a:tblGrid>
                <a:gridCol w="2533996">
                  <a:extLst>
                    <a:ext uri="{9D8B030D-6E8A-4147-A177-3AD203B41FA5}">
                      <a16:colId xmlns:a16="http://schemas.microsoft.com/office/drawing/2014/main" val="638904415"/>
                    </a:ext>
                  </a:extLst>
                </a:gridCol>
                <a:gridCol w="3854730">
                  <a:extLst>
                    <a:ext uri="{9D8B030D-6E8A-4147-A177-3AD203B41FA5}">
                      <a16:colId xmlns:a16="http://schemas.microsoft.com/office/drawing/2014/main" val="1279773481"/>
                    </a:ext>
                  </a:extLst>
                </a:gridCol>
                <a:gridCol w="3854730">
                  <a:extLst>
                    <a:ext uri="{9D8B030D-6E8A-4147-A177-3AD203B41FA5}">
                      <a16:colId xmlns:a16="http://schemas.microsoft.com/office/drawing/2014/main" val="366625784"/>
                    </a:ext>
                  </a:extLst>
                </a:gridCol>
              </a:tblGrid>
              <a:tr h="272937">
                <a:tc>
                  <a:txBody>
                    <a:bodyPr/>
                    <a:lstStyle/>
                    <a:p>
                      <a:pPr algn="ctr">
                        <a:lnSpc>
                          <a:spcPct val="107000"/>
                        </a:lnSpc>
                        <a:spcAft>
                          <a:spcPts val="800"/>
                        </a:spcAft>
                      </a:pPr>
                      <a:r>
                        <a:rPr lang="en-IN" sz="1400">
                          <a:effectLst/>
                        </a:rPr>
                        <a:t>Supply Voltage</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Minimum Contract Demand</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Maximum Contract Demand</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3023110"/>
                  </a:ext>
                </a:extLst>
              </a:tr>
              <a:tr h="272937">
                <a:tc>
                  <a:txBody>
                    <a:bodyPr/>
                    <a:lstStyle/>
                    <a:p>
                      <a:pPr algn="ctr">
                        <a:lnSpc>
                          <a:spcPct val="107000"/>
                        </a:lnSpc>
                        <a:spcAft>
                          <a:spcPts val="800"/>
                        </a:spcAft>
                      </a:pPr>
                      <a:r>
                        <a:rPr lang="en-IN" sz="1400">
                          <a:effectLst/>
                        </a:rPr>
                        <a:t>230 volts</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3 KW</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403402614"/>
                  </a:ext>
                </a:extLst>
              </a:tr>
              <a:tr h="272937">
                <a:tc>
                  <a:txBody>
                    <a:bodyPr/>
                    <a:lstStyle/>
                    <a:p>
                      <a:pPr algn="ctr">
                        <a:lnSpc>
                          <a:spcPct val="107000"/>
                        </a:lnSpc>
                        <a:spcAft>
                          <a:spcPts val="800"/>
                        </a:spcAft>
                      </a:pPr>
                      <a:r>
                        <a:rPr lang="en-IN" sz="1400">
                          <a:effectLst/>
                        </a:rPr>
                        <a:t>440 volts</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Above 3 KW</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Up to 150 HP or 112 KW</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448386516"/>
                  </a:ext>
                </a:extLst>
              </a:tr>
              <a:tr h="272937">
                <a:tc>
                  <a:txBody>
                    <a:bodyPr/>
                    <a:lstStyle/>
                    <a:p>
                      <a:pPr algn="ctr">
                        <a:lnSpc>
                          <a:spcPct val="107000"/>
                        </a:lnSpc>
                        <a:spcAft>
                          <a:spcPts val="800"/>
                        </a:spcAft>
                      </a:pPr>
                      <a:r>
                        <a:rPr lang="en-IN" sz="1400">
                          <a:effectLst/>
                        </a:rPr>
                        <a:t>11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60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500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039238828"/>
                  </a:ext>
                </a:extLst>
              </a:tr>
              <a:tr h="272937">
                <a:tc>
                  <a:txBody>
                    <a:bodyPr/>
                    <a:lstStyle/>
                    <a:p>
                      <a:pPr algn="ctr">
                        <a:lnSpc>
                          <a:spcPct val="107000"/>
                        </a:lnSpc>
                        <a:spcAft>
                          <a:spcPts val="800"/>
                        </a:spcAft>
                      </a:pPr>
                      <a:r>
                        <a:rPr lang="en-IN" sz="1400">
                          <a:effectLst/>
                        </a:rPr>
                        <a:t>33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60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15000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592195955"/>
                  </a:ext>
                </a:extLst>
              </a:tr>
              <a:tr h="272937">
                <a:tc>
                  <a:txBody>
                    <a:bodyPr/>
                    <a:lstStyle/>
                    <a:p>
                      <a:pPr algn="ctr">
                        <a:lnSpc>
                          <a:spcPct val="107000"/>
                        </a:lnSpc>
                        <a:spcAft>
                          <a:spcPts val="800"/>
                        </a:spcAft>
                      </a:pPr>
                      <a:r>
                        <a:rPr lang="en-IN" sz="1400">
                          <a:effectLst/>
                        </a:rPr>
                        <a:t>132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4000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40000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136312227"/>
                  </a:ext>
                </a:extLst>
              </a:tr>
              <a:tr h="272937">
                <a:tc>
                  <a:txBody>
                    <a:bodyPr/>
                    <a:lstStyle/>
                    <a:p>
                      <a:pPr algn="ctr">
                        <a:lnSpc>
                          <a:spcPct val="107000"/>
                        </a:lnSpc>
                        <a:spcAft>
                          <a:spcPts val="800"/>
                        </a:spcAft>
                      </a:pPr>
                      <a:r>
                        <a:rPr lang="en-IN" sz="1400">
                          <a:effectLst/>
                        </a:rPr>
                        <a:t>220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a:effectLst/>
                        </a:rPr>
                        <a:t>15000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algn="ctr">
                        <a:lnSpc>
                          <a:spcPct val="107000"/>
                        </a:lnSpc>
                        <a:spcAft>
                          <a:spcPts val="800"/>
                        </a:spcAft>
                      </a:pPr>
                      <a:r>
                        <a:rPr lang="en-IN" sz="1400" dirty="0">
                          <a:effectLst/>
                        </a:rPr>
                        <a:t>150000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964974492"/>
                  </a:ext>
                </a:extLst>
              </a:tr>
            </a:tbl>
          </a:graphicData>
        </a:graphic>
      </p:graphicFrame>
    </p:spTree>
    <p:extLst>
      <p:ext uri="{BB962C8B-B14F-4D97-AF65-F5344CB8AC3E}">
        <p14:creationId xmlns:p14="http://schemas.microsoft.com/office/powerpoint/2010/main" val="4034074560"/>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Procedure and Timeline for Application for Connectivity (1/2)</a:t>
            </a:r>
            <a:endParaRPr lang="en-GB" sz="2800" b="1" dirty="0"/>
          </a:p>
        </p:txBody>
      </p:sp>
      <p:graphicFrame>
        <p:nvGraphicFramePr>
          <p:cNvPr id="5" name="Table 2">
            <a:extLst>
              <a:ext uri="{FF2B5EF4-FFF2-40B4-BE49-F238E27FC236}">
                <a16:creationId xmlns:a16="http://schemas.microsoft.com/office/drawing/2014/main" id="{E65F9106-ED30-4453-8ABB-33DE5AFBF5A2}"/>
              </a:ext>
            </a:extLst>
          </p:cNvPr>
          <p:cNvGraphicFramePr>
            <a:graphicFrameLocks noGrp="1"/>
          </p:cNvGraphicFramePr>
          <p:nvPr>
            <p:extLst>
              <p:ext uri="{D42A27DB-BD31-4B8C-83A1-F6EECF244321}">
                <p14:modId xmlns:p14="http://schemas.microsoft.com/office/powerpoint/2010/main" val="1241066537"/>
              </p:ext>
            </p:extLst>
          </p:nvPr>
        </p:nvGraphicFramePr>
        <p:xfrm>
          <a:off x="501650" y="1949745"/>
          <a:ext cx="11265808" cy="3976356"/>
        </p:xfrm>
        <a:graphic>
          <a:graphicData uri="http://schemas.openxmlformats.org/drawingml/2006/table">
            <a:tbl>
              <a:tblPr firstRow="1">
                <a:tableStyleId>{93296810-A885-4BE3-A3E7-6D5BEEA58F35}</a:tableStyleId>
              </a:tblPr>
              <a:tblGrid>
                <a:gridCol w="8522608">
                  <a:extLst>
                    <a:ext uri="{9D8B030D-6E8A-4147-A177-3AD203B41FA5}">
                      <a16:colId xmlns:a16="http://schemas.microsoft.com/office/drawing/2014/main" val="3128716273"/>
                    </a:ext>
                  </a:extLst>
                </a:gridCol>
                <a:gridCol w="2743200">
                  <a:extLst>
                    <a:ext uri="{9D8B030D-6E8A-4147-A177-3AD203B41FA5}">
                      <a16:colId xmlns:a16="http://schemas.microsoft.com/office/drawing/2014/main" val="2181816138"/>
                    </a:ext>
                  </a:extLst>
                </a:gridCol>
              </a:tblGrid>
              <a:tr h="295032">
                <a:tc>
                  <a:txBody>
                    <a:bodyPr/>
                    <a:lstStyle/>
                    <a:p>
                      <a:pPr>
                        <a:lnSpc>
                          <a:spcPct val="108000"/>
                        </a:lnSpc>
                        <a:spcAft>
                          <a:spcPts val="300"/>
                        </a:spcAft>
                      </a:pPr>
                      <a:r>
                        <a:rPr lang="en-US" sz="1600" dirty="0"/>
                        <a:t>Activities</a:t>
                      </a:r>
                    </a:p>
                  </a:txBody>
                  <a:tcPr anchor="ctr"/>
                </a:tc>
                <a:tc>
                  <a:txBody>
                    <a:bodyPr/>
                    <a:lstStyle/>
                    <a:p>
                      <a:pPr algn="ctr">
                        <a:lnSpc>
                          <a:spcPct val="108000"/>
                        </a:lnSpc>
                        <a:spcAft>
                          <a:spcPts val="300"/>
                        </a:spcAft>
                      </a:pPr>
                      <a:r>
                        <a:rPr lang="en-US" sz="1600" dirty="0"/>
                        <a:t>Timeline</a:t>
                      </a:r>
                    </a:p>
                  </a:txBody>
                  <a:tcPr anchor="ctr"/>
                </a:tc>
                <a:extLst>
                  <a:ext uri="{0D108BD9-81ED-4DB2-BD59-A6C34878D82A}">
                    <a16:rowId xmlns:a16="http://schemas.microsoft.com/office/drawing/2014/main" val="2291011346"/>
                  </a:ext>
                </a:extLst>
              </a:tr>
              <a:tr h="412237">
                <a:tc>
                  <a:txBody>
                    <a:bodyPr/>
                    <a:lstStyle/>
                    <a:p>
                      <a:pPr>
                        <a:lnSpc>
                          <a:spcPct val="108000"/>
                        </a:lnSpc>
                        <a:spcAft>
                          <a:spcPts val="300"/>
                        </a:spcAft>
                      </a:pPr>
                      <a:r>
                        <a:rPr lang="en-US" sz="1400" dirty="0"/>
                        <a:t>Submission of Application by applicant as per prescribed format to Nodal Agency (STU) along with details e.g., proposed geographical location of the intra-State requester, quantum of maximum power to be interchanged, etc. and payment of Application fee</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840509175"/>
                  </a:ext>
                </a:extLst>
              </a:tr>
              <a:tr h="412237">
                <a:tc>
                  <a:txBody>
                    <a:bodyPr/>
                    <a:lstStyle/>
                    <a:p>
                      <a:pPr>
                        <a:lnSpc>
                          <a:spcPct val="108000"/>
                        </a:lnSpc>
                        <a:spcAft>
                          <a:spcPts val="300"/>
                        </a:spcAft>
                      </a:pPr>
                      <a:r>
                        <a:rPr lang="en-US" sz="1400" dirty="0"/>
                        <a:t>Processing of application and conductance of necessary interconnection study by Nodal Agency</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664408495"/>
                  </a:ext>
                </a:extLst>
              </a:tr>
              <a:tr h="412237">
                <a:tc>
                  <a:txBody>
                    <a:bodyPr/>
                    <a:lstStyle/>
                    <a:p>
                      <a:pPr>
                        <a:lnSpc>
                          <a:spcPct val="108000"/>
                        </a:lnSpc>
                        <a:spcAft>
                          <a:spcPts val="300"/>
                        </a:spcAft>
                      </a:pPr>
                      <a:r>
                        <a:rPr lang="en-US" sz="1400" dirty="0"/>
                        <a:t>Informing feasibility by STU to applicant</a:t>
                      </a:r>
                    </a:p>
                  </a:txBody>
                  <a:tcPr anchor="ctr"/>
                </a:tc>
                <a:tc>
                  <a:txBody>
                    <a:bodyPr/>
                    <a:lstStyle/>
                    <a:p>
                      <a:pPr algn="ctr">
                        <a:lnSpc>
                          <a:spcPct val="108000"/>
                        </a:lnSpc>
                        <a:spcAft>
                          <a:spcPts val="300"/>
                        </a:spcAft>
                      </a:pPr>
                      <a:r>
                        <a:rPr lang="en-US" sz="1400" dirty="0"/>
                        <a:t>30 working days after receipt of the application</a:t>
                      </a:r>
                    </a:p>
                  </a:txBody>
                  <a:tcPr anchor="ctr"/>
                </a:tc>
                <a:extLst>
                  <a:ext uri="{0D108BD9-81ED-4DB2-BD59-A6C34878D82A}">
                    <a16:rowId xmlns:a16="http://schemas.microsoft.com/office/drawing/2014/main" val="659176474"/>
                  </a:ext>
                </a:extLst>
              </a:tr>
              <a:tr h="412237">
                <a:tc>
                  <a:txBody>
                    <a:bodyPr/>
                    <a:lstStyle/>
                    <a:p>
                      <a:pPr>
                        <a:lnSpc>
                          <a:spcPct val="108000"/>
                        </a:lnSpc>
                        <a:spcAft>
                          <a:spcPts val="300"/>
                        </a:spcAft>
                      </a:pPr>
                      <a:r>
                        <a:rPr lang="en-US" sz="1400" dirty="0"/>
                        <a:t>Issue of demand note of estimate charges for network augmentation work</a:t>
                      </a:r>
                    </a:p>
                  </a:txBody>
                  <a:tcPr anchor="ctr"/>
                </a:tc>
                <a:tc>
                  <a:txBody>
                    <a:bodyPr/>
                    <a:lstStyle/>
                    <a:p>
                      <a:pPr algn="ctr">
                        <a:lnSpc>
                          <a:spcPct val="108000"/>
                        </a:lnSpc>
                        <a:spcAft>
                          <a:spcPts val="300"/>
                        </a:spcAft>
                      </a:pPr>
                      <a:r>
                        <a:rPr lang="en-US" sz="1400" dirty="0"/>
                        <a:t>60 working days after issue of notice of feasibility</a:t>
                      </a:r>
                    </a:p>
                  </a:txBody>
                  <a:tcPr anchor="ctr"/>
                </a:tc>
                <a:extLst>
                  <a:ext uri="{0D108BD9-81ED-4DB2-BD59-A6C34878D82A}">
                    <a16:rowId xmlns:a16="http://schemas.microsoft.com/office/drawing/2014/main" val="2945805397"/>
                  </a:ext>
                </a:extLst>
              </a:tr>
              <a:tr h="412237">
                <a:tc gridSpan="2">
                  <a:txBody>
                    <a:bodyPr/>
                    <a:lstStyle/>
                    <a:p>
                      <a:pPr>
                        <a:lnSpc>
                          <a:spcPct val="108000"/>
                        </a:lnSpc>
                        <a:spcAft>
                          <a:spcPts val="300"/>
                        </a:spcAft>
                      </a:pPr>
                      <a:r>
                        <a:rPr lang="en-US" sz="1400" b="1" i="1" dirty="0"/>
                        <a:t>Time frame for execution of connectivity – as per Chhattisgarh State Electricity Supply Code 2011 clause 4.58 3(c) and (d):</a:t>
                      </a:r>
                    </a:p>
                  </a:txBody>
                  <a:tcPr anchor="ctr"/>
                </a:tc>
                <a:tc hMerge="1">
                  <a:txBody>
                    <a:bodyPr/>
                    <a:lstStyle/>
                    <a:p>
                      <a:pPr algn="ctr">
                        <a:lnSpc>
                          <a:spcPct val="108000"/>
                        </a:lnSpc>
                        <a:spcAft>
                          <a:spcPts val="300"/>
                        </a:spcAft>
                      </a:pPr>
                      <a:endParaRPr lang="en-US" sz="1400" dirty="0"/>
                    </a:p>
                  </a:txBody>
                  <a:tcPr anchor="ctr"/>
                </a:tc>
                <a:extLst>
                  <a:ext uri="{0D108BD9-81ED-4DB2-BD59-A6C34878D82A}">
                    <a16:rowId xmlns:a16="http://schemas.microsoft.com/office/drawing/2014/main" val="2806102062"/>
                  </a:ext>
                </a:extLst>
              </a:tr>
              <a:tr h="412237">
                <a:tc>
                  <a:txBody>
                    <a:bodyPr/>
                    <a:lstStyle/>
                    <a:p>
                      <a:pPr>
                        <a:lnSpc>
                          <a:spcPct val="108000"/>
                        </a:lnSpc>
                        <a:spcAft>
                          <a:spcPts val="300"/>
                        </a:spcAft>
                      </a:pPr>
                      <a:r>
                        <a:rPr lang="en-US" sz="1400" dirty="0"/>
                        <a:t>Completion time of extension work after payment by applicant as per demand note</a:t>
                      </a:r>
                    </a:p>
                  </a:txBody>
                  <a:tcPr anchor="ctr"/>
                </a:tc>
                <a:tc>
                  <a:txBody>
                    <a:bodyPr/>
                    <a:lstStyle/>
                    <a:p>
                      <a:pPr algn="ctr">
                        <a:lnSpc>
                          <a:spcPct val="108000"/>
                        </a:lnSpc>
                        <a:spcAft>
                          <a:spcPts val="300"/>
                        </a:spcAft>
                      </a:pPr>
                      <a:r>
                        <a:rPr lang="en-US" sz="1400" dirty="0"/>
                        <a:t>180 days after payment</a:t>
                      </a:r>
                    </a:p>
                  </a:txBody>
                  <a:tcPr anchor="ctr"/>
                </a:tc>
                <a:extLst>
                  <a:ext uri="{0D108BD9-81ED-4DB2-BD59-A6C34878D82A}">
                    <a16:rowId xmlns:a16="http://schemas.microsoft.com/office/drawing/2014/main" val="2576607793"/>
                  </a:ext>
                </a:extLst>
              </a:tr>
              <a:tr h="412237">
                <a:tc>
                  <a:txBody>
                    <a:bodyPr/>
                    <a:lstStyle/>
                    <a:p>
                      <a:pPr>
                        <a:lnSpc>
                          <a:spcPct val="108000"/>
                        </a:lnSpc>
                        <a:spcAft>
                          <a:spcPts val="300"/>
                        </a:spcAft>
                      </a:pPr>
                      <a:r>
                        <a:rPr lang="en-US" sz="1400" dirty="0"/>
                        <a:t>Serving of connection after payment of necessary charges and execution of agreement by the applicant subject to receipt of clearance from Chief Electrical Inspector after completion of extension work</a:t>
                      </a:r>
                    </a:p>
                  </a:txBody>
                  <a:tcPr anchor="ctr"/>
                </a:tc>
                <a:tc>
                  <a:txBody>
                    <a:bodyPr/>
                    <a:lstStyle/>
                    <a:p>
                      <a:pPr algn="ctr">
                        <a:lnSpc>
                          <a:spcPct val="108000"/>
                        </a:lnSpc>
                        <a:spcAft>
                          <a:spcPts val="300"/>
                        </a:spcAft>
                      </a:pPr>
                      <a:r>
                        <a:rPr lang="en-US" sz="1400" dirty="0"/>
                        <a:t>30 days after completion of extension work</a:t>
                      </a:r>
                    </a:p>
                  </a:txBody>
                  <a:tcPr anchor="ctr"/>
                </a:tc>
                <a:extLst>
                  <a:ext uri="{0D108BD9-81ED-4DB2-BD59-A6C34878D82A}">
                    <a16:rowId xmlns:a16="http://schemas.microsoft.com/office/drawing/2014/main" val="1842016848"/>
                  </a:ext>
                </a:extLst>
              </a:tr>
            </a:tbl>
          </a:graphicData>
        </a:graphic>
      </p:graphicFrame>
      <p:sp>
        <p:nvSpPr>
          <p:cNvPr id="6" name="TextBox 5">
            <a:extLst>
              <a:ext uri="{FF2B5EF4-FFF2-40B4-BE49-F238E27FC236}">
                <a16:creationId xmlns:a16="http://schemas.microsoft.com/office/drawing/2014/main" id="{DCFC83D2-3117-4BC1-9D4E-997C49B51168}"/>
              </a:ext>
            </a:extLst>
          </p:cNvPr>
          <p:cNvSpPr txBox="1"/>
          <p:nvPr/>
        </p:nvSpPr>
        <p:spPr>
          <a:xfrm>
            <a:off x="501649" y="1223861"/>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p>
        </p:txBody>
      </p:sp>
      <p:cxnSp>
        <p:nvCxnSpPr>
          <p:cNvPr id="7" name="Straight Connector 6">
            <a:extLst>
              <a:ext uri="{FF2B5EF4-FFF2-40B4-BE49-F238E27FC236}">
                <a16:creationId xmlns:a16="http://schemas.microsoft.com/office/drawing/2014/main" id="{6FB4DD91-5637-4E50-8E40-F5134BAC71D5}"/>
              </a:ext>
            </a:extLst>
          </p:cNvPr>
          <p:cNvCxnSpPr/>
          <p:nvPr/>
        </p:nvCxnSpPr>
        <p:spPr>
          <a:xfrm>
            <a:off x="501649" y="936172"/>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1BADEAC-F17D-48B9-B1D2-297897D71216}"/>
              </a:ext>
            </a:extLst>
          </p:cNvPr>
          <p:cNvSpPr txBox="1"/>
          <p:nvPr/>
        </p:nvSpPr>
        <p:spPr>
          <a:xfrm>
            <a:off x="4878503" y="821095"/>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STU</a:t>
            </a:r>
          </a:p>
        </p:txBody>
      </p:sp>
      <p:sp>
        <p:nvSpPr>
          <p:cNvPr id="12" name="TextBox 11">
            <a:extLst>
              <a:ext uri="{FF2B5EF4-FFF2-40B4-BE49-F238E27FC236}">
                <a16:creationId xmlns:a16="http://schemas.microsoft.com/office/drawing/2014/main" id="{48E9E8EF-F66F-4491-A61E-E7F8D9B16A51}"/>
              </a:ext>
            </a:extLst>
          </p:cNvPr>
          <p:cNvSpPr txBox="1"/>
          <p:nvPr/>
        </p:nvSpPr>
        <p:spPr>
          <a:xfrm>
            <a:off x="501648" y="6202590"/>
            <a:ext cx="11188699" cy="288147"/>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Every connection of the applicant’s system to the STU shall be covered by a connection agreement between the applicant and STU</a:t>
            </a:r>
          </a:p>
        </p:txBody>
      </p:sp>
    </p:spTree>
    <p:extLst>
      <p:ext uri="{BB962C8B-B14F-4D97-AF65-F5344CB8AC3E}">
        <p14:creationId xmlns:p14="http://schemas.microsoft.com/office/powerpoint/2010/main" val="350792781"/>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Procedure and Timeline for Application for Connectivity (2/2)</a:t>
            </a:r>
            <a:endParaRPr lang="en-GB" sz="2800" b="1" dirty="0"/>
          </a:p>
        </p:txBody>
      </p:sp>
      <p:graphicFrame>
        <p:nvGraphicFramePr>
          <p:cNvPr id="5" name="Table 2">
            <a:extLst>
              <a:ext uri="{FF2B5EF4-FFF2-40B4-BE49-F238E27FC236}">
                <a16:creationId xmlns:a16="http://schemas.microsoft.com/office/drawing/2014/main" id="{E65F9106-ED30-4453-8ABB-33DE5AFBF5A2}"/>
              </a:ext>
            </a:extLst>
          </p:cNvPr>
          <p:cNvGraphicFramePr>
            <a:graphicFrameLocks noGrp="1"/>
          </p:cNvGraphicFramePr>
          <p:nvPr/>
        </p:nvGraphicFramePr>
        <p:xfrm>
          <a:off x="501650" y="1546974"/>
          <a:ext cx="11265808" cy="4518011"/>
        </p:xfrm>
        <a:graphic>
          <a:graphicData uri="http://schemas.openxmlformats.org/drawingml/2006/table">
            <a:tbl>
              <a:tblPr firstRow="1">
                <a:tableStyleId>{93296810-A885-4BE3-A3E7-6D5BEEA58F35}</a:tableStyleId>
              </a:tblPr>
              <a:tblGrid>
                <a:gridCol w="8522608">
                  <a:extLst>
                    <a:ext uri="{9D8B030D-6E8A-4147-A177-3AD203B41FA5}">
                      <a16:colId xmlns:a16="http://schemas.microsoft.com/office/drawing/2014/main" val="3128716273"/>
                    </a:ext>
                  </a:extLst>
                </a:gridCol>
                <a:gridCol w="2743200">
                  <a:extLst>
                    <a:ext uri="{9D8B030D-6E8A-4147-A177-3AD203B41FA5}">
                      <a16:colId xmlns:a16="http://schemas.microsoft.com/office/drawing/2014/main" val="2181816138"/>
                    </a:ext>
                  </a:extLst>
                </a:gridCol>
              </a:tblGrid>
              <a:tr h="295032">
                <a:tc>
                  <a:txBody>
                    <a:bodyPr/>
                    <a:lstStyle/>
                    <a:p>
                      <a:pPr>
                        <a:lnSpc>
                          <a:spcPct val="108000"/>
                        </a:lnSpc>
                        <a:spcAft>
                          <a:spcPts val="300"/>
                        </a:spcAft>
                      </a:pPr>
                      <a:r>
                        <a:rPr lang="en-US" sz="1600" dirty="0"/>
                        <a:t>Activities</a:t>
                      </a:r>
                    </a:p>
                  </a:txBody>
                  <a:tcPr anchor="ctr"/>
                </a:tc>
                <a:tc>
                  <a:txBody>
                    <a:bodyPr/>
                    <a:lstStyle/>
                    <a:p>
                      <a:pPr algn="ctr">
                        <a:lnSpc>
                          <a:spcPct val="108000"/>
                        </a:lnSpc>
                        <a:spcAft>
                          <a:spcPts val="300"/>
                        </a:spcAft>
                      </a:pPr>
                      <a:r>
                        <a:rPr lang="en-US" sz="1600" dirty="0"/>
                        <a:t>Timeline</a:t>
                      </a:r>
                    </a:p>
                  </a:txBody>
                  <a:tcPr anchor="ctr"/>
                </a:tc>
                <a:extLst>
                  <a:ext uri="{0D108BD9-81ED-4DB2-BD59-A6C34878D82A}">
                    <a16:rowId xmlns:a16="http://schemas.microsoft.com/office/drawing/2014/main" val="2291011346"/>
                  </a:ext>
                </a:extLst>
              </a:tr>
              <a:tr h="412237">
                <a:tc>
                  <a:txBody>
                    <a:bodyPr/>
                    <a:lstStyle/>
                    <a:p>
                      <a:pPr>
                        <a:lnSpc>
                          <a:spcPct val="108000"/>
                        </a:lnSpc>
                        <a:spcAft>
                          <a:spcPts val="300"/>
                        </a:spcAft>
                      </a:pPr>
                      <a:r>
                        <a:rPr lang="en-US" sz="1400" dirty="0"/>
                        <a:t>Submission of Application by applicant as per prescribed format to Nodal Agency (Discom) along with details e.g., proposed geographical location of the intra-State requester, quantum of maximum power to be interchanged, etc. and payment of Application fee</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840509175"/>
                  </a:ext>
                </a:extLst>
              </a:tr>
              <a:tr h="412237">
                <a:tc>
                  <a:txBody>
                    <a:bodyPr/>
                    <a:lstStyle/>
                    <a:p>
                      <a:pPr>
                        <a:lnSpc>
                          <a:spcPct val="108000"/>
                        </a:lnSpc>
                        <a:spcAft>
                          <a:spcPts val="300"/>
                        </a:spcAft>
                      </a:pPr>
                      <a:r>
                        <a:rPr lang="en-US" sz="1400" dirty="0"/>
                        <a:t>Processing of application and conductance of necessary interconnection study by Nodal Agency</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664408495"/>
                  </a:ext>
                </a:extLst>
              </a:tr>
              <a:tr h="412237">
                <a:tc gridSpan="2">
                  <a:txBody>
                    <a:bodyPr/>
                    <a:lstStyle/>
                    <a:p>
                      <a:pPr marL="0" marR="0" lvl="0" indent="0" algn="l" defTabSz="914400" rtl="0" eaLnBrk="1" fontAlgn="auto" latinLnBrk="0" hangingPunct="1">
                        <a:lnSpc>
                          <a:spcPct val="108000"/>
                        </a:lnSpc>
                        <a:spcBef>
                          <a:spcPts val="0"/>
                        </a:spcBef>
                        <a:spcAft>
                          <a:spcPts val="300"/>
                        </a:spcAft>
                        <a:buClrTx/>
                        <a:buSzTx/>
                        <a:buFontTx/>
                        <a:buNone/>
                        <a:tabLst/>
                        <a:defRPr/>
                      </a:pPr>
                      <a:r>
                        <a:rPr lang="en-US" sz="1400" b="1" i="1" dirty="0"/>
                        <a:t>Time frame for execution of connectivity – as per Chhattisgarh State Electricity Supply Code 2011 clause 4.58 2(a) to (d):</a:t>
                      </a:r>
                    </a:p>
                  </a:txBody>
                  <a:tcPr anchor="ctr"/>
                </a:tc>
                <a:tc hMerge="1">
                  <a:txBody>
                    <a:bodyPr/>
                    <a:lstStyle/>
                    <a:p>
                      <a:pPr algn="ctr">
                        <a:lnSpc>
                          <a:spcPct val="108000"/>
                        </a:lnSpc>
                        <a:spcAft>
                          <a:spcPts val="300"/>
                        </a:spcAft>
                      </a:pPr>
                      <a:endParaRPr lang="en-US" sz="1400" dirty="0"/>
                    </a:p>
                  </a:txBody>
                  <a:tcPr anchor="ctr"/>
                </a:tc>
                <a:extLst>
                  <a:ext uri="{0D108BD9-81ED-4DB2-BD59-A6C34878D82A}">
                    <a16:rowId xmlns:a16="http://schemas.microsoft.com/office/drawing/2014/main" val="1974015592"/>
                  </a:ext>
                </a:extLst>
              </a:tr>
              <a:tr h="412237">
                <a:tc>
                  <a:txBody>
                    <a:bodyPr/>
                    <a:lstStyle/>
                    <a:p>
                      <a:pPr>
                        <a:lnSpc>
                          <a:spcPct val="108000"/>
                        </a:lnSpc>
                        <a:spcAft>
                          <a:spcPts val="300"/>
                        </a:spcAft>
                      </a:pPr>
                      <a:r>
                        <a:rPr lang="en-US" sz="1400" dirty="0"/>
                        <a:t>Informing feasibility by Discom to applicant</a:t>
                      </a:r>
                    </a:p>
                  </a:txBody>
                  <a:tcPr anchor="ctr"/>
                </a:tc>
                <a:tc>
                  <a:txBody>
                    <a:bodyPr/>
                    <a:lstStyle/>
                    <a:p>
                      <a:pPr algn="ctr">
                        <a:lnSpc>
                          <a:spcPct val="108000"/>
                        </a:lnSpc>
                        <a:spcAft>
                          <a:spcPts val="300"/>
                        </a:spcAft>
                      </a:pPr>
                      <a:r>
                        <a:rPr lang="en-US" sz="1400" dirty="0"/>
                        <a:t>15 working days after receipt of the application form</a:t>
                      </a:r>
                    </a:p>
                  </a:txBody>
                  <a:tcPr anchor="ctr"/>
                </a:tc>
                <a:extLst>
                  <a:ext uri="{0D108BD9-81ED-4DB2-BD59-A6C34878D82A}">
                    <a16:rowId xmlns:a16="http://schemas.microsoft.com/office/drawing/2014/main" val="659176474"/>
                  </a:ext>
                </a:extLst>
              </a:tr>
              <a:tr h="412237">
                <a:tc>
                  <a:txBody>
                    <a:bodyPr/>
                    <a:lstStyle/>
                    <a:p>
                      <a:pPr>
                        <a:lnSpc>
                          <a:spcPct val="108000"/>
                        </a:lnSpc>
                        <a:spcAft>
                          <a:spcPts val="300"/>
                        </a:spcAft>
                      </a:pPr>
                      <a:r>
                        <a:rPr lang="en-US" sz="1400" dirty="0"/>
                        <a:t>Issue of demand note of estimate charges for network augmentation work</a:t>
                      </a:r>
                    </a:p>
                  </a:txBody>
                  <a:tcPr anchor="ctr"/>
                </a:tc>
                <a:tc>
                  <a:txBody>
                    <a:bodyPr/>
                    <a:lstStyle/>
                    <a:p>
                      <a:pPr algn="ctr">
                        <a:lnSpc>
                          <a:spcPct val="108000"/>
                        </a:lnSpc>
                        <a:spcAft>
                          <a:spcPts val="300"/>
                        </a:spcAft>
                      </a:pPr>
                      <a:r>
                        <a:rPr lang="en-US" sz="1400" dirty="0"/>
                        <a:t>30 days after issue of notice of feasibility</a:t>
                      </a:r>
                    </a:p>
                  </a:txBody>
                  <a:tcPr anchor="ctr"/>
                </a:tc>
                <a:extLst>
                  <a:ext uri="{0D108BD9-81ED-4DB2-BD59-A6C34878D82A}">
                    <a16:rowId xmlns:a16="http://schemas.microsoft.com/office/drawing/2014/main" val="2945805397"/>
                  </a:ext>
                </a:extLst>
              </a:tr>
              <a:tr h="412237">
                <a:tc>
                  <a:txBody>
                    <a:bodyPr/>
                    <a:lstStyle/>
                    <a:p>
                      <a:pPr>
                        <a:lnSpc>
                          <a:spcPct val="108000"/>
                        </a:lnSpc>
                        <a:spcAft>
                          <a:spcPts val="300"/>
                        </a:spcAft>
                      </a:pPr>
                      <a:r>
                        <a:rPr lang="en-US" sz="1400" dirty="0"/>
                        <a:t>Completion time of extension work after payment by applicant as per demand note and finalization of agreement</a:t>
                      </a:r>
                    </a:p>
                  </a:txBody>
                  <a:tcPr anchor="ctr"/>
                </a:tc>
                <a:tc>
                  <a:txBody>
                    <a:bodyPr/>
                    <a:lstStyle/>
                    <a:p>
                      <a:pPr algn="ctr">
                        <a:lnSpc>
                          <a:spcPct val="108000"/>
                        </a:lnSpc>
                        <a:spcAft>
                          <a:spcPts val="300"/>
                        </a:spcAft>
                      </a:pPr>
                      <a:r>
                        <a:rPr lang="en-US" sz="1400" dirty="0"/>
                        <a:t>90 days after payment</a:t>
                      </a:r>
                    </a:p>
                  </a:txBody>
                  <a:tcPr anchor="ctr"/>
                </a:tc>
                <a:extLst>
                  <a:ext uri="{0D108BD9-81ED-4DB2-BD59-A6C34878D82A}">
                    <a16:rowId xmlns:a16="http://schemas.microsoft.com/office/drawing/2014/main" val="2576607793"/>
                  </a:ext>
                </a:extLst>
              </a:tr>
              <a:tr h="412237">
                <a:tc>
                  <a:txBody>
                    <a:bodyPr/>
                    <a:lstStyle/>
                    <a:p>
                      <a:pPr>
                        <a:lnSpc>
                          <a:spcPct val="108000"/>
                        </a:lnSpc>
                        <a:spcAft>
                          <a:spcPts val="300"/>
                        </a:spcAft>
                      </a:pPr>
                      <a:r>
                        <a:rPr lang="en-US" sz="1400" dirty="0"/>
                        <a:t>Issue of three months notice after completion of extension work by the licensee with installation of meter and metering equipment</a:t>
                      </a:r>
                    </a:p>
                  </a:txBody>
                  <a:tcPr anchor="ctr"/>
                </a:tc>
                <a:tc>
                  <a:txBody>
                    <a:bodyPr/>
                    <a:lstStyle/>
                    <a:p>
                      <a:pPr algn="ctr">
                        <a:lnSpc>
                          <a:spcPct val="108000"/>
                        </a:lnSpc>
                        <a:spcAft>
                          <a:spcPts val="300"/>
                        </a:spcAft>
                      </a:pPr>
                      <a:r>
                        <a:rPr lang="en-US" sz="1400" dirty="0"/>
                        <a:t>7 days after completion of extension work</a:t>
                      </a:r>
                    </a:p>
                  </a:txBody>
                  <a:tcPr anchor="ctr"/>
                </a:tc>
                <a:extLst>
                  <a:ext uri="{0D108BD9-81ED-4DB2-BD59-A6C34878D82A}">
                    <a16:rowId xmlns:a16="http://schemas.microsoft.com/office/drawing/2014/main" val="2407702811"/>
                  </a:ext>
                </a:extLst>
              </a:tr>
              <a:tr h="412237">
                <a:tc>
                  <a:txBody>
                    <a:bodyPr/>
                    <a:lstStyle/>
                    <a:p>
                      <a:pPr>
                        <a:lnSpc>
                          <a:spcPct val="108000"/>
                        </a:lnSpc>
                        <a:spcAft>
                          <a:spcPts val="300"/>
                        </a:spcAft>
                      </a:pPr>
                      <a:r>
                        <a:rPr lang="en-US" sz="1400" dirty="0"/>
                        <a:t>Release of load after completion of extension work by licensee and submission of clearance from Electrical Inspector by the applicant</a:t>
                      </a:r>
                    </a:p>
                  </a:txBody>
                  <a:tcPr anchor="ctr"/>
                </a:tc>
                <a:tc>
                  <a:txBody>
                    <a:bodyPr/>
                    <a:lstStyle/>
                    <a:p>
                      <a:pPr algn="ctr">
                        <a:lnSpc>
                          <a:spcPct val="108000"/>
                        </a:lnSpc>
                        <a:spcAft>
                          <a:spcPts val="300"/>
                        </a:spcAft>
                      </a:pPr>
                      <a:r>
                        <a:rPr lang="en-US" sz="1400" dirty="0"/>
                        <a:t>7 days after completion of extension work</a:t>
                      </a:r>
                    </a:p>
                  </a:txBody>
                  <a:tcPr anchor="ctr"/>
                </a:tc>
                <a:extLst>
                  <a:ext uri="{0D108BD9-81ED-4DB2-BD59-A6C34878D82A}">
                    <a16:rowId xmlns:a16="http://schemas.microsoft.com/office/drawing/2014/main" val="1842016848"/>
                  </a:ext>
                </a:extLst>
              </a:tr>
            </a:tbl>
          </a:graphicData>
        </a:graphic>
      </p:graphicFrame>
      <p:sp>
        <p:nvSpPr>
          <p:cNvPr id="6" name="TextBox 5">
            <a:extLst>
              <a:ext uri="{FF2B5EF4-FFF2-40B4-BE49-F238E27FC236}">
                <a16:creationId xmlns:a16="http://schemas.microsoft.com/office/drawing/2014/main" id="{DCFC83D2-3117-4BC1-9D4E-997C49B51168}"/>
              </a:ext>
            </a:extLst>
          </p:cNvPr>
          <p:cNvSpPr txBox="1"/>
          <p:nvPr/>
        </p:nvSpPr>
        <p:spPr>
          <a:xfrm>
            <a:off x="501649" y="1006147"/>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p>
        </p:txBody>
      </p:sp>
      <p:cxnSp>
        <p:nvCxnSpPr>
          <p:cNvPr id="7" name="Straight Connector 6">
            <a:extLst>
              <a:ext uri="{FF2B5EF4-FFF2-40B4-BE49-F238E27FC236}">
                <a16:creationId xmlns:a16="http://schemas.microsoft.com/office/drawing/2014/main" id="{6FB4DD91-5637-4E50-8E40-F5134BAC71D5}"/>
              </a:ext>
            </a:extLst>
          </p:cNvPr>
          <p:cNvCxnSpPr/>
          <p:nvPr/>
        </p:nvCxnSpPr>
        <p:spPr>
          <a:xfrm>
            <a:off x="501649" y="794660"/>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1BADEAC-F17D-48B9-B1D2-297897D71216}"/>
              </a:ext>
            </a:extLst>
          </p:cNvPr>
          <p:cNvSpPr txBox="1"/>
          <p:nvPr/>
        </p:nvSpPr>
        <p:spPr>
          <a:xfrm>
            <a:off x="4878503" y="679583"/>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Discom</a:t>
            </a:r>
          </a:p>
        </p:txBody>
      </p:sp>
      <p:sp>
        <p:nvSpPr>
          <p:cNvPr id="10" name="TextBox 9">
            <a:extLst>
              <a:ext uri="{FF2B5EF4-FFF2-40B4-BE49-F238E27FC236}">
                <a16:creationId xmlns:a16="http://schemas.microsoft.com/office/drawing/2014/main" id="{CB4BFC16-5DF0-425A-AA7D-D53F11FD7379}"/>
              </a:ext>
            </a:extLst>
          </p:cNvPr>
          <p:cNvSpPr txBox="1"/>
          <p:nvPr/>
        </p:nvSpPr>
        <p:spPr>
          <a:xfrm>
            <a:off x="501648" y="6202590"/>
            <a:ext cx="11188699" cy="288147"/>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Every connection of the applicant’s system to the Discom shall be covered by a connection agreement between the applicant and Discom</a:t>
            </a:r>
          </a:p>
        </p:txBody>
      </p:sp>
    </p:spTree>
    <p:extLst>
      <p:ext uri="{BB962C8B-B14F-4D97-AF65-F5344CB8AC3E}">
        <p14:creationId xmlns:p14="http://schemas.microsoft.com/office/powerpoint/2010/main" val="887334333"/>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Application Fee for Connectivity in Chhattisgarh</a:t>
            </a:r>
            <a:endParaRPr lang="en-GB" sz="2800" b="1" dirty="0"/>
          </a:p>
        </p:txBody>
      </p:sp>
      <p:graphicFrame>
        <p:nvGraphicFramePr>
          <p:cNvPr id="3" name="Table 2">
            <a:extLst>
              <a:ext uri="{FF2B5EF4-FFF2-40B4-BE49-F238E27FC236}">
                <a16:creationId xmlns:a16="http://schemas.microsoft.com/office/drawing/2014/main" id="{125EC753-4A09-4CA1-A562-8D2FADE3C942}"/>
              </a:ext>
            </a:extLst>
          </p:cNvPr>
          <p:cNvGraphicFramePr>
            <a:graphicFrameLocks noGrp="1"/>
          </p:cNvGraphicFramePr>
          <p:nvPr/>
        </p:nvGraphicFramePr>
        <p:xfrm>
          <a:off x="2732314" y="1905510"/>
          <a:ext cx="6760028" cy="1776413"/>
        </p:xfrm>
        <a:graphic>
          <a:graphicData uri="http://schemas.openxmlformats.org/drawingml/2006/table">
            <a:tbl>
              <a:tblPr firstRow="1">
                <a:tableStyleId>{93296810-A885-4BE3-A3E7-6D5BEEA58F35}</a:tableStyleId>
              </a:tblPr>
              <a:tblGrid>
                <a:gridCol w="4919032">
                  <a:extLst>
                    <a:ext uri="{9D8B030D-6E8A-4147-A177-3AD203B41FA5}">
                      <a16:colId xmlns:a16="http://schemas.microsoft.com/office/drawing/2014/main" val="2217760268"/>
                    </a:ext>
                  </a:extLst>
                </a:gridCol>
                <a:gridCol w="1840996">
                  <a:extLst>
                    <a:ext uri="{9D8B030D-6E8A-4147-A177-3AD203B41FA5}">
                      <a16:colId xmlns:a16="http://schemas.microsoft.com/office/drawing/2014/main" val="1047426198"/>
                    </a:ext>
                  </a:extLst>
                </a:gridCol>
              </a:tblGrid>
              <a:tr h="0">
                <a:tc>
                  <a:txBody>
                    <a:bodyPr/>
                    <a:lstStyle/>
                    <a:p>
                      <a:pPr algn="ctr">
                        <a:lnSpc>
                          <a:spcPct val="107000"/>
                        </a:lnSpc>
                        <a:spcAft>
                          <a:spcPts val="800"/>
                        </a:spcAft>
                      </a:pPr>
                      <a:r>
                        <a:rPr lang="en-US" sz="1400" dirty="0">
                          <a:effectLst/>
                        </a:rPr>
                        <a:t>Max. Quantum of Power to be injected / </a:t>
                      </a:r>
                      <a:r>
                        <a:rPr lang="en-US" sz="1400" dirty="0" err="1">
                          <a:effectLst/>
                        </a:rPr>
                        <a:t>offtaken</a:t>
                      </a:r>
                      <a:r>
                        <a:rPr lang="en-US" sz="1400" dirty="0">
                          <a:effectLst/>
                        </a:rPr>
                        <a:t> into / from Intra-state Transmission system</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dirty="0">
                          <a:effectLst/>
                        </a:rPr>
                        <a:t>Application fee (Rs in lakhs)</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3774080824"/>
                  </a:ext>
                </a:extLst>
              </a:tr>
              <a:tr h="0">
                <a:tc>
                  <a:txBody>
                    <a:bodyPr/>
                    <a:lstStyle/>
                    <a:p>
                      <a:pPr algn="ctr">
                        <a:lnSpc>
                          <a:spcPct val="107000"/>
                        </a:lnSpc>
                        <a:spcAft>
                          <a:spcPts val="800"/>
                        </a:spcAft>
                      </a:pPr>
                      <a:r>
                        <a:rPr lang="en-US" sz="1400" dirty="0">
                          <a:effectLst/>
                        </a:rPr>
                        <a:t>1 MW and above and up to 50 MW</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a:effectLst/>
                        </a:rPr>
                        <a:t>2</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1108780395"/>
                  </a:ext>
                </a:extLst>
              </a:tr>
              <a:tr h="0">
                <a:tc>
                  <a:txBody>
                    <a:bodyPr/>
                    <a:lstStyle/>
                    <a:p>
                      <a:pPr algn="ctr">
                        <a:lnSpc>
                          <a:spcPct val="107000"/>
                        </a:lnSpc>
                        <a:spcAft>
                          <a:spcPts val="800"/>
                        </a:spcAft>
                      </a:pPr>
                      <a:r>
                        <a:rPr lang="en-US" sz="1400" dirty="0">
                          <a:effectLst/>
                        </a:rPr>
                        <a:t>More than 50 MW and up to 250 MW</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a:effectLst/>
                        </a:rPr>
                        <a:t>4</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4143524914"/>
                  </a:ext>
                </a:extLst>
              </a:tr>
              <a:tr h="0">
                <a:tc>
                  <a:txBody>
                    <a:bodyPr/>
                    <a:lstStyle/>
                    <a:p>
                      <a:pPr algn="ctr">
                        <a:lnSpc>
                          <a:spcPct val="107000"/>
                        </a:lnSpc>
                        <a:spcAft>
                          <a:spcPts val="800"/>
                        </a:spcAft>
                      </a:pPr>
                      <a:r>
                        <a:rPr lang="en-US" sz="1400" dirty="0">
                          <a:effectLst/>
                        </a:rPr>
                        <a:t>More than 250 MW and up to 1000 MW</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a:effectLst/>
                        </a:rPr>
                        <a:t>6</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193946022"/>
                  </a:ext>
                </a:extLst>
              </a:tr>
              <a:tr h="0">
                <a:tc>
                  <a:txBody>
                    <a:bodyPr/>
                    <a:lstStyle/>
                    <a:p>
                      <a:pPr algn="ctr">
                        <a:lnSpc>
                          <a:spcPct val="107000"/>
                        </a:lnSpc>
                        <a:spcAft>
                          <a:spcPts val="800"/>
                        </a:spcAft>
                      </a:pPr>
                      <a:r>
                        <a:rPr lang="en-US" sz="1400" dirty="0">
                          <a:effectLst/>
                        </a:rPr>
                        <a:t>More than 1000 MW</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dirty="0">
                          <a:effectLst/>
                        </a:rPr>
                        <a:t>9</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1984271569"/>
                  </a:ext>
                </a:extLst>
              </a:tr>
            </a:tbl>
          </a:graphicData>
        </a:graphic>
      </p:graphicFrame>
      <p:graphicFrame>
        <p:nvGraphicFramePr>
          <p:cNvPr id="4" name="Table 3">
            <a:extLst>
              <a:ext uri="{FF2B5EF4-FFF2-40B4-BE49-F238E27FC236}">
                <a16:creationId xmlns:a16="http://schemas.microsoft.com/office/drawing/2014/main" id="{9F41A2E1-87BC-4CD6-94CA-164C5ACCDACD}"/>
              </a:ext>
            </a:extLst>
          </p:cNvPr>
          <p:cNvGraphicFramePr>
            <a:graphicFrameLocks noGrp="1"/>
          </p:cNvGraphicFramePr>
          <p:nvPr/>
        </p:nvGraphicFramePr>
        <p:xfrm>
          <a:off x="2732315" y="4996547"/>
          <a:ext cx="6760027" cy="847535"/>
        </p:xfrm>
        <a:graphic>
          <a:graphicData uri="http://schemas.openxmlformats.org/drawingml/2006/table">
            <a:tbl>
              <a:tblPr firstRow="1">
                <a:tableStyleId>{93296810-A885-4BE3-A3E7-6D5BEEA58F35}</a:tableStyleId>
              </a:tblPr>
              <a:tblGrid>
                <a:gridCol w="4947581">
                  <a:extLst>
                    <a:ext uri="{9D8B030D-6E8A-4147-A177-3AD203B41FA5}">
                      <a16:colId xmlns:a16="http://schemas.microsoft.com/office/drawing/2014/main" val="2073652284"/>
                    </a:ext>
                  </a:extLst>
                </a:gridCol>
                <a:gridCol w="1812446">
                  <a:extLst>
                    <a:ext uri="{9D8B030D-6E8A-4147-A177-3AD203B41FA5}">
                      <a16:colId xmlns:a16="http://schemas.microsoft.com/office/drawing/2014/main" val="3458142035"/>
                    </a:ext>
                  </a:extLst>
                </a:gridCol>
              </a:tblGrid>
              <a:tr h="0">
                <a:tc>
                  <a:txBody>
                    <a:bodyPr/>
                    <a:lstStyle/>
                    <a:p>
                      <a:pPr algn="ctr">
                        <a:lnSpc>
                          <a:spcPct val="107000"/>
                        </a:lnSpc>
                        <a:spcAft>
                          <a:spcPts val="800"/>
                        </a:spcAft>
                      </a:pPr>
                      <a:r>
                        <a:rPr lang="en-US" sz="1400" dirty="0">
                          <a:effectLst/>
                        </a:rPr>
                        <a:t>Max. Quantum of Power to be injected / </a:t>
                      </a:r>
                      <a:r>
                        <a:rPr lang="en-US" sz="1400" dirty="0" err="1">
                          <a:effectLst/>
                        </a:rPr>
                        <a:t>offtaken</a:t>
                      </a:r>
                      <a:r>
                        <a:rPr lang="en-US" sz="1400" dirty="0">
                          <a:effectLst/>
                        </a:rPr>
                        <a:t> into / from Distribution system</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a:effectLst/>
                        </a:rPr>
                        <a:t>Application fee (Rs in lakhs)</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469707442"/>
                  </a:ext>
                </a:extLst>
              </a:tr>
              <a:tr h="0">
                <a:tc>
                  <a:txBody>
                    <a:bodyPr/>
                    <a:lstStyle/>
                    <a:p>
                      <a:pPr algn="ctr">
                        <a:lnSpc>
                          <a:spcPct val="107000"/>
                        </a:lnSpc>
                        <a:spcAft>
                          <a:spcPts val="800"/>
                        </a:spcAft>
                      </a:pPr>
                      <a:r>
                        <a:rPr lang="en-US" sz="1400" dirty="0">
                          <a:effectLst/>
                        </a:rPr>
                        <a:t>15 MW and below</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400" dirty="0">
                          <a:effectLst/>
                        </a:rPr>
                        <a:t>2</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423294967"/>
                  </a:ext>
                </a:extLst>
              </a:tr>
            </a:tbl>
          </a:graphicData>
        </a:graphic>
      </p:graphicFrame>
      <p:sp>
        <p:nvSpPr>
          <p:cNvPr id="9" name="TextBox 8">
            <a:extLst>
              <a:ext uri="{FF2B5EF4-FFF2-40B4-BE49-F238E27FC236}">
                <a16:creationId xmlns:a16="http://schemas.microsoft.com/office/drawing/2014/main" id="{B517E29B-5D16-44BA-8326-DC4E87636C67}"/>
              </a:ext>
            </a:extLst>
          </p:cNvPr>
          <p:cNvSpPr txBox="1"/>
          <p:nvPr/>
        </p:nvSpPr>
        <p:spPr>
          <a:xfrm>
            <a:off x="501649" y="755779"/>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p>
        </p:txBody>
      </p:sp>
      <p:cxnSp>
        <p:nvCxnSpPr>
          <p:cNvPr id="6" name="Straight Connector 5">
            <a:extLst>
              <a:ext uri="{FF2B5EF4-FFF2-40B4-BE49-F238E27FC236}">
                <a16:creationId xmlns:a16="http://schemas.microsoft.com/office/drawing/2014/main" id="{50287B9A-C951-47D4-A15D-88DABA526183}"/>
              </a:ext>
            </a:extLst>
          </p:cNvPr>
          <p:cNvCxnSpPr/>
          <p:nvPr/>
        </p:nvCxnSpPr>
        <p:spPr>
          <a:xfrm>
            <a:off x="2622347" y="1600201"/>
            <a:ext cx="694730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5499943-521E-445E-9230-0927429F8D2F}"/>
              </a:ext>
            </a:extLst>
          </p:cNvPr>
          <p:cNvSpPr txBox="1"/>
          <p:nvPr/>
        </p:nvSpPr>
        <p:spPr>
          <a:xfrm>
            <a:off x="4878503" y="1485124"/>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STU</a:t>
            </a:r>
          </a:p>
        </p:txBody>
      </p:sp>
      <p:cxnSp>
        <p:nvCxnSpPr>
          <p:cNvPr id="10" name="Straight Connector 9">
            <a:extLst>
              <a:ext uri="{FF2B5EF4-FFF2-40B4-BE49-F238E27FC236}">
                <a16:creationId xmlns:a16="http://schemas.microsoft.com/office/drawing/2014/main" id="{3F459108-400B-46BE-8430-AB02EE7E8DB7}"/>
              </a:ext>
            </a:extLst>
          </p:cNvPr>
          <p:cNvCxnSpPr/>
          <p:nvPr/>
        </p:nvCxnSpPr>
        <p:spPr>
          <a:xfrm>
            <a:off x="2622349" y="4680858"/>
            <a:ext cx="694730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95E1B56B-E65E-487C-A94C-203388DDC9FD}"/>
              </a:ext>
            </a:extLst>
          </p:cNvPr>
          <p:cNvSpPr txBox="1"/>
          <p:nvPr/>
        </p:nvSpPr>
        <p:spPr>
          <a:xfrm>
            <a:off x="4878505" y="4565781"/>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Discom</a:t>
            </a:r>
          </a:p>
        </p:txBody>
      </p:sp>
    </p:spTree>
    <p:extLst>
      <p:ext uri="{BB962C8B-B14F-4D97-AF65-F5344CB8AC3E}">
        <p14:creationId xmlns:p14="http://schemas.microsoft.com/office/powerpoint/2010/main" val="1311854033"/>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Provisions regarding Evacuation Infrastructure</a:t>
            </a:r>
            <a:endParaRPr lang="en-GB" sz="2800" b="1" dirty="0"/>
          </a:p>
        </p:txBody>
      </p:sp>
      <p:sp>
        <p:nvSpPr>
          <p:cNvPr id="6" name="TextBox 5">
            <a:extLst>
              <a:ext uri="{FF2B5EF4-FFF2-40B4-BE49-F238E27FC236}">
                <a16:creationId xmlns:a16="http://schemas.microsoft.com/office/drawing/2014/main" id="{DCFC83D2-3117-4BC1-9D4E-997C49B51168}"/>
              </a:ext>
            </a:extLst>
          </p:cNvPr>
          <p:cNvSpPr txBox="1"/>
          <p:nvPr/>
        </p:nvSpPr>
        <p:spPr>
          <a:xfrm>
            <a:off x="501649" y="799317"/>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Solar Energy Policy 2017-27 [Clause 9(f)]</a:t>
            </a:r>
          </a:p>
        </p:txBody>
      </p:sp>
      <p:sp>
        <p:nvSpPr>
          <p:cNvPr id="12" name="TextBox 11">
            <a:extLst>
              <a:ext uri="{FF2B5EF4-FFF2-40B4-BE49-F238E27FC236}">
                <a16:creationId xmlns:a16="http://schemas.microsoft.com/office/drawing/2014/main" id="{B1B32850-DAED-45F9-8996-6BEDCAFCE12E}"/>
              </a:ext>
            </a:extLst>
          </p:cNvPr>
          <p:cNvSpPr txBox="1"/>
          <p:nvPr/>
        </p:nvSpPr>
        <p:spPr>
          <a:xfrm>
            <a:off x="501650" y="1147663"/>
            <a:ext cx="11188698" cy="1944220"/>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Evacuation line from the solar power plant’s switchyard to the grid substation of STU/Discom shall be laid by the STU/Discom at the cost of the project developer.</a:t>
            </a:r>
          </a:p>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If the project developer wishes to lay evacuation line by himself, he can do so either under the supervision of STU/Discom by paying the supervision charges to STU/Discom, or under own supervision without paying the supervision charges.</a:t>
            </a:r>
          </a:p>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Solar power developer shall be permitted to construct lines at its own cost upon receiving confirmation of availability of technical capability of STU/Discom network for evacuation of the power. For this purpose, STU/Discom shall assess the availability of technical capability of STU/Discom network within 30 working days of receipt of application.</a:t>
            </a:r>
          </a:p>
        </p:txBody>
      </p:sp>
      <p:sp>
        <p:nvSpPr>
          <p:cNvPr id="5" name="TextBox 4">
            <a:extLst>
              <a:ext uri="{FF2B5EF4-FFF2-40B4-BE49-F238E27FC236}">
                <a16:creationId xmlns:a16="http://schemas.microsoft.com/office/drawing/2014/main" id="{D897555F-3B99-4CB3-AED8-F0B3E4D7AA94}"/>
              </a:ext>
            </a:extLst>
          </p:cNvPr>
          <p:cNvSpPr txBox="1"/>
          <p:nvPr/>
        </p:nvSpPr>
        <p:spPr>
          <a:xfrm>
            <a:off x="501650" y="3429000"/>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 [Reg. 10(3)(</a:t>
            </a:r>
            <a:r>
              <a:rPr kumimoji="0" lang="en-US" sz="1600" b="1" i="1" u="none" strike="noStrike" kern="1200" cap="none" spc="0" normalizeH="0" baseline="0" noProof="0" dirty="0" err="1">
                <a:ln>
                  <a:noFill/>
                </a:ln>
                <a:solidFill>
                  <a:srgbClr val="313131"/>
                </a:solidFill>
                <a:effectLst/>
                <a:uLnTx/>
                <a:uFillTx/>
                <a:latin typeface="Calibri"/>
                <a:ea typeface="+mn-ea"/>
                <a:cs typeface="+mn-cs"/>
              </a:rPr>
              <a:t>i</a:t>
            </a:r>
            <a:r>
              <a:rPr kumimoji="0" lang="en-US" sz="1600" b="1" i="1" u="none" strike="noStrike" kern="1200" cap="none" spc="0" normalizeH="0" baseline="0" noProof="0" dirty="0">
                <a:ln>
                  <a:noFill/>
                </a:ln>
                <a:solidFill>
                  <a:srgbClr val="313131"/>
                </a:solidFill>
                <a:effectLst/>
                <a:uLnTx/>
                <a:uFillTx/>
                <a:latin typeface="Calibri"/>
                <a:ea typeface="+mn-ea"/>
                <a:cs typeface="+mn-cs"/>
              </a:rPr>
              <a:t>)e]</a:t>
            </a:r>
          </a:p>
        </p:txBody>
      </p:sp>
      <p:sp>
        <p:nvSpPr>
          <p:cNvPr id="7" name="TextBox 6">
            <a:extLst>
              <a:ext uri="{FF2B5EF4-FFF2-40B4-BE49-F238E27FC236}">
                <a16:creationId xmlns:a16="http://schemas.microsoft.com/office/drawing/2014/main" id="{FA0F0B5B-3760-45D7-BE43-138447CA1FDC}"/>
              </a:ext>
            </a:extLst>
          </p:cNvPr>
          <p:cNvSpPr txBox="1"/>
          <p:nvPr/>
        </p:nvSpPr>
        <p:spPr>
          <a:xfrm>
            <a:off x="501651" y="4049489"/>
            <a:ext cx="11188698" cy="1179118"/>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Generating station (including Captive Generating Plant) will bear cost of interconnection, in case the generating station is the requestor.</a:t>
            </a:r>
          </a:p>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The nodal agency (STU/Discom) shall intimate the timeframe for completion of the dedicated transmission line, if it is to be executed by licensee.</a:t>
            </a:r>
          </a:p>
          <a:p>
            <a:pPr marL="285750" marR="0" lvl="0" indent="-285750" algn="just" defTabSz="914400" rtl="0" eaLnBrk="1" fontAlgn="auto" latinLnBrk="0" hangingPunct="1">
              <a:lnSpc>
                <a:spcPct val="107000"/>
              </a:lnSpc>
              <a:spcBef>
                <a:spcPts val="0"/>
              </a:spcBef>
              <a:spcAft>
                <a:spcPts val="600"/>
              </a:spcAft>
              <a:buClrTx/>
              <a:buSzTx/>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In case the line work is to be executed by the requester, the broad design features of the dedicated transmission line and other technical specifications can be provided by nodal agency on payment of necessary charges.</a:t>
            </a:r>
          </a:p>
        </p:txBody>
      </p:sp>
    </p:spTree>
    <p:extLst>
      <p:ext uri="{BB962C8B-B14F-4D97-AF65-F5344CB8AC3E}">
        <p14:creationId xmlns:p14="http://schemas.microsoft.com/office/powerpoint/2010/main" val="3438462439"/>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Categories and Eligibility Criteria for Open Access</a:t>
            </a:r>
            <a:endParaRPr lang="en-GB" sz="2800" b="1" dirty="0"/>
          </a:p>
        </p:txBody>
      </p:sp>
      <p:graphicFrame>
        <p:nvGraphicFramePr>
          <p:cNvPr id="5" name="Table 2">
            <a:extLst>
              <a:ext uri="{FF2B5EF4-FFF2-40B4-BE49-F238E27FC236}">
                <a16:creationId xmlns:a16="http://schemas.microsoft.com/office/drawing/2014/main" id="{E65F9106-ED30-4453-8ABB-33DE5AFBF5A2}"/>
              </a:ext>
            </a:extLst>
          </p:cNvPr>
          <p:cNvGraphicFramePr>
            <a:graphicFrameLocks noGrp="1"/>
          </p:cNvGraphicFramePr>
          <p:nvPr/>
        </p:nvGraphicFramePr>
        <p:xfrm>
          <a:off x="501650" y="1405457"/>
          <a:ext cx="11265808" cy="1276225"/>
        </p:xfrm>
        <a:graphic>
          <a:graphicData uri="http://schemas.openxmlformats.org/drawingml/2006/table">
            <a:tbl>
              <a:tblPr firstRow="1">
                <a:tableStyleId>{93296810-A885-4BE3-A3E7-6D5BEEA58F35}</a:tableStyleId>
              </a:tblPr>
              <a:tblGrid>
                <a:gridCol w="2317750">
                  <a:extLst>
                    <a:ext uri="{9D8B030D-6E8A-4147-A177-3AD203B41FA5}">
                      <a16:colId xmlns:a16="http://schemas.microsoft.com/office/drawing/2014/main" val="3128716273"/>
                    </a:ext>
                  </a:extLst>
                </a:gridCol>
                <a:gridCol w="8948058">
                  <a:extLst>
                    <a:ext uri="{9D8B030D-6E8A-4147-A177-3AD203B41FA5}">
                      <a16:colId xmlns:a16="http://schemas.microsoft.com/office/drawing/2014/main" val="2181816138"/>
                    </a:ext>
                  </a:extLst>
                </a:gridCol>
              </a:tblGrid>
              <a:tr h="176502">
                <a:tc>
                  <a:txBody>
                    <a:bodyPr/>
                    <a:lstStyle/>
                    <a:p>
                      <a:pPr>
                        <a:lnSpc>
                          <a:spcPct val="108000"/>
                        </a:lnSpc>
                        <a:spcAft>
                          <a:spcPts val="300"/>
                        </a:spcAft>
                      </a:pPr>
                      <a:r>
                        <a:rPr lang="en-US" sz="1600" dirty="0"/>
                        <a:t>Category</a:t>
                      </a:r>
                    </a:p>
                  </a:txBody>
                  <a:tcPr anchor="ctr"/>
                </a:tc>
                <a:tc>
                  <a:txBody>
                    <a:bodyPr/>
                    <a:lstStyle/>
                    <a:p>
                      <a:pPr algn="l">
                        <a:lnSpc>
                          <a:spcPct val="108000"/>
                        </a:lnSpc>
                        <a:spcAft>
                          <a:spcPts val="300"/>
                        </a:spcAft>
                      </a:pPr>
                      <a:r>
                        <a:rPr lang="en-US" sz="1600" dirty="0"/>
                        <a:t>Description</a:t>
                      </a:r>
                    </a:p>
                  </a:txBody>
                  <a:tcPr anchor="ctr"/>
                </a:tc>
                <a:extLst>
                  <a:ext uri="{0D108BD9-81ED-4DB2-BD59-A6C34878D82A}">
                    <a16:rowId xmlns:a16="http://schemas.microsoft.com/office/drawing/2014/main" val="2291011346"/>
                  </a:ext>
                </a:extLst>
              </a:tr>
              <a:tr h="212035">
                <a:tc>
                  <a:txBody>
                    <a:bodyPr/>
                    <a:lstStyle/>
                    <a:p>
                      <a:pPr>
                        <a:lnSpc>
                          <a:spcPct val="108000"/>
                        </a:lnSpc>
                        <a:spcAft>
                          <a:spcPts val="300"/>
                        </a:spcAft>
                      </a:pPr>
                      <a:r>
                        <a:rPr lang="en-US" sz="1400" dirty="0"/>
                        <a:t>Long-term open access</a:t>
                      </a:r>
                    </a:p>
                  </a:txBody>
                  <a:tcPr anchor="ctr"/>
                </a:tc>
                <a:tc>
                  <a:txBody>
                    <a:bodyPr/>
                    <a:lstStyle/>
                    <a:p>
                      <a:pPr algn="l">
                        <a:lnSpc>
                          <a:spcPct val="108000"/>
                        </a:lnSpc>
                        <a:spcAft>
                          <a:spcPts val="300"/>
                        </a:spcAft>
                      </a:pPr>
                      <a:r>
                        <a:rPr lang="en-US" sz="1400" dirty="0"/>
                        <a:t>Right to use the intra-State transmission / distribution system </a:t>
                      </a:r>
                      <a:r>
                        <a:rPr lang="en-US" sz="1400" u="sng" dirty="0"/>
                        <a:t>for a period exceeding 12 years but not exceeding 25 years</a:t>
                      </a:r>
                    </a:p>
                  </a:txBody>
                  <a:tcPr anchor="ctr"/>
                </a:tc>
                <a:extLst>
                  <a:ext uri="{0D108BD9-81ED-4DB2-BD59-A6C34878D82A}">
                    <a16:rowId xmlns:a16="http://schemas.microsoft.com/office/drawing/2014/main" val="840509175"/>
                  </a:ext>
                </a:extLst>
              </a:tr>
              <a:tr h="212035">
                <a:tc>
                  <a:txBody>
                    <a:bodyPr/>
                    <a:lstStyle/>
                    <a:p>
                      <a:pPr>
                        <a:lnSpc>
                          <a:spcPct val="108000"/>
                        </a:lnSpc>
                        <a:spcAft>
                          <a:spcPts val="300"/>
                        </a:spcAft>
                      </a:pPr>
                      <a:r>
                        <a:rPr lang="en-US" sz="1400" dirty="0"/>
                        <a:t>Medium-term open access</a:t>
                      </a:r>
                    </a:p>
                  </a:txBody>
                  <a:tcPr anchor="ctr"/>
                </a:tc>
                <a:tc>
                  <a:txBody>
                    <a:bodyPr/>
                    <a:lstStyle/>
                    <a:p>
                      <a:pPr algn="l">
                        <a:lnSpc>
                          <a:spcPct val="108000"/>
                        </a:lnSpc>
                        <a:spcAft>
                          <a:spcPts val="300"/>
                        </a:spcAft>
                      </a:pPr>
                      <a:r>
                        <a:rPr lang="en-US" sz="1400" dirty="0"/>
                        <a:t>Right to use the intra-State transmission / distribution system </a:t>
                      </a:r>
                      <a:r>
                        <a:rPr lang="en-US" sz="1400" u="sng" dirty="0"/>
                        <a:t>for a period exceeding 1 year but not exceeding 7 years</a:t>
                      </a:r>
                    </a:p>
                  </a:txBody>
                  <a:tcPr anchor="ctr"/>
                </a:tc>
                <a:extLst>
                  <a:ext uri="{0D108BD9-81ED-4DB2-BD59-A6C34878D82A}">
                    <a16:rowId xmlns:a16="http://schemas.microsoft.com/office/drawing/2014/main" val="664408495"/>
                  </a:ext>
                </a:extLst>
              </a:tr>
              <a:tr h="160340">
                <a:tc>
                  <a:txBody>
                    <a:bodyPr/>
                    <a:lstStyle/>
                    <a:p>
                      <a:pPr>
                        <a:lnSpc>
                          <a:spcPct val="108000"/>
                        </a:lnSpc>
                        <a:spcAft>
                          <a:spcPts val="300"/>
                        </a:spcAft>
                      </a:pPr>
                      <a:r>
                        <a:rPr lang="en-US" sz="1400" dirty="0"/>
                        <a:t>Short-term open access</a:t>
                      </a:r>
                    </a:p>
                  </a:txBody>
                  <a:tcPr anchor="ctr"/>
                </a:tc>
                <a:tc>
                  <a:txBody>
                    <a:bodyPr/>
                    <a:lstStyle/>
                    <a:p>
                      <a:pPr algn="l">
                        <a:lnSpc>
                          <a:spcPct val="108000"/>
                        </a:lnSpc>
                        <a:spcAft>
                          <a:spcPts val="300"/>
                        </a:spcAft>
                      </a:pPr>
                      <a:r>
                        <a:rPr lang="en-US" sz="1400" dirty="0"/>
                        <a:t>Open access </a:t>
                      </a:r>
                      <a:r>
                        <a:rPr lang="en-US" sz="1400" u="sng" dirty="0"/>
                        <a:t>for a period up to one (1) month at one time</a:t>
                      </a:r>
                    </a:p>
                  </a:txBody>
                  <a:tcPr anchor="ctr"/>
                </a:tc>
                <a:extLst>
                  <a:ext uri="{0D108BD9-81ED-4DB2-BD59-A6C34878D82A}">
                    <a16:rowId xmlns:a16="http://schemas.microsoft.com/office/drawing/2014/main" val="1726441376"/>
                  </a:ext>
                </a:extLst>
              </a:tr>
            </a:tbl>
          </a:graphicData>
        </a:graphic>
      </p:graphicFrame>
      <p:sp>
        <p:nvSpPr>
          <p:cNvPr id="6" name="TextBox 5">
            <a:extLst>
              <a:ext uri="{FF2B5EF4-FFF2-40B4-BE49-F238E27FC236}">
                <a16:creationId xmlns:a16="http://schemas.microsoft.com/office/drawing/2014/main" id="{DCFC83D2-3117-4BC1-9D4E-997C49B51168}"/>
              </a:ext>
            </a:extLst>
          </p:cNvPr>
          <p:cNvSpPr txBox="1"/>
          <p:nvPr/>
        </p:nvSpPr>
        <p:spPr>
          <a:xfrm>
            <a:off x="501649" y="657804"/>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Chhattisgarh State Electricity Regulatory Commission (Connectivity and Intra-State Open Access) Regulations, 2011 and amendments</a:t>
            </a:r>
          </a:p>
        </p:txBody>
      </p:sp>
      <p:cxnSp>
        <p:nvCxnSpPr>
          <p:cNvPr id="7" name="Straight Connector 6">
            <a:extLst>
              <a:ext uri="{FF2B5EF4-FFF2-40B4-BE49-F238E27FC236}">
                <a16:creationId xmlns:a16="http://schemas.microsoft.com/office/drawing/2014/main" id="{6FB4DD91-5637-4E50-8E40-F5134BAC71D5}"/>
              </a:ext>
            </a:extLst>
          </p:cNvPr>
          <p:cNvCxnSpPr/>
          <p:nvPr/>
        </p:nvCxnSpPr>
        <p:spPr>
          <a:xfrm>
            <a:off x="501649" y="1197427"/>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1BADEAC-F17D-48B9-B1D2-297897D71216}"/>
              </a:ext>
            </a:extLst>
          </p:cNvPr>
          <p:cNvSpPr txBox="1"/>
          <p:nvPr/>
        </p:nvSpPr>
        <p:spPr>
          <a:xfrm>
            <a:off x="4313464" y="1082350"/>
            <a:ext cx="3565067"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Categories of Open Access Customers</a:t>
            </a:r>
          </a:p>
        </p:txBody>
      </p:sp>
      <p:cxnSp>
        <p:nvCxnSpPr>
          <p:cNvPr id="13" name="Straight Connector 12">
            <a:extLst>
              <a:ext uri="{FF2B5EF4-FFF2-40B4-BE49-F238E27FC236}">
                <a16:creationId xmlns:a16="http://schemas.microsoft.com/office/drawing/2014/main" id="{9BEFE4CF-0580-4EB5-A995-C4DC05B11FFC}"/>
              </a:ext>
            </a:extLst>
          </p:cNvPr>
          <p:cNvCxnSpPr/>
          <p:nvPr/>
        </p:nvCxnSpPr>
        <p:spPr>
          <a:xfrm>
            <a:off x="501649" y="2858269"/>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7C33DB5C-DF9F-4979-B26B-F1F60567A17B}"/>
              </a:ext>
            </a:extLst>
          </p:cNvPr>
          <p:cNvSpPr txBox="1"/>
          <p:nvPr/>
        </p:nvSpPr>
        <p:spPr>
          <a:xfrm>
            <a:off x="5089804" y="2743192"/>
            <a:ext cx="2012386"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Allotment Priority</a:t>
            </a:r>
          </a:p>
        </p:txBody>
      </p:sp>
      <p:sp>
        <p:nvSpPr>
          <p:cNvPr id="12" name="TextBox 11">
            <a:extLst>
              <a:ext uri="{FF2B5EF4-FFF2-40B4-BE49-F238E27FC236}">
                <a16:creationId xmlns:a16="http://schemas.microsoft.com/office/drawing/2014/main" id="{05A1E00D-BB43-4179-B3FE-33C0403EBB46}"/>
              </a:ext>
            </a:extLst>
          </p:cNvPr>
          <p:cNvSpPr txBox="1"/>
          <p:nvPr/>
        </p:nvSpPr>
        <p:spPr>
          <a:xfrm>
            <a:off x="501650" y="3074423"/>
            <a:ext cx="11188698" cy="2114480"/>
          </a:xfrm>
          <a:prstGeom prst="roundRect">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07000"/>
              </a:lnSpc>
              <a:spcBef>
                <a:spcPts val="0"/>
              </a:spcBef>
              <a:spcAft>
                <a:spcPts val="80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Reg. 8</a:t>
            </a:r>
          </a:p>
          <a:p>
            <a:pPr marL="0" marR="0" lvl="0" indent="0" algn="just"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“(1) A distribution licensee shall have the highest priority in the allotment of open access capacity whether in the long-term or medium term or short term open access.</a:t>
            </a:r>
          </a:p>
          <a:p>
            <a:pPr marL="0" marR="0" lvl="0" indent="0" algn="just"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(2) The applicant seeking long-term open access shall have priority over the applicant seeking medium-term open access for use of the intra-State transmission system and/or distribution system</a:t>
            </a:r>
          </a:p>
          <a:p>
            <a:pPr marL="0" marR="0" lvl="0" indent="0" algn="just"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(3) The applicant seeking long-term open access and the medium-term open access shall have priority over the short-term open access for use of the intra-State transmission system and/or distribution system”</a:t>
            </a:r>
          </a:p>
        </p:txBody>
      </p:sp>
      <p:cxnSp>
        <p:nvCxnSpPr>
          <p:cNvPr id="16" name="Straight Connector 15">
            <a:extLst>
              <a:ext uri="{FF2B5EF4-FFF2-40B4-BE49-F238E27FC236}">
                <a16:creationId xmlns:a16="http://schemas.microsoft.com/office/drawing/2014/main" id="{84C09761-6BE4-40CE-A13C-3737987BB907}"/>
              </a:ext>
            </a:extLst>
          </p:cNvPr>
          <p:cNvCxnSpPr/>
          <p:nvPr/>
        </p:nvCxnSpPr>
        <p:spPr>
          <a:xfrm>
            <a:off x="501648" y="5374502"/>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D7626CAE-DA8A-47E2-B129-CA2CABEDC1FE}"/>
              </a:ext>
            </a:extLst>
          </p:cNvPr>
          <p:cNvSpPr txBox="1"/>
          <p:nvPr/>
        </p:nvSpPr>
        <p:spPr>
          <a:xfrm>
            <a:off x="4878502" y="5259425"/>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Eligibility for Open Access</a:t>
            </a:r>
          </a:p>
        </p:txBody>
      </p:sp>
      <p:sp>
        <p:nvSpPr>
          <p:cNvPr id="18" name="TextBox 17">
            <a:extLst>
              <a:ext uri="{FF2B5EF4-FFF2-40B4-BE49-F238E27FC236}">
                <a16:creationId xmlns:a16="http://schemas.microsoft.com/office/drawing/2014/main" id="{17750734-B5FE-4532-A1A2-04ABA01B7ABC}"/>
              </a:ext>
            </a:extLst>
          </p:cNvPr>
          <p:cNvSpPr txBox="1"/>
          <p:nvPr/>
        </p:nvSpPr>
        <p:spPr>
          <a:xfrm>
            <a:off x="501649" y="5579772"/>
            <a:ext cx="11188698" cy="753823"/>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Applicant seeking open access for one (1) MW and above shall be eligible for open access</a:t>
            </a:r>
          </a:p>
          <a:p>
            <a:pPr marL="285750" marR="0" lvl="0" indent="-285750" algn="just" defTabSz="914400" rtl="0" eaLnBrk="1" fontAlgn="auto" latinLnBrk="0" hangingPunct="1">
              <a:lnSpc>
                <a:spcPct val="107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Bulk consumers who are not connected through dedicated feeders shall not be allowed open access unless exempted by the Commission for reasons to be recorded in writing (“Bulk consumer” means a consumer who avails supply at voltage of 33 KV and above)</a:t>
            </a:r>
          </a:p>
        </p:txBody>
      </p:sp>
      <p:sp>
        <p:nvSpPr>
          <p:cNvPr id="19" name="TextBox 18">
            <a:extLst>
              <a:ext uri="{FF2B5EF4-FFF2-40B4-BE49-F238E27FC236}">
                <a16:creationId xmlns:a16="http://schemas.microsoft.com/office/drawing/2014/main" id="{2CD52062-5DF8-4E45-98BD-F45B03F98CED}"/>
              </a:ext>
            </a:extLst>
          </p:cNvPr>
          <p:cNvSpPr txBox="1"/>
          <p:nvPr/>
        </p:nvSpPr>
        <p:spPr>
          <a:xfrm>
            <a:off x="501648" y="6387642"/>
            <a:ext cx="11188699" cy="288147"/>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srgbClr val="313131"/>
                </a:solidFill>
                <a:effectLst/>
                <a:uLnTx/>
                <a:uFillTx/>
                <a:latin typeface="Calibri"/>
                <a:ea typeface="+mn-ea"/>
                <a:cs typeface="+mn-cs"/>
              </a:rPr>
              <a:t>Given the long-term nature of the solar power project, Long-term Open Access will be the preferred choice for SECL</a:t>
            </a:r>
          </a:p>
        </p:txBody>
      </p:sp>
    </p:spTree>
    <p:extLst>
      <p:ext uri="{BB962C8B-B14F-4D97-AF65-F5344CB8AC3E}">
        <p14:creationId xmlns:p14="http://schemas.microsoft.com/office/powerpoint/2010/main" val="4121526438"/>
      </p:ext>
    </p:extLst>
  </p:cSld>
  <p:clrMapOvr>
    <a:masterClrMapping/>
  </p:clrMapOvr>
  <p:transition>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a:extLst>
              <a:ext uri="{FF2B5EF4-FFF2-40B4-BE49-F238E27FC236}">
                <a16:creationId xmlns:a16="http://schemas.microsoft.com/office/drawing/2014/main" id="{B2CD6CD5-8113-4A95-BE01-D45CD60A155F}"/>
              </a:ext>
            </a:extLst>
          </p:cNvPr>
          <p:cNvGraphicFramePr>
            <a:graphicFrameLocks noGrp="1"/>
          </p:cNvGraphicFramePr>
          <p:nvPr/>
        </p:nvGraphicFramePr>
        <p:xfrm>
          <a:off x="136069" y="968828"/>
          <a:ext cx="11903528" cy="5706945"/>
        </p:xfrm>
        <a:graphic>
          <a:graphicData uri="http://schemas.openxmlformats.org/drawingml/2006/table">
            <a:tbl>
              <a:tblPr firstRow="1">
                <a:tableStyleId>{93296810-A885-4BE3-A3E7-6D5BEEA58F35}</a:tableStyleId>
              </a:tblPr>
              <a:tblGrid>
                <a:gridCol w="2599364">
                  <a:extLst>
                    <a:ext uri="{9D8B030D-6E8A-4147-A177-3AD203B41FA5}">
                      <a16:colId xmlns:a16="http://schemas.microsoft.com/office/drawing/2014/main" val="147361139"/>
                    </a:ext>
                  </a:extLst>
                </a:gridCol>
                <a:gridCol w="1370313">
                  <a:extLst>
                    <a:ext uri="{9D8B030D-6E8A-4147-A177-3AD203B41FA5}">
                      <a16:colId xmlns:a16="http://schemas.microsoft.com/office/drawing/2014/main" val="4242341911"/>
                    </a:ext>
                  </a:extLst>
                </a:gridCol>
                <a:gridCol w="1972437">
                  <a:extLst>
                    <a:ext uri="{9D8B030D-6E8A-4147-A177-3AD203B41FA5}">
                      <a16:colId xmlns:a16="http://schemas.microsoft.com/office/drawing/2014/main" val="2424434056"/>
                    </a:ext>
                  </a:extLst>
                </a:gridCol>
                <a:gridCol w="3652658">
                  <a:extLst>
                    <a:ext uri="{9D8B030D-6E8A-4147-A177-3AD203B41FA5}">
                      <a16:colId xmlns:a16="http://schemas.microsoft.com/office/drawing/2014/main" val="2884829038"/>
                    </a:ext>
                  </a:extLst>
                </a:gridCol>
                <a:gridCol w="2308756">
                  <a:extLst>
                    <a:ext uri="{9D8B030D-6E8A-4147-A177-3AD203B41FA5}">
                      <a16:colId xmlns:a16="http://schemas.microsoft.com/office/drawing/2014/main" val="1340360200"/>
                    </a:ext>
                  </a:extLst>
                </a:gridCol>
              </a:tblGrid>
              <a:tr h="494659">
                <a:tc>
                  <a:txBody>
                    <a:bodyPr/>
                    <a:lstStyle/>
                    <a:p>
                      <a:pPr algn="ctr">
                        <a:lnSpc>
                          <a:spcPct val="107000"/>
                        </a:lnSpc>
                        <a:spcAft>
                          <a:spcPts val="800"/>
                        </a:spcAft>
                      </a:pPr>
                      <a:r>
                        <a:rPr lang="en-US" sz="1200" dirty="0">
                          <a:effectLst/>
                        </a:rPr>
                        <a:t>Inter-se location of drawal and injection point</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Nodal agency</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Application fee (Rs. in lakhs)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Documents to accompany the application</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Time frame for disposal of application (days from the receipt of application)</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305498032"/>
                  </a:ext>
                </a:extLst>
              </a:tr>
              <a:tr h="2236924">
                <a:tc>
                  <a:txBody>
                    <a:bodyPr/>
                    <a:lstStyle/>
                    <a:p>
                      <a:pPr>
                        <a:lnSpc>
                          <a:spcPct val="107000"/>
                        </a:lnSpc>
                        <a:spcAft>
                          <a:spcPts val="800"/>
                        </a:spcAft>
                      </a:pPr>
                      <a:r>
                        <a:rPr lang="en-US" sz="1200" dirty="0">
                          <a:effectLst/>
                        </a:rPr>
                        <a:t>Both in the network of STU</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STU</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Rs. 2 lakh</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342900" lvl="0" indent="-342900">
                        <a:lnSpc>
                          <a:spcPct val="107000"/>
                        </a:lnSpc>
                        <a:buFont typeface="Symbol" panose="05050102010706020507" pitchFamily="18" charset="2"/>
                        <a:buChar char=""/>
                      </a:pPr>
                      <a:r>
                        <a:rPr lang="en-US" sz="1200" dirty="0">
                          <a:effectLst/>
                        </a:rPr>
                        <a:t>Proof of payment of Application fee, Bank Guarantee, PPA or Sale purchase agreement of power</a:t>
                      </a:r>
                    </a:p>
                    <a:p>
                      <a:pPr marL="342900" lvl="0" indent="-342900">
                        <a:lnSpc>
                          <a:spcPct val="107000"/>
                        </a:lnSpc>
                        <a:buFont typeface="Symbol" panose="05050102010706020507" pitchFamily="18" charset="2"/>
                        <a:buChar char=""/>
                      </a:pPr>
                      <a:r>
                        <a:rPr lang="en-US" sz="1200" dirty="0">
                          <a:effectLst/>
                        </a:rPr>
                        <a:t>In case of generating station or consumer not already connected to grid, documentary evidence for completion of the connectivity showing that the same shall be completed before intending date of LTOA.</a:t>
                      </a:r>
                    </a:p>
                    <a:p>
                      <a:pPr marL="342900" lvl="0" indent="-342900">
                        <a:lnSpc>
                          <a:spcPct val="107000"/>
                        </a:lnSpc>
                        <a:spcAft>
                          <a:spcPts val="800"/>
                        </a:spcAft>
                        <a:buFont typeface="Symbol" panose="05050102010706020507" pitchFamily="18" charset="2"/>
                        <a:buChar char=""/>
                      </a:pPr>
                      <a:r>
                        <a:rPr lang="en-US" sz="1200" dirty="0">
                          <a:effectLst/>
                        </a:rPr>
                        <a:t>Declaration that there is no existing agreement for the capacity(quantum of power) for which open access is sought</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nSpc>
                          <a:spcPct val="107000"/>
                        </a:lnSpc>
                        <a:spcAft>
                          <a:spcPts val="800"/>
                        </a:spcAft>
                      </a:pPr>
                      <a:r>
                        <a:rPr lang="en-US" sz="1200" dirty="0">
                          <a:effectLst/>
                        </a:rPr>
                        <a:t>90 working days. Disposal of application shall mean sanction of LTOA.</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786642958"/>
                  </a:ext>
                </a:extLst>
              </a:tr>
              <a:tr h="1223862">
                <a:tc>
                  <a:txBody>
                    <a:bodyPr/>
                    <a:lstStyle/>
                    <a:p>
                      <a:pPr>
                        <a:lnSpc>
                          <a:spcPct val="107000"/>
                        </a:lnSpc>
                        <a:spcAft>
                          <a:spcPts val="800"/>
                        </a:spcAft>
                      </a:pPr>
                      <a:r>
                        <a:rPr lang="en-US" sz="1200">
                          <a:effectLst/>
                        </a:rPr>
                        <a:t>The injection and drawl point is at intra-state transmission system and distribution licensees system respectively, or vice versa</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STU</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Rs. 4 lakh</a:t>
                      </a:r>
                    </a:p>
                    <a:p>
                      <a:pPr marL="0" indent="0" algn="ctr">
                        <a:lnSpc>
                          <a:spcPct val="107000"/>
                        </a:lnSpc>
                        <a:spcAft>
                          <a:spcPts val="800"/>
                        </a:spcAft>
                      </a:pPr>
                      <a:r>
                        <a:rPr lang="en-US" sz="1200" dirty="0">
                          <a:effectLst/>
                        </a:rPr>
                        <a:t>+</a:t>
                      </a:r>
                    </a:p>
                    <a:p>
                      <a:pPr marL="0" indent="0" algn="ctr">
                        <a:lnSpc>
                          <a:spcPct val="107000"/>
                        </a:lnSpc>
                        <a:spcAft>
                          <a:spcPts val="800"/>
                        </a:spcAft>
                      </a:pPr>
                      <a:r>
                        <a:rPr lang="en-US" sz="1200" dirty="0">
                          <a:effectLst/>
                        </a:rPr>
                        <a:t>(application fee for consent of distribution licensee) Rs. 2 lakh</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342900" lvl="0" indent="-342900">
                        <a:lnSpc>
                          <a:spcPct val="107000"/>
                        </a:lnSpc>
                        <a:buFont typeface="Symbol" panose="05050102010706020507" pitchFamily="18" charset="2"/>
                        <a:buChar char=""/>
                      </a:pPr>
                      <a:r>
                        <a:rPr lang="en-US" sz="1200">
                          <a:effectLst/>
                        </a:rPr>
                        <a:t>Same as above.</a:t>
                      </a:r>
                    </a:p>
                    <a:p>
                      <a:pPr marL="342900" lvl="0" indent="-342900">
                        <a:lnSpc>
                          <a:spcPct val="107000"/>
                        </a:lnSpc>
                        <a:buFont typeface="Symbol" panose="05050102010706020507" pitchFamily="18" charset="2"/>
                        <a:buChar char=""/>
                      </a:pPr>
                      <a:r>
                        <a:rPr lang="en-US" sz="1200">
                          <a:effectLst/>
                        </a:rPr>
                        <a:t>Additional requirement of consent of distribution licensee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nSpc>
                          <a:spcPct val="107000"/>
                        </a:lnSpc>
                        <a:spcAft>
                          <a:spcPts val="800"/>
                        </a:spcAft>
                      </a:pPr>
                      <a:r>
                        <a:rPr lang="en-US" sz="1200" dirty="0">
                          <a:effectLst/>
                        </a:rPr>
                        <a:t>90 working days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540204985"/>
                  </a:ext>
                </a:extLst>
              </a:tr>
              <a:tr h="807693">
                <a:tc>
                  <a:txBody>
                    <a:bodyPr/>
                    <a:lstStyle/>
                    <a:p>
                      <a:pPr>
                        <a:lnSpc>
                          <a:spcPct val="107000"/>
                        </a:lnSpc>
                        <a:spcAft>
                          <a:spcPts val="800"/>
                        </a:spcAft>
                      </a:pPr>
                      <a:r>
                        <a:rPr lang="en-US" sz="1200">
                          <a:effectLst/>
                        </a:rPr>
                        <a:t>Both within the same Distribution licensee but there is involvement of state transmission network in conveyance of electricity</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STU</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 do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 do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 do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478051750"/>
                  </a:ext>
                </a:extLst>
              </a:tr>
              <a:tr h="603518">
                <a:tc>
                  <a:txBody>
                    <a:bodyPr/>
                    <a:lstStyle/>
                    <a:p>
                      <a:pPr>
                        <a:lnSpc>
                          <a:spcPct val="107000"/>
                        </a:lnSpc>
                        <a:spcAft>
                          <a:spcPts val="800"/>
                        </a:spcAft>
                      </a:pPr>
                      <a:r>
                        <a:rPr lang="en-US" sz="1200">
                          <a:effectLst/>
                        </a:rPr>
                        <a:t>Both within the same Distribution licensee and there is no involvement of state transmission network</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dirty="0">
                          <a:effectLst/>
                        </a:rPr>
                        <a:t>Concerned Distribution Licensee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Rs. 2 lakh</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 do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 do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114761086"/>
                  </a:ext>
                </a:extLst>
              </a:tr>
            </a:tbl>
          </a:graphicData>
        </a:graphic>
      </p:graphicFrame>
      <p:sp>
        <p:nvSpPr>
          <p:cNvPr id="11" name="Title 5">
            <a:extLst>
              <a:ext uri="{FF2B5EF4-FFF2-40B4-BE49-F238E27FC236}">
                <a16:creationId xmlns:a16="http://schemas.microsoft.com/office/drawing/2014/main" id="{D44F7A94-76D0-413A-8AE4-ED2071611F23}"/>
              </a:ext>
            </a:extLst>
          </p:cNvPr>
          <p:cNvSpPr>
            <a:spLocks noGrp="1"/>
          </p:cNvSpPr>
          <p:nvPr>
            <p:ph type="title"/>
          </p:nvPr>
        </p:nvSpPr>
        <p:spPr>
          <a:xfrm>
            <a:off x="501650" y="134620"/>
            <a:ext cx="11188700" cy="334099"/>
          </a:xfrm>
          <a:noFill/>
        </p:spPr>
        <p:txBody>
          <a:bodyPr/>
          <a:lstStyle/>
          <a:p>
            <a:r>
              <a:rPr lang="en-US" sz="2800" b="1" dirty="0"/>
              <a:t>Nodal agency, Application fee, Documents and Time-frame for Long-Term Open Access in Chhattisgarh</a:t>
            </a:r>
            <a:endParaRPr lang="en-GB" sz="2800" b="1" dirty="0"/>
          </a:p>
        </p:txBody>
      </p:sp>
    </p:spTree>
    <p:extLst>
      <p:ext uri="{BB962C8B-B14F-4D97-AF65-F5344CB8AC3E}">
        <p14:creationId xmlns:p14="http://schemas.microsoft.com/office/powerpoint/2010/main" val="1550162317"/>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a:extLst>
              <a:ext uri="{FF2B5EF4-FFF2-40B4-BE49-F238E27FC236}">
                <a16:creationId xmlns:a16="http://schemas.microsoft.com/office/drawing/2014/main" id="{B2CD6CD5-8113-4A95-BE01-D45CD60A155F}"/>
              </a:ext>
            </a:extLst>
          </p:cNvPr>
          <p:cNvGraphicFramePr>
            <a:graphicFrameLocks noGrp="1"/>
          </p:cNvGraphicFramePr>
          <p:nvPr/>
        </p:nvGraphicFramePr>
        <p:xfrm>
          <a:off x="136069" y="968828"/>
          <a:ext cx="11903528" cy="3101213"/>
        </p:xfrm>
        <a:graphic>
          <a:graphicData uri="http://schemas.openxmlformats.org/drawingml/2006/table">
            <a:tbl>
              <a:tblPr firstRow="1">
                <a:tableStyleId>{93296810-A885-4BE3-A3E7-6D5BEEA58F35}</a:tableStyleId>
              </a:tblPr>
              <a:tblGrid>
                <a:gridCol w="2599364">
                  <a:extLst>
                    <a:ext uri="{9D8B030D-6E8A-4147-A177-3AD203B41FA5}">
                      <a16:colId xmlns:a16="http://schemas.microsoft.com/office/drawing/2014/main" val="147361139"/>
                    </a:ext>
                  </a:extLst>
                </a:gridCol>
                <a:gridCol w="1370313">
                  <a:extLst>
                    <a:ext uri="{9D8B030D-6E8A-4147-A177-3AD203B41FA5}">
                      <a16:colId xmlns:a16="http://schemas.microsoft.com/office/drawing/2014/main" val="4242341911"/>
                    </a:ext>
                  </a:extLst>
                </a:gridCol>
                <a:gridCol w="1972437">
                  <a:extLst>
                    <a:ext uri="{9D8B030D-6E8A-4147-A177-3AD203B41FA5}">
                      <a16:colId xmlns:a16="http://schemas.microsoft.com/office/drawing/2014/main" val="2424434056"/>
                    </a:ext>
                  </a:extLst>
                </a:gridCol>
                <a:gridCol w="3652658">
                  <a:extLst>
                    <a:ext uri="{9D8B030D-6E8A-4147-A177-3AD203B41FA5}">
                      <a16:colId xmlns:a16="http://schemas.microsoft.com/office/drawing/2014/main" val="2884829038"/>
                    </a:ext>
                  </a:extLst>
                </a:gridCol>
                <a:gridCol w="2308756">
                  <a:extLst>
                    <a:ext uri="{9D8B030D-6E8A-4147-A177-3AD203B41FA5}">
                      <a16:colId xmlns:a16="http://schemas.microsoft.com/office/drawing/2014/main" val="1340360200"/>
                    </a:ext>
                  </a:extLst>
                </a:gridCol>
              </a:tblGrid>
              <a:tr h="494659">
                <a:tc>
                  <a:txBody>
                    <a:bodyPr/>
                    <a:lstStyle/>
                    <a:p>
                      <a:pPr algn="ctr">
                        <a:lnSpc>
                          <a:spcPct val="107000"/>
                        </a:lnSpc>
                        <a:spcAft>
                          <a:spcPts val="800"/>
                        </a:spcAft>
                      </a:pPr>
                      <a:r>
                        <a:rPr lang="en-US" sz="1200">
                          <a:effectLst/>
                        </a:rPr>
                        <a:t>Inter-se location of drawal and injection point</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Nodal agency</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Application fee (Rs. in lakhs)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Documents to accompany the application</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algn="ctr">
                        <a:lnSpc>
                          <a:spcPct val="107000"/>
                        </a:lnSpc>
                        <a:spcAft>
                          <a:spcPts val="800"/>
                        </a:spcAft>
                      </a:pPr>
                      <a:r>
                        <a:rPr lang="en-US" sz="1200">
                          <a:effectLst/>
                        </a:rPr>
                        <a:t>Time frame for disposal of application (days from the receipt of application)</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305498032"/>
                  </a:ext>
                </a:extLst>
              </a:tr>
              <a:tr h="2236924">
                <a:tc>
                  <a:txBody>
                    <a:bodyPr/>
                    <a:lstStyle/>
                    <a:p>
                      <a:pPr>
                        <a:lnSpc>
                          <a:spcPct val="107000"/>
                        </a:lnSpc>
                        <a:spcAft>
                          <a:spcPts val="800"/>
                        </a:spcAft>
                      </a:pPr>
                      <a:r>
                        <a:rPr lang="en-US" sz="1200" dirty="0">
                          <a:effectLst/>
                        </a:rPr>
                        <a:t>In different States (inter-State open access)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CTU</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0" indent="0" algn="ctr">
                        <a:lnSpc>
                          <a:spcPct val="107000"/>
                        </a:lnSpc>
                        <a:spcAft>
                          <a:spcPts val="800"/>
                        </a:spcAft>
                      </a:pPr>
                      <a:r>
                        <a:rPr lang="en-US" sz="1200" dirty="0">
                          <a:effectLst/>
                        </a:rPr>
                        <a:t>As per Central Commission’s Regulation</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tc>
                  <a:txBody>
                    <a:bodyPr/>
                    <a:lstStyle/>
                    <a:p>
                      <a:pPr marL="342900" lvl="0" indent="-342900">
                        <a:lnSpc>
                          <a:spcPct val="107000"/>
                        </a:lnSpc>
                        <a:buFont typeface="Symbol" panose="05050102010706020507" pitchFamily="18" charset="2"/>
                        <a:buChar char=""/>
                      </a:pPr>
                      <a:r>
                        <a:rPr lang="en-US" sz="1200" dirty="0">
                          <a:effectLst/>
                        </a:rPr>
                        <a:t>Proof of payment of Application fee, PPA or Sale-purchase agreement of power</a:t>
                      </a:r>
                    </a:p>
                    <a:p>
                      <a:pPr marL="342900" lvl="0" indent="-342900">
                        <a:lnSpc>
                          <a:spcPct val="107000"/>
                        </a:lnSpc>
                        <a:buFont typeface="Symbol" panose="05050102010706020507" pitchFamily="18" charset="2"/>
                        <a:buChar char=""/>
                      </a:pPr>
                      <a:r>
                        <a:rPr lang="en-US" sz="1200" dirty="0">
                          <a:effectLst/>
                        </a:rPr>
                        <a:t>In case of generating station not already connected to grid, documentary evidence for completion of the connectivity showing that the same shall be completed before intending date of LTOA</a:t>
                      </a:r>
                    </a:p>
                    <a:p>
                      <a:pPr marL="342900" lvl="0" indent="-342900">
                        <a:lnSpc>
                          <a:spcPct val="107000"/>
                        </a:lnSpc>
                        <a:buFont typeface="Symbol" panose="05050102010706020507" pitchFamily="18" charset="2"/>
                        <a:buChar char=""/>
                      </a:pPr>
                      <a:r>
                        <a:rPr lang="en-US" sz="1200" dirty="0">
                          <a:effectLst/>
                        </a:rPr>
                        <a:t>Consent from concerned SLDCs and Distribution licensees as applicable</a:t>
                      </a:r>
                    </a:p>
                    <a:p>
                      <a:pPr marL="342900" lvl="0" indent="-342900">
                        <a:lnSpc>
                          <a:spcPct val="107000"/>
                        </a:lnSpc>
                        <a:buFont typeface="Symbol" panose="05050102010706020507" pitchFamily="18" charset="2"/>
                        <a:buChar char=""/>
                      </a:pPr>
                      <a:r>
                        <a:rPr lang="en-US" sz="1200" dirty="0">
                          <a:effectLst/>
                        </a:rPr>
                        <a:t>Declaration that there is no existing agreement for the capacity for which open access is sought.</a:t>
                      </a:r>
                    </a:p>
                    <a:p>
                      <a:pPr marL="342900" lvl="0" indent="-342900">
                        <a:lnSpc>
                          <a:spcPct val="107000"/>
                        </a:lnSpc>
                        <a:buFont typeface="Symbol" panose="05050102010706020507" pitchFamily="18" charset="2"/>
                        <a:buChar char=""/>
                      </a:pPr>
                      <a:r>
                        <a:rPr lang="en-US" sz="1200" dirty="0">
                          <a:effectLst/>
                        </a:rPr>
                        <a:t>Other documents as specified by Central Commission.</a:t>
                      </a:r>
                    </a:p>
                  </a:txBody>
                  <a:tcPr marL="45720" marR="45720"/>
                </a:tc>
                <a:tc>
                  <a:txBody>
                    <a:bodyPr/>
                    <a:lstStyle/>
                    <a:p>
                      <a:pPr>
                        <a:lnSpc>
                          <a:spcPct val="107000"/>
                        </a:lnSpc>
                        <a:spcAft>
                          <a:spcPts val="800"/>
                        </a:spcAft>
                      </a:pPr>
                      <a:r>
                        <a:rPr lang="en-US" sz="1200" dirty="0">
                          <a:effectLst/>
                        </a:rPr>
                        <a:t>As per Central Commission’s Regulation</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tc>
                <a:extLst>
                  <a:ext uri="{0D108BD9-81ED-4DB2-BD59-A6C34878D82A}">
                    <a16:rowId xmlns:a16="http://schemas.microsoft.com/office/drawing/2014/main" val="2786642958"/>
                  </a:ext>
                </a:extLst>
              </a:tr>
            </a:tbl>
          </a:graphicData>
        </a:graphic>
      </p:graphicFrame>
      <p:sp>
        <p:nvSpPr>
          <p:cNvPr id="11" name="Title 5">
            <a:extLst>
              <a:ext uri="{FF2B5EF4-FFF2-40B4-BE49-F238E27FC236}">
                <a16:creationId xmlns:a16="http://schemas.microsoft.com/office/drawing/2014/main" id="{D44F7A94-76D0-413A-8AE4-ED2071611F23}"/>
              </a:ext>
            </a:extLst>
          </p:cNvPr>
          <p:cNvSpPr>
            <a:spLocks noGrp="1"/>
          </p:cNvSpPr>
          <p:nvPr>
            <p:ph type="title"/>
          </p:nvPr>
        </p:nvSpPr>
        <p:spPr>
          <a:xfrm>
            <a:off x="501650" y="134620"/>
            <a:ext cx="11188700" cy="334099"/>
          </a:xfrm>
          <a:noFill/>
        </p:spPr>
        <p:txBody>
          <a:bodyPr/>
          <a:lstStyle/>
          <a:p>
            <a:r>
              <a:rPr lang="en-US" sz="2800" b="1" dirty="0"/>
              <a:t>Nodal agency, Application fee, Documents and Time-frame for Long-Term Inter-State Open Access (i.e. power interchange with other state)</a:t>
            </a:r>
            <a:endParaRPr lang="en-GB" sz="2800" b="1" dirty="0"/>
          </a:p>
        </p:txBody>
      </p:sp>
    </p:spTree>
    <p:extLst>
      <p:ext uri="{BB962C8B-B14F-4D97-AF65-F5344CB8AC3E}">
        <p14:creationId xmlns:p14="http://schemas.microsoft.com/office/powerpoint/2010/main" val="3424718430"/>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FCC8DB59-AE1D-4CD5-9D47-ABE64F03B60B}"/>
              </a:ext>
            </a:extLst>
          </p:cNvPr>
          <p:cNvSpPr txBox="1"/>
          <p:nvPr/>
        </p:nvSpPr>
        <p:spPr>
          <a:xfrm>
            <a:off x="501650" y="1038809"/>
            <a:ext cx="11298464" cy="2326594"/>
          </a:xfrm>
          <a:prstGeom prst="roundRect">
            <a:avLst/>
          </a:prstGeom>
          <a:noFill/>
          <a:ln>
            <a:solidFill>
              <a:schemeClr val="accent6"/>
            </a:solidFill>
          </a:ln>
        </p:spPr>
        <p:txBody>
          <a:bodyPr wrap="square" lIns="0" tIns="0" rIns="0" bIns="0" rtlCol="0">
            <a:spAutoFit/>
          </a:bodyPr>
          <a:lstStyle/>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0" i="0" u="none" strike="noStrike" kern="1200" cap="none" spc="0" normalizeH="0" baseline="0" noProof="0" dirty="0">
                <a:ln>
                  <a:noFill/>
                </a:ln>
                <a:solidFill>
                  <a:srgbClr val="313131"/>
                </a:solidFill>
                <a:effectLst/>
                <a:uLnTx/>
                <a:uFillTx/>
                <a:latin typeface="Calibri"/>
                <a:ea typeface="+mn-ea"/>
                <a:cs typeface="+mn-cs"/>
              </a:rPr>
              <a:t>Applicant needs to notify to Nodal Agency exact supply-source / offtake-destination </a:t>
            </a:r>
            <a:r>
              <a:rPr kumimoji="0" lang="en-US" sz="1600" b="1" i="0" u="none" strike="noStrike" kern="1200" cap="none" spc="0" normalizeH="0" baseline="0" noProof="0" dirty="0">
                <a:ln>
                  <a:noFill/>
                </a:ln>
                <a:solidFill>
                  <a:srgbClr val="313131"/>
                </a:solidFill>
                <a:effectLst/>
                <a:uLnTx/>
                <a:uFillTx/>
                <a:latin typeface="Calibri"/>
                <a:ea typeface="+mn-ea"/>
                <a:cs typeface="+mn-cs"/>
              </a:rPr>
              <a:t>at least 3 years (or the time taken for system augmentation, whichever is less)</a:t>
            </a:r>
            <a:r>
              <a:rPr kumimoji="0" lang="en-US" sz="1600" b="0" i="0" u="none" strike="noStrike" kern="1200" cap="none" spc="0" normalizeH="0" baseline="0" noProof="0" dirty="0">
                <a:ln>
                  <a:noFill/>
                </a:ln>
                <a:solidFill>
                  <a:srgbClr val="313131"/>
                </a:solidFill>
                <a:effectLst/>
                <a:uLnTx/>
                <a:uFillTx/>
                <a:latin typeface="Calibri"/>
                <a:ea typeface="+mn-ea"/>
                <a:cs typeface="+mn-cs"/>
              </a:rPr>
              <a:t> prior to the intended date of availing LTOA.</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Bank Guarantee: </a:t>
            </a:r>
            <a:r>
              <a:rPr kumimoji="0" lang="en-US" sz="1600" b="0" i="0" u="none" strike="noStrike" kern="1200" cap="none" spc="0" normalizeH="0" baseline="0" noProof="0" dirty="0">
                <a:ln>
                  <a:noFill/>
                </a:ln>
                <a:solidFill>
                  <a:srgbClr val="313131"/>
                </a:solidFill>
                <a:effectLst/>
                <a:uLnTx/>
                <a:uFillTx/>
                <a:latin typeface="Calibri"/>
                <a:ea typeface="+mn-ea"/>
                <a:cs typeface="+mn-cs"/>
              </a:rPr>
              <a:t>The application shall be accompanied by a </a:t>
            </a:r>
            <a:r>
              <a:rPr kumimoji="0" lang="en-US" sz="1600" b="1" i="0" u="none" strike="noStrike" kern="1200" cap="none" spc="0" normalizeH="0" baseline="0" noProof="0" dirty="0">
                <a:ln>
                  <a:noFill/>
                </a:ln>
                <a:solidFill>
                  <a:srgbClr val="313131"/>
                </a:solidFill>
                <a:effectLst/>
                <a:uLnTx/>
                <a:uFillTx/>
                <a:latin typeface="Calibri"/>
                <a:ea typeface="+mn-ea"/>
                <a:cs typeface="+mn-cs"/>
              </a:rPr>
              <a:t>bank guarantee of Rs 10,000/- (ten thousand) per MW</a:t>
            </a:r>
            <a:r>
              <a:rPr kumimoji="0" lang="en-US" sz="1600" b="0" i="0" u="none" strike="noStrike" kern="1200" cap="none" spc="0" normalizeH="0" baseline="0" noProof="0" dirty="0">
                <a:ln>
                  <a:noFill/>
                </a:ln>
                <a:solidFill>
                  <a:srgbClr val="313131"/>
                </a:solidFill>
                <a:effectLst/>
                <a:uLnTx/>
                <a:uFillTx/>
                <a:latin typeface="Calibri"/>
                <a:ea typeface="+mn-ea"/>
                <a:cs typeface="+mn-cs"/>
              </a:rPr>
              <a:t> of the total power to be transmitted. The bank guarantee shall be in </a:t>
            </a:r>
            <a:r>
              <a:rPr kumimoji="0" lang="en-US" sz="1600" b="0" i="0" u="none" strike="noStrike" kern="1200" cap="none" spc="0" normalizeH="0" baseline="0" noProof="0" dirty="0" err="1">
                <a:ln>
                  <a:noFill/>
                </a:ln>
                <a:solidFill>
                  <a:srgbClr val="313131"/>
                </a:solidFill>
                <a:effectLst/>
                <a:uLnTx/>
                <a:uFillTx/>
                <a:latin typeface="Calibri"/>
                <a:ea typeface="+mn-ea"/>
                <a:cs typeface="+mn-cs"/>
              </a:rPr>
              <a:t>favour</a:t>
            </a:r>
            <a:r>
              <a:rPr kumimoji="0" lang="en-US" sz="1600" b="0" i="0" u="none" strike="noStrike" kern="1200" cap="none" spc="0" normalizeH="0" baseline="0" noProof="0" dirty="0">
                <a:ln>
                  <a:noFill/>
                </a:ln>
                <a:solidFill>
                  <a:srgbClr val="313131"/>
                </a:solidFill>
                <a:effectLst/>
                <a:uLnTx/>
                <a:uFillTx/>
                <a:latin typeface="Calibri"/>
                <a:ea typeface="+mn-ea"/>
                <a:cs typeface="+mn-cs"/>
              </a:rPr>
              <a:t> of the nodal agency, in the manner laid down under the detailed procedure.</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System studies by Nodal Agency: </a:t>
            </a:r>
            <a:r>
              <a:rPr kumimoji="0" lang="en-US" sz="1600" b="0" i="0" u="none" strike="noStrike" kern="1200" cap="none" spc="0" normalizeH="0" baseline="0" noProof="0" dirty="0">
                <a:ln>
                  <a:noFill/>
                </a:ln>
                <a:solidFill>
                  <a:srgbClr val="313131"/>
                </a:solidFill>
                <a:effectLst/>
                <a:uLnTx/>
                <a:uFillTx/>
                <a:latin typeface="Calibri"/>
                <a:ea typeface="+mn-ea"/>
                <a:cs typeface="+mn-cs"/>
              </a:rPr>
              <a:t>Upon receipt of Application, Nodal Agency will assess if augmentation to the existing intra-State transmission system and/or distribution system is required, and the same will be intimated to the applicant.</a:t>
            </a:r>
          </a:p>
        </p:txBody>
      </p:sp>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Other Salient Aspects in relation to Long-Term Open Access in Chhattisgarh</a:t>
            </a:r>
            <a:endParaRPr lang="en-GB" sz="2800" b="1" dirty="0"/>
          </a:p>
        </p:txBody>
      </p:sp>
      <p:sp>
        <p:nvSpPr>
          <p:cNvPr id="4" name="TextBox 3">
            <a:extLst>
              <a:ext uri="{FF2B5EF4-FFF2-40B4-BE49-F238E27FC236}">
                <a16:creationId xmlns:a16="http://schemas.microsoft.com/office/drawing/2014/main" id="{5DFC4591-A94A-4FFE-A4E7-AEB13145F7BF}"/>
              </a:ext>
            </a:extLst>
          </p:cNvPr>
          <p:cNvSpPr txBox="1"/>
          <p:nvPr/>
        </p:nvSpPr>
        <p:spPr>
          <a:xfrm>
            <a:off x="501650" y="3923523"/>
            <a:ext cx="11298464" cy="2411724"/>
          </a:xfrm>
          <a:prstGeom prst="roundRect">
            <a:avLst/>
          </a:prstGeom>
          <a:noFill/>
          <a:ln>
            <a:solidFill>
              <a:schemeClr val="accent6"/>
            </a:solidFill>
          </a:ln>
        </p:spPr>
        <p:txBody>
          <a:bodyPr wrap="square" lIns="0" tIns="0" rIns="0" bIns="0" rtlCol="0">
            <a:spAutoFit/>
          </a:bodyPr>
          <a:lstStyle/>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Both injection and drawal points are in the network of STU:</a:t>
            </a:r>
            <a:r>
              <a:rPr kumimoji="0" lang="en-US" sz="1600" b="0" i="0" u="none" strike="noStrike" kern="1200" cap="none" spc="0" normalizeH="0" baseline="0" noProof="0" dirty="0">
                <a:ln>
                  <a:noFill/>
                </a:ln>
                <a:solidFill>
                  <a:srgbClr val="313131"/>
                </a:solidFill>
                <a:effectLst/>
                <a:uLnTx/>
                <a:uFillTx/>
                <a:latin typeface="Calibri"/>
                <a:ea typeface="+mn-ea"/>
                <a:cs typeface="+mn-cs"/>
              </a:rPr>
              <a:t> Applicant shall sign an agreement with STU.</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Injection and drawl points are at intra-state transmission system and distribution licensees system respectively or vice-versa:</a:t>
            </a:r>
            <a:r>
              <a:rPr kumimoji="0" lang="en-US" sz="1600" b="0" i="0" u="none" strike="noStrike" kern="1200" cap="none" spc="0" normalizeH="0" baseline="0" noProof="0" dirty="0">
                <a:ln>
                  <a:noFill/>
                </a:ln>
                <a:solidFill>
                  <a:srgbClr val="313131"/>
                </a:solidFill>
                <a:effectLst/>
                <a:uLnTx/>
                <a:uFillTx/>
                <a:latin typeface="Calibri"/>
                <a:ea typeface="+mn-ea"/>
                <a:cs typeface="+mn-cs"/>
              </a:rPr>
              <a:t> Tripartite agreement with STU and distribution licensee.</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Both injection and drawl points are within the same Distribution licensee and there is no involvement of state transmission network:</a:t>
            </a:r>
            <a:r>
              <a:rPr kumimoji="0" lang="en-US" sz="1600" b="0" i="0" u="none" strike="noStrike" kern="1200" cap="none" spc="0" normalizeH="0" baseline="0" noProof="0" dirty="0">
                <a:ln>
                  <a:noFill/>
                </a:ln>
                <a:solidFill>
                  <a:srgbClr val="313131"/>
                </a:solidFill>
                <a:effectLst/>
                <a:uLnTx/>
                <a:uFillTx/>
                <a:latin typeface="Calibri"/>
                <a:ea typeface="+mn-ea"/>
                <a:cs typeface="+mn-cs"/>
              </a:rPr>
              <a:t> Applicant shall sign an agreement with the Distribution licensee.</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600" b="1" i="0" u="none" strike="noStrike" kern="1200" cap="none" spc="0" normalizeH="0" baseline="0" noProof="0" dirty="0">
                <a:ln>
                  <a:noFill/>
                </a:ln>
                <a:solidFill>
                  <a:srgbClr val="313131"/>
                </a:solidFill>
                <a:effectLst/>
                <a:uLnTx/>
                <a:uFillTx/>
                <a:latin typeface="Calibri"/>
                <a:ea typeface="+mn-ea"/>
                <a:cs typeface="+mn-cs"/>
              </a:rPr>
              <a:t>Both injection and drawl points are within the same Distribution licensee but there is involvement of state transmission network in conveyance of electricity:</a:t>
            </a:r>
            <a:r>
              <a:rPr kumimoji="0" lang="en-US" sz="1600" b="0" i="0" u="none" strike="noStrike" kern="1200" cap="none" spc="0" normalizeH="0" baseline="0" noProof="0" dirty="0">
                <a:ln>
                  <a:noFill/>
                </a:ln>
                <a:solidFill>
                  <a:srgbClr val="313131"/>
                </a:solidFill>
                <a:effectLst/>
                <a:uLnTx/>
                <a:uFillTx/>
                <a:latin typeface="Calibri"/>
                <a:ea typeface="+mn-ea"/>
                <a:cs typeface="+mn-cs"/>
              </a:rPr>
              <a:t> Tripartite agreement with STU and distribution licensee.</a:t>
            </a:r>
          </a:p>
        </p:txBody>
      </p:sp>
      <p:cxnSp>
        <p:nvCxnSpPr>
          <p:cNvPr id="5" name="Straight Connector 4">
            <a:extLst>
              <a:ext uri="{FF2B5EF4-FFF2-40B4-BE49-F238E27FC236}">
                <a16:creationId xmlns:a16="http://schemas.microsoft.com/office/drawing/2014/main" id="{22125B63-09A2-4886-B4B9-71FCF89F844A}"/>
              </a:ext>
            </a:extLst>
          </p:cNvPr>
          <p:cNvCxnSpPr/>
          <p:nvPr/>
        </p:nvCxnSpPr>
        <p:spPr>
          <a:xfrm>
            <a:off x="556077" y="3643674"/>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CBD0A2B-F37B-4BFA-9316-7AAA835BFFC6}"/>
              </a:ext>
            </a:extLst>
          </p:cNvPr>
          <p:cNvSpPr txBox="1"/>
          <p:nvPr/>
        </p:nvSpPr>
        <p:spPr>
          <a:xfrm>
            <a:off x="4529940" y="3528597"/>
            <a:ext cx="3240970"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Long-term Open Access Agreement</a:t>
            </a:r>
          </a:p>
        </p:txBody>
      </p:sp>
    </p:spTree>
    <p:extLst>
      <p:ext uri="{BB962C8B-B14F-4D97-AF65-F5344CB8AC3E}">
        <p14:creationId xmlns:p14="http://schemas.microsoft.com/office/powerpoint/2010/main" val="242113294"/>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REGISTRATION, CONNECTIVITY AND OPEN ACCESS PROCEDURES FOR MADHYA PRADESH</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9877571"/>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Procedure for Registration and Administrative Approval for Solar Power Projects in Madhya Pradesh</a:t>
            </a:r>
            <a:endParaRPr lang="en-GB" sz="2800" b="1" dirty="0"/>
          </a:p>
        </p:txBody>
      </p:sp>
      <p:graphicFrame>
        <p:nvGraphicFramePr>
          <p:cNvPr id="2" name="Table 2">
            <a:extLst>
              <a:ext uri="{FF2B5EF4-FFF2-40B4-BE49-F238E27FC236}">
                <a16:creationId xmlns:a16="http://schemas.microsoft.com/office/drawing/2014/main" id="{D127C8E2-C563-442C-ADA3-A7D458B26186}"/>
              </a:ext>
            </a:extLst>
          </p:cNvPr>
          <p:cNvGraphicFramePr>
            <a:graphicFrameLocks noGrp="1"/>
          </p:cNvGraphicFramePr>
          <p:nvPr/>
        </p:nvGraphicFramePr>
        <p:xfrm>
          <a:off x="501650" y="1470776"/>
          <a:ext cx="11265808" cy="4633151"/>
        </p:xfrm>
        <a:graphic>
          <a:graphicData uri="http://schemas.openxmlformats.org/drawingml/2006/table">
            <a:tbl>
              <a:tblPr firstRow="1">
                <a:tableStyleId>{93296810-A885-4BE3-A3E7-6D5BEEA58F35}</a:tableStyleId>
              </a:tblPr>
              <a:tblGrid>
                <a:gridCol w="8522608">
                  <a:extLst>
                    <a:ext uri="{9D8B030D-6E8A-4147-A177-3AD203B41FA5}">
                      <a16:colId xmlns:a16="http://schemas.microsoft.com/office/drawing/2014/main" val="3128716273"/>
                    </a:ext>
                  </a:extLst>
                </a:gridCol>
                <a:gridCol w="2743200">
                  <a:extLst>
                    <a:ext uri="{9D8B030D-6E8A-4147-A177-3AD203B41FA5}">
                      <a16:colId xmlns:a16="http://schemas.microsoft.com/office/drawing/2014/main" val="2181816138"/>
                    </a:ext>
                  </a:extLst>
                </a:gridCol>
              </a:tblGrid>
              <a:tr h="295032">
                <a:tc>
                  <a:txBody>
                    <a:bodyPr/>
                    <a:lstStyle/>
                    <a:p>
                      <a:pPr>
                        <a:lnSpc>
                          <a:spcPct val="108000"/>
                        </a:lnSpc>
                        <a:spcAft>
                          <a:spcPts val="300"/>
                        </a:spcAft>
                      </a:pPr>
                      <a:r>
                        <a:rPr lang="en-US" sz="1600" dirty="0"/>
                        <a:t>Activities</a:t>
                      </a:r>
                    </a:p>
                  </a:txBody>
                  <a:tcPr anchor="ctr"/>
                </a:tc>
                <a:tc>
                  <a:txBody>
                    <a:bodyPr/>
                    <a:lstStyle/>
                    <a:p>
                      <a:pPr algn="ctr">
                        <a:lnSpc>
                          <a:spcPct val="108000"/>
                        </a:lnSpc>
                        <a:spcAft>
                          <a:spcPts val="300"/>
                        </a:spcAft>
                      </a:pPr>
                      <a:r>
                        <a:rPr lang="en-US" sz="1600" dirty="0"/>
                        <a:t>Timeline</a:t>
                      </a:r>
                    </a:p>
                  </a:txBody>
                  <a:tcPr anchor="ctr"/>
                </a:tc>
                <a:extLst>
                  <a:ext uri="{0D108BD9-81ED-4DB2-BD59-A6C34878D82A}">
                    <a16:rowId xmlns:a16="http://schemas.microsoft.com/office/drawing/2014/main" val="2291011346"/>
                  </a:ext>
                </a:extLst>
              </a:tr>
              <a:tr h="412237">
                <a:tc>
                  <a:txBody>
                    <a:bodyPr/>
                    <a:lstStyle/>
                    <a:p>
                      <a:pPr>
                        <a:lnSpc>
                          <a:spcPct val="108000"/>
                        </a:lnSpc>
                        <a:spcAft>
                          <a:spcPts val="300"/>
                        </a:spcAft>
                      </a:pPr>
                      <a:r>
                        <a:rPr lang="en-US" sz="1400" dirty="0"/>
                        <a:t>Submission of application by applicant (developer) in specified format to nodal agency (Office of Commissioner, New and Renewable Energy, Government of MP)</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840509175"/>
                  </a:ext>
                </a:extLst>
              </a:tr>
              <a:tr h="412237">
                <a:tc>
                  <a:txBody>
                    <a:bodyPr/>
                    <a:lstStyle/>
                    <a:p>
                      <a:pPr>
                        <a:lnSpc>
                          <a:spcPct val="108000"/>
                        </a:lnSpc>
                        <a:spcAft>
                          <a:spcPts val="300"/>
                        </a:spcAft>
                      </a:pPr>
                      <a:r>
                        <a:rPr lang="en-US" sz="1400" dirty="0"/>
                        <a:t>Issuance of demand note by nodal agency to applicant for depositing the requisite processing fee</a:t>
                      </a:r>
                    </a:p>
                  </a:txBody>
                  <a:tcPr anchor="ctr"/>
                </a:tc>
                <a:tc>
                  <a:txBody>
                    <a:bodyPr/>
                    <a:lstStyle/>
                    <a:p>
                      <a:pPr algn="ctr">
                        <a:lnSpc>
                          <a:spcPct val="108000"/>
                        </a:lnSpc>
                        <a:spcAft>
                          <a:spcPts val="300"/>
                        </a:spcAft>
                      </a:pPr>
                      <a:r>
                        <a:rPr lang="en-US" sz="1400" dirty="0"/>
                        <a:t>Within 15 days of submission of application with all documents</a:t>
                      </a:r>
                    </a:p>
                  </a:txBody>
                  <a:tcPr anchor="ctr"/>
                </a:tc>
                <a:extLst>
                  <a:ext uri="{0D108BD9-81ED-4DB2-BD59-A6C34878D82A}">
                    <a16:rowId xmlns:a16="http://schemas.microsoft.com/office/drawing/2014/main" val="664408495"/>
                  </a:ext>
                </a:extLst>
              </a:tr>
              <a:tr h="412237">
                <a:tc>
                  <a:txBody>
                    <a:bodyPr/>
                    <a:lstStyle/>
                    <a:p>
                      <a:pPr>
                        <a:lnSpc>
                          <a:spcPct val="108000"/>
                        </a:lnSpc>
                        <a:spcAft>
                          <a:spcPts val="300"/>
                        </a:spcAft>
                      </a:pPr>
                      <a:r>
                        <a:rPr lang="en-US" sz="1400" dirty="0"/>
                        <a:t>Payment of processing fee of Rs. 1 lakh/MW by applicant within 15 days from issuance of demand note</a:t>
                      </a:r>
                    </a:p>
                  </a:txBody>
                  <a:tcPr anchor="ctr"/>
                </a:tc>
                <a:tc>
                  <a:txBody>
                    <a:bodyPr/>
                    <a:lstStyle/>
                    <a:p>
                      <a:pPr algn="ctr">
                        <a:lnSpc>
                          <a:spcPct val="108000"/>
                        </a:lnSpc>
                        <a:spcAft>
                          <a:spcPts val="300"/>
                        </a:spcAft>
                      </a:pPr>
                      <a:r>
                        <a:rPr lang="en-US" sz="1400" dirty="0"/>
                        <a:t>Within 15 days from issuance of demand note</a:t>
                      </a:r>
                    </a:p>
                  </a:txBody>
                  <a:tcPr anchor="ctr"/>
                </a:tc>
                <a:extLst>
                  <a:ext uri="{0D108BD9-81ED-4DB2-BD59-A6C34878D82A}">
                    <a16:rowId xmlns:a16="http://schemas.microsoft.com/office/drawing/2014/main" val="2588965382"/>
                  </a:ext>
                </a:extLst>
              </a:tr>
              <a:tr h="412237">
                <a:tc>
                  <a:txBody>
                    <a:bodyPr/>
                    <a:lstStyle/>
                    <a:p>
                      <a:pPr>
                        <a:lnSpc>
                          <a:spcPct val="108000"/>
                        </a:lnSpc>
                        <a:spcAft>
                          <a:spcPts val="300"/>
                        </a:spcAft>
                      </a:pPr>
                      <a:r>
                        <a:rPr lang="en-US" sz="1400" dirty="0"/>
                        <a:t>Administrative approval by Government of Madhya Pradesh and registration of project</a:t>
                      </a:r>
                    </a:p>
                  </a:txBody>
                  <a:tcPr anchor="ctr"/>
                </a:tc>
                <a:tc>
                  <a:txBody>
                    <a:bodyPr/>
                    <a:lstStyle/>
                    <a:p>
                      <a:pPr algn="ctr">
                        <a:lnSpc>
                          <a:spcPct val="108000"/>
                        </a:lnSpc>
                        <a:spcAft>
                          <a:spcPts val="300"/>
                        </a:spcAft>
                      </a:pPr>
                      <a:r>
                        <a:rPr lang="en-US" sz="1400" dirty="0"/>
                        <a:t>Within 30 days from date of submission of all documents</a:t>
                      </a:r>
                    </a:p>
                  </a:txBody>
                  <a:tcPr anchor="ctr"/>
                </a:tc>
                <a:extLst>
                  <a:ext uri="{0D108BD9-81ED-4DB2-BD59-A6C34878D82A}">
                    <a16:rowId xmlns:a16="http://schemas.microsoft.com/office/drawing/2014/main" val="1867661410"/>
                  </a:ext>
                </a:extLst>
              </a:tr>
              <a:tr h="295032">
                <a:tc>
                  <a:txBody>
                    <a:bodyPr/>
                    <a:lstStyle/>
                    <a:p>
                      <a:pPr>
                        <a:lnSpc>
                          <a:spcPct val="108000"/>
                        </a:lnSpc>
                        <a:spcAft>
                          <a:spcPts val="300"/>
                        </a:spcAft>
                      </a:pPr>
                      <a:r>
                        <a:rPr lang="en-US" sz="1400" dirty="0"/>
                        <a:t>Submission of project detail documents such as DPR, land-related document (Letter of land possession/Land use permission/allotment), implementation plan, performance guarantee, etc. by applicant</a:t>
                      </a:r>
                    </a:p>
                    <a:p>
                      <a:pPr>
                        <a:lnSpc>
                          <a:spcPct val="108000"/>
                        </a:lnSpc>
                        <a:spcAft>
                          <a:spcPts val="300"/>
                        </a:spcAft>
                      </a:pPr>
                      <a:r>
                        <a:rPr lang="en-US" sz="1400" i="1" dirty="0"/>
                        <a:t>[For projects set up on government land, submission of Performance Bank Guarantee @Rs. 5 lakh/MW by developer; In case of private land, developer is exempted from submitting any performance guarantee]</a:t>
                      </a:r>
                    </a:p>
                  </a:txBody>
                  <a:tcPr anchor="ctr"/>
                </a:tc>
                <a:tc>
                  <a:txBody>
                    <a:bodyPr/>
                    <a:lstStyle/>
                    <a:p>
                      <a:pPr algn="ctr">
                        <a:lnSpc>
                          <a:spcPct val="108000"/>
                        </a:lnSpc>
                        <a:spcAft>
                          <a:spcPts val="300"/>
                        </a:spcAft>
                      </a:pPr>
                      <a:r>
                        <a:rPr lang="en-US" sz="1400" dirty="0"/>
                        <a:t>Within 3 months from date of registration / </a:t>
                      </a:r>
                      <a:r>
                        <a:rPr lang="en-US" sz="1400" dirty="0" err="1"/>
                        <a:t>GoMP</a:t>
                      </a:r>
                      <a:r>
                        <a:rPr lang="en-US" sz="1400" dirty="0"/>
                        <a:t> administrative approval</a:t>
                      </a:r>
                    </a:p>
                  </a:txBody>
                  <a:tcPr anchor="ctr"/>
                </a:tc>
                <a:extLst>
                  <a:ext uri="{0D108BD9-81ED-4DB2-BD59-A6C34878D82A}">
                    <a16:rowId xmlns:a16="http://schemas.microsoft.com/office/drawing/2014/main" val="2705822184"/>
                  </a:ext>
                </a:extLst>
              </a:tr>
              <a:tr h="295032">
                <a:tc>
                  <a:txBody>
                    <a:bodyPr/>
                    <a:lstStyle/>
                    <a:p>
                      <a:pPr>
                        <a:lnSpc>
                          <a:spcPct val="108000"/>
                        </a:lnSpc>
                        <a:spcAft>
                          <a:spcPts val="300"/>
                        </a:spcAft>
                      </a:pPr>
                      <a:r>
                        <a:rPr lang="en-US" sz="1400" dirty="0"/>
                        <a:t>Financial closure **</a:t>
                      </a:r>
                    </a:p>
                  </a:txBody>
                  <a:tcPr anchor="ctr"/>
                </a:tc>
                <a:tc>
                  <a:txBody>
                    <a:bodyPr/>
                    <a:lstStyle/>
                    <a:p>
                      <a:pPr algn="ctr">
                        <a:lnSpc>
                          <a:spcPct val="108000"/>
                        </a:lnSpc>
                        <a:spcAft>
                          <a:spcPts val="300"/>
                        </a:spcAft>
                      </a:pPr>
                      <a:r>
                        <a:rPr lang="en-US" sz="1400" dirty="0"/>
                        <a:t>Within 11 months from date of </a:t>
                      </a:r>
                      <a:r>
                        <a:rPr lang="en-US" sz="1400" dirty="0" err="1"/>
                        <a:t>GoMP</a:t>
                      </a:r>
                      <a:r>
                        <a:rPr lang="en-US" sz="1400" dirty="0"/>
                        <a:t> administrative approval</a:t>
                      </a:r>
                    </a:p>
                  </a:txBody>
                  <a:tcPr anchor="ctr"/>
                </a:tc>
                <a:extLst>
                  <a:ext uri="{0D108BD9-81ED-4DB2-BD59-A6C34878D82A}">
                    <a16:rowId xmlns:a16="http://schemas.microsoft.com/office/drawing/2014/main" val="3232241259"/>
                  </a:ext>
                </a:extLst>
              </a:tr>
              <a:tr h="295032">
                <a:tc>
                  <a:txBody>
                    <a:bodyPr/>
                    <a:lstStyle/>
                    <a:p>
                      <a:pPr>
                        <a:lnSpc>
                          <a:spcPct val="108000"/>
                        </a:lnSpc>
                        <a:spcAft>
                          <a:spcPts val="300"/>
                        </a:spcAft>
                      </a:pPr>
                      <a:r>
                        <a:rPr lang="en-US" sz="1400" dirty="0"/>
                        <a:t>Project commissioning **</a:t>
                      </a:r>
                    </a:p>
                  </a:txBody>
                  <a:tcPr anchor="ctr"/>
                </a:tc>
                <a:tc>
                  <a:txBody>
                    <a:bodyPr/>
                    <a:lstStyle/>
                    <a:p>
                      <a:pPr algn="ctr">
                        <a:lnSpc>
                          <a:spcPct val="108000"/>
                        </a:lnSpc>
                        <a:spcAft>
                          <a:spcPts val="300"/>
                        </a:spcAft>
                      </a:pPr>
                      <a:r>
                        <a:rPr lang="en-US" sz="1400" dirty="0"/>
                        <a:t>Within 17 months from date of </a:t>
                      </a:r>
                      <a:r>
                        <a:rPr lang="en-US" sz="1400" dirty="0" err="1"/>
                        <a:t>GoMP</a:t>
                      </a:r>
                      <a:r>
                        <a:rPr lang="en-US" sz="1400" dirty="0"/>
                        <a:t> administrative approval</a:t>
                      </a:r>
                    </a:p>
                  </a:txBody>
                  <a:tcPr anchor="ctr"/>
                </a:tc>
                <a:extLst>
                  <a:ext uri="{0D108BD9-81ED-4DB2-BD59-A6C34878D82A}">
                    <a16:rowId xmlns:a16="http://schemas.microsoft.com/office/drawing/2014/main" val="704901659"/>
                  </a:ext>
                </a:extLst>
              </a:tr>
            </a:tbl>
          </a:graphicData>
        </a:graphic>
      </p:graphicFrame>
      <p:sp>
        <p:nvSpPr>
          <p:cNvPr id="5" name="TextBox 4">
            <a:extLst>
              <a:ext uri="{FF2B5EF4-FFF2-40B4-BE49-F238E27FC236}">
                <a16:creationId xmlns:a16="http://schemas.microsoft.com/office/drawing/2014/main" id="{C734FEA6-ED07-49CC-8A28-E11F6FF712AF}"/>
              </a:ext>
            </a:extLst>
          </p:cNvPr>
          <p:cNvSpPr txBox="1"/>
          <p:nvPr/>
        </p:nvSpPr>
        <p:spPr>
          <a:xfrm>
            <a:off x="501649" y="1136780"/>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the Policy for Implementation of Solar Power Based Projects in Madhya Pradesh, 2012</a:t>
            </a:r>
          </a:p>
        </p:txBody>
      </p:sp>
      <p:sp>
        <p:nvSpPr>
          <p:cNvPr id="6" name="TextBox 5">
            <a:extLst>
              <a:ext uri="{FF2B5EF4-FFF2-40B4-BE49-F238E27FC236}">
                <a16:creationId xmlns:a16="http://schemas.microsoft.com/office/drawing/2014/main" id="{21641C0E-D311-4501-894A-89DA4140E218}"/>
              </a:ext>
            </a:extLst>
          </p:cNvPr>
          <p:cNvSpPr txBox="1"/>
          <p:nvPr/>
        </p:nvSpPr>
        <p:spPr>
          <a:xfrm>
            <a:off x="501648" y="6159044"/>
            <a:ext cx="11188699"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srgbClr val="313131"/>
                </a:solidFill>
                <a:effectLst/>
                <a:uLnTx/>
                <a:uFillTx/>
                <a:latin typeface="Calibri"/>
                <a:ea typeface="+mn-ea"/>
                <a:cs typeface="+mn-cs"/>
              </a:rPr>
              <a:t>** The Policy for Implementation of Solar Power Based Projects in Madhya Pradesh, 2012 provides for extension of the timeline for financial closure and project commissioning by 6 months, provided Developer is able to provide adequate proof for reasons of delay being beyond the control of Developer</a:t>
            </a:r>
          </a:p>
        </p:txBody>
      </p:sp>
    </p:spTree>
    <p:extLst>
      <p:ext uri="{BB962C8B-B14F-4D97-AF65-F5344CB8AC3E}">
        <p14:creationId xmlns:p14="http://schemas.microsoft.com/office/powerpoint/2010/main" val="2763785062"/>
      </p:ext>
    </p:extLst>
  </p:cSld>
  <p:clrMapOvr>
    <a:masterClrMapping/>
  </p:clrMapOvr>
  <p:transition>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61283A06-6A52-469A-AC09-6DBBAC837556}"/>
              </a:ext>
            </a:extLst>
          </p:cNvPr>
          <p:cNvCxnSpPr/>
          <p:nvPr/>
        </p:nvCxnSpPr>
        <p:spPr>
          <a:xfrm>
            <a:off x="501649" y="1741714"/>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Capacity criteria and Provisions for construction of Evacuation Infrastructure in respect of Solar Power Projects in Madhya Pradesh</a:t>
            </a:r>
            <a:endParaRPr lang="en-GB" sz="2800" b="1" dirty="0"/>
          </a:p>
        </p:txBody>
      </p:sp>
      <p:sp>
        <p:nvSpPr>
          <p:cNvPr id="5" name="TextBox 4">
            <a:extLst>
              <a:ext uri="{FF2B5EF4-FFF2-40B4-BE49-F238E27FC236}">
                <a16:creationId xmlns:a16="http://schemas.microsoft.com/office/drawing/2014/main" id="{C734FEA6-ED07-49CC-8A28-E11F6FF712AF}"/>
              </a:ext>
            </a:extLst>
          </p:cNvPr>
          <p:cNvSpPr txBox="1"/>
          <p:nvPr/>
        </p:nvSpPr>
        <p:spPr>
          <a:xfrm>
            <a:off x="501649" y="1136780"/>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the Policy for Implementation of Solar Power Based Projects in Madhya Pradesh, 2012</a:t>
            </a:r>
          </a:p>
        </p:txBody>
      </p:sp>
      <p:sp>
        <p:nvSpPr>
          <p:cNvPr id="7" name="TextBox 6">
            <a:extLst>
              <a:ext uri="{FF2B5EF4-FFF2-40B4-BE49-F238E27FC236}">
                <a16:creationId xmlns:a16="http://schemas.microsoft.com/office/drawing/2014/main" id="{9D0328B2-D066-4EE7-B931-4818789A0527}"/>
              </a:ext>
            </a:extLst>
          </p:cNvPr>
          <p:cNvSpPr txBox="1"/>
          <p:nvPr/>
        </p:nvSpPr>
        <p:spPr>
          <a:xfrm>
            <a:off x="4313464" y="1626637"/>
            <a:ext cx="3565067"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Capacity Cap of single solar PV project</a:t>
            </a:r>
          </a:p>
        </p:txBody>
      </p:sp>
      <p:graphicFrame>
        <p:nvGraphicFramePr>
          <p:cNvPr id="9" name="Table 9">
            <a:extLst>
              <a:ext uri="{FF2B5EF4-FFF2-40B4-BE49-F238E27FC236}">
                <a16:creationId xmlns:a16="http://schemas.microsoft.com/office/drawing/2014/main" id="{E851752A-04AE-4998-9B0E-7992388B6EB5}"/>
              </a:ext>
            </a:extLst>
          </p:cNvPr>
          <p:cNvGraphicFramePr>
            <a:graphicFrameLocks noGrp="1"/>
          </p:cNvGraphicFramePr>
          <p:nvPr/>
        </p:nvGraphicFramePr>
        <p:xfrm>
          <a:off x="501649" y="2031289"/>
          <a:ext cx="11188699" cy="914400"/>
        </p:xfrm>
        <a:graphic>
          <a:graphicData uri="http://schemas.openxmlformats.org/drawingml/2006/table">
            <a:tbl>
              <a:tblPr firstRow="1">
                <a:tableStyleId>{93296810-A885-4BE3-A3E7-6D5BEEA58F35}</a:tableStyleId>
              </a:tblPr>
              <a:tblGrid>
                <a:gridCol w="5300437">
                  <a:extLst>
                    <a:ext uri="{9D8B030D-6E8A-4147-A177-3AD203B41FA5}">
                      <a16:colId xmlns:a16="http://schemas.microsoft.com/office/drawing/2014/main" val="962471232"/>
                    </a:ext>
                  </a:extLst>
                </a:gridCol>
                <a:gridCol w="2944131">
                  <a:extLst>
                    <a:ext uri="{9D8B030D-6E8A-4147-A177-3AD203B41FA5}">
                      <a16:colId xmlns:a16="http://schemas.microsoft.com/office/drawing/2014/main" val="251902373"/>
                    </a:ext>
                  </a:extLst>
                </a:gridCol>
                <a:gridCol w="2944131">
                  <a:extLst>
                    <a:ext uri="{9D8B030D-6E8A-4147-A177-3AD203B41FA5}">
                      <a16:colId xmlns:a16="http://schemas.microsoft.com/office/drawing/2014/main" val="1466134282"/>
                    </a:ext>
                  </a:extLst>
                </a:gridCol>
              </a:tblGrid>
              <a:tr h="288103">
                <a:tc>
                  <a:txBody>
                    <a:bodyPr/>
                    <a:lstStyle/>
                    <a:p>
                      <a:pPr algn="ctr"/>
                      <a:r>
                        <a:rPr lang="en-US" sz="1400" dirty="0"/>
                        <a:t>Particulars</a:t>
                      </a:r>
                    </a:p>
                  </a:txBody>
                  <a:tcPr/>
                </a:tc>
                <a:tc>
                  <a:txBody>
                    <a:bodyPr/>
                    <a:lstStyle/>
                    <a:p>
                      <a:pPr algn="ctr"/>
                      <a:r>
                        <a:rPr lang="en-US" sz="1400" dirty="0"/>
                        <a:t>Minimum Capacity (MW)</a:t>
                      </a:r>
                    </a:p>
                  </a:txBody>
                  <a:tcPr/>
                </a:tc>
                <a:tc>
                  <a:txBody>
                    <a:bodyPr/>
                    <a:lstStyle/>
                    <a:p>
                      <a:pPr algn="ctr"/>
                      <a:r>
                        <a:rPr lang="en-US" sz="1400" dirty="0"/>
                        <a:t>Maximum Capacity (MW)</a:t>
                      </a:r>
                    </a:p>
                  </a:txBody>
                  <a:tcPr/>
                </a:tc>
                <a:extLst>
                  <a:ext uri="{0D108BD9-81ED-4DB2-BD59-A6C34878D82A}">
                    <a16:rowId xmlns:a16="http://schemas.microsoft.com/office/drawing/2014/main" val="4011822557"/>
                  </a:ext>
                </a:extLst>
              </a:tr>
              <a:tr h="288103">
                <a:tc>
                  <a:txBody>
                    <a:bodyPr/>
                    <a:lstStyle/>
                    <a:p>
                      <a:pPr algn="ctr"/>
                      <a:r>
                        <a:rPr lang="en-US" sz="1400" dirty="0"/>
                        <a:t>For solar PV project to be installed on government land</a:t>
                      </a:r>
                    </a:p>
                  </a:txBody>
                  <a:tcPr/>
                </a:tc>
                <a:tc>
                  <a:txBody>
                    <a:bodyPr/>
                    <a:lstStyle/>
                    <a:p>
                      <a:pPr algn="ctr"/>
                      <a:r>
                        <a:rPr lang="en-US" sz="1400" dirty="0"/>
                        <a:t>0.025</a:t>
                      </a:r>
                    </a:p>
                  </a:txBody>
                  <a:tcPr/>
                </a:tc>
                <a:tc>
                  <a:txBody>
                    <a:bodyPr/>
                    <a:lstStyle/>
                    <a:p>
                      <a:pPr algn="ctr"/>
                      <a:r>
                        <a:rPr lang="en-US" sz="1400" dirty="0"/>
                        <a:t>100</a:t>
                      </a:r>
                    </a:p>
                  </a:txBody>
                  <a:tcPr/>
                </a:tc>
                <a:extLst>
                  <a:ext uri="{0D108BD9-81ED-4DB2-BD59-A6C34878D82A}">
                    <a16:rowId xmlns:a16="http://schemas.microsoft.com/office/drawing/2014/main" val="2578938753"/>
                  </a:ext>
                </a:extLst>
              </a:tr>
              <a:tr h="288103">
                <a:tc>
                  <a:txBody>
                    <a:bodyPr/>
                    <a:lstStyle/>
                    <a:p>
                      <a:pPr algn="ctr"/>
                      <a:r>
                        <a:rPr lang="en-US" sz="1400" dirty="0"/>
                        <a:t>For solar PV project to be installed on private land</a:t>
                      </a:r>
                    </a:p>
                  </a:txBody>
                  <a:tcPr/>
                </a:tc>
                <a:tc gridSpan="2">
                  <a:txBody>
                    <a:bodyPr/>
                    <a:lstStyle/>
                    <a:p>
                      <a:pPr algn="ctr"/>
                      <a:r>
                        <a:rPr lang="en-US" sz="1400" dirty="0"/>
                        <a:t>No capacity cap</a:t>
                      </a:r>
                    </a:p>
                  </a:txBody>
                  <a:tcPr/>
                </a:tc>
                <a:tc hMerge="1">
                  <a:txBody>
                    <a:bodyPr/>
                    <a:lstStyle/>
                    <a:p>
                      <a:pPr algn="ctr"/>
                      <a:endParaRPr lang="en-US" sz="1400" dirty="0"/>
                    </a:p>
                  </a:txBody>
                  <a:tcPr/>
                </a:tc>
                <a:extLst>
                  <a:ext uri="{0D108BD9-81ED-4DB2-BD59-A6C34878D82A}">
                    <a16:rowId xmlns:a16="http://schemas.microsoft.com/office/drawing/2014/main" val="3026316464"/>
                  </a:ext>
                </a:extLst>
              </a:tr>
            </a:tbl>
          </a:graphicData>
        </a:graphic>
      </p:graphicFrame>
      <p:cxnSp>
        <p:nvCxnSpPr>
          <p:cNvPr id="10" name="Straight Connector 9">
            <a:extLst>
              <a:ext uri="{FF2B5EF4-FFF2-40B4-BE49-F238E27FC236}">
                <a16:creationId xmlns:a16="http://schemas.microsoft.com/office/drawing/2014/main" id="{3C81E93D-4FA3-4C10-9822-527448434C7B}"/>
              </a:ext>
            </a:extLst>
          </p:cNvPr>
          <p:cNvCxnSpPr/>
          <p:nvPr/>
        </p:nvCxnSpPr>
        <p:spPr>
          <a:xfrm>
            <a:off x="501649" y="3483428"/>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C0D5678-AC83-40C3-ABA3-F21EB558403E}"/>
              </a:ext>
            </a:extLst>
          </p:cNvPr>
          <p:cNvSpPr txBox="1"/>
          <p:nvPr/>
        </p:nvSpPr>
        <p:spPr>
          <a:xfrm>
            <a:off x="4756754" y="3368351"/>
            <a:ext cx="2678487"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Evacuation Infrastructure</a:t>
            </a:r>
          </a:p>
        </p:txBody>
      </p:sp>
      <p:sp>
        <p:nvSpPr>
          <p:cNvPr id="12" name="TextBox 11">
            <a:extLst>
              <a:ext uri="{FF2B5EF4-FFF2-40B4-BE49-F238E27FC236}">
                <a16:creationId xmlns:a16="http://schemas.microsoft.com/office/drawing/2014/main" id="{3C9F3763-5449-4A58-952A-F4536A5B3563}"/>
              </a:ext>
            </a:extLst>
          </p:cNvPr>
          <p:cNvSpPr txBox="1"/>
          <p:nvPr/>
        </p:nvSpPr>
        <p:spPr>
          <a:xfrm>
            <a:off x="501650" y="3847321"/>
            <a:ext cx="11188698" cy="1955287"/>
          </a:xfrm>
          <a:prstGeom prst="roundRect">
            <a:avLst/>
          </a:prstGeom>
          <a:noFill/>
          <a:ln>
            <a:solidFill>
              <a:schemeClr val="accent6"/>
            </a:solidFill>
          </a:ln>
        </p:spPr>
        <p:txBody>
          <a:bodyPr wrap="square" lIns="0" tIns="0" rIns="0" bIns="0" rtlCol="0">
            <a:spAutoFit/>
          </a:bodyPr>
          <a:lstStyle/>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Solar Power Developer shall be responsible for laying of power evacuation line from generating station to nearest substation / interconnection point</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Developer shall also be responsible for interconnection arrangement which includes transformer panel, protections, metering </a:t>
            </a:r>
            <a:r>
              <a:rPr kumimoji="0" lang="en-US" sz="1400" b="0" i="0" u="none" strike="noStrike" kern="1200" cap="none" spc="0" normalizeH="0" baseline="0" noProof="0" dirty="0" err="1">
                <a:ln>
                  <a:noFill/>
                </a:ln>
                <a:solidFill>
                  <a:srgbClr val="313131"/>
                </a:solidFill>
                <a:effectLst/>
                <a:uLnTx/>
                <a:uFillTx/>
                <a:latin typeface="Calibri"/>
                <a:ea typeface="+mn-ea"/>
                <a:cs typeface="+mn-cs"/>
              </a:rPr>
              <a:t>etc</a:t>
            </a:r>
            <a:r>
              <a:rPr kumimoji="0" lang="en-US" sz="1400" b="0" i="0" u="none" strike="noStrike" kern="1200" cap="none" spc="0" normalizeH="0" baseline="0" noProof="0" dirty="0">
                <a:ln>
                  <a:noFill/>
                </a:ln>
                <a:solidFill>
                  <a:srgbClr val="313131"/>
                </a:solidFill>
                <a:effectLst/>
                <a:uLnTx/>
                <a:uFillTx/>
                <a:latin typeface="Calibri"/>
                <a:ea typeface="+mn-ea"/>
                <a:cs typeface="+mn-cs"/>
              </a:rPr>
              <a:t>, at the substation or interconnection point</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STU / Discom may take up construction and O&amp;M of the evacuation infrastructure work at the cost of the Developer</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Alternately, Developer upon approval of STU / Discom can also carry out the construction work by paying supervision charges as applicable</a:t>
            </a:r>
          </a:p>
          <a:p>
            <a:pPr marL="285750" marR="0" lvl="0" indent="-285750" algn="l"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Sub-station augmentation, if necessary, will be carried out by STU / Discom</a:t>
            </a:r>
          </a:p>
        </p:txBody>
      </p:sp>
    </p:spTree>
    <p:extLst>
      <p:ext uri="{BB962C8B-B14F-4D97-AF65-F5344CB8AC3E}">
        <p14:creationId xmlns:p14="http://schemas.microsoft.com/office/powerpoint/2010/main" val="2726041679"/>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Criteria for Voltage-level of Connectivity</a:t>
            </a:r>
            <a:endParaRPr lang="en-GB" sz="2800" b="1" dirty="0"/>
          </a:p>
        </p:txBody>
      </p:sp>
      <p:sp>
        <p:nvSpPr>
          <p:cNvPr id="12" name="TextBox 11">
            <a:extLst>
              <a:ext uri="{FF2B5EF4-FFF2-40B4-BE49-F238E27FC236}">
                <a16:creationId xmlns:a16="http://schemas.microsoft.com/office/drawing/2014/main" id="{3C9F3763-5449-4A58-952A-F4536A5B3563}"/>
              </a:ext>
            </a:extLst>
          </p:cNvPr>
          <p:cNvSpPr txBox="1"/>
          <p:nvPr/>
        </p:nvSpPr>
        <p:spPr>
          <a:xfrm>
            <a:off x="501651" y="751316"/>
            <a:ext cx="11188698" cy="5159427"/>
          </a:xfrm>
          <a:prstGeom prst="roundRect">
            <a:avLst/>
          </a:prstGeom>
          <a:noFill/>
          <a:ln>
            <a:solidFill>
              <a:schemeClr val="accent6"/>
            </a:solidFill>
          </a:ln>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MPERC (Terms and Conditions for Intra-State Open Access in Madhya Pradesh) Regulations, (Revision-I), 2021</a:t>
            </a:r>
            <a:endParaRPr kumimoji="0" lang="en-US" sz="1600" b="0" i="0" u="none" strike="noStrike" kern="1200" cap="none" spc="0" normalizeH="0" baseline="0" noProof="0" dirty="0">
              <a:ln>
                <a:noFill/>
              </a:ln>
              <a:solidFill>
                <a:srgbClr val="313131"/>
              </a:solidFill>
              <a:effectLst/>
              <a:uLnTx/>
              <a:uFillTx/>
              <a:latin typeface="Calibri"/>
              <a:ea typeface="+mn-ea"/>
              <a:cs typeface="+mn-cs"/>
            </a:endParaRPr>
          </a:p>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7.1 “The voltage of inter-connection shall be as per the MP Electricity Supply Code, 2021, as amended/revised from time to time.</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Provisions of the Madhya Pradesh Electricity Supply Code 2021:</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Reg. 34 “The supply voltage for different contract demands shall normally be as follows:</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Provided that if the licensee is satisfied that there are sufficient grounds for deviation in the norms above stated and such deviation is technically feasible, it may grant the same for reasons to be recorded in writing.”</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Madhya Pradesh Electricity Grid Code (Revision-II), 2019</a:t>
            </a:r>
          </a:p>
          <a:p>
            <a:pPr marL="457200" marR="0" lvl="1" indent="0" algn="l" defTabSz="914400" rtl="0" eaLnBrk="1" fontAlgn="auto" latinLnBrk="0" hangingPunct="1">
              <a:lnSpc>
                <a:spcPct val="114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For connectivity with STU: Reg. 5.14.4 “IPPs, CPPs, EHV Consumers and Open access users – Voltage may be 220/132 kV or as agreed with STU.”</a:t>
            </a:r>
          </a:p>
        </p:txBody>
      </p:sp>
      <p:graphicFrame>
        <p:nvGraphicFramePr>
          <p:cNvPr id="2" name="Table 1">
            <a:extLst>
              <a:ext uri="{FF2B5EF4-FFF2-40B4-BE49-F238E27FC236}">
                <a16:creationId xmlns:a16="http://schemas.microsoft.com/office/drawing/2014/main" id="{C318CB2D-3D3A-4B12-AEE5-9AE1566B1F94}"/>
              </a:ext>
            </a:extLst>
          </p:cNvPr>
          <p:cNvGraphicFramePr>
            <a:graphicFrameLocks noGrp="1"/>
          </p:cNvGraphicFramePr>
          <p:nvPr/>
        </p:nvGraphicFramePr>
        <p:xfrm>
          <a:off x="1208316" y="2389011"/>
          <a:ext cx="9818916" cy="1355670"/>
        </p:xfrm>
        <a:graphic>
          <a:graphicData uri="http://schemas.openxmlformats.org/drawingml/2006/table">
            <a:tbl>
              <a:tblPr firstRow="1">
                <a:tableStyleId>{93296810-A885-4BE3-A3E7-6D5BEEA58F35}</a:tableStyleId>
              </a:tblPr>
              <a:tblGrid>
                <a:gridCol w="3272972">
                  <a:extLst>
                    <a:ext uri="{9D8B030D-6E8A-4147-A177-3AD203B41FA5}">
                      <a16:colId xmlns:a16="http://schemas.microsoft.com/office/drawing/2014/main" val="4157061103"/>
                    </a:ext>
                  </a:extLst>
                </a:gridCol>
                <a:gridCol w="3272972">
                  <a:extLst>
                    <a:ext uri="{9D8B030D-6E8A-4147-A177-3AD203B41FA5}">
                      <a16:colId xmlns:a16="http://schemas.microsoft.com/office/drawing/2014/main" val="437222553"/>
                    </a:ext>
                  </a:extLst>
                </a:gridCol>
                <a:gridCol w="3272972">
                  <a:extLst>
                    <a:ext uri="{9D8B030D-6E8A-4147-A177-3AD203B41FA5}">
                      <a16:colId xmlns:a16="http://schemas.microsoft.com/office/drawing/2014/main" val="3613316233"/>
                    </a:ext>
                  </a:extLst>
                </a:gridCol>
              </a:tblGrid>
              <a:tr h="271134">
                <a:tc>
                  <a:txBody>
                    <a:bodyPr/>
                    <a:lstStyle/>
                    <a:p>
                      <a:pPr marL="457200" algn="ctr">
                        <a:lnSpc>
                          <a:spcPct val="107000"/>
                        </a:lnSpc>
                        <a:spcAft>
                          <a:spcPts val="600"/>
                        </a:spcAft>
                      </a:pPr>
                      <a:r>
                        <a:rPr lang="en-US" sz="1400" dirty="0">
                          <a:effectLst/>
                        </a:rPr>
                        <a:t>Supply Voltage</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a:effectLst/>
                        </a:rPr>
                        <a:t>Minimum Contract Demand</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a:effectLst/>
                        </a:rPr>
                        <a:t>Maximum Contract Demand</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4119383289"/>
                  </a:ext>
                </a:extLst>
              </a:tr>
              <a:tr h="271134">
                <a:tc>
                  <a:txBody>
                    <a:bodyPr/>
                    <a:lstStyle/>
                    <a:p>
                      <a:pPr marL="457200" algn="ctr">
                        <a:lnSpc>
                          <a:spcPct val="107000"/>
                        </a:lnSpc>
                        <a:spcAft>
                          <a:spcPts val="600"/>
                        </a:spcAft>
                      </a:pPr>
                      <a:r>
                        <a:rPr lang="en-US" sz="1400" dirty="0">
                          <a:effectLst/>
                        </a:rPr>
                        <a:t>11 KV</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50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a:effectLst/>
                        </a:rPr>
                        <a:t>300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973908232"/>
                  </a:ext>
                </a:extLst>
              </a:tr>
              <a:tr h="271134">
                <a:tc>
                  <a:txBody>
                    <a:bodyPr/>
                    <a:lstStyle/>
                    <a:p>
                      <a:pPr marL="457200" algn="ctr">
                        <a:lnSpc>
                          <a:spcPct val="107000"/>
                        </a:lnSpc>
                        <a:spcAft>
                          <a:spcPts val="600"/>
                        </a:spcAft>
                      </a:pPr>
                      <a:r>
                        <a:rPr lang="en-US" sz="1400">
                          <a:effectLst/>
                        </a:rPr>
                        <a:t>33 KV</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100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a:effectLst/>
                        </a:rPr>
                        <a:t>10000 KVA</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287992039"/>
                  </a:ext>
                </a:extLst>
              </a:tr>
              <a:tr h="271134">
                <a:tc>
                  <a:txBody>
                    <a:bodyPr/>
                    <a:lstStyle/>
                    <a:p>
                      <a:pPr marL="457200" algn="ctr">
                        <a:lnSpc>
                          <a:spcPct val="107000"/>
                        </a:lnSpc>
                        <a:spcAft>
                          <a:spcPts val="600"/>
                        </a:spcAft>
                      </a:pPr>
                      <a:r>
                        <a:rPr lang="en-US" sz="1400" dirty="0">
                          <a:effectLst/>
                        </a:rPr>
                        <a:t>132 KV</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5000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50000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493724367"/>
                  </a:ext>
                </a:extLst>
              </a:tr>
              <a:tr h="271134">
                <a:tc>
                  <a:txBody>
                    <a:bodyPr/>
                    <a:lstStyle/>
                    <a:p>
                      <a:pPr marL="457200" algn="ctr">
                        <a:lnSpc>
                          <a:spcPct val="107000"/>
                        </a:lnSpc>
                        <a:spcAft>
                          <a:spcPts val="600"/>
                        </a:spcAft>
                      </a:pPr>
                      <a:r>
                        <a:rPr lang="en-US" sz="1400" dirty="0">
                          <a:effectLst/>
                        </a:rPr>
                        <a:t>220 KV or more</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40000 KVA</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457200" algn="ctr">
                        <a:lnSpc>
                          <a:spcPct val="107000"/>
                        </a:lnSpc>
                        <a:spcAft>
                          <a:spcPts val="600"/>
                        </a:spcAft>
                      </a:pPr>
                      <a:r>
                        <a:rPr lang="en-US" sz="1400" dirty="0">
                          <a:effectLst/>
                        </a:rPr>
                        <a:t>---</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899451946"/>
                  </a:ext>
                </a:extLst>
              </a:tr>
            </a:tbl>
          </a:graphicData>
        </a:graphic>
      </p:graphicFrame>
    </p:spTree>
    <p:extLst>
      <p:ext uri="{BB962C8B-B14F-4D97-AF65-F5344CB8AC3E}">
        <p14:creationId xmlns:p14="http://schemas.microsoft.com/office/powerpoint/2010/main" val="972427131"/>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Procedure and Timeline for Application for Connectivity</a:t>
            </a:r>
            <a:endParaRPr lang="en-GB" sz="2800" b="1" dirty="0"/>
          </a:p>
        </p:txBody>
      </p:sp>
      <p:graphicFrame>
        <p:nvGraphicFramePr>
          <p:cNvPr id="5" name="Table 2">
            <a:extLst>
              <a:ext uri="{FF2B5EF4-FFF2-40B4-BE49-F238E27FC236}">
                <a16:creationId xmlns:a16="http://schemas.microsoft.com/office/drawing/2014/main" id="{E65F9106-ED30-4453-8ABB-33DE5AFBF5A2}"/>
              </a:ext>
            </a:extLst>
          </p:cNvPr>
          <p:cNvGraphicFramePr>
            <a:graphicFrameLocks noGrp="1"/>
          </p:cNvGraphicFramePr>
          <p:nvPr/>
        </p:nvGraphicFramePr>
        <p:xfrm>
          <a:off x="501650" y="1546973"/>
          <a:ext cx="11265808" cy="1425893"/>
        </p:xfrm>
        <a:graphic>
          <a:graphicData uri="http://schemas.openxmlformats.org/drawingml/2006/table">
            <a:tbl>
              <a:tblPr firstRow="1">
                <a:tableStyleId>{93296810-A885-4BE3-A3E7-6D5BEEA58F35}</a:tableStyleId>
              </a:tblPr>
              <a:tblGrid>
                <a:gridCol w="8522608">
                  <a:extLst>
                    <a:ext uri="{9D8B030D-6E8A-4147-A177-3AD203B41FA5}">
                      <a16:colId xmlns:a16="http://schemas.microsoft.com/office/drawing/2014/main" val="3128716273"/>
                    </a:ext>
                  </a:extLst>
                </a:gridCol>
                <a:gridCol w="2743200">
                  <a:extLst>
                    <a:ext uri="{9D8B030D-6E8A-4147-A177-3AD203B41FA5}">
                      <a16:colId xmlns:a16="http://schemas.microsoft.com/office/drawing/2014/main" val="2181816138"/>
                    </a:ext>
                  </a:extLst>
                </a:gridCol>
              </a:tblGrid>
              <a:tr h="295032">
                <a:tc>
                  <a:txBody>
                    <a:bodyPr/>
                    <a:lstStyle/>
                    <a:p>
                      <a:pPr>
                        <a:lnSpc>
                          <a:spcPct val="108000"/>
                        </a:lnSpc>
                        <a:spcAft>
                          <a:spcPts val="300"/>
                        </a:spcAft>
                      </a:pPr>
                      <a:r>
                        <a:rPr lang="en-US" sz="1600" dirty="0"/>
                        <a:t>Activities</a:t>
                      </a:r>
                    </a:p>
                  </a:txBody>
                  <a:tcPr anchor="ctr"/>
                </a:tc>
                <a:tc>
                  <a:txBody>
                    <a:bodyPr/>
                    <a:lstStyle/>
                    <a:p>
                      <a:pPr algn="ctr">
                        <a:lnSpc>
                          <a:spcPct val="108000"/>
                        </a:lnSpc>
                        <a:spcAft>
                          <a:spcPts val="300"/>
                        </a:spcAft>
                      </a:pPr>
                      <a:r>
                        <a:rPr lang="en-US" sz="1600" dirty="0"/>
                        <a:t>Timeline</a:t>
                      </a:r>
                    </a:p>
                  </a:txBody>
                  <a:tcPr anchor="ctr"/>
                </a:tc>
                <a:extLst>
                  <a:ext uri="{0D108BD9-81ED-4DB2-BD59-A6C34878D82A}">
                    <a16:rowId xmlns:a16="http://schemas.microsoft.com/office/drawing/2014/main" val="2291011346"/>
                  </a:ext>
                </a:extLst>
              </a:tr>
              <a:tr h="412237">
                <a:tc>
                  <a:txBody>
                    <a:bodyPr/>
                    <a:lstStyle/>
                    <a:p>
                      <a:pPr>
                        <a:lnSpc>
                          <a:spcPct val="108000"/>
                        </a:lnSpc>
                        <a:spcAft>
                          <a:spcPts val="300"/>
                        </a:spcAft>
                      </a:pPr>
                      <a:r>
                        <a:rPr lang="en-US" sz="1400" dirty="0"/>
                        <a:t>Submission of application by applicant to STU in stipulated format with all relevant details including details of capacity, protection and metering, switchyard, DPR, studies regarding connectivity, etc.</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840509175"/>
                  </a:ext>
                </a:extLst>
              </a:tr>
              <a:tr h="412237">
                <a:tc>
                  <a:txBody>
                    <a:bodyPr/>
                    <a:lstStyle/>
                    <a:p>
                      <a:pPr>
                        <a:lnSpc>
                          <a:spcPct val="108000"/>
                        </a:lnSpc>
                        <a:spcAft>
                          <a:spcPts val="300"/>
                        </a:spcAft>
                      </a:pPr>
                      <a:r>
                        <a:rPr lang="en-US" sz="1400" dirty="0"/>
                        <a:t>Formal offer by STU specifying any need for network augmentation</a:t>
                      </a:r>
                    </a:p>
                  </a:txBody>
                  <a:tcPr anchor="ctr"/>
                </a:tc>
                <a:tc>
                  <a:txBody>
                    <a:bodyPr/>
                    <a:lstStyle/>
                    <a:p>
                      <a:pPr algn="ctr">
                        <a:lnSpc>
                          <a:spcPct val="108000"/>
                        </a:lnSpc>
                        <a:spcAft>
                          <a:spcPts val="300"/>
                        </a:spcAft>
                      </a:pPr>
                      <a:r>
                        <a:rPr lang="en-US" sz="1400" dirty="0"/>
                        <a:t>Within 60 days of receipt of application</a:t>
                      </a:r>
                    </a:p>
                  </a:txBody>
                  <a:tcPr anchor="ctr"/>
                </a:tc>
                <a:extLst>
                  <a:ext uri="{0D108BD9-81ED-4DB2-BD59-A6C34878D82A}">
                    <a16:rowId xmlns:a16="http://schemas.microsoft.com/office/drawing/2014/main" val="664408495"/>
                  </a:ext>
                </a:extLst>
              </a:tr>
            </a:tbl>
          </a:graphicData>
        </a:graphic>
      </p:graphicFrame>
      <p:sp>
        <p:nvSpPr>
          <p:cNvPr id="6" name="TextBox 5">
            <a:extLst>
              <a:ext uri="{FF2B5EF4-FFF2-40B4-BE49-F238E27FC236}">
                <a16:creationId xmlns:a16="http://schemas.microsoft.com/office/drawing/2014/main" id="{DCFC83D2-3117-4BC1-9D4E-997C49B51168}"/>
              </a:ext>
            </a:extLst>
          </p:cNvPr>
          <p:cNvSpPr txBox="1"/>
          <p:nvPr/>
        </p:nvSpPr>
        <p:spPr>
          <a:xfrm>
            <a:off x="501649" y="1223861"/>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Madhya Pradesh Electricity Grid Code (Revision-II), 2019</a:t>
            </a:r>
          </a:p>
        </p:txBody>
      </p:sp>
      <p:cxnSp>
        <p:nvCxnSpPr>
          <p:cNvPr id="7" name="Straight Connector 6">
            <a:extLst>
              <a:ext uri="{FF2B5EF4-FFF2-40B4-BE49-F238E27FC236}">
                <a16:creationId xmlns:a16="http://schemas.microsoft.com/office/drawing/2014/main" id="{6FB4DD91-5637-4E50-8E40-F5134BAC71D5}"/>
              </a:ext>
            </a:extLst>
          </p:cNvPr>
          <p:cNvCxnSpPr/>
          <p:nvPr/>
        </p:nvCxnSpPr>
        <p:spPr>
          <a:xfrm>
            <a:off x="501649" y="936172"/>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1BADEAC-F17D-48B9-B1D2-297897D71216}"/>
              </a:ext>
            </a:extLst>
          </p:cNvPr>
          <p:cNvSpPr txBox="1"/>
          <p:nvPr/>
        </p:nvSpPr>
        <p:spPr>
          <a:xfrm>
            <a:off x="4878503" y="821095"/>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STU</a:t>
            </a:r>
          </a:p>
        </p:txBody>
      </p:sp>
      <p:sp>
        <p:nvSpPr>
          <p:cNvPr id="11" name="TextBox 10">
            <a:extLst>
              <a:ext uri="{FF2B5EF4-FFF2-40B4-BE49-F238E27FC236}">
                <a16:creationId xmlns:a16="http://schemas.microsoft.com/office/drawing/2014/main" id="{56F19C8E-601B-4810-8B0A-7BEB8EF3450A}"/>
              </a:ext>
            </a:extLst>
          </p:cNvPr>
          <p:cNvSpPr txBox="1"/>
          <p:nvPr/>
        </p:nvSpPr>
        <p:spPr>
          <a:xfrm>
            <a:off x="501649" y="3842652"/>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Madhya Pradesh Electricity Supply Code 2021</a:t>
            </a:r>
          </a:p>
        </p:txBody>
      </p:sp>
      <p:cxnSp>
        <p:nvCxnSpPr>
          <p:cNvPr id="13" name="Straight Connector 12">
            <a:extLst>
              <a:ext uri="{FF2B5EF4-FFF2-40B4-BE49-F238E27FC236}">
                <a16:creationId xmlns:a16="http://schemas.microsoft.com/office/drawing/2014/main" id="{9BEFE4CF-0580-4EB5-A995-C4DC05B11FFC}"/>
              </a:ext>
            </a:extLst>
          </p:cNvPr>
          <p:cNvCxnSpPr/>
          <p:nvPr/>
        </p:nvCxnSpPr>
        <p:spPr>
          <a:xfrm>
            <a:off x="501649" y="3544077"/>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7C33DB5C-DF9F-4979-B26B-F1F60567A17B}"/>
              </a:ext>
            </a:extLst>
          </p:cNvPr>
          <p:cNvSpPr txBox="1"/>
          <p:nvPr/>
        </p:nvSpPr>
        <p:spPr>
          <a:xfrm>
            <a:off x="4756754" y="3429000"/>
            <a:ext cx="2678487"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Connectivity with Discom</a:t>
            </a:r>
          </a:p>
        </p:txBody>
      </p:sp>
      <p:sp>
        <p:nvSpPr>
          <p:cNvPr id="15" name="TextBox 14">
            <a:extLst>
              <a:ext uri="{FF2B5EF4-FFF2-40B4-BE49-F238E27FC236}">
                <a16:creationId xmlns:a16="http://schemas.microsoft.com/office/drawing/2014/main" id="{C41900C7-B163-4E59-A257-5BC08994E4C7}"/>
              </a:ext>
            </a:extLst>
          </p:cNvPr>
          <p:cNvSpPr txBox="1"/>
          <p:nvPr/>
        </p:nvSpPr>
        <p:spPr>
          <a:xfrm>
            <a:off x="501647" y="4125672"/>
            <a:ext cx="11265808" cy="919995"/>
          </a:xfrm>
          <a:prstGeom prst="rect">
            <a:avLst/>
          </a:prstGeom>
          <a:noFill/>
        </p:spPr>
        <p:txBody>
          <a:bodyPr wrap="square" lIns="0" tIns="0" rIns="0" bIns="0" rtlCol="0">
            <a:spAutoFit/>
          </a:bodyPr>
          <a:lstStyle/>
          <a:p>
            <a:pPr marL="0" marR="0" lvl="0" indent="0" algn="just" defTabSz="914400" rtl="0" eaLnBrk="1" fontAlgn="auto" latinLnBrk="0" hangingPunct="1">
              <a:lnSpc>
                <a:spcPct val="108000"/>
              </a:lnSpc>
              <a:spcBef>
                <a:spcPts val="0"/>
              </a:spcBef>
              <a:spcAft>
                <a:spcPts val="600"/>
              </a:spcAft>
              <a:buClrTx/>
              <a:buSzPct val="100000"/>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Reg. 4.65 “In cases where extension of line or sub-station or </a:t>
            </a:r>
            <a:r>
              <a:rPr kumimoji="0" lang="en-US" sz="1400" b="0" i="0" u="sng"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installation of plant</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or installation of transformer or enhancement in transformation capacity of sub-station or enhancement of capacity of lines is required, the </a:t>
            </a:r>
            <a:r>
              <a:rPr kumimoji="0" lang="en-US" sz="1400" b="0" i="0" u="sng"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connection shall be served within the following time limits</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(subject to Force Majeure conditions) </a:t>
            </a:r>
            <a:r>
              <a:rPr kumimoji="0" lang="en-US" sz="1400" b="0" i="0" u="sng"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after receipt of application complete in all respects and payment of necessary charges and completion of all formalities such as execution of agreement etc.</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t>
            </a: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p:txBody>
      </p:sp>
      <p:graphicFrame>
        <p:nvGraphicFramePr>
          <p:cNvPr id="3" name="Table 2">
            <a:extLst>
              <a:ext uri="{FF2B5EF4-FFF2-40B4-BE49-F238E27FC236}">
                <a16:creationId xmlns:a16="http://schemas.microsoft.com/office/drawing/2014/main" id="{856A4F06-1A62-46D5-961E-871CFE68DC39}"/>
              </a:ext>
            </a:extLst>
          </p:cNvPr>
          <p:cNvGraphicFramePr>
            <a:graphicFrameLocks noGrp="1"/>
          </p:cNvGraphicFramePr>
          <p:nvPr/>
        </p:nvGraphicFramePr>
        <p:xfrm>
          <a:off x="501646" y="5107464"/>
          <a:ext cx="11265808" cy="988530"/>
        </p:xfrm>
        <a:graphic>
          <a:graphicData uri="http://schemas.openxmlformats.org/drawingml/2006/table">
            <a:tbl>
              <a:tblPr firstRow="1">
                <a:tableStyleId>{93296810-A885-4BE3-A3E7-6D5BEEA58F35}</a:tableStyleId>
              </a:tblPr>
              <a:tblGrid>
                <a:gridCol w="5632904">
                  <a:extLst>
                    <a:ext uri="{9D8B030D-6E8A-4147-A177-3AD203B41FA5}">
                      <a16:colId xmlns:a16="http://schemas.microsoft.com/office/drawing/2014/main" val="1872232182"/>
                    </a:ext>
                  </a:extLst>
                </a:gridCol>
                <a:gridCol w="5632904">
                  <a:extLst>
                    <a:ext uri="{9D8B030D-6E8A-4147-A177-3AD203B41FA5}">
                      <a16:colId xmlns:a16="http://schemas.microsoft.com/office/drawing/2014/main" val="3664280009"/>
                    </a:ext>
                  </a:extLst>
                </a:gridCol>
              </a:tblGrid>
              <a:tr h="329510">
                <a:tc>
                  <a:txBody>
                    <a:bodyPr/>
                    <a:lstStyle/>
                    <a:p>
                      <a:pPr marL="0" indent="0" algn="ctr">
                        <a:lnSpc>
                          <a:spcPct val="107000"/>
                        </a:lnSpc>
                        <a:spcAft>
                          <a:spcPts val="600"/>
                        </a:spcAft>
                      </a:pPr>
                      <a:r>
                        <a:rPr lang="en-US" sz="1400" dirty="0">
                          <a:effectLst/>
                        </a:rPr>
                        <a:t>Type of service connection</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600"/>
                        </a:spcAft>
                      </a:pPr>
                      <a:r>
                        <a:rPr lang="en-US" sz="1400" dirty="0">
                          <a:effectLst/>
                        </a:rPr>
                        <a:t>Time limit for providing service connection to the consumer</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774443817"/>
                  </a:ext>
                </a:extLst>
              </a:tr>
              <a:tr h="329510">
                <a:tc>
                  <a:txBody>
                    <a:bodyPr/>
                    <a:lstStyle/>
                    <a:p>
                      <a:pPr marL="0" indent="0" algn="ctr">
                        <a:lnSpc>
                          <a:spcPct val="107000"/>
                        </a:lnSpc>
                        <a:spcAft>
                          <a:spcPts val="600"/>
                        </a:spcAft>
                      </a:pPr>
                      <a:r>
                        <a:rPr lang="en-US" sz="1400" dirty="0">
                          <a:effectLst/>
                        </a:rPr>
                        <a:t>HT connection (≤ 33 KV)</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600"/>
                        </a:spcAft>
                      </a:pPr>
                      <a:r>
                        <a:rPr lang="en-US" sz="1400" dirty="0">
                          <a:effectLst/>
                        </a:rPr>
                        <a:t>90 days from the date access is made available to the licensee</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497077045"/>
                  </a:ext>
                </a:extLst>
              </a:tr>
              <a:tr h="329510">
                <a:tc>
                  <a:txBody>
                    <a:bodyPr/>
                    <a:lstStyle/>
                    <a:p>
                      <a:pPr marL="0" indent="0" algn="ctr">
                        <a:lnSpc>
                          <a:spcPct val="107000"/>
                        </a:lnSpc>
                        <a:spcAft>
                          <a:spcPts val="600"/>
                        </a:spcAft>
                      </a:pPr>
                      <a:r>
                        <a:rPr lang="en-US" sz="1400" dirty="0">
                          <a:effectLst/>
                        </a:rPr>
                        <a:t>EHT connection (&gt; 33 KV)</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600"/>
                        </a:spcAft>
                      </a:pPr>
                      <a:r>
                        <a:rPr lang="en-US" sz="1400" dirty="0">
                          <a:effectLst/>
                        </a:rPr>
                        <a:t>180 days from the date access is made available to the licensee</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546931619"/>
                  </a:ext>
                </a:extLst>
              </a:tr>
            </a:tbl>
          </a:graphicData>
        </a:graphic>
      </p:graphicFrame>
    </p:spTree>
    <p:extLst>
      <p:ext uri="{BB962C8B-B14F-4D97-AF65-F5344CB8AC3E}">
        <p14:creationId xmlns:p14="http://schemas.microsoft.com/office/powerpoint/2010/main" val="1817565225"/>
      </p:ext>
    </p:extLst>
  </p:cSld>
  <p:clrMapOvr>
    <a:masterClrMapping/>
  </p:clrMapOvr>
  <p:transition>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Connection Agreement</a:t>
            </a:r>
            <a:endParaRPr lang="en-GB" sz="2800" b="1" dirty="0"/>
          </a:p>
        </p:txBody>
      </p:sp>
      <p:sp>
        <p:nvSpPr>
          <p:cNvPr id="6" name="TextBox 5">
            <a:extLst>
              <a:ext uri="{FF2B5EF4-FFF2-40B4-BE49-F238E27FC236}">
                <a16:creationId xmlns:a16="http://schemas.microsoft.com/office/drawing/2014/main" id="{DCFC83D2-3117-4BC1-9D4E-997C49B51168}"/>
              </a:ext>
            </a:extLst>
          </p:cNvPr>
          <p:cNvSpPr txBox="1"/>
          <p:nvPr/>
        </p:nvSpPr>
        <p:spPr>
          <a:xfrm>
            <a:off x="501649" y="799317"/>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Madhya Pradesh Electricity Grid Code (Revision-II), 2019</a:t>
            </a:r>
          </a:p>
        </p:txBody>
      </p:sp>
      <p:sp>
        <p:nvSpPr>
          <p:cNvPr id="12" name="TextBox 11">
            <a:extLst>
              <a:ext uri="{FF2B5EF4-FFF2-40B4-BE49-F238E27FC236}">
                <a16:creationId xmlns:a16="http://schemas.microsoft.com/office/drawing/2014/main" id="{B1B32850-DAED-45F9-8996-6BEDCAFCE12E}"/>
              </a:ext>
            </a:extLst>
          </p:cNvPr>
          <p:cNvSpPr txBox="1"/>
          <p:nvPr/>
        </p:nvSpPr>
        <p:spPr>
          <a:xfrm>
            <a:off x="501650" y="1202093"/>
            <a:ext cx="11188698" cy="2879937"/>
          </a:xfrm>
          <a:prstGeom prst="roundRect">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07000"/>
              </a:lnSpc>
              <a:spcBef>
                <a:spcPts val="0"/>
              </a:spcBef>
              <a:spcAft>
                <a:spcPts val="60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Reg. 5.4 “A </a:t>
            </a:r>
            <a:r>
              <a:rPr kumimoji="0" lang="en-US" sz="14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Connection Agreement</a:t>
            </a: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(or the offer for a Connection Agreement) </a:t>
            </a:r>
            <a:r>
              <a:rPr kumimoji="0" lang="en-US" sz="14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shall include, as appropriate</a:t>
            </a: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within its terms and conditions the following: </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 condition requiring both parties to comply with the Grid Code.</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Details of connection and/or use of system charges.</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Details of any capital related payments arising from necessary reinforcement or extension of the system.</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Diagram of electrical system to be connected.</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General philosophy, guidelines etc. on protection.</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A Site Responsibility Schedule (Appendix G).</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mj-lt"/>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Details of arrangement of drawl of grid energy by the user.”</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774055062"/>
      </p:ext>
    </p:extLst>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Categories and Eligibility Criteria for Open Access</a:t>
            </a:r>
            <a:endParaRPr lang="en-GB" sz="2800" b="1" dirty="0"/>
          </a:p>
        </p:txBody>
      </p:sp>
      <p:graphicFrame>
        <p:nvGraphicFramePr>
          <p:cNvPr id="5" name="Table 2">
            <a:extLst>
              <a:ext uri="{FF2B5EF4-FFF2-40B4-BE49-F238E27FC236}">
                <a16:creationId xmlns:a16="http://schemas.microsoft.com/office/drawing/2014/main" id="{E65F9106-ED30-4453-8ABB-33DE5AFBF5A2}"/>
              </a:ext>
            </a:extLst>
          </p:cNvPr>
          <p:cNvGraphicFramePr>
            <a:graphicFrameLocks noGrp="1"/>
          </p:cNvGraphicFramePr>
          <p:nvPr/>
        </p:nvGraphicFramePr>
        <p:xfrm>
          <a:off x="501650" y="1514315"/>
          <a:ext cx="11265808" cy="1276225"/>
        </p:xfrm>
        <a:graphic>
          <a:graphicData uri="http://schemas.openxmlformats.org/drawingml/2006/table">
            <a:tbl>
              <a:tblPr firstRow="1">
                <a:tableStyleId>{93296810-A885-4BE3-A3E7-6D5BEEA58F35}</a:tableStyleId>
              </a:tblPr>
              <a:tblGrid>
                <a:gridCol w="3014436">
                  <a:extLst>
                    <a:ext uri="{9D8B030D-6E8A-4147-A177-3AD203B41FA5}">
                      <a16:colId xmlns:a16="http://schemas.microsoft.com/office/drawing/2014/main" val="3128716273"/>
                    </a:ext>
                  </a:extLst>
                </a:gridCol>
                <a:gridCol w="8251372">
                  <a:extLst>
                    <a:ext uri="{9D8B030D-6E8A-4147-A177-3AD203B41FA5}">
                      <a16:colId xmlns:a16="http://schemas.microsoft.com/office/drawing/2014/main" val="2181816138"/>
                    </a:ext>
                  </a:extLst>
                </a:gridCol>
              </a:tblGrid>
              <a:tr h="257129">
                <a:tc>
                  <a:txBody>
                    <a:bodyPr/>
                    <a:lstStyle/>
                    <a:p>
                      <a:pPr>
                        <a:lnSpc>
                          <a:spcPct val="108000"/>
                        </a:lnSpc>
                        <a:spcAft>
                          <a:spcPts val="300"/>
                        </a:spcAft>
                      </a:pPr>
                      <a:r>
                        <a:rPr lang="en-US" sz="1600" dirty="0"/>
                        <a:t>Category</a:t>
                      </a:r>
                    </a:p>
                  </a:txBody>
                  <a:tcPr anchor="ctr"/>
                </a:tc>
                <a:tc>
                  <a:txBody>
                    <a:bodyPr/>
                    <a:lstStyle/>
                    <a:p>
                      <a:pPr algn="ctr">
                        <a:lnSpc>
                          <a:spcPct val="108000"/>
                        </a:lnSpc>
                        <a:spcAft>
                          <a:spcPts val="300"/>
                        </a:spcAft>
                      </a:pPr>
                      <a:r>
                        <a:rPr lang="en-US" sz="1600" dirty="0"/>
                        <a:t>Description</a:t>
                      </a:r>
                    </a:p>
                  </a:txBody>
                  <a:tcPr anchor="ctr"/>
                </a:tc>
                <a:extLst>
                  <a:ext uri="{0D108BD9-81ED-4DB2-BD59-A6C34878D82A}">
                    <a16:rowId xmlns:a16="http://schemas.microsoft.com/office/drawing/2014/main" val="2291011346"/>
                  </a:ext>
                </a:extLst>
              </a:tr>
              <a:tr h="309409">
                <a:tc>
                  <a:txBody>
                    <a:bodyPr/>
                    <a:lstStyle/>
                    <a:p>
                      <a:pPr>
                        <a:lnSpc>
                          <a:spcPct val="108000"/>
                        </a:lnSpc>
                        <a:spcAft>
                          <a:spcPts val="300"/>
                        </a:spcAft>
                      </a:pPr>
                      <a:r>
                        <a:rPr lang="en-US" sz="1400" dirty="0"/>
                        <a:t>Long-term open access customer</a:t>
                      </a:r>
                    </a:p>
                  </a:txBody>
                  <a:tcPr anchor="ctr"/>
                </a:tc>
                <a:tc>
                  <a:txBody>
                    <a:bodyPr/>
                    <a:lstStyle/>
                    <a:p>
                      <a:pPr algn="l">
                        <a:lnSpc>
                          <a:spcPct val="108000"/>
                        </a:lnSpc>
                        <a:spcAft>
                          <a:spcPts val="300"/>
                        </a:spcAft>
                      </a:pPr>
                      <a:r>
                        <a:rPr lang="en-US" sz="1400" dirty="0"/>
                        <a:t>An open access customer availing intra-State open access </a:t>
                      </a:r>
                      <a:r>
                        <a:rPr lang="en-US" sz="1400" u="sng" dirty="0"/>
                        <a:t>for a period exceeding five years</a:t>
                      </a:r>
                    </a:p>
                  </a:txBody>
                  <a:tcPr anchor="ctr"/>
                </a:tc>
                <a:extLst>
                  <a:ext uri="{0D108BD9-81ED-4DB2-BD59-A6C34878D82A}">
                    <a16:rowId xmlns:a16="http://schemas.microsoft.com/office/drawing/2014/main" val="840509175"/>
                  </a:ext>
                </a:extLst>
              </a:tr>
              <a:tr h="309409">
                <a:tc>
                  <a:txBody>
                    <a:bodyPr/>
                    <a:lstStyle/>
                    <a:p>
                      <a:pPr>
                        <a:lnSpc>
                          <a:spcPct val="108000"/>
                        </a:lnSpc>
                        <a:spcAft>
                          <a:spcPts val="300"/>
                        </a:spcAft>
                      </a:pPr>
                      <a:r>
                        <a:rPr lang="en-US" sz="1400" dirty="0"/>
                        <a:t>Medium-term open access customer</a:t>
                      </a:r>
                    </a:p>
                  </a:txBody>
                  <a:tcPr anchor="ctr"/>
                </a:tc>
                <a:tc>
                  <a:txBody>
                    <a:bodyPr/>
                    <a:lstStyle/>
                    <a:p>
                      <a:pPr algn="l">
                        <a:lnSpc>
                          <a:spcPct val="108000"/>
                        </a:lnSpc>
                        <a:spcAft>
                          <a:spcPts val="300"/>
                        </a:spcAft>
                      </a:pPr>
                      <a:r>
                        <a:rPr lang="en-US" sz="1400" dirty="0"/>
                        <a:t>An open access customer availing intra-State open access </a:t>
                      </a:r>
                      <a:r>
                        <a:rPr lang="en-US" sz="1400" u="sng" dirty="0"/>
                        <a:t>for a period of more than 3 months and up to 5 years</a:t>
                      </a:r>
                    </a:p>
                  </a:txBody>
                  <a:tcPr anchor="ctr"/>
                </a:tc>
                <a:extLst>
                  <a:ext uri="{0D108BD9-81ED-4DB2-BD59-A6C34878D82A}">
                    <a16:rowId xmlns:a16="http://schemas.microsoft.com/office/drawing/2014/main" val="664408495"/>
                  </a:ext>
                </a:extLst>
              </a:tr>
              <a:tr h="309409">
                <a:tc>
                  <a:txBody>
                    <a:bodyPr/>
                    <a:lstStyle/>
                    <a:p>
                      <a:pPr>
                        <a:lnSpc>
                          <a:spcPct val="108000"/>
                        </a:lnSpc>
                        <a:spcAft>
                          <a:spcPts val="300"/>
                        </a:spcAft>
                      </a:pPr>
                      <a:r>
                        <a:rPr lang="en-US" sz="1400" dirty="0"/>
                        <a:t>Short-term open access customer</a:t>
                      </a:r>
                    </a:p>
                  </a:txBody>
                  <a:tcPr anchor="ctr"/>
                </a:tc>
                <a:tc>
                  <a:txBody>
                    <a:bodyPr/>
                    <a:lstStyle/>
                    <a:p>
                      <a:pPr algn="l">
                        <a:lnSpc>
                          <a:spcPct val="108000"/>
                        </a:lnSpc>
                        <a:spcAft>
                          <a:spcPts val="300"/>
                        </a:spcAft>
                      </a:pPr>
                      <a:r>
                        <a:rPr lang="en-US" sz="1400" dirty="0"/>
                        <a:t>An open access customer availing intra-State open access </a:t>
                      </a:r>
                      <a:r>
                        <a:rPr lang="en-US" sz="1400" u="sng" dirty="0"/>
                        <a:t>for a period up to 3 months</a:t>
                      </a:r>
                    </a:p>
                  </a:txBody>
                  <a:tcPr anchor="ctr"/>
                </a:tc>
                <a:extLst>
                  <a:ext uri="{0D108BD9-81ED-4DB2-BD59-A6C34878D82A}">
                    <a16:rowId xmlns:a16="http://schemas.microsoft.com/office/drawing/2014/main" val="1726441376"/>
                  </a:ext>
                </a:extLst>
              </a:tr>
            </a:tbl>
          </a:graphicData>
        </a:graphic>
      </p:graphicFrame>
      <p:sp>
        <p:nvSpPr>
          <p:cNvPr id="6" name="TextBox 5">
            <a:extLst>
              <a:ext uri="{FF2B5EF4-FFF2-40B4-BE49-F238E27FC236}">
                <a16:creationId xmlns:a16="http://schemas.microsoft.com/office/drawing/2014/main" id="{DCFC83D2-3117-4BC1-9D4E-997C49B51168}"/>
              </a:ext>
            </a:extLst>
          </p:cNvPr>
          <p:cNvSpPr txBox="1"/>
          <p:nvPr/>
        </p:nvSpPr>
        <p:spPr>
          <a:xfrm>
            <a:off x="501649" y="810205"/>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MPERC (Terms and Conditions for Intra-State Open Access in Madhya Pradesh) Regulations, (Revision-I), 2021</a:t>
            </a:r>
          </a:p>
        </p:txBody>
      </p:sp>
      <p:cxnSp>
        <p:nvCxnSpPr>
          <p:cNvPr id="7" name="Straight Connector 6">
            <a:extLst>
              <a:ext uri="{FF2B5EF4-FFF2-40B4-BE49-F238E27FC236}">
                <a16:creationId xmlns:a16="http://schemas.microsoft.com/office/drawing/2014/main" id="{6FB4DD91-5637-4E50-8E40-F5134BAC71D5}"/>
              </a:ext>
            </a:extLst>
          </p:cNvPr>
          <p:cNvCxnSpPr/>
          <p:nvPr/>
        </p:nvCxnSpPr>
        <p:spPr>
          <a:xfrm>
            <a:off x="501649" y="1306287"/>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A1BADEAC-F17D-48B9-B1D2-297897D71216}"/>
              </a:ext>
            </a:extLst>
          </p:cNvPr>
          <p:cNvSpPr txBox="1"/>
          <p:nvPr/>
        </p:nvSpPr>
        <p:spPr>
          <a:xfrm>
            <a:off x="4313464" y="1191210"/>
            <a:ext cx="3565067"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Categories of Open Access Customers</a:t>
            </a:r>
          </a:p>
        </p:txBody>
      </p:sp>
      <p:cxnSp>
        <p:nvCxnSpPr>
          <p:cNvPr id="13" name="Straight Connector 12">
            <a:extLst>
              <a:ext uri="{FF2B5EF4-FFF2-40B4-BE49-F238E27FC236}">
                <a16:creationId xmlns:a16="http://schemas.microsoft.com/office/drawing/2014/main" id="{9BEFE4CF-0580-4EB5-A995-C4DC05B11FFC}"/>
              </a:ext>
            </a:extLst>
          </p:cNvPr>
          <p:cNvCxnSpPr/>
          <p:nvPr/>
        </p:nvCxnSpPr>
        <p:spPr>
          <a:xfrm>
            <a:off x="501649" y="3021561"/>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7C33DB5C-DF9F-4979-B26B-F1F60567A17B}"/>
              </a:ext>
            </a:extLst>
          </p:cNvPr>
          <p:cNvSpPr txBox="1"/>
          <p:nvPr/>
        </p:nvSpPr>
        <p:spPr>
          <a:xfrm>
            <a:off x="5089804" y="2906484"/>
            <a:ext cx="2012386"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Allotment Priority</a:t>
            </a:r>
          </a:p>
        </p:txBody>
      </p:sp>
      <p:sp>
        <p:nvSpPr>
          <p:cNvPr id="12" name="TextBox 11">
            <a:extLst>
              <a:ext uri="{FF2B5EF4-FFF2-40B4-BE49-F238E27FC236}">
                <a16:creationId xmlns:a16="http://schemas.microsoft.com/office/drawing/2014/main" id="{05A1E00D-BB43-4179-B3FE-33C0403EBB46}"/>
              </a:ext>
            </a:extLst>
          </p:cNvPr>
          <p:cNvSpPr txBox="1"/>
          <p:nvPr/>
        </p:nvSpPr>
        <p:spPr>
          <a:xfrm>
            <a:off x="501649" y="3237715"/>
            <a:ext cx="11188698" cy="1717917"/>
          </a:xfrm>
          <a:prstGeom prst="roundRect">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Reg. 6.1 “The allotment priority for allowing open access shall be decided in the following order of priority: </a:t>
            </a:r>
          </a:p>
          <a:p>
            <a:pPr marL="342900" marR="0" lvl="0" indent="-342900" algn="just" defTabSz="914400" rtl="0" eaLnBrk="1" fontAlgn="auto" latinLnBrk="0" hangingPunct="1">
              <a:lnSpc>
                <a:spcPct val="107000"/>
              </a:lnSpc>
              <a:spcBef>
                <a:spcPts val="0"/>
              </a:spcBef>
              <a:spcAft>
                <a:spcPts val="800"/>
              </a:spcAft>
              <a:buClrTx/>
              <a:buSzTx/>
              <a:buFont typeface="+mj-lt"/>
              <a:buAutoNum type="romanLcPeriod"/>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Distribution Licensee (irrespective of whether Open Access has been sought for long-term, Medium-term or Short-term);</a:t>
            </a:r>
          </a:p>
          <a:p>
            <a:pPr marL="342900" marR="0" lvl="0" indent="-342900" algn="just" defTabSz="914400" rtl="0" eaLnBrk="1" fontAlgn="auto" latinLnBrk="0" hangingPunct="1">
              <a:lnSpc>
                <a:spcPct val="107000"/>
              </a:lnSpc>
              <a:spcBef>
                <a:spcPts val="0"/>
              </a:spcBef>
              <a:spcAft>
                <a:spcPts val="800"/>
              </a:spcAft>
              <a:buClrTx/>
              <a:buSzTx/>
              <a:buFont typeface="+mj-lt"/>
              <a:buAutoNum type="romanLcPeriod"/>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Other Long-term Open Access Applicants; </a:t>
            </a:r>
          </a:p>
          <a:p>
            <a:pPr marL="342900" marR="0" lvl="0" indent="-342900" algn="just" defTabSz="914400" rtl="0" eaLnBrk="1" fontAlgn="auto" latinLnBrk="0" hangingPunct="1">
              <a:lnSpc>
                <a:spcPct val="107000"/>
              </a:lnSpc>
              <a:spcBef>
                <a:spcPts val="0"/>
              </a:spcBef>
              <a:spcAft>
                <a:spcPts val="800"/>
              </a:spcAft>
              <a:buClrTx/>
              <a:buSzTx/>
              <a:buFont typeface="+mj-lt"/>
              <a:buAutoNum type="romanLcPeriod"/>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Other Medium-term Open Access Applicants; </a:t>
            </a:r>
          </a:p>
          <a:p>
            <a:pPr marL="342900" marR="0" lvl="0" indent="-342900" algn="just" defTabSz="914400" rtl="0" eaLnBrk="1" fontAlgn="auto" latinLnBrk="0" hangingPunct="1">
              <a:lnSpc>
                <a:spcPct val="107000"/>
              </a:lnSpc>
              <a:spcBef>
                <a:spcPts val="0"/>
              </a:spcBef>
              <a:spcAft>
                <a:spcPts val="800"/>
              </a:spcAft>
              <a:buClrTx/>
              <a:buSzTx/>
              <a:buFont typeface="+mj-lt"/>
              <a:buAutoNum type="romanLcPeriod"/>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Other Short-term Open Access Applicants”</a:t>
            </a:r>
          </a:p>
        </p:txBody>
      </p:sp>
      <p:cxnSp>
        <p:nvCxnSpPr>
          <p:cNvPr id="16" name="Straight Connector 15">
            <a:extLst>
              <a:ext uri="{FF2B5EF4-FFF2-40B4-BE49-F238E27FC236}">
                <a16:creationId xmlns:a16="http://schemas.microsoft.com/office/drawing/2014/main" id="{84C09761-6BE4-40CE-A13C-3737987BB907}"/>
              </a:ext>
            </a:extLst>
          </p:cNvPr>
          <p:cNvCxnSpPr/>
          <p:nvPr/>
        </p:nvCxnSpPr>
        <p:spPr>
          <a:xfrm>
            <a:off x="501648" y="5178565"/>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D7626CAE-DA8A-47E2-B129-CA2CABEDC1FE}"/>
              </a:ext>
            </a:extLst>
          </p:cNvPr>
          <p:cNvSpPr txBox="1"/>
          <p:nvPr/>
        </p:nvSpPr>
        <p:spPr>
          <a:xfrm>
            <a:off x="4878502" y="5063488"/>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Eligibility for Open Access</a:t>
            </a:r>
          </a:p>
        </p:txBody>
      </p:sp>
      <p:sp>
        <p:nvSpPr>
          <p:cNvPr id="18" name="TextBox 17">
            <a:extLst>
              <a:ext uri="{FF2B5EF4-FFF2-40B4-BE49-F238E27FC236}">
                <a16:creationId xmlns:a16="http://schemas.microsoft.com/office/drawing/2014/main" id="{17750734-B5FE-4532-A1A2-04ABA01B7ABC}"/>
              </a:ext>
            </a:extLst>
          </p:cNvPr>
          <p:cNvSpPr txBox="1"/>
          <p:nvPr/>
        </p:nvSpPr>
        <p:spPr>
          <a:xfrm>
            <a:off x="501649" y="5383833"/>
            <a:ext cx="11188698" cy="612296"/>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07000"/>
              </a:lnSpc>
              <a:spcBef>
                <a:spcPts val="0"/>
              </a:spcBef>
              <a:spcAft>
                <a:spcPts val="8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No capacity limitation for captive open access consumers</a:t>
            </a:r>
          </a:p>
          <a:p>
            <a:pPr marL="285750" marR="0" lvl="0" indent="-285750" algn="just" defTabSz="914400" rtl="0" eaLnBrk="1" fontAlgn="auto" latinLnBrk="0" hangingPunct="1">
              <a:lnSpc>
                <a:spcPct val="107000"/>
              </a:lnSpc>
              <a:spcBef>
                <a:spcPts val="0"/>
              </a:spcBef>
              <a:spcAft>
                <a:spcPts val="8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No capacity limitation for granting open access to renewable energy generators and users</a:t>
            </a:r>
          </a:p>
        </p:txBody>
      </p:sp>
      <p:sp>
        <p:nvSpPr>
          <p:cNvPr id="19" name="TextBox 18">
            <a:extLst>
              <a:ext uri="{FF2B5EF4-FFF2-40B4-BE49-F238E27FC236}">
                <a16:creationId xmlns:a16="http://schemas.microsoft.com/office/drawing/2014/main" id="{2CD52062-5DF8-4E45-98BD-F45B03F98CED}"/>
              </a:ext>
            </a:extLst>
          </p:cNvPr>
          <p:cNvSpPr txBox="1"/>
          <p:nvPr/>
        </p:nvSpPr>
        <p:spPr>
          <a:xfrm>
            <a:off x="501648" y="6257018"/>
            <a:ext cx="11188699" cy="288147"/>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1" u="none" strike="noStrike" kern="1200" cap="none" spc="0" normalizeH="0" baseline="0" noProof="0" dirty="0">
                <a:ln>
                  <a:noFill/>
                </a:ln>
                <a:solidFill>
                  <a:srgbClr val="313131"/>
                </a:solidFill>
                <a:effectLst/>
                <a:uLnTx/>
                <a:uFillTx/>
                <a:latin typeface="Calibri"/>
                <a:ea typeface="+mn-ea"/>
                <a:cs typeface="+mn-cs"/>
              </a:rPr>
              <a:t>Given the long-term nature of the solar power project, Long-term Open Access will be the preferred choice for SECL</a:t>
            </a:r>
          </a:p>
        </p:txBody>
      </p:sp>
    </p:spTree>
    <p:extLst>
      <p:ext uri="{BB962C8B-B14F-4D97-AF65-F5344CB8AC3E}">
        <p14:creationId xmlns:p14="http://schemas.microsoft.com/office/powerpoint/2010/main" val="222671775"/>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Procedure for availing Long-term Open Access</a:t>
            </a:r>
            <a:endParaRPr lang="en-GB" sz="2800" b="1" dirty="0"/>
          </a:p>
        </p:txBody>
      </p:sp>
      <p:sp>
        <p:nvSpPr>
          <p:cNvPr id="6" name="TextBox 5">
            <a:extLst>
              <a:ext uri="{FF2B5EF4-FFF2-40B4-BE49-F238E27FC236}">
                <a16:creationId xmlns:a16="http://schemas.microsoft.com/office/drawing/2014/main" id="{DCFC83D2-3117-4BC1-9D4E-997C49B51168}"/>
              </a:ext>
            </a:extLst>
          </p:cNvPr>
          <p:cNvSpPr txBox="1"/>
          <p:nvPr/>
        </p:nvSpPr>
        <p:spPr>
          <a:xfrm>
            <a:off x="501649" y="723123"/>
            <a:ext cx="1118869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none" strike="noStrike" kern="1200" cap="none" spc="0" normalizeH="0" baseline="0" noProof="0" dirty="0">
                <a:ln>
                  <a:noFill/>
                </a:ln>
                <a:solidFill>
                  <a:srgbClr val="313131"/>
                </a:solidFill>
                <a:effectLst/>
                <a:uLnTx/>
                <a:uFillTx/>
                <a:latin typeface="Calibri"/>
                <a:ea typeface="+mn-ea"/>
                <a:cs typeface="+mn-cs"/>
              </a:rPr>
              <a:t>As per MPERC (Terms and Conditions for Intra-State Open Access in Madhya Pradesh) Regulations, (Revision-I), 2021</a:t>
            </a:r>
          </a:p>
        </p:txBody>
      </p:sp>
      <p:graphicFrame>
        <p:nvGraphicFramePr>
          <p:cNvPr id="15" name="Table 2">
            <a:extLst>
              <a:ext uri="{FF2B5EF4-FFF2-40B4-BE49-F238E27FC236}">
                <a16:creationId xmlns:a16="http://schemas.microsoft.com/office/drawing/2014/main" id="{56F33FBF-0BF7-4310-BFAA-C13B3E8FB825}"/>
              </a:ext>
            </a:extLst>
          </p:cNvPr>
          <p:cNvGraphicFramePr>
            <a:graphicFrameLocks noGrp="1"/>
          </p:cNvGraphicFramePr>
          <p:nvPr/>
        </p:nvGraphicFramePr>
        <p:xfrm>
          <a:off x="501650" y="1122437"/>
          <a:ext cx="11265808" cy="3762959"/>
        </p:xfrm>
        <a:graphic>
          <a:graphicData uri="http://schemas.openxmlformats.org/drawingml/2006/table">
            <a:tbl>
              <a:tblPr firstRow="1">
                <a:tableStyleId>{93296810-A885-4BE3-A3E7-6D5BEEA58F35}</a:tableStyleId>
              </a:tblPr>
              <a:tblGrid>
                <a:gridCol w="8522608">
                  <a:extLst>
                    <a:ext uri="{9D8B030D-6E8A-4147-A177-3AD203B41FA5}">
                      <a16:colId xmlns:a16="http://schemas.microsoft.com/office/drawing/2014/main" val="3128716273"/>
                    </a:ext>
                  </a:extLst>
                </a:gridCol>
                <a:gridCol w="2743200">
                  <a:extLst>
                    <a:ext uri="{9D8B030D-6E8A-4147-A177-3AD203B41FA5}">
                      <a16:colId xmlns:a16="http://schemas.microsoft.com/office/drawing/2014/main" val="2181816138"/>
                    </a:ext>
                  </a:extLst>
                </a:gridCol>
              </a:tblGrid>
              <a:tr h="280058">
                <a:tc>
                  <a:txBody>
                    <a:bodyPr/>
                    <a:lstStyle/>
                    <a:p>
                      <a:pPr>
                        <a:lnSpc>
                          <a:spcPct val="108000"/>
                        </a:lnSpc>
                        <a:spcAft>
                          <a:spcPts val="300"/>
                        </a:spcAft>
                      </a:pPr>
                      <a:r>
                        <a:rPr lang="en-US" sz="1600" dirty="0"/>
                        <a:t>Activities</a:t>
                      </a:r>
                    </a:p>
                  </a:txBody>
                  <a:tcPr anchor="ctr"/>
                </a:tc>
                <a:tc>
                  <a:txBody>
                    <a:bodyPr/>
                    <a:lstStyle/>
                    <a:p>
                      <a:pPr algn="ctr">
                        <a:lnSpc>
                          <a:spcPct val="108000"/>
                        </a:lnSpc>
                        <a:spcAft>
                          <a:spcPts val="300"/>
                        </a:spcAft>
                      </a:pPr>
                      <a:r>
                        <a:rPr lang="en-US" sz="1600" dirty="0"/>
                        <a:t>Timeline</a:t>
                      </a:r>
                    </a:p>
                  </a:txBody>
                  <a:tcPr anchor="ctr"/>
                </a:tc>
                <a:extLst>
                  <a:ext uri="{0D108BD9-81ED-4DB2-BD59-A6C34878D82A}">
                    <a16:rowId xmlns:a16="http://schemas.microsoft.com/office/drawing/2014/main" val="2291011346"/>
                  </a:ext>
                </a:extLst>
              </a:tr>
              <a:tr h="850711">
                <a:tc>
                  <a:txBody>
                    <a:bodyPr/>
                    <a:lstStyle/>
                    <a:p>
                      <a:pPr>
                        <a:lnSpc>
                          <a:spcPct val="108000"/>
                        </a:lnSpc>
                        <a:spcAft>
                          <a:spcPts val="300"/>
                        </a:spcAft>
                      </a:pPr>
                      <a:r>
                        <a:rPr lang="en-US" sz="1400" dirty="0"/>
                        <a:t>Filing of application by the prospective open access customer to the nodal agency (STU is the nodal agency) in stipulated format with details such as quantum of power, points of injection and drawal, voltage level, details of generating station, etc.</a:t>
                      </a:r>
                    </a:p>
                    <a:p>
                      <a:pPr>
                        <a:lnSpc>
                          <a:spcPct val="108000"/>
                        </a:lnSpc>
                        <a:spcAft>
                          <a:spcPts val="300"/>
                        </a:spcAft>
                      </a:pPr>
                      <a:r>
                        <a:rPr lang="en-US" sz="1400" i="1" dirty="0"/>
                        <a:t>[Application to be accompanied by non-refundable application fee of Rs. 1 lakh payable to STU]</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840509175"/>
                  </a:ext>
                </a:extLst>
              </a:tr>
              <a:tr h="337000">
                <a:tc>
                  <a:txBody>
                    <a:bodyPr/>
                    <a:lstStyle/>
                    <a:p>
                      <a:pPr>
                        <a:lnSpc>
                          <a:spcPct val="108000"/>
                        </a:lnSpc>
                        <a:spcAft>
                          <a:spcPts val="300"/>
                        </a:spcAft>
                      </a:pPr>
                      <a:r>
                        <a:rPr lang="en-US" sz="1400" dirty="0"/>
                        <a:t>Submission of copy of application by applicant to Discom in whose area of supply the point of drawal lies</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664408495"/>
                  </a:ext>
                </a:extLst>
              </a:tr>
              <a:tr h="337000">
                <a:tc>
                  <a:txBody>
                    <a:bodyPr/>
                    <a:lstStyle/>
                    <a:p>
                      <a:pPr>
                        <a:lnSpc>
                          <a:spcPct val="108000"/>
                        </a:lnSpc>
                        <a:spcAft>
                          <a:spcPts val="300"/>
                        </a:spcAft>
                      </a:pPr>
                      <a:r>
                        <a:rPr lang="en-US" sz="1400" dirty="0"/>
                        <a:t>Acknowledgement of the receipt of application by nodal agency</a:t>
                      </a:r>
                    </a:p>
                  </a:txBody>
                  <a:tcPr anchor="ctr"/>
                </a:tc>
                <a:tc>
                  <a:txBody>
                    <a:bodyPr/>
                    <a:lstStyle/>
                    <a:p>
                      <a:pPr algn="ctr">
                        <a:lnSpc>
                          <a:spcPct val="108000"/>
                        </a:lnSpc>
                        <a:spcAft>
                          <a:spcPts val="300"/>
                        </a:spcAft>
                      </a:pPr>
                      <a:r>
                        <a:rPr lang="en-US" sz="1400" dirty="0"/>
                        <a:t>Within 1 working day of receipt</a:t>
                      </a:r>
                    </a:p>
                  </a:txBody>
                  <a:tcPr anchor="ctr"/>
                </a:tc>
                <a:extLst>
                  <a:ext uri="{0D108BD9-81ED-4DB2-BD59-A6C34878D82A}">
                    <a16:rowId xmlns:a16="http://schemas.microsoft.com/office/drawing/2014/main" val="2588965382"/>
                  </a:ext>
                </a:extLst>
              </a:tr>
              <a:tr h="442798">
                <a:tc>
                  <a:txBody>
                    <a:bodyPr/>
                    <a:lstStyle/>
                    <a:p>
                      <a:pPr>
                        <a:lnSpc>
                          <a:spcPct val="108000"/>
                        </a:lnSpc>
                        <a:spcAft>
                          <a:spcPts val="300"/>
                        </a:spcAft>
                      </a:pPr>
                      <a:r>
                        <a:rPr lang="en-US" sz="1400" dirty="0"/>
                        <a:t>Intimation by STU whether open access can be allowed with or without system strengthening</a:t>
                      </a:r>
                    </a:p>
                  </a:txBody>
                  <a:tcPr anchor="ctr"/>
                </a:tc>
                <a:tc>
                  <a:txBody>
                    <a:bodyPr/>
                    <a:lstStyle/>
                    <a:p>
                      <a:pPr algn="ctr">
                        <a:lnSpc>
                          <a:spcPct val="108000"/>
                        </a:lnSpc>
                        <a:spcAft>
                          <a:spcPts val="300"/>
                        </a:spcAft>
                      </a:pPr>
                      <a:r>
                        <a:rPr lang="en-US" sz="1400" dirty="0"/>
                        <a:t>Within 30 days of receipt of the application</a:t>
                      </a:r>
                    </a:p>
                  </a:txBody>
                  <a:tcPr anchor="ctr"/>
                </a:tc>
                <a:extLst>
                  <a:ext uri="{0D108BD9-81ED-4DB2-BD59-A6C34878D82A}">
                    <a16:rowId xmlns:a16="http://schemas.microsoft.com/office/drawing/2014/main" val="1867661410"/>
                  </a:ext>
                </a:extLst>
              </a:tr>
              <a:tr h="254414">
                <a:tc>
                  <a:txBody>
                    <a:bodyPr/>
                    <a:lstStyle/>
                    <a:p>
                      <a:pPr>
                        <a:lnSpc>
                          <a:spcPct val="108000"/>
                        </a:lnSpc>
                        <a:spcAft>
                          <a:spcPts val="300"/>
                        </a:spcAft>
                      </a:pPr>
                      <a:r>
                        <a:rPr lang="en-US" sz="1400" i="1" dirty="0"/>
                        <a:t>Grant of open access by STU in case no system strengthening is required</a:t>
                      </a:r>
                    </a:p>
                  </a:txBody>
                  <a:tcPr anchor="ctr"/>
                </a:tc>
                <a:tc>
                  <a:txBody>
                    <a:bodyPr/>
                    <a:lstStyle/>
                    <a:p>
                      <a:pPr algn="ctr">
                        <a:lnSpc>
                          <a:spcPct val="108000"/>
                        </a:lnSpc>
                        <a:spcAft>
                          <a:spcPts val="300"/>
                        </a:spcAft>
                      </a:pPr>
                      <a:r>
                        <a:rPr lang="en-US" sz="1400" dirty="0"/>
                        <a:t>- do -</a:t>
                      </a:r>
                    </a:p>
                  </a:txBody>
                  <a:tcPr anchor="ctr"/>
                </a:tc>
                <a:extLst>
                  <a:ext uri="{0D108BD9-81ED-4DB2-BD59-A6C34878D82A}">
                    <a16:rowId xmlns:a16="http://schemas.microsoft.com/office/drawing/2014/main" val="2705822184"/>
                  </a:ext>
                </a:extLst>
              </a:tr>
              <a:tr h="254414">
                <a:tc>
                  <a:txBody>
                    <a:bodyPr/>
                    <a:lstStyle/>
                    <a:p>
                      <a:pPr>
                        <a:lnSpc>
                          <a:spcPct val="108000"/>
                        </a:lnSpc>
                        <a:spcAft>
                          <a:spcPts val="300"/>
                        </a:spcAft>
                      </a:pPr>
                      <a:r>
                        <a:rPr lang="en-US" sz="1400" dirty="0"/>
                        <a:t>In case of further system strengthening required, request by applicant to STU to carry out system studies</a:t>
                      </a:r>
                    </a:p>
                  </a:txBody>
                  <a:tcPr anchor="ctr"/>
                </a:tc>
                <a:tc>
                  <a:txBody>
                    <a:bodyPr/>
                    <a:lstStyle/>
                    <a:p>
                      <a:pPr algn="ctr">
                        <a:lnSpc>
                          <a:spcPct val="108000"/>
                        </a:lnSpc>
                        <a:spcAft>
                          <a:spcPts val="300"/>
                        </a:spcAft>
                      </a:pPr>
                      <a:r>
                        <a:rPr lang="en-US" sz="1400" dirty="0"/>
                        <a:t>--</a:t>
                      </a:r>
                    </a:p>
                  </a:txBody>
                  <a:tcPr anchor="ctr"/>
                </a:tc>
                <a:extLst>
                  <a:ext uri="{0D108BD9-81ED-4DB2-BD59-A6C34878D82A}">
                    <a16:rowId xmlns:a16="http://schemas.microsoft.com/office/drawing/2014/main" val="3232241259"/>
                  </a:ext>
                </a:extLst>
              </a:tr>
              <a:tr h="442798">
                <a:tc>
                  <a:txBody>
                    <a:bodyPr/>
                    <a:lstStyle/>
                    <a:p>
                      <a:pPr>
                        <a:lnSpc>
                          <a:spcPct val="108000"/>
                        </a:lnSpc>
                        <a:spcAft>
                          <a:spcPts val="300"/>
                        </a:spcAft>
                      </a:pPr>
                      <a:r>
                        <a:rPr lang="en-US" sz="1400" dirty="0"/>
                        <a:t>Conduction of system studies and intimation of result to applicant by STU along with cost estimates and completion schedule</a:t>
                      </a:r>
                    </a:p>
                  </a:txBody>
                  <a:tcPr anchor="ctr"/>
                </a:tc>
                <a:tc>
                  <a:txBody>
                    <a:bodyPr/>
                    <a:lstStyle/>
                    <a:p>
                      <a:pPr algn="ctr">
                        <a:lnSpc>
                          <a:spcPct val="108000"/>
                        </a:lnSpc>
                        <a:spcAft>
                          <a:spcPts val="300"/>
                        </a:spcAft>
                      </a:pPr>
                      <a:r>
                        <a:rPr lang="en-US" sz="1400" dirty="0"/>
                        <a:t>Within 45 days of receipt of request</a:t>
                      </a:r>
                    </a:p>
                  </a:txBody>
                  <a:tcPr anchor="ctr"/>
                </a:tc>
                <a:extLst>
                  <a:ext uri="{0D108BD9-81ED-4DB2-BD59-A6C34878D82A}">
                    <a16:rowId xmlns:a16="http://schemas.microsoft.com/office/drawing/2014/main" val="704901659"/>
                  </a:ext>
                </a:extLst>
              </a:tr>
            </a:tbl>
          </a:graphicData>
        </a:graphic>
      </p:graphicFrame>
      <p:sp>
        <p:nvSpPr>
          <p:cNvPr id="19" name="TextBox 18">
            <a:extLst>
              <a:ext uri="{FF2B5EF4-FFF2-40B4-BE49-F238E27FC236}">
                <a16:creationId xmlns:a16="http://schemas.microsoft.com/office/drawing/2014/main" id="{AC4BE4B2-7C62-4963-B9D3-C3C3C3792CA5}"/>
              </a:ext>
            </a:extLst>
          </p:cNvPr>
          <p:cNvSpPr txBox="1"/>
          <p:nvPr/>
        </p:nvSpPr>
        <p:spPr>
          <a:xfrm>
            <a:off x="501650" y="5414861"/>
            <a:ext cx="11188698" cy="1122365"/>
          </a:xfrm>
          <a:prstGeom prst="roundRect">
            <a:avLst/>
          </a:prstGeom>
          <a:noFill/>
          <a:ln>
            <a:solidFill>
              <a:schemeClr val="accent6"/>
            </a:solidFill>
          </a:ln>
        </p:spPr>
        <p:txBody>
          <a:bodyPr wrap="square" lIns="0" tIns="0" rIns="0" bIns="0" rtlCol="0">
            <a:spAutoFit/>
          </a:bodyPr>
          <a:lstStyle/>
          <a:p>
            <a:pPr marL="342900" marR="0" lvl="0" indent="-342900" algn="just" defTabSz="914400" rtl="0" eaLnBrk="1" fontAlgn="auto" latinLnBrk="0" hangingPunct="1">
              <a:lnSpc>
                <a:spcPct val="107000"/>
              </a:lnSpc>
              <a:spcBef>
                <a:spcPts val="0"/>
              </a:spcBef>
              <a:spcAft>
                <a:spcPts val="600"/>
              </a:spcAft>
              <a:buClrTx/>
              <a:buSzTx/>
              <a:buFont typeface="Symbol" panose="05050102010706020507" pitchFamily="18" charset="2"/>
              <a:buChar char=""/>
              <a:tabLst/>
              <a:defRPr/>
            </a:pPr>
            <a:r>
              <a:rPr kumimoji="0" lang="en-US" sz="14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Bulk Power Transmission Agreement:</a:t>
            </a: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Reg. 10.1 “A long-term and medium-term open access customer using transmission system shall enter into Bulk Power Transmission Agreement (BPTA) with the Transmission Licensee for use of intra-State transmission system. </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gn="just" defTabSz="914400" rtl="0" eaLnBrk="1" fontAlgn="auto" latinLnBrk="0" hangingPunct="1">
              <a:lnSpc>
                <a:spcPct val="107000"/>
              </a:lnSpc>
              <a:spcBef>
                <a:spcPts val="0"/>
              </a:spcBef>
              <a:spcAft>
                <a:spcPts val="600"/>
              </a:spcAft>
              <a:buClrTx/>
              <a:buSzTx/>
              <a:buFont typeface="Symbol" panose="05050102010706020507" pitchFamily="18" charset="2"/>
              <a:buChar char=""/>
              <a:tabLst/>
              <a:defRPr/>
            </a:pPr>
            <a:r>
              <a:rPr kumimoji="0" lang="en-US" sz="14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Bulk Power Wheeling Agreement:</a:t>
            </a:r>
            <a:r>
              <a:rPr kumimoji="0" lang="en-US" sz="1400" b="0"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 Reg. 10.2 “A long-term and medium-term open access customer using distribution system shall enter into Bulk Power Wheeling Agreement (BPWA) with the Distribution Licensee for of distribution system”</a:t>
            </a:r>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cxnSp>
        <p:nvCxnSpPr>
          <p:cNvPr id="20" name="Straight Connector 19">
            <a:extLst>
              <a:ext uri="{FF2B5EF4-FFF2-40B4-BE49-F238E27FC236}">
                <a16:creationId xmlns:a16="http://schemas.microsoft.com/office/drawing/2014/main" id="{896E60AA-2DB9-4CDD-BB11-61418A34097E}"/>
              </a:ext>
            </a:extLst>
          </p:cNvPr>
          <p:cNvCxnSpPr/>
          <p:nvPr/>
        </p:nvCxnSpPr>
        <p:spPr>
          <a:xfrm>
            <a:off x="501648" y="5156793"/>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5B8AF0E-8663-4CC8-83FD-8A485EAC79D5}"/>
              </a:ext>
            </a:extLst>
          </p:cNvPr>
          <p:cNvSpPr txBox="1"/>
          <p:nvPr/>
        </p:nvSpPr>
        <p:spPr>
          <a:xfrm>
            <a:off x="4878502" y="5041716"/>
            <a:ext cx="2434988"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Open Access Agreements</a:t>
            </a:r>
          </a:p>
        </p:txBody>
      </p:sp>
    </p:spTree>
    <p:extLst>
      <p:ext uri="{BB962C8B-B14F-4D97-AF65-F5344CB8AC3E}">
        <p14:creationId xmlns:p14="http://schemas.microsoft.com/office/powerpoint/2010/main" val="338003521"/>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COMPARISON OF PROCEDURES FOR DIFFERENT MODELS </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070661"/>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Comparison of procedures for different models</a:t>
            </a:r>
            <a:endParaRPr lang="en-GB" sz="2800" b="1" dirty="0"/>
          </a:p>
        </p:txBody>
      </p:sp>
      <p:graphicFrame>
        <p:nvGraphicFramePr>
          <p:cNvPr id="2" name="Table 2">
            <a:extLst>
              <a:ext uri="{FF2B5EF4-FFF2-40B4-BE49-F238E27FC236}">
                <a16:creationId xmlns:a16="http://schemas.microsoft.com/office/drawing/2014/main" id="{41519325-1AD3-4E8D-AC32-C09461A732D1}"/>
              </a:ext>
            </a:extLst>
          </p:cNvPr>
          <p:cNvGraphicFramePr>
            <a:graphicFrameLocks noGrp="1"/>
          </p:cNvGraphicFramePr>
          <p:nvPr>
            <p:extLst>
              <p:ext uri="{D42A27DB-BD31-4B8C-83A1-F6EECF244321}">
                <p14:modId xmlns:p14="http://schemas.microsoft.com/office/powerpoint/2010/main" val="1294305748"/>
              </p:ext>
            </p:extLst>
          </p:nvPr>
        </p:nvGraphicFramePr>
        <p:xfrm>
          <a:off x="174171" y="610808"/>
          <a:ext cx="11876314" cy="3994380"/>
        </p:xfrm>
        <a:graphic>
          <a:graphicData uri="http://schemas.openxmlformats.org/drawingml/2006/table">
            <a:tbl>
              <a:tblPr firstRow="1">
                <a:tableStyleId>{93296810-A885-4BE3-A3E7-6D5BEEA58F35}</a:tableStyleId>
              </a:tblPr>
              <a:tblGrid>
                <a:gridCol w="3094213">
                  <a:extLst>
                    <a:ext uri="{9D8B030D-6E8A-4147-A177-3AD203B41FA5}">
                      <a16:colId xmlns:a16="http://schemas.microsoft.com/office/drawing/2014/main" val="363009603"/>
                    </a:ext>
                  </a:extLst>
                </a:gridCol>
                <a:gridCol w="1717682">
                  <a:extLst>
                    <a:ext uri="{9D8B030D-6E8A-4147-A177-3AD203B41FA5}">
                      <a16:colId xmlns:a16="http://schemas.microsoft.com/office/drawing/2014/main" val="3749389256"/>
                    </a:ext>
                  </a:extLst>
                </a:gridCol>
                <a:gridCol w="1717682">
                  <a:extLst>
                    <a:ext uri="{9D8B030D-6E8A-4147-A177-3AD203B41FA5}">
                      <a16:colId xmlns:a16="http://schemas.microsoft.com/office/drawing/2014/main" val="1879363857"/>
                    </a:ext>
                  </a:extLst>
                </a:gridCol>
                <a:gridCol w="1717682">
                  <a:extLst>
                    <a:ext uri="{9D8B030D-6E8A-4147-A177-3AD203B41FA5}">
                      <a16:colId xmlns:a16="http://schemas.microsoft.com/office/drawing/2014/main" val="3324579442"/>
                    </a:ext>
                  </a:extLst>
                </a:gridCol>
                <a:gridCol w="1717682">
                  <a:extLst>
                    <a:ext uri="{9D8B030D-6E8A-4147-A177-3AD203B41FA5}">
                      <a16:colId xmlns:a16="http://schemas.microsoft.com/office/drawing/2014/main" val="353839221"/>
                    </a:ext>
                  </a:extLst>
                </a:gridCol>
                <a:gridCol w="1911373">
                  <a:extLst>
                    <a:ext uri="{9D8B030D-6E8A-4147-A177-3AD203B41FA5}">
                      <a16:colId xmlns:a16="http://schemas.microsoft.com/office/drawing/2014/main" val="2018832463"/>
                    </a:ext>
                  </a:extLst>
                </a:gridCol>
              </a:tblGrid>
              <a:tr h="653321">
                <a:tc>
                  <a:txBody>
                    <a:bodyPr/>
                    <a:lstStyle/>
                    <a:p>
                      <a:r>
                        <a:rPr lang="en-US" sz="1400" dirty="0"/>
                        <a:t>Broad Procedures / Steps</a:t>
                      </a:r>
                    </a:p>
                  </a:txBody>
                  <a:tcPr anchor="ctr"/>
                </a:tc>
                <a:tc>
                  <a:txBody>
                    <a:bodyPr/>
                    <a:lstStyle/>
                    <a:p>
                      <a:pPr algn="ctr"/>
                      <a:r>
                        <a:rPr lang="en-US" sz="1400" dirty="0"/>
                        <a:t>Model-1: Capex Mode (Own land)</a:t>
                      </a:r>
                    </a:p>
                  </a:txBody>
                  <a:tcPr anchor="ctr"/>
                </a:tc>
                <a:tc>
                  <a:txBody>
                    <a:bodyPr/>
                    <a:lstStyle/>
                    <a:p>
                      <a:pPr algn="ctr"/>
                      <a:r>
                        <a:rPr lang="en-US" sz="1400" dirty="0"/>
                        <a:t>Model-2: Capex Mode (Other’s land)</a:t>
                      </a:r>
                    </a:p>
                  </a:txBody>
                  <a:tcPr anchor="ctr"/>
                </a:tc>
                <a:tc>
                  <a:txBody>
                    <a:bodyPr/>
                    <a:lstStyle/>
                    <a:p>
                      <a:pPr algn="ctr"/>
                      <a:r>
                        <a:rPr lang="en-US" sz="1400" dirty="0"/>
                        <a:t>Model-3: BOO Mode (PPA Based)</a:t>
                      </a:r>
                    </a:p>
                  </a:txBody>
                  <a:tcPr anchor="ctr"/>
                </a:tc>
                <a:tc>
                  <a:txBody>
                    <a:bodyPr/>
                    <a:lstStyle/>
                    <a:p>
                      <a:pPr algn="ctr"/>
                      <a:r>
                        <a:rPr lang="en-US" sz="1400" dirty="0"/>
                        <a:t>Model-4: GoI Scheme (PPA Based) – yet to be tendered</a:t>
                      </a:r>
                    </a:p>
                  </a:txBody>
                  <a:tcPr anchor="ctr">
                    <a:lnB w="12700" cap="flat" cmpd="sng" algn="ctr">
                      <a:solidFill>
                        <a:srgbClr val="DDEFE8"/>
                      </a:solidFill>
                      <a:prstDash val="solid"/>
                      <a:round/>
                      <a:headEnd type="none" w="med" len="med"/>
                      <a:tailEnd type="none" w="med" len="med"/>
                    </a:lnB>
                  </a:tcPr>
                </a:tc>
                <a:tc>
                  <a:txBody>
                    <a:bodyPr/>
                    <a:lstStyle/>
                    <a:p>
                      <a:pPr algn="ctr"/>
                      <a:r>
                        <a:rPr lang="en-US" sz="1400" dirty="0"/>
                        <a:t>Model-4a: </a:t>
                      </a:r>
                      <a:r>
                        <a:rPr lang="en-US" sz="1400" dirty="0" err="1"/>
                        <a:t>GoI</a:t>
                      </a:r>
                      <a:r>
                        <a:rPr lang="en-US" sz="1400" dirty="0"/>
                        <a:t> Scheme – un-tied commissioned / under-construction project</a:t>
                      </a:r>
                    </a:p>
                  </a:txBody>
                  <a:tcPr anchor="ctr">
                    <a:lnB w="12700" cap="flat" cmpd="sng" algn="ctr">
                      <a:solidFill>
                        <a:srgbClr val="DDEFE8"/>
                      </a:solidFill>
                      <a:prstDash val="solid"/>
                      <a:round/>
                      <a:headEnd type="none" w="med" len="med"/>
                      <a:tailEnd type="none" w="med" len="med"/>
                    </a:lnB>
                  </a:tcPr>
                </a:tc>
                <a:extLst>
                  <a:ext uri="{0D108BD9-81ED-4DB2-BD59-A6C34878D82A}">
                    <a16:rowId xmlns:a16="http://schemas.microsoft.com/office/drawing/2014/main" val="3995790885"/>
                  </a:ext>
                </a:extLst>
              </a:tr>
              <a:tr h="373755">
                <a:tc>
                  <a:txBody>
                    <a:bodyPr/>
                    <a:lstStyle/>
                    <a:p>
                      <a:r>
                        <a:rPr lang="en-US" sz="1400" dirty="0"/>
                        <a:t>BOO bidding and award</a:t>
                      </a:r>
                    </a:p>
                  </a:txBody>
                  <a:tcPr anchor="ctr"/>
                </a:tc>
                <a:tc>
                  <a:txBody>
                    <a:bodyPr/>
                    <a:lstStyle/>
                    <a:p>
                      <a:pPr algn="ctr"/>
                      <a:r>
                        <a:rPr lang="en-US" sz="1400" dirty="0"/>
                        <a:t>N/A</a:t>
                      </a:r>
                    </a:p>
                  </a:txBody>
                  <a:tcPr anchor="ctr">
                    <a:lnR w="12700" cap="flat" cmpd="sng" algn="ctr">
                      <a:solidFill>
                        <a:srgbClr val="DDEFE8"/>
                      </a:solidFill>
                      <a:prstDash val="solid"/>
                      <a:round/>
                      <a:headEnd type="none" w="med" len="med"/>
                      <a:tailEnd type="none" w="med" len="med"/>
                    </a:lnR>
                    <a:lnB w="12700" cap="flat" cmpd="sng" algn="ctr">
                      <a:solidFill>
                        <a:srgbClr val="DDEFE8"/>
                      </a:solidFill>
                      <a:prstDash val="solid"/>
                      <a:round/>
                      <a:headEnd type="none" w="med" len="med"/>
                      <a:tailEnd type="none" w="med" len="med"/>
                    </a:lnB>
                    <a:solidFill>
                      <a:schemeClr val="bg1"/>
                    </a:solidFill>
                  </a:tcPr>
                </a:tc>
                <a:tc>
                  <a:txBody>
                    <a:bodyPr/>
                    <a:lstStyle/>
                    <a:p>
                      <a:pPr algn="ctr"/>
                      <a:r>
                        <a:rPr lang="en-US" sz="1400" dirty="0"/>
                        <a:t>N/A</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B w="12700" cap="flat" cmpd="sng" algn="ctr">
                      <a:solidFill>
                        <a:srgbClr val="DDEFE8"/>
                      </a:solidFill>
                      <a:prstDash val="solid"/>
                      <a:round/>
                      <a:headEnd type="none" w="med" len="med"/>
                      <a:tailEnd type="none" w="med" len="med"/>
                    </a:lnB>
                    <a:solidFill>
                      <a:schemeClr val="bg1"/>
                    </a:solidFill>
                  </a:tcPr>
                </a:tc>
                <a:tc>
                  <a:txBody>
                    <a:bodyPr/>
                    <a:lstStyle/>
                    <a:p>
                      <a:pPr algn="ctr"/>
                      <a:r>
                        <a:rPr lang="en-US" sz="1400" dirty="0"/>
                        <a:t>By SECL</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B w="12700" cap="flat" cmpd="sng" algn="ctr">
                      <a:solidFill>
                        <a:srgbClr val="DDEFE8"/>
                      </a:solidFill>
                      <a:prstDash val="solid"/>
                      <a:round/>
                      <a:headEnd type="none" w="med" len="med"/>
                      <a:tailEnd type="none" w="med" len="med"/>
                    </a:lnB>
                    <a:solidFill>
                      <a:schemeClr val="accent5">
                        <a:lumMod val="20000"/>
                        <a:lumOff val="80000"/>
                      </a:schemeClr>
                    </a:solidFill>
                  </a:tcPr>
                </a:tc>
                <a:tc rowSpan="5">
                  <a:txBody>
                    <a:bodyPr/>
                    <a:lstStyle/>
                    <a:p>
                      <a:pPr algn="ctr"/>
                      <a:r>
                        <a:rPr lang="en-US" sz="1400" dirty="0"/>
                        <a:t>To be undertaken by the developer as suitable</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rowSpan="2">
                  <a:txBody>
                    <a:bodyPr/>
                    <a:lstStyle/>
                    <a:p>
                      <a:pPr algn="ctr"/>
                      <a:r>
                        <a:rPr lang="en-US" sz="1400" dirty="0"/>
                        <a:t>N/A (since project is commissioned / under-construction)</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noFill/>
                  </a:tcPr>
                </a:tc>
                <a:extLst>
                  <a:ext uri="{0D108BD9-81ED-4DB2-BD59-A6C34878D82A}">
                    <a16:rowId xmlns:a16="http://schemas.microsoft.com/office/drawing/2014/main" val="2697663236"/>
                  </a:ext>
                </a:extLst>
              </a:tr>
              <a:tr h="518160">
                <a:tc>
                  <a:txBody>
                    <a:bodyPr/>
                    <a:lstStyle/>
                    <a:p>
                      <a:r>
                        <a:rPr lang="en-US" sz="1400" dirty="0"/>
                        <a:t>NOC / Registration for solar power project</a:t>
                      </a:r>
                    </a:p>
                  </a:txBody>
                  <a:tcPr anchor="ctr"/>
                </a:tc>
                <a:tc>
                  <a:txBody>
                    <a:bodyPr/>
                    <a:lstStyle/>
                    <a:p>
                      <a:pPr algn="ctr"/>
                      <a:r>
                        <a:rPr lang="en-US" sz="1400" dirty="0"/>
                        <a:t>By SECL</a:t>
                      </a:r>
                    </a:p>
                  </a:txBody>
                  <a:tcPr anchor="ctr">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SECL</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BOO</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vMerge="1">
                  <a:txBody>
                    <a:bodyPr/>
                    <a:lstStyle/>
                    <a:p>
                      <a:pPr algn="ctr"/>
                      <a:endParaRPr lang="en-US" sz="1400" dirty="0"/>
                    </a:p>
                  </a:txBody>
                  <a:tcP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bg1"/>
                    </a:solidFill>
                  </a:tcPr>
                </a:tc>
                <a:tc vMerge="1">
                  <a:txBody>
                    <a:bodyPr/>
                    <a:lstStyle/>
                    <a:p>
                      <a:endParaRPr lang="en-US" dirty="0"/>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noFill/>
                  </a:tcPr>
                </a:tc>
                <a:extLst>
                  <a:ext uri="{0D108BD9-81ED-4DB2-BD59-A6C34878D82A}">
                    <a16:rowId xmlns:a16="http://schemas.microsoft.com/office/drawing/2014/main" val="2818372163"/>
                  </a:ext>
                </a:extLst>
              </a:tr>
              <a:tr h="373755">
                <a:tc>
                  <a:txBody>
                    <a:bodyPr/>
                    <a:lstStyle/>
                    <a:p>
                      <a:r>
                        <a:rPr lang="en-US" sz="1400" dirty="0"/>
                        <a:t>EPC bidding and award</a:t>
                      </a:r>
                    </a:p>
                  </a:txBody>
                  <a:tcPr anchor="ctr"/>
                </a:tc>
                <a:tc>
                  <a:txBody>
                    <a:bodyPr/>
                    <a:lstStyle/>
                    <a:p>
                      <a:pPr algn="ctr"/>
                      <a:r>
                        <a:rPr lang="en-US" sz="1400" dirty="0"/>
                        <a:t>By SECL</a:t>
                      </a:r>
                    </a:p>
                  </a:txBody>
                  <a:tcPr anchor="ctr">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SECL</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BOO</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vMerge="1">
                  <a:txBody>
                    <a:bodyPr/>
                    <a:lstStyle/>
                    <a:p>
                      <a:pPr algn="ctr"/>
                      <a:endParaRPr lang="en-US" sz="1400" dirty="0"/>
                    </a:p>
                  </a:txBody>
                  <a:tcP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bg1"/>
                    </a:solidFill>
                  </a:tcPr>
                </a:tc>
                <a:tc rowSpan="2">
                  <a:txBody>
                    <a:bodyPr/>
                    <a:lstStyle/>
                    <a:p>
                      <a:pPr algn="ctr"/>
                      <a:r>
                        <a:rPr lang="en-US" sz="1400" dirty="0"/>
                        <a:t>By Developer</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rgbClr val="BEF3F9"/>
                    </a:solidFill>
                  </a:tcPr>
                </a:tc>
                <a:extLst>
                  <a:ext uri="{0D108BD9-81ED-4DB2-BD59-A6C34878D82A}">
                    <a16:rowId xmlns:a16="http://schemas.microsoft.com/office/drawing/2014/main" val="1309911931"/>
                  </a:ext>
                </a:extLst>
              </a:tr>
              <a:tr h="0">
                <a:tc rowSpan="2">
                  <a:txBody>
                    <a:bodyPr/>
                    <a:lstStyle/>
                    <a:p>
                      <a:r>
                        <a:rPr lang="en-US" sz="1400" dirty="0"/>
                        <a:t>Procedure for obtaining grant of Connectivity and Open Access</a:t>
                      </a:r>
                    </a:p>
                  </a:txBody>
                  <a:tcPr anchor="ctr"/>
                </a:tc>
                <a:tc rowSpan="2">
                  <a:txBody>
                    <a:bodyPr/>
                    <a:lstStyle/>
                    <a:p>
                      <a:pPr algn="ctr"/>
                      <a:r>
                        <a:rPr lang="en-US" sz="1400" dirty="0"/>
                        <a:t>By EPC</a:t>
                      </a:r>
                    </a:p>
                  </a:txBody>
                  <a:tcPr anchor="ctr">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rowSpan="2">
                  <a:txBody>
                    <a:bodyPr/>
                    <a:lstStyle/>
                    <a:p>
                      <a:pPr algn="ctr"/>
                      <a:r>
                        <a:rPr lang="en-US" sz="1400" dirty="0"/>
                        <a:t>By 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rowSpan="2">
                  <a:txBody>
                    <a:bodyPr/>
                    <a:lstStyle/>
                    <a:p>
                      <a:pPr algn="ctr"/>
                      <a:r>
                        <a:rPr lang="en-US" sz="1400" dirty="0"/>
                        <a:t>By BOO/EPC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vMerge="1">
                  <a:txBody>
                    <a:bodyPr/>
                    <a:lstStyle/>
                    <a:p>
                      <a:pPr algn="ctr"/>
                      <a:endParaRPr lang="en-US" sz="1400" dirty="0"/>
                    </a:p>
                  </a:txBody>
                  <a:tcP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bg1"/>
                    </a:solidFill>
                  </a:tcPr>
                </a:tc>
                <a:tc vMerge="1">
                  <a:txBody>
                    <a:bodyPr/>
                    <a:lstStyle/>
                    <a:p>
                      <a:endParaRPr lang="en-US"/>
                    </a:p>
                  </a:txBody>
                  <a:tcPr/>
                </a:tc>
                <a:extLst>
                  <a:ext uri="{0D108BD9-81ED-4DB2-BD59-A6C34878D82A}">
                    <a16:rowId xmlns:a16="http://schemas.microsoft.com/office/drawing/2014/main" val="2179976378"/>
                  </a:ext>
                </a:extLst>
              </a:tr>
              <a:tr h="44595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400" dirty="0"/>
                        <a:t>By Developer/EPC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rgbClr val="BEF3F9"/>
                    </a:solidFill>
                  </a:tcPr>
                </a:tc>
                <a:extLst>
                  <a:ext uri="{0D108BD9-81ED-4DB2-BD59-A6C34878D82A}">
                    <a16:rowId xmlns:a16="http://schemas.microsoft.com/office/drawing/2014/main" val="1408406355"/>
                  </a:ext>
                </a:extLst>
              </a:tr>
              <a:tr h="462769">
                <a:tc>
                  <a:txBody>
                    <a:bodyPr/>
                    <a:lstStyle/>
                    <a:p>
                      <a:r>
                        <a:rPr lang="en-US" sz="1400" dirty="0"/>
                        <a:t>Procedure for obtaining grant of Open Access</a:t>
                      </a:r>
                    </a:p>
                  </a:txBody>
                  <a:tcPr anchor="ctr"/>
                </a:tc>
                <a:tc>
                  <a:txBody>
                    <a:bodyPr/>
                    <a:lstStyle/>
                    <a:p>
                      <a:pPr algn="ctr"/>
                      <a:r>
                        <a:rPr lang="en-US" sz="1400" dirty="0"/>
                        <a:t>By EPC</a:t>
                      </a:r>
                    </a:p>
                  </a:txBody>
                  <a:tcPr anchor="ctr">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BOO/EPC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SECL</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SECL</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673355625"/>
                  </a:ext>
                </a:extLst>
              </a:tr>
              <a:tr h="373755">
                <a:tc>
                  <a:txBody>
                    <a:bodyPr/>
                    <a:lstStyle/>
                    <a:p>
                      <a:r>
                        <a:rPr lang="en-US" sz="1400" dirty="0"/>
                        <a:t>Land acquisition</a:t>
                      </a:r>
                    </a:p>
                  </a:txBody>
                  <a:tcPr anchor="ctr"/>
                </a:tc>
                <a:tc>
                  <a:txBody>
                    <a:bodyPr/>
                    <a:lstStyle/>
                    <a:p>
                      <a:pPr algn="ctr"/>
                      <a:r>
                        <a:rPr lang="en-US" sz="1400" dirty="0"/>
                        <a:t>N/A</a:t>
                      </a:r>
                    </a:p>
                  </a:txBody>
                  <a:tcPr anchor="ctr">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bg1"/>
                    </a:solidFill>
                  </a:tcPr>
                </a:tc>
                <a:tc>
                  <a:txBody>
                    <a:bodyPr/>
                    <a:lstStyle/>
                    <a:p>
                      <a:pPr algn="ctr"/>
                      <a:r>
                        <a:rPr lang="en-US" sz="1400" dirty="0"/>
                        <a:t>By 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BOO/EPC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rowSpan="2">
                  <a:txBody>
                    <a:bodyPr/>
                    <a:lstStyle/>
                    <a:p>
                      <a:pPr algn="ctr"/>
                      <a:r>
                        <a:rPr lang="en-US" sz="1400" dirty="0"/>
                        <a:t>To be undertaken by the developer as suitable</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N/A</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noFill/>
                  </a:tcPr>
                </a:tc>
                <a:extLst>
                  <a:ext uri="{0D108BD9-81ED-4DB2-BD59-A6C34878D82A}">
                    <a16:rowId xmlns:a16="http://schemas.microsoft.com/office/drawing/2014/main" val="3549323851"/>
                  </a:ext>
                </a:extLst>
              </a:tr>
              <a:tr h="373755">
                <a:tc>
                  <a:txBody>
                    <a:bodyPr/>
                    <a:lstStyle/>
                    <a:p>
                      <a:r>
                        <a:rPr lang="en-US" sz="1400" dirty="0"/>
                        <a:t>Plant construction and commissioning</a:t>
                      </a:r>
                    </a:p>
                  </a:txBody>
                  <a:tcPr anchor="ctr">
                    <a:lnR w="12700" cap="flat" cmpd="sng" algn="ctr">
                      <a:solidFill>
                        <a:srgbClr val="DDEFE8"/>
                      </a:solidFill>
                      <a:prstDash val="solid"/>
                      <a:round/>
                      <a:headEnd type="none" w="med" len="med"/>
                      <a:tailEnd type="none" w="med" len="med"/>
                    </a:lnR>
                  </a:tcPr>
                </a:tc>
                <a:tc>
                  <a:txBody>
                    <a:bodyPr/>
                    <a:lstStyle/>
                    <a:p>
                      <a:pPr algn="ctr"/>
                      <a:r>
                        <a:rPr lang="en-US" sz="1400" dirty="0"/>
                        <a:t>By 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a:txBody>
                    <a:bodyPr/>
                    <a:lstStyle/>
                    <a:p>
                      <a:pPr algn="ctr"/>
                      <a:r>
                        <a:rPr lang="en-US" sz="1400" dirty="0"/>
                        <a:t>By BOO/EPC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accent5">
                        <a:lumMod val="20000"/>
                        <a:lumOff val="80000"/>
                      </a:schemeClr>
                    </a:solidFill>
                  </a:tcPr>
                </a:tc>
                <a:tc vMerge="1">
                  <a:txBody>
                    <a:bodyPr/>
                    <a:lstStyle/>
                    <a:p>
                      <a:pPr algn="ctr"/>
                      <a:endParaRPr lang="en-US" sz="1400" dirty="0"/>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chemeClr val="bg1"/>
                    </a:solidFill>
                  </a:tcPr>
                </a:tc>
                <a:tc>
                  <a:txBody>
                    <a:bodyPr/>
                    <a:lstStyle/>
                    <a:p>
                      <a:pPr algn="ctr"/>
                      <a:r>
                        <a:rPr lang="en-US" sz="1400" dirty="0"/>
                        <a:t>By Developer/EPC</a:t>
                      </a:r>
                    </a:p>
                  </a:txBody>
                  <a:tcPr anchor="ctr">
                    <a:lnL w="12700" cap="flat" cmpd="sng" algn="ctr">
                      <a:solidFill>
                        <a:srgbClr val="DDEFE8"/>
                      </a:solidFill>
                      <a:prstDash val="solid"/>
                      <a:round/>
                      <a:headEnd type="none" w="med" len="med"/>
                      <a:tailEnd type="none" w="med" len="med"/>
                    </a:lnL>
                    <a:lnR w="12700" cap="flat" cmpd="sng" algn="ctr">
                      <a:solidFill>
                        <a:srgbClr val="DDEFE8"/>
                      </a:solidFill>
                      <a:prstDash val="solid"/>
                      <a:round/>
                      <a:headEnd type="none" w="med" len="med"/>
                      <a:tailEnd type="none" w="med" len="med"/>
                    </a:lnR>
                    <a:lnT w="12700" cap="flat" cmpd="sng" algn="ctr">
                      <a:solidFill>
                        <a:srgbClr val="DDEFE8"/>
                      </a:solidFill>
                      <a:prstDash val="solid"/>
                      <a:round/>
                      <a:headEnd type="none" w="med" len="med"/>
                      <a:tailEnd type="none" w="med" len="med"/>
                    </a:lnT>
                    <a:lnB w="12700" cap="flat" cmpd="sng" algn="ctr">
                      <a:solidFill>
                        <a:srgbClr val="DDEFE8"/>
                      </a:solidFill>
                      <a:prstDash val="solid"/>
                      <a:round/>
                      <a:headEnd type="none" w="med" len="med"/>
                      <a:tailEnd type="none" w="med" len="med"/>
                    </a:lnB>
                    <a:solidFill>
                      <a:srgbClr val="BEF3F9"/>
                    </a:solidFill>
                  </a:tcPr>
                </a:tc>
                <a:extLst>
                  <a:ext uri="{0D108BD9-81ED-4DB2-BD59-A6C34878D82A}">
                    <a16:rowId xmlns:a16="http://schemas.microsoft.com/office/drawing/2014/main" val="1610480492"/>
                  </a:ext>
                </a:extLst>
              </a:tr>
            </a:tbl>
          </a:graphicData>
        </a:graphic>
      </p:graphicFrame>
      <p:graphicFrame>
        <p:nvGraphicFramePr>
          <p:cNvPr id="3" name="Table 2">
            <a:extLst>
              <a:ext uri="{FF2B5EF4-FFF2-40B4-BE49-F238E27FC236}">
                <a16:creationId xmlns:a16="http://schemas.microsoft.com/office/drawing/2014/main" id="{4842FE97-D3B6-443E-BDF0-1179C0564FC2}"/>
              </a:ext>
            </a:extLst>
          </p:cNvPr>
          <p:cNvGraphicFramePr>
            <a:graphicFrameLocks noGrp="1"/>
          </p:cNvGraphicFramePr>
          <p:nvPr>
            <p:extLst>
              <p:ext uri="{D42A27DB-BD31-4B8C-83A1-F6EECF244321}">
                <p14:modId xmlns:p14="http://schemas.microsoft.com/office/powerpoint/2010/main" val="4121196666"/>
              </p:ext>
            </p:extLst>
          </p:nvPr>
        </p:nvGraphicFramePr>
        <p:xfrm>
          <a:off x="174171" y="4682894"/>
          <a:ext cx="11876314" cy="518160"/>
        </p:xfrm>
        <a:graphic>
          <a:graphicData uri="http://schemas.openxmlformats.org/drawingml/2006/table">
            <a:tbl>
              <a:tblPr firstRow="1">
                <a:tableStyleId>{93296810-A885-4BE3-A3E7-6D5BEEA58F35}</a:tableStyleId>
              </a:tblPr>
              <a:tblGrid>
                <a:gridCol w="3100152">
                  <a:extLst>
                    <a:ext uri="{9D8B030D-6E8A-4147-A177-3AD203B41FA5}">
                      <a16:colId xmlns:a16="http://schemas.microsoft.com/office/drawing/2014/main" val="1542038452"/>
                    </a:ext>
                  </a:extLst>
                </a:gridCol>
                <a:gridCol w="1720979">
                  <a:extLst>
                    <a:ext uri="{9D8B030D-6E8A-4147-A177-3AD203B41FA5}">
                      <a16:colId xmlns:a16="http://schemas.microsoft.com/office/drawing/2014/main" val="1705057590"/>
                    </a:ext>
                  </a:extLst>
                </a:gridCol>
                <a:gridCol w="1720979">
                  <a:extLst>
                    <a:ext uri="{9D8B030D-6E8A-4147-A177-3AD203B41FA5}">
                      <a16:colId xmlns:a16="http://schemas.microsoft.com/office/drawing/2014/main" val="3442682710"/>
                    </a:ext>
                  </a:extLst>
                </a:gridCol>
                <a:gridCol w="1720979">
                  <a:extLst>
                    <a:ext uri="{9D8B030D-6E8A-4147-A177-3AD203B41FA5}">
                      <a16:colId xmlns:a16="http://schemas.microsoft.com/office/drawing/2014/main" val="3619409748"/>
                    </a:ext>
                  </a:extLst>
                </a:gridCol>
                <a:gridCol w="1720979">
                  <a:extLst>
                    <a:ext uri="{9D8B030D-6E8A-4147-A177-3AD203B41FA5}">
                      <a16:colId xmlns:a16="http://schemas.microsoft.com/office/drawing/2014/main" val="3260860948"/>
                    </a:ext>
                  </a:extLst>
                </a:gridCol>
                <a:gridCol w="1892246">
                  <a:extLst>
                    <a:ext uri="{9D8B030D-6E8A-4147-A177-3AD203B41FA5}">
                      <a16:colId xmlns:a16="http://schemas.microsoft.com/office/drawing/2014/main" val="1719867514"/>
                    </a:ext>
                  </a:extLst>
                </a:gridCol>
              </a:tblGrid>
              <a:tr h="302763">
                <a:tc>
                  <a:txBody>
                    <a:bodyPr/>
                    <a:lstStyle/>
                    <a:p>
                      <a:r>
                        <a:rPr lang="en-US" sz="1400" dirty="0">
                          <a:solidFill>
                            <a:schemeClr val="tx1"/>
                          </a:solidFill>
                        </a:rPr>
                        <a:t>Overall ranking based on number of broad procedures / steps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chemeClr val="accent1">
                              <a:lumMod val="60000"/>
                              <a:lumOff val="40000"/>
                            </a:schemeClr>
                          </a:solidFill>
                          <a:sym typeface="Wingdings 2" panose="05020102010507070707" pitchFamily="18" charset="2"/>
                        </a:rPr>
                        <a:t></a:t>
                      </a:r>
                      <a:endParaRPr lang="en-US" sz="1400" b="0" dirty="0">
                        <a:solidFill>
                          <a:schemeClr val="accent1">
                            <a:lumMod val="60000"/>
                            <a:lumOff val="40000"/>
                          </a:schemeClr>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ED8B00"/>
                          </a:solidFill>
                          <a:sym typeface="Wingdings 2" panose="05020102010507070707" pitchFamily="18" charset="2"/>
                        </a:rPr>
                        <a:t></a:t>
                      </a:r>
                      <a:endParaRPr lang="en-US" sz="2800" b="0" dirty="0">
                        <a:solidFill>
                          <a:srgbClr val="ED8B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C00000"/>
                          </a:solidFill>
                          <a:sym typeface="Wingdings 2" panose="05020102010507070707" pitchFamily="18" charset="2"/>
                        </a:rPr>
                        <a:t></a:t>
                      </a:r>
                      <a:endParaRPr lang="en-US" sz="28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C00000"/>
                          </a:solidFill>
                          <a:sym typeface="Wingdings 2" panose="05020102010507070707" pitchFamily="18" charset="2"/>
                        </a:rPr>
                        <a:t></a:t>
                      </a:r>
                      <a:endParaRPr lang="en-US" sz="28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00B050"/>
                          </a:solidFill>
                          <a:sym typeface="Wingdings 2" panose="05020102010507070707" pitchFamily="18" charset="2"/>
                        </a:rPr>
                        <a:t></a:t>
                      </a:r>
                      <a:endParaRPr lang="en-US" sz="28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bl>
          </a:graphicData>
        </a:graphic>
      </p:graphicFrame>
      <p:sp>
        <p:nvSpPr>
          <p:cNvPr id="10" name="TextBox 9">
            <a:extLst>
              <a:ext uri="{FF2B5EF4-FFF2-40B4-BE49-F238E27FC236}">
                <a16:creationId xmlns:a16="http://schemas.microsoft.com/office/drawing/2014/main" id="{27C40732-D69E-46EA-B9EF-FBCDF485AA1E}"/>
              </a:ext>
            </a:extLst>
          </p:cNvPr>
          <p:cNvSpPr txBox="1"/>
          <p:nvPr/>
        </p:nvSpPr>
        <p:spPr>
          <a:xfrm>
            <a:off x="174171" y="5232806"/>
            <a:ext cx="11876313" cy="1077218"/>
          </a:xfrm>
          <a:prstGeom prst="rect">
            <a:avLst/>
          </a:prstGeom>
          <a:noFill/>
        </p:spPr>
        <p:txBody>
          <a:bodyPr wrap="square" lIns="0" tIns="0" rIns="0" bIns="0" rtlCol="0">
            <a:spAutoFit/>
          </a:bodyPr>
          <a:lstStyle/>
          <a:p>
            <a:pPr marL="0" marR="0" lvl="0" indent="0" algn="l" defTabSz="914400" rtl="0" eaLnBrk="1" fontAlgn="auto" latinLnBrk="0" hangingPunct="1">
              <a:spcBef>
                <a:spcPts val="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a:ea typeface="+mn-ea"/>
                <a:cs typeface="+mn-cs"/>
              </a:rPr>
              <a:t>Note:</a:t>
            </a:r>
            <a:endParaRPr kumimoji="0" lang="en-US" sz="1400" b="0" i="0" u="none" strike="noStrike" kern="1200" cap="none" spc="0" normalizeH="0" baseline="0" noProof="0" dirty="0">
              <a:ln>
                <a:noFill/>
              </a:ln>
              <a:solidFill>
                <a:srgbClr val="313131"/>
              </a:solidFill>
              <a:effectLst/>
              <a:uLnTx/>
              <a:uFillTx/>
              <a:latin typeface="Calibri"/>
              <a:ea typeface="+mn-ea"/>
              <a:cs typeface="+mn-cs"/>
            </a:endParaRPr>
          </a:p>
          <a:p>
            <a:pPr marL="285750" marR="0" lvl="0" indent="-285750" algn="l"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Overall timeline will depend upon the time required for land acquisition, network augmentation by licensee (if any), which will depend upon ground-scenario and cannot be specified at this stage</a:t>
            </a:r>
          </a:p>
          <a:p>
            <a:pPr marL="285750" marR="0" lvl="0" indent="-285750" algn="l"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srgbClr val="313131"/>
                </a:solidFill>
                <a:effectLst/>
                <a:uLnTx/>
                <a:uFillTx/>
                <a:latin typeface="Calibri"/>
                <a:ea typeface="+mn-ea"/>
                <a:cs typeface="+mn-cs"/>
              </a:rPr>
              <a:t>Estimated time for selection of developer and EPC contractor will be around 1-1.5 months each, and time taken for project construction and commissioning will be around 18-24 months, as per standard industry practice. However, these timelines may vary based on ground-scenarios.</a:t>
            </a:r>
          </a:p>
        </p:txBody>
      </p:sp>
      <p:sp>
        <p:nvSpPr>
          <p:cNvPr id="6" name="Rectangle: Rounded Corners 5">
            <a:extLst>
              <a:ext uri="{FF2B5EF4-FFF2-40B4-BE49-F238E27FC236}">
                <a16:creationId xmlns:a16="http://schemas.microsoft.com/office/drawing/2014/main" id="{5EAB2BE7-3913-432C-BA79-0FBFAC25B127}"/>
              </a:ext>
            </a:extLst>
          </p:cNvPr>
          <p:cNvSpPr/>
          <p:nvPr/>
        </p:nvSpPr>
        <p:spPr bwMode="gray">
          <a:xfrm>
            <a:off x="152399" y="6331796"/>
            <a:ext cx="11916000" cy="29760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 </a:t>
            </a:r>
            <a:r>
              <a:rPr lang="en-US" sz="1400" kern="0" dirty="0" err="1">
                <a:solidFill>
                  <a:prstClr val="black"/>
                </a:solidFill>
                <a:latin typeface="Calibri Light" panose="020F0302020204030204" pitchFamily="34" charset="0"/>
                <a:cs typeface="Calibri Light" panose="020F0302020204030204" pitchFamily="34" charset="0"/>
              </a:rPr>
              <a:t>GoI</a:t>
            </a:r>
            <a:r>
              <a:rPr lang="en-US" sz="1400" kern="0" dirty="0">
                <a:solidFill>
                  <a:prstClr val="black"/>
                </a:solidFill>
                <a:latin typeface="Calibri Light" panose="020F0302020204030204" pitchFamily="34" charset="0"/>
                <a:cs typeface="Calibri Light" panose="020F0302020204030204" pitchFamily="34" charset="0"/>
              </a:rPr>
              <a:t> Scheme-already commissioned / under-construction projects with un-tied capacities is the best option, followed by Captive projects at Own Land</a:t>
            </a:r>
            <a:endParaRPr kumimoji="0" lang="en-US" sz="140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spTree>
    <p:extLst>
      <p:ext uri="{BB962C8B-B14F-4D97-AF65-F5344CB8AC3E}">
        <p14:creationId xmlns:p14="http://schemas.microsoft.com/office/powerpoint/2010/main" val="645235821"/>
      </p:ext>
    </p:extLst>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Assessment of Potential Avenues for Sale of Surplus Solar Energy</a:t>
            </a:r>
            <a:endParaRPr lang="en-US" sz="2800" dirty="0">
              <a:solidFill>
                <a:schemeClr val="bg1"/>
              </a:solidFill>
            </a:endParaRPr>
          </a:p>
        </p:txBody>
      </p:sp>
    </p:spTree>
    <p:extLst>
      <p:ext uri="{BB962C8B-B14F-4D97-AF65-F5344CB8AC3E}">
        <p14:creationId xmlns:p14="http://schemas.microsoft.com/office/powerpoint/2010/main" val="2945372679"/>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5">
            <a:extLst>
              <a:ext uri="{FF2B5EF4-FFF2-40B4-BE49-F238E27FC236}">
                <a16:creationId xmlns:a16="http://schemas.microsoft.com/office/drawing/2014/main" id="{05F6CB7F-F3E0-426D-9940-5881DE8F0EA2}"/>
              </a:ext>
            </a:extLst>
          </p:cNvPr>
          <p:cNvSpPr>
            <a:spLocks noGrp="1"/>
          </p:cNvSpPr>
          <p:nvPr>
            <p:ph type="title"/>
          </p:nvPr>
        </p:nvSpPr>
        <p:spPr>
          <a:xfrm>
            <a:off x="501650" y="134620"/>
            <a:ext cx="11188700" cy="334099"/>
          </a:xfrm>
          <a:noFill/>
        </p:spPr>
        <p:txBody>
          <a:bodyPr/>
          <a:lstStyle/>
          <a:p>
            <a:r>
              <a:rPr lang="en-US" sz="2800" b="1" dirty="0"/>
              <a:t>Various Avenues for Sale of Solar Energy</a:t>
            </a:r>
            <a:endParaRPr lang="en-GB" sz="2800" b="1" dirty="0"/>
          </a:p>
        </p:txBody>
      </p:sp>
      <p:sp>
        <p:nvSpPr>
          <p:cNvPr id="7" name="TextBox 6">
            <a:extLst>
              <a:ext uri="{FF2B5EF4-FFF2-40B4-BE49-F238E27FC236}">
                <a16:creationId xmlns:a16="http://schemas.microsoft.com/office/drawing/2014/main" id="{DA85D520-51C2-4D82-8E68-2083B61301C3}"/>
              </a:ext>
            </a:extLst>
          </p:cNvPr>
          <p:cNvSpPr txBox="1"/>
          <p:nvPr/>
        </p:nvSpPr>
        <p:spPr>
          <a:xfrm>
            <a:off x="1077942" y="4070313"/>
            <a:ext cx="1544574" cy="115416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Discoms Sale</a:t>
            </a:r>
            <a:endParaRPr kumimoji="0" lang="en-US" sz="1400" b="0" i="0" u="none" strike="noStrike" kern="1200" cap="none" spc="0" normalizeH="0" baseline="0" noProof="0" dirty="0">
              <a:ln>
                <a:noFill/>
              </a:ln>
              <a:solidFill>
                <a:srgbClr val="313131"/>
              </a:solidFill>
              <a:effectLst/>
              <a:uLnTx/>
              <a:uFillTx/>
              <a:latin typeface="Calibri Light"/>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Light"/>
                <a:ea typeface="+mn-ea"/>
                <a:cs typeface="+mn-cs"/>
              </a:rPr>
              <a:t>ENERGY SALE TO DISCOMS IN CHHATTISGARH AND MADHYA PRADESH</a:t>
            </a:r>
          </a:p>
        </p:txBody>
      </p:sp>
      <p:sp>
        <p:nvSpPr>
          <p:cNvPr id="8" name="TextBox 7">
            <a:extLst>
              <a:ext uri="{FF2B5EF4-FFF2-40B4-BE49-F238E27FC236}">
                <a16:creationId xmlns:a16="http://schemas.microsoft.com/office/drawing/2014/main" id="{8FA87970-A49E-436B-96F9-8E585F833E56}"/>
              </a:ext>
            </a:extLst>
          </p:cNvPr>
          <p:cNvSpPr txBox="1"/>
          <p:nvPr/>
        </p:nvSpPr>
        <p:spPr>
          <a:xfrm>
            <a:off x="2785125" y="4070313"/>
            <a:ext cx="1583949" cy="115416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Energy Banking</a:t>
            </a:r>
            <a:r>
              <a:rPr kumimoji="0" lang="en-US" sz="1400" b="0" i="0" u="none" strike="noStrike" kern="1200" cap="none" spc="0" normalizeH="0" baseline="0" noProof="0" dirty="0">
                <a:ln>
                  <a:noFill/>
                </a:ln>
                <a:solidFill>
                  <a:srgbClr val="313131"/>
                </a:solidFill>
                <a:effectLst/>
                <a:uLnTx/>
                <a:uFillTx/>
                <a:latin typeface="Calibri Light"/>
                <a:ea typeface="+mn-ea"/>
                <a:cs typeface="+mn-cs"/>
              </a:rPr>
              <a:t> </a:t>
            </a: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Light"/>
                <a:ea typeface="+mn-ea"/>
                <a:cs typeface="+mn-cs"/>
              </a:rPr>
              <a:t>ENERGY BANKING WITH DISCOMS IN CHHATTISGARH AND MADHYA PRADESH</a:t>
            </a:r>
          </a:p>
        </p:txBody>
      </p:sp>
      <p:sp>
        <p:nvSpPr>
          <p:cNvPr id="9" name="TextBox 8">
            <a:extLst>
              <a:ext uri="{FF2B5EF4-FFF2-40B4-BE49-F238E27FC236}">
                <a16:creationId xmlns:a16="http://schemas.microsoft.com/office/drawing/2014/main" id="{677A1462-E368-47F2-AE61-33B001271E79}"/>
              </a:ext>
            </a:extLst>
          </p:cNvPr>
          <p:cNvSpPr txBox="1"/>
          <p:nvPr/>
        </p:nvSpPr>
        <p:spPr>
          <a:xfrm>
            <a:off x="4492309" y="4070313"/>
            <a:ext cx="1544574" cy="72327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Energy Exchange</a:t>
            </a:r>
            <a:endParaRPr kumimoji="0" lang="en-US" sz="1400" b="0" i="0" u="none" strike="noStrike" kern="1200" cap="none" spc="0" normalizeH="0" baseline="0" noProof="0" dirty="0">
              <a:ln>
                <a:noFill/>
              </a:ln>
              <a:solidFill>
                <a:srgbClr val="313131"/>
              </a:solidFill>
              <a:effectLst/>
              <a:uLnTx/>
              <a:uFillTx/>
              <a:latin typeface="Calibri Light"/>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all" spc="0" normalizeH="0" noProof="0" dirty="0">
                <a:ln>
                  <a:noFill/>
                </a:ln>
                <a:solidFill>
                  <a:srgbClr val="313131"/>
                </a:solidFill>
                <a:effectLst/>
                <a:uLnTx/>
                <a:uFillTx/>
                <a:latin typeface="Calibri Light"/>
                <a:ea typeface="+mn-ea"/>
                <a:cs typeface="+mn-cs"/>
              </a:rPr>
              <a:t>Sale Through Energy Exchange</a:t>
            </a:r>
          </a:p>
        </p:txBody>
      </p:sp>
      <p:sp>
        <p:nvSpPr>
          <p:cNvPr id="10" name="TextBox 9">
            <a:extLst>
              <a:ext uri="{FF2B5EF4-FFF2-40B4-BE49-F238E27FC236}">
                <a16:creationId xmlns:a16="http://schemas.microsoft.com/office/drawing/2014/main" id="{1E64676D-D75D-473E-A943-ADA589C43C4C}"/>
              </a:ext>
            </a:extLst>
          </p:cNvPr>
          <p:cNvSpPr txBox="1"/>
          <p:nvPr/>
        </p:nvSpPr>
        <p:spPr>
          <a:xfrm>
            <a:off x="6199492" y="4070313"/>
            <a:ext cx="1583953" cy="93871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Energy Traders</a:t>
            </a:r>
            <a:endParaRPr kumimoji="0" lang="en-US" sz="1400" b="0" i="0" u="none" strike="noStrike" kern="1200" cap="none" spc="0" normalizeH="0" baseline="0" noProof="0" dirty="0">
              <a:ln>
                <a:noFill/>
              </a:ln>
              <a:solidFill>
                <a:srgbClr val="313131"/>
              </a:solidFill>
              <a:effectLst/>
              <a:uLnTx/>
              <a:uFillTx/>
              <a:latin typeface="Calibri Light"/>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Light"/>
                <a:ea typeface="+mn-ea"/>
                <a:cs typeface="+mn-cs"/>
              </a:rPr>
              <a:t>ENERGY SALE TO TRADING LICENSEES IN INDIA</a:t>
            </a:r>
          </a:p>
        </p:txBody>
      </p:sp>
      <p:sp>
        <p:nvSpPr>
          <p:cNvPr id="11" name="TextBox 10">
            <a:extLst>
              <a:ext uri="{FF2B5EF4-FFF2-40B4-BE49-F238E27FC236}">
                <a16:creationId xmlns:a16="http://schemas.microsoft.com/office/drawing/2014/main" id="{190F0B50-D833-413F-99AB-AB7B8FDA46C8}"/>
              </a:ext>
            </a:extLst>
          </p:cNvPr>
          <p:cNvSpPr txBox="1"/>
          <p:nvPr/>
        </p:nvSpPr>
        <p:spPr>
          <a:xfrm>
            <a:off x="7906677" y="4070313"/>
            <a:ext cx="1544574" cy="158504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Open Access Consumer</a:t>
            </a:r>
            <a:endParaRPr kumimoji="0" lang="en-US" sz="1400" b="0" i="0" u="none" strike="noStrike" kern="1200" cap="none" spc="0" normalizeH="0" baseline="0" noProof="0" dirty="0">
              <a:ln>
                <a:noFill/>
              </a:ln>
              <a:solidFill>
                <a:srgbClr val="313131"/>
              </a:solidFill>
              <a:effectLst/>
              <a:uLnTx/>
              <a:uFillTx/>
              <a:latin typeface="Calibri Light"/>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Light"/>
                <a:ea typeface="+mn-ea"/>
                <a:cs typeface="+mn-cs"/>
              </a:rPr>
              <a:t>ENERGY SALE TO OPEN ACCESS CONSUMERS IN CHHATTISGARH AND MADHYA PRADESH</a:t>
            </a:r>
          </a:p>
        </p:txBody>
      </p:sp>
      <p:sp>
        <p:nvSpPr>
          <p:cNvPr id="44" name="Oval 43">
            <a:extLst>
              <a:ext uri="{FF2B5EF4-FFF2-40B4-BE49-F238E27FC236}">
                <a16:creationId xmlns:a16="http://schemas.microsoft.com/office/drawing/2014/main" id="{12EE14EB-C42F-4A68-82A0-EDD1FF682DAB}"/>
              </a:ext>
            </a:extLst>
          </p:cNvPr>
          <p:cNvSpPr/>
          <p:nvPr/>
        </p:nvSpPr>
        <p:spPr bwMode="gray">
          <a:xfrm>
            <a:off x="2789027" y="1541114"/>
            <a:ext cx="1539374" cy="1460723"/>
          </a:xfrm>
          <a:prstGeom prst="ellipse">
            <a:avLst/>
          </a:prstGeom>
          <a:solidFill>
            <a:srgbClr val="046A38"/>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sp>
        <p:nvSpPr>
          <p:cNvPr id="46" name="Oval 45">
            <a:extLst>
              <a:ext uri="{FF2B5EF4-FFF2-40B4-BE49-F238E27FC236}">
                <a16:creationId xmlns:a16="http://schemas.microsoft.com/office/drawing/2014/main" id="{7D92C8C5-D2AD-4B95-A303-2FB4BF8738DD}"/>
              </a:ext>
            </a:extLst>
          </p:cNvPr>
          <p:cNvSpPr/>
          <p:nvPr/>
        </p:nvSpPr>
        <p:spPr bwMode="gray">
          <a:xfrm>
            <a:off x="1083142" y="1541114"/>
            <a:ext cx="1539374" cy="1460723"/>
          </a:xfrm>
          <a:prstGeom prst="ellipse">
            <a:avLst/>
          </a:prstGeom>
          <a:solidFill>
            <a:schemeClr val="accent1"/>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sp>
        <p:nvSpPr>
          <p:cNvPr id="48" name="Oval 47">
            <a:extLst>
              <a:ext uri="{FF2B5EF4-FFF2-40B4-BE49-F238E27FC236}">
                <a16:creationId xmlns:a16="http://schemas.microsoft.com/office/drawing/2014/main" id="{C021A194-EFC9-4A4A-8950-C997F100132A}"/>
              </a:ext>
            </a:extLst>
          </p:cNvPr>
          <p:cNvSpPr/>
          <p:nvPr/>
        </p:nvSpPr>
        <p:spPr bwMode="gray">
          <a:xfrm>
            <a:off x="4494910" y="1541114"/>
            <a:ext cx="1539374" cy="1460723"/>
          </a:xfrm>
          <a:prstGeom prst="ellipse">
            <a:avLst/>
          </a:prstGeom>
          <a:solidFill>
            <a:srgbClr val="43B02A"/>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sp>
        <p:nvSpPr>
          <p:cNvPr id="49" name="Oval 48">
            <a:extLst>
              <a:ext uri="{FF2B5EF4-FFF2-40B4-BE49-F238E27FC236}">
                <a16:creationId xmlns:a16="http://schemas.microsoft.com/office/drawing/2014/main" id="{A4C3155D-5FB1-4C1A-BAC7-BD57FBE63616}"/>
              </a:ext>
            </a:extLst>
          </p:cNvPr>
          <p:cNvSpPr/>
          <p:nvPr/>
        </p:nvSpPr>
        <p:spPr bwMode="gray">
          <a:xfrm>
            <a:off x="7906677" y="1541114"/>
            <a:ext cx="1539374" cy="1460723"/>
          </a:xfrm>
          <a:prstGeom prst="ellipse">
            <a:avLst/>
          </a:prstGeom>
          <a:solidFill>
            <a:srgbClr val="2C5234"/>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sp>
        <p:nvSpPr>
          <p:cNvPr id="50" name="Oval 49">
            <a:extLst>
              <a:ext uri="{FF2B5EF4-FFF2-40B4-BE49-F238E27FC236}">
                <a16:creationId xmlns:a16="http://schemas.microsoft.com/office/drawing/2014/main" id="{6E6A5350-B72A-4508-A895-C13DED85371F}"/>
              </a:ext>
            </a:extLst>
          </p:cNvPr>
          <p:cNvSpPr/>
          <p:nvPr/>
        </p:nvSpPr>
        <p:spPr bwMode="gray">
          <a:xfrm>
            <a:off x="6200794" y="1541114"/>
            <a:ext cx="1539374" cy="1460723"/>
          </a:xfrm>
          <a:prstGeom prst="ellipse">
            <a:avLst/>
          </a:prstGeom>
          <a:solidFill>
            <a:schemeClr val="accent1"/>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cxnSp>
        <p:nvCxnSpPr>
          <p:cNvPr id="52" name="Straight Connector 51">
            <a:extLst>
              <a:ext uri="{FF2B5EF4-FFF2-40B4-BE49-F238E27FC236}">
                <a16:creationId xmlns:a16="http://schemas.microsoft.com/office/drawing/2014/main" id="{CF5571D8-DB6E-4CC9-B281-CC1AC93C0692}"/>
              </a:ext>
            </a:extLst>
          </p:cNvPr>
          <p:cNvCxnSpPr>
            <a:cxnSpLocks/>
          </p:cNvCxnSpPr>
          <p:nvPr/>
        </p:nvCxnSpPr>
        <p:spPr>
          <a:xfrm>
            <a:off x="1852829" y="3163089"/>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E4A8B52F-C0AD-43CC-AF24-0008A9627FD2}"/>
              </a:ext>
            </a:extLst>
          </p:cNvPr>
          <p:cNvCxnSpPr>
            <a:cxnSpLocks/>
          </p:cNvCxnSpPr>
          <p:nvPr/>
        </p:nvCxnSpPr>
        <p:spPr>
          <a:xfrm>
            <a:off x="3558712" y="3163089"/>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09F18DAE-B5ED-4A1B-8B1E-CB7A4172B263}"/>
              </a:ext>
            </a:extLst>
          </p:cNvPr>
          <p:cNvCxnSpPr>
            <a:cxnSpLocks/>
          </p:cNvCxnSpPr>
          <p:nvPr/>
        </p:nvCxnSpPr>
        <p:spPr>
          <a:xfrm>
            <a:off x="5264597" y="3163089"/>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6441B3D4-DD39-4D91-A552-F751F89929D6}"/>
              </a:ext>
            </a:extLst>
          </p:cNvPr>
          <p:cNvCxnSpPr>
            <a:cxnSpLocks/>
          </p:cNvCxnSpPr>
          <p:nvPr/>
        </p:nvCxnSpPr>
        <p:spPr>
          <a:xfrm>
            <a:off x="6970480" y="3163089"/>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38BC6259-2406-4826-828D-43DC9F7C87F5}"/>
              </a:ext>
            </a:extLst>
          </p:cNvPr>
          <p:cNvCxnSpPr>
            <a:cxnSpLocks/>
          </p:cNvCxnSpPr>
          <p:nvPr/>
        </p:nvCxnSpPr>
        <p:spPr>
          <a:xfrm>
            <a:off x="8676364" y="3163089"/>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E965BC24-EF6D-4D7A-9869-7D79C8CC1EE5}"/>
              </a:ext>
            </a:extLst>
          </p:cNvPr>
          <p:cNvGrpSpPr>
            <a:grpSpLocks noChangeAspect="1"/>
          </p:cNvGrpSpPr>
          <p:nvPr/>
        </p:nvGrpSpPr>
        <p:grpSpPr>
          <a:xfrm>
            <a:off x="3269289" y="2013627"/>
            <a:ext cx="593517" cy="549621"/>
            <a:chOff x="12361863" y="5345113"/>
            <a:chExt cx="527050" cy="514350"/>
          </a:xfrm>
          <a:solidFill>
            <a:schemeClr val="bg1"/>
          </a:solidFill>
        </p:grpSpPr>
        <p:sp>
          <p:nvSpPr>
            <p:cNvPr id="34" name="Freeform 673">
              <a:extLst>
                <a:ext uri="{FF2B5EF4-FFF2-40B4-BE49-F238E27FC236}">
                  <a16:creationId xmlns:a16="http://schemas.microsoft.com/office/drawing/2014/main" id="{C7B5602A-40F1-41EF-A1C0-66AD499659F5}"/>
                </a:ext>
              </a:extLst>
            </p:cNvPr>
            <p:cNvSpPr>
              <a:spLocks noEditPoints="1"/>
            </p:cNvSpPr>
            <p:nvPr/>
          </p:nvSpPr>
          <p:spPr bwMode="auto">
            <a:xfrm>
              <a:off x="12493626" y="5345113"/>
              <a:ext cx="268288" cy="209550"/>
            </a:xfrm>
            <a:custGeom>
              <a:avLst/>
              <a:gdLst>
                <a:gd name="T0" fmla="*/ 5 w 121"/>
                <a:gd name="T1" fmla="*/ 94 h 94"/>
                <a:gd name="T2" fmla="*/ 116 w 121"/>
                <a:gd name="T3" fmla="*/ 94 h 94"/>
                <a:gd name="T4" fmla="*/ 121 w 121"/>
                <a:gd name="T5" fmla="*/ 89 h 94"/>
                <a:gd name="T6" fmla="*/ 121 w 121"/>
                <a:gd name="T7" fmla="*/ 5 h 94"/>
                <a:gd name="T8" fmla="*/ 116 w 121"/>
                <a:gd name="T9" fmla="*/ 0 h 94"/>
                <a:gd name="T10" fmla="*/ 5 w 121"/>
                <a:gd name="T11" fmla="*/ 0 h 94"/>
                <a:gd name="T12" fmla="*/ 0 w 121"/>
                <a:gd name="T13" fmla="*/ 5 h 94"/>
                <a:gd name="T14" fmla="*/ 0 w 121"/>
                <a:gd name="T15" fmla="*/ 89 h 94"/>
                <a:gd name="T16" fmla="*/ 5 w 121"/>
                <a:gd name="T17" fmla="*/ 94 h 94"/>
                <a:gd name="T18" fmla="*/ 9 w 121"/>
                <a:gd name="T19" fmla="*/ 9 h 94"/>
                <a:gd name="T20" fmla="*/ 111 w 121"/>
                <a:gd name="T21" fmla="*/ 9 h 94"/>
                <a:gd name="T22" fmla="*/ 111 w 121"/>
                <a:gd name="T23" fmla="*/ 84 h 94"/>
                <a:gd name="T24" fmla="*/ 9 w 121"/>
                <a:gd name="T25" fmla="*/ 84 h 94"/>
                <a:gd name="T26" fmla="*/ 9 w 121"/>
                <a:gd name="T27" fmla="*/ 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94">
                  <a:moveTo>
                    <a:pt x="5" y="94"/>
                  </a:moveTo>
                  <a:cubicBezTo>
                    <a:pt x="116" y="94"/>
                    <a:pt x="116" y="94"/>
                    <a:pt x="116" y="94"/>
                  </a:cubicBezTo>
                  <a:cubicBezTo>
                    <a:pt x="118" y="94"/>
                    <a:pt x="121" y="92"/>
                    <a:pt x="121" y="89"/>
                  </a:cubicBezTo>
                  <a:cubicBezTo>
                    <a:pt x="121" y="5"/>
                    <a:pt x="121" y="5"/>
                    <a:pt x="121" y="5"/>
                  </a:cubicBezTo>
                  <a:cubicBezTo>
                    <a:pt x="121" y="2"/>
                    <a:pt x="118" y="0"/>
                    <a:pt x="116" y="0"/>
                  </a:cubicBezTo>
                  <a:cubicBezTo>
                    <a:pt x="5" y="0"/>
                    <a:pt x="5" y="0"/>
                    <a:pt x="5" y="0"/>
                  </a:cubicBezTo>
                  <a:cubicBezTo>
                    <a:pt x="2" y="0"/>
                    <a:pt x="0" y="2"/>
                    <a:pt x="0" y="5"/>
                  </a:cubicBezTo>
                  <a:cubicBezTo>
                    <a:pt x="0" y="89"/>
                    <a:pt x="0" y="89"/>
                    <a:pt x="0" y="89"/>
                  </a:cubicBezTo>
                  <a:cubicBezTo>
                    <a:pt x="0" y="92"/>
                    <a:pt x="2" y="94"/>
                    <a:pt x="5" y="94"/>
                  </a:cubicBezTo>
                  <a:close/>
                  <a:moveTo>
                    <a:pt x="9" y="9"/>
                  </a:moveTo>
                  <a:cubicBezTo>
                    <a:pt x="111" y="9"/>
                    <a:pt x="111" y="9"/>
                    <a:pt x="111" y="9"/>
                  </a:cubicBezTo>
                  <a:cubicBezTo>
                    <a:pt x="111" y="84"/>
                    <a:pt x="111" y="84"/>
                    <a:pt x="111" y="84"/>
                  </a:cubicBezTo>
                  <a:cubicBezTo>
                    <a:pt x="9" y="84"/>
                    <a:pt x="9" y="84"/>
                    <a:pt x="9" y="84"/>
                  </a:cubicBezTo>
                  <a:lnTo>
                    <a:pt x="9" y="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5" name="Freeform 674">
              <a:extLst>
                <a:ext uri="{FF2B5EF4-FFF2-40B4-BE49-F238E27FC236}">
                  <a16:creationId xmlns:a16="http://schemas.microsoft.com/office/drawing/2014/main" id="{BD6E1349-6D56-405B-8057-7C11AF6CBCAE}"/>
                </a:ext>
              </a:extLst>
            </p:cNvPr>
            <p:cNvSpPr>
              <a:spLocks noEditPoints="1"/>
            </p:cNvSpPr>
            <p:nvPr/>
          </p:nvSpPr>
          <p:spPr bwMode="auto">
            <a:xfrm>
              <a:off x="12361863" y="5745163"/>
              <a:ext cx="139700" cy="114300"/>
            </a:xfrm>
            <a:custGeom>
              <a:avLst/>
              <a:gdLst>
                <a:gd name="T0" fmla="*/ 58 w 63"/>
                <a:gd name="T1" fmla="*/ 0 h 51"/>
                <a:gd name="T2" fmla="*/ 5 w 63"/>
                <a:gd name="T3" fmla="*/ 0 h 51"/>
                <a:gd name="T4" fmla="*/ 0 w 63"/>
                <a:gd name="T5" fmla="*/ 5 h 51"/>
                <a:gd name="T6" fmla="*/ 0 w 63"/>
                <a:gd name="T7" fmla="*/ 46 h 51"/>
                <a:gd name="T8" fmla="*/ 5 w 63"/>
                <a:gd name="T9" fmla="*/ 51 h 51"/>
                <a:gd name="T10" fmla="*/ 58 w 63"/>
                <a:gd name="T11" fmla="*/ 51 h 51"/>
                <a:gd name="T12" fmla="*/ 63 w 63"/>
                <a:gd name="T13" fmla="*/ 46 h 51"/>
                <a:gd name="T14" fmla="*/ 63 w 63"/>
                <a:gd name="T15" fmla="*/ 5 h 51"/>
                <a:gd name="T16" fmla="*/ 58 w 63"/>
                <a:gd name="T17" fmla="*/ 0 h 51"/>
                <a:gd name="T18" fmla="*/ 53 w 63"/>
                <a:gd name="T19" fmla="*/ 41 h 51"/>
                <a:gd name="T20" fmla="*/ 10 w 63"/>
                <a:gd name="T21" fmla="*/ 41 h 51"/>
                <a:gd name="T22" fmla="*/ 10 w 63"/>
                <a:gd name="T23" fmla="*/ 10 h 51"/>
                <a:gd name="T24" fmla="*/ 53 w 63"/>
                <a:gd name="T25" fmla="*/ 10 h 51"/>
                <a:gd name="T26" fmla="*/ 53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8" y="0"/>
                  </a:moveTo>
                  <a:cubicBezTo>
                    <a:pt x="5" y="0"/>
                    <a:pt x="5" y="0"/>
                    <a:pt x="5" y="0"/>
                  </a:cubicBezTo>
                  <a:cubicBezTo>
                    <a:pt x="2" y="0"/>
                    <a:pt x="0" y="2"/>
                    <a:pt x="0" y="5"/>
                  </a:cubicBezTo>
                  <a:cubicBezTo>
                    <a:pt x="0" y="46"/>
                    <a:pt x="0" y="46"/>
                    <a:pt x="0" y="46"/>
                  </a:cubicBezTo>
                  <a:cubicBezTo>
                    <a:pt x="0" y="49"/>
                    <a:pt x="2" y="51"/>
                    <a:pt x="5" y="51"/>
                  </a:cubicBezTo>
                  <a:cubicBezTo>
                    <a:pt x="58" y="51"/>
                    <a:pt x="58" y="51"/>
                    <a:pt x="58" y="51"/>
                  </a:cubicBezTo>
                  <a:cubicBezTo>
                    <a:pt x="61" y="51"/>
                    <a:pt x="63" y="49"/>
                    <a:pt x="63" y="46"/>
                  </a:cubicBezTo>
                  <a:cubicBezTo>
                    <a:pt x="63" y="5"/>
                    <a:pt x="63" y="5"/>
                    <a:pt x="63" y="5"/>
                  </a:cubicBezTo>
                  <a:cubicBezTo>
                    <a:pt x="63" y="2"/>
                    <a:pt x="61" y="0"/>
                    <a:pt x="58" y="0"/>
                  </a:cubicBezTo>
                  <a:close/>
                  <a:moveTo>
                    <a:pt x="53" y="41"/>
                  </a:moveTo>
                  <a:cubicBezTo>
                    <a:pt x="10" y="41"/>
                    <a:pt x="10" y="41"/>
                    <a:pt x="10" y="41"/>
                  </a:cubicBezTo>
                  <a:cubicBezTo>
                    <a:pt x="10" y="10"/>
                    <a:pt x="10" y="10"/>
                    <a:pt x="10" y="10"/>
                  </a:cubicBezTo>
                  <a:cubicBezTo>
                    <a:pt x="53" y="10"/>
                    <a:pt x="53" y="10"/>
                    <a:pt x="53" y="10"/>
                  </a:cubicBezTo>
                  <a:lnTo>
                    <a:pt x="53" y="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6" name="Freeform 675">
              <a:extLst>
                <a:ext uri="{FF2B5EF4-FFF2-40B4-BE49-F238E27FC236}">
                  <a16:creationId xmlns:a16="http://schemas.microsoft.com/office/drawing/2014/main" id="{39C56B10-4363-479C-94C6-190FC8026F18}"/>
                </a:ext>
              </a:extLst>
            </p:cNvPr>
            <p:cNvSpPr>
              <a:spLocks noEditPoints="1"/>
            </p:cNvSpPr>
            <p:nvPr/>
          </p:nvSpPr>
          <p:spPr bwMode="auto">
            <a:xfrm>
              <a:off x="12555538" y="5745163"/>
              <a:ext cx="139700" cy="114300"/>
            </a:xfrm>
            <a:custGeom>
              <a:avLst/>
              <a:gdLst>
                <a:gd name="T0" fmla="*/ 58 w 63"/>
                <a:gd name="T1" fmla="*/ 0 h 51"/>
                <a:gd name="T2" fmla="*/ 5 w 63"/>
                <a:gd name="T3" fmla="*/ 0 h 51"/>
                <a:gd name="T4" fmla="*/ 0 w 63"/>
                <a:gd name="T5" fmla="*/ 5 h 51"/>
                <a:gd name="T6" fmla="*/ 0 w 63"/>
                <a:gd name="T7" fmla="*/ 46 h 51"/>
                <a:gd name="T8" fmla="*/ 5 w 63"/>
                <a:gd name="T9" fmla="*/ 51 h 51"/>
                <a:gd name="T10" fmla="*/ 58 w 63"/>
                <a:gd name="T11" fmla="*/ 51 h 51"/>
                <a:gd name="T12" fmla="*/ 63 w 63"/>
                <a:gd name="T13" fmla="*/ 46 h 51"/>
                <a:gd name="T14" fmla="*/ 63 w 63"/>
                <a:gd name="T15" fmla="*/ 5 h 51"/>
                <a:gd name="T16" fmla="*/ 58 w 63"/>
                <a:gd name="T17" fmla="*/ 0 h 51"/>
                <a:gd name="T18" fmla="*/ 54 w 63"/>
                <a:gd name="T19" fmla="*/ 41 h 51"/>
                <a:gd name="T20" fmla="*/ 10 w 63"/>
                <a:gd name="T21" fmla="*/ 41 h 51"/>
                <a:gd name="T22" fmla="*/ 10 w 63"/>
                <a:gd name="T23" fmla="*/ 10 h 51"/>
                <a:gd name="T24" fmla="*/ 54 w 63"/>
                <a:gd name="T25" fmla="*/ 10 h 51"/>
                <a:gd name="T26" fmla="*/ 54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8" y="0"/>
                  </a:moveTo>
                  <a:cubicBezTo>
                    <a:pt x="5" y="0"/>
                    <a:pt x="5" y="0"/>
                    <a:pt x="5" y="0"/>
                  </a:cubicBezTo>
                  <a:cubicBezTo>
                    <a:pt x="2" y="0"/>
                    <a:pt x="0" y="2"/>
                    <a:pt x="0" y="5"/>
                  </a:cubicBezTo>
                  <a:cubicBezTo>
                    <a:pt x="0" y="46"/>
                    <a:pt x="0" y="46"/>
                    <a:pt x="0" y="46"/>
                  </a:cubicBezTo>
                  <a:cubicBezTo>
                    <a:pt x="0" y="49"/>
                    <a:pt x="2" y="51"/>
                    <a:pt x="5" y="51"/>
                  </a:cubicBezTo>
                  <a:cubicBezTo>
                    <a:pt x="58" y="51"/>
                    <a:pt x="58" y="51"/>
                    <a:pt x="58" y="51"/>
                  </a:cubicBezTo>
                  <a:cubicBezTo>
                    <a:pt x="61" y="51"/>
                    <a:pt x="63" y="49"/>
                    <a:pt x="63" y="46"/>
                  </a:cubicBezTo>
                  <a:cubicBezTo>
                    <a:pt x="63" y="5"/>
                    <a:pt x="63" y="5"/>
                    <a:pt x="63" y="5"/>
                  </a:cubicBezTo>
                  <a:cubicBezTo>
                    <a:pt x="63" y="2"/>
                    <a:pt x="61" y="0"/>
                    <a:pt x="58" y="0"/>
                  </a:cubicBezTo>
                  <a:close/>
                  <a:moveTo>
                    <a:pt x="54" y="41"/>
                  </a:moveTo>
                  <a:cubicBezTo>
                    <a:pt x="10" y="41"/>
                    <a:pt x="10" y="41"/>
                    <a:pt x="10" y="41"/>
                  </a:cubicBezTo>
                  <a:cubicBezTo>
                    <a:pt x="10" y="10"/>
                    <a:pt x="10" y="10"/>
                    <a:pt x="10" y="10"/>
                  </a:cubicBezTo>
                  <a:cubicBezTo>
                    <a:pt x="54" y="10"/>
                    <a:pt x="54" y="10"/>
                    <a:pt x="54" y="10"/>
                  </a:cubicBezTo>
                  <a:lnTo>
                    <a:pt x="54" y="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7" name="Freeform 676">
              <a:extLst>
                <a:ext uri="{FF2B5EF4-FFF2-40B4-BE49-F238E27FC236}">
                  <a16:creationId xmlns:a16="http://schemas.microsoft.com/office/drawing/2014/main" id="{60900312-1E21-4389-B409-5F16D2FACF51}"/>
                </a:ext>
              </a:extLst>
            </p:cNvPr>
            <p:cNvSpPr>
              <a:spLocks noEditPoints="1"/>
            </p:cNvSpPr>
            <p:nvPr/>
          </p:nvSpPr>
          <p:spPr bwMode="auto">
            <a:xfrm>
              <a:off x="12749213" y="5745163"/>
              <a:ext cx="139700" cy="114300"/>
            </a:xfrm>
            <a:custGeom>
              <a:avLst/>
              <a:gdLst>
                <a:gd name="T0" fmla="*/ 59 w 63"/>
                <a:gd name="T1" fmla="*/ 0 h 51"/>
                <a:gd name="T2" fmla="*/ 5 w 63"/>
                <a:gd name="T3" fmla="*/ 0 h 51"/>
                <a:gd name="T4" fmla="*/ 0 w 63"/>
                <a:gd name="T5" fmla="*/ 5 h 51"/>
                <a:gd name="T6" fmla="*/ 0 w 63"/>
                <a:gd name="T7" fmla="*/ 46 h 51"/>
                <a:gd name="T8" fmla="*/ 5 w 63"/>
                <a:gd name="T9" fmla="*/ 51 h 51"/>
                <a:gd name="T10" fmla="*/ 59 w 63"/>
                <a:gd name="T11" fmla="*/ 51 h 51"/>
                <a:gd name="T12" fmla="*/ 63 w 63"/>
                <a:gd name="T13" fmla="*/ 46 h 51"/>
                <a:gd name="T14" fmla="*/ 63 w 63"/>
                <a:gd name="T15" fmla="*/ 5 h 51"/>
                <a:gd name="T16" fmla="*/ 59 w 63"/>
                <a:gd name="T17" fmla="*/ 0 h 51"/>
                <a:gd name="T18" fmla="*/ 54 w 63"/>
                <a:gd name="T19" fmla="*/ 41 h 51"/>
                <a:gd name="T20" fmla="*/ 10 w 63"/>
                <a:gd name="T21" fmla="*/ 41 h 51"/>
                <a:gd name="T22" fmla="*/ 10 w 63"/>
                <a:gd name="T23" fmla="*/ 10 h 51"/>
                <a:gd name="T24" fmla="*/ 54 w 63"/>
                <a:gd name="T25" fmla="*/ 10 h 51"/>
                <a:gd name="T26" fmla="*/ 54 w 63"/>
                <a:gd name="T2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1">
                  <a:moveTo>
                    <a:pt x="59" y="0"/>
                  </a:moveTo>
                  <a:cubicBezTo>
                    <a:pt x="5" y="0"/>
                    <a:pt x="5" y="0"/>
                    <a:pt x="5" y="0"/>
                  </a:cubicBezTo>
                  <a:cubicBezTo>
                    <a:pt x="2" y="0"/>
                    <a:pt x="0" y="2"/>
                    <a:pt x="0" y="5"/>
                  </a:cubicBezTo>
                  <a:cubicBezTo>
                    <a:pt x="0" y="46"/>
                    <a:pt x="0" y="46"/>
                    <a:pt x="0" y="46"/>
                  </a:cubicBezTo>
                  <a:cubicBezTo>
                    <a:pt x="0" y="49"/>
                    <a:pt x="2" y="51"/>
                    <a:pt x="5" y="51"/>
                  </a:cubicBezTo>
                  <a:cubicBezTo>
                    <a:pt x="59" y="51"/>
                    <a:pt x="59" y="51"/>
                    <a:pt x="59" y="51"/>
                  </a:cubicBezTo>
                  <a:cubicBezTo>
                    <a:pt x="61" y="51"/>
                    <a:pt x="63" y="49"/>
                    <a:pt x="63" y="46"/>
                  </a:cubicBezTo>
                  <a:cubicBezTo>
                    <a:pt x="63" y="5"/>
                    <a:pt x="63" y="5"/>
                    <a:pt x="63" y="5"/>
                  </a:cubicBezTo>
                  <a:cubicBezTo>
                    <a:pt x="63" y="2"/>
                    <a:pt x="61" y="0"/>
                    <a:pt x="59" y="0"/>
                  </a:cubicBezTo>
                  <a:close/>
                  <a:moveTo>
                    <a:pt x="54" y="41"/>
                  </a:moveTo>
                  <a:cubicBezTo>
                    <a:pt x="10" y="41"/>
                    <a:pt x="10" y="41"/>
                    <a:pt x="10" y="41"/>
                  </a:cubicBezTo>
                  <a:cubicBezTo>
                    <a:pt x="10" y="10"/>
                    <a:pt x="10" y="10"/>
                    <a:pt x="10" y="10"/>
                  </a:cubicBezTo>
                  <a:cubicBezTo>
                    <a:pt x="54" y="10"/>
                    <a:pt x="54" y="10"/>
                    <a:pt x="54" y="10"/>
                  </a:cubicBezTo>
                  <a:lnTo>
                    <a:pt x="54" y="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8" name="Freeform 677">
              <a:extLst>
                <a:ext uri="{FF2B5EF4-FFF2-40B4-BE49-F238E27FC236}">
                  <a16:creationId xmlns:a16="http://schemas.microsoft.com/office/drawing/2014/main" id="{1E421E51-E4FA-4974-86FB-7EF669136E45}"/>
                </a:ext>
              </a:extLst>
            </p:cNvPr>
            <p:cNvSpPr>
              <a:spLocks/>
            </p:cNvSpPr>
            <p:nvPr/>
          </p:nvSpPr>
          <p:spPr bwMode="auto">
            <a:xfrm>
              <a:off x="12415838" y="5584825"/>
              <a:ext cx="419100" cy="125413"/>
            </a:xfrm>
            <a:custGeom>
              <a:avLst/>
              <a:gdLst>
                <a:gd name="T0" fmla="*/ 5 w 189"/>
                <a:gd name="T1" fmla="*/ 56 h 56"/>
                <a:gd name="T2" fmla="*/ 10 w 189"/>
                <a:gd name="T3" fmla="*/ 51 h 56"/>
                <a:gd name="T4" fmla="*/ 10 w 189"/>
                <a:gd name="T5" fmla="*/ 33 h 56"/>
                <a:gd name="T6" fmla="*/ 90 w 189"/>
                <a:gd name="T7" fmla="*/ 33 h 56"/>
                <a:gd name="T8" fmla="*/ 90 w 189"/>
                <a:gd name="T9" fmla="*/ 51 h 56"/>
                <a:gd name="T10" fmla="*/ 95 w 189"/>
                <a:gd name="T11" fmla="*/ 56 h 56"/>
                <a:gd name="T12" fmla="*/ 100 w 189"/>
                <a:gd name="T13" fmla="*/ 51 h 56"/>
                <a:gd name="T14" fmla="*/ 100 w 189"/>
                <a:gd name="T15" fmla="*/ 33 h 56"/>
                <a:gd name="T16" fmla="*/ 180 w 189"/>
                <a:gd name="T17" fmla="*/ 33 h 56"/>
                <a:gd name="T18" fmla="*/ 180 w 189"/>
                <a:gd name="T19" fmla="*/ 51 h 56"/>
                <a:gd name="T20" fmla="*/ 185 w 189"/>
                <a:gd name="T21" fmla="*/ 56 h 56"/>
                <a:gd name="T22" fmla="*/ 189 w 189"/>
                <a:gd name="T23" fmla="*/ 51 h 56"/>
                <a:gd name="T24" fmla="*/ 189 w 189"/>
                <a:gd name="T25" fmla="*/ 29 h 56"/>
                <a:gd name="T26" fmla="*/ 185 w 189"/>
                <a:gd name="T27" fmla="*/ 24 h 56"/>
                <a:gd name="T28" fmla="*/ 100 w 189"/>
                <a:gd name="T29" fmla="*/ 24 h 56"/>
                <a:gd name="T30" fmla="*/ 100 w 189"/>
                <a:gd name="T31" fmla="*/ 5 h 56"/>
                <a:gd name="T32" fmla="*/ 95 w 189"/>
                <a:gd name="T33" fmla="*/ 0 h 56"/>
                <a:gd name="T34" fmla="*/ 90 w 189"/>
                <a:gd name="T35" fmla="*/ 5 h 56"/>
                <a:gd name="T36" fmla="*/ 90 w 189"/>
                <a:gd name="T37" fmla="*/ 24 h 56"/>
                <a:gd name="T38" fmla="*/ 5 w 189"/>
                <a:gd name="T39" fmla="*/ 24 h 56"/>
                <a:gd name="T40" fmla="*/ 0 w 189"/>
                <a:gd name="T41" fmla="*/ 29 h 56"/>
                <a:gd name="T42" fmla="*/ 0 w 189"/>
                <a:gd name="T43" fmla="*/ 51 h 56"/>
                <a:gd name="T44" fmla="*/ 5 w 189"/>
                <a:gd name="T4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56">
                  <a:moveTo>
                    <a:pt x="5" y="56"/>
                  </a:moveTo>
                  <a:cubicBezTo>
                    <a:pt x="8" y="56"/>
                    <a:pt x="10" y="53"/>
                    <a:pt x="10" y="51"/>
                  </a:cubicBezTo>
                  <a:cubicBezTo>
                    <a:pt x="10" y="33"/>
                    <a:pt x="10" y="33"/>
                    <a:pt x="10" y="33"/>
                  </a:cubicBezTo>
                  <a:cubicBezTo>
                    <a:pt x="90" y="33"/>
                    <a:pt x="90" y="33"/>
                    <a:pt x="90" y="33"/>
                  </a:cubicBezTo>
                  <a:cubicBezTo>
                    <a:pt x="90" y="51"/>
                    <a:pt x="90" y="51"/>
                    <a:pt x="90" y="51"/>
                  </a:cubicBezTo>
                  <a:cubicBezTo>
                    <a:pt x="90" y="53"/>
                    <a:pt x="93" y="56"/>
                    <a:pt x="95" y="56"/>
                  </a:cubicBezTo>
                  <a:cubicBezTo>
                    <a:pt x="98" y="56"/>
                    <a:pt x="100" y="53"/>
                    <a:pt x="100" y="51"/>
                  </a:cubicBezTo>
                  <a:cubicBezTo>
                    <a:pt x="100" y="33"/>
                    <a:pt x="100" y="33"/>
                    <a:pt x="100" y="33"/>
                  </a:cubicBezTo>
                  <a:cubicBezTo>
                    <a:pt x="180" y="33"/>
                    <a:pt x="180" y="33"/>
                    <a:pt x="180" y="33"/>
                  </a:cubicBezTo>
                  <a:cubicBezTo>
                    <a:pt x="180" y="51"/>
                    <a:pt x="180" y="51"/>
                    <a:pt x="180" y="51"/>
                  </a:cubicBezTo>
                  <a:cubicBezTo>
                    <a:pt x="180" y="53"/>
                    <a:pt x="182" y="56"/>
                    <a:pt x="185" y="56"/>
                  </a:cubicBezTo>
                  <a:cubicBezTo>
                    <a:pt x="187" y="56"/>
                    <a:pt x="189" y="53"/>
                    <a:pt x="189" y="51"/>
                  </a:cubicBezTo>
                  <a:cubicBezTo>
                    <a:pt x="189" y="29"/>
                    <a:pt x="189" y="29"/>
                    <a:pt x="189" y="29"/>
                  </a:cubicBezTo>
                  <a:cubicBezTo>
                    <a:pt x="189" y="26"/>
                    <a:pt x="187" y="24"/>
                    <a:pt x="185" y="24"/>
                  </a:cubicBezTo>
                  <a:cubicBezTo>
                    <a:pt x="100" y="24"/>
                    <a:pt x="100" y="24"/>
                    <a:pt x="100" y="24"/>
                  </a:cubicBezTo>
                  <a:cubicBezTo>
                    <a:pt x="100" y="5"/>
                    <a:pt x="100" y="5"/>
                    <a:pt x="100" y="5"/>
                  </a:cubicBezTo>
                  <a:cubicBezTo>
                    <a:pt x="100" y="3"/>
                    <a:pt x="98" y="0"/>
                    <a:pt x="95" y="0"/>
                  </a:cubicBezTo>
                  <a:cubicBezTo>
                    <a:pt x="93" y="0"/>
                    <a:pt x="90" y="3"/>
                    <a:pt x="90" y="5"/>
                  </a:cubicBezTo>
                  <a:cubicBezTo>
                    <a:pt x="90" y="24"/>
                    <a:pt x="90" y="24"/>
                    <a:pt x="90" y="24"/>
                  </a:cubicBezTo>
                  <a:cubicBezTo>
                    <a:pt x="5" y="24"/>
                    <a:pt x="5" y="24"/>
                    <a:pt x="5" y="24"/>
                  </a:cubicBezTo>
                  <a:cubicBezTo>
                    <a:pt x="2" y="24"/>
                    <a:pt x="0" y="26"/>
                    <a:pt x="0" y="29"/>
                  </a:cubicBezTo>
                  <a:cubicBezTo>
                    <a:pt x="0" y="51"/>
                    <a:pt x="0" y="51"/>
                    <a:pt x="0" y="51"/>
                  </a:cubicBezTo>
                  <a:cubicBezTo>
                    <a:pt x="0" y="53"/>
                    <a:pt x="2" y="56"/>
                    <a:pt x="5" y="5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grpSp>
        <p:nvGrpSpPr>
          <p:cNvPr id="15" name="Group 14">
            <a:extLst>
              <a:ext uri="{FF2B5EF4-FFF2-40B4-BE49-F238E27FC236}">
                <a16:creationId xmlns:a16="http://schemas.microsoft.com/office/drawing/2014/main" id="{C033119B-12A9-489A-A5C8-B34FAD4A4D3C}"/>
              </a:ext>
            </a:extLst>
          </p:cNvPr>
          <p:cNvGrpSpPr>
            <a:grpSpLocks noChangeAspect="1"/>
          </p:cNvGrpSpPr>
          <p:nvPr/>
        </p:nvGrpSpPr>
        <p:grpSpPr>
          <a:xfrm>
            <a:off x="4959792" y="2014475"/>
            <a:ext cx="609607" cy="547925"/>
            <a:chOff x="4662488" y="4738688"/>
            <a:chExt cx="541338" cy="512762"/>
          </a:xfrm>
          <a:solidFill>
            <a:schemeClr val="bg1"/>
          </a:solidFill>
        </p:grpSpPr>
        <p:sp>
          <p:nvSpPr>
            <p:cNvPr id="32" name="Freeform 198">
              <a:extLst>
                <a:ext uri="{FF2B5EF4-FFF2-40B4-BE49-F238E27FC236}">
                  <a16:creationId xmlns:a16="http://schemas.microsoft.com/office/drawing/2014/main" id="{5CFBE943-804D-417E-9932-D604CFFB8670}"/>
                </a:ext>
              </a:extLst>
            </p:cNvPr>
            <p:cNvSpPr>
              <a:spLocks/>
            </p:cNvSpPr>
            <p:nvPr/>
          </p:nvSpPr>
          <p:spPr bwMode="auto">
            <a:xfrm>
              <a:off x="4662488" y="4738688"/>
              <a:ext cx="541338" cy="511175"/>
            </a:xfrm>
            <a:custGeom>
              <a:avLst/>
              <a:gdLst>
                <a:gd name="T0" fmla="*/ 235 w 237"/>
                <a:gd name="T1" fmla="*/ 85 h 223"/>
                <a:gd name="T2" fmla="*/ 225 w 237"/>
                <a:gd name="T3" fmla="*/ 77 h 223"/>
                <a:gd name="T4" fmla="*/ 153 w 237"/>
                <a:gd name="T5" fmla="*/ 75 h 223"/>
                <a:gd name="T6" fmla="*/ 129 w 237"/>
                <a:gd name="T7" fmla="*/ 8 h 223"/>
                <a:gd name="T8" fmla="*/ 118 w 237"/>
                <a:gd name="T9" fmla="*/ 0 h 223"/>
                <a:gd name="T10" fmla="*/ 108 w 237"/>
                <a:gd name="T11" fmla="*/ 8 h 223"/>
                <a:gd name="T12" fmla="*/ 84 w 237"/>
                <a:gd name="T13" fmla="*/ 75 h 223"/>
                <a:gd name="T14" fmla="*/ 12 w 237"/>
                <a:gd name="T15" fmla="*/ 77 h 223"/>
                <a:gd name="T16" fmla="*/ 2 w 237"/>
                <a:gd name="T17" fmla="*/ 85 h 223"/>
                <a:gd name="T18" fmla="*/ 6 w 237"/>
                <a:gd name="T19" fmla="*/ 97 h 223"/>
                <a:gd name="T20" fmla="*/ 63 w 237"/>
                <a:gd name="T21" fmla="*/ 140 h 223"/>
                <a:gd name="T22" fmla="*/ 42 w 237"/>
                <a:gd name="T23" fmla="*/ 208 h 223"/>
                <a:gd name="T24" fmla="*/ 46 w 237"/>
                <a:gd name="T25" fmla="*/ 220 h 223"/>
                <a:gd name="T26" fmla="*/ 53 w 237"/>
                <a:gd name="T27" fmla="*/ 223 h 223"/>
                <a:gd name="T28" fmla="*/ 60 w 237"/>
                <a:gd name="T29" fmla="*/ 221 h 223"/>
                <a:gd name="T30" fmla="*/ 121 w 237"/>
                <a:gd name="T31" fmla="*/ 178 h 223"/>
                <a:gd name="T32" fmla="*/ 122 w 237"/>
                <a:gd name="T33" fmla="*/ 172 h 223"/>
                <a:gd name="T34" fmla="*/ 116 w 237"/>
                <a:gd name="T35" fmla="*/ 170 h 223"/>
                <a:gd name="T36" fmla="*/ 54 w 237"/>
                <a:gd name="T37" fmla="*/ 213 h 223"/>
                <a:gd name="T38" fmla="*/ 52 w 237"/>
                <a:gd name="T39" fmla="*/ 213 h 223"/>
                <a:gd name="T40" fmla="*/ 51 w 237"/>
                <a:gd name="T41" fmla="*/ 211 h 223"/>
                <a:gd name="T42" fmla="*/ 73 w 237"/>
                <a:gd name="T43" fmla="*/ 140 h 223"/>
                <a:gd name="T44" fmla="*/ 71 w 237"/>
                <a:gd name="T45" fmla="*/ 134 h 223"/>
                <a:gd name="T46" fmla="*/ 11 w 237"/>
                <a:gd name="T47" fmla="*/ 90 h 223"/>
                <a:gd name="T48" fmla="*/ 11 w 237"/>
                <a:gd name="T49" fmla="*/ 87 h 223"/>
                <a:gd name="T50" fmla="*/ 13 w 237"/>
                <a:gd name="T51" fmla="*/ 86 h 223"/>
                <a:gd name="T52" fmla="*/ 88 w 237"/>
                <a:gd name="T53" fmla="*/ 84 h 223"/>
                <a:gd name="T54" fmla="*/ 92 w 237"/>
                <a:gd name="T55" fmla="*/ 81 h 223"/>
                <a:gd name="T56" fmla="*/ 117 w 237"/>
                <a:gd name="T57" fmla="*/ 11 h 223"/>
                <a:gd name="T58" fmla="*/ 120 w 237"/>
                <a:gd name="T59" fmla="*/ 11 h 223"/>
                <a:gd name="T60" fmla="*/ 145 w 237"/>
                <a:gd name="T61" fmla="*/ 81 h 223"/>
                <a:gd name="T62" fmla="*/ 149 w 237"/>
                <a:gd name="T63" fmla="*/ 84 h 223"/>
                <a:gd name="T64" fmla="*/ 224 w 237"/>
                <a:gd name="T65" fmla="*/ 86 h 223"/>
                <a:gd name="T66" fmla="*/ 226 w 237"/>
                <a:gd name="T67" fmla="*/ 87 h 223"/>
                <a:gd name="T68" fmla="*/ 225 w 237"/>
                <a:gd name="T69" fmla="*/ 90 h 223"/>
                <a:gd name="T70" fmla="*/ 189 w 237"/>
                <a:gd name="T71" fmla="*/ 117 h 223"/>
                <a:gd name="T72" fmla="*/ 188 w 237"/>
                <a:gd name="T73" fmla="*/ 123 h 223"/>
                <a:gd name="T74" fmla="*/ 195 w 237"/>
                <a:gd name="T75" fmla="*/ 124 h 223"/>
                <a:gd name="T76" fmla="*/ 231 w 237"/>
                <a:gd name="T77" fmla="*/ 97 h 223"/>
                <a:gd name="T78" fmla="*/ 235 w 237"/>
                <a:gd name="T79" fmla="*/ 8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7" h="223">
                  <a:moveTo>
                    <a:pt x="235" y="85"/>
                  </a:moveTo>
                  <a:cubicBezTo>
                    <a:pt x="234" y="80"/>
                    <a:pt x="229" y="77"/>
                    <a:pt x="225" y="77"/>
                  </a:cubicBezTo>
                  <a:cubicBezTo>
                    <a:pt x="153" y="75"/>
                    <a:pt x="153" y="75"/>
                    <a:pt x="153" y="75"/>
                  </a:cubicBezTo>
                  <a:cubicBezTo>
                    <a:pt x="129" y="8"/>
                    <a:pt x="129" y="8"/>
                    <a:pt x="129" y="8"/>
                  </a:cubicBezTo>
                  <a:cubicBezTo>
                    <a:pt x="128" y="4"/>
                    <a:pt x="123" y="0"/>
                    <a:pt x="118" y="0"/>
                  </a:cubicBezTo>
                  <a:cubicBezTo>
                    <a:pt x="114" y="0"/>
                    <a:pt x="109" y="4"/>
                    <a:pt x="108" y="8"/>
                  </a:cubicBezTo>
                  <a:cubicBezTo>
                    <a:pt x="84" y="75"/>
                    <a:pt x="84" y="75"/>
                    <a:pt x="84" y="75"/>
                  </a:cubicBezTo>
                  <a:cubicBezTo>
                    <a:pt x="12" y="77"/>
                    <a:pt x="12" y="77"/>
                    <a:pt x="12" y="77"/>
                  </a:cubicBezTo>
                  <a:cubicBezTo>
                    <a:pt x="7" y="77"/>
                    <a:pt x="3" y="80"/>
                    <a:pt x="2" y="85"/>
                  </a:cubicBezTo>
                  <a:cubicBezTo>
                    <a:pt x="0" y="89"/>
                    <a:pt x="2" y="94"/>
                    <a:pt x="6" y="97"/>
                  </a:cubicBezTo>
                  <a:cubicBezTo>
                    <a:pt x="63" y="140"/>
                    <a:pt x="63" y="140"/>
                    <a:pt x="63" y="140"/>
                  </a:cubicBezTo>
                  <a:cubicBezTo>
                    <a:pt x="42" y="208"/>
                    <a:pt x="42" y="208"/>
                    <a:pt x="42" y="208"/>
                  </a:cubicBezTo>
                  <a:cubicBezTo>
                    <a:pt x="41" y="212"/>
                    <a:pt x="42" y="218"/>
                    <a:pt x="46" y="220"/>
                  </a:cubicBezTo>
                  <a:cubicBezTo>
                    <a:pt x="48" y="222"/>
                    <a:pt x="51" y="223"/>
                    <a:pt x="53" y="223"/>
                  </a:cubicBezTo>
                  <a:cubicBezTo>
                    <a:pt x="55" y="223"/>
                    <a:pt x="58" y="222"/>
                    <a:pt x="60" y="221"/>
                  </a:cubicBezTo>
                  <a:cubicBezTo>
                    <a:pt x="121" y="178"/>
                    <a:pt x="121" y="178"/>
                    <a:pt x="121" y="178"/>
                  </a:cubicBezTo>
                  <a:cubicBezTo>
                    <a:pt x="123" y="177"/>
                    <a:pt x="124" y="174"/>
                    <a:pt x="122" y="172"/>
                  </a:cubicBezTo>
                  <a:cubicBezTo>
                    <a:pt x="121" y="169"/>
                    <a:pt x="118" y="169"/>
                    <a:pt x="116" y="170"/>
                  </a:cubicBezTo>
                  <a:cubicBezTo>
                    <a:pt x="54" y="213"/>
                    <a:pt x="54" y="213"/>
                    <a:pt x="54" y="213"/>
                  </a:cubicBezTo>
                  <a:cubicBezTo>
                    <a:pt x="53" y="213"/>
                    <a:pt x="53" y="213"/>
                    <a:pt x="52" y="213"/>
                  </a:cubicBezTo>
                  <a:cubicBezTo>
                    <a:pt x="51" y="212"/>
                    <a:pt x="51" y="211"/>
                    <a:pt x="51" y="211"/>
                  </a:cubicBezTo>
                  <a:cubicBezTo>
                    <a:pt x="73" y="140"/>
                    <a:pt x="73" y="140"/>
                    <a:pt x="73" y="140"/>
                  </a:cubicBezTo>
                  <a:cubicBezTo>
                    <a:pt x="73" y="138"/>
                    <a:pt x="73" y="136"/>
                    <a:pt x="71" y="134"/>
                  </a:cubicBezTo>
                  <a:cubicBezTo>
                    <a:pt x="11" y="90"/>
                    <a:pt x="11" y="90"/>
                    <a:pt x="11" y="90"/>
                  </a:cubicBezTo>
                  <a:cubicBezTo>
                    <a:pt x="11" y="89"/>
                    <a:pt x="10" y="88"/>
                    <a:pt x="11" y="87"/>
                  </a:cubicBezTo>
                  <a:cubicBezTo>
                    <a:pt x="11" y="87"/>
                    <a:pt x="12" y="86"/>
                    <a:pt x="13" y="86"/>
                  </a:cubicBezTo>
                  <a:cubicBezTo>
                    <a:pt x="88" y="84"/>
                    <a:pt x="88" y="84"/>
                    <a:pt x="88" y="84"/>
                  </a:cubicBezTo>
                  <a:cubicBezTo>
                    <a:pt x="90" y="84"/>
                    <a:pt x="91" y="83"/>
                    <a:pt x="92" y="81"/>
                  </a:cubicBezTo>
                  <a:cubicBezTo>
                    <a:pt x="117" y="11"/>
                    <a:pt x="117" y="11"/>
                    <a:pt x="117" y="11"/>
                  </a:cubicBezTo>
                  <a:cubicBezTo>
                    <a:pt x="117" y="10"/>
                    <a:pt x="120" y="10"/>
                    <a:pt x="120" y="11"/>
                  </a:cubicBezTo>
                  <a:cubicBezTo>
                    <a:pt x="145" y="81"/>
                    <a:pt x="145" y="81"/>
                    <a:pt x="145" y="81"/>
                  </a:cubicBezTo>
                  <a:cubicBezTo>
                    <a:pt x="146" y="83"/>
                    <a:pt x="147" y="84"/>
                    <a:pt x="149" y="84"/>
                  </a:cubicBezTo>
                  <a:cubicBezTo>
                    <a:pt x="224" y="86"/>
                    <a:pt x="224" y="86"/>
                    <a:pt x="224" y="86"/>
                  </a:cubicBezTo>
                  <a:cubicBezTo>
                    <a:pt x="225" y="86"/>
                    <a:pt x="226" y="87"/>
                    <a:pt x="226" y="87"/>
                  </a:cubicBezTo>
                  <a:cubicBezTo>
                    <a:pt x="226" y="88"/>
                    <a:pt x="226" y="89"/>
                    <a:pt x="225" y="90"/>
                  </a:cubicBezTo>
                  <a:cubicBezTo>
                    <a:pt x="189" y="117"/>
                    <a:pt x="189" y="117"/>
                    <a:pt x="189" y="117"/>
                  </a:cubicBezTo>
                  <a:cubicBezTo>
                    <a:pt x="187" y="118"/>
                    <a:pt x="187" y="121"/>
                    <a:pt x="188" y="123"/>
                  </a:cubicBezTo>
                  <a:cubicBezTo>
                    <a:pt x="190" y="126"/>
                    <a:pt x="193" y="126"/>
                    <a:pt x="195" y="124"/>
                  </a:cubicBezTo>
                  <a:cubicBezTo>
                    <a:pt x="231" y="97"/>
                    <a:pt x="231" y="97"/>
                    <a:pt x="231" y="97"/>
                  </a:cubicBezTo>
                  <a:cubicBezTo>
                    <a:pt x="235" y="94"/>
                    <a:pt x="237" y="89"/>
                    <a:pt x="235" y="8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3" name="Freeform 199">
              <a:extLst>
                <a:ext uri="{FF2B5EF4-FFF2-40B4-BE49-F238E27FC236}">
                  <a16:creationId xmlns:a16="http://schemas.microsoft.com/office/drawing/2014/main" id="{3B27761E-EC38-4531-AEE7-6B339040BE3D}"/>
                </a:ext>
              </a:extLst>
            </p:cNvPr>
            <p:cNvSpPr>
              <a:spLocks/>
            </p:cNvSpPr>
            <p:nvPr/>
          </p:nvSpPr>
          <p:spPr bwMode="auto">
            <a:xfrm>
              <a:off x="4967288" y="5048250"/>
              <a:ext cx="200025" cy="203200"/>
            </a:xfrm>
            <a:custGeom>
              <a:avLst/>
              <a:gdLst>
                <a:gd name="T0" fmla="*/ 83 w 88"/>
                <a:gd name="T1" fmla="*/ 40 h 89"/>
                <a:gd name="T2" fmla="*/ 49 w 88"/>
                <a:gd name="T3" fmla="*/ 40 h 89"/>
                <a:gd name="T4" fmla="*/ 49 w 88"/>
                <a:gd name="T5" fmla="*/ 5 h 89"/>
                <a:gd name="T6" fmla="*/ 44 w 88"/>
                <a:gd name="T7" fmla="*/ 0 h 89"/>
                <a:gd name="T8" fmla="*/ 39 w 88"/>
                <a:gd name="T9" fmla="*/ 5 h 89"/>
                <a:gd name="T10" fmla="*/ 39 w 88"/>
                <a:gd name="T11" fmla="*/ 40 h 89"/>
                <a:gd name="T12" fmla="*/ 4 w 88"/>
                <a:gd name="T13" fmla="*/ 40 h 89"/>
                <a:gd name="T14" fmla="*/ 0 w 88"/>
                <a:gd name="T15" fmla="*/ 45 h 89"/>
                <a:gd name="T16" fmla="*/ 4 w 88"/>
                <a:gd name="T17" fmla="*/ 49 h 89"/>
                <a:gd name="T18" fmla="*/ 39 w 88"/>
                <a:gd name="T19" fmla="*/ 49 h 89"/>
                <a:gd name="T20" fmla="*/ 39 w 88"/>
                <a:gd name="T21" fmla="*/ 84 h 89"/>
                <a:gd name="T22" fmla="*/ 44 w 88"/>
                <a:gd name="T23" fmla="*/ 89 h 89"/>
                <a:gd name="T24" fmla="*/ 49 w 88"/>
                <a:gd name="T25" fmla="*/ 84 h 89"/>
                <a:gd name="T26" fmla="*/ 49 w 88"/>
                <a:gd name="T27" fmla="*/ 49 h 89"/>
                <a:gd name="T28" fmla="*/ 83 w 88"/>
                <a:gd name="T29" fmla="*/ 49 h 89"/>
                <a:gd name="T30" fmla="*/ 88 w 88"/>
                <a:gd name="T31" fmla="*/ 45 h 89"/>
                <a:gd name="T32" fmla="*/ 83 w 88"/>
                <a:gd name="T33" fmla="*/ 4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9">
                  <a:moveTo>
                    <a:pt x="83" y="40"/>
                  </a:moveTo>
                  <a:cubicBezTo>
                    <a:pt x="49" y="40"/>
                    <a:pt x="49" y="40"/>
                    <a:pt x="49" y="40"/>
                  </a:cubicBezTo>
                  <a:cubicBezTo>
                    <a:pt x="49" y="5"/>
                    <a:pt x="49" y="5"/>
                    <a:pt x="49" y="5"/>
                  </a:cubicBezTo>
                  <a:cubicBezTo>
                    <a:pt x="49" y="3"/>
                    <a:pt x="47" y="0"/>
                    <a:pt x="44" y="0"/>
                  </a:cubicBezTo>
                  <a:cubicBezTo>
                    <a:pt x="41" y="0"/>
                    <a:pt x="39" y="3"/>
                    <a:pt x="39" y="5"/>
                  </a:cubicBezTo>
                  <a:cubicBezTo>
                    <a:pt x="39" y="40"/>
                    <a:pt x="39" y="40"/>
                    <a:pt x="39" y="40"/>
                  </a:cubicBezTo>
                  <a:cubicBezTo>
                    <a:pt x="4" y="40"/>
                    <a:pt x="4" y="40"/>
                    <a:pt x="4" y="40"/>
                  </a:cubicBezTo>
                  <a:cubicBezTo>
                    <a:pt x="2" y="40"/>
                    <a:pt x="0" y="42"/>
                    <a:pt x="0" y="45"/>
                  </a:cubicBezTo>
                  <a:cubicBezTo>
                    <a:pt x="0" y="47"/>
                    <a:pt x="2" y="49"/>
                    <a:pt x="4" y="49"/>
                  </a:cubicBezTo>
                  <a:cubicBezTo>
                    <a:pt x="39" y="49"/>
                    <a:pt x="39" y="49"/>
                    <a:pt x="39" y="49"/>
                  </a:cubicBezTo>
                  <a:cubicBezTo>
                    <a:pt x="39" y="84"/>
                    <a:pt x="39" y="84"/>
                    <a:pt x="39" y="84"/>
                  </a:cubicBezTo>
                  <a:cubicBezTo>
                    <a:pt x="39" y="87"/>
                    <a:pt x="41" y="89"/>
                    <a:pt x="44" y="89"/>
                  </a:cubicBezTo>
                  <a:cubicBezTo>
                    <a:pt x="47" y="89"/>
                    <a:pt x="49" y="87"/>
                    <a:pt x="49" y="84"/>
                  </a:cubicBezTo>
                  <a:cubicBezTo>
                    <a:pt x="49" y="49"/>
                    <a:pt x="49" y="49"/>
                    <a:pt x="49" y="49"/>
                  </a:cubicBezTo>
                  <a:cubicBezTo>
                    <a:pt x="83" y="49"/>
                    <a:pt x="83" y="49"/>
                    <a:pt x="83" y="49"/>
                  </a:cubicBezTo>
                  <a:cubicBezTo>
                    <a:pt x="86" y="49"/>
                    <a:pt x="88" y="47"/>
                    <a:pt x="88" y="45"/>
                  </a:cubicBezTo>
                  <a:cubicBezTo>
                    <a:pt x="88" y="42"/>
                    <a:pt x="86" y="40"/>
                    <a:pt x="83" y="4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sp>
        <p:nvSpPr>
          <p:cNvPr id="16" name="Freeform 326">
            <a:extLst>
              <a:ext uri="{FF2B5EF4-FFF2-40B4-BE49-F238E27FC236}">
                <a16:creationId xmlns:a16="http://schemas.microsoft.com/office/drawing/2014/main" id="{31F61A7F-FE75-4D14-BCA4-5167961D42A5}"/>
              </a:ext>
            </a:extLst>
          </p:cNvPr>
          <p:cNvSpPr>
            <a:spLocks noChangeAspect="1" noEditPoints="1"/>
          </p:cNvSpPr>
          <p:nvPr/>
        </p:nvSpPr>
        <p:spPr bwMode="auto">
          <a:xfrm>
            <a:off x="8377420" y="1978851"/>
            <a:ext cx="622120" cy="619173"/>
          </a:xfrm>
          <a:custGeom>
            <a:avLst/>
            <a:gdLst>
              <a:gd name="T0" fmla="*/ 182 w 227"/>
              <a:gd name="T1" fmla="*/ 82 h 238"/>
              <a:gd name="T2" fmla="*/ 114 w 227"/>
              <a:gd name="T3" fmla="*/ 0 h 238"/>
              <a:gd name="T4" fmla="*/ 45 w 227"/>
              <a:gd name="T5" fmla="*/ 82 h 238"/>
              <a:gd name="T6" fmla="*/ 0 w 227"/>
              <a:gd name="T7" fmla="*/ 147 h 238"/>
              <a:gd name="T8" fmla="*/ 114 w 227"/>
              <a:gd name="T9" fmla="*/ 201 h 238"/>
              <a:gd name="T10" fmla="*/ 158 w 227"/>
              <a:gd name="T11" fmla="*/ 217 h 238"/>
              <a:gd name="T12" fmla="*/ 227 w 227"/>
              <a:gd name="T13" fmla="*/ 147 h 238"/>
              <a:gd name="T14" fmla="*/ 182 w 227"/>
              <a:gd name="T15" fmla="*/ 82 h 238"/>
              <a:gd name="T16" fmla="*/ 114 w 227"/>
              <a:gd name="T17" fmla="*/ 9 h 238"/>
              <a:gd name="T18" fmla="*/ 173 w 227"/>
              <a:gd name="T19" fmla="*/ 79 h 238"/>
              <a:gd name="T20" fmla="*/ 114 w 227"/>
              <a:gd name="T21" fmla="*/ 93 h 238"/>
              <a:gd name="T22" fmla="*/ 54 w 227"/>
              <a:gd name="T23" fmla="*/ 79 h 238"/>
              <a:gd name="T24" fmla="*/ 114 w 227"/>
              <a:gd name="T25" fmla="*/ 9 h 238"/>
              <a:gd name="T26" fmla="*/ 114 w 227"/>
              <a:gd name="T27" fmla="*/ 188 h 238"/>
              <a:gd name="T28" fmla="*/ 98 w 227"/>
              <a:gd name="T29" fmla="*/ 138 h 238"/>
              <a:gd name="T30" fmla="*/ 129 w 227"/>
              <a:gd name="T31" fmla="*/ 138 h 238"/>
              <a:gd name="T32" fmla="*/ 114 w 227"/>
              <a:gd name="T33" fmla="*/ 188 h 238"/>
              <a:gd name="T34" fmla="*/ 100 w 227"/>
              <a:gd name="T35" fmla="*/ 129 h 238"/>
              <a:gd name="T36" fmla="*/ 114 w 227"/>
              <a:gd name="T37" fmla="*/ 106 h 238"/>
              <a:gd name="T38" fmla="*/ 127 w 227"/>
              <a:gd name="T39" fmla="*/ 129 h 238"/>
              <a:gd name="T40" fmla="*/ 100 w 227"/>
              <a:gd name="T41" fmla="*/ 129 h 238"/>
              <a:gd name="T42" fmla="*/ 91 w 227"/>
              <a:gd name="T43" fmla="*/ 126 h 238"/>
              <a:gd name="T44" fmla="*/ 56 w 227"/>
              <a:gd name="T45" fmla="*/ 88 h 238"/>
              <a:gd name="T46" fmla="*/ 107 w 227"/>
              <a:gd name="T47" fmla="*/ 100 h 238"/>
              <a:gd name="T48" fmla="*/ 91 w 227"/>
              <a:gd name="T49" fmla="*/ 126 h 238"/>
              <a:gd name="T50" fmla="*/ 121 w 227"/>
              <a:gd name="T51" fmla="*/ 100 h 238"/>
              <a:gd name="T52" fmla="*/ 171 w 227"/>
              <a:gd name="T53" fmla="*/ 88 h 238"/>
              <a:gd name="T54" fmla="*/ 136 w 227"/>
              <a:gd name="T55" fmla="*/ 126 h 238"/>
              <a:gd name="T56" fmla="*/ 121 w 227"/>
              <a:gd name="T57" fmla="*/ 100 h 238"/>
              <a:gd name="T58" fmla="*/ 9 w 227"/>
              <a:gd name="T59" fmla="*/ 147 h 238"/>
              <a:gd name="T60" fmla="*/ 47 w 227"/>
              <a:gd name="T61" fmla="*/ 91 h 238"/>
              <a:gd name="T62" fmla="*/ 89 w 227"/>
              <a:gd name="T63" fmla="*/ 135 h 238"/>
              <a:gd name="T64" fmla="*/ 107 w 227"/>
              <a:gd name="T65" fmla="*/ 194 h 238"/>
              <a:gd name="T66" fmla="*/ 9 w 227"/>
              <a:gd name="T67" fmla="*/ 147 h 238"/>
              <a:gd name="T68" fmla="*/ 121 w 227"/>
              <a:gd name="T69" fmla="*/ 194 h 238"/>
              <a:gd name="T70" fmla="*/ 138 w 227"/>
              <a:gd name="T71" fmla="*/ 135 h 238"/>
              <a:gd name="T72" fmla="*/ 180 w 227"/>
              <a:gd name="T73" fmla="*/ 91 h 238"/>
              <a:gd name="T74" fmla="*/ 218 w 227"/>
              <a:gd name="T75" fmla="*/ 147 h 238"/>
              <a:gd name="T76" fmla="*/ 121 w 227"/>
              <a:gd name="T77" fmla="*/ 1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38">
                <a:moveTo>
                  <a:pt x="182" y="82"/>
                </a:moveTo>
                <a:cubicBezTo>
                  <a:pt x="190" y="38"/>
                  <a:pt x="156" y="0"/>
                  <a:pt x="114" y="0"/>
                </a:cubicBezTo>
                <a:cubicBezTo>
                  <a:pt x="71" y="0"/>
                  <a:pt x="38" y="38"/>
                  <a:pt x="45" y="82"/>
                </a:cubicBezTo>
                <a:cubicBezTo>
                  <a:pt x="19" y="92"/>
                  <a:pt x="0" y="117"/>
                  <a:pt x="0" y="147"/>
                </a:cubicBezTo>
                <a:cubicBezTo>
                  <a:pt x="0" y="206"/>
                  <a:pt x="68" y="238"/>
                  <a:pt x="114" y="201"/>
                </a:cubicBezTo>
                <a:cubicBezTo>
                  <a:pt x="126" y="211"/>
                  <a:pt x="141" y="217"/>
                  <a:pt x="158" y="217"/>
                </a:cubicBezTo>
                <a:cubicBezTo>
                  <a:pt x="196" y="217"/>
                  <a:pt x="227" y="185"/>
                  <a:pt x="227" y="147"/>
                </a:cubicBezTo>
                <a:cubicBezTo>
                  <a:pt x="227" y="117"/>
                  <a:pt x="209" y="92"/>
                  <a:pt x="182" y="82"/>
                </a:cubicBezTo>
                <a:close/>
                <a:moveTo>
                  <a:pt x="114" y="9"/>
                </a:moveTo>
                <a:cubicBezTo>
                  <a:pt x="150" y="9"/>
                  <a:pt x="179" y="42"/>
                  <a:pt x="173" y="79"/>
                </a:cubicBezTo>
                <a:cubicBezTo>
                  <a:pt x="151" y="74"/>
                  <a:pt x="130" y="80"/>
                  <a:pt x="114" y="93"/>
                </a:cubicBezTo>
                <a:cubicBezTo>
                  <a:pt x="97" y="80"/>
                  <a:pt x="76" y="74"/>
                  <a:pt x="54" y="79"/>
                </a:cubicBezTo>
                <a:cubicBezTo>
                  <a:pt x="48" y="42"/>
                  <a:pt x="77" y="9"/>
                  <a:pt x="114" y="9"/>
                </a:cubicBezTo>
                <a:close/>
                <a:moveTo>
                  <a:pt x="114" y="188"/>
                </a:moveTo>
                <a:cubicBezTo>
                  <a:pt x="101" y="175"/>
                  <a:pt x="95" y="157"/>
                  <a:pt x="98" y="138"/>
                </a:cubicBezTo>
                <a:cubicBezTo>
                  <a:pt x="108" y="140"/>
                  <a:pt x="118" y="140"/>
                  <a:pt x="129" y="138"/>
                </a:cubicBezTo>
                <a:cubicBezTo>
                  <a:pt x="132" y="157"/>
                  <a:pt x="126" y="175"/>
                  <a:pt x="114" y="188"/>
                </a:cubicBezTo>
                <a:close/>
                <a:moveTo>
                  <a:pt x="100" y="129"/>
                </a:moveTo>
                <a:cubicBezTo>
                  <a:pt x="103" y="120"/>
                  <a:pt x="108" y="112"/>
                  <a:pt x="114" y="106"/>
                </a:cubicBezTo>
                <a:cubicBezTo>
                  <a:pt x="120" y="112"/>
                  <a:pt x="124" y="120"/>
                  <a:pt x="127" y="129"/>
                </a:cubicBezTo>
                <a:cubicBezTo>
                  <a:pt x="118" y="131"/>
                  <a:pt x="109" y="131"/>
                  <a:pt x="100" y="129"/>
                </a:cubicBezTo>
                <a:close/>
                <a:moveTo>
                  <a:pt x="91" y="126"/>
                </a:moveTo>
                <a:cubicBezTo>
                  <a:pt x="75" y="119"/>
                  <a:pt x="62" y="105"/>
                  <a:pt x="56" y="88"/>
                </a:cubicBezTo>
                <a:cubicBezTo>
                  <a:pt x="75" y="84"/>
                  <a:pt x="93" y="89"/>
                  <a:pt x="107" y="100"/>
                </a:cubicBezTo>
                <a:cubicBezTo>
                  <a:pt x="100" y="107"/>
                  <a:pt x="95" y="116"/>
                  <a:pt x="91" y="126"/>
                </a:cubicBezTo>
                <a:close/>
                <a:moveTo>
                  <a:pt x="121" y="100"/>
                </a:moveTo>
                <a:cubicBezTo>
                  <a:pt x="135" y="88"/>
                  <a:pt x="153" y="84"/>
                  <a:pt x="171" y="88"/>
                </a:cubicBezTo>
                <a:cubicBezTo>
                  <a:pt x="166" y="105"/>
                  <a:pt x="153" y="119"/>
                  <a:pt x="136" y="126"/>
                </a:cubicBezTo>
                <a:cubicBezTo>
                  <a:pt x="133" y="116"/>
                  <a:pt x="127" y="107"/>
                  <a:pt x="121" y="100"/>
                </a:cubicBezTo>
                <a:close/>
                <a:moveTo>
                  <a:pt x="9" y="147"/>
                </a:moveTo>
                <a:cubicBezTo>
                  <a:pt x="9" y="122"/>
                  <a:pt x="25" y="100"/>
                  <a:pt x="47" y="91"/>
                </a:cubicBezTo>
                <a:cubicBezTo>
                  <a:pt x="54" y="111"/>
                  <a:pt x="69" y="127"/>
                  <a:pt x="89" y="135"/>
                </a:cubicBezTo>
                <a:cubicBezTo>
                  <a:pt x="85" y="157"/>
                  <a:pt x="92" y="179"/>
                  <a:pt x="107" y="194"/>
                </a:cubicBezTo>
                <a:cubicBezTo>
                  <a:pt x="67" y="226"/>
                  <a:pt x="9" y="197"/>
                  <a:pt x="9" y="147"/>
                </a:cubicBezTo>
                <a:close/>
                <a:moveTo>
                  <a:pt x="121" y="194"/>
                </a:moveTo>
                <a:cubicBezTo>
                  <a:pt x="135" y="179"/>
                  <a:pt x="142" y="158"/>
                  <a:pt x="138" y="135"/>
                </a:cubicBezTo>
                <a:cubicBezTo>
                  <a:pt x="158" y="127"/>
                  <a:pt x="174" y="111"/>
                  <a:pt x="180" y="91"/>
                </a:cubicBezTo>
                <a:cubicBezTo>
                  <a:pt x="202" y="100"/>
                  <a:pt x="218" y="122"/>
                  <a:pt x="218" y="147"/>
                </a:cubicBezTo>
                <a:cubicBezTo>
                  <a:pt x="218" y="197"/>
                  <a:pt x="160" y="226"/>
                  <a:pt x="121" y="194"/>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nvGrpSpPr>
          <p:cNvPr id="17" name="Group 16">
            <a:extLst>
              <a:ext uri="{FF2B5EF4-FFF2-40B4-BE49-F238E27FC236}">
                <a16:creationId xmlns:a16="http://schemas.microsoft.com/office/drawing/2014/main" id="{43EE8573-AE6A-4E58-9926-870974BB3EFE}"/>
              </a:ext>
            </a:extLst>
          </p:cNvPr>
          <p:cNvGrpSpPr>
            <a:grpSpLocks noChangeAspect="1"/>
          </p:cNvGrpSpPr>
          <p:nvPr/>
        </p:nvGrpSpPr>
        <p:grpSpPr>
          <a:xfrm>
            <a:off x="6615287" y="1948317"/>
            <a:ext cx="722233" cy="680242"/>
            <a:chOff x="9693275" y="5368925"/>
            <a:chExt cx="641351" cy="636588"/>
          </a:xfrm>
          <a:solidFill>
            <a:schemeClr val="bg1"/>
          </a:solidFill>
        </p:grpSpPr>
        <p:sp>
          <p:nvSpPr>
            <p:cNvPr id="25" name="Freeform 579">
              <a:extLst>
                <a:ext uri="{FF2B5EF4-FFF2-40B4-BE49-F238E27FC236}">
                  <a16:creationId xmlns:a16="http://schemas.microsoft.com/office/drawing/2014/main" id="{6B649306-7CD5-4F01-96D4-155A9E6DEDB4}"/>
                </a:ext>
              </a:extLst>
            </p:cNvPr>
            <p:cNvSpPr>
              <a:spLocks/>
            </p:cNvSpPr>
            <p:nvPr/>
          </p:nvSpPr>
          <p:spPr bwMode="auto">
            <a:xfrm>
              <a:off x="9693275" y="5954713"/>
              <a:ext cx="57150" cy="26988"/>
            </a:xfrm>
            <a:custGeom>
              <a:avLst/>
              <a:gdLst>
                <a:gd name="T0" fmla="*/ 17 w 21"/>
                <a:gd name="T1" fmla="*/ 0 h 10"/>
                <a:gd name="T2" fmla="*/ 5 w 21"/>
                <a:gd name="T3" fmla="*/ 0 h 10"/>
                <a:gd name="T4" fmla="*/ 0 w 21"/>
                <a:gd name="T5" fmla="*/ 5 h 10"/>
                <a:gd name="T6" fmla="*/ 5 w 21"/>
                <a:gd name="T7" fmla="*/ 10 h 10"/>
                <a:gd name="T8" fmla="*/ 17 w 21"/>
                <a:gd name="T9" fmla="*/ 10 h 10"/>
                <a:gd name="T10" fmla="*/ 21 w 21"/>
                <a:gd name="T11" fmla="*/ 5 h 10"/>
                <a:gd name="T12" fmla="*/ 17 w 2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17" y="0"/>
                  </a:moveTo>
                  <a:cubicBezTo>
                    <a:pt x="5" y="0"/>
                    <a:pt x="5" y="0"/>
                    <a:pt x="5" y="0"/>
                  </a:cubicBezTo>
                  <a:cubicBezTo>
                    <a:pt x="2" y="0"/>
                    <a:pt x="0" y="3"/>
                    <a:pt x="0" y="5"/>
                  </a:cubicBezTo>
                  <a:cubicBezTo>
                    <a:pt x="0" y="8"/>
                    <a:pt x="2" y="10"/>
                    <a:pt x="5" y="10"/>
                  </a:cubicBezTo>
                  <a:cubicBezTo>
                    <a:pt x="17" y="10"/>
                    <a:pt x="17" y="10"/>
                    <a:pt x="17" y="10"/>
                  </a:cubicBezTo>
                  <a:cubicBezTo>
                    <a:pt x="19" y="10"/>
                    <a:pt x="21" y="8"/>
                    <a:pt x="21" y="5"/>
                  </a:cubicBezTo>
                  <a:cubicBezTo>
                    <a:pt x="21" y="3"/>
                    <a:pt x="19" y="0"/>
                    <a:pt x="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6" name="Freeform 580">
              <a:extLst>
                <a:ext uri="{FF2B5EF4-FFF2-40B4-BE49-F238E27FC236}">
                  <a16:creationId xmlns:a16="http://schemas.microsoft.com/office/drawing/2014/main" id="{210156B3-FDF6-4D4A-B7AF-6CF4FC77FDC8}"/>
                </a:ext>
              </a:extLst>
            </p:cNvPr>
            <p:cNvSpPr>
              <a:spLocks/>
            </p:cNvSpPr>
            <p:nvPr/>
          </p:nvSpPr>
          <p:spPr bwMode="auto">
            <a:xfrm>
              <a:off x="9790113" y="5954713"/>
              <a:ext cx="69850" cy="26988"/>
            </a:xfrm>
            <a:custGeom>
              <a:avLst/>
              <a:gdLst>
                <a:gd name="T0" fmla="*/ 22 w 26"/>
                <a:gd name="T1" fmla="*/ 0 h 10"/>
                <a:gd name="T2" fmla="*/ 5 w 26"/>
                <a:gd name="T3" fmla="*/ 0 h 10"/>
                <a:gd name="T4" fmla="*/ 0 w 26"/>
                <a:gd name="T5" fmla="*/ 5 h 10"/>
                <a:gd name="T6" fmla="*/ 5 w 26"/>
                <a:gd name="T7" fmla="*/ 10 h 10"/>
                <a:gd name="T8" fmla="*/ 22 w 26"/>
                <a:gd name="T9" fmla="*/ 10 h 10"/>
                <a:gd name="T10" fmla="*/ 26 w 26"/>
                <a:gd name="T11" fmla="*/ 5 h 10"/>
                <a:gd name="T12" fmla="*/ 22 w 2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6" h="10">
                  <a:moveTo>
                    <a:pt x="22" y="0"/>
                  </a:moveTo>
                  <a:cubicBezTo>
                    <a:pt x="5" y="0"/>
                    <a:pt x="5" y="0"/>
                    <a:pt x="5" y="0"/>
                  </a:cubicBezTo>
                  <a:cubicBezTo>
                    <a:pt x="2" y="0"/>
                    <a:pt x="0" y="3"/>
                    <a:pt x="0" y="5"/>
                  </a:cubicBezTo>
                  <a:cubicBezTo>
                    <a:pt x="0" y="8"/>
                    <a:pt x="2" y="10"/>
                    <a:pt x="5" y="10"/>
                  </a:cubicBezTo>
                  <a:cubicBezTo>
                    <a:pt x="22" y="10"/>
                    <a:pt x="22" y="10"/>
                    <a:pt x="22" y="10"/>
                  </a:cubicBezTo>
                  <a:cubicBezTo>
                    <a:pt x="24" y="10"/>
                    <a:pt x="26" y="8"/>
                    <a:pt x="26" y="5"/>
                  </a:cubicBezTo>
                  <a:cubicBezTo>
                    <a:pt x="26" y="3"/>
                    <a:pt x="24" y="0"/>
                    <a:pt x="2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7" name="Freeform 581">
              <a:extLst>
                <a:ext uri="{FF2B5EF4-FFF2-40B4-BE49-F238E27FC236}">
                  <a16:creationId xmlns:a16="http://schemas.microsoft.com/office/drawing/2014/main" id="{4BD029D7-D0C5-48DE-BA35-AC7BD1AD23AB}"/>
                </a:ext>
              </a:extLst>
            </p:cNvPr>
            <p:cNvSpPr>
              <a:spLocks/>
            </p:cNvSpPr>
            <p:nvPr/>
          </p:nvSpPr>
          <p:spPr bwMode="auto">
            <a:xfrm>
              <a:off x="9901238" y="5954713"/>
              <a:ext cx="58738" cy="26988"/>
            </a:xfrm>
            <a:custGeom>
              <a:avLst/>
              <a:gdLst>
                <a:gd name="T0" fmla="*/ 17 w 22"/>
                <a:gd name="T1" fmla="*/ 0 h 10"/>
                <a:gd name="T2" fmla="*/ 5 w 22"/>
                <a:gd name="T3" fmla="*/ 0 h 10"/>
                <a:gd name="T4" fmla="*/ 0 w 22"/>
                <a:gd name="T5" fmla="*/ 5 h 10"/>
                <a:gd name="T6" fmla="*/ 5 w 22"/>
                <a:gd name="T7" fmla="*/ 10 h 10"/>
                <a:gd name="T8" fmla="*/ 17 w 22"/>
                <a:gd name="T9" fmla="*/ 10 h 10"/>
                <a:gd name="T10" fmla="*/ 22 w 22"/>
                <a:gd name="T11" fmla="*/ 5 h 10"/>
                <a:gd name="T12" fmla="*/ 17 w 2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17" y="0"/>
                  </a:moveTo>
                  <a:cubicBezTo>
                    <a:pt x="5" y="0"/>
                    <a:pt x="5" y="0"/>
                    <a:pt x="5" y="0"/>
                  </a:cubicBezTo>
                  <a:cubicBezTo>
                    <a:pt x="2" y="0"/>
                    <a:pt x="0" y="3"/>
                    <a:pt x="0" y="5"/>
                  </a:cubicBezTo>
                  <a:cubicBezTo>
                    <a:pt x="0" y="8"/>
                    <a:pt x="2" y="10"/>
                    <a:pt x="5" y="10"/>
                  </a:cubicBezTo>
                  <a:cubicBezTo>
                    <a:pt x="17" y="10"/>
                    <a:pt x="17" y="10"/>
                    <a:pt x="17" y="10"/>
                  </a:cubicBezTo>
                  <a:cubicBezTo>
                    <a:pt x="19" y="10"/>
                    <a:pt x="22" y="8"/>
                    <a:pt x="22" y="5"/>
                  </a:cubicBezTo>
                  <a:cubicBezTo>
                    <a:pt x="22" y="3"/>
                    <a:pt x="19" y="0"/>
                    <a:pt x="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8" name="Freeform 582">
              <a:extLst>
                <a:ext uri="{FF2B5EF4-FFF2-40B4-BE49-F238E27FC236}">
                  <a16:creationId xmlns:a16="http://schemas.microsoft.com/office/drawing/2014/main" id="{A96E3AC4-0811-493E-9076-75B8A98C2D20}"/>
                </a:ext>
              </a:extLst>
            </p:cNvPr>
            <p:cNvSpPr>
              <a:spLocks/>
            </p:cNvSpPr>
            <p:nvPr/>
          </p:nvSpPr>
          <p:spPr bwMode="auto">
            <a:xfrm>
              <a:off x="10067925" y="5954713"/>
              <a:ext cx="60325" cy="26988"/>
            </a:xfrm>
            <a:custGeom>
              <a:avLst/>
              <a:gdLst>
                <a:gd name="T0" fmla="*/ 17 w 22"/>
                <a:gd name="T1" fmla="*/ 0 h 10"/>
                <a:gd name="T2" fmla="*/ 5 w 22"/>
                <a:gd name="T3" fmla="*/ 0 h 10"/>
                <a:gd name="T4" fmla="*/ 0 w 22"/>
                <a:gd name="T5" fmla="*/ 5 h 10"/>
                <a:gd name="T6" fmla="*/ 5 w 22"/>
                <a:gd name="T7" fmla="*/ 10 h 10"/>
                <a:gd name="T8" fmla="*/ 17 w 22"/>
                <a:gd name="T9" fmla="*/ 10 h 10"/>
                <a:gd name="T10" fmla="*/ 22 w 22"/>
                <a:gd name="T11" fmla="*/ 5 h 10"/>
                <a:gd name="T12" fmla="*/ 17 w 2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17" y="0"/>
                  </a:moveTo>
                  <a:cubicBezTo>
                    <a:pt x="5" y="0"/>
                    <a:pt x="5" y="0"/>
                    <a:pt x="5" y="0"/>
                  </a:cubicBezTo>
                  <a:cubicBezTo>
                    <a:pt x="2" y="0"/>
                    <a:pt x="0" y="3"/>
                    <a:pt x="0" y="5"/>
                  </a:cubicBezTo>
                  <a:cubicBezTo>
                    <a:pt x="0" y="8"/>
                    <a:pt x="2" y="10"/>
                    <a:pt x="5" y="10"/>
                  </a:cubicBezTo>
                  <a:cubicBezTo>
                    <a:pt x="17" y="10"/>
                    <a:pt x="17" y="10"/>
                    <a:pt x="17" y="10"/>
                  </a:cubicBezTo>
                  <a:cubicBezTo>
                    <a:pt x="20" y="10"/>
                    <a:pt x="22" y="8"/>
                    <a:pt x="22" y="5"/>
                  </a:cubicBezTo>
                  <a:cubicBezTo>
                    <a:pt x="22" y="3"/>
                    <a:pt x="20" y="0"/>
                    <a:pt x="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9" name="Freeform 583">
              <a:extLst>
                <a:ext uri="{FF2B5EF4-FFF2-40B4-BE49-F238E27FC236}">
                  <a16:creationId xmlns:a16="http://schemas.microsoft.com/office/drawing/2014/main" id="{995DE4B4-0F71-491E-BB41-6A5632DD3D47}"/>
                </a:ext>
              </a:extLst>
            </p:cNvPr>
            <p:cNvSpPr>
              <a:spLocks/>
            </p:cNvSpPr>
            <p:nvPr/>
          </p:nvSpPr>
          <p:spPr bwMode="auto">
            <a:xfrm>
              <a:off x="10164763" y="5954713"/>
              <a:ext cx="73025" cy="26988"/>
            </a:xfrm>
            <a:custGeom>
              <a:avLst/>
              <a:gdLst>
                <a:gd name="T0" fmla="*/ 22 w 27"/>
                <a:gd name="T1" fmla="*/ 0 h 10"/>
                <a:gd name="T2" fmla="*/ 5 w 27"/>
                <a:gd name="T3" fmla="*/ 0 h 10"/>
                <a:gd name="T4" fmla="*/ 0 w 27"/>
                <a:gd name="T5" fmla="*/ 5 h 10"/>
                <a:gd name="T6" fmla="*/ 5 w 27"/>
                <a:gd name="T7" fmla="*/ 10 h 10"/>
                <a:gd name="T8" fmla="*/ 22 w 27"/>
                <a:gd name="T9" fmla="*/ 10 h 10"/>
                <a:gd name="T10" fmla="*/ 27 w 27"/>
                <a:gd name="T11" fmla="*/ 5 h 10"/>
                <a:gd name="T12" fmla="*/ 22 w 2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7" h="10">
                  <a:moveTo>
                    <a:pt x="22" y="0"/>
                  </a:moveTo>
                  <a:cubicBezTo>
                    <a:pt x="5" y="0"/>
                    <a:pt x="5" y="0"/>
                    <a:pt x="5" y="0"/>
                  </a:cubicBezTo>
                  <a:cubicBezTo>
                    <a:pt x="3" y="0"/>
                    <a:pt x="0" y="3"/>
                    <a:pt x="0" y="5"/>
                  </a:cubicBezTo>
                  <a:cubicBezTo>
                    <a:pt x="0" y="8"/>
                    <a:pt x="3" y="10"/>
                    <a:pt x="5" y="10"/>
                  </a:cubicBezTo>
                  <a:cubicBezTo>
                    <a:pt x="22" y="10"/>
                    <a:pt x="22" y="10"/>
                    <a:pt x="22" y="10"/>
                  </a:cubicBezTo>
                  <a:cubicBezTo>
                    <a:pt x="25" y="10"/>
                    <a:pt x="27" y="8"/>
                    <a:pt x="27" y="5"/>
                  </a:cubicBezTo>
                  <a:cubicBezTo>
                    <a:pt x="27" y="3"/>
                    <a:pt x="25" y="0"/>
                    <a:pt x="2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0" name="Freeform 584">
              <a:extLst>
                <a:ext uri="{FF2B5EF4-FFF2-40B4-BE49-F238E27FC236}">
                  <a16:creationId xmlns:a16="http://schemas.microsoft.com/office/drawing/2014/main" id="{2A1BC4CA-6EF0-4C24-B891-F7F8AEBFDD68}"/>
                </a:ext>
              </a:extLst>
            </p:cNvPr>
            <p:cNvSpPr>
              <a:spLocks/>
            </p:cNvSpPr>
            <p:nvPr/>
          </p:nvSpPr>
          <p:spPr bwMode="auto">
            <a:xfrm>
              <a:off x="10279063" y="5954713"/>
              <a:ext cx="55563" cy="26988"/>
            </a:xfrm>
            <a:custGeom>
              <a:avLst/>
              <a:gdLst>
                <a:gd name="T0" fmla="*/ 17 w 21"/>
                <a:gd name="T1" fmla="*/ 0 h 10"/>
                <a:gd name="T2" fmla="*/ 4 w 21"/>
                <a:gd name="T3" fmla="*/ 0 h 10"/>
                <a:gd name="T4" fmla="*/ 0 w 21"/>
                <a:gd name="T5" fmla="*/ 5 h 10"/>
                <a:gd name="T6" fmla="*/ 4 w 21"/>
                <a:gd name="T7" fmla="*/ 10 h 10"/>
                <a:gd name="T8" fmla="*/ 17 w 21"/>
                <a:gd name="T9" fmla="*/ 10 h 10"/>
                <a:gd name="T10" fmla="*/ 21 w 21"/>
                <a:gd name="T11" fmla="*/ 5 h 10"/>
                <a:gd name="T12" fmla="*/ 17 w 2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17" y="0"/>
                  </a:moveTo>
                  <a:cubicBezTo>
                    <a:pt x="4" y="0"/>
                    <a:pt x="4" y="0"/>
                    <a:pt x="4" y="0"/>
                  </a:cubicBezTo>
                  <a:cubicBezTo>
                    <a:pt x="2" y="0"/>
                    <a:pt x="0" y="3"/>
                    <a:pt x="0" y="5"/>
                  </a:cubicBezTo>
                  <a:cubicBezTo>
                    <a:pt x="0" y="8"/>
                    <a:pt x="2" y="10"/>
                    <a:pt x="4" y="10"/>
                  </a:cubicBezTo>
                  <a:cubicBezTo>
                    <a:pt x="17" y="10"/>
                    <a:pt x="17" y="10"/>
                    <a:pt x="17" y="10"/>
                  </a:cubicBezTo>
                  <a:cubicBezTo>
                    <a:pt x="19" y="10"/>
                    <a:pt x="21" y="8"/>
                    <a:pt x="21" y="5"/>
                  </a:cubicBezTo>
                  <a:cubicBezTo>
                    <a:pt x="21" y="3"/>
                    <a:pt x="19" y="0"/>
                    <a:pt x="1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1" name="Freeform 585">
              <a:extLst>
                <a:ext uri="{FF2B5EF4-FFF2-40B4-BE49-F238E27FC236}">
                  <a16:creationId xmlns:a16="http://schemas.microsoft.com/office/drawing/2014/main" id="{49B301F5-5D58-4F7F-BC42-43EA00C79071}"/>
                </a:ext>
              </a:extLst>
            </p:cNvPr>
            <p:cNvSpPr>
              <a:spLocks noEditPoints="1"/>
            </p:cNvSpPr>
            <p:nvPr/>
          </p:nvSpPr>
          <p:spPr bwMode="auto">
            <a:xfrm>
              <a:off x="9836150" y="5368925"/>
              <a:ext cx="355600" cy="636588"/>
            </a:xfrm>
            <a:custGeom>
              <a:avLst/>
              <a:gdLst>
                <a:gd name="T0" fmla="*/ 71 w 132"/>
                <a:gd name="T1" fmla="*/ 210 h 236"/>
                <a:gd name="T2" fmla="*/ 71 w 132"/>
                <a:gd name="T3" fmla="*/ 191 h 236"/>
                <a:gd name="T4" fmla="*/ 132 w 132"/>
                <a:gd name="T5" fmla="*/ 167 h 236"/>
                <a:gd name="T6" fmla="*/ 132 w 132"/>
                <a:gd name="T7" fmla="*/ 164 h 236"/>
                <a:gd name="T8" fmla="*/ 132 w 132"/>
                <a:gd name="T9" fmla="*/ 29 h 236"/>
                <a:gd name="T10" fmla="*/ 66 w 132"/>
                <a:gd name="T11" fmla="*/ 0 h 236"/>
                <a:gd name="T12" fmla="*/ 1 w 132"/>
                <a:gd name="T13" fmla="*/ 26 h 236"/>
                <a:gd name="T14" fmla="*/ 0 w 132"/>
                <a:gd name="T15" fmla="*/ 28 h 236"/>
                <a:gd name="T16" fmla="*/ 0 w 132"/>
                <a:gd name="T17" fmla="*/ 28 h 236"/>
                <a:gd name="T18" fmla="*/ 0 w 132"/>
                <a:gd name="T19" fmla="*/ 29 h 236"/>
                <a:gd name="T20" fmla="*/ 0 w 132"/>
                <a:gd name="T21" fmla="*/ 164 h 236"/>
                <a:gd name="T22" fmla="*/ 1 w 132"/>
                <a:gd name="T23" fmla="*/ 167 h 236"/>
                <a:gd name="T24" fmla="*/ 61 w 132"/>
                <a:gd name="T25" fmla="*/ 191 h 236"/>
                <a:gd name="T26" fmla="*/ 61 w 132"/>
                <a:gd name="T27" fmla="*/ 210 h 236"/>
                <a:gd name="T28" fmla="*/ 53 w 132"/>
                <a:gd name="T29" fmla="*/ 222 h 236"/>
                <a:gd name="T30" fmla="*/ 66 w 132"/>
                <a:gd name="T31" fmla="*/ 236 h 236"/>
                <a:gd name="T32" fmla="*/ 80 w 132"/>
                <a:gd name="T33" fmla="*/ 222 h 236"/>
                <a:gd name="T34" fmla="*/ 71 w 132"/>
                <a:gd name="T35" fmla="*/ 210 h 236"/>
                <a:gd name="T36" fmla="*/ 123 w 132"/>
                <a:gd name="T37" fmla="*/ 40 h 236"/>
                <a:gd name="T38" fmla="*/ 123 w 132"/>
                <a:gd name="T39" fmla="*/ 71 h 236"/>
                <a:gd name="T40" fmla="*/ 122 w 132"/>
                <a:gd name="T41" fmla="*/ 73 h 236"/>
                <a:gd name="T42" fmla="*/ 122 w 132"/>
                <a:gd name="T43" fmla="*/ 73 h 236"/>
                <a:gd name="T44" fmla="*/ 66 w 132"/>
                <a:gd name="T45" fmla="*/ 89 h 236"/>
                <a:gd name="T46" fmla="*/ 10 w 132"/>
                <a:gd name="T47" fmla="*/ 73 h 236"/>
                <a:gd name="T48" fmla="*/ 10 w 132"/>
                <a:gd name="T49" fmla="*/ 40 h 236"/>
                <a:gd name="T50" fmla="*/ 66 w 132"/>
                <a:gd name="T51" fmla="*/ 53 h 236"/>
                <a:gd name="T52" fmla="*/ 123 w 132"/>
                <a:gd name="T53" fmla="*/ 40 h 236"/>
                <a:gd name="T54" fmla="*/ 10 w 132"/>
                <a:gd name="T55" fmla="*/ 85 h 236"/>
                <a:gd name="T56" fmla="*/ 66 w 132"/>
                <a:gd name="T57" fmla="*/ 98 h 236"/>
                <a:gd name="T58" fmla="*/ 123 w 132"/>
                <a:gd name="T59" fmla="*/ 85 h 236"/>
                <a:gd name="T60" fmla="*/ 123 w 132"/>
                <a:gd name="T61" fmla="*/ 116 h 236"/>
                <a:gd name="T62" fmla="*/ 122 w 132"/>
                <a:gd name="T63" fmla="*/ 118 h 236"/>
                <a:gd name="T64" fmla="*/ 122 w 132"/>
                <a:gd name="T65" fmla="*/ 118 h 236"/>
                <a:gd name="T66" fmla="*/ 66 w 132"/>
                <a:gd name="T67" fmla="*/ 134 h 236"/>
                <a:gd name="T68" fmla="*/ 10 w 132"/>
                <a:gd name="T69" fmla="*/ 118 h 236"/>
                <a:gd name="T70" fmla="*/ 10 w 132"/>
                <a:gd name="T71" fmla="*/ 85 h 236"/>
                <a:gd name="T72" fmla="*/ 66 w 132"/>
                <a:gd name="T73" fmla="*/ 10 h 236"/>
                <a:gd name="T74" fmla="*/ 122 w 132"/>
                <a:gd name="T75" fmla="*/ 27 h 236"/>
                <a:gd name="T76" fmla="*/ 122 w 132"/>
                <a:gd name="T77" fmla="*/ 27 h 236"/>
                <a:gd name="T78" fmla="*/ 122 w 132"/>
                <a:gd name="T79" fmla="*/ 27 h 236"/>
                <a:gd name="T80" fmla="*/ 66 w 132"/>
                <a:gd name="T81" fmla="*/ 43 h 236"/>
                <a:gd name="T82" fmla="*/ 10 w 132"/>
                <a:gd name="T83" fmla="*/ 28 h 236"/>
                <a:gd name="T84" fmla="*/ 66 w 132"/>
                <a:gd name="T85" fmla="*/ 10 h 236"/>
                <a:gd name="T86" fmla="*/ 10 w 132"/>
                <a:gd name="T87" fmla="*/ 164 h 236"/>
                <a:gd name="T88" fmla="*/ 10 w 132"/>
                <a:gd name="T89" fmla="*/ 131 h 236"/>
                <a:gd name="T90" fmla="*/ 66 w 132"/>
                <a:gd name="T91" fmla="*/ 144 h 236"/>
                <a:gd name="T92" fmla="*/ 123 w 132"/>
                <a:gd name="T93" fmla="*/ 130 h 236"/>
                <a:gd name="T94" fmla="*/ 123 w 132"/>
                <a:gd name="T95" fmla="*/ 164 h 236"/>
                <a:gd name="T96" fmla="*/ 123 w 132"/>
                <a:gd name="T97" fmla="*/ 164 h 236"/>
                <a:gd name="T98" fmla="*/ 66 w 132"/>
                <a:gd name="T99" fmla="*/ 182 h 236"/>
                <a:gd name="T100" fmla="*/ 10 w 132"/>
                <a:gd name="T101" fmla="*/ 164 h 236"/>
                <a:gd name="T102" fmla="*/ 66 w 132"/>
                <a:gd name="T103" fmla="*/ 226 h 236"/>
                <a:gd name="T104" fmla="*/ 62 w 132"/>
                <a:gd name="T105" fmla="*/ 222 h 236"/>
                <a:gd name="T106" fmla="*/ 63 w 132"/>
                <a:gd name="T107" fmla="*/ 220 h 236"/>
                <a:gd name="T108" fmla="*/ 66 w 132"/>
                <a:gd name="T109" fmla="*/ 218 h 236"/>
                <a:gd name="T110" fmla="*/ 70 w 132"/>
                <a:gd name="T111" fmla="*/ 222 h 236"/>
                <a:gd name="T112" fmla="*/ 66 w 132"/>
                <a:gd name="T113" fmla="*/ 22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 h="236">
                  <a:moveTo>
                    <a:pt x="71" y="210"/>
                  </a:moveTo>
                  <a:cubicBezTo>
                    <a:pt x="71" y="191"/>
                    <a:pt x="71" y="191"/>
                    <a:pt x="71" y="191"/>
                  </a:cubicBezTo>
                  <a:cubicBezTo>
                    <a:pt x="98" y="191"/>
                    <a:pt x="128" y="184"/>
                    <a:pt x="132" y="167"/>
                  </a:cubicBezTo>
                  <a:cubicBezTo>
                    <a:pt x="132" y="166"/>
                    <a:pt x="132" y="165"/>
                    <a:pt x="132" y="164"/>
                  </a:cubicBezTo>
                  <a:cubicBezTo>
                    <a:pt x="132" y="29"/>
                    <a:pt x="132" y="29"/>
                    <a:pt x="132" y="29"/>
                  </a:cubicBezTo>
                  <a:cubicBezTo>
                    <a:pt x="132" y="8"/>
                    <a:pt x="97" y="0"/>
                    <a:pt x="66" y="0"/>
                  </a:cubicBezTo>
                  <a:cubicBezTo>
                    <a:pt x="37" y="0"/>
                    <a:pt x="4" y="7"/>
                    <a:pt x="1" y="26"/>
                  </a:cubicBezTo>
                  <a:cubicBezTo>
                    <a:pt x="0" y="27"/>
                    <a:pt x="0" y="27"/>
                    <a:pt x="0" y="28"/>
                  </a:cubicBezTo>
                  <a:cubicBezTo>
                    <a:pt x="0" y="28"/>
                    <a:pt x="0" y="28"/>
                    <a:pt x="0" y="28"/>
                  </a:cubicBezTo>
                  <a:cubicBezTo>
                    <a:pt x="0" y="29"/>
                    <a:pt x="0" y="29"/>
                    <a:pt x="0" y="29"/>
                  </a:cubicBezTo>
                  <a:cubicBezTo>
                    <a:pt x="0" y="164"/>
                    <a:pt x="0" y="164"/>
                    <a:pt x="0" y="164"/>
                  </a:cubicBezTo>
                  <a:cubicBezTo>
                    <a:pt x="0" y="165"/>
                    <a:pt x="0" y="166"/>
                    <a:pt x="1" y="167"/>
                  </a:cubicBezTo>
                  <a:cubicBezTo>
                    <a:pt x="5" y="184"/>
                    <a:pt x="35" y="191"/>
                    <a:pt x="61" y="191"/>
                  </a:cubicBezTo>
                  <a:cubicBezTo>
                    <a:pt x="61" y="210"/>
                    <a:pt x="61" y="210"/>
                    <a:pt x="61" y="210"/>
                  </a:cubicBezTo>
                  <a:cubicBezTo>
                    <a:pt x="56" y="212"/>
                    <a:pt x="53" y="217"/>
                    <a:pt x="53" y="222"/>
                  </a:cubicBezTo>
                  <a:cubicBezTo>
                    <a:pt x="53" y="230"/>
                    <a:pt x="59" y="236"/>
                    <a:pt x="66" y="236"/>
                  </a:cubicBezTo>
                  <a:cubicBezTo>
                    <a:pt x="74" y="236"/>
                    <a:pt x="80" y="230"/>
                    <a:pt x="80" y="222"/>
                  </a:cubicBezTo>
                  <a:cubicBezTo>
                    <a:pt x="80" y="217"/>
                    <a:pt x="76" y="212"/>
                    <a:pt x="71" y="210"/>
                  </a:cubicBezTo>
                  <a:close/>
                  <a:moveTo>
                    <a:pt x="123" y="40"/>
                  </a:moveTo>
                  <a:cubicBezTo>
                    <a:pt x="123" y="71"/>
                    <a:pt x="123" y="71"/>
                    <a:pt x="123" y="71"/>
                  </a:cubicBezTo>
                  <a:cubicBezTo>
                    <a:pt x="122" y="71"/>
                    <a:pt x="122" y="72"/>
                    <a:pt x="122" y="73"/>
                  </a:cubicBezTo>
                  <a:cubicBezTo>
                    <a:pt x="122" y="73"/>
                    <a:pt x="122" y="73"/>
                    <a:pt x="122" y="73"/>
                  </a:cubicBezTo>
                  <a:cubicBezTo>
                    <a:pt x="121" y="76"/>
                    <a:pt x="103" y="89"/>
                    <a:pt x="66" y="89"/>
                  </a:cubicBezTo>
                  <a:cubicBezTo>
                    <a:pt x="29" y="89"/>
                    <a:pt x="11" y="76"/>
                    <a:pt x="10" y="73"/>
                  </a:cubicBezTo>
                  <a:cubicBezTo>
                    <a:pt x="10" y="40"/>
                    <a:pt x="10" y="40"/>
                    <a:pt x="10" y="40"/>
                  </a:cubicBezTo>
                  <a:cubicBezTo>
                    <a:pt x="21" y="47"/>
                    <a:pt x="40" y="53"/>
                    <a:pt x="66" y="53"/>
                  </a:cubicBezTo>
                  <a:cubicBezTo>
                    <a:pt x="93" y="53"/>
                    <a:pt x="112" y="47"/>
                    <a:pt x="123" y="40"/>
                  </a:cubicBezTo>
                  <a:close/>
                  <a:moveTo>
                    <a:pt x="10" y="85"/>
                  </a:moveTo>
                  <a:cubicBezTo>
                    <a:pt x="21" y="92"/>
                    <a:pt x="40" y="98"/>
                    <a:pt x="66" y="98"/>
                  </a:cubicBezTo>
                  <a:cubicBezTo>
                    <a:pt x="93" y="98"/>
                    <a:pt x="112" y="92"/>
                    <a:pt x="123" y="85"/>
                  </a:cubicBezTo>
                  <a:cubicBezTo>
                    <a:pt x="123" y="116"/>
                    <a:pt x="123" y="116"/>
                    <a:pt x="123" y="116"/>
                  </a:cubicBezTo>
                  <a:cubicBezTo>
                    <a:pt x="122" y="117"/>
                    <a:pt x="122" y="117"/>
                    <a:pt x="122" y="118"/>
                  </a:cubicBezTo>
                  <a:cubicBezTo>
                    <a:pt x="122" y="118"/>
                    <a:pt x="122" y="118"/>
                    <a:pt x="122" y="118"/>
                  </a:cubicBezTo>
                  <a:cubicBezTo>
                    <a:pt x="121" y="121"/>
                    <a:pt x="103" y="134"/>
                    <a:pt x="66" y="134"/>
                  </a:cubicBezTo>
                  <a:cubicBezTo>
                    <a:pt x="30" y="134"/>
                    <a:pt x="12" y="122"/>
                    <a:pt x="10" y="118"/>
                  </a:cubicBezTo>
                  <a:lnTo>
                    <a:pt x="10" y="85"/>
                  </a:lnTo>
                  <a:close/>
                  <a:moveTo>
                    <a:pt x="66" y="10"/>
                  </a:moveTo>
                  <a:cubicBezTo>
                    <a:pt x="96" y="10"/>
                    <a:pt x="119" y="17"/>
                    <a:pt x="122" y="27"/>
                  </a:cubicBezTo>
                  <a:cubicBezTo>
                    <a:pt x="122" y="27"/>
                    <a:pt x="122" y="27"/>
                    <a:pt x="122" y="27"/>
                  </a:cubicBezTo>
                  <a:cubicBezTo>
                    <a:pt x="122" y="27"/>
                    <a:pt x="122" y="27"/>
                    <a:pt x="122" y="27"/>
                  </a:cubicBezTo>
                  <a:cubicBezTo>
                    <a:pt x="121" y="30"/>
                    <a:pt x="103" y="43"/>
                    <a:pt x="66" y="43"/>
                  </a:cubicBezTo>
                  <a:cubicBezTo>
                    <a:pt x="30" y="43"/>
                    <a:pt x="12" y="31"/>
                    <a:pt x="10" y="28"/>
                  </a:cubicBezTo>
                  <a:cubicBezTo>
                    <a:pt x="12" y="18"/>
                    <a:pt x="36" y="10"/>
                    <a:pt x="66" y="10"/>
                  </a:cubicBezTo>
                  <a:close/>
                  <a:moveTo>
                    <a:pt x="10" y="164"/>
                  </a:moveTo>
                  <a:cubicBezTo>
                    <a:pt x="10" y="131"/>
                    <a:pt x="10" y="131"/>
                    <a:pt x="10" y="131"/>
                  </a:cubicBezTo>
                  <a:cubicBezTo>
                    <a:pt x="21" y="138"/>
                    <a:pt x="40" y="144"/>
                    <a:pt x="66" y="144"/>
                  </a:cubicBezTo>
                  <a:cubicBezTo>
                    <a:pt x="93" y="144"/>
                    <a:pt x="112" y="137"/>
                    <a:pt x="123" y="130"/>
                  </a:cubicBezTo>
                  <a:cubicBezTo>
                    <a:pt x="123" y="164"/>
                    <a:pt x="123" y="164"/>
                    <a:pt x="123" y="164"/>
                  </a:cubicBezTo>
                  <a:cubicBezTo>
                    <a:pt x="123" y="164"/>
                    <a:pt x="123" y="164"/>
                    <a:pt x="123" y="164"/>
                  </a:cubicBezTo>
                  <a:cubicBezTo>
                    <a:pt x="120" y="174"/>
                    <a:pt x="96" y="182"/>
                    <a:pt x="66" y="182"/>
                  </a:cubicBezTo>
                  <a:cubicBezTo>
                    <a:pt x="37" y="182"/>
                    <a:pt x="12" y="174"/>
                    <a:pt x="10" y="164"/>
                  </a:cubicBezTo>
                  <a:close/>
                  <a:moveTo>
                    <a:pt x="66" y="226"/>
                  </a:moveTo>
                  <a:cubicBezTo>
                    <a:pt x="64" y="226"/>
                    <a:pt x="62" y="225"/>
                    <a:pt x="62" y="222"/>
                  </a:cubicBezTo>
                  <a:cubicBezTo>
                    <a:pt x="62" y="221"/>
                    <a:pt x="63" y="220"/>
                    <a:pt x="63" y="220"/>
                  </a:cubicBezTo>
                  <a:cubicBezTo>
                    <a:pt x="64" y="219"/>
                    <a:pt x="65" y="218"/>
                    <a:pt x="66" y="218"/>
                  </a:cubicBezTo>
                  <a:cubicBezTo>
                    <a:pt x="69" y="218"/>
                    <a:pt x="70" y="220"/>
                    <a:pt x="70" y="222"/>
                  </a:cubicBezTo>
                  <a:cubicBezTo>
                    <a:pt x="70" y="225"/>
                    <a:pt x="69" y="226"/>
                    <a:pt x="66" y="2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grpSp>
        <p:nvGrpSpPr>
          <p:cNvPr id="18" name="Group 17">
            <a:extLst>
              <a:ext uri="{FF2B5EF4-FFF2-40B4-BE49-F238E27FC236}">
                <a16:creationId xmlns:a16="http://schemas.microsoft.com/office/drawing/2014/main" id="{773EC93F-C808-42BF-BA97-86AA77A6D252}"/>
              </a:ext>
            </a:extLst>
          </p:cNvPr>
          <p:cNvGrpSpPr>
            <a:grpSpLocks noChangeAspect="1"/>
          </p:cNvGrpSpPr>
          <p:nvPr/>
        </p:nvGrpSpPr>
        <p:grpSpPr>
          <a:xfrm>
            <a:off x="1574063" y="2056884"/>
            <a:ext cx="545250" cy="463108"/>
            <a:chOff x="11387138" y="6542088"/>
            <a:chExt cx="484188" cy="433388"/>
          </a:xfrm>
          <a:solidFill>
            <a:schemeClr val="bg1"/>
          </a:solidFill>
        </p:grpSpPr>
        <p:sp>
          <p:nvSpPr>
            <p:cNvPr id="19" name="Freeform 601">
              <a:extLst>
                <a:ext uri="{FF2B5EF4-FFF2-40B4-BE49-F238E27FC236}">
                  <a16:creationId xmlns:a16="http://schemas.microsoft.com/office/drawing/2014/main" id="{5D0DAFA5-1616-49BC-A6C2-38EA61375D7F}"/>
                </a:ext>
              </a:extLst>
            </p:cNvPr>
            <p:cNvSpPr>
              <a:spLocks noEditPoints="1"/>
            </p:cNvSpPr>
            <p:nvPr/>
          </p:nvSpPr>
          <p:spPr bwMode="auto">
            <a:xfrm>
              <a:off x="11387138" y="6542088"/>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8 w 53"/>
                <a:gd name="T25" fmla="*/ 48 h 50"/>
                <a:gd name="T26" fmla="*/ 26 w 53"/>
                <a:gd name="T27" fmla="*/ 42 h 50"/>
                <a:gd name="T28" fmla="*/ 35 w 53"/>
                <a:gd name="T29" fmla="*/ 48 h 50"/>
                <a:gd name="T30" fmla="*/ 39 w 53"/>
                <a:gd name="T31" fmla="*/ 49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6"/>
                    <a:pt x="11" y="48"/>
                  </a:cubicBezTo>
                  <a:cubicBezTo>
                    <a:pt x="13" y="50"/>
                    <a:pt x="16" y="50"/>
                    <a:pt x="18" y="48"/>
                  </a:cubicBezTo>
                  <a:cubicBezTo>
                    <a:pt x="26" y="42"/>
                    <a:pt x="26" y="42"/>
                    <a:pt x="26" y="42"/>
                  </a:cubicBezTo>
                  <a:cubicBezTo>
                    <a:pt x="35" y="48"/>
                    <a:pt x="35" y="48"/>
                    <a:pt x="35" y="48"/>
                  </a:cubicBezTo>
                  <a:cubicBezTo>
                    <a:pt x="36" y="49"/>
                    <a:pt x="37" y="49"/>
                    <a:pt x="39" y="49"/>
                  </a:cubicBezTo>
                  <a:cubicBezTo>
                    <a:pt x="40" y="49"/>
                    <a:pt x="41" y="49"/>
                    <a:pt x="42" y="48"/>
                  </a:cubicBezTo>
                  <a:cubicBezTo>
                    <a:pt x="44" y="46"/>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3"/>
                    <a:pt x="25" y="22"/>
                    <a:pt x="25" y="20"/>
                  </a:cubicBezTo>
                  <a:cubicBezTo>
                    <a:pt x="26" y="17"/>
                    <a:pt x="26" y="17"/>
                    <a:pt x="26" y="17"/>
                  </a:cubicBezTo>
                  <a:cubicBezTo>
                    <a:pt x="28" y="20"/>
                    <a:pt x="28" y="20"/>
                    <a:pt x="28" y="20"/>
                  </a:cubicBezTo>
                  <a:cubicBezTo>
                    <a:pt x="28" y="22"/>
                    <a:pt x="30" y="23"/>
                    <a:pt x="32" y="24"/>
                  </a:cubicBezTo>
                  <a:cubicBezTo>
                    <a:pt x="36" y="24"/>
                    <a:pt x="36" y="24"/>
                    <a:pt x="36" y="24"/>
                  </a:cubicBezTo>
                  <a:lnTo>
                    <a:pt x="3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0" name="Freeform 602">
              <a:extLst>
                <a:ext uri="{FF2B5EF4-FFF2-40B4-BE49-F238E27FC236}">
                  <a16:creationId xmlns:a16="http://schemas.microsoft.com/office/drawing/2014/main" id="{04C7DD89-8C38-49AF-81D2-421B92620340}"/>
                </a:ext>
              </a:extLst>
            </p:cNvPr>
            <p:cNvSpPr>
              <a:spLocks noEditPoints="1"/>
            </p:cNvSpPr>
            <p:nvPr/>
          </p:nvSpPr>
          <p:spPr bwMode="auto">
            <a:xfrm>
              <a:off x="11387138" y="6699251"/>
              <a:ext cx="120650" cy="112713"/>
            </a:xfrm>
            <a:custGeom>
              <a:avLst/>
              <a:gdLst>
                <a:gd name="T0" fmla="*/ 46 w 53"/>
                <a:gd name="T1" fmla="*/ 14 h 49"/>
                <a:gd name="T2" fmla="*/ 36 w 53"/>
                <a:gd name="T3" fmla="*/ 13 h 49"/>
                <a:gd name="T4" fmla="*/ 32 w 53"/>
                <a:gd name="T5" fmla="*/ 4 h 49"/>
                <a:gd name="T6" fmla="*/ 26 w 53"/>
                <a:gd name="T7" fmla="*/ 0 h 49"/>
                <a:gd name="T8" fmla="*/ 21 w 53"/>
                <a:gd name="T9" fmla="*/ 4 h 49"/>
                <a:gd name="T10" fmla="*/ 17 w 53"/>
                <a:gd name="T11" fmla="*/ 13 h 49"/>
                <a:gd name="T12" fmla="*/ 7 w 53"/>
                <a:gd name="T13" fmla="*/ 14 h 49"/>
                <a:gd name="T14" fmla="*/ 1 w 53"/>
                <a:gd name="T15" fmla="*/ 18 h 49"/>
                <a:gd name="T16" fmla="*/ 3 w 53"/>
                <a:gd name="T17" fmla="*/ 25 h 49"/>
                <a:gd name="T18" fmla="*/ 11 w 53"/>
                <a:gd name="T19" fmla="*/ 31 h 49"/>
                <a:gd name="T20" fmla="*/ 8 w 53"/>
                <a:gd name="T21" fmla="*/ 41 h 49"/>
                <a:gd name="T22" fmla="*/ 11 w 53"/>
                <a:gd name="T23" fmla="*/ 48 h 49"/>
                <a:gd name="T24" fmla="*/ 18 w 53"/>
                <a:gd name="T25" fmla="*/ 48 h 49"/>
                <a:gd name="T26" fmla="*/ 26 w 53"/>
                <a:gd name="T27" fmla="*/ 42 h 49"/>
                <a:gd name="T28" fmla="*/ 35 w 53"/>
                <a:gd name="T29" fmla="*/ 48 h 49"/>
                <a:gd name="T30" fmla="*/ 39 w 53"/>
                <a:gd name="T31" fmla="*/ 49 h 49"/>
                <a:gd name="T32" fmla="*/ 42 w 53"/>
                <a:gd name="T33" fmla="*/ 48 h 49"/>
                <a:gd name="T34" fmla="*/ 44 w 53"/>
                <a:gd name="T35" fmla="*/ 41 h 49"/>
                <a:gd name="T36" fmla="*/ 41 w 53"/>
                <a:gd name="T37" fmla="*/ 31 h 49"/>
                <a:gd name="T38" fmla="*/ 50 w 53"/>
                <a:gd name="T39" fmla="*/ 25 h 49"/>
                <a:gd name="T40" fmla="*/ 52 w 53"/>
                <a:gd name="T41" fmla="*/ 18 h 49"/>
                <a:gd name="T42" fmla="*/ 46 w 53"/>
                <a:gd name="T43" fmla="*/ 14 h 49"/>
                <a:gd name="T44" fmla="*/ 33 w 53"/>
                <a:gd name="T45" fmla="*/ 25 h 49"/>
                <a:gd name="T46" fmla="*/ 31 w 53"/>
                <a:gd name="T47" fmla="*/ 31 h 49"/>
                <a:gd name="T48" fmla="*/ 32 w 53"/>
                <a:gd name="T49" fmla="*/ 34 h 49"/>
                <a:gd name="T50" fmla="*/ 29 w 53"/>
                <a:gd name="T51" fmla="*/ 32 h 49"/>
                <a:gd name="T52" fmla="*/ 24 w 53"/>
                <a:gd name="T53" fmla="*/ 32 h 49"/>
                <a:gd name="T54" fmla="*/ 21 w 53"/>
                <a:gd name="T55" fmla="*/ 34 h 49"/>
                <a:gd name="T56" fmla="*/ 22 w 53"/>
                <a:gd name="T57" fmla="*/ 31 h 49"/>
                <a:gd name="T58" fmla="*/ 20 w 53"/>
                <a:gd name="T59" fmla="*/ 25 h 49"/>
                <a:gd name="T60" fmla="*/ 17 w 53"/>
                <a:gd name="T61" fmla="*/ 23 h 49"/>
                <a:gd name="T62" fmla="*/ 21 w 53"/>
                <a:gd name="T63" fmla="*/ 23 h 49"/>
                <a:gd name="T64" fmla="*/ 25 w 53"/>
                <a:gd name="T65" fmla="*/ 20 h 49"/>
                <a:gd name="T66" fmla="*/ 26 w 53"/>
                <a:gd name="T67" fmla="*/ 17 h 49"/>
                <a:gd name="T68" fmla="*/ 28 w 53"/>
                <a:gd name="T69" fmla="*/ 20 h 49"/>
                <a:gd name="T70" fmla="*/ 32 w 53"/>
                <a:gd name="T71" fmla="*/ 23 h 49"/>
                <a:gd name="T72" fmla="*/ 36 w 53"/>
                <a:gd name="T73" fmla="*/ 23 h 49"/>
                <a:gd name="T74" fmla="*/ 33 w 53"/>
                <a:gd name="T7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49">
                  <a:moveTo>
                    <a:pt x="46" y="14"/>
                  </a:moveTo>
                  <a:cubicBezTo>
                    <a:pt x="36" y="13"/>
                    <a:pt x="36" y="13"/>
                    <a:pt x="36" y="13"/>
                  </a:cubicBezTo>
                  <a:cubicBezTo>
                    <a:pt x="32" y="4"/>
                    <a:pt x="32" y="4"/>
                    <a:pt x="32" y="4"/>
                  </a:cubicBezTo>
                  <a:cubicBezTo>
                    <a:pt x="31" y="1"/>
                    <a:pt x="29" y="0"/>
                    <a:pt x="26" y="0"/>
                  </a:cubicBezTo>
                  <a:cubicBezTo>
                    <a:pt x="24" y="0"/>
                    <a:pt x="21" y="1"/>
                    <a:pt x="21" y="4"/>
                  </a:cubicBezTo>
                  <a:cubicBezTo>
                    <a:pt x="17" y="13"/>
                    <a:pt x="17" y="13"/>
                    <a:pt x="17" y="13"/>
                  </a:cubicBezTo>
                  <a:cubicBezTo>
                    <a:pt x="7" y="14"/>
                    <a:pt x="7" y="14"/>
                    <a:pt x="7" y="14"/>
                  </a:cubicBezTo>
                  <a:cubicBezTo>
                    <a:pt x="4" y="14"/>
                    <a:pt x="2" y="15"/>
                    <a:pt x="1" y="18"/>
                  </a:cubicBezTo>
                  <a:cubicBezTo>
                    <a:pt x="0" y="20"/>
                    <a:pt x="1" y="23"/>
                    <a:pt x="3" y="25"/>
                  </a:cubicBezTo>
                  <a:cubicBezTo>
                    <a:pt x="11" y="31"/>
                    <a:pt x="11" y="31"/>
                    <a:pt x="11" y="31"/>
                  </a:cubicBezTo>
                  <a:cubicBezTo>
                    <a:pt x="8" y="41"/>
                    <a:pt x="8" y="41"/>
                    <a:pt x="8" y="41"/>
                  </a:cubicBezTo>
                  <a:cubicBezTo>
                    <a:pt x="8" y="43"/>
                    <a:pt x="8" y="46"/>
                    <a:pt x="11" y="48"/>
                  </a:cubicBezTo>
                  <a:cubicBezTo>
                    <a:pt x="13" y="49"/>
                    <a:pt x="16" y="49"/>
                    <a:pt x="18" y="48"/>
                  </a:cubicBezTo>
                  <a:cubicBezTo>
                    <a:pt x="26" y="42"/>
                    <a:pt x="26" y="42"/>
                    <a:pt x="26" y="42"/>
                  </a:cubicBezTo>
                  <a:cubicBezTo>
                    <a:pt x="35" y="48"/>
                    <a:pt x="35" y="48"/>
                    <a:pt x="35" y="48"/>
                  </a:cubicBezTo>
                  <a:cubicBezTo>
                    <a:pt x="36" y="48"/>
                    <a:pt x="37" y="49"/>
                    <a:pt x="39" y="49"/>
                  </a:cubicBezTo>
                  <a:cubicBezTo>
                    <a:pt x="40" y="49"/>
                    <a:pt x="41" y="48"/>
                    <a:pt x="42" y="48"/>
                  </a:cubicBezTo>
                  <a:cubicBezTo>
                    <a:pt x="44" y="46"/>
                    <a:pt x="45" y="43"/>
                    <a:pt x="44" y="41"/>
                  </a:cubicBezTo>
                  <a:cubicBezTo>
                    <a:pt x="41" y="31"/>
                    <a:pt x="41" y="31"/>
                    <a:pt x="41" y="31"/>
                  </a:cubicBezTo>
                  <a:cubicBezTo>
                    <a:pt x="50" y="25"/>
                    <a:pt x="50" y="25"/>
                    <a:pt x="50" y="25"/>
                  </a:cubicBezTo>
                  <a:cubicBezTo>
                    <a:pt x="52" y="23"/>
                    <a:pt x="53" y="20"/>
                    <a:pt x="52" y="18"/>
                  </a:cubicBezTo>
                  <a:cubicBezTo>
                    <a:pt x="51" y="15"/>
                    <a:pt x="49" y="14"/>
                    <a:pt x="46" y="14"/>
                  </a:cubicBezTo>
                  <a:close/>
                  <a:moveTo>
                    <a:pt x="33" y="25"/>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5"/>
                  </a:cubicBezTo>
                  <a:cubicBezTo>
                    <a:pt x="17" y="23"/>
                    <a:pt x="17" y="23"/>
                    <a:pt x="17" y="23"/>
                  </a:cubicBezTo>
                  <a:cubicBezTo>
                    <a:pt x="21" y="23"/>
                    <a:pt x="21" y="23"/>
                    <a:pt x="21" y="23"/>
                  </a:cubicBezTo>
                  <a:cubicBezTo>
                    <a:pt x="23" y="23"/>
                    <a:pt x="25" y="22"/>
                    <a:pt x="25" y="20"/>
                  </a:cubicBezTo>
                  <a:cubicBezTo>
                    <a:pt x="26" y="17"/>
                    <a:pt x="26" y="17"/>
                    <a:pt x="26" y="17"/>
                  </a:cubicBezTo>
                  <a:cubicBezTo>
                    <a:pt x="28" y="20"/>
                    <a:pt x="28" y="20"/>
                    <a:pt x="28" y="20"/>
                  </a:cubicBezTo>
                  <a:cubicBezTo>
                    <a:pt x="28" y="22"/>
                    <a:pt x="30" y="23"/>
                    <a:pt x="32" y="23"/>
                  </a:cubicBezTo>
                  <a:cubicBezTo>
                    <a:pt x="36" y="23"/>
                    <a:pt x="36" y="23"/>
                    <a:pt x="36" y="23"/>
                  </a:cubicBezTo>
                  <a:lnTo>
                    <a:pt x="33" y="2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1" name="Freeform 603">
              <a:extLst>
                <a:ext uri="{FF2B5EF4-FFF2-40B4-BE49-F238E27FC236}">
                  <a16:creationId xmlns:a16="http://schemas.microsoft.com/office/drawing/2014/main" id="{7F030528-423D-44C2-8864-AB9E676347D5}"/>
                </a:ext>
              </a:extLst>
            </p:cNvPr>
            <p:cNvSpPr>
              <a:spLocks noEditPoints="1"/>
            </p:cNvSpPr>
            <p:nvPr/>
          </p:nvSpPr>
          <p:spPr bwMode="auto">
            <a:xfrm>
              <a:off x="11387138" y="6861176"/>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4 w 53"/>
                <a:gd name="T25" fmla="*/ 49 h 50"/>
                <a:gd name="T26" fmla="*/ 18 w 53"/>
                <a:gd name="T27" fmla="*/ 48 h 50"/>
                <a:gd name="T28" fmla="*/ 26 w 53"/>
                <a:gd name="T29" fmla="*/ 42 h 50"/>
                <a:gd name="T30" fmla="*/ 35 w 53"/>
                <a:gd name="T31" fmla="*/ 48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7"/>
                    <a:pt x="11" y="48"/>
                  </a:cubicBezTo>
                  <a:cubicBezTo>
                    <a:pt x="12" y="49"/>
                    <a:pt x="13" y="49"/>
                    <a:pt x="14" y="49"/>
                  </a:cubicBezTo>
                  <a:cubicBezTo>
                    <a:pt x="15" y="49"/>
                    <a:pt x="17" y="49"/>
                    <a:pt x="18" y="48"/>
                  </a:cubicBezTo>
                  <a:cubicBezTo>
                    <a:pt x="26" y="42"/>
                    <a:pt x="26" y="42"/>
                    <a:pt x="26" y="42"/>
                  </a:cubicBezTo>
                  <a:cubicBezTo>
                    <a:pt x="35" y="48"/>
                    <a:pt x="35" y="48"/>
                    <a:pt x="35" y="48"/>
                  </a:cubicBezTo>
                  <a:cubicBezTo>
                    <a:pt x="37" y="50"/>
                    <a:pt x="40" y="50"/>
                    <a:pt x="42" y="48"/>
                  </a:cubicBezTo>
                  <a:cubicBezTo>
                    <a:pt x="44" y="47"/>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7"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4"/>
                    <a:pt x="25" y="22"/>
                    <a:pt x="25" y="20"/>
                  </a:cubicBezTo>
                  <a:cubicBezTo>
                    <a:pt x="26" y="17"/>
                    <a:pt x="26" y="17"/>
                    <a:pt x="26" y="17"/>
                  </a:cubicBezTo>
                  <a:cubicBezTo>
                    <a:pt x="28" y="20"/>
                    <a:pt x="28" y="20"/>
                    <a:pt x="28" y="20"/>
                  </a:cubicBezTo>
                  <a:cubicBezTo>
                    <a:pt x="28" y="22"/>
                    <a:pt x="30" y="24"/>
                    <a:pt x="32" y="24"/>
                  </a:cubicBezTo>
                  <a:cubicBezTo>
                    <a:pt x="36" y="24"/>
                    <a:pt x="36" y="24"/>
                    <a:pt x="36" y="24"/>
                  </a:cubicBezTo>
                  <a:lnTo>
                    <a:pt x="3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2" name="Freeform 604">
              <a:extLst>
                <a:ext uri="{FF2B5EF4-FFF2-40B4-BE49-F238E27FC236}">
                  <a16:creationId xmlns:a16="http://schemas.microsoft.com/office/drawing/2014/main" id="{98F89DEC-055B-4837-8D61-5BC6A9C7929D}"/>
                </a:ext>
              </a:extLst>
            </p:cNvPr>
            <p:cNvSpPr>
              <a:spLocks/>
            </p:cNvSpPr>
            <p:nvPr/>
          </p:nvSpPr>
          <p:spPr bwMode="auto">
            <a:xfrm>
              <a:off x="11549063" y="6907213"/>
              <a:ext cx="322263" cy="23813"/>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3" name="Freeform 605">
              <a:extLst>
                <a:ext uri="{FF2B5EF4-FFF2-40B4-BE49-F238E27FC236}">
                  <a16:creationId xmlns:a16="http://schemas.microsoft.com/office/drawing/2014/main" id="{E716AB85-9A46-4E16-B1E8-63C637B5AB3F}"/>
                </a:ext>
              </a:extLst>
            </p:cNvPr>
            <p:cNvSpPr>
              <a:spLocks/>
            </p:cNvSpPr>
            <p:nvPr/>
          </p:nvSpPr>
          <p:spPr bwMode="auto">
            <a:xfrm>
              <a:off x="11549063" y="6748463"/>
              <a:ext cx="322263" cy="22225"/>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4" name="Freeform 606">
              <a:extLst>
                <a:ext uri="{FF2B5EF4-FFF2-40B4-BE49-F238E27FC236}">
                  <a16:creationId xmlns:a16="http://schemas.microsoft.com/office/drawing/2014/main" id="{98B2C841-CDEE-4C6C-8BBD-FB6C20D67289}"/>
                </a:ext>
              </a:extLst>
            </p:cNvPr>
            <p:cNvSpPr>
              <a:spLocks/>
            </p:cNvSpPr>
            <p:nvPr/>
          </p:nvSpPr>
          <p:spPr bwMode="auto">
            <a:xfrm>
              <a:off x="11549063" y="6588126"/>
              <a:ext cx="322263" cy="20638"/>
            </a:xfrm>
            <a:custGeom>
              <a:avLst/>
              <a:gdLst>
                <a:gd name="T0" fmla="*/ 5 w 141"/>
                <a:gd name="T1" fmla="*/ 9 h 9"/>
                <a:gd name="T2" fmla="*/ 136 w 141"/>
                <a:gd name="T3" fmla="*/ 9 h 9"/>
                <a:gd name="T4" fmla="*/ 141 w 141"/>
                <a:gd name="T5" fmla="*/ 5 h 9"/>
                <a:gd name="T6" fmla="*/ 136 w 141"/>
                <a:gd name="T7" fmla="*/ 0 h 9"/>
                <a:gd name="T8" fmla="*/ 5 w 141"/>
                <a:gd name="T9" fmla="*/ 0 h 9"/>
                <a:gd name="T10" fmla="*/ 0 w 141"/>
                <a:gd name="T11" fmla="*/ 5 h 9"/>
                <a:gd name="T12" fmla="*/ 5 w 14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41" h="9">
                  <a:moveTo>
                    <a:pt x="5" y="9"/>
                  </a:moveTo>
                  <a:cubicBezTo>
                    <a:pt x="136" y="9"/>
                    <a:pt x="136" y="9"/>
                    <a:pt x="136" y="9"/>
                  </a:cubicBezTo>
                  <a:cubicBezTo>
                    <a:pt x="139" y="9"/>
                    <a:pt x="141" y="7"/>
                    <a:pt x="141" y="5"/>
                  </a:cubicBezTo>
                  <a:cubicBezTo>
                    <a:pt x="141" y="2"/>
                    <a:pt x="139" y="0"/>
                    <a:pt x="136" y="0"/>
                  </a:cubicBezTo>
                  <a:cubicBezTo>
                    <a:pt x="5" y="0"/>
                    <a:pt x="5" y="0"/>
                    <a:pt x="5" y="0"/>
                  </a:cubicBezTo>
                  <a:cubicBezTo>
                    <a:pt x="2" y="0"/>
                    <a:pt x="0" y="2"/>
                    <a:pt x="0" y="5"/>
                  </a:cubicBezTo>
                  <a:cubicBezTo>
                    <a:pt x="0" y="7"/>
                    <a:pt x="2" y="9"/>
                    <a:pt x="5"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sp>
        <p:nvSpPr>
          <p:cNvPr id="57" name="TextBox 56">
            <a:extLst>
              <a:ext uri="{FF2B5EF4-FFF2-40B4-BE49-F238E27FC236}">
                <a16:creationId xmlns:a16="http://schemas.microsoft.com/office/drawing/2014/main" id="{4C7F8CDB-4388-4718-9EBB-0C8715E419FE}"/>
              </a:ext>
            </a:extLst>
          </p:cNvPr>
          <p:cNvSpPr txBox="1"/>
          <p:nvPr/>
        </p:nvSpPr>
        <p:spPr>
          <a:xfrm>
            <a:off x="9607360" y="4068614"/>
            <a:ext cx="1544574" cy="72327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1" i="0" u="none" strike="noStrike" kern="1200" cap="none" spc="0" normalizeH="0" baseline="0" noProof="0" dirty="0">
                <a:ln>
                  <a:noFill/>
                </a:ln>
                <a:solidFill>
                  <a:srgbClr val="313131"/>
                </a:solidFill>
                <a:effectLst/>
                <a:uLnTx/>
                <a:uFillTx/>
                <a:latin typeface="Calibri Light"/>
                <a:ea typeface="+mn-ea"/>
                <a:cs typeface="+mn-cs"/>
              </a:rPr>
              <a:t>REC</a:t>
            </a:r>
            <a:endParaRPr kumimoji="0" lang="en-US" sz="1400" b="0" i="0" u="none" strike="noStrike" kern="1200" cap="none" spc="0" normalizeH="0" baseline="0" noProof="0" dirty="0">
              <a:ln>
                <a:noFill/>
              </a:ln>
              <a:solidFill>
                <a:srgbClr val="313131"/>
              </a:solidFill>
              <a:effectLst/>
              <a:uLnTx/>
              <a:uFillTx/>
              <a:latin typeface="Calibri Light"/>
              <a:ea typeface="+mn-ea"/>
              <a:cs typeface="+mn-cs"/>
            </a:endParaRPr>
          </a:p>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400" b="0" i="0" u="none" strike="noStrike" kern="1200" cap="none" spc="0" normalizeH="0" baseline="0" noProof="0" dirty="0">
                <a:ln>
                  <a:noFill/>
                </a:ln>
                <a:solidFill>
                  <a:srgbClr val="313131"/>
                </a:solidFill>
                <a:effectLst/>
                <a:uLnTx/>
                <a:uFillTx/>
                <a:latin typeface="Calibri Light"/>
                <a:ea typeface="+mn-ea"/>
                <a:cs typeface="+mn-cs"/>
              </a:rPr>
              <a:t>RENEWABLE ENERGY CERTIFICATES</a:t>
            </a:r>
          </a:p>
        </p:txBody>
      </p:sp>
      <p:sp>
        <p:nvSpPr>
          <p:cNvPr id="58" name="Oval 57">
            <a:extLst>
              <a:ext uri="{FF2B5EF4-FFF2-40B4-BE49-F238E27FC236}">
                <a16:creationId xmlns:a16="http://schemas.microsoft.com/office/drawing/2014/main" id="{3E48B415-9E15-4C6E-B654-C87235251053}"/>
              </a:ext>
            </a:extLst>
          </p:cNvPr>
          <p:cNvSpPr/>
          <p:nvPr/>
        </p:nvSpPr>
        <p:spPr bwMode="gray">
          <a:xfrm>
            <a:off x="9612560" y="1539415"/>
            <a:ext cx="1539374" cy="1460723"/>
          </a:xfrm>
          <a:prstGeom prst="ellipse">
            <a:avLst/>
          </a:prstGeom>
          <a:solidFill>
            <a:schemeClr val="accent1"/>
          </a:solidFill>
          <a:ln w="120650" algn="ctr">
            <a:solidFill>
              <a:schemeClr val="bg2">
                <a:alpha val="62000"/>
              </a:schemeClr>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cxnSp>
        <p:nvCxnSpPr>
          <p:cNvPr id="59" name="Straight Connector 58">
            <a:extLst>
              <a:ext uri="{FF2B5EF4-FFF2-40B4-BE49-F238E27FC236}">
                <a16:creationId xmlns:a16="http://schemas.microsoft.com/office/drawing/2014/main" id="{B6636428-F4A2-49D8-9B04-696D7A961458}"/>
              </a:ext>
            </a:extLst>
          </p:cNvPr>
          <p:cNvCxnSpPr>
            <a:cxnSpLocks/>
          </p:cNvCxnSpPr>
          <p:nvPr/>
        </p:nvCxnSpPr>
        <p:spPr>
          <a:xfrm>
            <a:off x="10382247" y="3161390"/>
            <a:ext cx="0" cy="773541"/>
          </a:xfrm>
          <a:prstGeom prst="line">
            <a:avLst/>
          </a:prstGeom>
          <a:solidFill>
            <a:schemeClr val="bg1"/>
          </a:solidFill>
          <a:ln w="9525" cmpd="sng">
            <a:solidFill>
              <a:schemeClr val="bg1">
                <a:lumMod val="65000"/>
              </a:schemeClr>
            </a:solidFill>
            <a:headEnd type="none"/>
            <a:tailEnd type="oval" w="med" len="med"/>
          </a:ln>
          <a:effectLst/>
        </p:spPr>
        <p:style>
          <a:lnRef idx="2">
            <a:schemeClr val="accent1"/>
          </a:lnRef>
          <a:fillRef idx="0">
            <a:schemeClr val="accent1"/>
          </a:fillRef>
          <a:effectRef idx="1">
            <a:schemeClr val="accent1"/>
          </a:effectRef>
          <a:fontRef idx="minor">
            <a:schemeClr val="tx1"/>
          </a:fontRef>
        </p:style>
      </p:cxnSp>
      <p:grpSp>
        <p:nvGrpSpPr>
          <p:cNvPr id="60" name="Group 59">
            <a:extLst>
              <a:ext uri="{FF2B5EF4-FFF2-40B4-BE49-F238E27FC236}">
                <a16:creationId xmlns:a16="http://schemas.microsoft.com/office/drawing/2014/main" id="{EF96AF15-06C5-4AC4-8A5B-1B38F03F7237}"/>
              </a:ext>
            </a:extLst>
          </p:cNvPr>
          <p:cNvGrpSpPr>
            <a:grpSpLocks noChangeAspect="1"/>
          </p:cNvGrpSpPr>
          <p:nvPr/>
        </p:nvGrpSpPr>
        <p:grpSpPr>
          <a:xfrm>
            <a:off x="10103481" y="2055185"/>
            <a:ext cx="545250" cy="463108"/>
            <a:chOff x="11387138" y="6542088"/>
            <a:chExt cx="484188" cy="433388"/>
          </a:xfrm>
          <a:solidFill>
            <a:schemeClr val="bg1"/>
          </a:solidFill>
        </p:grpSpPr>
        <p:sp>
          <p:nvSpPr>
            <p:cNvPr id="61" name="Freeform 601">
              <a:extLst>
                <a:ext uri="{FF2B5EF4-FFF2-40B4-BE49-F238E27FC236}">
                  <a16:creationId xmlns:a16="http://schemas.microsoft.com/office/drawing/2014/main" id="{1C9FBE7C-C50C-4264-8D02-496D6954496B}"/>
                </a:ext>
              </a:extLst>
            </p:cNvPr>
            <p:cNvSpPr>
              <a:spLocks noEditPoints="1"/>
            </p:cNvSpPr>
            <p:nvPr/>
          </p:nvSpPr>
          <p:spPr bwMode="auto">
            <a:xfrm>
              <a:off x="11387138" y="6542088"/>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8 w 53"/>
                <a:gd name="T25" fmla="*/ 48 h 50"/>
                <a:gd name="T26" fmla="*/ 26 w 53"/>
                <a:gd name="T27" fmla="*/ 42 h 50"/>
                <a:gd name="T28" fmla="*/ 35 w 53"/>
                <a:gd name="T29" fmla="*/ 48 h 50"/>
                <a:gd name="T30" fmla="*/ 39 w 53"/>
                <a:gd name="T31" fmla="*/ 49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6"/>
                    <a:pt x="11" y="48"/>
                  </a:cubicBezTo>
                  <a:cubicBezTo>
                    <a:pt x="13" y="50"/>
                    <a:pt x="16" y="50"/>
                    <a:pt x="18" y="48"/>
                  </a:cubicBezTo>
                  <a:cubicBezTo>
                    <a:pt x="26" y="42"/>
                    <a:pt x="26" y="42"/>
                    <a:pt x="26" y="42"/>
                  </a:cubicBezTo>
                  <a:cubicBezTo>
                    <a:pt x="35" y="48"/>
                    <a:pt x="35" y="48"/>
                    <a:pt x="35" y="48"/>
                  </a:cubicBezTo>
                  <a:cubicBezTo>
                    <a:pt x="36" y="49"/>
                    <a:pt x="37" y="49"/>
                    <a:pt x="39" y="49"/>
                  </a:cubicBezTo>
                  <a:cubicBezTo>
                    <a:pt x="40" y="49"/>
                    <a:pt x="41" y="49"/>
                    <a:pt x="42" y="48"/>
                  </a:cubicBezTo>
                  <a:cubicBezTo>
                    <a:pt x="44" y="46"/>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3"/>
                    <a:pt x="25" y="22"/>
                    <a:pt x="25" y="20"/>
                  </a:cubicBezTo>
                  <a:cubicBezTo>
                    <a:pt x="26" y="17"/>
                    <a:pt x="26" y="17"/>
                    <a:pt x="26" y="17"/>
                  </a:cubicBezTo>
                  <a:cubicBezTo>
                    <a:pt x="28" y="20"/>
                    <a:pt x="28" y="20"/>
                    <a:pt x="28" y="20"/>
                  </a:cubicBezTo>
                  <a:cubicBezTo>
                    <a:pt x="28" y="22"/>
                    <a:pt x="30" y="23"/>
                    <a:pt x="32" y="24"/>
                  </a:cubicBezTo>
                  <a:cubicBezTo>
                    <a:pt x="36" y="24"/>
                    <a:pt x="36" y="24"/>
                    <a:pt x="36" y="24"/>
                  </a:cubicBezTo>
                  <a:lnTo>
                    <a:pt x="3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2" name="Freeform 602">
              <a:extLst>
                <a:ext uri="{FF2B5EF4-FFF2-40B4-BE49-F238E27FC236}">
                  <a16:creationId xmlns:a16="http://schemas.microsoft.com/office/drawing/2014/main" id="{456BC4C4-E841-4001-BEFD-394752989BD1}"/>
                </a:ext>
              </a:extLst>
            </p:cNvPr>
            <p:cNvSpPr>
              <a:spLocks noEditPoints="1"/>
            </p:cNvSpPr>
            <p:nvPr/>
          </p:nvSpPr>
          <p:spPr bwMode="auto">
            <a:xfrm>
              <a:off x="11387138" y="6699251"/>
              <a:ext cx="120650" cy="112713"/>
            </a:xfrm>
            <a:custGeom>
              <a:avLst/>
              <a:gdLst>
                <a:gd name="T0" fmla="*/ 46 w 53"/>
                <a:gd name="T1" fmla="*/ 14 h 49"/>
                <a:gd name="T2" fmla="*/ 36 w 53"/>
                <a:gd name="T3" fmla="*/ 13 h 49"/>
                <a:gd name="T4" fmla="*/ 32 w 53"/>
                <a:gd name="T5" fmla="*/ 4 h 49"/>
                <a:gd name="T6" fmla="*/ 26 w 53"/>
                <a:gd name="T7" fmla="*/ 0 h 49"/>
                <a:gd name="T8" fmla="*/ 21 w 53"/>
                <a:gd name="T9" fmla="*/ 4 h 49"/>
                <a:gd name="T10" fmla="*/ 17 w 53"/>
                <a:gd name="T11" fmla="*/ 13 h 49"/>
                <a:gd name="T12" fmla="*/ 7 w 53"/>
                <a:gd name="T13" fmla="*/ 14 h 49"/>
                <a:gd name="T14" fmla="*/ 1 w 53"/>
                <a:gd name="T15" fmla="*/ 18 h 49"/>
                <a:gd name="T16" fmla="*/ 3 w 53"/>
                <a:gd name="T17" fmla="*/ 25 h 49"/>
                <a:gd name="T18" fmla="*/ 11 w 53"/>
                <a:gd name="T19" fmla="*/ 31 h 49"/>
                <a:gd name="T20" fmla="*/ 8 w 53"/>
                <a:gd name="T21" fmla="*/ 41 h 49"/>
                <a:gd name="T22" fmla="*/ 11 w 53"/>
                <a:gd name="T23" fmla="*/ 48 h 49"/>
                <a:gd name="T24" fmla="*/ 18 w 53"/>
                <a:gd name="T25" fmla="*/ 48 h 49"/>
                <a:gd name="T26" fmla="*/ 26 w 53"/>
                <a:gd name="T27" fmla="*/ 42 h 49"/>
                <a:gd name="T28" fmla="*/ 35 w 53"/>
                <a:gd name="T29" fmla="*/ 48 h 49"/>
                <a:gd name="T30" fmla="*/ 39 w 53"/>
                <a:gd name="T31" fmla="*/ 49 h 49"/>
                <a:gd name="T32" fmla="*/ 42 w 53"/>
                <a:gd name="T33" fmla="*/ 48 h 49"/>
                <a:gd name="T34" fmla="*/ 44 w 53"/>
                <a:gd name="T35" fmla="*/ 41 h 49"/>
                <a:gd name="T36" fmla="*/ 41 w 53"/>
                <a:gd name="T37" fmla="*/ 31 h 49"/>
                <a:gd name="T38" fmla="*/ 50 w 53"/>
                <a:gd name="T39" fmla="*/ 25 h 49"/>
                <a:gd name="T40" fmla="*/ 52 w 53"/>
                <a:gd name="T41" fmla="*/ 18 h 49"/>
                <a:gd name="T42" fmla="*/ 46 w 53"/>
                <a:gd name="T43" fmla="*/ 14 h 49"/>
                <a:gd name="T44" fmla="*/ 33 w 53"/>
                <a:gd name="T45" fmla="*/ 25 h 49"/>
                <a:gd name="T46" fmla="*/ 31 w 53"/>
                <a:gd name="T47" fmla="*/ 31 h 49"/>
                <a:gd name="T48" fmla="*/ 32 w 53"/>
                <a:gd name="T49" fmla="*/ 34 h 49"/>
                <a:gd name="T50" fmla="*/ 29 w 53"/>
                <a:gd name="T51" fmla="*/ 32 h 49"/>
                <a:gd name="T52" fmla="*/ 24 w 53"/>
                <a:gd name="T53" fmla="*/ 32 h 49"/>
                <a:gd name="T54" fmla="*/ 21 w 53"/>
                <a:gd name="T55" fmla="*/ 34 h 49"/>
                <a:gd name="T56" fmla="*/ 22 w 53"/>
                <a:gd name="T57" fmla="*/ 31 h 49"/>
                <a:gd name="T58" fmla="*/ 20 w 53"/>
                <a:gd name="T59" fmla="*/ 25 h 49"/>
                <a:gd name="T60" fmla="*/ 17 w 53"/>
                <a:gd name="T61" fmla="*/ 23 h 49"/>
                <a:gd name="T62" fmla="*/ 21 w 53"/>
                <a:gd name="T63" fmla="*/ 23 h 49"/>
                <a:gd name="T64" fmla="*/ 25 w 53"/>
                <a:gd name="T65" fmla="*/ 20 h 49"/>
                <a:gd name="T66" fmla="*/ 26 w 53"/>
                <a:gd name="T67" fmla="*/ 17 h 49"/>
                <a:gd name="T68" fmla="*/ 28 w 53"/>
                <a:gd name="T69" fmla="*/ 20 h 49"/>
                <a:gd name="T70" fmla="*/ 32 w 53"/>
                <a:gd name="T71" fmla="*/ 23 h 49"/>
                <a:gd name="T72" fmla="*/ 36 w 53"/>
                <a:gd name="T73" fmla="*/ 23 h 49"/>
                <a:gd name="T74" fmla="*/ 33 w 53"/>
                <a:gd name="T7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49">
                  <a:moveTo>
                    <a:pt x="46" y="14"/>
                  </a:moveTo>
                  <a:cubicBezTo>
                    <a:pt x="36" y="13"/>
                    <a:pt x="36" y="13"/>
                    <a:pt x="36" y="13"/>
                  </a:cubicBezTo>
                  <a:cubicBezTo>
                    <a:pt x="32" y="4"/>
                    <a:pt x="32" y="4"/>
                    <a:pt x="32" y="4"/>
                  </a:cubicBezTo>
                  <a:cubicBezTo>
                    <a:pt x="31" y="1"/>
                    <a:pt x="29" y="0"/>
                    <a:pt x="26" y="0"/>
                  </a:cubicBezTo>
                  <a:cubicBezTo>
                    <a:pt x="24" y="0"/>
                    <a:pt x="21" y="1"/>
                    <a:pt x="21" y="4"/>
                  </a:cubicBezTo>
                  <a:cubicBezTo>
                    <a:pt x="17" y="13"/>
                    <a:pt x="17" y="13"/>
                    <a:pt x="17" y="13"/>
                  </a:cubicBezTo>
                  <a:cubicBezTo>
                    <a:pt x="7" y="14"/>
                    <a:pt x="7" y="14"/>
                    <a:pt x="7" y="14"/>
                  </a:cubicBezTo>
                  <a:cubicBezTo>
                    <a:pt x="4" y="14"/>
                    <a:pt x="2" y="15"/>
                    <a:pt x="1" y="18"/>
                  </a:cubicBezTo>
                  <a:cubicBezTo>
                    <a:pt x="0" y="20"/>
                    <a:pt x="1" y="23"/>
                    <a:pt x="3" y="25"/>
                  </a:cubicBezTo>
                  <a:cubicBezTo>
                    <a:pt x="11" y="31"/>
                    <a:pt x="11" y="31"/>
                    <a:pt x="11" y="31"/>
                  </a:cubicBezTo>
                  <a:cubicBezTo>
                    <a:pt x="8" y="41"/>
                    <a:pt x="8" y="41"/>
                    <a:pt x="8" y="41"/>
                  </a:cubicBezTo>
                  <a:cubicBezTo>
                    <a:pt x="8" y="43"/>
                    <a:pt x="8" y="46"/>
                    <a:pt x="11" y="48"/>
                  </a:cubicBezTo>
                  <a:cubicBezTo>
                    <a:pt x="13" y="49"/>
                    <a:pt x="16" y="49"/>
                    <a:pt x="18" y="48"/>
                  </a:cubicBezTo>
                  <a:cubicBezTo>
                    <a:pt x="26" y="42"/>
                    <a:pt x="26" y="42"/>
                    <a:pt x="26" y="42"/>
                  </a:cubicBezTo>
                  <a:cubicBezTo>
                    <a:pt x="35" y="48"/>
                    <a:pt x="35" y="48"/>
                    <a:pt x="35" y="48"/>
                  </a:cubicBezTo>
                  <a:cubicBezTo>
                    <a:pt x="36" y="48"/>
                    <a:pt x="37" y="49"/>
                    <a:pt x="39" y="49"/>
                  </a:cubicBezTo>
                  <a:cubicBezTo>
                    <a:pt x="40" y="49"/>
                    <a:pt x="41" y="48"/>
                    <a:pt x="42" y="48"/>
                  </a:cubicBezTo>
                  <a:cubicBezTo>
                    <a:pt x="44" y="46"/>
                    <a:pt x="45" y="43"/>
                    <a:pt x="44" y="41"/>
                  </a:cubicBezTo>
                  <a:cubicBezTo>
                    <a:pt x="41" y="31"/>
                    <a:pt x="41" y="31"/>
                    <a:pt x="41" y="31"/>
                  </a:cubicBezTo>
                  <a:cubicBezTo>
                    <a:pt x="50" y="25"/>
                    <a:pt x="50" y="25"/>
                    <a:pt x="50" y="25"/>
                  </a:cubicBezTo>
                  <a:cubicBezTo>
                    <a:pt x="52" y="23"/>
                    <a:pt x="53" y="20"/>
                    <a:pt x="52" y="18"/>
                  </a:cubicBezTo>
                  <a:cubicBezTo>
                    <a:pt x="51" y="15"/>
                    <a:pt x="49" y="14"/>
                    <a:pt x="46" y="14"/>
                  </a:cubicBezTo>
                  <a:close/>
                  <a:moveTo>
                    <a:pt x="33" y="25"/>
                  </a:moveTo>
                  <a:cubicBezTo>
                    <a:pt x="31" y="27"/>
                    <a:pt x="30" y="29"/>
                    <a:pt x="31" y="31"/>
                  </a:cubicBezTo>
                  <a:cubicBezTo>
                    <a:pt x="32" y="34"/>
                    <a:pt x="32" y="34"/>
                    <a:pt x="32" y="34"/>
                  </a:cubicBezTo>
                  <a:cubicBezTo>
                    <a:pt x="29" y="32"/>
                    <a:pt x="29" y="32"/>
                    <a:pt x="29" y="32"/>
                  </a:cubicBezTo>
                  <a:cubicBezTo>
                    <a:pt x="28" y="31"/>
                    <a:pt x="25" y="31"/>
                    <a:pt x="24" y="32"/>
                  </a:cubicBezTo>
                  <a:cubicBezTo>
                    <a:pt x="21" y="34"/>
                    <a:pt x="21" y="34"/>
                    <a:pt x="21" y="34"/>
                  </a:cubicBezTo>
                  <a:cubicBezTo>
                    <a:pt x="22" y="31"/>
                    <a:pt x="22" y="31"/>
                    <a:pt x="22" y="31"/>
                  </a:cubicBezTo>
                  <a:cubicBezTo>
                    <a:pt x="22" y="29"/>
                    <a:pt x="22" y="27"/>
                    <a:pt x="20" y="25"/>
                  </a:cubicBezTo>
                  <a:cubicBezTo>
                    <a:pt x="17" y="23"/>
                    <a:pt x="17" y="23"/>
                    <a:pt x="17" y="23"/>
                  </a:cubicBezTo>
                  <a:cubicBezTo>
                    <a:pt x="21" y="23"/>
                    <a:pt x="21" y="23"/>
                    <a:pt x="21" y="23"/>
                  </a:cubicBezTo>
                  <a:cubicBezTo>
                    <a:pt x="23" y="23"/>
                    <a:pt x="25" y="22"/>
                    <a:pt x="25" y="20"/>
                  </a:cubicBezTo>
                  <a:cubicBezTo>
                    <a:pt x="26" y="17"/>
                    <a:pt x="26" y="17"/>
                    <a:pt x="26" y="17"/>
                  </a:cubicBezTo>
                  <a:cubicBezTo>
                    <a:pt x="28" y="20"/>
                    <a:pt x="28" y="20"/>
                    <a:pt x="28" y="20"/>
                  </a:cubicBezTo>
                  <a:cubicBezTo>
                    <a:pt x="28" y="22"/>
                    <a:pt x="30" y="23"/>
                    <a:pt x="32" y="23"/>
                  </a:cubicBezTo>
                  <a:cubicBezTo>
                    <a:pt x="36" y="23"/>
                    <a:pt x="36" y="23"/>
                    <a:pt x="36" y="23"/>
                  </a:cubicBezTo>
                  <a:lnTo>
                    <a:pt x="33" y="2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3" name="Freeform 603">
              <a:extLst>
                <a:ext uri="{FF2B5EF4-FFF2-40B4-BE49-F238E27FC236}">
                  <a16:creationId xmlns:a16="http://schemas.microsoft.com/office/drawing/2014/main" id="{91A8EADE-FEB9-47DA-90E4-807CB1ADCFC8}"/>
                </a:ext>
              </a:extLst>
            </p:cNvPr>
            <p:cNvSpPr>
              <a:spLocks noEditPoints="1"/>
            </p:cNvSpPr>
            <p:nvPr/>
          </p:nvSpPr>
          <p:spPr bwMode="auto">
            <a:xfrm>
              <a:off x="11387138" y="6861176"/>
              <a:ext cx="120650" cy="114300"/>
            </a:xfrm>
            <a:custGeom>
              <a:avLst/>
              <a:gdLst>
                <a:gd name="T0" fmla="*/ 46 w 53"/>
                <a:gd name="T1" fmla="*/ 14 h 50"/>
                <a:gd name="T2" fmla="*/ 36 w 53"/>
                <a:gd name="T3" fmla="*/ 14 h 50"/>
                <a:gd name="T4" fmla="*/ 32 w 53"/>
                <a:gd name="T5" fmla="*/ 4 h 50"/>
                <a:gd name="T6" fmla="*/ 26 w 53"/>
                <a:gd name="T7" fmla="*/ 0 h 50"/>
                <a:gd name="T8" fmla="*/ 21 w 53"/>
                <a:gd name="T9" fmla="*/ 4 h 50"/>
                <a:gd name="T10" fmla="*/ 17 w 53"/>
                <a:gd name="T11" fmla="*/ 14 h 50"/>
                <a:gd name="T12" fmla="*/ 7 w 53"/>
                <a:gd name="T13" fmla="*/ 14 h 50"/>
                <a:gd name="T14" fmla="*/ 1 w 53"/>
                <a:gd name="T15" fmla="*/ 18 h 50"/>
                <a:gd name="T16" fmla="*/ 3 w 53"/>
                <a:gd name="T17" fmla="*/ 25 h 50"/>
                <a:gd name="T18" fmla="*/ 11 w 53"/>
                <a:gd name="T19" fmla="*/ 31 h 50"/>
                <a:gd name="T20" fmla="*/ 8 w 53"/>
                <a:gd name="T21" fmla="*/ 41 h 50"/>
                <a:gd name="T22" fmla="*/ 11 w 53"/>
                <a:gd name="T23" fmla="*/ 48 h 50"/>
                <a:gd name="T24" fmla="*/ 14 w 53"/>
                <a:gd name="T25" fmla="*/ 49 h 50"/>
                <a:gd name="T26" fmla="*/ 18 w 53"/>
                <a:gd name="T27" fmla="*/ 48 h 50"/>
                <a:gd name="T28" fmla="*/ 26 w 53"/>
                <a:gd name="T29" fmla="*/ 42 h 50"/>
                <a:gd name="T30" fmla="*/ 35 w 53"/>
                <a:gd name="T31" fmla="*/ 48 h 50"/>
                <a:gd name="T32" fmla="*/ 42 w 53"/>
                <a:gd name="T33" fmla="*/ 48 h 50"/>
                <a:gd name="T34" fmla="*/ 44 w 53"/>
                <a:gd name="T35" fmla="*/ 41 h 50"/>
                <a:gd name="T36" fmla="*/ 41 w 53"/>
                <a:gd name="T37" fmla="*/ 31 h 50"/>
                <a:gd name="T38" fmla="*/ 50 w 53"/>
                <a:gd name="T39" fmla="*/ 25 h 50"/>
                <a:gd name="T40" fmla="*/ 52 w 53"/>
                <a:gd name="T41" fmla="*/ 18 h 50"/>
                <a:gd name="T42" fmla="*/ 46 w 53"/>
                <a:gd name="T43" fmla="*/ 14 h 50"/>
                <a:gd name="T44" fmla="*/ 33 w 53"/>
                <a:gd name="T45" fmla="*/ 26 h 50"/>
                <a:gd name="T46" fmla="*/ 31 w 53"/>
                <a:gd name="T47" fmla="*/ 31 h 50"/>
                <a:gd name="T48" fmla="*/ 32 w 53"/>
                <a:gd name="T49" fmla="*/ 34 h 50"/>
                <a:gd name="T50" fmla="*/ 29 w 53"/>
                <a:gd name="T51" fmla="*/ 32 h 50"/>
                <a:gd name="T52" fmla="*/ 24 w 53"/>
                <a:gd name="T53" fmla="*/ 32 h 50"/>
                <a:gd name="T54" fmla="*/ 21 w 53"/>
                <a:gd name="T55" fmla="*/ 34 h 50"/>
                <a:gd name="T56" fmla="*/ 22 w 53"/>
                <a:gd name="T57" fmla="*/ 31 h 50"/>
                <a:gd name="T58" fmla="*/ 20 w 53"/>
                <a:gd name="T59" fmla="*/ 26 h 50"/>
                <a:gd name="T60" fmla="*/ 17 w 53"/>
                <a:gd name="T61" fmla="*/ 24 h 50"/>
                <a:gd name="T62" fmla="*/ 21 w 53"/>
                <a:gd name="T63" fmla="*/ 24 h 50"/>
                <a:gd name="T64" fmla="*/ 25 w 53"/>
                <a:gd name="T65" fmla="*/ 20 h 50"/>
                <a:gd name="T66" fmla="*/ 26 w 53"/>
                <a:gd name="T67" fmla="*/ 17 h 50"/>
                <a:gd name="T68" fmla="*/ 28 w 53"/>
                <a:gd name="T69" fmla="*/ 20 h 50"/>
                <a:gd name="T70" fmla="*/ 32 w 53"/>
                <a:gd name="T71" fmla="*/ 24 h 50"/>
                <a:gd name="T72" fmla="*/ 36 w 53"/>
                <a:gd name="T73" fmla="*/ 24 h 50"/>
                <a:gd name="T74" fmla="*/ 33 w 53"/>
                <a:gd name="T75"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0">
                  <a:moveTo>
                    <a:pt x="46" y="14"/>
                  </a:moveTo>
                  <a:cubicBezTo>
                    <a:pt x="36" y="14"/>
                    <a:pt x="36" y="14"/>
                    <a:pt x="36" y="14"/>
                  </a:cubicBezTo>
                  <a:cubicBezTo>
                    <a:pt x="32" y="4"/>
                    <a:pt x="32" y="4"/>
                    <a:pt x="32" y="4"/>
                  </a:cubicBezTo>
                  <a:cubicBezTo>
                    <a:pt x="31" y="2"/>
                    <a:pt x="29" y="0"/>
                    <a:pt x="26" y="0"/>
                  </a:cubicBezTo>
                  <a:cubicBezTo>
                    <a:pt x="24" y="0"/>
                    <a:pt x="21" y="2"/>
                    <a:pt x="21" y="4"/>
                  </a:cubicBezTo>
                  <a:cubicBezTo>
                    <a:pt x="17" y="14"/>
                    <a:pt x="17" y="14"/>
                    <a:pt x="17" y="14"/>
                  </a:cubicBezTo>
                  <a:cubicBezTo>
                    <a:pt x="7" y="14"/>
                    <a:pt x="7" y="14"/>
                    <a:pt x="7" y="14"/>
                  </a:cubicBezTo>
                  <a:cubicBezTo>
                    <a:pt x="4" y="14"/>
                    <a:pt x="2" y="16"/>
                    <a:pt x="1" y="18"/>
                  </a:cubicBezTo>
                  <a:cubicBezTo>
                    <a:pt x="0" y="21"/>
                    <a:pt x="1" y="24"/>
                    <a:pt x="3" y="25"/>
                  </a:cubicBezTo>
                  <a:cubicBezTo>
                    <a:pt x="11" y="31"/>
                    <a:pt x="11" y="31"/>
                    <a:pt x="11" y="31"/>
                  </a:cubicBezTo>
                  <a:cubicBezTo>
                    <a:pt x="8" y="41"/>
                    <a:pt x="8" y="41"/>
                    <a:pt x="8" y="41"/>
                  </a:cubicBezTo>
                  <a:cubicBezTo>
                    <a:pt x="8" y="44"/>
                    <a:pt x="8" y="47"/>
                    <a:pt x="11" y="48"/>
                  </a:cubicBezTo>
                  <a:cubicBezTo>
                    <a:pt x="12" y="49"/>
                    <a:pt x="13" y="49"/>
                    <a:pt x="14" y="49"/>
                  </a:cubicBezTo>
                  <a:cubicBezTo>
                    <a:pt x="15" y="49"/>
                    <a:pt x="17" y="49"/>
                    <a:pt x="18" y="48"/>
                  </a:cubicBezTo>
                  <a:cubicBezTo>
                    <a:pt x="26" y="42"/>
                    <a:pt x="26" y="42"/>
                    <a:pt x="26" y="42"/>
                  </a:cubicBezTo>
                  <a:cubicBezTo>
                    <a:pt x="35" y="48"/>
                    <a:pt x="35" y="48"/>
                    <a:pt x="35" y="48"/>
                  </a:cubicBezTo>
                  <a:cubicBezTo>
                    <a:pt x="37" y="50"/>
                    <a:pt x="40" y="50"/>
                    <a:pt x="42" y="48"/>
                  </a:cubicBezTo>
                  <a:cubicBezTo>
                    <a:pt x="44" y="47"/>
                    <a:pt x="45" y="44"/>
                    <a:pt x="44" y="41"/>
                  </a:cubicBezTo>
                  <a:cubicBezTo>
                    <a:pt x="41" y="31"/>
                    <a:pt x="41" y="31"/>
                    <a:pt x="41" y="31"/>
                  </a:cubicBezTo>
                  <a:cubicBezTo>
                    <a:pt x="50" y="25"/>
                    <a:pt x="50" y="25"/>
                    <a:pt x="50" y="25"/>
                  </a:cubicBezTo>
                  <a:cubicBezTo>
                    <a:pt x="52" y="24"/>
                    <a:pt x="53" y="21"/>
                    <a:pt x="52" y="18"/>
                  </a:cubicBezTo>
                  <a:cubicBezTo>
                    <a:pt x="51" y="16"/>
                    <a:pt x="49" y="14"/>
                    <a:pt x="46" y="14"/>
                  </a:cubicBezTo>
                  <a:close/>
                  <a:moveTo>
                    <a:pt x="33" y="26"/>
                  </a:moveTo>
                  <a:cubicBezTo>
                    <a:pt x="31" y="27"/>
                    <a:pt x="30" y="29"/>
                    <a:pt x="31" y="31"/>
                  </a:cubicBezTo>
                  <a:cubicBezTo>
                    <a:pt x="32" y="34"/>
                    <a:pt x="32" y="34"/>
                    <a:pt x="32" y="34"/>
                  </a:cubicBezTo>
                  <a:cubicBezTo>
                    <a:pt x="29" y="32"/>
                    <a:pt x="29" y="32"/>
                    <a:pt x="29" y="32"/>
                  </a:cubicBezTo>
                  <a:cubicBezTo>
                    <a:pt x="27" y="31"/>
                    <a:pt x="25" y="31"/>
                    <a:pt x="24" y="32"/>
                  </a:cubicBezTo>
                  <a:cubicBezTo>
                    <a:pt x="21" y="34"/>
                    <a:pt x="21" y="34"/>
                    <a:pt x="21" y="34"/>
                  </a:cubicBezTo>
                  <a:cubicBezTo>
                    <a:pt x="22" y="31"/>
                    <a:pt x="22" y="31"/>
                    <a:pt x="22" y="31"/>
                  </a:cubicBezTo>
                  <a:cubicBezTo>
                    <a:pt x="22" y="29"/>
                    <a:pt x="22" y="27"/>
                    <a:pt x="20" y="26"/>
                  </a:cubicBezTo>
                  <a:cubicBezTo>
                    <a:pt x="17" y="24"/>
                    <a:pt x="17" y="24"/>
                    <a:pt x="17" y="24"/>
                  </a:cubicBezTo>
                  <a:cubicBezTo>
                    <a:pt x="21" y="24"/>
                    <a:pt x="21" y="24"/>
                    <a:pt x="21" y="24"/>
                  </a:cubicBezTo>
                  <a:cubicBezTo>
                    <a:pt x="23" y="24"/>
                    <a:pt x="25" y="22"/>
                    <a:pt x="25" y="20"/>
                  </a:cubicBezTo>
                  <a:cubicBezTo>
                    <a:pt x="26" y="17"/>
                    <a:pt x="26" y="17"/>
                    <a:pt x="26" y="17"/>
                  </a:cubicBezTo>
                  <a:cubicBezTo>
                    <a:pt x="28" y="20"/>
                    <a:pt x="28" y="20"/>
                    <a:pt x="28" y="20"/>
                  </a:cubicBezTo>
                  <a:cubicBezTo>
                    <a:pt x="28" y="22"/>
                    <a:pt x="30" y="24"/>
                    <a:pt x="32" y="24"/>
                  </a:cubicBezTo>
                  <a:cubicBezTo>
                    <a:pt x="36" y="24"/>
                    <a:pt x="36" y="24"/>
                    <a:pt x="36" y="24"/>
                  </a:cubicBezTo>
                  <a:lnTo>
                    <a:pt x="3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4" name="Freeform 604">
              <a:extLst>
                <a:ext uri="{FF2B5EF4-FFF2-40B4-BE49-F238E27FC236}">
                  <a16:creationId xmlns:a16="http://schemas.microsoft.com/office/drawing/2014/main" id="{9F30ABF3-23A6-4704-891A-9D36DB963D4B}"/>
                </a:ext>
              </a:extLst>
            </p:cNvPr>
            <p:cNvSpPr>
              <a:spLocks/>
            </p:cNvSpPr>
            <p:nvPr/>
          </p:nvSpPr>
          <p:spPr bwMode="auto">
            <a:xfrm>
              <a:off x="11549063" y="6907213"/>
              <a:ext cx="322263" cy="23813"/>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5" name="Freeform 605">
              <a:extLst>
                <a:ext uri="{FF2B5EF4-FFF2-40B4-BE49-F238E27FC236}">
                  <a16:creationId xmlns:a16="http://schemas.microsoft.com/office/drawing/2014/main" id="{82538DA3-1B48-4514-A1C6-9B73B8DF0D65}"/>
                </a:ext>
              </a:extLst>
            </p:cNvPr>
            <p:cNvSpPr>
              <a:spLocks/>
            </p:cNvSpPr>
            <p:nvPr/>
          </p:nvSpPr>
          <p:spPr bwMode="auto">
            <a:xfrm>
              <a:off x="11549063" y="6748463"/>
              <a:ext cx="322263" cy="22225"/>
            </a:xfrm>
            <a:custGeom>
              <a:avLst/>
              <a:gdLst>
                <a:gd name="T0" fmla="*/ 136 w 141"/>
                <a:gd name="T1" fmla="*/ 0 h 10"/>
                <a:gd name="T2" fmla="*/ 5 w 141"/>
                <a:gd name="T3" fmla="*/ 0 h 10"/>
                <a:gd name="T4" fmla="*/ 0 w 141"/>
                <a:gd name="T5" fmla="*/ 5 h 10"/>
                <a:gd name="T6" fmla="*/ 5 w 141"/>
                <a:gd name="T7" fmla="*/ 10 h 10"/>
                <a:gd name="T8" fmla="*/ 136 w 141"/>
                <a:gd name="T9" fmla="*/ 10 h 10"/>
                <a:gd name="T10" fmla="*/ 141 w 141"/>
                <a:gd name="T11" fmla="*/ 5 h 10"/>
                <a:gd name="T12" fmla="*/ 136 w 1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1" h="10">
                  <a:moveTo>
                    <a:pt x="136" y="0"/>
                  </a:moveTo>
                  <a:cubicBezTo>
                    <a:pt x="5" y="0"/>
                    <a:pt x="5" y="0"/>
                    <a:pt x="5" y="0"/>
                  </a:cubicBezTo>
                  <a:cubicBezTo>
                    <a:pt x="2" y="0"/>
                    <a:pt x="0" y="2"/>
                    <a:pt x="0" y="5"/>
                  </a:cubicBezTo>
                  <a:cubicBezTo>
                    <a:pt x="0" y="7"/>
                    <a:pt x="2" y="10"/>
                    <a:pt x="5" y="10"/>
                  </a:cubicBezTo>
                  <a:cubicBezTo>
                    <a:pt x="136" y="10"/>
                    <a:pt x="136" y="10"/>
                    <a:pt x="136" y="10"/>
                  </a:cubicBezTo>
                  <a:cubicBezTo>
                    <a:pt x="139" y="10"/>
                    <a:pt x="141" y="7"/>
                    <a:pt x="141" y="5"/>
                  </a:cubicBezTo>
                  <a:cubicBezTo>
                    <a:pt x="141" y="2"/>
                    <a:pt x="139" y="0"/>
                    <a:pt x="13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6" name="Freeform 606">
              <a:extLst>
                <a:ext uri="{FF2B5EF4-FFF2-40B4-BE49-F238E27FC236}">
                  <a16:creationId xmlns:a16="http://schemas.microsoft.com/office/drawing/2014/main" id="{C41DD892-CF20-471E-A6A8-4742E98736E0}"/>
                </a:ext>
              </a:extLst>
            </p:cNvPr>
            <p:cNvSpPr>
              <a:spLocks/>
            </p:cNvSpPr>
            <p:nvPr/>
          </p:nvSpPr>
          <p:spPr bwMode="auto">
            <a:xfrm>
              <a:off x="11549063" y="6588126"/>
              <a:ext cx="322263" cy="20638"/>
            </a:xfrm>
            <a:custGeom>
              <a:avLst/>
              <a:gdLst>
                <a:gd name="T0" fmla="*/ 5 w 141"/>
                <a:gd name="T1" fmla="*/ 9 h 9"/>
                <a:gd name="T2" fmla="*/ 136 w 141"/>
                <a:gd name="T3" fmla="*/ 9 h 9"/>
                <a:gd name="T4" fmla="*/ 141 w 141"/>
                <a:gd name="T5" fmla="*/ 5 h 9"/>
                <a:gd name="T6" fmla="*/ 136 w 141"/>
                <a:gd name="T7" fmla="*/ 0 h 9"/>
                <a:gd name="T8" fmla="*/ 5 w 141"/>
                <a:gd name="T9" fmla="*/ 0 h 9"/>
                <a:gd name="T10" fmla="*/ 0 w 141"/>
                <a:gd name="T11" fmla="*/ 5 h 9"/>
                <a:gd name="T12" fmla="*/ 5 w 14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41" h="9">
                  <a:moveTo>
                    <a:pt x="5" y="9"/>
                  </a:moveTo>
                  <a:cubicBezTo>
                    <a:pt x="136" y="9"/>
                    <a:pt x="136" y="9"/>
                    <a:pt x="136" y="9"/>
                  </a:cubicBezTo>
                  <a:cubicBezTo>
                    <a:pt x="139" y="9"/>
                    <a:pt x="141" y="7"/>
                    <a:pt x="141" y="5"/>
                  </a:cubicBezTo>
                  <a:cubicBezTo>
                    <a:pt x="141" y="2"/>
                    <a:pt x="139" y="0"/>
                    <a:pt x="136" y="0"/>
                  </a:cubicBezTo>
                  <a:cubicBezTo>
                    <a:pt x="5" y="0"/>
                    <a:pt x="5" y="0"/>
                    <a:pt x="5" y="0"/>
                  </a:cubicBezTo>
                  <a:cubicBezTo>
                    <a:pt x="2" y="0"/>
                    <a:pt x="0" y="2"/>
                    <a:pt x="0" y="5"/>
                  </a:cubicBezTo>
                  <a:cubicBezTo>
                    <a:pt x="0" y="7"/>
                    <a:pt x="2" y="9"/>
                    <a:pt x="5"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spTree>
    <p:extLst>
      <p:ext uri="{BB962C8B-B14F-4D97-AF65-F5344CB8AC3E}">
        <p14:creationId xmlns:p14="http://schemas.microsoft.com/office/powerpoint/2010/main" val="3787419600"/>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ENERGY SALE TO DISCOMS IN CHHATTISGARH AND MADHYA PRADESH</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9578145"/>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Regulatory Provisions in Madhya Pradesh for Sale of Solar Energy to Discoms (1/2)</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062649"/>
            <a:ext cx="11188698" cy="5508000"/>
          </a:xfrm>
          <a:prstGeom prst="roundRect">
            <a:avLst>
              <a:gd name="adj" fmla="val 8032"/>
            </a:avLst>
          </a:prstGeom>
          <a:noFill/>
          <a:ln>
            <a:solidFill>
              <a:schemeClr val="accent6"/>
            </a:solidFill>
          </a:ln>
        </p:spPr>
        <p:txBody>
          <a:bodyPr wrap="square" lIns="0" tIns="0" rIns="0" bIns="0" rtlCol="0" anchor="ctr" anchorCtr="0">
            <a:no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prstClr val="black"/>
                </a:solidFill>
                <a:effectLst/>
                <a:uLnTx/>
                <a:uFillTx/>
                <a:latin typeface="Calibri"/>
                <a:ea typeface="+mn-ea"/>
                <a:cs typeface="+mn-cs"/>
              </a:rPr>
              <a:t>As per Madhya Pradesh Electricity Regulatory Commission (Co-generation and generation of electricity from Renewable sources of energy) (Revision-II) Regulations, 2021</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3.6 “The </a:t>
            </a:r>
            <a:r>
              <a:rPr kumimoji="0" lang="en-US" sz="1400" b="0" i="1" u="sng" strike="noStrike" kern="1200" cap="none" spc="0" normalizeH="0" baseline="0" noProof="0" dirty="0">
                <a:ln>
                  <a:noFill/>
                </a:ln>
                <a:solidFill>
                  <a:prstClr val="black"/>
                </a:solidFill>
                <a:effectLst/>
                <a:uLnTx/>
                <a:uFillTx/>
                <a:latin typeface="Calibri"/>
                <a:ea typeface="+mn-ea"/>
                <a:cs typeface="+mn-cs"/>
              </a:rPr>
              <a:t>energy from all the Renewable Sources of Energy</a:t>
            </a:r>
            <a:r>
              <a:rPr kumimoji="0" lang="en-US" sz="1400" b="0" i="1" u="none" strike="noStrike" kern="1200" cap="none" spc="0" normalizeH="0" baseline="0" noProof="0" dirty="0">
                <a:ln>
                  <a:noFill/>
                </a:ln>
                <a:solidFill>
                  <a:prstClr val="black"/>
                </a:solidFill>
                <a:effectLst/>
                <a:uLnTx/>
                <a:uFillTx/>
                <a:latin typeface="Calibri"/>
                <a:ea typeface="+mn-ea"/>
                <a:cs typeface="+mn-cs"/>
              </a:rPr>
              <a:t> including renewable Co-generation units may be </a:t>
            </a:r>
            <a:r>
              <a:rPr kumimoji="0" lang="en-US" sz="1400" b="0" i="1" u="sng" strike="noStrike" kern="1200" cap="none" spc="0" normalizeH="0" baseline="0" noProof="0" dirty="0">
                <a:ln>
                  <a:noFill/>
                </a:ln>
                <a:solidFill>
                  <a:prstClr val="black"/>
                </a:solidFill>
                <a:effectLst/>
                <a:uLnTx/>
                <a:uFillTx/>
                <a:latin typeface="Calibri"/>
                <a:ea typeface="+mn-ea"/>
                <a:cs typeface="+mn-cs"/>
              </a:rPr>
              <a:t>procured by the MP Power Management Company Limited (MPPMCL)</a:t>
            </a:r>
            <a:r>
              <a:rPr kumimoji="0" lang="en-US" sz="1400" b="0" i="1" u="none" strike="noStrike" kern="1200" cap="none" spc="0" normalizeH="0" baseline="0" noProof="0" dirty="0">
                <a:ln>
                  <a:noFill/>
                </a:ln>
                <a:solidFill>
                  <a:prstClr val="black"/>
                </a:solidFill>
                <a:effectLst/>
                <a:uLnTx/>
                <a:uFillTx/>
                <a:latin typeface="Calibri"/>
                <a:ea typeface="+mn-ea"/>
                <a:cs typeface="+mn-cs"/>
              </a:rPr>
              <a:t> on behalf of the State owned Distribution Licensees, </a:t>
            </a:r>
            <a:r>
              <a:rPr kumimoji="0" lang="en-US" sz="1400" b="0" i="1" u="sng" strike="noStrike" kern="1200" cap="none" spc="0" normalizeH="0" baseline="0" noProof="0" dirty="0">
                <a:ln>
                  <a:noFill/>
                </a:ln>
                <a:solidFill>
                  <a:prstClr val="black"/>
                </a:solidFill>
                <a:effectLst/>
                <a:uLnTx/>
                <a:uFillTx/>
                <a:latin typeface="Calibri"/>
                <a:ea typeface="+mn-ea"/>
                <a:cs typeface="+mn-cs"/>
              </a:rPr>
              <a:t>at the tariff determined by the Commission</a:t>
            </a:r>
            <a:r>
              <a:rPr kumimoji="0" lang="en-US" sz="1400" b="0" i="1" u="none" strike="noStrike" kern="1200" cap="none" spc="0" normalizeH="0" baseline="0" noProof="0" dirty="0">
                <a:ln>
                  <a:noFill/>
                </a:ln>
                <a:solidFill>
                  <a:prstClr val="black"/>
                </a:solidFill>
                <a:effectLst/>
                <a:uLnTx/>
                <a:uFillTx/>
                <a:latin typeface="Calibri"/>
                <a:ea typeface="+mn-ea"/>
                <a:cs typeface="+mn-cs"/>
              </a:rPr>
              <a:t> from time to time in its Tariff Orders or at the tariff adopted by the Commission.”</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3.7 “The </a:t>
            </a:r>
            <a:r>
              <a:rPr kumimoji="0" lang="en-US" sz="1400" b="0" i="1" u="sng" strike="noStrike" kern="1200" cap="none" spc="0" normalizeH="0" baseline="0" noProof="0" dirty="0">
                <a:ln>
                  <a:noFill/>
                </a:ln>
                <a:solidFill>
                  <a:prstClr val="black"/>
                </a:solidFill>
                <a:effectLst/>
                <a:uLnTx/>
                <a:uFillTx/>
                <a:latin typeface="Calibri"/>
                <a:ea typeface="+mn-ea"/>
                <a:cs typeface="+mn-cs"/>
              </a:rPr>
              <a:t>Power Purchase Agreement (PPA) shall be signed</a:t>
            </a:r>
            <a:r>
              <a:rPr kumimoji="0" lang="en-US" sz="1400" b="0" i="1" u="none" strike="noStrike" kern="1200" cap="none" spc="0" normalizeH="0" baseline="0" noProof="0" dirty="0">
                <a:ln>
                  <a:noFill/>
                </a:ln>
                <a:solidFill>
                  <a:prstClr val="black"/>
                </a:solidFill>
                <a:effectLst/>
                <a:uLnTx/>
                <a:uFillTx/>
                <a:latin typeface="Calibri"/>
                <a:ea typeface="+mn-ea"/>
                <a:cs typeface="+mn-cs"/>
              </a:rPr>
              <a:t> between the Renewable Energy Generating company/Developer and the MP Power Management Company Limited. MPPMCL in turn will have back-to-back Power Supply Agreement with the Distribution Licensees.”</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1" u="none" strike="noStrike" kern="1200" cap="none" spc="0" normalizeH="0" baseline="0" noProof="0" dirty="0">
                <a:ln>
                  <a:noFill/>
                </a:ln>
                <a:solidFill>
                  <a:prstClr val="black"/>
                </a:solidFill>
                <a:effectLst/>
                <a:uLnTx/>
                <a:uFillTx/>
                <a:latin typeface="Calibri"/>
                <a:ea typeface="+mn-ea"/>
                <a:cs typeface="+mn-cs"/>
              </a:rPr>
              <a:t>Reg. 3.9 “Procedure for execution of Power Purchase Agreement(s) {PPAs} and Wheeling Agreement (s) {WAs}:</a:t>
            </a:r>
          </a:p>
          <a:p>
            <a:pPr marL="800100" marR="0" lvl="1" indent="-342900" algn="just" defTabSz="914400" rtl="0" eaLnBrk="1" fontAlgn="auto" latinLnBrk="0" hangingPunct="1">
              <a:lnSpc>
                <a:spcPct val="114000"/>
              </a:lnSpc>
              <a:spcBef>
                <a:spcPts val="0"/>
              </a:spcBef>
              <a:spcAft>
                <a:spcPts val="600"/>
              </a:spcAft>
              <a:buClrTx/>
              <a:buSzPct val="100000"/>
              <a:buFontTx/>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The </a:t>
            </a:r>
            <a:r>
              <a:rPr kumimoji="0" lang="en-US" sz="1400" b="0" i="1" u="sng" strike="noStrike" kern="1200" cap="none" spc="0" normalizeH="0" baseline="0" noProof="0" dirty="0">
                <a:ln>
                  <a:noFill/>
                </a:ln>
                <a:solidFill>
                  <a:prstClr val="black"/>
                </a:solidFill>
                <a:effectLst/>
                <a:uLnTx/>
                <a:uFillTx/>
                <a:latin typeface="Calibri"/>
                <a:ea typeface="+mn-ea"/>
                <a:cs typeface="+mn-cs"/>
              </a:rPr>
              <a:t>Renewable Energy Generating company/Developer shall approach the MP Power Management Company Limited with the proposal</a:t>
            </a:r>
            <a:r>
              <a:rPr kumimoji="0" lang="en-US" sz="1400" b="0" i="1" u="none" strike="noStrike" kern="1200" cap="none" spc="0" normalizeH="0" baseline="0" noProof="0" dirty="0">
                <a:ln>
                  <a:noFill/>
                </a:ln>
                <a:solidFill>
                  <a:prstClr val="black"/>
                </a:solidFill>
                <a:effectLst/>
                <a:uLnTx/>
                <a:uFillTx/>
                <a:latin typeface="Calibri"/>
                <a:ea typeface="+mn-ea"/>
                <a:cs typeface="+mn-cs"/>
              </a:rPr>
              <a:t> for sale of power generated from their machine(s). The proposal for sale of power shall include details of Company/Project in the applicable Format C (</a:t>
            </a:r>
            <a:r>
              <a:rPr kumimoji="0" lang="en-US" sz="1400" b="0" i="1" u="none" strike="noStrike" kern="1200" cap="none" spc="0" normalizeH="0" baseline="0" noProof="0" dirty="0" err="1">
                <a:ln>
                  <a:noFill/>
                </a:ln>
                <a:solidFill>
                  <a:prstClr val="black"/>
                </a:solidFill>
                <a:effectLst/>
                <a:uLnTx/>
                <a:uFillTx/>
                <a:latin typeface="Calibri"/>
                <a:ea typeface="+mn-ea"/>
                <a:cs typeface="+mn-cs"/>
              </a:rPr>
              <a:t>i</a:t>
            </a:r>
            <a:r>
              <a:rPr kumimoji="0" lang="en-US" sz="1400" b="0" i="1" u="none" strike="noStrike" kern="1200" cap="none" spc="0" normalizeH="0" baseline="0" noProof="0" dirty="0">
                <a:ln>
                  <a:noFill/>
                </a:ln>
                <a:solidFill>
                  <a:prstClr val="black"/>
                </a:solidFill>
                <a:effectLst/>
                <a:uLnTx/>
                <a:uFillTx/>
                <a:latin typeface="Calibri"/>
                <a:ea typeface="+mn-ea"/>
                <a:cs typeface="+mn-cs"/>
              </a:rPr>
              <a:t>) to (v) as specified in MPERC (Furnishing of Technical details by Generating Companies) Regulations, 2011.</a:t>
            </a:r>
          </a:p>
          <a:p>
            <a:pPr marL="800100" marR="0" lvl="1" indent="-342900" algn="just" defTabSz="914400" rtl="0" eaLnBrk="1" fontAlgn="auto" latinLnBrk="0" hangingPunct="1">
              <a:lnSpc>
                <a:spcPct val="114000"/>
              </a:lnSpc>
              <a:spcBef>
                <a:spcPts val="0"/>
              </a:spcBef>
              <a:spcAft>
                <a:spcPts val="600"/>
              </a:spcAft>
              <a:buClrTx/>
              <a:buSzPct val="100000"/>
              <a:buFontTx/>
              <a:buAutoNum type="alphaLcParenBoth"/>
              <a:tabLst/>
              <a:defRPr/>
            </a:pPr>
            <a:r>
              <a:rPr kumimoji="0" lang="en-US" sz="1400" b="0" i="1" u="sng" strike="noStrike" kern="1200" cap="none" spc="0" normalizeH="0" baseline="0" noProof="0" dirty="0">
                <a:ln>
                  <a:noFill/>
                </a:ln>
                <a:solidFill>
                  <a:prstClr val="black"/>
                </a:solidFill>
                <a:effectLst/>
                <a:uLnTx/>
                <a:uFillTx/>
                <a:latin typeface="Calibri"/>
                <a:ea typeface="+mn-ea"/>
                <a:cs typeface="+mn-cs"/>
              </a:rPr>
              <a:t>Simultaneously, Renewable Energy Generating company/Developer shall also approach the Transmission Licensee and the Distribution Licensee and furnish the requisite details as at (a) above</a:t>
            </a:r>
            <a:r>
              <a:rPr kumimoji="0" lang="en-US" sz="1400" b="0" i="1" u="none" strike="noStrike" kern="1200" cap="none" spc="0" normalizeH="0" baseline="0" noProof="0" dirty="0">
                <a:ln>
                  <a:noFill/>
                </a:ln>
                <a:solidFill>
                  <a:prstClr val="black"/>
                </a:solidFill>
                <a:effectLst/>
                <a:uLnTx/>
                <a:uFillTx/>
                <a:latin typeface="Calibri"/>
                <a:ea typeface="+mn-ea"/>
                <a:cs typeface="+mn-cs"/>
              </a:rPr>
              <a:t>, enabling them to </a:t>
            </a:r>
            <a:r>
              <a:rPr kumimoji="0" lang="en-US" sz="1400" b="0" i="1" u="sng" strike="noStrike" kern="1200" cap="none" spc="0" normalizeH="0" baseline="0" noProof="0" dirty="0">
                <a:ln>
                  <a:noFill/>
                </a:ln>
                <a:solidFill>
                  <a:prstClr val="black"/>
                </a:solidFill>
                <a:effectLst/>
                <a:uLnTx/>
                <a:uFillTx/>
                <a:latin typeface="Calibri"/>
                <a:ea typeface="+mn-ea"/>
                <a:cs typeface="+mn-cs"/>
              </a:rPr>
              <a:t>conduct interconnection studies</a:t>
            </a:r>
            <a:r>
              <a:rPr kumimoji="0" lang="en-US" sz="1400" b="0" i="1" u="none" strike="noStrike" kern="1200" cap="none" spc="0" normalizeH="0" baseline="0" noProof="0" dirty="0">
                <a:ln>
                  <a:noFill/>
                </a:ln>
                <a:solidFill>
                  <a:prstClr val="black"/>
                </a:solidFill>
                <a:effectLst/>
                <a:uLnTx/>
                <a:uFillTx/>
                <a:latin typeface="Calibri"/>
                <a:ea typeface="+mn-ea"/>
                <a:cs typeface="+mn-cs"/>
              </a:rPr>
              <a:t>. </a:t>
            </a:r>
            <a:r>
              <a:rPr kumimoji="0" lang="en-US" sz="1400" b="0" i="1" u="sng" strike="noStrike" kern="1200" cap="none" spc="0" normalizeH="0" baseline="0" noProof="0" dirty="0">
                <a:ln>
                  <a:noFill/>
                </a:ln>
                <a:solidFill>
                  <a:prstClr val="black"/>
                </a:solidFill>
                <a:effectLst/>
                <a:uLnTx/>
                <a:uFillTx/>
                <a:latin typeface="Calibri"/>
                <a:ea typeface="+mn-ea"/>
                <a:cs typeface="+mn-cs"/>
              </a:rPr>
              <a:t>If found feasible, permission shall be granted</a:t>
            </a:r>
            <a:r>
              <a:rPr kumimoji="0" lang="en-US" sz="1400" b="0" i="1" u="none" strike="noStrike" kern="1200" cap="none" spc="0" normalizeH="0" baseline="0" noProof="0" dirty="0">
                <a:ln>
                  <a:noFill/>
                </a:ln>
                <a:solidFill>
                  <a:prstClr val="black"/>
                </a:solidFill>
                <a:effectLst/>
                <a:uLnTx/>
                <a:uFillTx/>
                <a:latin typeface="Calibri"/>
                <a:ea typeface="+mn-ea"/>
                <a:cs typeface="+mn-cs"/>
              </a:rPr>
              <a:t> to the Renewable Energy Generating company/Developer along with an estimate of the cost of extension/bay and other charges </a:t>
            </a:r>
            <a:r>
              <a:rPr kumimoji="0" lang="en-US" sz="1400" b="0" i="1" u="sng" strike="noStrike" kern="1200" cap="none" spc="0" normalizeH="0" baseline="0" noProof="0" dirty="0">
                <a:ln>
                  <a:noFill/>
                </a:ln>
                <a:solidFill>
                  <a:prstClr val="black"/>
                </a:solidFill>
                <a:effectLst/>
                <a:uLnTx/>
                <a:uFillTx/>
                <a:latin typeface="Calibri"/>
                <a:ea typeface="+mn-ea"/>
                <a:cs typeface="+mn-cs"/>
              </a:rPr>
              <a:t>within 30 days from the date of receipt of application </a:t>
            </a:r>
            <a:r>
              <a:rPr kumimoji="0" lang="en-US" sz="1400" b="0" i="1" u="none" strike="noStrike" kern="1200" cap="none" spc="0" normalizeH="0" baseline="0" noProof="0" dirty="0">
                <a:ln>
                  <a:noFill/>
                </a:ln>
                <a:solidFill>
                  <a:prstClr val="black"/>
                </a:solidFill>
                <a:effectLst/>
                <a:uLnTx/>
                <a:uFillTx/>
                <a:latin typeface="Calibri"/>
                <a:ea typeface="+mn-ea"/>
                <a:cs typeface="+mn-cs"/>
              </a:rPr>
              <a:t>with a copy to MP Power Management Company Limited. For long term access, M.P. Power Transmission Company shall grant permission, if found technically feasible, within 15 days of receipt of application.</a:t>
            </a:r>
          </a:p>
          <a:p>
            <a:pPr marL="800100" marR="0" lvl="1" indent="-342900" algn="just" defTabSz="914400" rtl="0" eaLnBrk="1" fontAlgn="auto" latinLnBrk="0" hangingPunct="1">
              <a:lnSpc>
                <a:spcPct val="114000"/>
              </a:lnSpc>
              <a:spcBef>
                <a:spcPts val="0"/>
              </a:spcBef>
              <a:spcAft>
                <a:spcPts val="600"/>
              </a:spcAft>
              <a:buClrTx/>
              <a:buSzPct val="100000"/>
              <a:buFontTx/>
              <a:buAutoNum type="alphaLcParenBoth"/>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Thereafter, the </a:t>
            </a:r>
            <a:r>
              <a:rPr kumimoji="0" lang="en-US" sz="1400" b="0" i="1" u="sng" strike="noStrike" kern="1200" cap="none" spc="0" normalizeH="0" baseline="0" noProof="0" dirty="0">
                <a:ln>
                  <a:noFill/>
                </a:ln>
                <a:solidFill>
                  <a:prstClr val="black"/>
                </a:solidFill>
                <a:effectLst/>
                <a:uLnTx/>
                <a:uFillTx/>
                <a:latin typeface="Calibri"/>
                <a:ea typeface="+mn-ea"/>
                <a:cs typeface="+mn-cs"/>
              </a:rPr>
              <a:t>MP Power Management Company Limited shall execute the Power Purchase Agreement(s)/ and Wheeling Agreement(s)</a:t>
            </a:r>
            <a:r>
              <a:rPr kumimoji="0" lang="en-US" sz="1400" b="0" i="1" u="none" strike="noStrike" kern="1200" cap="none" spc="0" normalizeH="0" baseline="0" noProof="0" dirty="0">
                <a:ln>
                  <a:noFill/>
                </a:ln>
                <a:solidFill>
                  <a:prstClr val="black"/>
                </a:solidFill>
                <a:effectLst/>
                <a:uLnTx/>
                <a:uFillTx/>
                <a:latin typeface="Calibri"/>
                <a:ea typeface="+mn-ea"/>
                <a:cs typeface="+mn-cs"/>
              </a:rPr>
              <a:t>, as the case may be, </a:t>
            </a:r>
            <a:r>
              <a:rPr kumimoji="0" lang="en-US" sz="1400" b="0" i="1" u="sng" strike="noStrike" kern="1200" cap="none" spc="0" normalizeH="0" baseline="0" noProof="0" dirty="0">
                <a:ln>
                  <a:noFill/>
                </a:ln>
                <a:solidFill>
                  <a:prstClr val="black"/>
                </a:solidFill>
                <a:effectLst/>
                <a:uLnTx/>
                <a:uFillTx/>
                <a:latin typeface="Calibri"/>
                <a:ea typeface="+mn-ea"/>
                <a:cs typeface="+mn-cs"/>
              </a:rPr>
              <a:t>within 15 days from the date of receipt of proposal for sale of power in cases where new interconnection is not required</a:t>
            </a:r>
            <a:r>
              <a:rPr kumimoji="0" lang="en-US" sz="1400" b="0" i="1" u="none" strike="noStrike" kern="1200" cap="none" spc="0" normalizeH="0" baseline="0" noProof="0" dirty="0">
                <a:ln>
                  <a:noFill/>
                </a:ln>
                <a:solidFill>
                  <a:prstClr val="black"/>
                </a:solidFill>
                <a:effectLst/>
                <a:uLnTx/>
                <a:uFillTx/>
                <a:latin typeface="Calibri"/>
                <a:ea typeface="+mn-ea"/>
                <a:cs typeface="+mn-cs"/>
              </a:rPr>
              <a:t>. In cases </a:t>
            </a:r>
            <a:r>
              <a:rPr kumimoji="0" lang="en-US" sz="1400" b="0" i="1" u="sng" strike="noStrike" kern="1200" cap="none" spc="0" normalizeH="0" baseline="0" noProof="0" dirty="0">
                <a:ln>
                  <a:noFill/>
                </a:ln>
                <a:solidFill>
                  <a:prstClr val="black"/>
                </a:solidFill>
                <a:effectLst/>
                <a:uLnTx/>
                <a:uFillTx/>
                <a:latin typeface="Calibri"/>
                <a:ea typeface="+mn-ea"/>
                <a:cs typeface="+mn-cs"/>
              </a:rPr>
              <a:t>where new interconnection is required</a:t>
            </a:r>
            <a:r>
              <a:rPr kumimoji="0" lang="en-US" sz="1400" b="0" i="1" u="none" strike="noStrike" kern="1200" cap="none" spc="0" normalizeH="0" baseline="0" noProof="0" dirty="0">
                <a:ln>
                  <a:noFill/>
                </a:ln>
                <a:solidFill>
                  <a:prstClr val="black"/>
                </a:solidFill>
                <a:effectLst/>
                <a:uLnTx/>
                <a:uFillTx/>
                <a:latin typeface="Calibri"/>
                <a:ea typeface="+mn-ea"/>
                <a:cs typeface="+mn-cs"/>
              </a:rPr>
              <a:t>, these </a:t>
            </a:r>
            <a:r>
              <a:rPr kumimoji="0" lang="en-US" sz="1400" b="0" i="1" u="sng" strike="noStrike" kern="1200" cap="none" spc="0" normalizeH="0" baseline="0" noProof="0" dirty="0">
                <a:ln>
                  <a:noFill/>
                </a:ln>
                <a:solidFill>
                  <a:prstClr val="black"/>
                </a:solidFill>
                <a:effectLst/>
                <a:uLnTx/>
                <a:uFillTx/>
                <a:latin typeface="Calibri"/>
                <a:ea typeface="+mn-ea"/>
                <a:cs typeface="+mn-cs"/>
              </a:rPr>
              <a:t>agreements shall be executed within 15 days of receipt of permission from the Distribution Licensee and the Transmission Licensee</a:t>
            </a:r>
            <a:r>
              <a:rPr kumimoji="0" lang="en-US" sz="1400" b="0" i="1" u="none" strike="noStrike" kern="1200" cap="none" spc="0" normalizeH="0" baseline="0" noProof="0" dirty="0">
                <a:ln>
                  <a:noFill/>
                </a:ln>
                <a:solidFill>
                  <a:prstClr val="black"/>
                </a:solidFill>
                <a:effectLst/>
                <a:uLnTx/>
                <a:uFillTx/>
                <a:latin typeface="Calibri"/>
                <a:ea typeface="+mn-ea"/>
                <a:cs typeface="+mn-cs"/>
              </a:rPr>
              <a:t> (as applicable).”</a:t>
            </a:r>
          </a:p>
        </p:txBody>
      </p:sp>
    </p:spTree>
    <p:extLst>
      <p:ext uri="{BB962C8B-B14F-4D97-AF65-F5344CB8AC3E}">
        <p14:creationId xmlns:p14="http://schemas.microsoft.com/office/powerpoint/2010/main" val="144256541"/>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Regulatory Provisions in Madhya Pradesh for Sale of Solar Energy to Discoms (2/2)</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089529"/>
            <a:ext cx="11188698" cy="4823623"/>
          </a:xfrm>
          <a:prstGeom prst="roundRect">
            <a:avLst>
              <a:gd name="adj" fmla="val 8032"/>
            </a:avLst>
          </a:prstGeom>
          <a:noFill/>
          <a:ln>
            <a:solidFill>
              <a:schemeClr val="accent6"/>
            </a:solidFill>
          </a:ln>
        </p:spPr>
        <p:txBody>
          <a:bodyPr wrap="square" lIns="0" tIns="0" rIns="0" bIns="0" rtlCol="0" anchor="ctr" anchorCtr="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prstClr val="black"/>
                </a:solidFill>
                <a:effectLst/>
                <a:uLnTx/>
                <a:uFillTx/>
                <a:latin typeface="Calibri"/>
                <a:ea typeface="+mn-ea"/>
                <a:cs typeface="+mn-cs"/>
              </a:rPr>
              <a:t>As per Madhya Pradesh Electricity Regulatory Commission (Co-generation and generation of electricity from Renewable sources of energy) (Revision-II) Regulations, 2021</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1" i="1" u="none" strike="noStrike" kern="1200" cap="none" spc="0" normalizeH="0" baseline="0" noProof="0" dirty="0">
              <a:ln>
                <a:noFill/>
              </a:ln>
              <a:solidFill>
                <a:prstClr val="black"/>
              </a:solidFill>
              <a:effectLst/>
              <a:uLnTx/>
              <a:uFillTx/>
              <a:latin typeface="Calibri"/>
              <a:ea typeface="+mn-ea"/>
              <a:cs typeface="+mn-cs"/>
            </a:endParaRP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1" u="none" strike="noStrike" kern="1200" cap="none" spc="0" normalizeH="0" baseline="0" noProof="0" dirty="0">
                <a:ln>
                  <a:noFill/>
                </a:ln>
                <a:solidFill>
                  <a:prstClr val="black"/>
                </a:solidFill>
                <a:effectLst/>
                <a:uLnTx/>
                <a:uFillTx/>
                <a:latin typeface="Calibri"/>
                <a:ea typeface="+mn-ea"/>
                <a:cs typeface="+mn-cs"/>
              </a:rPr>
              <a:t>Reg. 4 </a:t>
            </a:r>
            <a:r>
              <a:rPr kumimoji="0" lang="en-US" sz="1400" b="1" i="1" u="sng" strike="noStrike" kern="1200" cap="none" spc="0" normalizeH="0" baseline="0" noProof="0" dirty="0">
                <a:ln>
                  <a:noFill/>
                </a:ln>
                <a:solidFill>
                  <a:prstClr val="black"/>
                </a:solidFill>
                <a:effectLst/>
                <a:uLnTx/>
                <a:uFillTx/>
                <a:latin typeface="Calibri"/>
                <a:ea typeface="+mn-ea"/>
                <a:cs typeface="+mn-cs"/>
              </a:rPr>
              <a:t>Power Purchase Agreement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4.1 “The Power Purchase Agreement period will be of </a:t>
            </a:r>
            <a:r>
              <a:rPr kumimoji="0" lang="en-US" sz="1400" b="0" i="1" u="sng" strike="noStrike" kern="1200" cap="none" spc="0" normalizeH="0" baseline="0" noProof="0" dirty="0">
                <a:ln>
                  <a:noFill/>
                </a:ln>
                <a:solidFill>
                  <a:prstClr val="black"/>
                </a:solidFill>
                <a:effectLst/>
                <a:uLnTx/>
                <a:uFillTx/>
                <a:latin typeface="Calibri"/>
                <a:ea typeface="+mn-ea"/>
                <a:cs typeface="+mn-cs"/>
              </a:rPr>
              <a:t>minimum 20 years</a:t>
            </a:r>
            <a:r>
              <a:rPr kumimoji="0" lang="en-US" sz="1400" b="0" i="1" u="none" strike="noStrike" kern="1200" cap="none" spc="0" normalizeH="0" baseline="0" noProof="0" dirty="0">
                <a:ln>
                  <a:noFill/>
                </a:ln>
                <a:solidFill>
                  <a:prstClr val="black"/>
                </a:solidFill>
                <a:effectLst/>
                <a:uLnTx/>
                <a:uFillTx/>
                <a:latin typeface="Calibri"/>
                <a:ea typeface="+mn-ea"/>
                <a:cs typeface="+mn-cs"/>
              </a:rPr>
              <a:t>, if not otherwise specified in the Tariff Orders, from the date of commissioning of plant. However, the agreement </a:t>
            </a:r>
            <a:r>
              <a:rPr kumimoji="0" lang="en-US" sz="1400" b="0" i="1" u="sng" strike="noStrike" kern="1200" cap="none" spc="0" normalizeH="0" baseline="0" noProof="0" dirty="0">
                <a:ln>
                  <a:noFill/>
                </a:ln>
                <a:solidFill>
                  <a:prstClr val="black"/>
                </a:solidFill>
                <a:effectLst/>
                <a:uLnTx/>
                <a:uFillTx/>
                <a:latin typeface="Calibri"/>
                <a:ea typeface="+mn-ea"/>
                <a:cs typeface="+mn-cs"/>
              </a:rPr>
              <a:t>may be for a shorter period in case the Renewable Energy Generating company/Developer opts </a:t>
            </a:r>
            <a:r>
              <a:rPr kumimoji="0" lang="en-US" sz="1400" b="0" i="1" u="none" strike="noStrike" kern="1200" cap="none" spc="0" normalizeH="0" baseline="0" noProof="0" dirty="0">
                <a:ln>
                  <a:noFill/>
                </a:ln>
                <a:solidFill>
                  <a:prstClr val="black"/>
                </a:solidFill>
                <a:effectLst/>
                <a:uLnTx/>
                <a:uFillTx/>
                <a:latin typeface="Calibri"/>
                <a:ea typeface="+mn-ea"/>
                <a:cs typeface="+mn-cs"/>
              </a:rPr>
              <a:t>to supply to the Distribution Licensees after consuming the electricity for self-use/ third party sale for lesser period.”</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4.2 “The </a:t>
            </a:r>
            <a:r>
              <a:rPr kumimoji="0" lang="en-US" sz="1400" b="0" i="1" u="sng" strike="noStrike" kern="1200" cap="none" spc="0" normalizeH="0" baseline="0" noProof="0" dirty="0">
                <a:ln>
                  <a:noFill/>
                </a:ln>
                <a:solidFill>
                  <a:prstClr val="black"/>
                </a:solidFill>
                <a:effectLst/>
                <a:uLnTx/>
                <a:uFillTx/>
                <a:latin typeface="Calibri"/>
                <a:ea typeface="+mn-ea"/>
                <a:cs typeface="+mn-cs"/>
              </a:rPr>
              <a:t>Renewable Energy Generating company/Developers are required to get all the required statutory consents before entering into the Agreement</a:t>
            </a:r>
            <a:r>
              <a:rPr kumimoji="0" lang="en-US" sz="1400" b="0" i="1" u="none" strike="noStrike" kern="1200" cap="none" spc="0" normalizeH="0" baseline="0" noProof="0" dirty="0">
                <a:ln>
                  <a:noFill/>
                </a:ln>
                <a:solidFill>
                  <a:prstClr val="black"/>
                </a:solidFill>
                <a:effectLst/>
                <a:uLnTx/>
                <a:uFillTx/>
                <a:latin typeface="Calibri"/>
                <a:ea typeface="+mn-ea"/>
                <a:cs typeface="+mn-cs"/>
              </a:rPr>
              <a:t>. Such consents shall have validity for the entire period of the Agreement.”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4.3 “The </a:t>
            </a:r>
            <a:r>
              <a:rPr kumimoji="0" lang="en-US" sz="1400" b="0" i="1" u="sng" strike="noStrike" kern="1200" cap="none" spc="0" normalizeH="0" baseline="0" noProof="0" dirty="0">
                <a:ln>
                  <a:noFill/>
                </a:ln>
                <a:solidFill>
                  <a:prstClr val="black"/>
                </a:solidFill>
                <a:effectLst/>
                <a:uLnTx/>
                <a:uFillTx/>
                <a:latin typeface="Calibri"/>
                <a:ea typeface="+mn-ea"/>
                <a:cs typeface="+mn-cs"/>
              </a:rPr>
              <a:t>MP Power Management Company Limited </a:t>
            </a:r>
            <a:r>
              <a:rPr kumimoji="0" lang="en-US" sz="1400" b="0" i="1" u="none" strike="noStrike" kern="1200" cap="none" spc="0" normalizeH="0" baseline="0" noProof="0" dirty="0">
                <a:ln>
                  <a:noFill/>
                </a:ln>
                <a:solidFill>
                  <a:prstClr val="black"/>
                </a:solidFill>
                <a:effectLst/>
                <a:uLnTx/>
                <a:uFillTx/>
                <a:latin typeface="Calibri"/>
                <a:ea typeface="+mn-ea"/>
                <a:cs typeface="+mn-cs"/>
              </a:rPr>
              <a:t>on behalf of the State-owned Distribution Licensees </a:t>
            </a:r>
            <a:r>
              <a:rPr kumimoji="0" lang="en-US" sz="1400" b="0" i="1" u="sng" strike="noStrike" kern="1200" cap="none" spc="0" normalizeH="0" baseline="0" noProof="0" dirty="0">
                <a:ln>
                  <a:noFill/>
                </a:ln>
                <a:solidFill>
                  <a:prstClr val="black"/>
                </a:solidFill>
                <a:effectLst/>
                <a:uLnTx/>
                <a:uFillTx/>
                <a:latin typeface="Calibri"/>
                <a:ea typeface="+mn-ea"/>
                <a:cs typeface="+mn-cs"/>
              </a:rPr>
              <a:t>shall have to obtain the approval of Power Purchase Agreement from the Commission</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1" u="none" strike="noStrike" kern="1200" cap="none" spc="0" normalizeH="0" baseline="0" noProof="0" dirty="0">
                <a:ln>
                  <a:noFill/>
                </a:ln>
                <a:solidFill>
                  <a:prstClr val="black"/>
                </a:solidFill>
                <a:effectLst/>
                <a:uLnTx/>
                <a:uFillTx/>
                <a:latin typeface="Calibri"/>
                <a:ea typeface="+mn-ea"/>
                <a:cs typeface="+mn-cs"/>
              </a:rPr>
              <a:t>Reg. 6 </a:t>
            </a:r>
            <a:r>
              <a:rPr kumimoji="0" lang="en-US" sz="1400" b="1" i="1" u="sng" strike="noStrike" kern="1200" cap="none" spc="0" normalizeH="0" baseline="0" noProof="0" dirty="0">
                <a:ln>
                  <a:noFill/>
                </a:ln>
                <a:solidFill>
                  <a:prstClr val="black"/>
                </a:solidFill>
                <a:effectLst/>
                <a:uLnTx/>
                <a:uFillTx/>
                <a:latin typeface="Calibri"/>
                <a:ea typeface="+mn-ea"/>
                <a:cs typeface="+mn-cs"/>
              </a:rPr>
              <a:t>Open Access for Co-generation and generation from Renewable Sources of Energy</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“Any person generating electricity from Co-generation and Renewable Sources of Energy </a:t>
            </a:r>
            <a:r>
              <a:rPr kumimoji="0" lang="en-US" sz="1400" b="0" i="1" u="sng" strike="noStrike" kern="1200" cap="none" spc="0" normalizeH="0" baseline="0" noProof="0" dirty="0">
                <a:ln>
                  <a:noFill/>
                </a:ln>
                <a:solidFill>
                  <a:prstClr val="black"/>
                </a:solidFill>
                <a:effectLst/>
                <a:uLnTx/>
                <a:uFillTx/>
                <a:latin typeface="Calibri"/>
                <a:ea typeface="+mn-ea"/>
                <a:cs typeface="+mn-cs"/>
              </a:rPr>
              <a:t>shall be eligible for Open Access</a:t>
            </a:r>
            <a:r>
              <a:rPr kumimoji="0" lang="en-US" sz="1400" b="0" i="1" u="none" strike="noStrike" kern="1200" cap="none" spc="0" normalizeH="0" baseline="0" noProof="0" dirty="0">
                <a:ln>
                  <a:noFill/>
                </a:ln>
                <a:solidFill>
                  <a:prstClr val="black"/>
                </a:solidFill>
                <a:effectLst/>
                <a:uLnTx/>
                <a:uFillTx/>
                <a:latin typeface="Calibri"/>
                <a:ea typeface="+mn-ea"/>
                <a:cs typeface="+mn-cs"/>
              </a:rPr>
              <a:t>, in accordance with the applicable Madhya Pradesh Electricity Regulatory Commission (Terms and Conditions for Intra-State Open Access in Madhya Pradesh) Regulations.”</a:t>
            </a:r>
          </a:p>
        </p:txBody>
      </p:sp>
    </p:spTree>
    <p:extLst>
      <p:ext uri="{BB962C8B-B14F-4D97-AF65-F5344CB8AC3E}">
        <p14:creationId xmlns:p14="http://schemas.microsoft.com/office/powerpoint/2010/main" val="2673508629"/>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Projected Solar RPO shortfall for MP Discoms in future years provides potential opportunity for SECL to sale solar power to MP Discoms</a:t>
            </a:r>
            <a:endParaRPr lang="en-GB" sz="2800" b="1" dirty="0"/>
          </a:p>
        </p:txBody>
      </p:sp>
      <p:sp>
        <p:nvSpPr>
          <p:cNvPr id="4" name="TextBox 3">
            <a:extLst>
              <a:ext uri="{FF2B5EF4-FFF2-40B4-BE49-F238E27FC236}">
                <a16:creationId xmlns:a16="http://schemas.microsoft.com/office/drawing/2014/main" id="{06CECD9A-FD14-473A-80BF-D758318299DF}"/>
              </a:ext>
            </a:extLst>
          </p:cNvPr>
          <p:cNvSpPr txBox="1"/>
          <p:nvPr/>
        </p:nvSpPr>
        <p:spPr>
          <a:xfrm>
            <a:off x="501649" y="1214851"/>
            <a:ext cx="11188699" cy="49244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r>
              <a:rPr kumimoji="0" lang="en-US" sz="1600" b="1" i="1" u="sng" strike="noStrike" kern="1200" cap="none" spc="0" normalizeH="0" baseline="0" noProof="0" dirty="0">
                <a:ln>
                  <a:noFill/>
                </a:ln>
                <a:solidFill>
                  <a:srgbClr val="313131"/>
                </a:solidFill>
                <a:effectLst/>
                <a:uLnTx/>
                <a:uFillTx/>
                <a:latin typeface="Calibri"/>
                <a:ea typeface="+mn-ea"/>
                <a:cs typeface="+mn-cs"/>
              </a:rPr>
              <a:t>As projected by MPERC</a:t>
            </a:r>
            <a:r>
              <a:rPr kumimoji="0" lang="en-US" sz="1600" b="1" i="1" u="none" strike="noStrike" kern="1200" cap="none" spc="0" normalizeH="0" baseline="0" noProof="0" dirty="0">
                <a:ln>
                  <a:noFill/>
                </a:ln>
                <a:solidFill>
                  <a:srgbClr val="313131"/>
                </a:solidFill>
                <a:effectLst/>
                <a:uLnTx/>
                <a:uFillTx/>
                <a:latin typeface="Calibri"/>
                <a:ea typeface="+mn-ea"/>
                <a:cs typeface="+mn-cs"/>
              </a:rPr>
              <a:t> in ‘MPERC Aggregate Revenue Requirement for FY 2022-23 to FY 2026-27 and Retail Supply Tariff Order for FY 2022-23’ dated 31.03.2022</a:t>
            </a:r>
          </a:p>
        </p:txBody>
      </p:sp>
      <p:cxnSp>
        <p:nvCxnSpPr>
          <p:cNvPr id="5" name="Straight Connector 4">
            <a:extLst>
              <a:ext uri="{FF2B5EF4-FFF2-40B4-BE49-F238E27FC236}">
                <a16:creationId xmlns:a16="http://schemas.microsoft.com/office/drawing/2014/main" id="{DF631BB2-3687-439C-99C9-AEC795011E52}"/>
              </a:ext>
            </a:extLst>
          </p:cNvPr>
          <p:cNvCxnSpPr/>
          <p:nvPr/>
        </p:nvCxnSpPr>
        <p:spPr>
          <a:xfrm>
            <a:off x="501649" y="1933148"/>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7CBC5335-B519-4B4D-9869-2A98ECA6088E}"/>
              </a:ext>
            </a:extLst>
          </p:cNvPr>
          <p:cNvSpPr txBox="1"/>
          <p:nvPr/>
        </p:nvSpPr>
        <p:spPr>
          <a:xfrm>
            <a:off x="2622344" y="1818071"/>
            <a:ext cx="6947306"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Quantum of Solar RPO shortfall for MP Discoms (as projected by MPERC)</a:t>
            </a:r>
          </a:p>
        </p:txBody>
      </p:sp>
      <p:graphicFrame>
        <p:nvGraphicFramePr>
          <p:cNvPr id="8" name="Table 9">
            <a:extLst>
              <a:ext uri="{FF2B5EF4-FFF2-40B4-BE49-F238E27FC236}">
                <a16:creationId xmlns:a16="http://schemas.microsoft.com/office/drawing/2014/main" id="{7BD4BA6F-1211-4D6A-B7E9-50E1B40BBE6F}"/>
              </a:ext>
            </a:extLst>
          </p:cNvPr>
          <p:cNvGraphicFramePr>
            <a:graphicFrameLocks noGrp="1"/>
          </p:cNvGraphicFramePr>
          <p:nvPr/>
        </p:nvGraphicFramePr>
        <p:xfrm>
          <a:off x="501648" y="2138119"/>
          <a:ext cx="11188697" cy="1854200"/>
        </p:xfrm>
        <a:graphic>
          <a:graphicData uri="http://schemas.openxmlformats.org/drawingml/2006/table">
            <a:tbl>
              <a:tblPr firstRow="1">
                <a:tableStyleId>{93296810-A885-4BE3-A3E7-6D5BEEA58F35}</a:tableStyleId>
              </a:tblPr>
              <a:tblGrid>
                <a:gridCol w="5142407">
                  <a:extLst>
                    <a:ext uri="{9D8B030D-6E8A-4147-A177-3AD203B41FA5}">
                      <a16:colId xmlns:a16="http://schemas.microsoft.com/office/drawing/2014/main" val="4176881115"/>
                    </a:ext>
                  </a:extLst>
                </a:gridCol>
                <a:gridCol w="1209258">
                  <a:extLst>
                    <a:ext uri="{9D8B030D-6E8A-4147-A177-3AD203B41FA5}">
                      <a16:colId xmlns:a16="http://schemas.microsoft.com/office/drawing/2014/main" val="18742518"/>
                    </a:ext>
                  </a:extLst>
                </a:gridCol>
                <a:gridCol w="1209258">
                  <a:extLst>
                    <a:ext uri="{9D8B030D-6E8A-4147-A177-3AD203B41FA5}">
                      <a16:colId xmlns:a16="http://schemas.microsoft.com/office/drawing/2014/main" val="1442939702"/>
                    </a:ext>
                  </a:extLst>
                </a:gridCol>
                <a:gridCol w="1209258">
                  <a:extLst>
                    <a:ext uri="{9D8B030D-6E8A-4147-A177-3AD203B41FA5}">
                      <a16:colId xmlns:a16="http://schemas.microsoft.com/office/drawing/2014/main" val="2236071265"/>
                    </a:ext>
                  </a:extLst>
                </a:gridCol>
                <a:gridCol w="1209258">
                  <a:extLst>
                    <a:ext uri="{9D8B030D-6E8A-4147-A177-3AD203B41FA5}">
                      <a16:colId xmlns:a16="http://schemas.microsoft.com/office/drawing/2014/main" val="247367502"/>
                    </a:ext>
                  </a:extLst>
                </a:gridCol>
                <a:gridCol w="1209258">
                  <a:extLst>
                    <a:ext uri="{9D8B030D-6E8A-4147-A177-3AD203B41FA5}">
                      <a16:colId xmlns:a16="http://schemas.microsoft.com/office/drawing/2014/main" val="2511981108"/>
                    </a:ext>
                  </a:extLst>
                </a:gridCol>
              </a:tblGrid>
              <a:tr h="370840">
                <a:tc>
                  <a:txBody>
                    <a:bodyPr/>
                    <a:lstStyle/>
                    <a:p>
                      <a:pPr marL="0" indent="0">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Particulars</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FY 2022-23</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FY 2023-24</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a:effectLst/>
                          <a:latin typeface="Calibri" panose="020F0502020204030204" pitchFamily="34" charset="0"/>
                          <a:ea typeface="Calibri" panose="020F0502020204030204" pitchFamily="34" charset="0"/>
                          <a:cs typeface="Times New Roman" panose="02020603050405020304" pitchFamily="18" charset="0"/>
                        </a:rPr>
                        <a:t>FY 2024-25</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a:effectLst/>
                          <a:latin typeface="Calibri" panose="020F0502020204030204" pitchFamily="34" charset="0"/>
                          <a:ea typeface="Calibri" panose="020F0502020204030204" pitchFamily="34" charset="0"/>
                          <a:cs typeface="Times New Roman" panose="02020603050405020304" pitchFamily="18" charset="0"/>
                        </a:rPr>
                        <a:t>FY 2025-26</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b="1">
                          <a:effectLst/>
                          <a:latin typeface="Calibri" panose="020F0502020204030204" pitchFamily="34" charset="0"/>
                          <a:ea typeface="Calibri" panose="020F0502020204030204" pitchFamily="34" charset="0"/>
                          <a:cs typeface="Times New Roman" panose="02020603050405020304" pitchFamily="18" charset="0"/>
                        </a:rPr>
                        <a:t>FY 2026-27</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816887593"/>
                  </a:ext>
                </a:extLst>
              </a:tr>
              <a:tr h="370840">
                <a:tc>
                  <a:txBody>
                    <a:bodyPr/>
                    <a:lstStyle/>
                    <a:p>
                      <a:pPr marL="0" indent="0">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Solar RPO (%) as per MPERC</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9%</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10%</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11%</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a:effectLst/>
                          <a:latin typeface="Calibri" panose="020F0502020204030204" pitchFamily="34" charset="0"/>
                          <a:ea typeface="Calibri" panose="020F0502020204030204" pitchFamily="34" charset="0"/>
                          <a:cs typeface="Times New Roman" panose="02020603050405020304" pitchFamily="18" charset="0"/>
                        </a:rPr>
                        <a:t>12%</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a:effectLst/>
                          <a:latin typeface="Calibri" panose="020F0502020204030204" pitchFamily="34" charset="0"/>
                          <a:ea typeface="Calibri" panose="020F0502020204030204" pitchFamily="34" charset="0"/>
                          <a:cs typeface="Times New Roman" panose="02020603050405020304" pitchFamily="18" charset="0"/>
                        </a:rPr>
                        <a:t>13%</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788960517"/>
                  </a:ext>
                </a:extLst>
              </a:tr>
              <a:tr h="370840">
                <a:tc>
                  <a:txBody>
                    <a:bodyPr/>
                    <a:lstStyle/>
                    <a:p>
                      <a:pPr marL="0" indent="0">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Solar Power Purchase to fulfil RPO (MU)</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7,115.07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8,492.26</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9,967.09</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11,617.89</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a:effectLst/>
                          <a:latin typeface="Calibri" panose="020F0502020204030204" pitchFamily="34" charset="0"/>
                          <a:ea typeface="Calibri" panose="020F0502020204030204" pitchFamily="34" charset="0"/>
                          <a:cs typeface="Times New Roman" panose="02020603050405020304" pitchFamily="18" charset="0"/>
                        </a:rPr>
                        <a:t>13,600.06</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240113343"/>
                  </a:ext>
                </a:extLst>
              </a:tr>
              <a:tr h="370840">
                <a:tc>
                  <a:txBody>
                    <a:bodyPr/>
                    <a:lstStyle/>
                    <a:p>
                      <a:pPr marL="0" indent="0">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Solar Energy available from existing plants (MU)</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7,554.97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9,764.47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a:effectLst/>
                          <a:latin typeface="Calibri" panose="020F0502020204030204" pitchFamily="34" charset="0"/>
                          <a:ea typeface="Calibri" panose="020F0502020204030204" pitchFamily="34" charset="0"/>
                          <a:cs typeface="Times New Roman" panose="02020603050405020304" pitchFamily="18" charset="0"/>
                        </a:rPr>
                        <a:t>10,500.97</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10,500.97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dirty="0">
                          <a:effectLst/>
                          <a:latin typeface="Calibri" panose="020F0502020204030204" pitchFamily="34" charset="0"/>
                          <a:ea typeface="Calibri" panose="020F0502020204030204" pitchFamily="34" charset="0"/>
                          <a:cs typeface="Times New Roman" panose="02020603050405020304" pitchFamily="18" charset="0"/>
                        </a:rPr>
                        <a:t>10,500.97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2239478965"/>
                  </a:ext>
                </a:extLst>
              </a:tr>
              <a:tr h="370840">
                <a:tc>
                  <a:txBody>
                    <a:bodyPr/>
                    <a:lstStyle/>
                    <a:p>
                      <a:pPr marL="0" indent="0">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Solar Energy Surplus / (Shortfall) (MU)</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439.90</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1,272.21</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533.87</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dirty="0">
                          <a:solidFill>
                            <a:srgbClr val="C00000"/>
                          </a:solidFill>
                          <a:effectLst/>
                          <a:latin typeface="Calibri" panose="020F0502020204030204" pitchFamily="34" charset="0"/>
                          <a:ea typeface="Calibri" panose="020F0502020204030204" pitchFamily="34" charset="0"/>
                          <a:cs typeface="Times New Roman" panose="02020603050405020304" pitchFamily="18" charset="0"/>
                        </a:rPr>
                        <a:t>(1,116.92)</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b="1" dirty="0">
                          <a:solidFill>
                            <a:srgbClr val="C00000"/>
                          </a:solidFill>
                          <a:effectLst/>
                          <a:latin typeface="Calibri" panose="020F0502020204030204" pitchFamily="34" charset="0"/>
                          <a:ea typeface="Calibri" panose="020F0502020204030204" pitchFamily="34" charset="0"/>
                          <a:cs typeface="Times New Roman" panose="02020603050405020304" pitchFamily="18" charset="0"/>
                        </a:rPr>
                        <a:t>(3,099.10)</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43610062"/>
                  </a:ext>
                </a:extLst>
              </a:tr>
            </a:tbl>
          </a:graphicData>
        </a:graphic>
      </p:graphicFrame>
      <p:cxnSp>
        <p:nvCxnSpPr>
          <p:cNvPr id="11" name="Straight Connector 10">
            <a:extLst>
              <a:ext uri="{FF2B5EF4-FFF2-40B4-BE49-F238E27FC236}">
                <a16:creationId xmlns:a16="http://schemas.microsoft.com/office/drawing/2014/main" id="{45832689-28AB-45A1-BFF6-AAB0F2F49B43}"/>
              </a:ext>
            </a:extLst>
          </p:cNvPr>
          <p:cNvCxnSpPr/>
          <p:nvPr/>
        </p:nvCxnSpPr>
        <p:spPr>
          <a:xfrm>
            <a:off x="501653" y="4290363"/>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D29B22B-9E24-4986-AD02-38125F34413D}"/>
              </a:ext>
            </a:extLst>
          </p:cNvPr>
          <p:cNvSpPr txBox="1"/>
          <p:nvPr/>
        </p:nvSpPr>
        <p:spPr>
          <a:xfrm>
            <a:off x="2622348" y="4175286"/>
            <a:ext cx="6947306" cy="246221"/>
          </a:xfrm>
          <a:prstGeom prst="rect">
            <a:avLst/>
          </a:prstGeom>
          <a:solidFill>
            <a:schemeClr val="accent6">
              <a:lumMod val="50000"/>
            </a:schemeClr>
          </a:solidFill>
        </p:spPr>
        <p:txBody>
          <a:bodyPr wrap="square" lIns="0" tIns="0" rIns="0" bIns="0" rtlCol="0">
            <a:sp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Tariff for procurement of solar energy by MP Discoms (as projected by MPERC)</a:t>
            </a:r>
          </a:p>
        </p:txBody>
      </p:sp>
      <p:graphicFrame>
        <p:nvGraphicFramePr>
          <p:cNvPr id="13" name="Table 9">
            <a:extLst>
              <a:ext uri="{FF2B5EF4-FFF2-40B4-BE49-F238E27FC236}">
                <a16:creationId xmlns:a16="http://schemas.microsoft.com/office/drawing/2014/main" id="{CC477A90-6549-4EAE-9A94-A44B94E3C7DC}"/>
              </a:ext>
            </a:extLst>
          </p:cNvPr>
          <p:cNvGraphicFramePr>
            <a:graphicFrameLocks noGrp="1"/>
          </p:cNvGraphicFramePr>
          <p:nvPr/>
        </p:nvGraphicFramePr>
        <p:xfrm>
          <a:off x="501652" y="4505844"/>
          <a:ext cx="11188698" cy="1112520"/>
        </p:xfrm>
        <a:graphic>
          <a:graphicData uri="http://schemas.openxmlformats.org/drawingml/2006/table">
            <a:tbl>
              <a:tblPr firstRow="1">
                <a:tableStyleId>{93296810-A885-4BE3-A3E7-6D5BEEA58F35}</a:tableStyleId>
              </a:tblPr>
              <a:tblGrid>
                <a:gridCol w="5142403">
                  <a:extLst>
                    <a:ext uri="{9D8B030D-6E8A-4147-A177-3AD203B41FA5}">
                      <a16:colId xmlns:a16="http://schemas.microsoft.com/office/drawing/2014/main" val="4176881115"/>
                    </a:ext>
                  </a:extLst>
                </a:gridCol>
                <a:gridCol w="1209259">
                  <a:extLst>
                    <a:ext uri="{9D8B030D-6E8A-4147-A177-3AD203B41FA5}">
                      <a16:colId xmlns:a16="http://schemas.microsoft.com/office/drawing/2014/main" val="18742518"/>
                    </a:ext>
                  </a:extLst>
                </a:gridCol>
                <a:gridCol w="1209259">
                  <a:extLst>
                    <a:ext uri="{9D8B030D-6E8A-4147-A177-3AD203B41FA5}">
                      <a16:colId xmlns:a16="http://schemas.microsoft.com/office/drawing/2014/main" val="1442939702"/>
                    </a:ext>
                  </a:extLst>
                </a:gridCol>
                <a:gridCol w="1209259">
                  <a:extLst>
                    <a:ext uri="{9D8B030D-6E8A-4147-A177-3AD203B41FA5}">
                      <a16:colId xmlns:a16="http://schemas.microsoft.com/office/drawing/2014/main" val="2236071265"/>
                    </a:ext>
                  </a:extLst>
                </a:gridCol>
                <a:gridCol w="1209259">
                  <a:extLst>
                    <a:ext uri="{9D8B030D-6E8A-4147-A177-3AD203B41FA5}">
                      <a16:colId xmlns:a16="http://schemas.microsoft.com/office/drawing/2014/main" val="247367502"/>
                    </a:ext>
                  </a:extLst>
                </a:gridCol>
                <a:gridCol w="1209259">
                  <a:extLst>
                    <a:ext uri="{9D8B030D-6E8A-4147-A177-3AD203B41FA5}">
                      <a16:colId xmlns:a16="http://schemas.microsoft.com/office/drawing/2014/main" val="2511981108"/>
                    </a:ext>
                  </a:extLst>
                </a:gridCol>
              </a:tblGrid>
              <a:tr h="370840">
                <a:tc>
                  <a:txBody>
                    <a:bodyPr/>
                    <a:lstStyle/>
                    <a:p>
                      <a:pPr marL="0" indent="0">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Particulars</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FY 2022-23</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dirty="0">
                          <a:effectLst/>
                          <a:latin typeface="Calibri" panose="020F0502020204030204" pitchFamily="34" charset="0"/>
                          <a:ea typeface="Calibri" panose="020F0502020204030204" pitchFamily="34" charset="0"/>
                          <a:cs typeface="Times New Roman" panose="02020603050405020304" pitchFamily="18" charset="0"/>
                        </a:rPr>
                        <a:t>FY 2023-24</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a:effectLst/>
                          <a:latin typeface="Calibri" panose="020F0502020204030204" pitchFamily="34" charset="0"/>
                          <a:ea typeface="Calibri" panose="020F0502020204030204" pitchFamily="34" charset="0"/>
                          <a:cs typeface="Times New Roman" panose="02020603050405020304" pitchFamily="18" charset="0"/>
                        </a:rPr>
                        <a:t>FY 2024-25</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b="1">
                          <a:effectLst/>
                          <a:latin typeface="Calibri" panose="020F0502020204030204" pitchFamily="34" charset="0"/>
                          <a:ea typeface="Calibri" panose="020F0502020204030204" pitchFamily="34" charset="0"/>
                          <a:cs typeface="Times New Roman" panose="02020603050405020304" pitchFamily="18" charset="0"/>
                        </a:rPr>
                        <a:t>FY 2025-26</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b="1">
                          <a:effectLst/>
                          <a:latin typeface="Calibri" panose="020F0502020204030204" pitchFamily="34" charset="0"/>
                          <a:ea typeface="Calibri" panose="020F0502020204030204" pitchFamily="34" charset="0"/>
                          <a:cs typeface="Times New Roman" panose="02020603050405020304" pitchFamily="18" charset="0"/>
                        </a:rPr>
                        <a:t>FY 2026-27</a:t>
                      </a:r>
                      <a:endParaRPr lang="en-US" sz="14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1816887593"/>
                  </a:ext>
                </a:extLst>
              </a:tr>
              <a:tr h="370840">
                <a:tc>
                  <a:txBody>
                    <a:bodyPr/>
                    <a:lstStyle/>
                    <a:p>
                      <a:pPr marL="0" indent="0">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Rates for power procurement from existing solar stations (Rs/kWh)</a:t>
                      </a: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3.46</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3.22</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3.16</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pPr>
                      <a:r>
                        <a:rPr lang="en-IN" sz="1400" dirty="0">
                          <a:effectLst/>
                          <a:latin typeface="Calibri" panose="020F0502020204030204" pitchFamily="34" charset="0"/>
                          <a:ea typeface="Calibri" panose="020F0502020204030204" pitchFamily="34" charset="0"/>
                          <a:cs typeface="Times New Roman" panose="02020603050405020304" pitchFamily="18" charset="0"/>
                        </a:rPr>
                        <a:t>3.16</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tc>
                  <a:txBody>
                    <a:bodyPr/>
                    <a:lstStyle/>
                    <a:p>
                      <a:pPr marL="0" indent="0" algn="ctr">
                        <a:lnSpc>
                          <a:spcPct val="107000"/>
                        </a:lnSpc>
                        <a:spcAft>
                          <a:spcPts val="800"/>
                        </a:spcAft>
                      </a:pPr>
                      <a:r>
                        <a:rPr lang="en-IN" sz="1400" dirty="0">
                          <a:effectLst/>
                          <a:latin typeface="Calibri" panose="020F0502020204030204" pitchFamily="34" charset="0"/>
                          <a:ea typeface="Calibri" panose="020F0502020204030204" pitchFamily="34" charset="0"/>
                          <a:cs typeface="Times New Roman" panose="02020603050405020304" pitchFamily="18" charset="0"/>
                        </a:rPr>
                        <a:t>3.16</a:t>
                      </a:r>
                      <a:endParaRPr lang="en-US"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nchor="ctr"/>
                </a:tc>
                <a:extLst>
                  <a:ext uri="{0D108BD9-81ED-4DB2-BD59-A6C34878D82A}">
                    <a16:rowId xmlns:a16="http://schemas.microsoft.com/office/drawing/2014/main" val="3788960517"/>
                  </a:ext>
                </a:extLst>
              </a:tr>
              <a:tr h="370840">
                <a:tc>
                  <a:txBody>
                    <a:bodyPr/>
                    <a:lstStyle/>
                    <a:p>
                      <a:pPr marL="0" indent="0">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Rates for procurement of shortfall solar energy (Rs/kWh)</a:t>
                      </a:r>
                    </a:p>
                  </a:txBody>
                  <a:tcPr marL="68580" marR="68580" marT="0" marB="0" anchor="ctr"/>
                </a:tc>
                <a:tc>
                  <a:txBody>
                    <a:bodyPr/>
                    <a:lstStyle/>
                    <a:p>
                      <a:pPr marL="0" indent="0" algn="ctr">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a:t>
                      </a:r>
                    </a:p>
                  </a:txBody>
                  <a:tcPr marL="68580" marR="68580" marT="0" marB="0" anchor="ctr"/>
                </a:tc>
                <a:tc>
                  <a:txBody>
                    <a:bodyPr/>
                    <a:lstStyle/>
                    <a:p>
                      <a:pPr marL="0" indent="0" algn="ctr">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a:t>
                      </a:r>
                    </a:p>
                  </a:txBody>
                  <a:tcPr marL="68580" marR="68580" marT="0" marB="0" anchor="ctr"/>
                </a:tc>
                <a:tc>
                  <a:txBody>
                    <a:bodyPr/>
                    <a:lstStyle/>
                    <a:p>
                      <a:pPr marL="0" indent="0" algn="ctr">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a:t>
                      </a:r>
                    </a:p>
                  </a:txBody>
                  <a:tcPr marL="68580" marR="68580" marT="0" marB="0" anchor="ctr"/>
                </a:tc>
                <a:tc>
                  <a:txBody>
                    <a:bodyPr/>
                    <a:lstStyle/>
                    <a:p>
                      <a:pPr marL="0" indent="0" algn="ctr">
                        <a:lnSpc>
                          <a:spcPct val="107000"/>
                        </a:lnSpc>
                      </a:pPr>
                      <a:r>
                        <a:rPr lang="en-US" sz="1400" dirty="0">
                          <a:effectLst/>
                          <a:latin typeface="Calibri" panose="020F0502020204030204" pitchFamily="34" charset="0"/>
                          <a:ea typeface="Calibri" panose="020F0502020204030204" pitchFamily="34" charset="0"/>
                          <a:cs typeface="Times New Roman" panose="02020603050405020304" pitchFamily="18" charset="0"/>
                        </a:rPr>
                        <a:t>2.62</a:t>
                      </a:r>
                    </a:p>
                  </a:txBody>
                  <a:tcPr marL="68580" marR="68580" marT="0" marB="0" anchor="ctr"/>
                </a:tc>
                <a:tc>
                  <a:txBody>
                    <a:bodyPr/>
                    <a:lstStyle/>
                    <a:p>
                      <a:pPr marL="0" indent="0" algn="ctr">
                        <a:lnSpc>
                          <a:spcPct val="107000"/>
                        </a:lnSpc>
                        <a:spcAft>
                          <a:spcPts val="800"/>
                        </a:spcAft>
                      </a:pPr>
                      <a:r>
                        <a:rPr lang="en-US" sz="1400" dirty="0">
                          <a:effectLst/>
                          <a:latin typeface="Calibri" panose="020F0502020204030204" pitchFamily="34" charset="0"/>
                          <a:ea typeface="Calibri" panose="020F0502020204030204" pitchFamily="34" charset="0"/>
                          <a:cs typeface="Times New Roman" panose="02020603050405020304" pitchFamily="18" charset="0"/>
                        </a:rPr>
                        <a:t>2.62</a:t>
                      </a:r>
                    </a:p>
                  </a:txBody>
                  <a:tcPr marL="68580" marR="68580" marT="0" marB="0" anchor="ctr"/>
                </a:tc>
                <a:extLst>
                  <a:ext uri="{0D108BD9-81ED-4DB2-BD59-A6C34878D82A}">
                    <a16:rowId xmlns:a16="http://schemas.microsoft.com/office/drawing/2014/main" val="3240113343"/>
                  </a:ext>
                </a:extLst>
              </a:tr>
            </a:tbl>
          </a:graphicData>
        </a:graphic>
      </p:graphicFrame>
      <p:sp>
        <p:nvSpPr>
          <p:cNvPr id="14" name="TextBox 13">
            <a:extLst>
              <a:ext uri="{FF2B5EF4-FFF2-40B4-BE49-F238E27FC236}">
                <a16:creationId xmlns:a16="http://schemas.microsoft.com/office/drawing/2014/main" id="{F56CDCCF-E706-47B5-831F-0611DDEC4A02}"/>
              </a:ext>
            </a:extLst>
          </p:cNvPr>
          <p:cNvSpPr txBox="1"/>
          <p:nvPr/>
        </p:nvSpPr>
        <p:spPr>
          <a:xfrm>
            <a:off x="501648" y="5855751"/>
            <a:ext cx="11188699" cy="580534"/>
          </a:xfrm>
          <a:prstGeom prst="rect">
            <a:avLst/>
          </a:prstGeom>
          <a:solidFill>
            <a:schemeClr val="accent6">
              <a:lumMod val="20000"/>
              <a:lumOff val="80000"/>
            </a:schemeClr>
          </a:solidFill>
          <a:effectLst>
            <a:outerShdw blurRad="50800" dist="38100" dir="2700000" algn="tl" rotWithShape="0">
              <a:prstClr val="black">
                <a:alpha val="40000"/>
              </a:prstClr>
            </a:outerShdw>
          </a:effectLst>
        </p:spPr>
        <p:txBody>
          <a:bodyPr wrap="square" lIns="0" tIns="36000" rIns="0" bIns="36000" rtlCol="0">
            <a:spAutoFit/>
          </a:bodyPr>
          <a:lstStyle/>
          <a:p>
            <a:pPr marL="285750" marR="0" lvl="0" indent="-285750" algn="l" defTabSz="914400"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Opportunity may be explored with MPPMCL to assess the requirement to procure solar power by MP Discoms.</a:t>
            </a:r>
          </a:p>
          <a:p>
            <a:pPr marL="285750" marR="0" lvl="0" indent="-285750" algn="l" defTabSz="914400"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Chhattisgarh Discom however has stated during interactions that it will not buy solar power directly from any generator, and instead will buy from SECI.</a:t>
            </a:r>
          </a:p>
        </p:txBody>
      </p:sp>
    </p:spTree>
    <p:extLst>
      <p:ext uri="{BB962C8B-B14F-4D97-AF65-F5344CB8AC3E}">
        <p14:creationId xmlns:p14="http://schemas.microsoft.com/office/powerpoint/2010/main" val="596662176"/>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136345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none" spc="0" normalizeH="0" baseline="0" noProof="0" dirty="0">
                <a:ln>
                  <a:noFill/>
                </a:ln>
                <a:solidFill>
                  <a:srgbClr val="313131"/>
                </a:solidFill>
                <a:effectLst/>
                <a:uLnTx/>
                <a:uFillTx/>
                <a:latin typeface="Calibri"/>
                <a:ea typeface="+mn-ea"/>
                <a:cs typeface="+mn-cs"/>
              </a:rPr>
              <a:t>ENERGY BANKING WITH DISCOMS IN CHHATTISGARH AND MADHYA PRADESH</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0102265"/>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Concept of Energy Banking</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487193"/>
            <a:ext cx="11188698" cy="4128932"/>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In banking of power, a generating plant supplies power to the discom without any financial transactions involved. The generating plant holds the option to draw back the power from the discom within a specified time period and against the charges specified under relevant regulations.</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APTEL in its order </a:t>
            </a:r>
            <a:r>
              <a:rPr kumimoji="0" lang="en-US" sz="1400" b="0" i="0" u="none" strike="noStrike" kern="1200" cap="none" spc="0" normalizeH="0" baseline="0" noProof="0" dirty="0" err="1">
                <a:ln>
                  <a:noFill/>
                </a:ln>
                <a:solidFill>
                  <a:prstClr val="black"/>
                </a:solidFill>
                <a:effectLst/>
                <a:uLnTx/>
                <a:uFillTx/>
                <a:latin typeface="Calibri"/>
                <a:ea typeface="+mn-ea"/>
                <a:cs typeface="+mn-cs"/>
              </a:rPr>
              <a:t>dtd</a:t>
            </a:r>
            <a:r>
              <a:rPr kumimoji="0" lang="en-US" sz="1400" b="0" i="0" u="none" strike="noStrike" kern="1200" cap="none" spc="0" normalizeH="0" baseline="0" noProof="0" dirty="0">
                <a:ln>
                  <a:noFill/>
                </a:ln>
                <a:solidFill>
                  <a:prstClr val="black"/>
                </a:solidFill>
                <a:effectLst/>
                <a:uLnTx/>
                <a:uFillTx/>
                <a:latin typeface="Calibri"/>
                <a:ea typeface="+mn-ea"/>
                <a:cs typeface="+mn-cs"/>
              </a:rPr>
              <a:t>. 18.03.2011 in Appeal no. 98 of 2010 explained the concept of Energy Banking as under (in the context of captive wind energy generator):</a:t>
            </a:r>
          </a:p>
          <a:p>
            <a:pPr marL="914400" marR="0" lvl="2"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“18… Generation by Wind Energy Generators solely depends upon availability of wind at a particular velocity… It could be possible that it generates electricity when captive user does not require it. In such a case </a:t>
            </a:r>
            <a:r>
              <a:rPr kumimoji="0" lang="en-US" sz="1400" b="0" i="1" u="sng" strike="noStrike" kern="1200" cap="none" spc="0" normalizeH="0" baseline="0" noProof="0" dirty="0">
                <a:ln>
                  <a:noFill/>
                </a:ln>
                <a:solidFill>
                  <a:prstClr val="black"/>
                </a:solidFill>
                <a:effectLst/>
                <a:uLnTx/>
                <a:uFillTx/>
                <a:latin typeface="Calibri"/>
                <a:ea typeface="+mn-ea"/>
                <a:cs typeface="+mn-cs"/>
              </a:rPr>
              <a:t>energy generator banks it with distribution licensee</a:t>
            </a:r>
            <a:r>
              <a:rPr kumimoji="0" lang="en-US" sz="1400" b="0" i="1" u="none" strike="noStrike" kern="1200" cap="none" spc="0" normalizeH="0" baseline="0" noProof="0" dirty="0">
                <a:ln>
                  <a:noFill/>
                </a:ln>
                <a:solidFill>
                  <a:prstClr val="black"/>
                </a:solidFill>
                <a:effectLst/>
                <a:uLnTx/>
                <a:uFillTx/>
                <a:latin typeface="Calibri"/>
                <a:ea typeface="+mn-ea"/>
                <a:cs typeface="+mn-cs"/>
              </a:rPr>
              <a:t> who supplies this energy to its consumers at applicable tariff. However, </a:t>
            </a:r>
            <a:r>
              <a:rPr kumimoji="0" lang="en-US" sz="1400" b="0" i="1" u="sng" strike="noStrike" kern="1200" cap="none" spc="0" normalizeH="0" baseline="0" noProof="0" dirty="0">
                <a:ln>
                  <a:noFill/>
                </a:ln>
                <a:solidFill>
                  <a:prstClr val="black"/>
                </a:solidFill>
                <a:effectLst/>
                <a:uLnTx/>
                <a:uFillTx/>
                <a:latin typeface="Calibri"/>
                <a:ea typeface="+mn-ea"/>
                <a:cs typeface="+mn-cs"/>
              </a:rPr>
              <a:t>for returning the banked energy, Licensee may have to procure additional electricity from other sources</a:t>
            </a:r>
            <a:r>
              <a:rPr kumimoji="0" lang="en-US" sz="1400" b="0" i="1" u="none" strike="noStrike" kern="1200" cap="none" spc="0" normalizeH="0" baseline="0" noProof="0" dirty="0">
                <a:ln>
                  <a:noFill/>
                </a:ln>
                <a:solidFill>
                  <a:prstClr val="black"/>
                </a:solidFill>
                <a:effectLst/>
                <a:uLnTx/>
                <a:uFillTx/>
                <a:latin typeface="Calibri"/>
                <a:ea typeface="+mn-ea"/>
                <a:cs typeface="+mn-cs"/>
              </a:rPr>
              <a:t>. Unlike the Banks which pay interest to saving account holder, </a:t>
            </a:r>
            <a:r>
              <a:rPr kumimoji="0" lang="en-US" sz="1400" b="0" i="1" u="sng" strike="noStrike" kern="1200" cap="none" spc="0" normalizeH="0" baseline="0" noProof="0" dirty="0">
                <a:ln>
                  <a:noFill/>
                </a:ln>
                <a:solidFill>
                  <a:prstClr val="black"/>
                </a:solidFill>
                <a:effectLst/>
                <a:uLnTx/>
                <a:uFillTx/>
                <a:latin typeface="Calibri"/>
                <a:ea typeface="+mn-ea"/>
                <a:cs typeface="+mn-cs"/>
              </a:rPr>
              <a:t>here the licensee, banker of electrical energy, earns interest on this banked energy</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APTEL in Maharashtra State Electricity Distribution Company Limited v. Maharashtra Electricity Regulatory Commission, 2014 SCC </a:t>
            </a:r>
            <a:r>
              <a:rPr kumimoji="0" lang="en-US" sz="1400" b="0" i="0" u="none" strike="noStrike" kern="1200" cap="none" spc="0" normalizeH="0" baseline="0" noProof="0" dirty="0" err="1">
                <a:ln>
                  <a:noFill/>
                </a:ln>
                <a:solidFill>
                  <a:prstClr val="black"/>
                </a:solidFill>
                <a:effectLst/>
                <a:uLnTx/>
                <a:uFillTx/>
                <a:latin typeface="Calibri"/>
                <a:ea typeface="+mn-ea"/>
                <a:cs typeface="+mn-cs"/>
              </a:rPr>
              <a:t>OnLine</a:t>
            </a:r>
            <a:r>
              <a:rPr kumimoji="0" lang="en-US" sz="1400" b="0" i="0" u="none" strike="noStrike" kern="1200" cap="none" spc="0" normalizeH="0" baseline="0" noProof="0" dirty="0">
                <a:ln>
                  <a:noFill/>
                </a:ln>
                <a:solidFill>
                  <a:prstClr val="black"/>
                </a:solidFill>
                <a:effectLst/>
                <a:uLnTx/>
                <a:uFillTx/>
                <a:latin typeface="Calibri"/>
                <a:ea typeface="+mn-ea"/>
                <a:cs typeface="+mn-cs"/>
              </a:rPr>
              <a:t> APTEL 166, explained the concept of banking (in the context of captive wind energy generator) as under:</a:t>
            </a:r>
          </a:p>
          <a:p>
            <a:pPr marL="914400" marR="0" lvl="2"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“31… under which </a:t>
            </a:r>
            <a:r>
              <a:rPr kumimoji="0" lang="en-US" sz="1400" b="0" i="1" u="sng" strike="noStrike" kern="1200" cap="none" spc="0" normalizeH="0" baseline="0" noProof="0" dirty="0">
                <a:ln>
                  <a:noFill/>
                </a:ln>
                <a:solidFill>
                  <a:prstClr val="black"/>
                </a:solidFill>
                <a:effectLst/>
                <a:uLnTx/>
                <a:uFillTx/>
                <a:latin typeface="Calibri"/>
                <a:ea typeface="+mn-ea"/>
                <a:cs typeface="+mn-cs"/>
              </a:rPr>
              <a:t>the surplus energy injected by the wind energy generator and utilized by the Distribution Licensee is considered as banked energy which is supplied back to the consumer during the period when the wind energy generation is less than the demand of the open access consumer in the same Financial Year</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p:txBody>
      </p:sp>
    </p:spTree>
    <p:extLst>
      <p:ext uri="{BB962C8B-B14F-4D97-AF65-F5344CB8AC3E}">
        <p14:creationId xmlns:p14="http://schemas.microsoft.com/office/powerpoint/2010/main" val="2019696124"/>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Regulatory Provisions in Chhattisgarh for Energy Banking (1/2)</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062649"/>
            <a:ext cx="11188698" cy="4742958"/>
          </a:xfrm>
          <a:prstGeom prst="roundRect">
            <a:avLst>
              <a:gd name="adj" fmla="val 8032"/>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prstClr val="black"/>
                </a:solidFill>
                <a:effectLst/>
                <a:uLnTx/>
                <a:uFillTx/>
                <a:latin typeface="Calibri"/>
                <a:ea typeface="+mn-ea"/>
                <a:cs typeface="+mn-cs"/>
              </a:rPr>
              <a:t>As per Chhattisgarh State Electricity Regulatory Commission (Grid Interactive Distributed Renewable Energy Sources) (First Amendment) Regulations, 2021</a:t>
            </a:r>
          </a:p>
          <a:p>
            <a:pPr marL="0" marR="0" lvl="0"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“21.1 </a:t>
            </a:r>
            <a:r>
              <a:rPr kumimoji="0" lang="en-US" sz="1400" b="0" i="1" u="sng" strike="noStrike" kern="1200" cap="none" spc="0" normalizeH="0" baseline="0" noProof="0" dirty="0">
                <a:ln>
                  <a:noFill/>
                </a:ln>
                <a:solidFill>
                  <a:prstClr val="black"/>
                </a:solidFill>
                <a:effectLst/>
                <a:uLnTx/>
                <a:uFillTx/>
                <a:latin typeface="Calibri"/>
                <a:ea typeface="+mn-ea"/>
                <a:cs typeface="+mn-cs"/>
              </a:rPr>
              <a:t>All solar power projects shall be awarded must-run status</a:t>
            </a:r>
            <a:r>
              <a:rPr kumimoji="0" lang="en-US" sz="1400" b="0" i="1" u="none" strike="noStrike" kern="1200" cap="none" spc="0" normalizeH="0" baseline="0" noProof="0" dirty="0">
                <a:ln>
                  <a:noFill/>
                </a:ln>
                <a:solidFill>
                  <a:prstClr val="black"/>
                </a:solidFill>
                <a:effectLst/>
                <a:uLnTx/>
                <a:uFillTx/>
                <a:latin typeface="Calibri"/>
                <a:ea typeface="+mn-ea"/>
                <a:cs typeface="+mn-cs"/>
              </a:rPr>
              <a:t> i.e. injection from the solar power projects shall be considered as deemed to be scheduled.</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21.2 </a:t>
            </a:r>
            <a:r>
              <a:rPr kumimoji="0" lang="en-US" sz="1400" b="1" i="1" u="sng" strike="noStrike" kern="1200" cap="none" spc="0" normalizeH="0" baseline="0" noProof="0" dirty="0">
                <a:ln>
                  <a:noFill/>
                </a:ln>
                <a:solidFill>
                  <a:prstClr val="black"/>
                </a:solidFill>
                <a:effectLst/>
                <a:uLnTx/>
                <a:uFillTx/>
                <a:latin typeface="Calibri"/>
                <a:ea typeface="+mn-ea"/>
                <a:cs typeface="+mn-cs"/>
              </a:rPr>
              <a:t>Banking facility will be available for useful life period</a:t>
            </a:r>
            <a:r>
              <a:rPr kumimoji="0" lang="en-US" sz="1400" b="0" i="1" u="sng" strike="noStrike" kern="1200" cap="none" spc="0" normalizeH="0" baseline="0" noProof="0" dirty="0">
                <a:ln>
                  <a:noFill/>
                </a:ln>
                <a:solidFill>
                  <a:prstClr val="black"/>
                </a:solidFill>
                <a:effectLst/>
                <a:uLnTx/>
                <a:uFillTx/>
                <a:latin typeface="Calibri"/>
                <a:ea typeface="+mn-ea"/>
                <a:cs typeface="+mn-cs"/>
              </a:rPr>
              <a:t> </a:t>
            </a:r>
            <a:r>
              <a:rPr kumimoji="0" lang="en-US" sz="1400" b="0" i="1" u="none" strike="noStrike" kern="1200" cap="none" spc="0" normalizeH="0" baseline="0" noProof="0" dirty="0">
                <a:ln>
                  <a:noFill/>
                </a:ln>
                <a:solidFill>
                  <a:prstClr val="black"/>
                </a:solidFill>
                <a:effectLst/>
                <a:uLnTx/>
                <a:uFillTx/>
                <a:latin typeface="Calibri"/>
                <a:ea typeface="+mn-ea"/>
                <a:cs typeface="+mn-cs"/>
              </a:rPr>
              <a:t>of the project.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21.3 </a:t>
            </a:r>
            <a:r>
              <a:rPr kumimoji="0" lang="en-US" sz="1400" b="0" i="1" u="sng" strike="noStrike" kern="1200" cap="none" spc="0" normalizeH="0" baseline="0" noProof="0" dirty="0">
                <a:ln>
                  <a:noFill/>
                </a:ln>
                <a:solidFill>
                  <a:prstClr val="black"/>
                </a:solidFill>
                <a:effectLst/>
                <a:uLnTx/>
                <a:uFillTx/>
                <a:latin typeface="Calibri"/>
                <a:ea typeface="+mn-ea"/>
                <a:cs typeface="+mn-cs"/>
              </a:rPr>
              <a:t>Banking of 100% of energy injection after netting</a:t>
            </a:r>
            <a:r>
              <a:rPr kumimoji="0" lang="en-US" sz="1400" b="0" i="1" u="none" strike="noStrike" kern="1200" cap="none" spc="0" normalizeH="0" baseline="0" noProof="0" dirty="0">
                <a:ln>
                  <a:noFill/>
                </a:ln>
                <a:solidFill>
                  <a:prstClr val="black"/>
                </a:solidFill>
                <a:effectLst/>
                <a:uLnTx/>
                <a:uFillTx/>
                <a:latin typeface="Calibri"/>
                <a:ea typeface="+mn-ea"/>
                <a:cs typeface="+mn-cs"/>
              </a:rPr>
              <a:t> the generation with in-house auxiliary requirement </a:t>
            </a:r>
            <a:r>
              <a:rPr kumimoji="0" lang="en-US" sz="1400" b="0" i="1" u="sng" strike="noStrike" kern="1200" cap="none" spc="0" normalizeH="0" baseline="0" noProof="0" dirty="0">
                <a:ln>
                  <a:noFill/>
                </a:ln>
                <a:solidFill>
                  <a:prstClr val="black"/>
                </a:solidFill>
                <a:effectLst/>
                <a:uLnTx/>
                <a:uFillTx/>
                <a:latin typeface="Calibri"/>
                <a:ea typeface="+mn-ea"/>
                <a:cs typeface="+mn-cs"/>
              </a:rPr>
              <a:t>shall be permitted </a:t>
            </a:r>
            <a:r>
              <a:rPr kumimoji="0" lang="en-US" sz="1400" b="0" i="1" u="none" strike="noStrike" kern="1200" cap="none" spc="0" normalizeH="0" baseline="0" noProof="0" dirty="0">
                <a:ln>
                  <a:noFill/>
                </a:ln>
                <a:solidFill>
                  <a:prstClr val="black"/>
                </a:solidFill>
                <a:effectLst/>
                <a:uLnTx/>
                <a:uFillTx/>
                <a:latin typeface="Calibri"/>
                <a:ea typeface="+mn-ea"/>
                <a:cs typeface="+mn-cs"/>
              </a:rPr>
              <a:t>for all captive and open access consumption. </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21.4 </a:t>
            </a:r>
            <a:r>
              <a:rPr kumimoji="0" lang="en-US" sz="1400" b="1" i="1" u="sng" strike="noStrike" kern="1200" cap="none" spc="0" normalizeH="0" baseline="0" noProof="0" dirty="0">
                <a:ln>
                  <a:noFill/>
                </a:ln>
                <a:solidFill>
                  <a:prstClr val="black"/>
                </a:solidFill>
                <a:effectLst/>
                <a:uLnTx/>
                <a:uFillTx/>
                <a:latin typeface="Calibri"/>
                <a:ea typeface="+mn-ea"/>
                <a:cs typeface="+mn-cs"/>
              </a:rPr>
              <a:t>Banking charges @ 2% of banked energy</a:t>
            </a:r>
            <a:r>
              <a:rPr kumimoji="0" lang="en-US" sz="1400" b="0" i="1" u="sng" strike="noStrike" kern="1200" cap="none" spc="0" normalizeH="0" baseline="0" noProof="0" dirty="0">
                <a:ln>
                  <a:noFill/>
                </a:ln>
                <a:solidFill>
                  <a:prstClr val="black"/>
                </a:solidFill>
                <a:effectLst/>
                <a:uLnTx/>
                <a:uFillTx/>
                <a:latin typeface="Calibri"/>
                <a:ea typeface="+mn-ea"/>
                <a:cs typeface="+mn-cs"/>
              </a:rPr>
              <a:t> shall be payable in kind</a:t>
            </a:r>
            <a:r>
              <a:rPr kumimoji="0" lang="en-US" sz="1400" b="0" i="1" u="none" strike="noStrike" kern="1200" cap="none" spc="0" normalizeH="0" baseline="0" noProof="0" dirty="0">
                <a:ln>
                  <a:noFill/>
                </a:ln>
                <a:solidFill>
                  <a:prstClr val="black"/>
                </a:solidFill>
                <a:effectLst/>
                <a:uLnTx/>
                <a:uFillTx/>
                <a:latin typeface="Calibri"/>
                <a:ea typeface="+mn-ea"/>
                <a:cs typeface="+mn-cs"/>
              </a:rPr>
              <a:t>. The </a:t>
            </a:r>
            <a:r>
              <a:rPr kumimoji="0" lang="en-US" sz="1400" b="1" i="1" u="sng" strike="noStrike" kern="1200" cap="none" spc="0" normalizeH="0" baseline="0" noProof="0" dirty="0">
                <a:ln>
                  <a:noFill/>
                </a:ln>
                <a:solidFill>
                  <a:prstClr val="black"/>
                </a:solidFill>
                <a:effectLst/>
                <a:uLnTx/>
                <a:uFillTx/>
                <a:latin typeface="Calibri"/>
                <a:ea typeface="+mn-ea"/>
                <a:cs typeface="+mn-cs"/>
              </a:rPr>
              <a:t>banking year shall be from April to March</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21.5 Banked units redeemed during normal period (5 am to 6 pm or as specified in the applicable Tariff Order) and off-peak load period (11 pm to 5 am next day or as specified in the applicable Tariff Order) shall not have any withdrawal charges. </a:t>
            </a:r>
            <a:r>
              <a:rPr kumimoji="0" lang="en-US" sz="1400" b="0" i="1" u="sng" strike="noStrike" kern="1200" cap="none" spc="0" normalizeH="0" baseline="0" noProof="0" dirty="0">
                <a:ln>
                  <a:noFill/>
                </a:ln>
                <a:solidFill>
                  <a:prstClr val="black"/>
                </a:solidFill>
                <a:effectLst/>
                <a:uLnTx/>
                <a:uFillTx/>
                <a:latin typeface="Calibri"/>
                <a:ea typeface="+mn-ea"/>
                <a:cs typeface="+mn-cs"/>
              </a:rPr>
              <a:t>Banked energy redeemed during evening peak load period (6 pm to 11 pm or as specified in the applicable Tariff Order) shall attract peak withdrawal charges in kind which shall be 30% of energy drawn during the peak load </a:t>
            </a:r>
            <a:r>
              <a:rPr kumimoji="0" lang="en-US" sz="1400" b="0" i="1" u="sng" strike="noStrike" kern="1200" cap="none" spc="0" normalizeH="0" baseline="0" noProof="0" dirty="0" err="1">
                <a:ln>
                  <a:noFill/>
                </a:ln>
                <a:solidFill>
                  <a:prstClr val="black"/>
                </a:solidFill>
                <a:effectLst/>
                <a:uLnTx/>
                <a:uFillTx/>
                <a:latin typeface="Calibri"/>
                <a:ea typeface="+mn-ea"/>
                <a:cs typeface="+mn-cs"/>
              </a:rPr>
              <a:t>hrs</a:t>
            </a:r>
            <a:r>
              <a:rPr kumimoji="0" lang="en-US" sz="1400" b="0" i="1" u="sng" strike="noStrike" kern="1200" cap="none" spc="0" normalizeH="0" baseline="0" noProof="0" dirty="0">
                <a:ln>
                  <a:noFill/>
                </a:ln>
                <a:solidFill>
                  <a:prstClr val="black"/>
                </a:solidFill>
                <a:effectLst/>
                <a:uLnTx/>
                <a:uFillTx/>
                <a:latin typeface="Calibri"/>
                <a:ea typeface="+mn-ea"/>
                <a:cs typeface="+mn-cs"/>
              </a:rPr>
              <a: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21.7 The </a:t>
            </a:r>
            <a:r>
              <a:rPr kumimoji="0" lang="en-US" sz="1400" b="1" i="1" u="sng" strike="noStrike" kern="1200" cap="none" spc="0" normalizeH="0" baseline="0" noProof="0" dirty="0">
                <a:ln>
                  <a:noFill/>
                </a:ln>
                <a:solidFill>
                  <a:prstClr val="black"/>
                </a:solidFill>
                <a:effectLst/>
                <a:uLnTx/>
                <a:uFillTx/>
                <a:latin typeface="Calibri"/>
                <a:ea typeface="+mn-ea"/>
                <a:cs typeface="+mn-cs"/>
              </a:rPr>
              <a:t>unutilized banked energy/surplus energy</a:t>
            </a:r>
            <a:r>
              <a:rPr kumimoji="0" lang="en-US" sz="1400" b="0" i="1" u="none" strike="noStrike" kern="1200" cap="none" spc="0" normalizeH="0" baseline="0" noProof="0" dirty="0">
                <a:ln>
                  <a:noFill/>
                </a:ln>
                <a:solidFill>
                  <a:prstClr val="black"/>
                </a:solidFill>
                <a:effectLst/>
                <a:uLnTx/>
                <a:uFillTx/>
                <a:latin typeface="Calibri"/>
                <a:ea typeface="+mn-ea"/>
                <a:cs typeface="+mn-cs"/>
              </a:rPr>
              <a:t>, if any, </a:t>
            </a:r>
            <a:r>
              <a:rPr kumimoji="0" lang="en-US" sz="1400" b="0" i="1" u="sng" strike="noStrike" kern="1200" cap="none" spc="0" normalizeH="0" baseline="0" noProof="0" dirty="0">
                <a:ln>
                  <a:noFill/>
                </a:ln>
                <a:solidFill>
                  <a:prstClr val="black"/>
                </a:solidFill>
                <a:effectLst/>
                <a:uLnTx/>
                <a:uFillTx/>
                <a:latin typeface="Calibri"/>
                <a:ea typeface="+mn-ea"/>
                <a:cs typeface="+mn-cs"/>
              </a:rPr>
              <a:t>at the end of financial year shall be purchased by distribution licensee at </a:t>
            </a:r>
            <a:r>
              <a:rPr kumimoji="0" lang="en-US" sz="1400" b="1" i="1" u="sng" strike="noStrike" kern="1200" cap="none" spc="0" normalizeH="0" baseline="0" noProof="0" dirty="0">
                <a:ln>
                  <a:noFill/>
                </a:ln>
                <a:solidFill>
                  <a:prstClr val="black"/>
                </a:solidFill>
                <a:effectLst/>
                <a:uLnTx/>
                <a:uFillTx/>
                <a:latin typeface="Calibri"/>
                <a:ea typeface="+mn-ea"/>
                <a:cs typeface="+mn-cs"/>
              </a:rPr>
              <a:t>lowest rooftop solar tariff</a:t>
            </a:r>
            <a:r>
              <a:rPr kumimoji="0" lang="en-US" sz="1400" b="0" i="1" u="sng" strike="noStrike" kern="1200" cap="none" spc="0" normalizeH="0" baseline="0" noProof="0" dirty="0">
                <a:ln>
                  <a:noFill/>
                </a:ln>
                <a:solidFill>
                  <a:prstClr val="black"/>
                </a:solidFill>
                <a:effectLst/>
                <a:uLnTx/>
                <a:uFillTx/>
                <a:latin typeface="Calibri"/>
                <a:ea typeface="+mn-ea"/>
                <a:cs typeface="+mn-cs"/>
              </a:rPr>
              <a:t> discovered through competitive bidding undertaken by distribution licensee in the last financial year</a:t>
            </a:r>
            <a:r>
              <a:rPr kumimoji="0" lang="en-US" sz="1400" b="0" i="1" u="none" strike="noStrike" kern="1200" cap="none" spc="0" normalizeH="0" baseline="0" noProof="0" dirty="0">
                <a:ln>
                  <a:noFill/>
                </a:ln>
                <a:solidFill>
                  <a:prstClr val="black"/>
                </a:solidFill>
                <a:effectLst/>
                <a:uLnTx/>
                <a:uFillTx/>
                <a:latin typeface="Calibri"/>
                <a:ea typeface="+mn-ea"/>
                <a:cs typeface="+mn-cs"/>
              </a:rPr>
              <a:t>. </a:t>
            </a:r>
            <a:r>
              <a:rPr kumimoji="0" lang="en-US" sz="1400" b="0" i="1" u="sng" strike="noStrike" kern="1200" cap="none" spc="0" normalizeH="0" baseline="0" noProof="0" dirty="0">
                <a:ln>
                  <a:noFill/>
                </a:ln>
                <a:solidFill>
                  <a:prstClr val="black"/>
                </a:solidFill>
                <a:effectLst/>
                <a:uLnTx/>
                <a:uFillTx/>
                <a:latin typeface="Calibri"/>
                <a:ea typeface="+mn-ea"/>
                <a:cs typeface="+mn-cs"/>
              </a:rPr>
              <a:t>If such tariff is not available, </a:t>
            </a:r>
            <a:r>
              <a:rPr kumimoji="0" lang="en-US" sz="1400" b="1" i="1" u="sng" strike="noStrike" kern="1200" cap="none" spc="0" normalizeH="0" baseline="0" noProof="0" dirty="0">
                <a:ln>
                  <a:noFill/>
                </a:ln>
                <a:solidFill>
                  <a:prstClr val="black"/>
                </a:solidFill>
                <a:effectLst/>
                <a:uLnTx/>
                <a:uFillTx/>
                <a:latin typeface="Calibri"/>
                <a:ea typeface="+mn-ea"/>
                <a:cs typeface="+mn-cs"/>
              </a:rPr>
              <a:t>lowest tariff through competitive bidding undertaken by SECI</a:t>
            </a:r>
            <a:r>
              <a:rPr kumimoji="0" lang="en-US" sz="1400" b="0" i="1" u="sng" strike="noStrike" kern="1200" cap="none" spc="0" normalizeH="0" baseline="0" noProof="0" dirty="0">
                <a:ln>
                  <a:noFill/>
                </a:ln>
                <a:solidFill>
                  <a:prstClr val="black"/>
                </a:solidFill>
                <a:effectLst/>
                <a:uLnTx/>
                <a:uFillTx/>
                <a:latin typeface="Calibri"/>
                <a:ea typeface="+mn-ea"/>
                <a:cs typeface="+mn-cs"/>
              </a:rPr>
              <a:t> in last financial year </a:t>
            </a:r>
            <a:r>
              <a:rPr kumimoji="0" lang="en-US" sz="1400" b="0" i="1" u="none" strike="noStrike" kern="1200" cap="none" spc="0" normalizeH="0" baseline="0" noProof="0" dirty="0">
                <a:ln>
                  <a:noFill/>
                </a:ln>
                <a:solidFill>
                  <a:prstClr val="black"/>
                </a:solidFill>
                <a:effectLst/>
                <a:uLnTx/>
                <a:uFillTx/>
                <a:latin typeface="Calibri"/>
                <a:ea typeface="+mn-ea"/>
                <a:cs typeface="+mn-cs"/>
              </a:rPr>
              <a:t>shall be considered.”</a:t>
            </a:r>
          </a:p>
        </p:txBody>
      </p:sp>
    </p:spTree>
    <p:extLst>
      <p:ext uri="{BB962C8B-B14F-4D97-AF65-F5344CB8AC3E}">
        <p14:creationId xmlns:p14="http://schemas.microsoft.com/office/powerpoint/2010/main" val="3277345684"/>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Regulatory Provisions in Chhattisgarh for Energy Banking (2/2)</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921133"/>
            <a:ext cx="11188698" cy="5013320"/>
          </a:xfrm>
          <a:prstGeom prst="roundRect">
            <a:avLst>
              <a:gd name="adj" fmla="val 8032"/>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prstClr val="black"/>
                </a:solidFill>
                <a:effectLst/>
                <a:uLnTx/>
                <a:uFillTx/>
                <a:latin typeface="Calibri"/>
                <a:ea typeface="+mn-ea"/>
                <a:cs typeface="+mn-cs"/>
              </a:rPr>
              <a:t>As per CSERC Revised Modality for Renewable Energy Banking, Accounting, Settlement and Wheeling</a:t>
            </a:r>
          </a:p>
          <a:p>
            <a:pPr marL="0" marR="0" lvl="0"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1" i="1" u="none" strike="noStrike" kern="1200" cap="none" spc="0" normalizeH="0" baseline="0" noProof="0" dirty="0">
                <a:ln>
                  <a:noFill/>
                </a:ln>
                <a:solidFill>
                  <a:prstClr val="black"/>
                </a:solidFill>
                <a:effectLst/>
                <a:uLnTx/>
                <a:uFillTx/>
                <a:latin typeface="Calibri"/>
                <a:ea typeface="+mn-ea"/>
                <a:cs typeface="+mn-cs"/>
              </a:rPr>
              <a:t>Banked Energy at the end of </a:t>
            </a:r>
            <a:r>
              <a:rPr kumimoji="0" lang="en-US" sz="1400" b="1" i="1" u="none" strike="noStrike" kern="1200" cap="none" spc="0" normalizeH="0" baseline="0" noProof="0" dirty="0" err="1">
                <a:ln>
                  <a:noFill/>
                </a:ln>
                <a:solidFill>
                  <a:prstClr val="black"/>
                </a:solidFill>
                <a:effectLst/>
                <a:uLnTx/>
                <a:uFillTx/>
                <a:latin typeface="Calibri"/>
                <a:ea typeface="+mn-ea"/>
                <a:cs typeface="+mn-cs"/>
              </a:rPr>
              <a:t>i-th</a:t>
            </a:r>
            <a:r>
              <a:rPr kumimoji="0" lang="en-US" sz="1400" b="1" i="1" u="none" strike="noStrike" kern="1200" cap="none" spc="0" normalizeH="0" baseline="0" noProof="0" dirty="0">
                <a:ln>
                  <a:noFill/>
                </a:ln>
                <a:solidFill>
                  <a:prstClr val="black"/>
                </a:solidFill>
                <a:effectLst/>
                <a:uLnTx/>
                <a:uFillTx/>
                <a:latin typeface="Calibri"/>
                <a:ea typeface="+mn-ea"/>
                <a:cs typeface="+mn-cs"/>
              </a:rPr>
              <a:t> month (</a:t>
            </a:r>
            <a:r>
              <a:rPr kumimoji="0" lang="en-US" sz="1400" b="1" i="1" u="none" strike="noStrike" kern="1200" cap="none" spc="0" normalizeH="0" baseline="0" noProof="0" dirty="0" err="1">
                <a:ln>
                  <a:noFill/>
                </a:ln>
                <a:solidFill>
                  <a:prstClr val="black"/>
                </a:solidFill>
                <a:effectLst/>
                <a:uLnTx/>
                <a:uFillTx/>
                <a:latin typeface="Calibri"/>
                <a:ea typeface="+mn-ea"/>
                <a:cs typeface="+mn-cs"/>
              </a:rPr>
              <a:t>Eb</a:t>
            </a:r>
            <a:r>
              <a:rPr kumimoji="0" lang="en-US" sz="1400" b="1" i="1" u="none" strike="noStrike" kern="1200" cap="none" spc="0" normalizeH="0" baseline="30000" noProof="0" dirty="0" err="1">
                <a:ln>
                  <a:noFill/>
                </a:ln>
                <a:solidFill>
                  <a:prstClr val="black"/>
                </a:solidFill>
                <a:effectLst/>
                <a:uLnTx/>
                <a:uFillTx/>
                <a:latin typeface="Calibri"/>
                <a:ea typeface="+mn-ea"/>
                <a:cs typeface="+mn-cs"/>
              </a:rPr>
              <a:t>i</a:t>
            </a:r>
            <a:r>
              <a:rPr kumimoji="0" lang="en-US" sz="1400" b="1" i="1" u="none" strike="noStrike" kern="1200" cap="none" spc="0" normalizeH="0" baseline="0" noProof="0" dirty="0">
                <a:ln>
                  <a:noFill/>
                </a:ln>
                <a:solidFill>
                  <a:prstClr val="black"/>
                </a:solidFill>
                <a:effectLst/>
                <a:uLnTx/>
                <a:uFillTx/>
                <a:latin typeface="Calibri"/>
                <a:ea typeface="+mn-ea"/>
                <a:cs typeface="+mn-cs"/>
              </a:rPr>
              <a:t>) = {</a:t>
            </a:r>
            <a:r>
              <a:rPr kumimoji="0" lang="en-US" sz="1400" b="1" i="1" u="none" strike="noStrike" kern="1200" cap="none" spc="0" normalizeH="0" baseline="0" noProof="0" dirty="0" err="1">
                <a:ln>
                  <a:noFill/>
                </a:ln>
                <a:solidFill>
                  <a:prstClr val="black"/>
                </a:solidFill>
                <a:effectLst/>
                <a:uLnTx/>
                <a:uFillTx/>
                <a:latin typeface="Calibri"/>
                <a:ea typeface="+mn-ea"/>
                <a:cs typeface="+mn-cs"/>
              </a:rPr>
              <a:t>Eg</a:t>
            </a:r>
            <a:r>
              <a:rPr kumimoji="0" lang="en-US" sz="1400" b="1" i="1" u="none" strike="noStrike" kern="1200" cap="none" spc="0" normalizeH="0" baseline="30000" noProof="0" dirty="0" err="1">
                <a:ln>
                  <a:noFill/>
                </a:ln>
                <a:solidFill>
                  <a:prstClr val="black"/>
                </a:solidFill>
                <a:effectLst/>
                <a:uLnTx/>
                <a:uFillTx/>
                <a:latin typeface="Calibri"/>
                <a:ea typeface="+mn-ea"/>
                <a:cs typeface="+mn-cs"/>
              </a:rPr>
              <a:t>i</a:t>
            </a:r>
            <a:r>
              <a:rPr kumimoji="0" lang="en-US" sz="1400" b="1" i="1" u="none" strike="noStrike" kern="1200" cap="none" spc="0" normalizeH="0" baseline="0" noProof="0" dirty="0">
                <a:ln>
                  <a:noFill/>
                </a:ln>
                <a:solidFill>
                  <a:prstClr val="black"/>
                </a:solidFill>
                <a:effectLst/>
                <a:uLnTx/>
                <a:uFillTx/>
                <a:latin typeface="Calibri"/>
                <a:ea typeface="+mn-ea"/>
                <a:cs typeface="+mn-cs"/>
              </a:rPr>
              <a:t> x (1 – a) – </a:t>
            </a:r>
            <a:r>
              <a:rPr kumimoji="0" lang="en-US" sz="1400" b="1" i="1" u="none" strike="noStrike" kern="1200" cap="none" spc="0" normalizeH="0" baseline="0" noProof="0" dirty="0" err="1">
                <a:ln>
                  <a:noFill/>
                </a:ln>
                <a:solidFill>
                  <a:prstClr val="black"/>
                </a:solidFill>
                <a:effectLst/>
                <a:uLnTx/>
                <a:uFillTx/>
                <a:latin typeface="Calibri"/>
                <a:ea typeface="+mn-ea"/>
                <a:cs typeface="+mn-cs"/>
              </a:rPr>
              <a:t>Ec</a:t>
            </a:r>
            <a:r>
              <a:rPr kumimoji="0" lang="en-US" sz="1400" b="1" i="1" u="none" strike="noStrike" kern="1200" cap="none" spc="0" normalizeH="0" baseline="30000" noProof="0" dirty="0" err="1">
                <a:ln>
                  <a:noFill/>
                </a:ln>
                <a:solidFill>
                  <a:prstClr val="black"/>
                </a:solidFill>
                <a:effectLst/>
                <a:uLnTx/>
                <a:uFillTx/>
                <a:latin typeface="Calibri"/>
                <a:ea typeface="+mn-ea"/>
                <a:cs typeface="+mn-cs"/>
              </a:rPr>
              <a:t>i</a:t>
            </a:r>
            <a:r>
              <a:rPr kumimoji="0" lang="en-US" sz="1400" b="1" i="1" u="none" strike="noStrike" kern="1200" cap="none" spc="0" normalizeH="0" baseline="0" noProof="0" dirty="0">
                <a:ln>
                  <a:noFill/>
                </a:ln>
                <a:solidFill>
                  <a:prstClr val="black"/>
                </a:solidFill>
                <a:effectLst/>
                <a:uLnTx/>
                <a:uFillTx/>
                <a:latin typeface="Calibri"/>
                <a:ea typeface="+mn-ea"/>
                <a:cs typeface="+mn-cs"/>
              </a:rPr>
              <a:t>} x (1 – b) + Eb</a:t>
            </a:r>
            <a:r>
              <a:rPr kumimoji="0" lang="en-US" sz="1400" b="1" i="1" u="none" strike="noStrike" kern="1200" cap="none" spc="0" normalizeH="0" baseline="30000" noProof="0" dirty="0">
                <a:ln>
                  <a:noFill/>
                </a:ln>
                <a:solidFill>
                  <a:prstClr val="black"/>
                </a:solidFill>
                <a:effectLst/>
                <a:uLnTx/>
                <a:uFillTx/>
                <a:latin typeface="Calibri"/>
                <a:ea typeface="+mn-ea"/>
                <a:cs typeface="+mn-cs"/>
              </a:rPr>
              <a:t>(i-1)</a:t>
            </a:r>
            <a:r>
              <a:rPr kumimoji="0" lang="en-US" sz="1400" b="0" i="1" u="none" strike="noStrike" kern="1200" cap="none" spc="0" normalizeH="0" baseline="0" noProof="0" dirty="0">
                <a:ln>
                  <a:noFill/>
                </a:ln>
                <a:solidFill>
                  <a:prstClr val="black"/>
                </a:solidFill>
                <a:effectLst/>
                <a:uLnTx/>
                <a:uFillTx/>
                <a:latin typeface="Calibri"/>
                <a:ea typeface="+mn-ea"/>
                <a:cs typeface="+mn-cs"/>
              </a:rPr>
              <a:t> Where,</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err="1">
                <a:ln>
                  <a:noFill/>
                </a:ln>
                <a:solidFill>
                  <a:prstClr val="black"/>
                </a:solidFill>
                <a:effectLst/>
                <a:uLnTx/>
                <a:uFillTx/>
                <a:latin typeface="Calibri"/>
                <a:ea typeface="+mn-ea"/>
                <a:cs typeface="+mn-cs"/>
              </a:rPr>
              <a:t>Eg</a:t>
            </a:r>
            <a:r>
              <a:rPr kumimoji="0" lang="en-US" sz="1400" b="0" i="1" u="none" strike="noStrike" kern="1200" cap="none" spc="0" normalizeH="0" baseline="30000" noProof="0" dirty="0" err="1">
                <a:ln>
                  <a:noFill/>
                </a:ln>
                <a:solidFill>
                  <a:prstClr val="black"/>
                </a:solidFill>
                <a:effectLst/>
                <a:uLnTx/>
                <a:uFillTx/>
                <a:latin typeface="Calibri"/>
                <a:ea typeface="+mn-ea"/>
                <a:cs typeface="+mn-cs"/>
              </a:rPr>
              <a:t>i</a:t>
            </a:r>
            <a:r>
              <a:rPr kumimoji="0" lang="en-US" sz="1400" b="0" i="1" u="none" strike="noStrike" kern="1200" cap="none" spc="0" normalizeH="0" baseline="0" noProof="0" dirty="0">
                <a:ln>
                  <a:noFill/>
                </a:ln>
                <a:solidFill>
                  <a:prstClr val="black"/>
                </a:solidFill>
                <a:effectLst/>
                <a:uLnTx/>
                <a:uFillTx/>
                <a:latin typeface="Calibri"/>
                <a:ea typeface="+mn-ea"/>
                <a:cs typeface="+mn-cs"/>
              </a:rPr>
              <a:t> = Energy injected for the </a:t>
            </a:r>
            <a:r>
              <a:rPr kumimoji="0" lang="en-US" sz="1400" b="0" i="1" u="none" strike="noStrike" kern="1200" cap="none" spc="0" normalizeH="0" baseline="0" noProof="0" dirty="0" err="1">
                <a:ln>
                  <a:noFill/>
                </a:ln>
                <a:solidFill>
                  <a:prstClr val="black"/>
                </a:solidFill>
                <a:effectLst/>
                <a:uLnTx/>
                <a:uFillTx/>
                <a:latin typeface="Calibri"/>
                <a:ea typeface="+mn-ea"/>
                <a:cs typeface="+mn-cs"/>
              </a:rPr>
              <a:t>i-th</a:t>
            </a:r>
            <a:r>
              <a:rPr kumimoji="0" lang="en-US" sz="1400" b="0" i="1" u="none" strike="noStrike" kern="1200" cap="none" spc="0" normalizeH="0" baseline="0" noProof="0" dirty="0">
                <a:ln>
                  <a:noFill/>
                </a:ln>
                <a:solidFill>
                  <a:prstClr val="black"/>
                </a:solidFill>
                <a:effectLst/>
                <a:uLnTx/>
                <a:uFillTx/>
                <a:latin typeface="Calibri"/>
                <a:ea typeface="+mn-ea"/>
                <a:cs typeface="+mn-cs"/>
              </a:rPr>
              <a:t> month</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err="1">
                <a:ln>
                  <a:noFill/>
                </a:ln>
                <a:solidFill>
                  <a:prstClr val="black"/>
                </a:solidFill>
                <a:effectLst/>
                <a:uLnTx/>
                <a:uFillTx/>
                <a:latin typeface="Calibri"/>
                <a:ea typeface="+mn-ea"/>
                <a:cs typeface="+mn-cs"/>
              </a:rPr>
              <a:t>Ec</a:t>
            </a:r>
            <a:r>
              <a:rPr kumimoji="0" lang="en-US" sz="1400" b="0" i="1" u="none" strike="noStrike" kern="1200" cap="none" spc="0" normalizeH="0" baseline="30000" noProof="0" dirty="0" err="1">
                <a:ln>
                  <a:noFill/>
                </a:ln>
                <a:solidFill>
                  <a:prstClr val="black"/>
                </a:solidFill>
                <a:effectLst/>
                <a:uLnTx/>
                <a:uFillTx/>
                <a:latin typeface="Calibri"/>
                <a:ea typeface="+mn-ea"/>
                <a:cs typeface="+mn-cs"/>
              </a:rPr>
              <a:t>i</a:t>
            </a:r>
            <a:r>
              <a:rPr kumimoji="0" lang="en-US" sz="1400" b="0" i="1" u="none" strike="noStrike" kern="1200" cap="none" spc="0" normalizeH="0" baseline="0" noProof="0" dirty="0">
                <a:ln>
                  <a:noFill/>
                </a:ln>
                <a:solidFill>
                  <a:prstClr val="black"/>
                </a:solidFill>
                <a:effectLst/>
                <a:uLnTx/>
                <a:uFillTx/>
                <a:latin typeface="Calibri"/>
                <a:ea typeface="+mn-ea"/>
                <a:cs typeface="+mn-cs"/>
              </a:rPr>
              <a:t> = Energy consumption/drawal for the </a:t>
            </a:r>
            <a:r>
              <a:rPr kumimoji="0" lang="en-US" sz="1400" b="0" i="1" u="none" strike="noStrike" kern="1200" cap="none" spc="0" normalizeH="0" baseline="0" noProof="0" dirty="0" err="1">
                <a:ln>
                  <a:noFill/>
                </a:ln>
                <a:solidFill>
                  <a:prstClr val="black"/>
                </a:solidFill>
                <a:effectLst/>
                <a:uLnTx/>
                <a:uFillTx/>
                <a:latin typeface="Calibri"/>
                <a:ea typeface="+mn-ea"/>
                <a:cs typeface="+mn-cs"/>
              </a:rPr>
              <a:t>i-th</a:t>
            </a:r>
            <a:r>
              <a:rPr kumimoji="0" lang="en-US" sz="1400" b="0" i="1" u="none" strike="noStrike" kern="1200" cap="none" spc="0" normalizeH="0" baseline="0" noProof="0" dirty="0">
                <a:ln>
                  <a:noFill/>
                </a:ln>
                <a:solidFill>
                  <a:prstClr val="black"/>
                </a:solidFill>
                <a:effectLst/>
                <a:uLnTx/>
                <a:uFillTx/>
                <a:latin typeface="Calibri"/>
                <a:ea typeface="+mn-ea"/>
                <a:cs typeface="+mn-cs"/>
              </a:rPr>
              <a:t> month (consumption end)</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Eb</a:t>
            </a:r>
            <a:r>
              <a:rPr kumimoji="0" lang="en-US" sz="1400" b="0" i="1" u="none" strike="noStrike" kern="1200" cap="none" spc="0" normalizeH="0" baseline="30000" noProof="0" dirty="0">
                <a:ln>
                  <a:noFill/>
                </a:ln>
                <a:solidFill>
                  <a:prstClr val="black"/>
                </a:solidFill>
                <a:effectLst/>
                <a:uLnTx/>
                <a:uFillTx/>
                <a:latin typeface="Calibri"/>
                <a:ea typeface="+mn-ea"/>
                <a:cs typeface="+mn-cs"/>
              </a:rPr>
              <a:t>(i-1) </a:t>
            </a:r>
            <a:r>
              <a:rPr kumimoji="0" lang="en-US" sz="1400" b="0" i="1" u="none" strike="noStrike" kern="1200" cap="none" spc="0" normalizeH="0" baseline="0" noProof="0" dirty="0">
                <a:ln>
                  <a:noFill/>
                </a:ln>
                <a:solidFill>
                  <a:prstClr val="black"/>
                </a:solidFill>
                <a:effectLst/>
                <a:uLnTx/>
                <a:uFillTx/>
                <a:latin typeface="Calibri"/>
                <a:ea typeface="+mn-ea"/>
                <a:cs typeface="+mn-cs"/>
              </a:rPr>
              <a:t>= Energy Banked at the end of previous month</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a = Transmission and distribution losses as per CSERC DRE Regulations and its subsequent amendments</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b = Banking charges in kind, which is 2% as per Regulations</a:t>
            </a:r>
          </a:p>
          <a:p>
            <a:pPr marL="0" marR="0" lvl="0"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Settlement of energy consumed at consumer end, as per the installed ABT meter, shall be in the following priority.</a:t>
            </a:r>
          </a:p>
          <a:p>
            <a:pPr marL="857250" marR="0" lvl="1" indent="-400050" algn="just" defTabSz="914400" rtl="0" eaLnBrk="1" fontAlgn="auto" latinLnBrk="0" hangingPunct="1">
              <a:lnSpc>
                <a:spcPct val="114000"/>
              </a:lnSpc>
              <a:spcBef>
                <a:spcPts val="0"/>
              </a:spcBef>
              <a:spcAft>
                <a:spcPts val="600"/>
              </a:spcAft>
              <a:buClrTx/>
              <a:buSzPct val="100000"/>
              <a:buFontTx/>
              <a:buAutoNum type="romanLcPeriod"/>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Solar energy injection after adjustment of transmission and wheeling charges in kind</a:t>
            </a:r>
          </a:p>
          <a:p>
            <a:pPr marL="857250" marR="0" lvl="1" indent="-400050" algn="just" defTabSz="914400" rtl="0" eaLnBrk="1" fontAlgn="auto" latinLnBrk="0" hangingPunct="1">
              <a:lnSpc>
                <a:spcPct val="114000"/>
              </a:lnSpc>
              <a:spcBef>
                <a:spcPts val="0"/>
              </a:spcBef>
              <a:spcAft>
                <a:spcPts val="600"/>
              </a:spcAft>
              <a:buClrTx/>
              <a:buSzPct val="100000"/>
              <a:buFontTx/>
              <a:buAutoNum type="romanLcPeriod"/>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Captive energy from the captive generating plant located at distant location after adjustment of transmission and wheeling charges in kind</a:t>
            </a:r>
          </a:p>
          <a:p>
            <a:pPr marL="857250" marR="0" lvl="1" indent="-400050" algn="just" defTabSz="914400" rtl="0" eaLnBrk="1" fontAlgn="auto" latinLnBrk="0" hangingPunct="1">
              <a:lnSpc>
                <a:spcPct val="114000"/>
              </a:lnSpc>
              <a:spcBef>
                <a:spcPts val="0"/>
              </a:spcBef>
              <a:spcAft>
                <a:spcPts val="600"/>
              </a:spcAft>
              <a:buClrTx/>
              <a:buSzPct val="100000"/>
              <a:buFontTx/>
              <a:buAutoNum type="romanLcPeriod"/>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Banked solar energy</a:t>
            </a:r>
          </a:p>
          <a:p>
            <a:pPr marL="857250" marR="0" lvl="1" indent="-400050" algn="just" defTabSz="914400" rtl="0" eaLnBrk="1" fontAlgn="auto" latinLnBrk="0" hangingPunct="1">
              <a:lnSpc>
                <a:spcPct val="114000"/>
              </a:lnSpc>
              <a:spcBef>
                <a:spcPts val="0"/>
              </a:spcBef>
              <a:spcAft>
                <a:spcPts val="600"/>
              </a:spcAft>
              <a:buClrTx/>
              <a:buSzPct val="100000"/>
              <a:buFontTx/>
              <a:buAutoNum type="romanLcPeriod"/>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Open Access energy through Exchange or any other source</a:t>
            </a:r>
          </a:p>
          <a:p>
            <a:pPr marL="857250" marR="0" lvl="1" indent="-400050" algn="just" defTabSz="914400" rtl="0" eaLnBrk="1" fontAlgn="auto" latinLnBrk="0" hangingPunct="1">
              <a:lnSpc>
                <a:spcPct val="114000"/>
              </a:lnSpc>
              <a:spcBef>
                <a:spcPts val="0"/>
              </a:spcBef>
              <a:spcAft>
                <a:spcPts val="600"/>
              </a:spcAft>
              <a:buClrTx/>
              <a:buSzPct val="100000"/>
              <a:buFontTx/>
              <a:buAutoNum type="romanLcPeriod"/>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Energy of distribution licensee</a:t>
            </a:r>
          </a:p>
        </p:txBody>
      </p:sp>
    </p:spTree>
    <p:extLst>
      <p:ext uri="{BB962C8B-B14F-4D97-AF65-F5344CB8AC3E}">
        <p14:creationId xmlns:p14="http://schemas.microsoft.com/office/powerpoint/2010/main" val="1285616136"/>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Regulatory Provisions in Madhya Pradesh for Energy Banking</a:t>
            </a:r>
            <a:endParaRPr lang="en-GB" sz="2800" b="1" dirty="0"/>
          </a:p>
        </p:txBody>
      </p:sp>
      <p:sp>
        <p:nvSpPr>
          <p:cNvPr id="16" name="TextBox 15">
            <a:extLst>
              <a:ext uri="{FF2B5EF4-FFF2-40B4-BE49-F238E27FC236}">
                <a16:creationId xmlns:a16="http://schemas.microsoft.com/office/drawing/2014/main" id="{5758D9DC-BCA2-48C4-A220-261F597CA6B2}"/>
              </a:ext>
            </a:extLst>
          </p:cNvPr>
          <p:cNvSpPr txBox="1"/>
          <p:nvPr/>
        </p:nvSpPr>
        <p:spPr>
          <a:xfrm>
            <a:off x="501651" y="1157242"/>
            <a:ext cx="11188698" cy="4485503"/>
          </a:xfrm>
          <a:prstGeom prst="roundRect">
            <a:avLst>
              <a:gd name="adj" fmla="val 8032"/>
            </a:avLst>
          </a:prstGeom>
          <a:noFill/>
          <a:ln>
            <a:solidFill>
              <a:schemeClr val="accent6"/>
            </a:solidFill>
          </a:ln>
        </p:spPr>
        <p:txBody>
          <a:bodyPr wrap="square" lIns="0" tIns="0" rIns="0" bIns="0" rtlCol="0">
            <a:spAutoFit/>
          </a:bodyPr>
          <a:lstStyle/>
          <a:p>
            <a:pPr marL="0" marR="0" lvl="0" indent="0" algn="just" defTabSz="914400" rtl="0" eaLnBrk="1" fontAlgn="auto" latinLnBrk="0" hangingPunct="1">
              <a:lnSpc>
                <a:spcPct val="114000"/>
              </a:lnSpc>
              <a:spcBef>
                <a:spcPts val="0"/>
              </a:spcBef>
              <a:spcAft>
                <a:spcPts val="600"/>
              </a:spcAft>
              <a:buClrTx/>
              <a:buSzPct val="100000"/>
              <a:buFontTx/>
              <a:buNone/>
              <a:tabLst/>
              <a:defRPr/>
            </a:pPr>
            <a:r>
              <a:rPr kumimoji="0" lang="en-US" sz="1600" b="1" i="1" u="none" strike="noStrike" kern="1200" cap="none" spc="0" normalizeH="0" baseline="0" noProof="0" dirty="0">
                <a:ln>
                  <a:noFill/>
                </a:ln>
                <a:solidFill>
                  <a:prstClr val="black"/>
                </a:solidFill>
                <a:effectLst/>
                <a:uLnTx/>
                <a:uFillTx/>
                <a:latin typeface="Calibri"/>
                <a:ea typeface="+mn-ea"/>
                <a:cs typeface="+mn-cs"/>
              </a:rPr>
              <a:t>As per Madhya Pradesh Electricity Regulatory Commission (Co-generation and generation of electricity from Renewable sources of energy) (Revision-II) Regulations, 2021</a:t>
            </a:r>
          </a:p>
          <a:p>
            <a:pPr marL="0" marR="0" lvl="0" indent="0" algn="just" defTabSz="914400" rtl="0" eaLnBrk="1" fontAlgn="auto" latinLnBrk="0" hangingPunct="1">
              <a:lnSpc>
                <a:spcPct val="114000"/>
              </a:lnSpc>
              <a:spcBef>
                <a:spcPts val="0"/>
              </a:spcBef>
              <a:spcAft>
                <a:spcPts val="600"/>
              </a:spcAft>
              <a:buClrTx/>
              <a:buSzPct val="100000"/>
              <a:buFontTx/>
              <a:buNone/>
              <a:tabLst/>
              <a:defRPr/>
            </a:pP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“Reg. 10.1…</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a:t>
            </a:r>
            <a:r>
              <a:rPr kumimoji="0" lang="en-US" sz="1400" b="0" i="1" u="none" strike="noStrike" kern="1200" cap="none" spc="0" normalizeH="0" baseline="0" noProof="0" dirty="0" err="1">
                <a:ln>
                  <a:noFill/>
                </a:ln>
                <a:solidFill>
                  <a:prstClr val="black"/>
                </a:solidFill>
                <a:effectLst/>
                <a:uLnTx/>
                <a:uFillTx/>
                <a:latin typeface="Calibri"/>
                <a:ea typeface="+mn-ea"/>
                <a:cs typeface="+mn-cs"/>
              </a:rPr>
              <a:t>i</a:t>
            </a:r>
            <a:r>
              <a:rPr kumimoji="0" lang="en-US" sz="1400" b="0" i="1" u="none" strike="noStrike" kern="1200" cap="none" spc="0" normalizeH="0" baseline="0" noProof="0" dirty="0">
                <a:ln>
                  <a:noFill/>
                </a:ln>
                <a:solidFill>
                  <a:prstClr val="black"/>
                </a:solidFill>
                <a:effectLst/>
                <a:uLnTx/>
                <a:uFillTx/>
                <a:latin typeface="Calibri"/>
                <a:ea typeface="+mn-ea"/>
                <a:cs typeface="+mn-cs"/>
              </a:rPr>
              <a:t>) The </a:t>
            </a:r>
            <a:r>
              <a:rPr kumimoji="0" lang="en-US" sz="1400" b="1" i="1" u="sng" strike="noStrike" kern="1200" cap="none" spc="0" normalizeH="0" baseline="0" noProof="0" dirty="0">
                <a:ln>
                  <a:noFill/>
                </a:ln>
                <a:solidFill>
                  <a:prstClr val="black"/>
                </a:solidFill>
                <a:effectLst/>
                <a:uLnTx/>
                <a:uFillTx/>
                <a:latin typeface="Calibri"/>
                <a:ea typeface="+mn-ea"/>
                <a:cs typeface="+mn-cs"/>
              </a:rPr>
              <a:t>entire power generated from Renewable Sources of Energy during a Financial Year</a:t>
            </a:r>
            <a:r>
              <a:rPr kumimoji="0" lang="en-US" sz="1400" b="0" i="1" u="none" strike="noStrike" kern="1200" cap="none" spc="0" normalizeH="0" baseline="0" noProof="0" dirty="0">
                <a:ln>
                  <a:noFill/>
                </a:ln>
                <a:solidFill>
                  <a:prstClr val="black"/>
                </a:solidFill>
                <a:effectLst/>
                <a:uLnTx/>
                <a:uFillTx/>
                <a:latin typeface="Calibri"/>
                <a:ea typeface="+mn-ea"/>
                <a:cs typeface="+mn-cs"/>
              </a:rPr>
              <a:t> may be allowed for Banking:</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Provided that Renewable Energy based Captive Generating Plants, which are registered with the Distribution Licensee under Regulation 11.4 (a) of these Regulations, shall not be eligible to avail banking facility as provided under these Regulations.</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(ii) The accounting of Banking of Energy will be certified by MP Power Management Company Limited/Distribution Licensees at the end of each Financial Year.</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(iii) The quantum of banked energy will be returned at a time to be decided by the MP Power Management Company Limited/Distribution Licensees during the Financial Year by </a:t>
            </a:r>
            <a:r>
              <a:rPr kumimoji="0" lang="en-US" sz="1400" b="1" i="1" u="sng" strike="noStrike" kern="1200" cap="none" spc="0" normalizeH="0" baseline="0" noProof="0" dirty="0">
                <a:ln>
                  <a:noFill/>
                </a:ln>
                <a:solidFill>
                  <a:prstClr val="black"/>
                </a:solidFill>
                <a:effectLst/>
                <a:uLnTx/>
                <a:uFillTx/>
                <a:latin typeface="Calibri"/>
                <a:ea typeface="+mn-ea"/>
                <a:cs typeface="+mn-cs"/>
              </a:rPr>
              <a:t>deducting 5% of the banked energy towards Banking Charges</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a:p>
            <a:pPr marL="457200" marR="0" lvl="1" indent="0" algn="just" defTabSz="914400" rtl="0" eaLnBrk="1" fontAlgn="auto" latinLnBrk="0" hangingPunct="1">
              <a:lnSpc>
                <a:spcPct val="114000"/>
              </a:lnSpc>
              <a:spcBef>
                <a:spcPts val="0"/>
              </a:spcBef>
              <a:spcAft>
                <a:spcPts val="600"/>
              </a:spcAft>
              <a:buClrTx/>
              <a:buSzPct val="100000"/>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(iv) If a </a:t>
            </a:r>
            <a:r>
              <a:rPr kumimoji="0" lang="en-US" sz="1400" b="0" i="1" u="sng" strike="noStrike" kern="1200" cap="none" spc="0" normalizeH="0" baseline="0" noProof="0" dirty="0">
                <a:ln>
                  <a:noFill/>
                </a:ln>
                <a:solidFill>
                  <a:prstClr val="black"/>
                </a:solidFill>
                <a:effectLst/>
                <a:uLnTx/>
                <a:uFillTx/>
                <a:latin typeface="Calibri"/>
                <a:ea typeface="+mn-ea"/>
                <a:cs typeface="+mn-cs"/>
              </a:rPr>
              <a:t>portion of banked power still remains </a:t>
            </a:r>
            <a:r>
              <a:rPr kumimoji="0" lang="en-US" sz="1400" b="1" i="1" u="sng" strike="noStrike" kern="1200" cap="none" spc="0" normalizeH="0" baseline="0" noProof="0" dirty="0">
                <a:ln>
                  <a:noFill/>
                </a:ln>
                <a:solidFill>
                  <a:prstClr val="black"/>
                </a:solidFill>
                <a:effectLst/>
                <a:uLnTx/>
                <a:uFillTx/>
                <a:latin typeface="Calibri"/>
                <a:ea typeface="+mn-ea"/>
                <a:cs typeface="+mn-cs"/>
              </a:rPr>
              <a:t>un-adjusted at the end of Financial Year</a:t>
            </a:r>
            <a:r>
              <a:rPr kumimoji="0" lang="en-US" sz="1400" b="0" i="1" u="none" strike="noStrike" kern="1200" cap="none" spc="0" normalizeH="0" baseline="0" noProof="0" dirty="0">
                <a:ln>
                  <a:noFill/>
                </a:ln>
                <a:solidFill>
                  <a:prstClr val="black"/>
                </a:solidFill>
                <a:effectLst/>
                <a:uLnTx/>
                <a:uFillTx/>
                <a:latin typeface="Calibri"/>
                <a:ea typeface="+mn-ea"/>
                <a:cs typeface="+mn-cs"/>
              </a:rPr>
              <a:t>, then such remaining power would be </a:t>
            </a:r>
            <a:r>
              <a:rPr kumimoji="0" lang="en-US" sz="1400" b="0" i="1" u="sng" strike="noStrike" kern="1200" cap="none" spc="0" normalizeH="0" baseline="0" noProof="0" dirty="0">
                <a:ln>
                  <a:noFill/>
                </a:ln>
                <a:solidFill>
                  <a:prstClr val="black"/>
                </a:solidFill>
                <a:effectLst/>
                <a:uLnTx/>
                <a:uFillTx/>
                <a:latin typeface="Calibri"/>
                <a:ea typeface="+mn-ea"/>
                <a:cs typeface="+mn-cs"/>
              </a:rPr>
              <a:t>construed as power purchased</a:t>
            </a:r>
            <a:r>
              <a:rPr kumimoji="0" lang="en-US" sz="1400" b="0" i="1" u="none" strike="noStrike" kern="1200" cap="none" spc="0" normalizeH="0" baseline="0" noProof="0" dirty="0">
                <a:ln>
                  <a:noFill/>
                </a:ln>
                <a:solidFill>
                  <a:prstClr val="black"/>
                </a:solidFill>
                <a:effectLst/>
                <a:uLnTx/>
                <a:uFillTx/>
                <a:latin typeface="Calibri"/>
                <a:ea typeface="+mn-ea"/>
                <a:cs typeface="+mn-cs"/>
              </a:rPr>
              <a:t> and the </a:t>
            </a:r>
            <a:r>
              <a:rPr kumimoji="0" lang="en-US" sz="1400" b="1" i="1" u="sng" strike="noStrike" kern="1200" cap="none" spc="0" normalizeH="0" baseline="0" noProof="0" dirty="0">
                <a:ln>
                  <a:noFill/>
                </a:ln>
                <a:solidFill>
                  <a:prstClr val="black"/>
                </a:solidFill>
                <a:effectLst/>
                <a:uLnTx/>
                <a:uFillTx/>
                <a:latin typeface="Calibri"/>
                <a:ea typeface="+mn-ea"/>
                <a:cs typeface="+mn-cs"/>
              </a:rPr>
              <a:t>payment</a:t>
            </a:r>
            <a:r>
              <a:rPr kumimoji="0" lang="en-US" sz="1400" b="0" i="1" u="sng" strike="noStrike" kern="1200" cap="none" spc="0" normalizeH="0" baseline="0" noProof="0" dirty="0">
                <a:ln>
                  <a:noFill/>
                </a:ln>
                <a:solidFill>
                  <a:prstClr val="black"/>
                </a:solidFill>
                <a:effectLst/>
                <a:uLnTx/>
                <a:uFillTx/>
                <a:latin typeface="Calibri"/>
                <a:ea typeface="+mn-ea"/>
                <a:cs typeface="+mn-cs"/>
              </a:rPr>
              <a:t> for the same will be made by the Distribution Licensee / MP Power Management Company Limited at the rate equal to the </a:t>
            </a:r>
            <a:r>
              <a:rPr kumimoji="0" lang="en-US" sz="1400" b="1" i="1" u="sng" strike="noStrike" kern="1200" cap="none" spc="0" normalizeH="0" baseline="0" noProof="0" dirty="0">
                <a:ln>
                  <a:noFill/>
                </a:ln>
                <a:solidFill>
                  <a:prstClr val="black"/>
                </a:solidFill>
                <a:effectLst/>
                <a:uLnTx/>
                <a:uFillTx/>
                <a:latin typeface="Calibri"/>
                <a:ea typeface="+mn-ea"/>
                <a:cs typeface="+mn-cs"/>
              </a:rPr>
              <a:t>lowest tariff rate discovered in the solar/ wind bidding</a:t>
            </a:r>
            <a:r>
              <a:rPr kumimoji="0" lang="en-US" sz="1400" b="0" i="1" u="none" strike="noStrike" kern="1200" cap="none" spc="0" normalizeH="0" baseline="0" noProof="0" dirty="0">
                <a:ln>
                  <a:noFill/>
                </a:ln>
                <a:solidFill>
                  <a:prstClr val="black"/>
                </a:solidFill>
                <a:effectLst/>
                <a:uLnTx/>
                <a:uFillTx/>
                <a:latin typeface="Calibri"/>
                <a:ea typeface="+mn-ea"/>
                <a:cs typeface="+mn-cs"/>
              </a:rPr>
              <a:t>, as the case may be, for the State of MP in that year. </a:t>
            </a:r>
            <a:r>
              <a:rPr kumimoji="0" lang="en-US" sz="1400" b="0" i="1" u="sng" strike="noStrike" kern="1200" cap="none" spc="0" normalizeH="0" baseline="0" noProof="0" dirty="0">
                <a:ln>
                  <a:noFill/>
                </a:ln>
                <a:solidFill>
                  <a:prstClr val="black"/>
                </a:solidFill>
                <a:effectLst/>
                <a:uLnTx/>
                <a:uFillTx/>
                <a:latin typeface="Calibri"/>
                <a:ea typeface="+mn-ea"/>
                <a:cs typeface="+mn-cs"/>
              </a:rPr>
              <a:t>In case no rate is discovered in that year, the </a:t>
            </a:r>
            <a:r>
              <a:rPr kumimoji="0" lang="en-US" sz="1400" b="1" i="1" u="sng" strike="noStrike" kern="1200" cap="none" spc="0" normalizeH="0" baseline="0" noProof="0" dirty="0">
                <a:ln>
                  <a:noFill/>
                </a:ln>
                <a:solidFill>
                  <a:prstClr val="black"/>
                </a:solidFill>
                <a:effectLst/>
                <a:uLnTx/>
                <a:uFillTx/>
                <a:latin typeface="Calibri"/>
                <a:ea typeface="+mn-ea"/>
                <a:cs typeface="+mn-cs"/>
              </a:rPr>
              <a:t>available lowest tariff rate discovered in the latest previous year </a:t>
            </a:r>
            <a:r>
              <a:rPr kumimoji="0" lang="en-US" sz="1400" b="0" i="1" u="sng" strike="noStrike" kern="1200" cap="none" spc="0" normalizeH="0" baseline="0" noProof="0" dirty="0">
                <a:ln>
                  <a:noFill/>
                </a:ln>
                <a:solidFill>
                  <a:prstClr val="black"/>
                </a:solidFill>
                <a:effectLst/>
                <a:uLnTx/>
                <a:uFillTx/>
                <a:latin typeface="Calibri"/>
                <a:ea typeface="+mn-ea"/>
                <a:cs typeface="+mn-cs"/>
              </a:rPr>
              <a:t>shall be considered</a:t>
            </a:r>
            <a:r>
              <a:rPr kumimoji="0" lang="en-US" sz="1400" b="0" i="1" u="none" strike="noStrike" kern="1200" cap="none" spc="0" normalizeH="0" baseline="0" noProof="0" dirty="0">
                <a:ln>
                  <a:noFill/>
                </a:ln>
                <a:solidFill>
                  <a:prstClr val="black"/>
                </a:solidFill>
                <a:effectLst/>
                <a:uLnTx/>
                <a:uFillTx/>
                <a:latin typeface="Calibri"/>
                <a:ea typeface="+mn-ea"/>
                <a:cs typeface="+mn-cs"/>
              </a:rPr>
              <a:t>.”</a:t>
            </a:r>
          </a:p>
        </p:txBody>
      </p:sp>
    </p:spTree>
    <p:extLst>
      <p:ext uri="{BB962C8B-B14F-4D97-AF65-F5344CB8AC3E}">
        <p14:creationId xmlns:p14="http://schemas.microsoft.com/office/powerpoint/2010/main" val="837887640"/>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Energy Banking – Implications for SECL</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2448911" y="1422570"/>
            <a:ext cx="9241438" cy="884781"/>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SECL can bank its surplus solar energy to the discom during day-time.</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During night or when captive solar power is unavailable, SECL can redeem the banked energy from discom upon deduction of banking charge and (if any) withdrawal charge, and utilize the redeemed energy for its own consumption.</a:t>
            </a:r>
          </a:p>
        </p:txBody>
      </p:sp>
      <p:sp>
        <p:nvSpPr>
          <p:cNvPr id="8" name="TextBox 7">
            <a:extLst>
              <a:ext uri="{FF2B5EF4-FFF2-40B4-BE49-F238E27FC236}">
                <a16:creationId xmlns:a16="http://schemas.microsoft.com/office/drawing/2014/main" id="{124B2BB2-F1A7-4F94-8772-DB369A218673}"/>
              </a:ext>
            </a:extLst>
          </p:cNvPr>
          <p:cNvSpPr txBox="1"/>
          <p:nvPr/>
        </p:nvSpPr>
        <p:spPr>
          <a:xfrm>
            <a:off x="2448911" y="2652671"/>
            <a:ext cx="9241438" cy="1513322"/>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Since during night-time, the redeemed banked energy will be used by SECL to meet its own consumption, SECL won’t have to pay Energy Charges to the discom for this energy consumption.</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This will lead to savings in Energy Charges for SECL.</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In addition, there will be an opportunity to sell the unutilized / surplus banked energy to discom at year-end at the specified tariff. If such tariff is greater than SECL’s cost of generation, such sale will be profitable for SECL.</a:t>
            </a:r>
          </a:p>
        </p:txBody>
      </p:sp>
      <p:sp>
        <p:nvSpPr>
          <p:cNvPr id="9" name="TextBox 8">
            <a:extLst>
              <a:ext uri="{FF2B5EF4-FFF2-40B4-BE49-F238E27FC236}">
                <a16:creationId xmlns:a16="http://schemas.microsoft.com/office/drawing/2014/main" id="{5D8F355B-19FA-407B-9857-3B74B35DEC47}"/>
              </a:ext>
            </a:extLst>
          </p:cNvPr>
          <p:cNvSpPr txBox="1"/>
          <p:nvPr/>
        </p:nvSpPr>
        <p:spPr>
          <a:xfrm>
            <a:off x="2448911" y="4511313"/>
            <a:ext cx="9241437" cy="1156487"/>
          </a:xfrm>
          <a:prstGeom prst="roundRect">
            <a:avLst/>
          </a:prstGeom>
          <a:noFill/>
          <a:ln>
            <a:solidFill>
              <a:schemeClr val="accent6"/>
            </a:solidFill>
          </a:ln>
        </p:spPr>
        <p:txBody>
          <a:bodyPr wrap="square" lIns="0" tIns="0" rIns="0" bIns="0" rtlCol="0">
            <a:spAutoFit/>
          </a:bodyPr>
          <a:lstStyle/>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Banking facility is subject to change by the Regulatory Commission / State Government at any point of time. </a:t>
            </a:r>
            <a:r>
              <a:rPr kumimoji="0" lang="en-US" sz="1400" b="0" i="1" u="none" strike="noStrike" kern="1200" cap="none" spc="0" normalizeH="0" baseline="0" noProof="0" dirty="0">
                <a:ln>
                  <a:noFill/>
                </a:ln>
                <a:solidFill>
                  <a:prstClr val="black"/>
                </a:solidFill>
                <a:effectLst/>
                <a:uLnTx/>
                <a:uFillTx/>
                <a:latin typeface="Calibri"/>
                <a:ea typeface="+mn-ea"/>
                <a:cs typeface="+mn-cs"/>
              </a:rPr>
              <a:t>For example, the Government of Andhra Pradesh has withdrawn the energy banking facility vide amendment of Solar Policy </a:t>
            </a:r>
            <a:r>
              <a:rPr kumimoji="0" lang="en-US" sz="1400" b="0" i="1" u="none" strike="noStrike" kern="1200" cap="none" spc="0" normalizeH="0" baseline="0" noProof="0" dirty="0" err="1">
                <a:ln>
                  <a:noFill/>
                </a:ln>
                <a:solidFill>
                  <a:prstClr val="black"/>
                </a:solidFill>
                <a:effectLst/>
                <a:uLnTx/>
                <a:uFillTx/>
                <a:latin typeface="Calibri"/>
                <a:ea typeface="+mn-ea"/>
                <a:cs typeface="+mn-cs"/>
              </a:rPr>
              <a:t>dtd</a:t>
            </a:r>
            <a:r>
              <a:rPr kumimoji="0" lang="en-US" sz="1400" b="0" i="1" u="none" strike="noStrike" kern="1200" cap="none" spc="0" normalizeH="0" baseline="0" noProof="0" dirty="0">
                <a:ln>
                  <a:noFill/>
                </a:ln>
                <a:solidFill>
                  <a:prstClr val="black"/>
                </a:solidFill>
                <a:effectLst/>
                <a:uLnTx/>
                <a:uFillTx/>
                <a:latin typeface="Calibri"/>
                <a:ea typeface="+mn-ea"/>
                <a:cs typeface="+mn-cs"/>
              </a:rPr>
              <a:t>. 18.11.2019.</a:t>
            </a:r>
          </a:p>
          <a:p>
            <a:pPr marL="285750" marR="0" lvl="0" indent="-285750" algn="just" defTabSz="914400" rtl="0" eaLnBrk="1" fontAlgn="auto" latinLnBrk="0" hangingPunct="1">
              <a:lnSpc>
                <a:spcPct val="114000"/>
              </a:lnSpc>
              <a:spcBef>
                <a:spcPts val="0"/>
              </a:spcBef>
              <a:spcAft>
                <a:spcPts val="600"/>
              </a:spcAft>
              <a:buClrTx/>
              <a:buSzPct val="100000"/>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Therefore, energy banking is associated with regulatory risk.</a:t>
            </a:r>
          </a:p>
        </p:txBody>
      </p:sp>
      <p:sp>
        <p:nvSpPr>
          <p:cNvPr id="10" name="TextBox 9">
            <a:extLst>
              <a:ext uri="{FF2B5EF4-FFF2-40B4-BE49-F238E27FC236}">
                <a16:creationId xmlns:a16="http://schemas.microsoft.com/office/drawing/2014/main" id="{71A7B91D-AB2D-4A78-BC2B-FCE1B115E006}"/>
              </a:ext>
            </a:extLst>
          </p:cNvPr>
          <p:cNvSpPr txBox="1"/>
          <p:nvPr/>
        </p:nvSpPr>
        <p:spPr>
          <a:xfrm>
            <a:off x="524908" y="1422569"/>
            <a:ext cx="1724307" cy="884780"/>
          </a:xfrm>
          <a:prstGeom prst="rect">
            <a:avLst/>
          </a:prstGeom>
          <a:solidFill>
            <a:schemeClr val="accent6">
              <a:lumMod val="50000"/>
            </a:schemeClr>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Opportunity for SECL</a:t>
            </a:r>
          </a:p>
        </p:txBody>
      </p:sp>
      <p:sp>
        <p:nvSpPr>
          <p:cNvPr id="11" name="TextBox 10">
            <a:extLst>
              <a:ext uri="{FF2B5EF4-FFF2-40B4-BE49-F238E27FC236}">
                <a16:creationId xmlns:a16="http://schemas.microsoft.com/office/drawing/2014/main" id="{07034924-4F2A-4E9B-90C4-35452FE20C78}"/>
              </a:ext>
            </a:extLst>
          </p:cNvPr>
          <p:cNvSpPr txBox="1"/>
          <p:nvPr/>
        </p:nvSpPr>
        <p:spPr>
          <a:xfrm>
            <a:off x="524909" y="2652671"/>
            <a:ext cx="1724307" cy="1513317"/>
          </a:xfrm>
          <a:prstGeom prst="rect">
            <a:avLst/>
          </a:prstGeom>
          <a:solidFill>
            <a:schemeClr val="accent6">
              <a:lumMod val="50000"/>
            </a:schemeClr>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Commercial benefits for SECL</a:t>
            </a:r>
          </a:p>
        </p:txBody>
      </p:sp>
      <p:sp>
        <p:nvSpPr>
          <p:cNvPr id="12" name="TextBox 11">
            <a:extLst>
              <a:ext uri="{FF2B5EF4-FFF2-40B4-BE49-F238E27FC236}">
                <a16:creationId xmlns:a16="http://schemas.microsoft.com/office/drawing/2014/main" id="{43457097-F038-44CC-B0DF-692D09F99818}"/>
              </a:ext>
            </a:extLst>
          </p:cNvPr>
          <p:cNvSpPr txBox="1"/>
          <p:nvPr/>
        </p:nvSpPr>
        <p:spPr>
          <a:xfrm>
            <a:off x="524908" y="4511310"/>
            <a:ext cx="1724307" cy="1156486"/>
          </a:xfrm>
          <a:prstGeom prst="rect">
            <a:avLst/>
          </a:prstGeom>
          <a:solidFill>
            <a:schemeClr val="accent6">
              <a:lumMod val="50000"/>
            </a:schemeClr>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600"/>
              </a:spcBef>
              <a:spcAft>
                <a:spcPts val="0"/>
              </a:spcAft>
              <a:buClrTx/>
              <a:buSzPct val="100000"/>
              <a:buFontTx/>
              <a:buNone/>
              <a:tabLst/>
              <a:defRPr/>
            </a:pPr>
            <a:r>
              <a:rPr kumimoji="0" lang="en-US" sz="1600" b="1" i="0" u="none" strike="noStrike" kern="1200" cap="none" spc="0" normalizeH="0" baseline="0" noProof="0">
                <a:ln>
                  <a:noFill/>
                </a:ln>
                <a:solidFill>
                  <a:prstClr val="white"/>
                </a:solidFill>
                <a:effectLst/>
                <a:uLnTx/>
                <a:uFillTx/>
                <a:latin typeface="Calibri"/>
                <a:ea typeface="+mn-ea"/>
                <a:cs typeface="+mn-cs"/>
              </a:rPr>
              <a:t>Demerit</a:t>
            </a: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518818941"/>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64245"/>
            <a:ext cx="11298464" cy="661720"/>
          </a:xfrm>
          <a:prstGeom prst="rect">
            <a:avLst/>
          </a:prstGeom>
          <a:noFill/>
        </p:spPr>
        <p:txBody>
          <a:bodyPr wrap="square" lIns="0" tIns="0" rIns="0" bIns="0" rtlCol="0">
            <a:spAutoFit/>
          </a:bodyPr>
          <a:lstStyle/>
          <a:p>
            <a:pPr marL="0" marR="0" lvl="0" indent="0" algn="l" defTabSz="914400" rtl="0" eaLnBrk="1" fontAlgn="auto" latinLnBrk="0" hangingPunct="1">
              <a:lnSpc>
                <a:spcPct val="114000"/>
              </a:lnSpc>
              <a:spcBef>
                <a:spcPts val="0"/>
              </a:spcBef>
              <a:spcAft>
                <a:spcPts val="600"/>
              </a:spcAft>
              <a:buClrTx/>
              <a:buSzPct val="100000"/>
              <a:buFontTx/>
              <a:buNone/>
              <a:tabLst/>
              <a:defRPr/>
            </a:pPr>
            <a:r>
              <a:rPr kumimoji="0" lang="en-US" sz="4000" b="1" i="0" u="none" strike="noStrike" kern="1200" cap="all" spc="0" normalizeH="0" noProof="0" dirty="0">
                <a:ln>
                  <a:noFill/>
                </a:ln>
                <a:solidFill>
                  <a:srgbClr val="313131"/>
                </a:solidFill>
                <a:effectLst/>
                <a:uLnTx/>
                <a:uFillTx/>
                <a:latin typeface="Calibri"/>
                <a:ea typeface="+mn-ea"/>
                <a:cs typeface="+mn-cs"/>
              </a:rPr>
              <a:t>Sale Through Energy Exchange</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0814073"/>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Energy Exchange</a:t>
            </a:r>
            <a:endParaRPr lang="en-GB" sz="2800" b="1" dirty="0"/>
          </a:p>
        </p:txBody>
      </p:sp>
      <p:sp>
        <p:nvSpPr>
          <p:cNvPr id="4" name="Rectangle: Rounded Corners 3">
            <a:extLst>
              <a:ext uri="{FF2B5EF4-FFF2-40B4-BE49-F238E27FC236}">
                <a16:creationId xmlns:a16="http://schemas.microsoft.com/office/drawing/2014/main" id="{80BECEF3-6640-44BC-9544-22F0AFEE5E7A}"/>
              </a:ext>
            </a:extLst>
          </p:cNvPr>
          <p:cNvSpPr/>
          <p:nvPr/>
        </p:nvSpPr>
        <p:spPr bwMode="gray">
          <a:xfrm>
            <a:off x="501650" y="1027416"/>
            <a:ext cx="5447457" cy="5383657"/>
          </a:xfrm>
          <a:prstGeom prst="roundRect">
            <a:avLst>
              <a:gd name="adj" fmla="val 378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2C44AAB5-34E7-41D3-AD25-AFD741F06CA4}"/>
              </a:ext>
            </a:extLst>
          </p:cNvPr>
          <p:cNvSpPr/>
          <p:nvPr/>
        </p:nvSpPr>
        <p:spPr bwMode="gray">
          <a:xfrm>
            <a:off x="1968429" y="829152"/>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Concept of Power Exchange</a:t>
            </a:r>
          </a:p>
        </p:txBody>
      </p:sp>
      <p:sp>
        <p:nvSpPr>
          <p:cNvPr id="6" name="Rectangle: Rounded Corners 5">
            <a:extLst>
              <a:ext uri="{FF2B5EF4-FFF2-40B4-BE49-F238E27FC236}">
                <a16:creationId xmlns:a16="http://schemas.microsoft.com/office/drawing/2014/main" id="{499D4A68-B8E2-459F-AF45-FC74249786F9}"/>
              </a:ext>
            </a:extLst>
          </p:cNvPr>
          <p:cNvSpPr/>
          <p:nvPr/>
        </p:nvSpPr>
        <p:spPr bwMode="gray">
          <a:xfrm>
            <a:off x="6242894" y="1027416"/>
            <a:ext cx="5447456" cy="5383657"/>
          </a:xfrm>
          <a:prstGeom prst="roundRect">
            <a:avLst>
              <a:gd name="adj" fmla="val 2402"/>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92362428-B041-4826-85CF-4A58BB42110C}"/>
              </a:ext>
            </a:extLst>
          </p:cNvPr>
          <p:cNvSpPr/>
          <p:nvPr/>
        </p:nvSpPr>
        <p:spPr bwMode="gray">
          <a:xfrm>
            <a:off x="7660480" y="850833"/>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Energy Exchange Trend</a:t>
            </a:r>
          </a:p>
        </p:txBody>
      </p:sp>
      <p:sp>
        <p:nvSpPr>
          <p:cNvPr id="15" name="TextBox 14">
            <a:extLst>
              <a:ext uri="{FF2B5EF4-FFF2-40B4-BE49-F238E27FC236}">
                <a16:creationId xmlns:a16="http://schemas.microsoft.com/office/drawing/2014/main" id="{86BB6882-F61F-42A0-BAA4-3FACE25E3B37}"/>
              </a:ext>
            </a:extLst>
          </p:cNvPr>
          <p:cNvSpPr txBox="1"/>
          <p:nvPr/>
        </p:nvSpPr>
        <p:spPr>
          <a:xfrm>
            <a:off x="606176" y="1224183"/>
            <a:ext cx="5243778" cy="1015663"/>
          </a:xfrm>
          <a:prstGeom prst="rect">
            <a:avLst/>
          </a:prstGeom>
          <a:noFill/>
        </p:spPr>
        <p:txBody>
          <a:bodyPr wrap="square">
            <a:spAutoFit/>
          </a:bodyPr>
          <a:lstStyle/>
          <a:p>
            <a:pPr algn="just"/>
            <a:r>
              <a:rPr lang="en-US" sz="1200" i="1" dirty="0"/>
              <a:t>The concept of trading through an exchange allows traders to determine the right market price and the best consumer or seller for trade. Power exchanges or platforms for trading energy were constituted to increase competition and transparency in such markets. Hence, it can be said that power exchanges increase market transparency and reduce counterparty credit risk.</a:t>
            </a:r>
          </a:p>
        </p:txBody>
      </p:sp>
      <p:sp>
        <p:nvSpPr>
          <p:cNvPr id="17" name="TextBox 16">
            <a:extLst>
              <a:ext uri="{FF2B5EF4-FFF2-40B4-BE49-F238E27FC236}">
                <a16:creationId xmlns:a16="http://schemas.microsoft.com/office/drawing/2014/main" id="{D4FA4648-DB35-4A67-AEB2-2F7021B53268}"/>
              </a:ext>
            </a:extLst>
          </p:cNvPr>
          <p:cNvSpPr txBox="1"/>
          <p:nvPr/>
        </p:nvSpPr>
        <p:spPr>
          <a:xfrm>
            <a:off x="962731" y="2509682"/>
            <a:ext cx="1911736" cy="1569660"/>
          </a:xfrm>
          <a:prstGeom prst="rect">
            <a:avLst/>
          </a:prstGeom>
          <a:noFill/>
        </p:spPr>
        <p:txBody>
          <a:bodyPr wrap="square">
            <a:spAutoFit/>
          </a:bodyPr>
          <a:lstStyle/>
          <a:p>
            <a:pPr algn="just"/>
            <a:r>
              <a:rPr lang="en-US" sz="1200" b="1" i="1" dirty="0"/>
              <a:t>Key Purposes of Exchange:</a:t>
            </a:r>
          </a:p>
          <a:p>
            <a:pPr marL="171450" indent="-171450" algn="just">
              <a:buFont typeface="Arial" panose="020B0604020202020204" pitchFamily="34" charset="0"/>
              <a:buChar char="•"/>
            </a:pPr>
            <a:r>
              <a:rPr lang="en-US" sz="1200" i="1" dirty="0"/>
              <a:t>Facilitate the trading of electricity</a:t>
            </a:r>
          </a:p>
          <a:p>
            <a:pPr marL="171450" indent="-171450" algn="just">
              <a:buFont typeface="Arial" panose="020B0604020202020204" pitchFamily="34" charset="0"/>
              <a:buChar char="•"/>
            </a:pPr>
            <a:r>
              <a:rPr lang="en-US" sz="1200" i="1" dirty="0"/>
              <a:t>Developing competitive power market</a:t>
            </a:r>
          </a:p>
          <a:p>
            <a:pPr marL="171450" indent="-171450" algn="just">
              <a:buFont typeface="Arial" panose="020B0604020202020204" pitchFamily="34" charset="0"/>
              <a:buChar char="•"/>
            </a:pPr>
            <a:r>
              <a:rPr lang="en-US" sz="1200" i="1" dirty="0"/>
              <a:t>transparency</a:t>
            </a:r>
          </a:p>
          <a:p>
            <a:pPr marL="171450" indent="-171450" algn="just">
              <a:buFont typeface="Arial" panose="020B0604020202020204" pitchFamily="34" charset="0"/>
              <a:buChar char="•"/>
            </a:pPr>
            <a:r>
              <a:rPr lang="en-US" sz="1200" i="1" dirty="0"/>
              <a:t>liquidity</a:t>
            </a:r>
          </a:p>
          <a:p>
            <a:pPr marL="171450" indent="-171450" algn="just">
              <a:buFont typeface="Arial" panose="020B0604020202020204" pitchFamily="34" charset="0"/>
              <a:buChar char="•"/>
            </a:pPr>
            <a:endParaRPr lang="en-US" sz="1200" i="1" dirty="0"/>
          </a:p>
        </p:txBody>
      </p:sp>
      <p:grpSp>
        <p:nvGrpSpPr>
          <p:cNvPr id="28" name="Group 27">
            <a:extLst>
              <a:ext uri="{FF2B5EF4-FFF2-40B4-BE49-F238E27FC236}">
                <a16:creationId xmlns:a16="http://schemas.microsoft.com/office/drawing/2014/main" id="{D620D659-8874-4726-AC33-2C7575D782AC}"/>
              </a:ext>
            </a:extLst>
          </p:cNvPr>
          <p:cNvGrpSpPr/>
          <p:nvPr/>
        </p:nvGrpSpPr>
        <p:grpSpPr>
          <a:xfrm>
            <a:off x="509705" y="2280182"/>
            <a:ext cx="2961639" cy="1974807"/>
            <a:chOff x="1384300" y="6221413"/>
            <a:chExt cx="546101" cy="447676"/>
          </a:xfrm>
          <a:solidFill>
            <a:srgbClr val="00A1DE"/>
          </a:solidFill>
        </p:grpSpPr>
        <p:sp>
          <p:nvSpPr>
            <p:cNvPr id="29" name="Freeform 151">
              <a:extLst>
                <a:ext uri="{FF2B5EF4-FFF2-40B4-BE49-F238E27FC236}">
                  <a16:creationId xmlns:a16="http://schemas.microsoft.com/office/drawing/2014/main" id="{714183A8-DB6C-4681-A3FE-EBF335C06903}"/>
                </a:ext>
              </a:extLst>
            </p:cNvPr>
            <p:cNvSpPr>
              <a:spLocks noEditPoints="1"/>
            </p:cNvSpPr>
            <p:nvPr/>
          </p:nvSpPr>
          <p:spPr bwMode="auto">
            <a:xfrm>
              <a:off x="1384300" y="6221413"/>
              <a:ext cx="503238" cy="385763"/>
            </a:xfrm>
            <a:custGeom>
              <a:avLst/>
              <a:gdLst>
                <a:gd name="T0" fmla="*/ 50 w 128"/>
                <a:gd name="T1" fmla="*/ 7 h 98"/>
                <a:gd name="T2" fmla="*/ 53 w 128"/>
                <a:gd name="T3" fmla="*/ 5 h 98"/>
                <a:gd name="T4" fmla="*/ 70 w 128"/>
                <a:gd name="T5" fmla="*/ 1 h 98"/>
                <a:gd name="T6" fmla="*/ 80 w 128"/>
                <a:gd name="T7" fmla="*/ 6 h 98"/>
                <a:gd name="T8" fmla="*/ 94 w 128"/>
                <a:gd name="T9" fmla="*/ 14 h 98"/>
                <a:gd name="T10" fmla="*/ 110 w 128"/>
                <a:gd name="T11" fmla="*/ 23 h 98"/>
                <a:gd name="T12" fmla="*/ 114 w 128"/>
                <a:gd name="T13" fmla="*/ 30 h 98"/>
                <a:gd name="T14" fmla="*/ 121 w 128"/>
                <a:gd name="T15" fmla="*/ 38 h 98"/>
                <a:gd name="T16" fmla="*/ 128 w 128"/>
                <a:gd name="T17" fmla="*/ 61 h 98"/>
                <a:gd name="T18" fmla="*/ 122 w 128"/>
                <a:gd name="T19" fmla="*/ 74 h 98"/>
                <a:gd name="T20" fmla="*/ 109 w 128"/>
                <a:gd name="T21" fmla="*/ 79 h 98"/>
                <a:gd name="T22" fmla="*/ 102 w 128"/>
                <a:gd name="T23" fmla="*/ 86 h 98"/>
                <a:gd name="T24" fmla="*/ 82 w 128"/>
                <a:gd name="T25" fmla="*/ 96 h 98"/>
                <a:gd name="T26" fmla="*/ 66 w 128"/>
                <a:gd name="T27" fmla="*/ 97 h 98"/>
                <a:gd name="T28" fmla="*/ 52 w 128"/>
                <a:gd name="T29" fmla="*/ 98 h 98"/>
                <a:gd name="T30" fmla="*/ 38 w 128"/>
                <a:gd name="T31" fmla="*/ 92 h 98"/>
                <a:gd name="T32" fmla="*/ 29 w 128"/>
                <a:gd name="T33" fmla="*/ 94 h 98"/>
                <a:gd name="T34" fmla="*/ 22 w 128"/>
                <a:gd name="T35" fmla="*/ 93 h 98"/>
                <a:gd name="T36" fmla="*/ 15 w 128"/>
                <a:gd name="T37" fmla="*/ 83 h 98"/>
                <a:gd name="T38" fmla="*/ 10 w 128"/>
                <a:gd name="T39" fmla="*/ 81 h 98"/>
                <a:gd name="T40" fmla="*/ 2 w 128"/>
                <a:gd name="T41" fmla="*/ 73 h 98"/>
                <a:gd name="T42" fmla="*/ 1 w 128"/>
                <a:gd name="T43" fmla="*/ 68 h 98"/>
                <a:gd name="T44" fmla="*/ 5 w 128"/>
                <a:gd name="T45" fmla="*/ 46 h 98"/>
                <a:gd name="T46" fmla="*/ 8 w 128"/>
                <a:gd name="T47" fmla="*/ 42 h 98"/>
                <a:gd name="T48" fmla="*/ 16 w 128"/>
                <a:gd name="T49" fmla="*/ 22 h 98"/>
                <a:gd name="T50" fmla="*/ 23 w 128"/>
                <a:gd name="T51" fmla="*/ 20 h 98"/>
                <a:gd name="T52" fmla="*/ 32 w 128"/>
                <a:gd name="T53" fmla="*/ 11 h 98"/>
                <a:gd name="T54" fmla="*/ 45 w 128"/>
                <a:gd name="T55" fmla="*/ 6 h 98"/>
                <a:gd name="T56" fmla="*/ 110 w 128"/>
                <a:gd name="T57" fmla="*/ 77 h 98"/>
                <a:gd name="T58" fmla="*/ 120 w 128"/>
                <a:gd name="T59" fmla="*/ 71 h 98"/>
                <a:gd name="T60" fmla="*/ 124 w 128"/>
                <a:gd name="T61" fmla="*/ 66 h 98"/>
                <a:gd name="T62" fmla="*/ 121 w 128"/>
                <a:gd name="T63" fmla="*/ 43 h 98"/>
                <a:gd name="T64" fmla="*/ 112 w 128"/>
                <a:gd name="T65" fmla="*/ 35 h 98"/>
                <a:gd name="T66" fmla="*/ 108 w 128"/>
                <a:gd name="T67" fmla="*/ 25 h 98"/>
                <a:gd name="T68" fmla="*/ 93 w 128"/>
                <a:gd name="T69" fmla="*/ 18 h 98"/>
                <a:gd name="T70" fmla="*/ 86 w 128"/>
                <a:gd name="T71" fmla="*/ 11 h 98"/>
                <a:gd name="T72" fmla="*/ 77 w 128"/>
                <a:gd name="T73" fmla="*/ 9 h 98"/>
                <a:gd name="T74" fmla="*/ 64 w 128"/>
                <a:gd name="T75" fmla="*/ 3 h 98"/>
                <a:gd name="T76" fmla="*/ 54 w 128"/>
                <a:gd name="T77" fmla="*/ 10 h 98"/>
                <a:gd name="T78" fmla="*/ 49 w 128"/>
                <a:gd name="T79" fmla="*/ 10 h 98"/>
                <a:gd name="T80" fmla="*/ 31 w 128"/>
                <a:gd name="T81" fmla="*/ 14 h 98"/>
                <a:gd name="T82" fmla="*/ 24 w 128"/>
                <a:gd name="T83" fmla="*/ 23 h 98"/>
                <a:gd name="T84" fmla="*/ 14 w 128"/>
                <a:gd name="T85" fmla="*/ 27 h 98"/>
                <a:gd name="T86" fmla="*/ 12 w 128"/>
                <a:gd name="T87" fmla="*/ 40 h 98"/>
                <a:gd name="T88" fmla="*/ 6 w 128"/>
                <a:gd name="T89" fmla="*/ 51 h 98"/>
                <a:gd name="T90" fmla="*/ 5 w 128"/>
                <a:gd name="T91" fmla="*/ 70 h 98"/>
                <a:gd name="T92" fmla="*/ 16 w 128"/>
                <a:gd name="T93" fmla="*/ 80 h 98"/>
                <a:gd name="T94" fmla="*/ 19 w 128"/>
                <a:gd name="T95" fmla="*/ 82 h 98"/>
                <a:gd name="T96" fmla="*/ 34 w 128"/>
                <a:gd name="T97" fmla="*/ 90 h 98"/>
                <a:gd name="T98" fmla="*/ 38 w 128"/>
                <a:gd name="T99" fmla="*/ 88 h 98"/>
                <a:gd name="T100" fmla="*/ 41 w 128"/>
                <a:gd name="T101" fmla="*/ 90 h 98"/>
                <a:gd name="T102" fmla="*/ 64 w 128"/>
                <a:gd name="T103" fmla="*/ 95 h 98"/>
                <a:gd name="T104" fmla="*/ 71 w 128"/>
                <a:gd name="T105" fmla="*/ 92 h 98"/>
                <a:gd name="T106" fmla="*/ 84 w 128"/>
                <a:gd name="T107" fmla="*/ 94 h 98"/>
                <a:gd name="T108" fmla="*/ 102 w 128"/>
                <a:gd name="T109" fmla="*/ 78 h 98"/>
                <a:gd name="T110" fmla="*/ 110 w 128"/>
                <a:gd name="T111" fmla="*/ 7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8" h="98">
                  <a:moveTo>
                    <a:pt x="45" y="7"/>
                  </a:moveTo>
                  <a:cubicBezTo>
                    <a:pt x="47" y="7"/>
                    <a:pt x="48" y="7"/>
                    <a:pt x="50" y="7"/>
                  </a:cubicBezTo>
                  <a:cubicBezTo>
                    <a:pt x="51" y="7"/>
                    <a:pt x="52" y="7"/>
                    <a:pt x="53" y="6"/>
                  </a:cubicBezTo>
                  <a:cubicBezTo>
                    <a:pt x="53" y="5"/>
                    <a:pt x="53" y="5"/>
                    <a:pt x="53" y="5"/>
                  </a:cubicBezTo>
                  <a:cubicBezTo>
                    <a:pt x="57" y="3"/>
                    <a:pt x="59" y="1"/>
                    <a:pt x="63" y="0"/>
                  </a:cubicBezTo>
                  <a:cubicBezTo>
                    <a:pt x="66" y="0"/>
                    <a:pt x="68" y="0"/>
                    <a:pt x="70" y="1"/>
                  </a:cubicBezTo>
                  <a:cubicBezTo>
                    <a:pt x="73" y="2"/>
                    <a:pt x="75" y="4"/>
                    <a:pt x="78" y="6"/>
                  </a:cubicBezTo>
                  <a:cubicBezTo>
                    <a:pt x="79" y="6"/>
                    <a:pt x="79" y="6"/>
                    <a:pt x="80" y="6"/>
                  </a:cubicBezTo>
                  <a:cubicBezTo>
                    <a:pt x="85" y="6"/>
                    <a:pt x="88" y="8"/>
                    <a:pt x="91" y="10"/>
                  </a:cubicBezTo>
                  <a:cubicBezTo>
                    <a:pt x="92" y="12"/>
                    <a:pt x="93" y="13"/>
                    <a:pt x="94" y="14"/>
                  </a:cubicBezTo>
                  <a:cubicBezTo>
                    <a:pt x="95" y="15"/>
                    <a:pt x="96" y="15"/>
                    <a:pt x="97" y="15"/>
                  </a:cubicBezTo>
                  <a:cubicBezTo>
                    <a:pt x="102" y="15"/>
                    <a:pt x="106" y="19"/>
                    <a:pt x="110" y="23"/>
                  </a:cubicBezTo>
                  <a:cubicBezTo>
                    <a:pt x="111" y="24"/>
                    <a:pt x="113" y="26"/>
                    <a:pt x="114" y="28"/>
                  </a:cubicBezTo>
                  <a:cubicBezTo>
                    <a:pt x="114" y="29"/>
                    <a:pt x="114" y="29"/>
                    <a:pt x="114" y="30"/>
                  </a:cubicBezTo>
                  <a:cubicBezTo>
                    <a:pt x="114" y="32"/>
                    <a:pt x="115" y="33"/>
                    <a:pt x="117" y="34"/>
                  </a:cubicBezTo>
                  <a:cubicBezTo>
                    <a:pt x="118" y="35"/>
                    <a:pt x="120" y="36"/>
                    <a:pt x="121" y="38"/>
                  </a:cubicBezTo>
                  <a:cubicBezTo>
                    <a:pt x="123" y="41"/>
                    <a:pt x="124" y="44"/>
                    <a:pt x="126" y="46"/>
                  </a:cubicBezTo>
                  <a:cubicBezTo>
                    <a:pt x="128" y="51"/>
                    <a:pt x="128" y="56"/>
                    <a:pt x="128" y="61"/>
                  </a:cubicBezTo>
                  <a:cubicBezTo>
                    <a:pt x="128" y="65"/>
                    <a:pt x="126" y="67"/>
                    <a:pt x="124" y="70"/>
                  </a:cubicBezTo>
                  <a:cubicBezTo>
                    <a:pt x="123" y="71"/>
                    <a:pt x="122" y="73"/>
                    <a:pt x="122" y="74"/>
                  </a:cubicBezTo>
                  <a:cubicBezTo>
                    <a:pt x="121" y="76"/>
                    <a:pt x="120" y="76"/>
                    <a:pt x="119" y="77"/>
                  </a:cubicBezTo>
                  <a:cubicBezTo>
                    <a:pt x="115" y="78"/>
                    <a:pt x="112" y="79"/>
                    <a:pt x="109" y="79"/>
                  </a:cubicBezTo>
                  <a:cubicBezTo>
                    <a:pt x="107" y="78"/>
                    <a:pt x="106" y="79"/>
                    <a:pt x="105" y="81"/>
                  </a:cubicBezTo>
                  <a:cubicBezTo>
                    <a:pt x="104" y="83"/>
                    <a:pt x="103" y="85"/>
                    <a:pt x="102" y="86"/>
                  </a:cubicBezTo>
                  <a:cubicBezTo>
                    <a:pt x="100" y="89"/>
                    <a:pt x="97" y="91"/>
                    <a:pt x="94" y="93"/>
                  </a:cubicBezTo>
                  <a:cubicBezTo>
                    <a:pt x="90" y="95"/>
                    <a:pt x="87" y="96"/>
                    <a:pt x="82" y="96"/>
                  </a:cubicBezTo>
                  <a:cubicBezTo>
                    <a:pt x="80" y="97"/>
                    <a:pt x="77" y="96"/>
                    <a:pt x="74" y="96"/>
                  </a:cubicBezTo>
                  <a:cubicBezTo>
                    <a:pt x="71" y="96"/>
                    <a:pt x="69" y="96"/>
                    <a:pt x="66" y="97"/>
                  </a:cubicBezTo>
                  <a:cubicBezTo>
                    <a:pt x="64" y="98"/>
                    <a:pt x="61" y="98"/>
                    <a:pt x="59" y="98"/>
                  </a:cubicBezTo>
                  <a:cubicBezTo>
                    <a:pt x="57" y="98"/>
                    <a:pt x="54" y="98"/>
                    <a:pt x="52" y="98"/>
                  </a:cubicBezTo>
                  <a:cubicBezTo>
                    <a:pt x="49" y="97"/>
                    <a:pt x="47" y="96"/>
                    <a:pt x="44" y="95"/>
                  </a:cubicBezTo>
                  <a:cubicBezTo>
                    <a:pt x="42" y="95"/>
                    <a:pt x="40" y="93"/>
                    <a:pt x="38" y="92"/>
                  </a:cubicBezTo>
                  <a:cubicBezTo>
                    <a:pt x="37" y="92"/>
                    <a:pt x="36" y="92"/>
                    <a:pt x="36" y="92"/>
                  </a:cubicBezTo>
                  <a:cubicBezTo>
                    <a:pt x="34" y="93"/>
                    <a:pt x="31" y="94"/>
                    <a:pt x="29" y="94"/>
                  </a:cubicBezTo>
                  <a:cubicBezTo>
                    <a:pt x="29" y="94"/>
                    <a:pt x="29" y="94"/>
                    <a:pt x="28" y="94"/>
                  </a:cubicBezTo>
                  <a:cubicBezTo>
                    <a:pt x="26" y="95"/>
                    <a:pt x="24" y="94"/>
                    <a:pt x="22" y="93"/>
                  </a:cubicBezTo>
                  <a:cubicBezTo>
                    <a:pt x="19" y="92"/>
                    <a:pt x="17" y="89"/>
                    <a:pt x="16" y="86"/>
                  </a:cubicBezTo>
                  <a:cubicBezTo>
                    <a:pt x="16" y="85"/>
                    <a:pt x="16" y="84"/>
                    <a:pt x="15" y="83"/>
                  </a:cubicBezTo>
                  <a:cubicBezTo>
                    <a:pt x="15" y="83"/>
                    <a:pt x="14" y="82"/>
                    <a:pt x="14" y="82"/>
                  </a:cubicBezTo>
                  <a:cubicBezTo>
                    <a:pt x="13" y="82"/>
                    <a:pt x="11" y="81"/>
                    <a:pt x="10" y="81"/>
                  </a:cubicBezTo>
                  <a:cubicBezTo>
                    <a:pt x="9" y="80"/>
                    <a:pt x="7" y="79"/>
                    <a:pt x="5" y="78"/>
                  </a:cubicBezTo>
                  <a:cubicBezTo>
                    <a:pt x="4" y="76"/>
                    <a:pt x="3" y="75"/>
                    <a:pt x="2" y="73"/>
                  </a:cubicBezTo>
                  <a:cubicBezTo>
                    <a:pt x="2" y="72"/>
                    <a:pt x="2" y="71"/>
                    <a:pt x="1" y="70"/>
                  </a:cubicBezTo>
                  <a:cubicBezTo>
                    <a:pt x="1" y="69"/>
                    <a:pt x="1" y="69"/>
                    <a:pt x="1" y="68"/>
                  </a:cubicBezTo>
                  <a:cubicBezTo>
                    <a:pt x="0" y="64"/>
                    <a:pt x="1" y="60"/>
                    <a:pt x="1" y="56"/>
                  </a:cubicBezTo>
                  <a:cubicBezTo>
                    <a:pt x="2" y="53"/>
                    <a:pt x="3" y="50"/>
                    <a:pt x="5" y="46"/>
                  </a:cubicBezTo>
                  <a:cubicBezTo>
                    <a:pt x="5" y="45"/>
                    <a:pt x="7" y="44"/>
                    <a:pt x="8" y="43"/>
                  </a:cubicBezTo>
                  <a:cubicBezTo>
                    <a:pt x="8" y="42"/>
                    <a:pt x="8" y="42"/>
                    <a:pt x="8" y="42"/>
                  </a:cubicBezTo>
                  <a:cubicBezTo>
                    <a:pt x="7" y="38"/>
                    <a:pt x="7" y="35"/>
                    <a:pt x="8" y="31"/>
                  </a:cubicBezTo>
                  <a:cubicBezTo>
                    <a:pt x="10" y="27"/>
                    <a:pt x="12" y="24"/>
                    <a:pt x="16" y="22"/>
                  </a:cubicBezTo>
                  <a:cubicBezTo>
                    <a:pt x="18" y="21"/>
                    <a:pt x="20" y="21"/>
                    <a:pt x="22" y="20"/>
                  </a:cubicBezTo>
                  <a:cubicBezTo>
                    <a:pt x="22" y="20"/>
                    <a:pt x="22" y="20"/>
                    <a:pt x="23" y="20"/>
                  </a:cubicBezTo>
                  <a:cubicBezTo>
                    <a:pt x="23" y="18"/>
                    <a:pt x="24" y="17"/>
                    <a:pt x="25" y="16"/>
                  </a:cubicBezTo>
                  <a:cubicBezTo>
                    <a:pt x="26" y="14"/>
                    <a:pt x="29" y="12"/>
                    <a:pt x="32" y="11"/>
                  </a:cubicBezTo>
                  <a:cubicBezTo>
                    <a:pt x="33" y="10"/>
                    <a:pt x="35" y="9"/>
                    <a:pt x="38" y="8"/>
                  </a:cubicBezTo>
                  <a:cubicBezTo>
                    <a:pt x="40" y="8"/>
                    <a:pt x="43" y="7"/>
                    <a:pt x="45" y="6"/>
                  </a:cubicBezTo>
                  <a:cubicBezTo>
                    <a:pt x="45" y="6"/>
                    <a:pt x="45" y="7"/>
                    <a:pt x="45" y="7"/>
                  </a:cubicBezTo>
                  <a:close/>
                  <a:moveTo>
                    <a:pt x="110" y="77"/>
                  </a:moveTo>
                  <a:cubicBezTo>
                    <a:pt x="113" y="76"/>
                    <a:pt x="115" y="75"/>
                    <a:pt x="118" y="75"/>
                  </a:cubicBezTo>
                  <a:cubicBezTo>
                    <a:pt x="119" y="74"/>
                    <a:pt x="120" y="73"/>
                    <a:pt x="120" y="71"/>
                  </a:cubicBezTo>
                  <a:cubicBezTo>
                    <a:pt x="120" y="70"/>
                    <a:pt x="120" y="69"/>
                    <a:pt x="121" y="68"/>
                  </a:cubicBezTo>
                  <a:cubicBezTo>
                    <a:pt x="122" y="68"/>
                    <a:pt x="123" y="67"/>
                    <a:pt x="124" y="66"/>
                  </a:cubicBezTo>
                  <a:cubicBezTo>
                    <a:pt x="126" y="62"/>
                    <a:pt x="126" y="58"/>
                    <a:pt x="125" y="54"/>
                  </a:cubicBezTo>
                  <a:cubicBezTo>
                    <a:pt x="125" y="50"/>
                    <a:pt x="123" y="46"/>
                    <a:pt x="121" y="43"/>
                  </a:cubicBezTo>
                  <a:cubicBezTo>
                    <a:pt x="120" y="41"/>
                    <a:pt x="118" y="39"/>
                    <a:pt x="116" y="38"/>
                  </a:cubicBezTo>
                  <a:cubicBezTo>
                    <a:pt x="115" y="36"/>
                    <a:pt x="113" y="36"/>
                    <a:pt x="112" y="35"/>
                  </a:cubicBezTo>
                  <a:cubicBezTo>
                    <a:pt x="112" y="34"/>
                    <a:pt x="111" y="34"/>
                    <a:pt x="111" y="34"/>
                  </a:cubicBezTo>
                  <a:cubicBezTo>
                    <a:pt x="112" y="30"/>
                    <a:pt x="110" y="28"/>
                    <a:pt x="108" y="25"/>
                  </a:cubicBezTo>
                  <a:cubicBezTo>
                    <a:pt x="107" y="24"/>
                    <a:pt x="105" y="22"/>
                    <a:pt x="103" y="21"/>
                  </a:cubicBezTo>
                  <a:cubicBezTo>
                    <a:pt x="100" y="18"/>
                    <a:pt x="97" y="17"/>
                    <a:pt x="93" y="18"/>
                  </a:cubicBezTo>
                  <a:cubicBezTo>
                    <a:pt x="92" y="18"/>
                    <a:pt x="90" y="18"/>
                    <a:pt x="90" y="16"/>
                  </a:cubicBezTo>
                  <a:cubicBezTo>
                    <a:pt x="90" y="14"/>
                    <a:pt x="88" y="12"/>
                    <a:pt x="86" y="11"/>
                  </a:cubicBezTo>
                  <a:cubicBezTo>
                    <a:pt x="84" y="9"/>
                    <a:pt x="82" y="8"/>
                    <a:pt x="79" y="10"/>
                  </a:cubicBezTo>
                  <a:cubicBezTo>
                    <a:pt x="79" y="10"/>
                    <a:pt x="78" y="10"/>
                    <a:pt x="77" y="9"/>
                  </a:cubicBezTo>
                  <a:cubicBezTo>
                    <a:pt x="75" y="8"/>
                    <a:pt x="74" y="7"/>
                    <a:pt x="72" y="6"/>
                  </a:cubicBezTo>
                  <a:cubicBezTo>
                    <a:pt x="70" y="3"/>
                    <a:pt x="67" y="3"/>
                    <a:pt x="64" y="3"/>
                  </a:cubicBezTo>
                  <a:cubicBezTo>
                    <a:pt x="63" y="3"/>
                    <a:pt x="61" y="3"/>
                    <a:pt x="60" y="4"/>
                  </a:cubicBezTo>
                  <a:cubicBezTo>
                    <a:pt x="57" y="5"/>
                    <a:pt x="55" y="7"/>
                    <a:pt x="54" y="10"/>
                  </a:cubicBezTo>
                  <a:cubicBezTo>
                    <a:pt x="53" y="11"/>
                    <a:pt x="51" y="12"/>
                    <a:pt x="50" y="10"/>
                  </a:cubicBezTo>
                  <a:cubicBezTo>
                    <a:pt x="50" y="10"/>
                    <a:pt x="50" y="10"/>
                    <a:pt x="49" y="10"/>
                  </a:cubicBezTo>
                  <a:cubicBezTo>
                    <a:pt x="47" y="10"/>
                    <a:pt x="44" y="9"/>
                    <a:pt x="42" y="10"/>
                  </a:cubicBezTo>
                  <a:cubicBezTo>
                    <a:pt x="38" y="10"/>
                    <a:pt x="34" y="12"/>
                    <a:pt x="31" y="14"/>
                  </a:cubicBezTo>
                  <a:cubicBezTo>
                    <a:pt x="28" y="16"/>
                    <a:pt x="25" y="18"/>
                    <a:pt x="26" y="22"/>
                  </a:cubicBezTo>
                  <a:cubicBezTo>
                    <a:pt x="26" y="23"/>
                    <a:pt x="25" y="23"/>
                    <a:pt x="24" y="23"/>
                  </a:cubicBezTo>
                  <a:cubicBezTo>
                    <a:pt x="23" y="24"/>
                    <a:pt x="22" y="23"/>
                    <a:pt x="21" y="24"/>
                  </a:cubicBezTo>
                  <a:cubicBezTo>
                    <a:pt x="18" y="24"/>
                    <a:pt x="16" y="25"/>
                    <a:pt x="14" y="27"/>
                  </a:cubicBezTo>
                  <a:cubicBezTo>
                    <a:pt x="12" y="30"/>
                    <a:pt x="11" y="33"/>
                    <a:pt x="11" y="36"/>
                  </a:cubicBezTo>
                  <a:cubicBezTo>
                    <a:pt x="10" y="38"/>
                    <a:pt x="11" y="39"/>
                    <a:pt x="12" y="40"/>
                  </a:cubicBezTo>
                  <a:cubicBezTo>
                    <a:pt x="13" y="41"/>
                    <a:pt x="13" y="42"/>
                    <a:pt x="12" y="43"/>
                  </a:cubicBezTo>
                  <a:cubicBezTo>
                    <a:pt x="9" y="45"/>
                    <a:pt x="7" y="47"/>
                    <a:pt x="6" y="51"/>
                  </a:cubicBezTo>
                  <a:cubicBezTo>
                    <a:pt x="5" y="54"/>
                    <a:pt x="4" y="57"/>
                    <a:pt x="4" y="61"/>
                  </a:cubicBezTo>
                  <a:cubicBezTo>
                    <a:pt x="3" y="64"/>
                    <a:pt x="4" y="67"/>
                    <a:pt x="5" y="70"/>
                  </a:cubicBezTo>
                  <a:cubicBezTo>
                    <a:pt x="6" y="75"/>
                    <a:pt x="10" y="78"/>
                    <a:pt x="14" y="80"/>
                  </a:cubicBezTo>
                  <a:cubicBezTo>
                    <a:pt x="15" y="80"/>
                    <a:pt x="15" y="80"/>
                    <a:pt x="16" y="80"/>
                  </a:cubicBezTo>
                  <a:cubicBezTo>
                    <a:pt x="17" y="80"/>
                    <a:pt x="18" y="79"/>
                    <a:pt x="18" y="79"/>
                  </a:cubicBezTo>
                  <a:cubicBezTo>
                    <a:pt x="18" y="80"/>
                    <a:pt x="19" y="81"/>
                    <a:pt x="19" y="82"/>
                  </a:cubicBezTo>
                  <a:cubicBezTo>
                    <a:pt x="18" y="86"/>
                    <a:pt x="21" y="90"/>
                    <a:pt x="25" y="91"/>
                  </a:cubicBezTo>
                  <a:cubicBezTo>
                    <a:pt x="29" y="92"/>
                    <a:pt x="32" y="91"/>
                    <a:pt x="34" y="90"/>
                  </a:cubicBezTo>
                  <a:cubicBezTo>
                    <a:pt x="35" y="90"/>
                    <a:pt x="36" y="90"/>
                    <a:pt x="36" y="89"/>
                  </a:cubicBezTo>
                  <a:cubicBezTo>
                    <a:pt x="36" y="88"/>
                    <a:pt x="37" y="88"/>
                    <a:pt x="38" y="88"/>
                  </a:cubicBezTo>
                  <a:cubicBezTo>
                    <a:pt x="39" y="88"/>
                    <a:pt x="40" y="88"/>
                    <a:pt x="40" y="89"/>
                  </a:cubicBezTo>
                  <a:cubicBezTo>
                    <a:pt x="40" y="90"/>
                    <a:pt x="41" y="90"/>
                    <a:pt x="41" y="90"/>
                  </a:cubicBezTo>
                  <a:cubicBezTo>
                    <a:pt x="43" y="91"/>
                    <a:pt x="45" y="93"/>
                    <a:pt x="47" y="94"/>
                  </a:cubicBezTo>
                  <a:cubicBezTo>
                    <a:pt x="53" y="96"/>
                    <a:pt x="58" y="96"/>
                    <a:pt x="64" y="95"/>
                  </a:cubicBezTo>
                  <a:cubicBezTo>
                    <a:pt x="66" y="95"/>
                    <a:pt x="67" y="94"/>
                    <a:pt x="68" y="93"/>
                  </a:cubicBezTo>
                  <a:cubicBezTo>
                    <a:pt x="69" y="91"/>
                    <a:pt x="70" y="91"/>
                    <a:pt x="71" y="92"/>
                  </a:cubicBezTo>
                  <a:cubicBezTo>
                    <a:pt x="72" y="92"/>
                    <a:pt x="73" y="93"/>
                    <a:pt x="73" y="93"/>
                  </a:cubicBezTo>
                  <a:cubicBezTo>
                    <a:pt x="77" y="94"/>
                    <a:pt x="81" y="94"/>
                    <a:pt x="84" y="94"/>
                  </a:cubicBezTo>
                  <a:cubicBezTo>
                    <a:pt x="91" y="92"/>
                    <a:pt x="97" y="89"/>
                    <a:pt x="101" y="83"/>
                  </a:cubicBezTo>
                  <a:cubicBezTo>
                    <a:pt x="102" y="81"/>
                    <a:pt x="102" y="80"/>
                    <a:pt x="102" y="78"/>
                  </a:cubicBezTo>
                  <a:cubicBezTo>
                    <a:pt x="103" y="76"/>
                    <a:pt x="104" y="75"/>
                    <a:pt x="105" y="76"/>
                  </a:cubicBezTo>
                  <a:cubicBezTo>
                    <a:pt x="107" y="76"/>
                    <a:pt x="108" y="76"/>
                    <a:pt x="11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grpSp>
          <p:nvGrpSpPr>
            <p:cNvPr id="30" name="Group 29">
              <a:extLst>
                <a:ext uri="{FF2B5EF4-FFF2-40B4-BE49-F238E27FC236}">
                  <a16:creationId xmlns:a16="http://schemas.microsoft.com/office/drawing/2014/main" id="{B4540473-EA04-4450-9585-E3A27C6B8D83}"/>
                </a:ext>
              </a:extLst>
            </p:cNvPr>
            <p:cNvGrpSpPr/>
            <p:nvPr/>
          </p:nvGrpSpPr>
          <p:grpSpPr>
            <a:xfrm>
              <a:off x="1855788" y="6535738"/>
              <a:ext cx="74613" cy="133351"/>
              <a:chOff x="1855788" y="6535738"/>
              <a:chExt cx="74613" cy="133351"/>
            </a:xfrm>
            <a:grpFill/>
          </p:grpSpPr>
          <p:sp>
            <p:nvSpPr>
              <p:cNvPr id="31" name="Freeform 153">
                <a:extLst>
                  <a:ext uri="{FF2B5EF4-FFF2-40B4-BE49-F238E27FC236}">
                    <a16:creationId xmlns:a16="http://schemas.microsoft.com/office/drawing/2014/main" id="{CBDA7329-46DB-4353-B319-04252CA991F3}"/>
                  </a:ext>
                </a:extLst>
              </p:cNvPr>
              <p:cNvSpPr>
                <a:spLocks noEditPoints="1"/>
              </p:cNvSpPr>
              <p:nvPr/>
            </p:nvSpPr>
            <p:spPr bwMode="auto">
              <a:xfrm>
                <a:off x="1855788" y="6535738"/>
                <a:ext cx="47625" cy="47625"/>
              </a:xfrm>
              <a:custGeom>
                <a:avLst/>
                <a:gdLst>
                  <a:gd name="T0" fmla="*/ 5 w 12"/>
                  <a:gd name="T1" fmla="*/ 12 h 12"/>
                  <a:gd name="T2" fmla="*/ 0 w 12"/>
                  <a:gd name="T3" fmla="*/ 7 h 12"/>
                  <a:gd name="T4" fmla="*/ 5 w 12"/>
                  <a:gd name="T5" fmla="*/ 0 h 12"/>
                  <a:gd name="T6" fmla="*/ 7 w 12"/>
                  <a:gd name="T7" fmla="*/ 0 h 12"/>
                  <a:gd name="T8" fmla="*/ 8 w 12"/>
                  <a:gd name="T9" fmla="*/ 1 h 12"/>
                  <a:gd name="T10" fmla="*/ 10 w 12"/>
                  <a:gd name="T11" fmla="*/ 8 h 12"/>
                  <a:gd name="T12" fmla="*/ 10 w 12"/>
                  <a:gd name="T13" fmla="*/ 9 h 12"/>
                  <a:gd name="T14" fmla="*/ 5 w 12"/>
                  <a:gd name="T15" fmla="*/ 12 h 12"/>
                  <a:gd name="T16" fmla="*/ 5 w 12"/>
                  <a:gd name="T17" fmla="*/ 3 h 12"/>
                  <a:gd name="T18" fmla="*/ 3 w 12"/>
                  <a:gd name="T19" fmla="*/ 8 h 12"/>
                  <a:gd name="T20" fmla="*/ 6 w 12"/>
                  <a:gd name="T21" fmla="*/ 9 h 12"/>
                  <a:gd name="T22" fmla="*/ 8 w 12"/>
                  <a:gd name="T23" fmla="*/ 6 h 12"/>
                  <a:gd name="T24" fmla="*/ 5 w 12"/>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12"/>
                    </a:moveTo>
                    <a:cubicBezTo>
                      <a:pt x="2" y="12"/>
                      <a:pt x="0" y="10"/>
                      <a:pt x="0" y="7"/>
                    </a:cubicBezTo>
                    <a:cubicBezTo>
                      <a:pt x="0" y="4"/>
                      <a:pt x="2" y="1"/>
                      <a:pt x="5" y="0"/>
                    </a:cubicBezTo>
                    <a:cubicBezTo>
                      <a:pt x="5" y="0"/>
                      <a:pt x="6" y="0"/>
                      <a:pt x="7" y="0"/>
                    </a:cubicBezTo>
                    <a:cubicBezTo>
                      <a:pt x="7" y="0"/>
                      <a:pt x="7" y="1"/>
                      <a:pt x="8" y="1"/>
                    </a:cubicBezTo>
                    <a:cubicBezTo>
                      <a:pt x="11" y="2"/>
                      <a:pt x="12" y="5"/>
                      <a:pt x="10" y="8"/>
                    </a:cubicBezTo>
                    <a:cubicBezTo>
                      <a:pt x="10" y="8"/>
                      <a:pt x="10" y="9"/>
                      <a:pt x="10" y="9"/>
                    </a:cubicBezTo>
                    <a:cubicBezTo>
                      <a:pt x="9" y="11"/>
                      <a:pt x="8" y="12"/>
                      <a:pt x="5" y="12"/>
                    </a:cubicBezTo>
                    <a:close/>
                    <a:moveTo>
                      <a:pt x="5" y="3"/>
                    </a:moveTo>
                    <a:cubicBezTo>
                      <a:pt x="3" y="4"/>
                      <a:pt x="2" y="6"/>
                      <a:pt x="3" y="8"/>
                    </a:cubicBezTo>
                    <a:cubicBezTo>
                      <a:pt x="3" y="8"/>
                      <a:pt x="5" y="9"/>
                      <a:pt x="6" y="9"/>
                    </a:cubicBezTo>
                    <a:cubicBezTo>
                      <a:pt x="7" y="9"/>
                      <a:pt x="8" y="8"/>
                      <a:pt x="8" y="6"/>
                    </a:cubicBezTo>
                    <a:cubicBezTo>
                      <a:pt x="8" y="4"/>
                      <a:pt x="6"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2" name="Freeform 155">
                <a:extLst>
                  <a:ext uri="{FF2B5EF4-FFF2-40B4-BE49-F238E27FC236}">
                    <a16:creationId xmlns:a16="http://schemas.microsoft.com/office/drawing/2014/main" id="{2C934707-F32B-47AA-89B9-B1F04849DB59}"/>
                  </a:ext>
                </a:extLst>
              </p:cNvPr>
              <p:cNvSpPr>
                <a:spLocks noEditPoints="1"/>
              </p:cNvSpPr>
              <p:nvPr/>
            </p:nvSpPr>
            <p:spPr bwMode="auto">
              <a:xfrm>
                <a:off x="1879600" y="6591301"/>
                <a:ext cx="34925" cy="39688"/>
              </a:xfrm>
              <a:custGeom>
                <a:avLst/>
                <a:gdLst>
                  <a:gd name="T0" fmla="*/ 0 w 9"/>
                  <a:gd name="T1" fmla="*/ 4 h 10"/>
                  <a:gd name="T2" fmla="*/ 2 w 9"/>
                  <a:gd name="T3" fmla="*/ 1 h 10"/>
                  <a:gd name="T4" fmla="*/ 7 w 9"/>
                  <a:gd name="T5" fmla="*/ 1 h 10"/>
                  <a:gd name="T6" fmla="*/ 8 w 9"/>
                  <a:gd name="T7" fmla="*/ 2 h 10"/>
                  <a:gd name="T8" fmla="*/ 9 w 9"/>
                  <a:gd name="T9" fmla="*/ 5 h 10"/>
                  <a:gd name="T10" fmla="*/ 7 w 9"/>
                  <a:gd name="T11" fmla="*/ 8 h 10"/>
                  <a:gd name="T12" fmla="*/ 2 w 9"/>
                  <a:gd name="T13" fmla="*/ 8 h 10"/>
                  <a:gd name="T14" fmla="*/ 0 w 9"/>
                  <a:gd name="T15" fmla="*/ 4 h 10"/>
                  <a:gd name="T16" fmla="*/ 5 w 9"/>
                  <a:gd name="T17" fmla="*/ 7 h 10"/>
                  <a:gd name="T18" fmla="*/ 5 w 9"/>
                  <a:gd name="T19" fmla="*/ 4 h 10"/>
                  <a:gd name="T20" fmla="*/ 3 w 9"/>
                  <a:gd name="T21" fmla="*/ 4 h 10"/>
                  <a:gd name="T22" fmla="*/ 5 w 9"/>
                  <a:gd name="T2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0">
                    <a:moveTo>
                      <a:pt x="0" y="4"/>
                    </a:moveTo>
                    <a:cubicBezTo>
                      <a:pt x="0" y="3"/>
                      <a:pt x="0" y="1"/>
                      <a:pt x="2" y="1"/>
                    </a:cubicBezTo>
                    <a:cubicBezTo>
                      <a:pt x="4" y="0"/>
                      <a:pt x="5" y="0"/>
                      <a:pt x="7" y="1"/>
                    </a:cubicBezTo>
                    <a:cubicBezTo>
                      <a:pt x="7" y="1"/>
                      <a:pt x="7" y="2"/>
                      <a:pt x="8" y="2"/>
                    </a:cubicBezTo>
                    <a:cubicBezTo>
                      <a:pt x="9" y="3"/>
                      <a:pt x="9" y="4"/>
                      <a:pt x="9" y="5"/>
                    </a:cubicBezTo>
                    <a:cubicBezTo>
                      <a:pt x="8" y="6"/>
                      <a:pt x="8" y="7"/>
                      <a:pt x="7" y="8"/>
                    </a:cubicBezTo>
                    <a:cubicBezTo>
                      <a:pt x="6" y="10"/>
                      <a:pt x="3" y="10"/>
                      <a:pt x="2" y="8"/>
                    </a:cubicBezTo>
                    <a:cubicBezTo>
                      <a:pt x="1" y="7"/>
                      <a:pt x="1" y="6"/>
                      <a:pt x="0" y="4"/>
                    </a:cubicBezTo>
                    <a:close/>
                    <a:moveTo>
                      <a:pt x="5" y="7"/>
                    </a:moveTo>
                    <a:cubicBezTo>
                      <a:pt x="5" y="6"/>
                      <a:pt x="7" y="5"/>
                      <a:pt x="5" y="4"/>
                    </a:cubicBezTo>
                    <a:cubicBezTo>
                      <a:pt x="4" y="4"/>
                      <a:pt x="3" y="4"/>
                      <a:pt x="3" y="4"/>
                    </a:cubicBezTo>
                    <a:cubicBezTo>
                      <a:pt x="2" y="6"/>
                      <a:pt x="4" y="6"/>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3" name="Freeform 159">
                <a:extLst>
                  <a:ext uri="{FF2B5EF4-FFF2-40B4-BE49-F238E27FC236}">
                    <a16:creationId xmlns:a16="http://schemas.microsoft.com/office/drawing/2014/main" id="{069D2470-3B95-4CA7-B2B1-AA34AC4A7B52}"/>
                  </a:ext>
                </a:extLst>
              </p:cNvPr>
              <p:cNvSpPr>
                <a:spLocks/>
              </p:cNvSpPr>
              <p:nvPr/>
            </p:nvSpPr>
            <p:spPr bwMode="auto">
              <a:xfrm>
                <a:off x="1900238" y="6638926"/>
                <a:ext cx="30163" cy="30163"/>
              </a:xfrm>
              <a:custGeom>
                <a:avLst/>
                <a:gdLst>
                  <a:gd name="T0" fmla="*/ 4 w 8"/>
                  <a:gd name="T1" fmla="*/ 0 h 8"/>
                  <a:gd name="T2" fmla="*/ 6 w 8"/>
                  <a:gd name="T3" fmla="*/ 0 h 8"/>
                  <a:gd name="T4" fmla="*/ 7 w 8"/>
                  <a:gd name="T5" fmla="*/ 4 h 8"/>
                  <a:gd name="T6" fmla="*/ 3 w 8"/>
                  <a:gd name="T7" fmla="*/ 7 h 8"/>
                  <a:gd name="T8" fmla="*/ 1 w 8"/>
                  <a:gd name="T9" fmla="*/ 7 h 8"/>
                  <a:gd name="T10" fmla="*/ 0 w 8"/>
                  <a:gd name="T11" fmla="*/ 2 h 8"/>
                  <a:gd name="T12" fmla="*/ 4 w 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4" y="0"/>
                    </a:moveTo>
                    <a:cubicBezTo>
                      <a:pt x="4" y="0"/>
                      <a:pt x="5" y="0"/>
                      <a:pt x="6" y="0"/>
                    </a:cubicBezTo>
                    <a:cubicBezTo>
                      <a:pt x="7" y="1"/>
                      <a:pt x="8" y="3"/>
                      <a:pt x="7" y="4"/>
                    </a:cubicBezTo>
                    <a:cubicBezTo>
                      <a:pt x="6" y="5"/>
                      <a:pt x="5" y="7"/>
                      <a:pt x="3" y="7"/>
                    </a:cubicBezTo>
                    <a:cubicBezTo>
                      <a:pt x="3" y="8"/>
                      <a:pt x="2" y="8"/>
                      <a:pt x="1" y="7"/>
                    </a:cubicBezTo>
                    <a:cubicBezTo>
                      <a:pt x="0" y="7"/>
                      <a:pt x="0" y="4"/>
                      <a:pt x="0" y="2"/>
                    </a:cubicBezTo>
                    <a:cubicBezTo>
                      <a:pt x="0" y="1"/>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grpSp>
      </p:grpSp>
      <p:grpSp>
        <p:nvGrpSpPr>
          <p:cNvPr id="34" name="Group 33">
            <a:extLst>
              <a:ext uri="{FF2B5EF4-FFF2-40B4-BE49-F238E27FC236}">
                <a16:creationId xmlns:a16="http://schemas.microsoft.com/office/drawing/2014/main" id="{9DB5A488-D4F9-451A-A214-C9401B851440}"/>
              </a:ext>
            </a:extLst>
          </p:cNvPr>
          <p:cNvGrpSpPr>
            <a:grpSpLocks noChangeAspect="1"/>
          </p:cNvGrpSpPr>
          <p:nvPr/>
        </p:nvGrpSpPr>
        <p:grpSpPr>
          <a:xfrm>
            <a:off x="3569868" y="2741371"/>
            <a:ext cx="504825" cy="566738"/>
            <a:chOff x="1804988" y="5734050"/>
            <a:chExt cx="1009650" cy="1133475"/>
          </a:xfrm>
          <a:solidFill>
            <a:srgbClr val="3C8A2E"/>
          </a:solidFill>
        </p:grpSpPr>
        <p:sp>
          <p:nvSpPr>
            <p:cNvPr id="35" name="Freeform 6983">
              <a:extLst>
                <a:ext uri="{FF2B5EF4-FFF2-40B4-BE49-F238E27FC236}">
                  <a16:creationId xmlns:a16="http://schemas.microsoft.com/office/drawing/2014/main" id="{51B6E3CD-651E-47C4-AECC-883154E2F8C6}"/>
                </a:ext>
              </a:extLst>
            </p:cNvPr>
            <p:cNvSpPr>
              <a:spLocks/>
            </p:cNvSpPr>
            <p:nvPr/>
          </p:nvSpPr>
          <p:spPr bwMode="auto">
            <a:xfrm>
              <a:off x="1995488" y="5915025"/>
              <a:ext cx="676275" cy="733425"/>
            </a:xfrm>
            <a:custGeom>
              <a:avLst/>
              <a:gdLst>
                <a:gd name="T0" fmla="*/ 38 w 71"/>
                <a:gd name="T1" fmla="*/ 72 h 77"/>
                <a:gd name="T2" fmla="*/ 25 w 71"/>
                <a:gd name="T3" fmla="*/ 65 h 77"/>
                <a:gd name="T4" fmla="*/ 22 w 71"/>
                <a:gd name="T5" fmla="*/ 61 h 77"/>
                <a:gd name="T6" fmla="*/ 7 w 71"/>
                <a:gd name="T7" fmla="*/ 41 h 77"/>
                <a:gd name="T8" fmla="*/ 40 w 71"/>
                <a:gd name="T9" fmla="*/ 7 h 77"/>
                <a:gd name="T10" fmla="*/ 56 w 71"/>
                <a:gd name="T11" fmla="*/ 51 h 77"/>
                <a:gd name="T12" fmla="*/ 49 w 71"/>
                <a:gd name="T13" fmla="*/ 59 h 77"/>
                <a:gd name="T14" fmla="*/ 37 w 71"/>
                <a:gd name="T15" fmla="*/ 71 h 77"/>
                <a:gd name="T16" fmla="*/ 38 w 71"/>
                <a:gd name="T17" fmla="*/ 75 h 77"/>
                <a:gd name="T18" fmla="*/ 51 w 71"/>
                <a:gd name="T19" fmla="*/ 66 h 77"/>
                <a:gd name="T20" fmla="*/ 57 w 71"/>
                <a:gd name="T21" fmla="*/ 56 h 77"/>
                <a:gd name="T22" fmla="*/ 63 w 71"/>
                <a:gd name="T23" fmla="*/ 45 h 77"/>
                <a:gd name="T24" fmla="*/ 38 w 71"/>
                <a:gd name="T25" fmla="*/ 2 h 77"/>
                <a:gd name="T26" fmla="*/ 2 w 71"/>
                <a:gd name="T27" fmla="*/ 38 h 77"/>
                <a:gd name="T28" fmla="*/ 18 w 71"/>
                <a:gd name="T29" fmla="*/ 63 h 77"/>
                <a:gd name="T30" fmla="*/ 27 w 71"/>
                <a:gd name="T31" fmla="*/ 74 h 77"/>
                <a:gd name="T32" fmla="*/ 38 w 71"/>
                <a:gd name="T33" fmla="*/ 75 h 77"/>
                <a:gd name="T34" fmla="*/ 38 w 71"/>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7">
                  <a:moveTo>
                    <a:pt x="38" y="72"/>
                  </a:moveTo>
                  <a:cubicBezTo>
                    <a:pt x="32" y="72"/>
                    <a:pt x="27" y="71"/>
                    <a:pt x="25" y="65"/>
                  </a:cubicBezTo>
                  <a:cubicBezTo>
                    <a:pt x="24" y="63"/>
                    <a:pt x="23" y="62"/>
                    <a:pt x="22" y="61"/>
                  </a:cubicBezTo>
                  <a:cubicBezTo>
                    <a:pt x="15" y="55"/>
                    <a:pt x="9" y="50"/>
                    <a:pt x="7" y="41"/>
                  </a:cubicBezTo>
                  <a:cubicBezTo>
                    <a:pt x="0" y="19"/>
                    <a:pt x="19" y="4"/>
                    <a:pt x="40" y="7"/>
                  </a:cubicBezTo>
                  <a:cubicBezTo>
                    <a:pt x="61" y="9"/>
                    <a:pt x="66" y="37"/>
                    <a:pt x="56" y="51"/>
                  </a:cubicBezTo>
                  <a:cubicBezTo>
                    <a:pt x="54" y="54"/>
                    <a:pt x="51" y="56"/>
                    <a:pt x="49" y="59"/>
                  </a:cubicBezTo>
                  <a:cubicBezTo>
                    <a:pt x="45" y="67"/>
                    <a:pt x="47" y="70"/>
                    <a:pt x="37" y="71"/>
                  </a:cubicBezTo>
                  <a:cubicBezTo>
                    <a:pt x="35" y="72"/>
                    <a:pt x="35" y="75"/>
                    <a:pt x="38" y="75"/>
                  </a:cubicBezTo>
                  <a:cubicBezTo>
                    <a:pt x="46" y="74"/>
                    <a:pt x="48" y="74"/>
                    <a:pt x="51" y="66"/>
                  </a:cubicBezTo>
                  <a:cubicBezTo>
                    <a:pt x="53" y="62"/>
                    <a:pt x="54" y="60"/>
                    <a:pt x="57" y="56"/>
                  </a:cubicBezTo>
                  <a:cubicBezTo>
                    <a:pt x="60" y="53"/>
                    <a:pt x="62" y="49"/>
                    <a:pt x="63" y="45"/>
                  </a:cubicBezTo>
                  <a:cubicBezTo>
                    <a:pt x="71" y="26"/>
                    <a:pt x="58" y="5"/>
                    <a:pt x="38" y="2"/>
                  </a:cubicBezTo>
                  <a:cubicBezTo>
                    <a:pt x="15" y="0"/>
                    <a:pt x="0" y="17"/>
                    <a:pt x="2" y="38"/>
                  </a:cubicBezTo>
                  <a:cubicBezTo>
                    <a:pt x="3" y="49"/>
                    <a:pt x="10" y="56"/>
                    <a:pt x="18" y="63"/>
                  </a:cubicBezTo>
                  <a:cubicBezTo>
                    <a:pt x="22" y="66"/>
                    <a:pt x="22" y="71"/>
                    <a:pt x="27" y="74"/>
                  </a:cubicBezTo>
                  <a:cubicBezTo>
                    <a:pt x="30" y="77"/>
                    <a:pt x="35" y="76"/>
                    <a:pt x="38" y="75"/>
                  </a:cubicBezTo>
                  <a:cubicBezTo>
                    <a:pt x="39" y="74"/>
                    <a:pt x="39" y="72"/>
                    <a:pt x="38" y="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6" name="Freeform 6984">
              <a:extLst>
                <a:ext uri="{FF2B5EF4-FFF2-40B4-BE49-F238E27FC236}">
                  <a16:creationId xmlns:a16="http://schemas.microsoft.com/office/drawing/2014/main" id="{1EDC8052-D7D6-471F-83BF-ADC07440BF04}"/>
                </a:ext>
              </a:extLst>
            </p:cNvPr>
            <p:cNvSpPr>
              <a:spLocks/>
            </p:cNvSpPr>
            <p:nvPr/>
          </p:nvSpPr>
          <p:spPr bwMode="auto">
            <a:xfrm>
              <a:off x="2157413" y="6172200"/>
              <a:ext cx="304800" cy="133350"/>
            </a:xfrm>
            <a:custGeom>
              <a:avLst/>
              <a:gdLst>
                <a:gd name="T0" fmla="*/ 1 w 32"/>
                <a:gd name="T1" fmla="*/ 9 h 14"/>
                <a:gd name="T2" fmla="*/ 9 w 32"/>
                <a:gd name="T3" fmla="*/ 14 h 14"/>
                <a:gd name="T4" fmla="*/ 13 w 32"/>
                <a:gd name="T5" fmla="*/ 4 h 14"/>
                <a:gd name="T6" fmla="*/ 10 w 32"/>
                <a:gd name="T7" fmla="*/ 4 h 14"/>
                <a:gd name="T8" fmla="*/ 16 w 32"/>
                <a:gd name="T9" fmla="*/ 11 h 14"/>
                <a:gd name="T10" fmla="*/ 22 w 32"/>
                <a:gd name="T11" fmla="*/ 2 h 14"/>
                <a:gd name="T12" fmla="*/ 19 w 32"/>
                <a:gd name="T13" fmla="*/ 3 h 14"/>
                <a:gd name="T14" fmla="*/ 22 w 32"/>
                <a:gd name="T15" fmla="*/ 11 h 14"/>
                <a:gd name="T16" fmla="*/ 25 w 32"/>
                <a:gd name="T17" fmla="*/ 11 h 14"/>
                <a:gd name="T18" fmla="*/ 31 w 32"/>
                <a:gd name="T19" fmla="*/ 4 h 14"/>
                <a:gd name="T20" fmla="*/ 28 w 32"/>
                <a:gd name="T21" fmla="*/ 3 h 14"/>
                <a:gd name="T22" fmla="*/ 23 w 32"/>
                <a:gd name="T23" fmla="*/ 9 h 14"/>
                <a:gd name="T24" fmla="*/ 26 w 32"/>
                <a:gd name="T25" fmla="*/ 9 h 14"/>
                <a:gd name="T26" fmla="*/ 22 w 32"/>
                <a:gd name="T27" fmla="*/ 1 h 14"/>
                <a:gd name="T28" fmla="*/ 18 w 32"/>
                <a:gd name="T29" fmla="*/ 1 h 14"/>
                <a:gd name="T30" fmla="*/ 16 w 32"/>
                <a:gd name="T31" fmla="*/ 7 h 14"/>
                <a:gd name="T32" fmla="*/ 13 w 32"/>
                <a:gd name="T33" fmla="*/ 2 h 14"/>
                <a:gd name="T34" fmla="*/ 10 w 32"/>
                <a:gd name="T35" fmla="*/ 2 h 14"/>
                <a:gd name="T36" fmla="*/ 9 w 32"/>
                <a:gd name="T37" fmla="*/ 7 h 14"/>
                <a:gd name="T38" fmla="*/ 8 w 32"/>
                <a:gd name="T39" fmla="*/ 11 h 14"/>
                <a:gd name="T40" fmla="*/ 4 w 32"/>
                <a:gd name="T41" fmla="*/ 8 h 14"/>
                <a:gd name="T42" fmla="*/ 1 w 32"/>
                <a:gd name="T4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14">
                  <a:moveTo>
                    <a:pt x="1" y="9"/>
                  </a:moveTo>
                  <a:cubicBezTo>
                    <a:pt x="2" y="12"/>
                    <a:pt x="6" y="14"/>
                    <a:pt x="9" y="14"/>
                  </a:cubicBezTo>
                  <a:cubicBezTo>
                    <a:pt x="13" y="13"/>
                    <a:pt x="12" y="7"/>
                    <a:pt x="13" y="4"/>
                  </a:cubicBezTo>
                  <a:cubicBezTo>
                    <a:pt x="12" y="4"/>
                    <a:pt x="11" y="4"/>
                    <a:pt x="10" y="4"/>
                  </a:cubicBezTo>
                  <a:cubicBezTo>
                    <a:pt x="12" y="7"/>
                    <a:pt x="12" y="12"/>
                    <a:pt x="16" y="11"/>
                  </a:cubicBezTo>
                  <a:cubicBezTo>
                    <a:pt x="19" y="11"/>
                    <a:pt x="21" y="5"/>
                    <a:pt x="22" y="2"/>
                  </a:cubicBezTo>
                  <a:cubicBezTo>
                    <a:pt x="21" y="3"/>
                    <a:pt x="20" y="3"/>
                    <a:pt x="19" y="3"/>
                  </a:cubicBezTo>
                  <a:cubicBezTo>
                    <a:pt x="21" y="5"/>
                    <a:pt x="21" y="8"/>
                    <a:pt x="22" y="11"/>
                  </a:cubicBezTo>
                  <a:cubicBezTo>
                    <a:pt x="23" y="12"/>
                    <a:pt x="24" y="12"/>
                    <a:pt x="25" y="11"/>
                  </a:cubicBezTo>
                  <a:cubicBezTo>
                    <a:pt x="28" y="9"/>
                    <a:pt x="30" y="8"/>
                    <a:pt x="31" y="4"/>
                  </a:cubicBezTo>
                  <a:cubicBezTo>
                    <a:pt x="32" y="2"/>
                    <a:pt x="29" y="1"/>
                    <a:pt x="28" y="3"/>
                  </a:cubicBezTo>
                  <a:cubicBezTo>
                    <a:pt x="27" y="6"/>
                    <a:pt x="25" y="7"/>
                    <a:pt x="23" y="9"/>
                  </a:cubicBezTo>
                  <a:cubicBezTo>
                    <a:pt x="24" y="9"/>
                    <a:pt x="25" y="9"/>
                    <a:pt x="26" y="9"/>
                  </a:cubicBezTo>
                  <a:cubicBezTo>
                    <a:pt x="24" y="6"/>
                    <a:pt x="24" y="3"/>
                    <a:pt x="22" y="1"/>
                  </a:cubicBezTo>
                  <a:cubicBezTo>
                    <a:pt x="21" y="0"/>
                    <a:pt x="19" y="0"/>
                    <a:pt x="18" y="1"/>
                  </a:cubicBezTo>
                  <a:cubicBezTo>
                    <a:pt x="18" y="3"/>
                    <a:pt x="17" y="5"/>
                    <a:pt x="16" y="7"/>
                  </a:cubicBezTo>
                  <a:cubicBezTo>
                    <a:pt x="16" y="7"/>
                    <a:pt x="13" y="3"/>
                    <a:pt x="13" y="2"/>
                  </a:cubicBezTo>
                  <a:cubicBezTo>
                    <a:pt x="12" y="1"/>
                    <a:pt x="11" y="1"/>
                    <a:pt x="10" y="2"/>
                  </a:cubicBezTo>
                  <a:cubicBezTo>
                    <a:pt x="9" y="4"/>
                    <a:pt x="9" y="5"/>
                    <a:pt x="9" y="7"/>
                  </a:cubicBezTo>
                  <a:cubicBezTo>
                    <a:pt x="8" y="8"/>
                    <a:pt x="8" y="9"/>
                    <a:pt x="8" y="11"/>
                  </a:cubicBezTo>
                  <a:cubicBezTo>
                    <a:pt x="8" y="11"/>
                    <a:pt x="4" y="8"/>
                    <a:pt x="4" y="8"/>
                  </a:cubicBezTo>
                  <a:cubicBezTo>
                    <a:pt x="3" y="6"/>
                    <a:pt x="0" y="7"/>
                    <a:pt x="1"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7" name="Freeform 6985">
              <a:extLst>
                <a:ext uri="{FF2B5EF4-FFF2-40B4-BE49-F238E27FC236}">
                  <a16:creationId xmlns:a16="http://schemas.microsoft.com/office/drawing/2014/main" id="{6A6D7195-40DD-444B-B4E3-9707F269F1CD}"/>
                </a:ext>
              </a:extLst>
            </p:cNvPr>
            <p:cNvSpPr>
              <a:spLocks/>
            </p:cNvSpPr>
            <p:nvPr/>
          </p:nvSpPr>
          <p:spPr bwMode="auto">
            <a:xfrm>
              <a:off x="2195513" y="6505575"/>
              <a:ext cx="333375" cy="361950"/>
            </a:xfrm>
            <a:custGeom>
              <a:avLst/>
              <a:gdLst>
                <a:gd name="T0" fmla="*/ 2 w 35"/>
                <a:gd name="T1" fmla="*/ 5 h 38"/>
                <a:gd name="T2" fmla="*/ 2 w 35"/>
                <a:gd name="T3" fmla="*/ 25 h 38"/>
                <a:gd name="T4" fmla="*/ 14 w 35"/>
                <a:gd name="T5" fmla="*/ 37 h 38"/>
                <a:gd name="T6" fmla="*/ 31 w 35"/>
                <a:gd name="T7" fmla="*/ 30 h 38"/>
                <a:gd name="T8" fmla="*/ 31 w 35"/>
                <a:gd name="T9" fmla="*/ 2 h 38"/>
                <a:gd name="T10" fmla="*/ 28 w 35"/>
                <a:gd name="T11" fmla="*/ 2 h 38"/>
                <a:gd name="T12" fmla="*/ 29 w 35"/>
                <a:gd name="T13" fmla="*/ 23 h 38"/>
                <a:gd name="T14" fmla="*/ 14 w 35"/>
                <a:gd name="T15" fmla="*/ 33 h 38"/>
                <a:gd name="T16" fmla="*/ 5 w 35"/>
                <a:gd name="T17" fmla="*/ 20 h 38"/>
                <a:gd name="T18" fmla="*/ 4 w 35"/>
                <a:gd name="T19" fmla="*/ 5 h 38"/>
                <a:gd name="T20" fmla="*/ 2 w 35"/>
                <a:gd name="T21"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8">
                  <a:moveTo>
                    <a:pt x="2" y="5"/>
                  </a:moveTo>
                  <a:cubicBezTo>
                    <a:pt x="0" y="11"/>
                    <a:pt x="1" y="19"/>
                    <a:pt x="2" y="25"/>
                  </a:cubicBezTo>
                  <a:cubicBezTo>
                    <a:pt x="4" y="32"/>
                    <a:pt x="7" y="35"/>
                    <a:pt x="14" y="37"/>
                  </a:cubicBezTo>
                  <a:cubicBezTo>
                    <a:pt x="20" y="38"/>
                    <a:pt x="28" y="36"/>
                    <a:pt x="31" y="30"/>
                  </a:cubicBezTo>
                  <a:cubicBezTo>
                    <a:pt x="35" y="22"/>
                    <a:pt x="32" y="10"/>
                    <a:pt x="31" y="2"/>
                  </a:cubicBezTo>
                  <a:cubicBezTo>
                    <a:pt x="30" y="0"/>
                    <a:pt x="28" y="0"/>
                    <a:pt x="28" y="2"/>
                  </a:cubicBezTo>
                  <a:cubicBezTo>
                    <a:pt x="28" y="9"/>
                    <a:pt x="30" y="16"/>
                    <a:pt x="29" y="23"/>
                  </a:cubicBezTo>
                  <a:cubicBezTo>
                    <a:pt x="29" y="31"/>
                    <a:pt x="22" y="34"/>
                    <a:pt x="14" y="33"/>
                  </a:cubicBezTo>
                  <a:cubicBezTo>
                    <a:pt x="7" y="32"/>
                    <a:pt x="6" y="26"/>
                    <a:pt x="5" y="20"/>
                  </a:cubicBezTo>
                  <a:cubicBezTo>
                    <a:pt x="4" y="15"/>
                    <a:pt x="4" y="10"/>
                    <a:pt x="4" y="5"/>
                  </a:cubicBezTo>
                  <a:cubicBezTo>
                    <a:pt x="4" y="4"/>
                    <a:pt x="2" y="4"/>
                    <a:pt x="2"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8" name="Freeform 6986">
              <a:extLst>
                <a:ext uri="{FF2B5EF4-FFF2-40B4-BE49-F238E27FC236}">
                  <a16:creationId xmlns:a16="http://schemas.microsoft.com/office/drawing/2014/main" id="{F8954EB5-997C-4654-A28F-D4518B5BEBB2}"/>
                </a:ext>
              </a:extLst>
            </p:cNvPr>
            <p:cNvSpPr>
              <a:spLocks/>
            </p:cNvSpPr>
            <p:nvPr/>
          </p:nvSpPr>
          <p:spPr bwMode="auto">
            <a:xfrm>
              <a:off x="2214563" y="6696075"/>
              <a:ext cx="285750" cy="104775"/>
            </a:xfrm>
            <a:custGeom>
              <a:avLst/>
              <a:gdLst>
                <a:gd name="T0" fmla="*/ 1 w 30"/>
                <a:gd name="T1" fmla="*/ 7 h 11"/>
                <a:gd name="T2" fmla="*/ 14 w 30"/>
                <a:gd name="T3" fmla="*/ 11 h 11"/>
                <a:gd name="T4" fmla="*/ 29 w 30"/>
                <a:gd name="T5" fmla="*/ 4 h 11"/>
                <a:gd name="T6" fmla="*/ 26 w 30"/>
                <a:gd name="T7" fmla="*/ 1 h 11"/>
                <a:gd name="T8" fmla="*/ 15 w 30"/>
                <a:gd name="T9" fmla="*/ 7 h 11"/>
                <a:gd name="T10" fmla="*/ 2 w 30"/>
                <a:gd name="T11" fmla="*/ 5 h 11"/>
                <a:gd name="T12" fmla="*/ 1 w 30"/>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1" y="7"/>
                  </a:moveTo>
                  <a:cubicBezTo>
                    <a:pt x="4" y="10"/>
                    <a:pt x="10" y="11"/>
                    <a:pt x="14" y="11"/>
                  </a:cubicBezTo>
                  <a:cubicBezTo>
                    <a:pt x="20" y="10"/>
                    <a:pt x="25" y="8"/>
                    <a:pt x="29" y="4"/>
                  </a:cubicBezTo>
                  <a:cubicBezTo>
                    <a:pt x="30" y="2"/>
                    <a:pt x="27" y="0"/>
                    <a:pt x="26" y="1"/>
                  </a:cubicBezTo>
                  <a:cubicBezTo>
                    <a:pt x="23" y="4"/>
                    <a:pt x="19" y="6"/>
                    <a:pt x="15" y="7"/>
                  </a:cubicBezTo>
                  <a:cubicBezTo>
                    <a:pt x="10" y="8"/>
                    <a:pt x="6" y="5"/>
                    <a:pt x="2" y="5"/>
                  </a:cubicBezTo>
                  <a:cubicBezTo>
                    <a:pt x="1" y="5"/>
                    <a:pt x="0" y="6"/>
                    <a:pt x="1"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39" name="Freeform 6987">
              <a:extLst>
                <a:ext uri="{FF2B5EF4-FFF2-40B4-BE49-F238E27FC236}">
                  <a16:creationId xmlns:a16="http://schemas.microsoft.com/office/drawing/2014/main" id="{2F471CA8-82B2-4578-B7E2-92B419AA9EAB}"/>
                </a:ext>
              </a:extLst>
            </p:cNvPr>
            <p:cNvSpPr>
              <a:spLocks/>
            </p:cNvSpPr>
            <p:nvPr/>
          </p:nvSpPr>
          <p:spPr bwMode="auto">
            <a:xfrm>
              <a:off x="2214563" y="6619875"/>
              <a:ext cx="285750" cy="104775"/>
            </a:xfrm>
            <a:custGeom>
              <a:avLst/>
              <a:gdLst>
                <a:gd name="T0" fmla="*/ 1 w 30"/>
                <a:gd name="T1" fmla="*/ 7 h 11"/>
                <a:gd name="T2" fmla="*/ 14 w 30"/>
                <a:gd name="T3" fmla="*/ 11 h 11"/>
                <a:gd name="T4" fmla="*/ 29 w 30"/>
                <a:gd name="T5" fmla="*/ 4 h 11"/>
                <a:gd name="T6" fmla="*/ 26 w 30"/>
                <a:gd name="T7" fmla="*/ 1 h 11"/>
                <a:gd name="T8" fmla="*/ 15 w 30"/>
                <a:gd name="T9" fmla="*/ 7 h 11"/>
                <a:gd name="T10" fmla="*/ 2 w 30"/>
                <a:gd name="T11" fmla="*/ 5 h 11"/>
                <a:gd name="T12" fmla="*/ 1 w 30"/>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1" y="7"/>
                  </a:moveTo>
                  <a:cubicBezTo>
                    <a:pt x="4" y="10"/>
                    <a:pt x="10" y="11"/>
                    <a:pt x="14" y="11"/>
                  </a:cubicBezTo>
                  <a:cubicBezTo>
                    <a:pt x="20" y="11"/>
                    <a:pt x="25" y="8"/>
                    <a:pt x="29" y="4"/>
                  </a:cubicBezTo>
                  <a:cubicBezTo>
                    <a:pt x="30" y="2"/>
                    <a:pt x="27" y="0"/>
                    <a:pt x="26" y="1"/>
                  </a:cubicBezTo>
                  <a:cubicBezTo>
                    <a:pt x="23" y="5"/>
                    <a:pt x="19" y="7"/>
                    <a:pt x="15" y="7"/>
                  </a:cubicBezTo>
                  <a:cubicBezTo>
                    <a:pt x="10" y="8"/>
                    <a:pt x="6" y="5"/>
                    <a:pt x="2" y="5"/>
                  </a:cubicBezTo>
                  <a:cubicBezTo>
                    <a:pt x="1" y="5"/>
                    <a:pt x="0" y="6"/>
                    <a:pt x="1"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0" name="Freeform 6988">
              <a:extLst>
                <a:ext uri="{FF2B5EF4-FFF2-40B4-BE49-F238E27FC236}">
                  <a16:creationId xmlns:a16="http://schemas.microsoft.com/office/drawing/2014/main" id="{B2623F39-8A69-4568-8A8B-6C560AE72920}"/>
                </a:ext>
              </a:extLst>
            </p:cNvPr>
            <p:cNvSpPr>
              <a:spLocks/>
            </p:cNvSpPr>
            <p:nvPr/>
          </p:nvSpPr>
          <p:spPr bwMode="auto">
            <a:xfrm>
              <a:off x="2157413" y="6229350"/>
              <a:ext cx="161925" cy="333375"/>
            </a:xfrm>
            <a:custGeom>
              <a:avLst/>
              <a:gdLst>
                <a:gd name="T0" fmla="*/ 1 w 17"/>
                <a:gd name="T1" fmla="*/ 3 h 35"/>
                <a:gd name="T2" fmla="*/ 14 w 17"/>
                <a:gd name="T3" fmla="*/ 33 h 35"/>
                <a:gd name="T4" fmla="*/ 17 w 17"/>
                <a:gd name="T5" fmla="*/ 32 h 35"/>
                <a:gd name="T6" fmla="*/ 3 w 17"/>
                <a:gd name="T7" fmla="*/ 1 h 35"/>
                <a:gd name="T8" fmla="*/ 1 w 17"/>
                <a:gd name="T9" fmla="*/ 3 h 35"/>
              </a:gdLst>
              <a:ahLst/>
              <a:cxnLst>
                <a:cxn ang="0">
                  <a:pos x="T0" y="T1"/>
                </a:cxn>
                <a:cxn ang="0">
                  <a:pos x="T2" y="T3"/>
                </a:cxn>
                <a:cxn ang="0">
                  <a:pos x="T4" y="T5"/>
                </a:cxn>
                <a:cxn ang="0">
                  <a:pos x="T6" y="T7"/>
                </a:cxn>
                <a:cxn ang="0">
                  <a:pos x="T8" y="T9"/>
                </a:cxn>
              </a:cxnLst>
              <a:rect l="0" t="0" r="r" b="b"/>
              <a:pathLst>
                <a:path w="17" h="35">
                  <a:moveTo>
                    <a:pt x="1" y="3"/>
                  </a:moveTo>
                  <a:cubicBezTo>
                    <a:pt x="7" y="12"/>
                    <a:pt x="10" y="23"/>
                    <a:pt x="14" y="33"/>
                  </a:cubicBezTo>
                  <a:cubicBezTo>
                    <a:pt x="15" y="35"/>
                    <a:pt x="17" y="34"/>
                    <a:pt x="17" y="32"/>
                  </a:cubicBezTo>
                  <a:cubicBezTo>
                    <a:pt x="13" y="22"/>
                    <a:pt x="10" y="10"/>
                    <a:pt x="3" y="1"/>
                  </a:cubicBezTo>
                  <a:cubicBezTo>
                    <a:pt x="2" y="0"/>
                    <a:pt x="0" y="2"/>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1" name="Freeform 6989">
              <a:extLst>
                <a:ext uri="{FF2B5EF4-FFF2-40B4-BE49-F238E27FC236}">
                  <a16:creationId xmlns:a16="http://schemas.microsoft.com/office/drawing/2014/main" id="{1078A3AC-D336-497E-839B-A75535850CBA}"/>
                </a:ext>
              </a:extLst>
            </p:cNvPr>
            <p:cNvSpPr>
              <a:spLocks/>
            </p:cNvSpPr>
            <p:nvPr/>
          </p:nvSpPr>
          <p:spPr bwMode="auto">
            <a:xfrm>
              <a:off x="2357438" y="6191250"/>
              <a:ext cx="104775" cy="361950"/>
            </a:xfrm>
            <a:custGeom>
              <a:avLst/>
              <a:gdLst>
                <a:gd name="T0" fmla="*/ 8 w 11"/>
                <a:gd name="T1" fmla="*/ 1 h 38"/>
                <a:gd name="T2" fmla="*/ 0 w 11"/>
                <a:gd name="T3" fmla="*/ 36 h 38"/>
                <a:gd name="T4" fmla="*/ 3 w 11"/>
                <a:gd name="T5" fmla="*/ 37 h 38"/>
                <a:gd name="T6" fmla="*/ 11 w 11"/>
                <a:gd name="T7" fmla="*/ 2 h 38"/>
                <a:gd name="T8" fmla="*/ 8 w 11"/>
                <a:gd name="T9" fmla="*/ 1 h 38"/>
              </a:gdLst>
              <a:ahLst/>
              <a:cxnLst>
                <a:cxn ang="0">
                  <a:pos x="T0" y="T1"/>
                </a:cxn>
                <a:cxn ang="0">
                  <a:pos x="T2" y="T3"/>
                </a:cxn>
                <a:cxn ang="0">
                  <a:pos x="T4" y="T5"/>
                </a:cxn>
                <a:cxn ang="0">
                  <a:pos x="T6" y="T7"/>
                </a:cxn>
                <a:cxn ang="0">
                  <a:pos x="T8" y="T9"/>
                </a:cxn>
              </a:cxnLst>
              <a:rect l="0" t="0" r="r" b="b"/>
              <a:pathLst>
                <a:path w="11" h="38">
                  <a:moveTo>
                    <a:pt x="8" y="1"/>
                  </a:moveTo>
                  <a:cubicBezTo>
                    <a:pt x="5" y="12"/>
                    <a:pt x="1" y="24"/>
                    <a:pt x="0" y="36"/>
                  </a:cubicBezTo>
                  <a:cubicBezTo>
                    <a:pt x="0" y="38"/>
                    <a:pt x="2" y="38"/>
                    <a:pt x="3" y="37"/>
                  </a:cubicBezTo>
                  <a:cubicBezTo>
                    <a:pt x="6" y="25"/>
                    <a:pt x="9" y="13"/>
                    <a:pt x="11" y="2"/>
                  </a:cubicBezTo>
                  <a:cubicBezTo>
                    <a:pt x="11" y="0"/>
                    <a:pt x="9" y="0"/>
                    <a:pt x="8"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2" name="Freeform 6990">
              <a:extLst>
                <a:ext uri="{FF2B5EF4-FFF2-40B4-BE49-F238E27FC236}">
                  <a16:creationId xmlns:a16="http://schemas.microsoft.com/office/drawing/2014/main" id="{620FBC41-8EEC-4C09-B177-3BD20F0F4E97}"/>
                </a:ext>
              </a:extLst>
            </p:cNvPr>
            <p:cNvSpPr>
              <a:spLocks/>
            </p:cNvSpPr>
            <p:nvPr/>
          </p:nvSpPr>
          <p:spPr bwMode="auto">
            <a:xfrm>
              <a:off x="2233613" y="5734050"/>
              <a:ext cx="57150" cy="133350"/>
            </a:xfrm>
            <a:custGeom>
              <a:avLst/>
              <a:gdLst>
                <a:gd name="T0" fmla="*/ 6 w 6"/>
                <a:gd name="T1" fmla="*/ 12 h 14"/>
                <a:gd name="T2" fmla="*/ 4 w 6"/>
                <a:gd name="T3" fmla="*/ 2 h 14"/>
                <a:gd name="T4" fmla="*/ 1 w 6"/>
                <a:gd name="T5" fmla="*/ 3 h 14"/>
                <a:gd name="T6" fmla="*/ 2 w 6"/>
                <a:gd name="T7" fmla="*/ 13 h 14"/>
                <a:gd name="T8" fmla="*/ 6 w 6"/>
                <a:gd name="T9" fmla="*/ 12 h 14"/>
              </a:gdLst>
              <a:ahLst/>
              <a:cxnLst>
                <a:cxn ang="0">
                  <a:pos x="T0" y="T1"/>
                </a:cxn>
                <a:cxn ang="0">
                  <a:pos x="T2" y="T3"/>
                </a:cxn>
                <a:cxn ang="0">
                  <a:pos x="T4" y="T5"/>
                </a:cxn>
                <a:cxn ang="0">
                  <a:pos x="T6" y="T7"/>
                </a:cxn>
                <a:cxn ang="0">
                  <a:pos x="T8" y="T9"/>
                </a:cxn>
              </a:cxnLst>
              <a:rect l="0" t="0" r="r" b="b"/>
              <a:pathLst>
                <a:path w="6" h="14">
                  <a:moveTo>
                    <a:pt x="6" y="12"/>
                  </a:moveTo>
                  <a:cubicBezTo>
                    <a:pt x="6" y="9"/>
                    <a:pt x="5" y="5"/>
                    <a:pt x="4" y="2"/>
                  </a:cubicBezTo>
                  <a:cubicBezTo>
                    <a:pt x="4" y="0"/>
                    <a:pt x="0" y="1"/>
                    <a:pt x="1" y="3"/>
                  </a:cubicBezTo>
                  <a:cubicBezTo>
                    <a:pt x="1" y="6"/>
                    <a:pt x="2" y="9"/>
                    <a:pt x="2" y="13"/>
                  </a:cubicBezTo>
                  <a:cubicBezTo>
                    <a:pt x="3" y="14"/>
                    <a:pt x="5" y="14"/>
                    <a:pt x="6" y="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3" name="Freeform 6991">
              <a:extLst>
                <a:ext uri="{FF2B5EF4-FFF2-40B4-BE49-F238E27FC236}">
                  <a16:creationId xmlns:a16="http://schemas.microsoft.com/office/drawing/2014/main" id="{1C5763C9-F0F6-4394-B625-B79CAE774EA6}"/>
                </a:ext>
              </a:extLst>
            </p:cNvPr>
            <p:cNvSpPr>
              <a:spLocks/>
            </p:cNvSpPr>
            <p:nvPr/>
          </p:nvSpPr>
          <p:spPr bwMode="auto">
            <a:xfrm>
              <a:off x="2452688" y="5781675"/>
              <a:ext cx="95250" cy="133350"/>
            </a:xfrm>
            <a:custGeom>
              <a:avLst/>
              <a:gdLst>
                <a:gd name="T0" fmla="*/ 3 w 10"/>
                <a:gd name="T1" fmla="*/ 13 h 14"/>
                <a:gd name="T2" fmla="*/ 6 w 10"/>
                <a:gd name="T3" fmla="*/ 8 h 14"/>
                <a:gd name="T4" fmla="*/ 9 w 10"/>
                <a:gd name="T5" fmla="*/ 3 h 14"/>
                <a:gd name="T6" fmla="*/ 6 w 10"/>
                <a:gd name="T7" fmla="*/ 1 h 14"/>
                <a:gd name="T8" fmla="*/ 4 w 10"/>
                <a:gd name="T9" fmla="*/ 6 h 14"/>
                <a:gd name="T10" fmla="*/ 1 w 10"/>
                <a:gd name="T11" fmla="*/ 11 h 14"/>
                <a:gd name="T12" fmla="*/ 3 w 10"/>
                <a:gd name="T13" fmla="*/ 13 h 14"/>
              </a:gdLst>
              <a:ahLst/>
              <a:cxnLst>
                <a:cxn ang="0">
                  <a:pos x="T0" y="T1"/>
                </a:cxn>
                <a:cxn ang="0">
                  <a:pos x="T2" y="T3"/>
                </a:cxn>
                <a:cxn ang="0">
                  <a:pos x="T4" y="T5"/>
                </a:cxn>
                <a:cxn ang="0">
                  <a:pos x="T6" y="T7"/>
                </a:cxn>
                <a:cxn ang="0">
                  <a:pos x="T8" y="T9"/>
                </a:cxn>
                <a:cxn ang="0">
                  <a:pos x="T10" y="T11"/>
                </a:cxn>
                <a:cxn ang="0">
                  <a:pos x="T12" y="T13"/>
                </a:cxn>
              </a:cxnLst>
              <a:rect l="0" t="0" r="r" b="b"/>
              <a:pathLst>
                <a:path w="10" h="14">
                  <a:moveTo>
                    <a:pt x="3" y="13"/>
                  </a:moveTo>
                  <a:cubicBezTo>
                    <a:pt x="5" y="12"/>
                    <a:pt x="6" y="10"/>
                    <a:pt x="6" y="8"/>
                  </a:cubicBezTo>
                  <a:cubicBezTo>
                    <a:pt x="7" y="7"/>
                    <a:pt x="8" y="5"/>
                    <a:pt x="9" y="3"/>
                  </a:cubicBezTo>
                  <a:cubicBezTo>
                    <a:pt x="10" y="2"/>
                    <a:pt x="8" y="0"/>
                    <a:pt x="6" y="1"/>
                  </a:cubicBezTo>
                  <a:cubicBezTo>
                    <a:pt x="5" y="3"/>
                    <a:pt x="4" y="5"/>
                    <a:pt x="4" y="6"/>
                  </a:cubicBezTo>
                  <a:cubicBezTo>
                    <a:pt x="3" y="8"/>
                    <a:pt x="2" y="10"/>
                    <a:pt x="1" y="11"/>
                  </a:cubicBezTo>
                  <a:cubicBezTo>
                    <a:pt x="0" y="13"/>
                    <a:pt x="2" y="14"/>
                    <a:pt x="3"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4" name="Freeform 6992">
              <a:extLst>
                <a:ext uri="{FF2B5EF4-FFF2-40B4-BE49-F238E27FC236}">
                  <a16:creationId xmlns:a16="http://schemas.microsoft.com/office/drawing/2014/main" id="{FAB2ABDD-7AF5-4750-8AEF-816D94C70F2B}"/>
                </a:ext>
              </a:extLst>
            </p:cNvPr>
            <p:cNvSpPr>
              <a:spLocks/>
            </p:cNvSpPr>
            <p:nvPr/>
          </p:nvSpPr>
          <p:spPr bwMode="auto">
            <a:xfrm>
              <a:off x="2614613" y="5943600"/>
              <a:ext cx="133350" cy="114300"/>
            </a:xfrm>
            <a:custGeom>
              <a:avLst/>
              <a:gdLst>
                <a:gd name="T0" fmla="*/ 4 w 14"/>
                <a:gd name="T1" fmla="*/ 10 h 12"/>
                <a:gd name="T2" fmla="*/ 12 w 14"/>
                <a:gd name="T3" fmla="*/ 4 h 12"/>
                <a:gd name="T4" fmla="*/ 11 w 14"/>
                <a:gd name="T5" fmla="*/ 1 h 12"/>
                <a:gd name="T6" fmla="*/ 2 w 14"/>
                <a:gd name="T7" fmla="*/ 7 h 12"/>
                <a:gd name="T8" fmla="*/ 4 w 14"/>
                <a:gd name="T9" fmla="*/ 10 h 12"/>
              </a:gdLst>
              <a:ahLst/>
              <a:cxnLst>
                <a:cxn ang="0">
                  <a:pos x="T0" y="T1"/>
                </a:cxn>
                <a:cxn ang="0">
                  <a:pos x="T2" y="T3"/>
                </a:cxn>
                <a:cxn ang="0">
                  <a:pos x="T4" y="T5"/>
                </a:cxn>
                <a:cxn ang="0">
                  <a:pos x="T6" y="T7"/>
                </a:cxn>
                <a:cxn ang="0">
                  <a:pos x="T8" y="T9"/>
                </a:cxn>
              </a:cxnLst>
              <a:rect l="0" t="0" r="r" b="b"/>
              <a:pathLst>
                <a:path w="14" h="12">
                  <a:moveTo>
                    <a:pt x="4" y="10"/>
                  </a:moveTo>
                  <a:cubicBezTo>
                    <a:pt x="7" y="8"/>
                    <a:pt x="9" y="5"/>
                    <a:pt x="12" y="4"/>
                  </a:cubicBezTo>
                  <a:cubicBezTo>
                    <a:pt x="14" y="3"/>
                    <a:pt x="13" y="0"/>
                    <a:pt x="11" y="1"/>
                  </a:cubicBezTo>
                  <a:cubicBezTo>
                    <a:pt x="7" y="2"/>
                    <a:pt x="5" y="5"/>
                    <a:pt x="2" y="7"/>
                  </a:cubicBezTo>
                  <a:cubicBezTo>
                    <a:pt x="0" y="9"/>
                    <a:pt x="3" y="12"/>
                    <a:pt x="4"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5" name="Freeform 6993">
              <a:extLst>
                <a:ext uri="{FF2B5EF4-FFF2-40B4-BE49-F238E27FC236}">
                  <a16:creationId xmlns:a16="http://schemas.microsoft.com/office/drawing/2014/main" id="{38C64C35-4DA4-413D-98F1-3718120187DF}"/>
                </a:ext>
              </a:extLst>
            </p:cNvPr>
            <p:cNvSpPr>
              <a:spLocks/>
            </p:cNvSpPr>
            <p:nvPr/>
          </p:nvSpPr>
          <p:spPr bwMode="auto">
            <a:xfrm>
              <a:off x="2681288" y="6238875"/>
              <a:ext cx="133350" cy="57150"/>
            </a:xfrm>
            <a:custGeom>
              <a:avLst/>
              <a:gdLst>
                <a:gd name="T0" fmla="*/ 2 w 14"/>
                <a:gd name="T1" fmla="*/ 4 h 6"/>
                <a:gd name="T2" fmla="*/ 11 w 14"/>
                <a:gd name="T3" fmla="*/ 6 h 6"/>
                <a:gd name="T4" fmla="*/ 12 w 14"/>
                <a:gd name="T5" fmla="*/ 3 h 6"/>
                <a:gd name="T6" fmla="*/ 4 w 14"/>
                <a:gd name="T7" fmla="*/ 0 h 6"/>
                <a:gd name="T8" fmla="*/ 2 w 14"/>
                <a:gd name="T9" fmla="*/ 4 h 6"/>
              </a:gdLst>
              <a:ahLst/>
              <a:cxnLst>
                <a:cxn ang="0">
                  <a:pos x="T0" y="T1"/>
                </a:cxn>
                <a:cxn ang="0">
                  <a:pos x="T2" y="T3"/>
                </a:cxn>
                <a:cxn ang="0">
                  <a:pos x="T4" y="T5"/>
                </a:cxn>
                <a:cxn ang="0">
                  <a:pos x="T6" y="T7"/>
                </a:cxn>
                <a:cxn ang="0">
                  <a:pos x="T8" y="T9"/>
                </a:cxn>
              </a:cxnLst>
              <a:rect l="0" t="0" r="r" b="b"/>
              <a:pathLst>
                <a:path w="14" h="6">
                  <a:moveTo>
                    <a:pt x="2" y="4"/>
                  </a:moveTo>
                  <a:cubicBezTo>
                    <a:pt x="5" y="4"/>
                    <a:pt x="8" y="6"/>
                    <a:pt x="11" y="6"/>
                  </a:cubicBezTo>
                  <a:cubicBezTo>
                    <a:pt x="13" y="6"/>
                    <a:pt x="14" y="3"/>
                    <a:pt x="12" y="3"/>
                  </a:cubicBezTo>
                  <a:cubicBezTo>
                    <a:pt x="9" y="2"/>
                    <a:pt x="6" y="1"/>
                    <a:pt x="4" y="0"/>
                  </a:cubicBezTo>
                  <a:cubicBezTo>
                    <a:pt x="1" y="0"/>
                    <a:pt x="0" y="3"/>
                    <a:pt x="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6" name="Freeform 6994">
              <a:extLst>
                <a:ext uri="{FF2B5EF4-FFF2-40B4-BE49-F238E27FC236}">
                  <a16:creationId xmlns:a16="http://schemas.microsoft.com/office/drawing/2014/main" id="{FA6C0D1F-2205-447D-9C9E-4FA4639FA696}"/>
                </a:ext>
              </a:extLst>
            </p:cNvPr>
            <p:cNvSpPr>
              <a:spLocks/>
            </p:cNvSpPr>
            <p:nvPr/>
          </p:nvSpPr>
          <p:spPr bwMode="auto">
            <a:xfrm>
              <a:off x="2595563" y="6457950"/>
              <a:ext cx="104775" cy="85725"/>
            </a:xfrm>
            <a:custGeom>
              <a:avLst/>
              <a:gdLst>
                <a:gd name="T0" fmla="*/ 1 w 11"/>
                <a:gd name="T1" fmla="*/ 3 h 9"/>
                <a:gd name="T2" fmla="*/ 4 w 11"/>
                <a:gd name="T3" fmla="*/ 6 h 9"/>
                <a:gd name="T4" fmla="*/ 7 w 11"/>
                <a:gd name="T5" fmla="*/ 8 h 9"/>
                <a:gd name="T6" fmla="*/ 9 w 11"/>
                <a:gd name="T7" fmla="*/ 5 h 9"/>
                <a:gd name="T8" fmla="*/ 6 w 11"/>
                <a:gd name="T9" fmla="*/ 3 h 9"/>
                <a:gd name="T10" fmla="*/ 3 w 11"/>
                <a:gd name="T11" fmla="*/ 0 h 9"/>
                <a:gd name="T12" fmla="*/ 1 w 11"/>
                <a:gd name="T13" fmla="*/ 1 h 9"/>
                <a:gd name="T14" fmla="*/ 1 w 11"/>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1" y="3"/>
                  </a:moveTo>
                  <a:cubicBezTo>
                    <a:pt x="2" y="4"/>
                    <a:pt x="3" y="5"/>
                    <a:pt x="4" y="6"/>
                  </a:cubicBezTo>
                  <a:cubicBezTo>
                    <a:pt x="5" y="7"/>
                    <a:pt x="6" y="7"/>
                    <a:pt x="7" y="8"/>
                  </a:cubicBezTo>
                  <a:cubicBezTo>
                    <a:pt x="9" y="9"/>
                    <a:pt x="11" y="6"/>
                    <a:pt x="9" y="5"/>
                  </a:cubicBezTo>
                  <a:cubicBezTo>
                    <a:pt x="8" y="4"/>
                    <a:pt x="7" y="3"/>
                    <a:pt x="6" y="3"/>
                  </a:cubicBezTo>
                  <a:cubicBezTo>
                    <a:pt x="5" y="2"/>
                    <a:pt x="4" y="1"/>
                    <a:pt x="3" y="0"/>
                  </a:cubicBezTo>
                  <a:cubicBezTo>
                    <a:pt x="2" y="0"/>
                    <a:pt x="1" y="0"/>
                    <a:pt x="1" y="1"/>
                  </a:cubicBezTo>
                  <a:cubicBezTo>
                    <a:pt x="0" y="2"/>
                    <a:pt x="0"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7" name="Freeform 6995">
              <a:extLst>
                <a:ext uri="{FF2B5EF4-FFF2-40B4-BE49-F238E27FC236}">
                  <a16:creationId xmlns:a16="http://schemas.microsoft.com/office/drawing/2014/main" id="{3448325B-7E44-46D5-897D-E82BB5ABC4D0}"/>
                </a:ext>
              </a:extLst>
            </p:cNvPr>
            <p:cNvSpPr>
              <a:spLocks/>
            </p:cNvSpPr>
            <p:nvPr/>
          </p:nvSpPr>
          <p:spPr bwMode="auto">
            <a:xfrm>
              <a:off x="1938338" y="5848350"/>
              <a:ext cx="104775" cy="123825"/>
            </a:xfrm>
            <a:custGeom>
              <a:avLst/>
              <a:gdLst>
                <a:gd name="T0" fmla="*/ 10 w 11"/>
                <a:gd name="T1" fmla="*/ 9 h 13"/>
                <a:gd name="T2" fmla="*/ 4 w 11"/>
                <a:gd name="T3" fmla="*/ 2 h 13"/>
                <a:gd name="T4" fmla="*/ 1 w 11"/>
                <a:gd name="T5" fmla="*/ 4 h 13"/>
                <a:gd name="T6" fmla="*/ 8 w 11"/>
                <a:gd name="T7" fmla="*/ 12 h 13"/>
                <a:gd name="T8" fmla="*/ 10 w 11"/>
                <a:gd name="T9" fmla="*/ 9 h 13"/>
              </a:gdLst>
              <a:ahLst/>
              <a:cxnLst>
                <a:cxn ang="0">
                  <a:pos x="T0" y="T1"/>
                </a:cxn>
                <a:cxn ang="0">
                  <a:pos x="T2" y="T3"/>
                </a:cxn>
                <a:cxn ang="0">
                  <a:pos x="T4" y="T5"/>
                </a:cxn>
                <a:cxn ang="0">
                  <a:pos x="T6" y="T7"/>
                </a:cxn>
                <a:cxn ang="0">
                  <a:pos x="T8" y="T9"/>
                </a:cxn>
              </a:cxnLst>
              <a:rect l="0" t="0" r="r" b="b"/>
              <a:pathLst>
                <a:path w="11" h="13">
                  <a:moveTo>
                    <a:pt x="10" y="9"/>
                  </a:moveTo>
                  <a:cubicBezTo>
                    <a:pt x="8" y="7"/>
                    <a:pt x="6" y="5"/>
                    <a:pt x="4" y="2"/>
                  </a:cubicBezTo>
                  <a:cubicBezTo>
                    <a:pt x="3" y="0"/>
                    <a:pt x="0" y="2"/>
                    <a:pt x="1" y="4"/>
                  </a:cubicBezTo>
                  <a:cubicBezTo>
                    <a:pt x="3" y="7"/>
                    <a:pt x="5" y="10"/>
                    <a:pt x="8" y="12"/>
                  </a:cubicBezTo>
                  <a:cubicBezTo>
                    <a:pt x="9" y="13"/>
                    <a:pt x="11" y="11"/>
                    <a:pt x="10"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8" name="Freeform 6996">
              <a:extLst>
                <a:ext uri="{FF2B5EF4-FFF2-40B4-BE49-F238E27FC236}">
                  <a16:creationId xmlns:a16="http://schemas.microsoft.com/office/drawing/2014/main" id="{0963E680-8732-41C8-8168-FCC3686C862B}"/>
                </a:ext>
              </a:extLst>
            </p:cNvPr>
            <p:cNvSpPr>
              <a:spLocks/>
            </p:cNvSpPr>
            <p:nvPr/>
          </p:nvSpPr>
          <p:spPr bwMode="auto">
            <a:xfrm>
              <a:off x="1804988" y="6105525"/>
              <a:ext cx="133350" cy="66675"/>
            </a:xfrm>
            <a:custGeom>
              <a:avLst/>
              <a:gdLst>
                <a:gd name="T0" fmla="*/ 11 w 14"/>
                <a:gd name="T1" fmla="*/ 3 h 7"/>
                <a:gd name="T2" fmla="*/ 4 w 14"/>
                <a:gd name="T3" fmla="*/ 1 h 7"/>
                <a:gd name="T4" fmla="*/ 2 w 14"/>
                <a:gd name="T5" fmla="*/ 4 h 7"/>
                <a:gd name="T6" fmla="*/ 11 w 14"/>
                <a:gd name="T7" fmla="*/ 7 h 7"/>
                <a:gd name="T8" fmla="*/ 11 w 14"/>
                <a:gd name="T9" fmla="*/ 3 h 7"/>
              </a:gdLst>
              <a:ahLst/>
              <a:cxnLst>
                <a:cxn ang="0">
                  <a:pos x="T0" y="T1"/>
                </a:cxn>
                <a:cxn ang="0">
                  <a:pos x="T2" y="T3"/>
                </a:cxn>
                <a:cxn ang="0">
                  <a:pos x="T4" y="T5"/>
                </a:cxn>
                <a:cxn ang="0">
                  <a:pos x="T6" y="T7"/>
                </a:cxn>
                <a:cxn ang="0">
                  <a:pos x="T8" y="T9"/>
                </a:cxn>
              </a:cxnLst>
              <a:rect l="0" t="0" r="r" b="b"/>
              <a:pathLst>
                <a:path w="14" h="7">
                  <a:moveTo>
                    <a:pt x="11" y="3"/>
                  </a:moveTo>
                  <a:cubicBezTo>
                    <a:pt x="8" y="3"/>
                    <a:pt x="6" y="2"/>
                    <a:pt x="4" y="1"/>
                  </a:cubicBezTo>
                  <a:cubicBezTo>
                    <a:pt x="1" y="0"/>
                    <a:pt x="0" y="4"/>
                    <a:pt x="2" y="4"/>
                  </a:cubicBezTo>
                  <a:cubicBezTo>
                    <a:pt x="5" y="6"/>
                    <a:pt x="8" y="7"/>
                    <a:pt x="11" y="7"/>
                  </a:cubicBezTo>
                  <a:cubicBezTo>
                    <a:pt x="13" y="7"/>
                    <a:pt x="14" y="3"/>
                    <a:pt x="1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49" name="Freeform 6997">
              <a:extLst>
                <a:ext uri="{FF2B5EF4-FFF2-40B4-BE49-F238E27FC236}">
                  <a16:creationId xmlns:a16="http://schemas.microsoft.com/office/drawing/2014/main" id="{1386A33A-5642-48F7-BE38-E04BEBF225F4}"/>
                </a:ext>
              </a:extLst>
            </p:cNvPr>
            <p:cNvSpPr>
              <a:spLocks/>
            </p:cNvSpPr>
            <p:nvPr/>
          </p:nvSpPr>
          <p:spPr bwMode="auto">
            <a:xfrm>
              <a:off x="1833563" y="6362700"/>
              <a:ext cx="123825" cy="66675"/>
            </a:xfrm>
            <a:custGeom>
              <a:avLst/>
              <a:gdLst>
                <a:gd name="T0" fmla="*/ 11 w 13"/>
                <a:gd name="T1" fmla="*/ 0 h 7"/>
                <a:gd name="T2" fmla="*/ 3 w 13"/>
                <a:gd name="T3" fmla="*/ 3 h 7"/>
                <a:gd name="T4" fmla="*/ 3 w 13"/>
                <a:gd name="T5" fmla="*/ 6 h 7"/>
                <a:gd name="T6" fmla="*/ 12 w 13"/>
                <a:gd name="T7" fmla="*/ 3 h 7"/>
                <a:gd name="T8" fmla="*/ 11 w 13"/>
                <a:gd name="T9" fmla="*/ 0 h 7"/>
              </a:gdLst>
              <a:ahLst/>
              <a:cxnLst>
                <a:cxn ang="0">
                  <a:pos x="T0" y="T1"/>
                </a:cxn>
                <a:cxn ang="0">
                  <a:pos x="T2" y="T3"/>
                </a:cxn>
                <a:cxn ang="0">
                  <a:pos x="T4" y="T5"/>
                </a:cxn>
                <a:cxn ang="0">
                  <a:pos x="T6" y="T7"/>
                </a:cxn>
                <a:cxn ang="0">
                  <a:pos x="T8" y="T9"/>
                </a:cxn>
              </a:cxnLst>
              <a:rect l="0" t="0" r="r" b="b"/>
              <a:pathLst>
                <a:path w="13" h="7">
                  <a:moveTo>
                    <a:pt x="11" y="0"/>
                  </a:moveTo>
                  <a:cubicBezTo>
                    <a:pt x="8" y="0"/>
                    <a:pt x="5" y="2"/>
                    <a:pt x="3" y="3"/>
                  </a:cubicBezTo>
                  <a:cubicBezTo>
                    <a:pt x="0" y="3"/>
                    <a:pt x="1" y="7"/>
                    <a:pt x="3" y="6"/>
                  </a:cubicBezTo>
                  <a:cubicBezTo>
                    <a:pt x="6" y="5"/>
                    <a:pt x="9" y="4"/>
                    <a:pt x="12" y="3"/>
                  </a:cubicBezTo>
                  <a:cubicBezTo>
                    <a:pt x="13" y="2"/>
                    <a:pt x="12" y="0"/>
                    <a:pt x="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0" name="Freeform 6998">
              <a:extLst>
                <a:ext uri="{FF2B5EF4-FFF2-40B4-BE49-F238E27FC236}">
                  <a16:creationId xmlns:a16="http://schemas.microsoft.com/office/drawing/2014/main" id="{AED50AD3-29CE-4D51-BCAD-9510D735219C}"/>
                </a:ext>
              </a:extLst>
            </p:cNvPr>
            <p:cNvSpPr>
              <a:spLocks/>
            </p:cNvSpPr>
            <p:nvPr/>
          </p:nvSpPr>
          <p:spPr bwMode="auto">
            <a:xfrm>
              <a:off x="1995488" y="6534150"/>
              <a:ext cx="76200" cy="95250"/>
            </a:xfrm>
            <a:custGeom>
              <a:avLst/>
              <a:gdLst>
                <a:gd name="T0" fmla="*/ 5 w 8"/>
                <a:gd name="T1" fmla="*/ 1 h 10"/>
                <a:gd name="T2" fmla="*/ 1 w 8"/>
                <a:gd name="T3" fmla="*/ 6 h 10"/>
                <a:gd name="T4" fmla="*/ 4 w 8"/>
                <a:gd name="T5" fmla="*/ 8 h 10"/>
                <a:gd name="T6" fmla="*/ 7 w 8"/>
                <a:gd name="T7" fmla="*/ 3 h 10"/>
                <a:gd name="T8" fmla="*/ 5 w 8"/>
                <a:gd name="T9" fmla="*/ 1 h 10"/>
              </a:gdLst>
              <a:ahLst/>
              <a:cxnLst>
                <a:cxn ang="0">
                  <a:pos x="T0" y="T1"/>
                </a:cxn>
                <a:cxn ang="0">
                  <a:pos x="T2" y="T3"/>
                </a:cxn>
                <a:cxn ang="0">
                  <a:pos x="T4" y="T5"/>
                </a:cxn>
                <a:cxn ang="0">
                  <a:pos x="T6" y="T7"/>
                </a:cxn>
                <a:cxn ang="0">
                  <a:pos x="T8" y="T9"/>
                </a:cxn>
              </a:cxnLst>
              <a:rect l="0" t="0" r="r" b="b"/>
              <a:pathLst>
                <a:path w="8" h="10">
                  <a:moveTo>
                    <a:pt x="5" y="1"/>
                  </a:moveTo>
                  <a:cubicBezTo>
                    <a:pt x="3" y="3"/>
                    <a:pt x="2" y="4"/>
                    <a:pt x="1" y="6"/>
                  </a:cubicBezTo>
                  <a:cubicBezTo>
                    <a:pt x="0" y="8"/>
                    <a:pt x="3" y="10"/>
                    <a:pt x="4" y="8"/>
                  </a:cubicBezTo>
                  <a:cubicBezTo>
                    <a:pt x="5" y="6"/>
                    <a:pt x="6" y="5"/>
                    <a:pt x="7" y="3"/>
                  </a:cubicBezTo>
                  <a:cubicBezTo>
                    <a:pt x="8" y="1"/>
                    <a:pt x="6" y="0"/>
                    <a:pt x="5"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grpSp>
      <p:grpSp>
        <p:nvGrpSpPr>
          <p:cNvPr id="51" name="Group 50">
            <a:extLst>
              <a:ext uri="{FF2B5EF4-FFF2-40B4-BE49-F238E27FC236}">
                <a16:creationId xmlns:a16="http://schemas.microsoft.com/office/drawing/2014/main" id="{F6779CA0-0BFA-448F-89FD-7A46BAF75DA1}"/>
              </a:ext>
            </a:extLst>
          </p:cNvPr>
          <p:cNvGrpSpPr>
            <a:grpSpLocks noChangeAspect="1"/>
          </p:cNvGrpSpPr>
          <p:nvPr/>
        </p:nvGrpSpPr>
        <p:grpSpPr>
          <a:xfrm>
            <a:off x="3587447" y="3325180"/>
            <a:ext cx="504825" cy="566738"/>
            <a:chOff x="1804988" y="5734050"/>
            <a:chExt cx="1009650" cy="1133475"/>
          </a:xfrm>
          <a:solidFill>
            <a:srgbClr val="0097A9"/>
          </a:solidFill>
        </p:grpSpPr>
        <p:sp>
          <p:nvSpPr>
            <p:cNvPr id="52" name="Freeform 6983">
              <a:extLst>
                <a:ext uri="{FF2B5EF4-FFF2-40B4-BE49-F238E27FC236}">
                  <a16:creationId xmlns:a16="http://schemas.microsoft.com/office/drawing/2014/main" id="{2671D235-8EE6-4262-8832-E15377429B70}"/>
                </a:ext>
              </a:extLst>
            </p:cNvPr>
            <p:cNvSpPr>
              <a:spLocks/>
            </p:cNvSpPr>
            <p:nvPr/>
          </p:nvSpPr>
          <p:spPr bwMode="auto">
            <a:xfrm>
              <a:off x="1995488" y="5915025"/>
              <a:ext cx="676275" cy="733425"/>
            </a:xfrm>
            <a:custGeom>
              <a:avLst/>
              <a:gdLst>
                <a:gd name="T0" fmla="*/ 38 w 71"/>
                <a:gd name="T1" fmla="*/ 72 h 77"/>
                <a:gd name="T2" fmla="*/ 25 w 71"/>
                <a:gd name="T3" fmla="*/ 65 h 77"/>
                <a:gd name="T4" fmla="*/ 22 w 71"/>
                <a:gd name="T5" fmla="*/ 61 h 77"/>
                <a:gd name="T6" fmla="*/ 7 w 71"/>
                <a:gd name="T7" fmla="*/ 41 h 77"/>
                <a:gd name="T8" fmla="*/ 40 w 71"/>
                <a:gd name="T9" fmla="*/ 7 h 77"/>
                <a:gd name="T10" fmla="*/ 56 w 71"/>
                <a:gd name="T11" fmla="*/ 51 h 77"/>
                <a:gd name="T12" fmla="*/ 49 w 71"/>
                <a:gd name="T13" fmla="*/ 59 h 77"/>
                <a:gd name="T14" fmla="*/ 37 w 71"/>
                <a:gd name="T15" fmla="*/ 71 h 77"/>
                <a:gd name="T16" fmla="*/ 38 w 71"/>
                <a:gd name="T17" fmla="*/ 75 h 77"/>
                <a:gd name="T18" fmla="*/ 51 w 71"/>
                <a:gd name="T19" fmla="*/ 66 h 77"/>
                <a:gd name="T20" fmla="*/ 57 w 71"/>
                <a:gd name="T21" fmla="*/ 56 h 77"/>
                <a:gd name="T22" fmla="*/ 63 w 71"/>
                <a:gd name="T23" fmla="*/ 45 h 77"/>
                <a:gd name="T24" fmla="*/ 38 w 71"/>
                <a:gd name="T25" fmla="*/ 2 h 77"/>
                <a:gd name="T26" fmla="*/ 2 w 71"/>
                <a:gd name="T27" fmla="*/ 38 h 77"/>
                <a:gd name="T28" fmla="*/ 18 w 71"/>
                <a:gd name="T29" fmla="*/ 63 h 77"/>
                <a:gd name="T30" fmla="*/ 27 w 71"/>
                <a:gd name="T31" fmla="*/ 74 h 77"/>
                <a:gd name="T32" fmla="*/ 38 w 71"/>
                <a:gd name="T33" fmla="*/ 75 h 77"/>
                <a:gd name="T34" fmla="*/ 38 w 71"/>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7">
                  <a:moveTo>
                    <a:pt x="38" y="72"/>
                  </a:moveTo>
                  <a:cubicBezTo>
                    <a:pt x="32" y="72"/>
                    <a:pt x="27" y="71"/>
                    <a:pt x="25" y="65"/>
                  </a:cubicBezTo>
                  <a:cubicBezTo>
                    <a:pt x="24" y="63"/>
                    <a:pt x="23" y="62"/>
                    <a:pt x="22" y="61"/>
                  </a:cubicBezTo>
                  <a:cubicBezTo>
                    <a:pt x="15" y="55"/>
                    <a:pt x="9" y="50"/>
                    <a:pt x="7" y="41"/>
                  </a:cubicBezTo>
                  <a:cubicBezTo>
                    <a:pt x="0" y="19"/>
                    <a:pt x="19" y="4"/>
                    <a:pt x="40" y="7"/>
                  </a:cubicBezTo>
                  <a:cubicBezTo>
                    <a:pt x="61" y="9"/>
                    <a:pt x="66" y="37"/>
                    <a:pt x="56" y="51"/>
                  </a:cubicBezTo>
                  <a:cubicBezTo>
                    <a:pt x="54" y="54"/>
                    <a:pt x="51" y="56"/>
                    <a:pt x="49" y="59"/>
                  </a:cubicBezTo>
                  <a:cubicBezTo>
                    <a:pt x="45" y="67"/>
                    <a:pt x="47" y="70"/>
                    <a:pt x="37" y="71"/>
                  </a:cubicBezTo>
                  <a:cubicBezTo>
                    <a:pt x="35" y="72"/>
                    <a:pt x="35" y="75"/>
                    <a:pt x="38" y="75"/>
                  </a:cubicBezTo>
                  <a:cubicBezTo>
                    <a:pt x="46" y="74"/>
                    <a:pt x="48" y="74"/>
                    <a:pt x="51" y="66"/>
                  </a:cubicBezTo>
                  <a:cubicBezTo>
                    <a:pt x="53" y="62"/>
                    <a:pt x="54" y="60"/>
                    <a:pt x="57" y="56"/>
                  </a:cubicBezTo>
                  <a:cubicBezTo>
                    <a:pt x="60" y="53"/>
                    <a:pt x="62" y="49"/>
                    <a:pt x="63" y="45"/>
                  </a:cubicBezTo>
                  <a:cubicBezTo>
                    <a:pt x="71" y="26"/>
                    <a:pt x="58" y="5"/>
                    <a:pt x="38" y="2"/>
                  </a:cubicBezTo>
                  <a:cubicBezTo>
                    <a:pt x="15" y="0"/>
                    <a:pt x="0" y="17"/>
                    <a:pt x="2" y="38"/>
                  </a:cubicBezTo>
                  <a:cubicBezTo>
                    <a:pt x="3" y="49"/>
                    <a:pt x="10" y="56"/>
                    <a:pt x="18" y="63"/>
                  </a:cubicBezTo>
                  <a:cubicBezTo>
                    <a:pt x="22" y="66"/>
                    <a:pt x="22" y="71"/>
                    <a:pt x="27" y="74"/>
                  </a:cubicBezTo>
                  <a:cubicBezTo>
                    <a:pt x="30" y="77"/>
                    <a:pt x="35" y="76"/>
                    <a:pt x="38" y="75"/>
                  </a:cubicBezTo>
                  <a:cubicBezTo>
                    <a:pt x="39" y="74"/>
                    <a:pt x="39" y="72"/>
                    <a:pt x="38" y="7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3" name="Freeform 6984">
              <a:extLst>
                <a:ext uri="{FF2B5EF4-FFF2-40B4-BE49-F238E27FC236}">
                  <a16:creationId xmlns:a16="http://schemas.microsoft.com/office/drawing/2014/main" id="{BAA6FF5E-DB66-4506-B790-0E0BD0906F6C}"/>
                </a:ext>
              </a:extLst>
            </p:cNvPr>
            <p:cNvSpPr>
              <a:spLocks/>
            </p:cNvSpPr>
            <p:nvPr/>
          </p:nvSpPr>
          <p:spPr bwMode="auto">
            <a:xfrm>
              <a:off x="2157413" y="6172200"/>
              <a:ext cx="304800" cy="133350"/>
            </a:xfrm>
            <a:custGeom>
              <a:avLst/>
              <a:gdLst>
                <a:gd name="T0" fmla="*/ 1 w 32"/>
                <a:gd name="T1" fmla="*/ 9 h 14"/>
                <a:gd name="T2" fmla="*/ 9 w 32"/>
                <a:gd name="T3" fmla="*/ 14 h 14"/>
                <a:gd name="T4" fmla="*/ 13 w 32"/>
                <a:gd name="T5" fmla="*/ 4 h 14"/>
                <a:gd name="T6" fmla="*/ 10 w 32"/>
                <a:gd name="T7" fmla="*/ 4 h 14"/>
                <a:gd name="T8" fmla="*/ 16 w 32"/>
                <a:gd name="T9" fmla="*/ 11 h 14"/>
                <a:gd name="T10" fmla="*/ 22 w 32"/>
                <a:gd name="T11" fmla="*/ 2 h 14"/>
                <a:gd name="T12" fmla="*/ 19 w 32"/>
                <a:gd name="T13" fmla="*/ 3 h 14"/>
                <a:gd name="T14" fmla="*/ 22 w 32"/>
                <a:gd name="T15" fmla="*/ 11 h 14"/>
                <a:gd name="T16" fmla="*/ 25 w 32"/>
                <a:gd name="T17" fmla="*/ 11 h 14"/>
                <a:gd name="T18" fmla="*/ 31 w 32"/>
                <a:gd name="T19" fmla="*/ 4 h 14"/>
                <a:gd name="T20" fmla="*/ 28 w 32"/>
                <a:gd name="T21" fmla="*/ 3 h 14"/>
                <a:gd name="T22" fmla="*/ 23 w 32"/>
                <a:gd name="T23" fmla="*/ 9 h 14"/>
                <a:gd name="T24" fmla="*/ 26 w 32"/>
                <a:gd name="T25" fmla="*/ 9 h 14"/>
                <a:gd name="T26" fmla="*/ 22 w 32"/>
                <a:gd name="T27" fmla="*/ 1 h 14"/>
                <a:gd name="T28" fmla="*/ 18 w 32"/>
                <a:gd name="T29" fmla="*/ 1 h 14"/>
                <a:gd name="T30" fmla="*/ 16 w 32"/>
                <a:gd name="T31" fmla="*/ 7 h 14"/>
                <a:gd name="T32" fmla="*/ 13 w 32"/>
                <a:gd name="T33" fmla="*/ 2 h 14"/>
                <a:gd name="T34" fmla="*/ 10 w 32"/>
                <a:gd name="T35" fmla="*/ 2 h 14"/>
                <a:gd name="T36" fmla="*/ 9 w 32"/>
                <a:gd name="T37" fmla="*/ 7 h 14"/>
                <a:gd name="T38" fmla="*/ 8 w 32"/>
                <a:gd name="T39" fmla="*/ 11 h 14"/>
                <a:gd name="T40" fmla="*/ 4 w 32"/>
                <a:gd name="T41" fmla="*/ 8 h 14"/>
                <a:gd name="T42" fmla="*/ 1 w 32"/>
                <a:gd name="T4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14">
                  <a:moveTo>
                    <a:pt x="1" y="9"/>
                  </a:moveTo>
                  <a:cubicBezTo>
                    <a:pt x="2" y="12"/>
                    <a:pt x="6" y="14"/>
                    <a:pt x="9" y="14"/>
                  </a:cubicBezTo>
                  <a:cubicBezTo>
                    <a:pt x="13" y="13"/>
                    <a:pt x="12" y="7"/>
                    <a:pt x="13" y="4"/>
                  </a:cubicBezTo>
                  <a:cubicBezTo>
                    <a:pt x="12" y="4"/>
                    <a:pt x="11" y="4"/>
                    <a:pt x="10" y="4"/>
                  </a:cubicBezTo>
                  <a:cubicBezTo>
                    <a:pt x="12" y="7"/>
                    <a:pt x="12" y="12"/>
                    <a:pt x="16" y="11"/>
                  </a:cubicBezTo>
                  <a:cubicBezTo>
                    <a:pt x="19" y="11"/>
                    <a:pt x="21" y="5"/>
                    <a:pt x="22" y="2"/>
                  </a:cubicBezTo>
                  <a:cubicBezTo>
                    <a:pt x="21" y="3"/>
                    <a:pt x="20" y="3"/>
                    <a:pt x="19" y="3"/>
                  </a:cubicBezTo>
                  <a:cubicBezTo>
                    <a:pt x="21" y="5"/>
                    <a:pt x="21" y="8"/>
                    <a:pt x="22" y="11"/>
                  </a:cubicBezTo>
                  <a:cubicBezTo>
                    <a:pt x="23" y="12"/>
                    <a:pt x="24" y="12"/>
                    <a:pt x="25" y="11"/>
                  </a:cubicBezTo>
                  <a:cubicBezTo>
                    <a:pt x="28" y="9"/>
                    <a:pt x="30" y="8"/>
                    <a:pt x="31" y="4"/>
                  </a:cubicBezTo>
                  <a:cubicBezTo>
                    <a:pt x="32" y="2"/>
                    <a:pt x="29" y="1"/>
                    <a:pt x="28" y="3"/>
                  </a:cubicBezTo>
                  <a:cubicBezTo>
                    <a:pt x="27" y="6"/>
                    <a:pt x="25" y="7"/>
                    <a:pt x="23" y="9"/>
                  </a:cubicBezTo>
                  <a:cubicBezTo>
                    <a:pt x="24" y="9"/>
                    <a:pt x="25" y="9"/>
                    <a:pt x="26" y="9"/>
                  </a:cubicBezTo>
                  <a:cubicBezTo>
                    <a:pt x="24" y="6"/>
                    <a:pt x="24" y="3"/>
                    <a:pt x="22" y="1"/>
                  </a:cubicBezTo>
                  <a:cubicBezTo>
                    <a:pt x="21" y="0"/>
                    <a:pt x="19" y="0"/>
                    <a:pt x="18" y="1"/>
                  </a:cubicBezTo>
                  <a:cubicBezTo>
                    <a:pt x="18" y="3"/>
                    <a:pt x="17" y="5"/>
                    <a:pt x="16" y="7"/>
                  </a:cubicBezTo>
                  <a:cubicBezTo>
                    <a:pt x="16" y="7"/>
                    <a:pt x="13" y="3"/>
                    <a:pt x="13" y="2"/>
                  </a:cubicBezTo>
                  <a:cubicBezTo>
                    <a:pt x="12" y="1"/>
                    <a:pt x="11" y="1"/>
                    <a:pt x="10" y="2"/>
                  </a:cubicBezTo>
                  <a:cubicBezTo>
                    <a:pt x="9" y="4"/>
                    <a:pt x="9" y="5"/>
                    <a:pt x="9" y="7"/>
                  </a:cubicBezTo>
                  <a:cubicBezTo>
                    <a:pt x="8" y="8"/>
                    <a:pt x="8" y="9"/>
                    <a:pt x="8" y="11"/>
                  </a:cubicBezTo>
                  <a:cubicBezTo>
                    <a:pt x="8" y="11"/>
                    <a:pt x="4" y="8"/>
                    <a:pt x="4" y="8"/>
                  </a:cubicBezTo>
                  <a:cubicBezTo>
                    <a:pt x="3" y="6"/>
                    <a:pt x="0" y="7"/>
                    <a:pt x="1"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4" name="Freeform 6985">
              <a:extLst>
                <a:ext uri="{FF2B5EF4-FFF2-40B4-BE49-F238E27FC236}">
                  <a16:creationId xmlns:a16="http://schemas.microsoft.com/office/drawing/2014/main" id="{674BAC32-2AA8-4676-A122-481711E836B7}"/>
                </a:ext>
              </a:extLst>
            </p:cNvPr>
            <p:cNvSpPr>
              <a:spLocks/>
            </p:cNvSpPr>
            <p:nvPr/>
          </p:nvSpPr>
          <p:spPr bwMode="auto">
            <a:xfrm>
              <a:off x="2195513" y="6505575"/>
              <a:ext cx="333375" cy="361950"/>
            </a:xfrm>
            <a:custGeom>
              <a:avLst/>
              <a:gdLst>
                <a:gd name="T0" fmla="*/ 2 w 35"/>
                <a:gd name="T1" fmla="*/ 5 h 38"/>
                <a:gd name="T2" fmla="*/ 2 w 35"/>
                <a:gd name="T3" fmla="*/ 25 h 38"/>
                <a:gd name="T4" fmla="*/ 14 w 35"/>
                <a:gd name="T5" fmla="*/ 37 h 38"/>
                <a:gd name="T6" fmla="*/ 31 w 35"/>
                <a:gd name="T7" fmla="*/ 30 h 38"/>
                <a:gd name="T8" fmla="*/ 31 w 35"/>
                <a:gd name="T9" fmla="*/ 2 h 38"/>
                <a:gd name="T10" fmla="*/ 28 w 35"/>
                <a:gd name="T11" fmla="*/ 2 h 38"/>
                <a:gd name="T12" fmla="*/ 29 w 35"/>
                <a:gd name="T13" fmla="*/ 23 h 38"/>
                <a:gd name="T14" fmla="*/ 14 w 35"/>
                <a:gd name="T15" fmla="*/ 33 h 38"/>
                <a:gd name="T16" fmla="*/ 5 w 35"/>
                <a:gd name="T17" fmla="*/ 20 h 38"/>
                <a:gd name="T18" fmla="*/ 4 w 35"/>
                <a:gd name="T19" fmla="*/ 5 h 38"/>
                <a:gd name="T20" fmla="*/ 2 w 35"/>
                <a:gd name="T21"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8">
                  <a:moveTo>
                    <a:pt x="2" y="5"/>
                  </a:moveTo>
                  <a:cubicBezTo>
                    <a:pt x="0" y="11"/>
                    <a:pt x="1" y="19"/>
                    <a:pt x="2" y="25"/>
                  </a:cubicBezTo>
                  <a:cubicBezTo>
                    <a:pt x="4" y="32"/>
                    <a:pt x="7" y="35"/>
                    <a:pt x="14" y="37"/>
                  </a:cubicBezTo>
                  <a:cubicBezTo>
                    <a:pt x="20" y="38"/>
                    <a:pt x="28" y="36"/>
                    <a:pt x="31" y="30"/>
                  </a:cubicBezTo>
                  <a:cubicBezTo>
                    <a:pt x="35" y="22"/>
                    <a:pt x="32" y="10"/>
                    <a:pt x="31" y="2"/>
                  </a:cubicBezTo>
                  <a:cubicBezTo>
                    <a:pt x="30" y="0"/>
                    <a:pt x="28" y="0"/>
                    <a:pt x="28" y="2"/>
                  </a:cubicBezTo>
                  <a:cubicBezTo>
                    <a:pt x="28" y="9"/>
                    <a:pt x="30" y="16"/>
                    <a:pt x="29" y="23"/>
                  </a:cubicBezTo>
                  <a:cubicBezTo>
                    <a:pt x="29" y="31"/>
                    <a:pt x="22" y="34"/>
                    <a:pt x="14" y="33"/>
                  </a:cubicBezTo>
                  <a:cubicBezTo>
                    <a:pt x="7" y="32"/>
                    <a:pt x="6" y="26"/>
                    <a:pt x="5" y="20"/>
                  </a:cubicBezTo>
                  <a:cubicBezTo>
                    <a:pt x="4" y="15"/>
                    <a:pt x="4" y="10"/>
                    <a:pt x="4" y="5"/>
                  </a:cubicBezTo>
                  <a:cubicBezTo>
                    <a:pt x="4" y="4"/>
                    <a:pt x="2" y="4"/>
                    <a:pt x="2" y="5"/>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5" name="Freeform 6986">
              <a:extLst>
                <a:ext uri="{FF2B5EF4-FFF2-40B4-BE49-F238E27FC236}">
                  <a16:creationId xmlns:a16="http://schemas.microsoft.com/office/drawing/2014/main" id="{7C71F09D-7153-4D94-9D3B-AB5077F3D8B2}"/>
                </a:ext>
              </a:extLst>
            </p:cNvPr>
            <p:cNvSpPr>
              <a:spLocks/>
            </p:cNvSpPr>
            <p:nvPr/>
          </p:nvSpPr>
          <p:spPr bwMode="auto">
            <a:xfrm>
              <a:off x="2214563" y="6696075"/>
              <a:ext cx="285750" cy="104775"/>
            </a:xfrm>
            <a:custGeom>
              <a:avLst/>
              <a:gdLst>
                <a:gd name="T0" fmla="*/ 1 w 30"/>
                <a:gd name="T1" fmla="*/ 7 h 11"/>
                <a:gd name="T2" fmla="*/ 14 w 30"/>
                <a:gd name="T3" fmla="*/ 11 h 11"/>
                <a:gd name="T4" fmla="*/ 29 w 30"/>
                <a:gd name="T5" fmla="*/ 4 h 11"/>
                <a:gd name="T6" fmla="*/ 26 w 30"/>
                <a:gd name="T7" fmla="*/ 1 h 11"/>
                <a:gd name="T8" fmla="*/ 15 w 30"/>
                <a:gd name="T9" fmla="*/ 7 h 11"/>
                <a:gd name="T10" fmla="*/ 2 w 30"/>
                <a:gd name="T11" fmla="*/ 5 h 11"/>
                <a:gd name="T12" fmla="*/ 1 w 30"/>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1" y="7"/>
                  </a:moveTo>
                  <a:cubicBezTo>
                    <a:pt x="4" y="10"/>
                    <a:pt x="10" y="11"/>
                    <a:pt x="14" y="11"/>
                  </a:cubicBezTo>
                  <a:cubicBezTo>
                    <a:pt x="20" y="10"/>
                    <a:pt x="25" y="8"/>
                    <a:pt x="29" y="4"/>
                  </a:cubicBezTo>
                  <a:cubicBezTo>
                    <a:pt x="30" y="2"/>
                    <a:pt x="27" y="0"/>
                    <a:pt x="26" y="1"/>
                  </a:cubicBezTo>
                  <a:cubicBezTo>
                    <a:pt x="23" y="4"/>
                    <a:pt x="19" y="6"/>
                    <a:pt x="15" y="7"/>
                  </a:cubicBezTo>
                  <a:cubicBezTo>
                    <a:pt x="10" y="8"/>
                    <a:pt x="6" y="5"/>
                    <a:pt x="2" y="5"/>
                  </a:cubicBezTo>
                  <a:cubicBezTo>
                    <a:pt x="1" y="5"/>
                    <a:pt x="0" y="6"/>
                    <a:pt x="1"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6" name="Freeform 6987">
              <a:extLst>
                <a:ext uri="{FF2B5EF4-FFF2-40B4-BE49-F238E27FC236}">
                  <a16:creationId xmlns:a16="http://schemas.microsoft.com/office/drawing/2014/main" id="{E5F78C82-97A2-43AC-80D7-94FB37BEABA1}"/>
                </a:ext>
              </a:extLst>
            </p:cNvPr>
            <p:cNvSpPr>
              <a:spLocks/>
            </p:cNvSpPr>
            <p:nvPr/>
          </p:nvSpPr>
          <p:spPr bwMode="auto">
            <a:xfrm>
              <a:off x="2214563" y="6619875"/>
              <a:ext cx="285750" cy="104775"/>
            </a:xfrm>
            <a:custGeom>
              <a:avLst/>
              <a:gdLst>
                <a:gd name="T0" fmla="*/ 1 w 30"/>
                <a:gd name="T1" fmla="*/ 7 h 11"/>
                <a:gd name="T2" fmla="*/ 14 w 30"/>
                <a:gd name="T3" fmla="*/ 11 h 11"/>
                <a:gd name="T4" fmla="*/ 29 w 30"/>
                <a:gd name="T5" fmla="*/ 4 h 11"/>
                <a:gd name="T6" fmla="*/ 26 w 30"/>
                <a:gd name="T7" fmla="*/ 1 h 11"/>
                <a:gd name="T8" fmla="*/ 15 w 30"/>
                <a:gd name="T9" fmla="*/ 7 h 11"/>
                <a:gd name="T10" fmla="*/ 2 w 30"/>
                <a:gd name="T11" fmla="*/ 5 h 11"/>
                <a:gd name="T12" fmla="*/ 1 w 30"/>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1" y="7"/>
                  </a:moveTo>
                  <a:cubicBezTo>
                    <a:pt x="4" y="10"/>
                    <a:pt x="10" y="11"/>
                    <a:pt x="14" y="11"/>
                  </a:cubicBezTo>
                  <a:cubicBezTo>
                    <a:pt x="20" y="11"/>
                    <a:pt x="25" y="8"/>
                    <a:pt x="29" y="4"/>
                  </a:cubicBezTo>
                  <a:cubicBezTo>
                    <a:pt x="30" y="2"/>
                    <a:pt x="27" y="0"/>
                    <a:pt x="26" y="1"/>
                  </a:cubicBezTo>
                  <a:cubicBezTo>
                    <a:pt x="23" y="5"/>
                    <a:pt x="19" y="7"/>
                    <a:pt x="15" y="7"/>
                  </a:cubicBezTo>
                  <a:cubicBezTo>
                    <a:pt x="10" y="8"/>
                    <a:pt x="6" y="5"/>
                    <a:pt x="2" y="5"/>
                  </a:cubicBezTo>
                  <a:cubicBezTo>
                    <a:pt x="1" y="5"/>
                    <a:pt x="0" y="6"/>
                    <a:pt x="1" y="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7" name="Freeform 6988">
              <a:extLst>
                <a:ext uri="{FF2B5EF4-FFF2-40B4-BE49-F238E27FC236}">
                  <a16:creationId xmlns:a16="http://schemas.microsoft.com/office/drawing/2014/main" id="{6D277C21-DA74-44B9-8864-F84E37F847AB}"/>
                </a:ext>
              </a:extLst>
            </p:cNvPr>
            <p:cNvSpPr>
              <a:spLocks/>
            </p:cNvSpPr>
            <p:nvPr/>
          </p:nvSpPr>
          <p:spPr bwMode="auto">
            <a:xfrm>
              <a:off x="2157413" y="6229350"/>
              <a:ext cx="161925" cy="333375"/>
            </a:xfrm>
            <a:custGeom>
              <a:avLst/>
              <a:gdLst>
                <a:gd name="T0" fmla="*/ 1 w 17"/>
                <a:gd name="T1" fmla="*/ 3 h 35"/>
                <a:gd name="T2" fmla="*/ 14 w 17"/>
                <a:gd name="T3" fmla="*/ 33 h 35"/>
                <a:gd name="T4" fmla="*/ 17 w 17"/>
                <a:gd name="T5" fmla="*/ 32 h 35"/>
                <a:gd name="T6" fmla="*/ 3 w 17"/>
                <a:gd name="T7" fmla="*/ 1 h 35"/>
                <a:gd name="T8" fmla="*/ 1 w 17"/>
                <a:gd name="T9" fmla="*/ 3 h 35"/>
              </a:gdLst>
              <a:ahLst/>
              <a:cxnLst>
                <a:cxn ang="0">
                  <a:pos x="T0" y="T1"/>
                </a:cxn>
                <a:cxn ang="0">
                  <a:pos x="T2" y="T3"/>
                </a:cxn>
                <a:cxn ang="0">
                  <a:pos x="T4" y="T5"/>
                </a:cxn>
                <a:cxn ang="0">
                  <a:pos x="T6" y="T7"/>
                </a:cxn>
                <a:cxn ang="0">
                  <a:pos x="T8" y="T9"/>
                </a:cxn>
              </a:cxnLst>
              <a:rect l="0" t="0" r="r" b="b"/>
              <a:pathLst>
                <a:path w="17" h="35">
                  <a:moveTo>
                    <a:pt x="1" y="3"/>
                  </a:moveTo>
                  <a:cubicBezTo>
                    <a:pt x="7" y="12"/>
                    <a:pt x="10" y="23"/>
                    <a:pt x="14" y="33"/>
                  </a:cubicBezTo>
                  <a:cubicBezTo>
                    <a:pt x="15" y="35"/>
                    <a:pt x="17" y="34"/>
                    <a:pt x="17" y="32"/>
                  </a:cubicBezTo>
                  <a:cubicBezTo>
                    <a:pt x="13" y="22"/>
                    <a:pt x="10" y="10"/>
                    <a:pt x="3" y="1"/>
                  </a:cubicBezTo>
                  <a:cubicBezTo>
                    <a:pt x="2" y="0"/>
                    <a:pt x="0" y="2"/>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8" name="Freeform 6989">
              <a:extLst>
                <a:ext uri="{FF2B5EF4-FFF2-40B4-BE49-F238E27FC236}">
                  <a16:creationId xmlns:a16="http://schemas.microsoft.com/office/drawing/2014/main" id="{2C2C47E3-9AD6-465B-A77A-73CE7AC8824C}"/>
                </a:ext>
              </a:extLst>
            </p:cNvPr>
            <p:cNvSpPr>
              <a:spLocks/>
            </p:cNvSpPr>
            <p:nvPr/>
          </p:nvSpPr>
          <p:spPr bwMode="auto">
            <a:xfrm>
              <a:off x="2357438" y="6191250"/>
              <a:ext cx="104775" cy="361950"/>
            </a:xfrm>
            <a:custGeom>
              <a:avLst/>
              <a:gdLst>
                <a:gd name="T0" fmla="*/ 8 w 11"/>
                <a:gd name="T1" fmla="*/ 1 h 38"/>
                <a:gd name="T2" fmla="*/ 0 w 11"/>
                <a:gd name="T3" fmla="*/ 36 h 38"/>
                <a:gd name="T4" fmla="*/ 3 w 11"/>
                <a:gd name="T5" fmla="*/ 37 h 38"/>
                <a:gd name="T6" fmla="*/ 11 w 11"/>
                <a:gd name="T7" fmla="*/ 2 h 38"/>
                <a:gd name="T8" fmla="*/ 8 w 11"/>
                <a:gd name="T9" fmla="*/ 1 h 38"/>
              </a:gdLst>
              <a:ahLst/>
              <a:cxnLst>
                <a:cxn ang="0">
                  <a:pos x="T0" y="T1"/>
                </a:cxn>
                <a:cxn ang="0">
                  <a:pos x="T2" y="T3"/>
                </a:cxn>
                <a:cxn ang="0">
                  <a:pos x="T4" y="T5"/>
                </a:cxn>
                <a:cxn ang="0">
                  <a:pos x="T6" y="T7"/>
                </a:cxn>
                <a:cxn ang="0">
                  <a:pos x="T8" y="T9"/>
                </a:cxn>
              </a:cxnLst>
              <a:rect l="0" t="0" r="r" b="b"/>
              <a:pathLst>
                <a:path w="11" h="38">
                  <a:moveTo>
                    <a:pt x="8" y="1"/>
                  </a:moveTo>
                  <a:cubicBezTo>
                    <a:pt x="5" y="12"/>
                    <a:pt x="1" y="24"/>
                    <a:pt x="0" y="36"/>
                  </a:cubicBezTo>
                  <a:cubicBezTo>
                    <a:pt x="0" y="38"/>
                    <a:pt x="2" y="38"/>
                    <a:pt x="3" y="37"/>
                  </a:cubicBezTo>
                  <a:cubicBezTo>
                    <a:pt x="6" y="25"/>
                    <a:pt x="9" y="13"/>
                    <a:pt x="11" y="2"/>
                  </a:cubicBezTo>
                  <a:cubicBezTo>
                    <a:pt x="11" y="0"/>
                    <a:pt x="9" y="0"/>
                    <a:pt x="8"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59" name="Freeform 6990">
              <a:extLst>
                <a:ext uri="{FF2B5EF4-FFF2-40B4-BE49-F238E27FC236}">
                  <a16:creationId xmlns:a16="http://schemas.microsoft.com/office/drawing/2014/main" id="{FE4C2F26-45A6-45C3-B035-E3185CA09194}"/>
                </a:ext>
              </a:extLst>
            </p:cNvPr>
            <p:cNvSpPr>
              <a:spLocks/>
            </p:cNvSpPr>
            <p:nvPr/>
          </p:nvSpPr>
          <p:spPr bwMode="auto">
            <a:xfrm>
              <a:off x="2233613" y="5734050"/>
              <a:ext cx="57150" cy="133350"/>
            </a:xfrm>
            <a:custGeom>
              <a:avLst/>
              <a:gdLst>
                <a:gd name="T0" fmla="*/ 6 w 6"/>
                <a:gd name="T1" fmla="*/ 12 h 14"/>
                <a:gd name="T2" fmla="*/ 4 w 6"/>
                <a:gd name="T3" fmla="*/ 2 h 14"/>
                <a:gd name="T4" fmla="*/ 1 w 6"/>
                <a:gd name="T5" fmla="*/ 3 h 14"/>
                <a:gd name="T6" fmla="*/ 2 w 6"/>
                <a:gd name="T7" fmla="*/ 13 h 14"/>
                <a:gd name="T8" fmla="*/ 6 w 6"/>
                <a:gd name="T9" fmla="*/ 12 h 14"/>
              </a:gdLst>
              <a:ahLst/>
              <a:cxnLst>
                <a:cxn ang="0">
                  <a:pos x="T0" y="T1"/>
                </a:cxn>
                <a:cxn ang="0">
                  <a:pos x="T2" y="T3"/>
                </a:cxn>
                <a:cxn ang="0">
                  <a:pos x="T4" y="T5"/>
                </a:cxn>
                <a:cxn ang="0">
                  <a:pos x="T6" y="T7"/>
                </a:cxn>
                <a:cxn ang="0">
                  <a:pos x="T8" y="T9"/>
                </a:cxn>
              </a:cxnLst>
              <a:rect l="0" t="0" r="r" b="b"/>
              <a:pathLst>
                <a:path w="6" h="14">
                  <a:moveTo>
                    <a:pt x="6" y="12"/>
                  </a:moveTo>
                  <a:cubicBezTo>
                    <a:pt x="6" y="9"/>
                    <a:pt x="5" y="5"/>
                    <a:pt x="4" y="2"/>
                  </a:cubicBezTo>
                  <a:cubicBezTo>
                    <a:pt x="4" y="0"/>
                    <a:pt x="0" y="1"/>
                    <a:pt x="1" y="3"/>
                  </a:cubicBezTo>
                  <a:cubicBezTo>
                    <a:pt x="1" y="6"/>
                    <a:pt x="2" y="9"/>
                    <a:pt x="2" y="13"/>
                  </a:cubicBezTo>
                  <a:cubicBezTo>
                    <a:pt x="3" y="14"/>
                    <a:pt x="5" y="14"/>
                    <a:pt x="6" y="12"/>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0" name="Freeform 6991">
              <a:extLst>
                <a:ext uri="{FF2B5EF4-FFF2-40B4-BE49-F238E27FC236}">
                  <a16:creationId xmlns:a16="http://schemas.microsoft.com/office/drawing/2014/main" id="{5F24F8C8-509E-4558-BD97-3502245DED8B}"/>
                </a:ext>
              </a:extLst>
            </p:cNvPr>
            <p:cNvSpPr>
              <a:spLocks/>
            </p:cNvSpPr>
            <p:nvPr/>
          </p:nvSpPr>
          <p:spPr bwMode="auto">
            <a:xfrm>
              <a:off x="2452688" y="5781675"/>
              <a:ext cx="95250" cy="133350"/>
            </a:xfrm>
            <a:custGeom>
              <a:avLst/>
              <a:gdLst>
                <a:gd name="T0" fmla="*/ 3 w 10"/>
                <a:gd name="T1" fmla="*/ 13 h 14"/>
                <a:gd name="T2" fmla="*/ 6 w 10"/>
                <a:gd name="T3" fmla="*/ 8 h 14"/>
                <a:gd name="T4" fmla="*/ 9 w 10"/>
                <a:gd name="T5" fmla="*/ 3 h 14"/>
                <a:gd name="T6" fmla="*/ 6 w 10"/>
                <a:gd name="T7" fmla="*/ 1 h 14"/>
                <a:gd name="T8" fmla="*/ 4 w 10"/>
                <a:gd name="T9" fmla="*/ 6 h 14"/>
                <a:gd name="T10" fmla="*/ 1 w 10"/>
                <a:gd name="T11" fmla="*/ 11 h 14"/>
                <a:gd name="T12" fmla="*/ 3 w 10"/>
                <a:gd name="T13" fmla="*/ 13 h 14"/>
              </a:gdLst>
              <a:ahLst/>
              <a:cxnLst>
                <a:cxn ang="0">
                  <a:pos x="T0" y="T1"/>
                </a:cxn>
                <a:cxn ang="0">
                  <a:pos x="T2" y="T3"/>
                </a:cxn>
                <a:cxn ang="0">
                  <a:pos x="T4" y="T5"/>
                </a:cxn>
                <a:cxn ang="0">
                  <a:pos x="T6" y="T7"/>
                </a:cxn>
                <a:cxn ang="0">
                  <a:pos x="T8" y="T9"/>
                </a:cxn>
                <a:cxn ang="0">
                  <a:pos x="T10" y="T11"/>
                </a:cxn>
                <a:cxn ang="0">
                  <a:pos x="T12" y="T13"/>
                </a:cxn>
              </a:cxnLst>
              <a:rect l="0" t="0" r="r" b="b"/>
              <a:pathLst>
                <a:path w="10" h="14">
                  <a:moveTo>
                    <a:pt x="3" y="13"/>
                  </a:moveTo>
                  <a:cubicBezTo>
                    <a:pt x="5" y="12"/>
                    <a:pt x="6" y="10"/>
                    <a:pt x="6" y="8"/>
                  </a:cubicBezTo>
                  <a:cubicBezTo>
                    <a:pt x="7" y="7"/>
                    <a:pt x="8" y="5"/>
                    <a:pt x="9" y="3"/>
                  </a:cubicBezTo>
                  <a:cubicBezTo>
                    <a:pt x="10" y="2"/>
                    <a:pt x="8" y="0"/>
                    <a:pt x="6" y="1"/>
                  </a:cubicBezTo>
                  <a:cubicBezTo>
                    <a:pt x="5" y="3"/>
                    <a:pt x="4" y="5"/>
                    <a:pt x="4" y="6"/>
                  </a:cubicBezTo>
                  <a:cubicBezTo>
                    <a:pt x="3" y="8"/>
                    <a:pt x="2" y="10"/>
                    <a:pt x="1" y="11"/>
                  </a:cubicBezTo>
                  <a:cubicBezTo>
                    <a:pt x="0" y="13"/>
                    <a:pt x="2" y="14"/>
                    <a:pt x="3" y="1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1" name="Freeform 6992">
              <a:extLst>
                <a:ext uri="{FF2B5EF4-FFF2-40B4-BE49-F238E27FC236}">
                  <a16:creationId xmlns:a16="http://schemas.microsoft.com/office/drawing/2014/main" id="{253C0FF7-52A9-4B91-9177-3EA9F299B0CA}"/>
                </a:ext>
              </a:extLst>
            </p:cNvPr>
            <p:cNvSpPr>
              <a:spLocks/>
            </p:cNvSpPr>
            <p:nvPr/>
          </p:nvSpPr>
          <p:spPr bwMode="auto">
            <a:xfrm>
              <a:off x="2614613" y="5943600"/>
              <a:ext cx="133350" cy="114300"/>
            </a:xfrm>
            <a:custGeom>
              <a:avLst/>
              <a:gdLst>
                <a:gd name="T0" fmla="*/ 4 w 14"/>
                <a:gd name="T1" fmla="*/ 10 h 12"/>
                <a:gd name="T2" fmla="*/ 12 w 14"/>
                <a:gd name="T3" fmla="*/ 4 h 12"/>
                <a:gd name="T4" fmla="*/ 11 w 14"/>
                <a:gd name="T5" fmla="*/ 1 h 12"/>
                <a:gd name="T6" fmla="*/ 2 w 14"/>
                <a:gd name="T7" fmla="*/ 7 h 12"/>
                <a:gd name="T8" fmla="*/ 4 w 14"/>
                <a:gd name="T9" fmla="*/ 10 h 12"/>
              </a:gdLst>
              <a:ahLst/>
              <a:cxnLst>
                <a:cxn ang="0">
                  <a:pos x="T0" y="T1"/>
                </a:cxn>
                <a:cxn ang="0">
                  <a:pos x="T2" y="T3"/>
                </a:cxn>
                <a:cxn ang="0">
                  <a:pos x="T4" y="T5"/>
                </a:cxn>
                <a:cxn ang="0">
                  <a:pos x="T6" y="T7"/>
                </a:cxn>
                <a:cxn ang="0">
                  <a:pos x="T8" y="T9"/>
                </a:cxn>
              </a:cxnLst>
              <a:rect l="0" t="0" r="r" b="b"/>
              <a:pathLst>
                <a:path w="14" h="12">
                  <a:moveTo>
                    <a:pt x="4" y="10"/>
                  </a:moveTo>
                  <a:cubicBezTo>
                    <a:pt x="7" y="8"/>
                    <a:pt x="9" y="5"/>
                    <a:pt x="12" y="4"/>
                  </a:cubicBezTo>
                  <a:cubicBezTo>
                    <a:pt x="14" y="3"/>
                    <a:pt x="13" y="0"/>
                    <a:pt x="11" y="1"/>
                  </a:cubicBezTo>
                  <a:cubicBezTo>
                    <a:pt x="7" y="2"/>
                    <a:pt x="5" y="5"/>
                    <a:pt x="2" y="7"/>
                  </a:cubicBezTo>
                  <a:cubicBezTo>
                    <a:pt x="0" y="9"/>
                    <a:pt x="3" y="12"/>
                    <a:pt x="4" y="1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2" name="Freeform 6993">
              <a:extLst>
                <a:ext uri="{FF2B5EF4-FFF2-40B4-BE49-F238E27FC236}">
                  <a16:creationId xmlns:a16="http://schemas.microsoft.com/office/drawing/2014/main" id="{F34AE9FB-9B30-4205-8C75-2C0878BB97FB}"/>
                </a:ext>
              </a:extLst>
            </p:cNvPr>
            <p:cNvSpPr>
              <a:spLocks/>
            </p:cNvSpPr>
            <p:nvPr/>
          </p:nvSpPr>
          <p:spPr bwMode="auto">
            <a:xfrm>
              <a:off x="2681288" y="6238875"/>
              <a:ext cx="133350" cy="57150"/>
            </a:xfrm>
            <a:custGeom>
              <a:avLst/>
              <a:gdLst>
                <a:gd name="T0" fmla="*/ 2 w 14"/>
                <a:gd name="T1" fmla="*/ 4 h 6"/>
                <a:gd name="T2" fmla="*/ 11 w 14"/>
                <a:gd name="T3" fmla="*/ 6 h 6"/>
                <a:gd name="T4" fmla="*/ 12 w 14"/>
                <a:gd name="T5" fmla="*/ 3 h 6"/>
                <a:gd name="T6" fmla="*/ 4 w 14"/>
                <a:gd name="T7" fmla="*/ 0 h 6"/>
                <a:gd name="T8" fmla="*/ 2 w 14"/>
                <a:gd name="T9" fmla="*/ 4 h 6"/>
              </a:gdLst>
              <a:ahLst/>
              <a:cxnLst>
                <a:cxn ang="0">
                  <a:pos x="T0" y="T1"/>
                </a:cxn>
                <a:cxn ang="0">
                  <a:pos x="T2" y="T3"/>
                </a:cxn>
                <a:cxn ang="0">
                  <a:pos x="T4" y="T5"/>
                </a:cxn>
                <a:cxn ang="0">
                  <a:pos x="T6" y="T7"/>
                </a:cxn>
                <a:cxn ang="0">
                  <a:pos x="T8" y="T9"/>
                </a:cxn>
              </a:cxnLst>
              <a:rect l="0" t="0" r="r" b="b"/>
              <a:pathLst>
                <a:path w="14" h="6">
                  <a:moveTo>
                    <a:pt x="2" y="4"/>
                  </a:moveTo>
                  <a:cubicBezTo>
                    <a:pt x="5" y="4"/>
                    <a:pt x="8" y="6"/>
                    <a:pt x="11" y="6"/>
                  </a:cubicBezTo>
                  <a:cubicBezTo>
                    <a:pt x="13" y="6"/>
                    <a:pt x="14" y="3"/>
                    <a:pt x="12" y="3"/>
                  </a:cubicBezTo>
                  <a:cubicBezTo>
                    <a:pt x="9" y="2"/>
                    <a:pt x="6" y="1"/>
                    <a:pt x="4" y="0"/>
                  </a:cubicBezTo>
                  <a:cubicBezTo>
                    <a:pt x="1" y="0"/>
                    <a:pt x="0" y="3"/>
                    <a:pt x="2" y="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3" name="Freeform 6994">
              <a:extLst>
                <a:ext uri="{FF2B5EF4-FFF2-40B4-BE49-F238E27FC236}">
                  <a16:creationId xmlns:a16="http://schemas.microsoft.com/office/drawing/2014/main" id="{9C1E4FF8-EE74-48CE-A9B2-41C2AA5E83E2}"/>
                </a:ext>
              </a:extLst>
            </p:cNvPr>
            <p:cNvSpPr>
              <a:spLocks/>
            </p:cNvSpPr>
            <p:nvPr/>
          </p:nvSpPr>
          <p:spPr bwMode="auto">
            <a:xfrm>
              <a:off x="2595563" y="6457950"/>
              <a:ext cx="104775" cy="85725"/>
            </a:xfrm>
            <a:custGeom>
              <a:avLst/>
              <a:gdLst>
                <a:gd name="T0" fmla="*/ 1 w 11"/>
                <a:gd name="T1" fmla="*/ 3 h 9"/>
                <a:gd name="T2" fmla="*/ 4 w 11"/>
                <a:gd name="T3" fmla="*/ 6 h 9"/>
                <a:gd name="T4" fmla="*/ 7 w 11"/>
                <a:gd name="T5" fmla="*/ 8 h 9"/>
                <a:gd name="T6" fmla="*/ 9 w 11"/>
                <a:gd name="T7" fmla="*/ 5 h 9"/>
                <a:gd name="T8" fmla="*/ 6 w 11"/>
                <a:gd name="T9" fmla="*/ 3 h 9"/>
                <a:gd name="T10" fmla="*/ 3 w 11"/>
                <a:gd name="T11" fmla="*/ 0 h 9"/>
                <a:gd name="T12" fmla="*/ 1 w 11"/>
                <a:gd name="T13" fmla="*/ 1 h 9"/>
                <a:gd name="T14" fmla="*/ 1 w 11"/>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1" y="3"/>
                  </a:moveTo>
                  <a:cubicBezTo>
                    <a:pt x="2" y="4"/>
                    <a:pt x="3" y="5"/>
                    <a:pt x="4" y="6"/>
                  </a:cubicBezTo>
                  <a:cubicBezTo>
                    <a:pt x="5" y="7"/>
                    <a:pt x="6" y="7"/>
                    <a:pt x="7" y="8"/>
                  </a:cubicBezTo>
                  <a:cubicBezTo>
                    <a:pt x="9" y="9"/>
                    <a:pt x="11" y="6"/>
                    <a:pt x="9" y="5"/>
                  </a:cubicBezTo>
                  <a:cubicBezTo>
                    <a:pt x="8" y="4"/>
                    <a:pt x="7" y="3"/>
                    <a:pt x="6" y="3"/>
                  </a:cubicBezTo>
                  <a:cubicBezTo>
                    <a:pt x="5" y="2"/>
                    <a:pt x="4" y="1"/>
                    <a:pt x="3" y="0"/>
                  </a:cubicBezTo>
                  <a:cubicBezTo>
                    <a:pt x="2" y="0"/>
                    <a:pt x="1" y="0"/>
                    <a:pt x="1" y="1"/>
                  </a:cubicBezTo>
                  <a:cubicBezTo>
                    <a:pt x="0" y="2"/>
                    <a:pt x="0" y="3"/>
                    <a:pt x="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4" name="Freeform 6995">
              <a:extLst>
                <a:ext uri="{FF2B5EF4-FFF2-40B4-BE49-F238E27FC236}">
                  <a16:creationId xmlns:a16="http://schemas.microsoft.com/office/drawing/2014/main" id="{86E19E74-384F-4298-AACC-454054733C8F}"/>
                </a:ext>
              </a:extLst>
            </p:cNvPr>
            <p:cNvSpPr>
              <a:spLocks/>
            </p:cNvSpPr>
            <p:nvPr/>
          </p:nvSpPr>
          <p:spPr bwMode="auto">
            <a:xfrm>
              <a:off x="1938338" y="5848350"/>
              <a:ext cx="104775" cy="123825"/>
            </a:xfrm>
            <a:custGeom>
              <a:avLst/>
              <a:gdLst>
                <a:gd name="T0" fmla="*/ 10 w 11"/>
                <a:gd name="T1" fmla="*/ 9 h 13"/>
                <a:gd name="T2" fmla="*/ 4 w 11"/>
                <a:gd name="T3" fmla="*/ 2 h 13"/>
                <a:gd name="T4" fmla="*/ 1 w 11"/>
                <a:gd name="T5" fmla="*/ 4 h 13"/>
                <a:gd name="T6" fmla="*/ 8 w 11"/>
                <a:gd name="T7" fmla="*/ 12 h 13"/>
                <a:gd name="T8" fmla="*/ 10 w 11"/>
                <a:gd name="T9" fmla="*/ 9 h 13"/>
              </a:gdLst>
              <a:ahLst/>
              <a:cxnLst>
                <a:cxn ang="0">
                  <a:pos x="T0" y="T1"/>
                </a:cxn>
                <a:cxn ang="0">
                  <a:pos x="T2" y="T3"/>
                </a:cxn>
                <a:cxn ang="0">
                  <a:pos x="T4" y="T5"/>
                </a:cxn>
                <a:cxn ang="0">
                  <a:pos x="T6" y="T7"/>
                </a:cxn>
                <a:cxn ang="0">
                  <a:pos x="T8" y="T9"/>
                </a:cxn>
              </a:cxnLst>
              <a:rect l="0" t="0" r="r" b="b"/>
              <a:pathLst>
                <a:path w="11" h="13">
                  <a:moveTo>
                    <a:pt x="10" y="9"/>
                  </a:moveTo>
                  <a:cubicBezTo>
                    <a:pt x="8" y="7"/>
                    <a:pt x="6" y="5"/>
                    <a:pt x="4" y="2"/>
                  </a:cubicBezTo>
                  <a:cubicBezTo>
                    <a:pt x="3" y="0"/>
                    <a:pt x="0" y="2"/>
                    <a:pt x="1" y="4"/>
                  </a:cubicBezTo>
                  <a:cubicBezTo>
                    <a:pt x="3" y="7"/>
                    <a:pt x="5" y="10"/>
                    <a:pt x="8" y="12"/>
                  </a:cubicBezTo>
                  <a:cubicBezTo>
                    <a:pt x="9" y="13"/>
                    <a:pt x="11" y="11"/>
                    <a:pt x="10" y="9"/>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5" name="Freeform 6996">
              <a:extLst>
                <a:ext uri="{FF2B5EF4-FFF2-40B4-BE49-F238E27FC236}">
                  <a16:creationId xmlns:a16="http://schemas.microsoft.com/office/drawing/2014/main" id="{8424060A-69D6-4C57-9083-5D197E057113}"/>
                </a:ext>
              </a:extLst>
            </p:cNvPr>
            <p:cNvSpPr>
              <a:spLocks/>
            </p:cNvSpPr>
            <p:nvPr/>
          </p:nvSpPr>
          <p:spPr bwMode="auto">
            <a:xfrm>
              <a:off x="1804988" y="6105525"/>
              <a:ext cx="133350" cy="66675"/>
            </a:xfrm>
            <a:custGeom>
              <a:avLst/>
              <a:gdLst>
                <a:gd name="T0" fmla="*/ 11 w 14"/>
                <a:gd name="T1" fmla="*/ 3 h 7"/>
                <a:gd name="T2" fmla="*/ 4 w 14"/>
                <a:gd name="T3" fmla="*/ 1 h 7"/>
                <a:gd name="T4" fmla="*/ 2 w 14"/>
                <a:gd name="T5" fmla="*/ 4 h 7"/>
                <a:gd name="T6" fmla="*/ 11 w 14"/>
                <a:gd name="T7" fmla="*/ 7 h 7"/>
                <a:gd name="T8" fmla="*/ 11 w 14"/>
                <a:gd name="T9" fmla="*/ 3 h 7"/>
              </a:gdLst>
              <a:ahLst/>
              <a:cxnLst>
                <a:cxn ang="0">
                  <a:pos x="T0" y="T1"/>
                </a:cxn>
                <a:cxn ang="0">
                  <a:pos x="T2" y="T3"/>
                </a:cxn>
                <a:cxn ang="0">
                  <a:pos x="T4" y="T5"/>
                </a:cxn>
                <a:cxn ang="0">
                  <a:pos x="T6" y="T7"/>
                </a:cxn>
                <a:cxn ang="0">
                  <a:pos x="T8" y="T9"/>
                </a:cxn>
              </a:cxnLst>
              <a:rect l="0" t="0" r="r" b="b"/>
              <a:pathLst>
                <a:path w="14" h="7">
                  <a:moveTo>
                    <a:pt x="11" y="3"/>
                  </a:moveTo>
                  <a:cubicBezTo>
                    <a:pt x="8" y="3"/>
                    <a:pt x="6" y="2"/>
                    <a:pt x="4" y="1"/>
                  </a:cubicBezTo>
                  <a:cubicBezTo>
                    <a:pt x="1" y="0"/>
                    <a:pt x="0" y="4"/>
                    <a:pt x="2" y="4"/>
                  </a:cubicBezTo>
                  <a:cubicBezTo>
                    <a:pt x="5" y="6"/>
                    <a:pt x="8" y="7"/>
                    <a:pt x="11" y="7"/>
                  </a:cubicBezTo>
                  <a:cubicBezTo>
                    <a:pt x="13" y="7"/>
                    <a:pt x="14" y="3"/>
                    <a:pt x="11" y="3"/>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6" name="Freeform 6997">
              <a:extLst>
                <a:ext uri="{FF2B5EF4-FFF2-40B4-BE49-F238E27FC236}">
                  <a16:creationId xmlns:a16="http://schemas.microsoft.com/office/drawing/2014/main" id="{BF58DDC5-56ED-4799-847F-C2C3911F3CCA}"/>
                </a:ext>
              </a:extLst>
            </p:cNvPr>
            <p:cNvSpPr>
              <a:spLocks/>
            </p:cNvSpPr>
            <p:nvPr/>
          </p:nvSpPr>
          <p:spPr bwMode="auto">
            <a:xfrm>
              <a:off x="1833563" y="6362700"/>
              <a:ext cx="123825" cy="66675"/>
            </a:xfrm>
            <a:custGeom>
              <a:avLst/>
              <a:gdLst>
                <a:gd name="T0" fmla="*/ 11 w 13"/>
                <a:gd name="T1" fmla="*/ 0 h 7"/>
                <a:gd name="T2" fmla="*/ 3 w 13"/>
                <a:gd name="T3" fmla="*/ 3 h 7"/>
                <a:gd name="T4" fmla="*/ 3 w 13"/>
                <a:gd name="T5" fmla="*/ 6 h 7"/>
                <a:gd name="T6" fmla="*/ 12 w 13"/>
                <a:gd name="T7" fmla="*/ 3 h 7"/>
                <a:gd name="T8" fmla="*/ 11 w 13"/>
                <a:gd name="T9" fmla="*/ 0 h 7"/>
              </a:gdLst>
              <a:ahLst/>
              <a:cxnLst>
                <a:cxn ang="0">
                  <a:pos x="T0" y="T1"/>
                </a:cxn>
                <a:cxn ang="0">
                  <a:pos x="T2" y="T3"/>
                </a:cxn>
                <a:cxn ang="0">
                  <a:pos x="T4" y="T5"/>
                </a:cxn>
                <a:cxn ang="0">
                  <a:pos x="T6" y="T7"/>
                </a:cxn>
                <a:cxn ang="0">
                  <a:pos x="T8" y="T9"/>
                </a:cxn>
              </a:cxnLst>
              <a:rect l="0" t="0" r="r" b="b"/>
              <a:pathLst>
                <a:path w="13" h="7">
                  <a:moveTo>
                    <a:pt x="11" y="0"/>
                  </a:moveTo>
                  <a:cubicBezTo>
                    <a:pt x="8" y="0"/>
                    <a:pt x="5" y="2"/>
                    <a:pt x="3" y="3"/>
                  </a:cubicBezTo>
                  <a:cubicBezTo>
                    <a:pt x="0" y="3"/>
                    <a:pt x="1" y="7"/>
                    <a:pt x="3" y="6"/>
                  </a:cubicBezTo>
                  <a:cubicBezTo>
                    <a:pt x="6" y="5"/>
                    <a:pt x="9" y="4"/>
                    <a:pt x="12" y="3"/>
                  </a:cubicBezTo>
                  <a:cubicBezTo>
                    <a:pt x="13" y="2"/>
                    <a:pt x="12" y="0"/>
                    <a:pt x="11"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67" name="Freeform 6998">
              <a:extLst>
                <a:ext uri="{FF2B5EF4-FFF2-40B4-BE49-F238E27FC236}">
                  <a16:creationId xmlns:a16="http://schemas.microsoft.com/office/drawing/2014/main" id="{96A7F8E9-6002-4D74-B66A-43245E6AE8C5}"/>
                </a:ext>
              </a:extLst>
            </p:cNvPr>
            <p:cNvSpPr>
              <a:spLocks/>
            </p:cNvSpPr>
            <p:nvPr/>
          </p:nvSpPr>
          <p:spPr bwMode="auto">
            <a:xfrm>
              <a:off x="1995488" y="6534150"/>
              <a:ext cx="76200" cy="95250"/>
            </a:xfrm>
            <a:custGeom>
              <a:avLst/>
              <a:gdLst>
                <a:gd name="T0" fmla="*/ 5 w 8"/>
                <a:gd name="T1" fmla="*/ 1 h 10"/>
                <a:gd name="T2" fmla="*/ 1 w 8"/>
                <a:gd name="T3" fmla="*/ 6 h 10"/>
                <a:gd name="T4" fmla="*/ 4 w 8"/>
                <a:gd name="T5" fmla="*/ 8 h 10"/>
                <a:gd name="T6" fmla="*/ 7 w 8"/>
                <a:gd name="T7" fmla="*/ 3 h 10"/>
                <a:gd name="T8" fmla="*/ 5 w 8"/>
                <a:gd name="T9" fmla="*/ 1 h 10"/>
              </a:gdLst>
              <a:ahLst/>
              <a:cxnLst>
                <a:cxn ang="0">
                  <a:pos x="T0" y="T1"/>
                </a:cxn>
                <a:cxn ang="0">
                  <a:pos x="T2" y="T3"/>
                </a:cxn>
                <a:cxn ang="0">
                  <a:pos x="T4" y="T5"/>
                </a:cxn>
                <a:cxn ang="0">
                  <a:pos x="T6" y="T7"/>
                </a:cxn>
                <a:cxn ang="0">
                  <a:pos x="T8" y="T9"/>
                </a:cxn>
              </a:cxnLst>
              <a:rect l="0" t="0" r="r" b="b"/>
              <a:pathLst>
                <a:path w="8" h="10">
                  <a:moveTo>
                    <a:pt x="5" y="1"/>
                  </a:moveTo>
                  <a:cubicBezTo>
                    <a:pt x="3" y="3"/>
                    <a:pt x="2" y="4"/>
                    <a:pt x="1" y="6"/>
                  </a:cubicBezTo>
                  <a:cubicBezTo>
                    <a:pt x="0" y="8"/>
                    <a:pt x="3" y="10"/>
                    <a:pt x="4" y="8"/>
                  </a:cubicBezTo>
                  <a:cubicBezTo>
                    <a:pt x="5" y="6"/>
                    <a:pt x="6" y="5"/>
                    <a:pt x="7" y="3"/>
                  </a:cubicBezTo>
                  <a:cubicBezTo>
                    <a:pt x="8" y="1"/>
                    <a:pt x="6" y="0"/>
                    <a:pt x="5" y="1"/>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grpSp>
      <p:sp>
        <p:nvSpPr>
          <p:cNvPr id="68" name="TextBox 67">
            <a:extLst>
              <a:ext uri="{FF2B5EF4-FFF2-40B4-BE49-F238E27FC236}">
                <a16:creationId xmlns:a16="http://schemas.microsoft.com/office/drawing/2014/main" id="{1D053E31-6463-455E-90EA-FA63D368A3D9}"/>
              </a:ext>
            </a:extLst>
          </p:cNvPr>
          <p:cNvSpPr txBox="1"/>
          <p:nvPr/>
        </p:nvSpPr>
        <p:spPr>
          <a:xfrm>
            <a:off x="3990079" y="2628116"/>
            <a:ext cx="1907658" cy="1200329"/>
          </a:xfrm>
          <a:prstGeom prst="rect">
            <a:avLst/>
          </a:prstGeom>
          <a:noFill/>
        </p:spPr>
        <p:txBody>
          <a:bodyPr wrap="square">
            <a:spAutoFit/>
          </a:bodyPr>
          <a:lstStyle/>
          <a:p>
            <a:pPr algn="just"/>
            <a:r>
              <a:rPr lang="en-US" sz="1200" b="1" i="1" dirty="0"/>
              <a:t>Two Operating Exchanges:</a:t>
            </a:r>
          </a:p>
          <a:p>
            <a:pPr marL="171450" indent="-171450" algn="just">
              <a:buFont typeface="Arial" panose="020B0604020202020204" pitchFamily="34" charset="0"/>
              <a:buChar char="•"/>
            </a:pPr>
            <a:r>
              <a:rPr lang="en-US" sz="1200" i="1" dirty="0"/>
              <a:t>Indian Energy Exchange (IEX) </a:t>
            </a:r>
          </a:p>
          <a:p>
            <a:pPr marL="171450" indent="-171450" algn="just">
              <a:buFont typeface="Arial" panose="020B0604020202020204" pitchFamily="34" charset="0"/>
              <a:buChar char="•"/>
            </a:pPr>
            <a:endParaRPr lang="en-US" sz="1200" i="1" dirty="0"/>
          </a:p>
          <a:p>
            <a:pPr marL="171450" indent="-171450" algn="just">
              <a:buFont typeface="Arial" panose="020B0604020202020204" pitchFamily="34" charset="0"/>
              <a:buChar char="•"/>
            </a:pPr>
            <a:r>
              <a:rPr lang="en-US" sz="1200" i="1" dirty="0"/>
              <a:t>Power Exchange of India Ltd. (PXIL)</a:t>
            </a:r>
          </a:p>
        </p:txBody>
      </p:sp>
      <p:sp>
        <p:nvSpPr>
          <p:cNvPr id="69" name="Rectangle: Rounded Corners 68">
            <a:extLst>
              <a:ext uri="{FF2B5EF4-FFF2-40B4-BE49-F238E27FC236}">
                <a16:creationId xmlns:a16="http://schemas.microsoft.com/office/drawing/2014/main" id="{44B92E47-B9D4-4A8A-B387-83E852DD99A1}"/>
              </a:ext>
            </a:extLst>
          </p:cNvPr>
          <p:cNvSpPr/>
          <p:nvPr/>
        </p:nvSpPr>
        <p:spPr bwMode="gray">
          <a:xfrm>
            <a:off x="3538417" y="2488416"/>
            <a:ext cx="2311188" cy="2833597"/>
          </a:xfrm>
          <a:prstGeom prst="roundRect">
            <a:avLst>
              <a:gd name="adj" fmla="val 3780"/>
            </a:avLst>
          </a:prstGeom>
          <a:noFill/>
          <a:ln w="19050" algn="ctr">
            <a:solidFill>
              <a:schemeClr val="tx2"/>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0" name="Group 69">
            <a:extLst>
              <a:ext uri="{FF2B5EF4-FFF2-40B4-BE49-F238E27FC236}">
                <a16:creationId xmlns:a16="http://schemas.microsoft.com/office/drawing/2014/main" id="{9B4D5BDF-05F8-4C6E-8C62-5F33DE0F3C1B}"/>
              </a:ext>
            </a:extLst>
          </p:cNvPr>
          <p:cNvGrpSpPr/>
          <p:nvPr/>
        </p:nvGrpSpPr>
        <p:grpSpPr>
          <a:xfrm>
            <a:off x="3584156" y="4417278"/>
            <a:ext cx="681038" cy="574675"/>
            <a:chOff x="231775" y="5430838"/>
            <a:chExt cx="681038" cy="574675"/>
          </a:xfrm>
          <a:solidFill>
            <a:srgbClr val="009A44"/>
          </a:solidFill>
        </p:grpSpPr>
        <p:sp>
          <p:nvSpPr>
            <p:cNvPr id="71" name="Freeform 109">
              <a:extLst>
                <a:ext uri="{FF2B5EF4-FFF2-40B4-BE49-F238E27FC236}">
                  <a16:creationId xmlns:a16="http://schemas.microsoft.com/office/drawing/2014/main" id="{70F76EFA-70FF-4FF0-A45E-D790D5743B63}"/>
                </a:ext>
              </a:extLst>
            </p:cNvPr>
            <p:cNvSpPr>
              <a:spLocks/>
            </p:cNvSpPr>
            <p:nvPr/>
          </p:nvSpPr>
          <p:spPr bwMode="auto">
            <a:xfrm>
              <a:off x="282575" y="5584826"/>
              <a:ext cx="31750" cy="34925"/>
            </a:xfrm>
            <a:custGeom>
              <a:avLst/>
              <a:gdLst>
                <a:gd name="T0" fmla="*/ 6 w 8"/>
                <a:gd name="T1" fmla="*/ 1 h 9"/>
                <a:gd name="T2" fmla="*/ 5 w 8"/>
                <a:gd name="T3" fmla="*/ 1 h 9"/>
                <a:gd name="T4" fmla="*/ 3 w 8"/>
                <a:gd name="T5" fmla="*/ 0 h 9"/>
                <a:gd name="T6" fmla="*/ 2 w 8"/>
                <a:gd name="T7" fmla="*/ 0 h 9"/>
                <a:gd name="T8" fmla="*/ 1 w 8"/>
                <a:gd name="T9" fmla="*/ 1 h 9"/>
                <a:gd name="T10" fmla="*/ 0 w 8"/>
                <a:gd name="T11" fmla="*/ 3 h 9"/>
                <a:gd name="T12" fmla="*/ 0 w 8"/>
                <a:gd name="T13" fmla="*/ 6 h 9"/>
                <a:gd name="T14" fmla="*/ 1 w 8"/>
                <a:gd name="T15" fmla="*/ 7 h 9"/>
                <a:gd name="T16" fmla="*/ 1 w 8"/>
                <a:gd name="T17" fmla="*/ 8 h 9"/>
                <a:gd name="T18" fmla="*/ 3 w 8"/>
                <a:gd name="T19" fmla="*/ 8 h 9"/>
                <a:gd name="T20" fmla="*/ 5 w 8"/>
                <a:gd name="T21" fmla="*/ 9 h 9"/>
                <a:gd name="T22" fmla="*/ 5 w 8"/>
                <a:gd name="T23" fmla="*/ 9 h 9"/>
                <a:gd name="T24" fmla="*/ 6 w 8"/>
                <a:gd name="T25" fmla="*/ 8 h 9"/>
                <a:gd name="T26" fmla="*/ 7 w 8"/>
                <a:gd name="T27" fmla="*/ 7 h 9"/>
                <a:gd name="T28" fmla="*/ 7 w 8"/>
                <a:gd name="T29" fmla="*/ 6 h 9"/>
                <a:gd name="T30" fmla="*/ 8 w 8"/>
                <a:gd name="T31" fmla="*/ 4 h 9"/>
                <a:gd name="T32" fmla="*/ 6 w 8"/>
                <a:gd name="T33" fmla="*/ 1 h 9"/>
                <a:gd name="T34" fmla="*/ 6 w 8"/>
                <a:gd name="T3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9">
                  <a:moveTo>
                    <a:pt x="6" y="1"/>
                  </a:moveTo>
                  <a:cubicBezTo>
                    <a:pt x="5" y="1"/>
                    <a:pt x="5" y="1"/>
                    <a:pt x="5" y="1"/>
                  </a:cubicBezTo>
                  <a:cubicBezTo>
                    <a:pt x="4" y="0"/>
                    <a:pt x="4" y="0"/>
                    <a:pt x="3" y="0"/>
                  </a:cubicBezTo>
                  <a:cubicBezTo>
                    <a:pt x="3" y="0"/>
                    <a:pt x="2" y="0"/>
                    <a:pt x="2" y="0"/>
                  </a:cubicBezTo>
                  <a:cubicBezTo>
                    <a:pt x="2" y="0"/>
                    <a:pt x="1" y="0"/>
                    <a:pt x="1" y="1"/>
                  </a:cubicBezTo>
                  <a:cubicBezTo>
                    <a:pt x="1" y="1"/>
                    <a:pt x="0" y="2"/>
                    <a:pt x="0" y="3"/>
                  </a:cubicBezTo>
                  <a:cubicBezTo>
                    <a:pt x="0" y="4"/>
                    <a:pt x="0" y="5"/>
                    <a:pt x="0" y="6"/>
                  </a:cubicBezTo>
                  <a:cubicBezTo>
                    <a:pt x="0" y="7"/>
                    <a:pt x="0" y="7"/>
                    <a:pt x="1" y="7"/>
                  </a:cubicBezTo>
                  <a:cubicBezTo>
                    <a:pt x="1" y="8"/>
                    <a:pt x="1" y="8"/>
                    <a:pt x="1" y="8"/>
                  </a:cubicBezTo>
                  <a:cubicBezTo>
                    <a:pt x="2" y="8"/>
                    <a:pt x="3" y="9"/>
                    <a:pt x="3" y="8"/>
                  </a:cubicBezTo>
                  <a:cubicBezTo>
                    <a:pt x="4" y="8"/>
                    <a:pt x="4" y="8"/>
                    <a:pt x="5" y="9"/>
                  </a:cubicBezTo>
                  <a:cubicBezTo>
                    <a:pt x="5" y="9"/>
                    <a:pt x="5" y="9"/>
                    <a:pt x="5" y="9"/>
                  </a:cubicBezTo>
                  <a:cubicBezTo>
                    <a:pt x="6" y="9"/>
                    <a:pt x="6" y="8"/>
                    <a:pt x="6" y="8"/>
                  </a:cubicBezTo>
                  <a:cubicBezTo>
                    <a:pt x="7" y="8"/>
                    <a:pt x="7" y="8"/>
                    <a:pt x="7" y="7"/>
                  </a:cubicBezTo>
                  <a:cubicBezTo>
                    <a:pt x="7" y="7"/>
                    <a:pt x="7" y="7"/>
                    <a:pt x="7" y="6"/>
                  </a:cubicBezTo>
                  <a:cubicBezTo>
                    <a:pt x="7" y="6"/>
                    <a:pt x="8" y="5"/>
                    <a:pt x="8" y="4"/>
                  </a:cubicBezTo>
                  <a:cubicBezTo>
                    <a:pt x="7" y="3"/>
                    <a:pt x="7" y="2"/>
                    <a:pt x="6" y="1"/>
                  </a:cubicBezTo>
                  <a:cubicBezTo>
                    <a:pt x="6" y="1"/>
                    <a:pt x="6" y="1"/>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2" name="Freeform 110">
              <a:extLst>
                <a:ext uri="{FF2B5EF4-FFF2-40B4-BE49-F238E27FC236}">
                  <a16:creationId xmlns:a16="http://schemas.microsoft.com/office/drawing/2014/main" id="{A28DF8A4-E709-48F8-A994-6A7B5A0D9FCA}"/>
                </a:ext>
              </a:extLst>
            </p:cNvPr>
            <p:cNvSpPr>
              <a:spLocks/>
            </p:cNvSpPr>
            <p:nvPr/>
          </p:nvSpPr>
          <p:spPr bwMode="auto">
            <a:xfrm>
              <a:off x="231775" y="5430838"/>
              <a:ext cx="185738" cy="511175"/>
            </a:xfrm>
            <a:custGeom>
              <a:avLst/>
              <a:gdLst>
                <a:gd name="T0" fmla="*/ 2 w 47"/>
                <a:gd name="T1" fmla="*/ 128 h 130"/>
                <a:gd name="T2" fmla="*/ 6 w 47"/>
                <a:gd name="T3" fmla="*/ 127 h 130"/>
                <a:gd name="T4" fmla="*/ 23 w 47"/>
                <a:gd name="T5" fmla="*/ 126 h 130"/>
                <a:gd name="T6" fmla="*/ 28 w 47"/>
                <a:gd name="T7" fmla="*/ 122 h 130"/>
                <a:gd name="T8" fmla="*/ 30 w 47"/>
                <a:gd name="T9" fmla="*/ 116 h 130"/>
                <a:gd name="T10" fmla="*/ 29 w 47"/>
                <a:gd name="T11" fmla="*/ 108 h 130"/>
                <a:gd name="T12" fmla="*/ 16 w 47"/>
                <a:gd name="T13" fmla="*/ 100 h 130"/>
                <a:gd name="T14" fmla="*/ 10 w 47"/>
                <a:gd name="T15" fmla="*/ 95 h 130"/>
                <a:gd name="T16" fmla="*/ 11 w 47"/>
                <a:gd name="T17" fmla="*/ 88 h 130"/>
                <a:gd name="T18" fmla="*/ 18 w 47"/>
                <a:gd name="T19" fmla="*/ 87 h 130"/>
                <a:gd name="T20" fmla="*/ 25 w 47"/>
                <a:gd name="T21" fmla="*/ 84 h 130"/>
                <a:gd name="T22" fmla="*/ 32 w 47"/>
                <a:gd name="T23" fmla="*/ 83 h 130"/>
                <a:gd name="T24" fmla="*/ 29 w 47"/>
                <a:gd name="T25" fmla="*/ 72 h 130"/>
                <a:gd name="T26" fmla="*/ 30 w 47"/>
                <a:gd name="T27" fmla="*/ 69 h 130"/>
                <a:gd name="T28" fmla="*/ 39 w 47"/>
                <a:gd name="T29" fmla="*/ 70 h 130"/>
                <a:gd name="T30" fmla="*/ 42 w 47"/>
                <a:gd name="T31" fmla="*/ 66 h 130"/>
                <a:gd name="T32" fmla="*/ 41 w 47"/>
                <a:gd name="T33" fmla="*/ 58 h 130"/>
                <a:gd name="T34" fmla="*/ 40 w 47"/>
                <a:gd name="T35" fmla="*/ 55 h 130"/>
                <a:gd name="T36" fmla="*/ 40 w 47"/>
                <a:gd name="T37" fmla="*/ 47 h 130"/>
                <a:gd name="T38" fmla="*/ 39 w 47"/>
                <a:gd name="T39" fmla="*/ 37 h 130"/>
                <a:gd name="T40" fmla="*/ 36 w 47"/>
                <a:gd name="T41" fmla="*/ 24 h 130"/>
                <a:gd name="T42" fmla="*/ 32 w 47"/>
                <a:gd name="T43" fmla="*/ 16 h 130"/>
                <a:gd name="T44" fmla="*/ 26 w 47"/>
                <a:gd name="T45" fmla="*/ 9 h 130"/>
                <a:gd name="T46" fmla="*/ 15 w 47"/>
                <a:gd name="T47" fmla="*/ 4 h 130"/>
                <a:gd name="T48" fmla="*/ 5 w 47"/>
                <a:gd name="T49" fmla="*/ 3 h 130"/>
                <a:gd name="T50" fmla="*/ 0 w 47"/>
                <a:gd name="T51" fmla="*/ 1 h 130"/>
                <a:gd name="T52" fmla="*/ 9 w 47"/>
                <a:gd name="T53" fmla="*/ 1 h 130"/>
                <a:gd name="T54" fmla="*/ 16 w 47"/>
                <a:gd name="T55" fmla="*/ 2 h 130"/>
                <a:gd name="T56" fmla="*/ 25 w 47"/>
                <a:gd name="T57" fmla="*/ 5 h 130"/>
                <a:gd name="T58" fmla="*/ 30 w 47"/>
                <a:gd name="T59" fmla="*/ 10 h 130"/>
                <a:gd name="T60" fmla="*/ 35 w 47"/>
                <a:gd name="T61" fmla="*/ 16 h 130"/>
                <a:gd name="T62" fmla="*/ 40 w 47"/>
                <a:gd name="T63" fmla="*/ 29 h 130"/>
                <a:gd name="T64" fmla="*/ 41 w 47"/>
                <a:gd name="T65" fmla="*/ 37 h 130"/>
                <a:gd name="T66" fmla="*/ 43 w 47"/>
                <a:gd name="T67" fmla="*/ 45 h 130"/>
                <a:gd name="T68" fmla="*/ 43 w 47"/>
                <a:gd name="T69" fmla="*/ 52 h 130"/>
                <a:gd name="T70" fmla="*/ 43 w 47"/>
                <a:gd name="T71" fmla="*/ 56 h 130"/>
                <a:gd name="T72" fmla="*/ 45 w 47"/>
                <a:gd name="T73" fmla="*/ 66 h 130"/>
                <a:gd name="T74" fmla="*/ 47 w 47"/>
                <a:gd name="T75" fmla="*/ 71 h 130"/>
                <a:gd name="T76" fmla="*/ 36 w 47"/>
                <a:gd name="T77" fmla="*/ 72 h 130"/>
                <a:gd name="T78" fmla="*/ 35 w 47"/>
                <a:gd name="T79" fmla="*/ 77 h 130"/>
                <a:gd name="T80" fmla="*/ 36 w 47"/>
                <a:gd name="T81" fmla="*/ 84 h 130"/>
                <a:gd name="T82" fmla="*/ 26 w 47"/>
                <a:gd name="T83" fmla="*/ 87 h 130"/>
                <a:gd name="T84" fmla="*/ 20 w 47"/>
                <a:gd name="T85" fmla="*/ 89 h 130"/>
                <a:gd name="T86" fmla="*/ 13 w 47"/>
                <a:gd name="T87" fmla="*/ 93 h 130"/>
                <a:gd name="T88" fmla="*/ 17 w 47"/>
                <a:gd name="T89" fmla="*/ 97 h 130"/>
                <a:gd name="T90" fmla="*/ 27 w 47"/>
                <a:gd name="T91" fmla="*/ 103 h 130"/>
                <a:gd name="T92" fmla="*/ 30 w 47"/>
                <a:gd name="T93" fmla="*/ 105 h 130"/>
                <a:gd name="T94" fmla="*/ 32 w 47"/>
                <a:gd name="T95" fmla="*/ 109 h 130"/>
                <a:gd name="T96" fmla="*/ 32 w 47"/>
                <a:gd name="T97" fmla="*/ 119 h 130"/>
                <a:gd name="T98" fmla="*/ 29 w 47"/>
                <a:gd name="T99" fmla="*/ 125 h 130"/>
                <a:gd name="T100" fmla="*/ 18 w 47"/>
                <a:gd name="T101" fmla="*/ 129 h 130"/>
                <a:gd name="T102" fmla="*/ 3 w 47"/>
                <a:gd name="T103" fmla="*/ 1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 h="130">
                  <a:moveTo>
                    <a:pt x="0" y="127"/>
                  </a:moveTo>
                  <a:cubicBezTo>
                    <a:pt x="0" y="127"/>
                    <a:pt x="0" y="127"/>
                    <a:pt x="1" y="127"/>
                  </a:cubicBezTo>
                  <a:cubicBezTo>
                    <a:pt x="1" y="127"/>
                    <a:pt x="1" y="127"/>
                    <a:pt x="1" y="128"/>
                  </a:cubicBezTo>
                  <a:cubicBezTo>
                    <a:pt x="1" y="128"/>
                    <a:pt x="1" y="128"/>
                    <a:pt x="1" y="128"/>
                  </a:cubicBezTo>
                  <a:cubicBezTo>
                    <a:pt x="1" y="127"/>
                    <a:pt x="1" y="127"/>
                    <a:pt x="2" y="128"/>
                  </a:cubicBezTo>
                  <a:cubicBezTo>
                    <a:pt x="2" y="128"/>
                    <a:pt x="2" y="128"/>
                    <a:pt x="2" y="128"/>
                  </a:cubicBezTo>
                  <a:cubicBezTo>
                    <a:pt x="2" y="127"/>
                    <a:pt x="2" y="128"/>
                    <a:pt x="3" y="128"/>
                  </a:cubicBezTo>
                  <a:cubicBezTo>
                    <a:pt x="3" y="128"/>
                    <a:pt x="4" y="128"/>
                    <a:pt x="5" y="128"/>
                  </a:cubicBezTo>
                  <a:cubicBezTo>
                    <a:pt x="5" y="128"/>
                    <a:pt x="5" y="128"/>
                    <a:pt x="5" y="127"/>
                  </a:cubicBezTo>
                  <a:cubicBezTo>
                    <a:pt x="5" y="127"/>
                    <a:pt x="5" y="127"/>
                    <a:pt x="6" y="127"/>
                  </a:cubicBezTo>
                  <a:cubicBezTo>
                    <a:pt x="6" y="128"/>
                    <a:pt x="7" y="128"/>
                    <a:pt x="8" y="128"/>
                  </a:cubicBezTo>
                  <a:cubicBezTo>
                    <a:pt x="10" y="128"/>
                    <a:pt x="13" y="128"/>
                    <a:pt x="16" y="128"/>
                  </a:cubicBezTo>
                  <a:cubicBezTo>
                    <a:pt x="17" y="128"/>
                    <a:pt x="18" y="127"/>
                    <a:pt x="20" y="127"/>
                  </a:cubicBezTo>
                  <a:cubicBezTo>
                    <a:pt x="20" y="127"/>
                    <a:pt x="21" y="127"/>
                    <a:pt x="22" y="127"/>
                  </a:cubicBezTo>
                  <a:cubicBezTo>
                    <a:pt x="22" y="127"/>
                    <a:pt x="23" y="127"/>
                    <a:pt x="23" y="126"/>
                  </a:cubicBezTo>
                  <a:cubicBezTo>
                    <a:pt x="24" y="126"/>
                    <a:pt x="24" y="126"/>
                    <a:pt x="25" y="126"/>
                  </a:cubicBezTo>
                  <a:cubicBezTo>
                    <a:pt x="25" y="125"/>
                    <a:pt x="26" y="125"/>
                    <a:pt x="26" y="125"/>
                  </a:cubicBezTo>
                  <a:cubicBezTo>
                    <a:pt x="27" y="125"/>
                    <a:pt x="27" y="125"/>
                    <a:pt x="27" y="125"/>
                  </a:cubicBezTo>
                  <a:cubicBezTo>
                    <a:pt x="27" y="124"/>
                    <a:pt x="27" y="124"/>
                    <a:pt x="27" y="123"/>
                  </a:cubicBezTo>
                  <a:cubicBezTo>
                    <a:pt x="27" y="123"/>
                    <a:pt x="27" y="123"/>
                    <a:pt x="28" y="122"/>
                  </a:cubicBezTo>
                  <a:cubicBezTo>
                    <a:pt x="28" y="122"/>
                    <a:pt x="28" y="122"/>
                    <a:pt x="28" y="121"/>
                  </a:cubicBezTo>
                  <a:cubicBezTo>
                    <a:pt x="28" y="121"/>
                    <a:pt x="29" y="121"/>
                    <a:pt x="29" y="120"/>
                  </a:cubicBezTo>
                  <a:cubicBezTo>
                    <a:pt x="29" y="120"/>
                    <a:pt x="29" y="119"/>
                    <a:pt x="29" y="118"/>
                  </a:cubicBezTo>
                  <a:cubicBezTo>
                    <a:pt x="29" y="118"/>
                    <a:pt x="29" y="118"/>
                    <a:pt x="30" y="117"/>
                  </a:cubicBezTo>
                  <a:cubicBezTo>
                    <a:pt x="30" y="117"/>
                    <a:pt x="30" y="116"/>
                    <a:pt x="30" y="116"/>
                  </a:cubicBezTo>
                  <a:cubicBezTo>
                    <a:pt x="29" y="116"/>
                    <a:pt x="30" y="115"/>
                    <a:pt x="29" y="115"/>
                  </a:cubicBezTo>
                  <a:cubicBezTo>
                    <a:pt x="30" y="114"/>
                    <a:pt x="30" y="113"/>
                    <a:pt x="29" y="112"/>
                  </a:cubicBezTo>
                  <a:cubicBezTo>
                    <a:pt x="29" y="112"/>
                    <a:pt x="29" y="111"/>
                    <a:pt x="29" y="111"/>
                  </a:cubicBezTo>
                  <a:cubicBezTo>
                    <a:pt x="29" y="110"/>
                    <a:pt x="29" y="109"/>
                    <a:pt x="29" y="109"/>
                  </a:cubicBezTo>
                  <a:cubicBezTo>
                    <a:pt x="29" y="109"/>
                    <a:pt x="29" y="108"/>
                    <a:pt x="29" y="108"/>
                  </a:cubicBezTo>
                  <a:cubicBezTo>
                    <a:pt x="28" y="107"/>
                    <a:pt x="27" y="106"/>
                    <a:pt x="25" y="106"/>
                  </a:cubicBezTo>
                  <a:cubicBezTo>
                    <a:pt x="24" y="105"/>
                    <a:pt x="23" y="105"/>
                    <a:pt x="22" y="104"/>
                  </a:cubicBezTo>
                  <a:cubicBezTo>
                    <a:pt x="22" y="104"/>
                    <a:pt x="21" y="104"/>
                    <a:pt x="21" y="104"/>
                  </a:cubicBezTo>
                  <a:cubicBezTo>
                    <a:pt x="20" y="103"/>
                    <a:pt x="19" y="102"/>
                    <a:pt x="18" y="102"/>
                  </a:cubicBezTo>
                  <a:cubicBezTo>
                    <a:pt x="18" y="101"/>
                    <a:pt x="17" y="100"/>
                    <a:pt x="16" y="100"/>
                  </a:cubicBezTo>
                  <a:cubicBezTo>
                    <a:pt x="16" y="99"/>
                    <a:pt x="15" y="99"/>
                    <a:pt x="15" y="99"/>
                  </a:cubicBezTo>
                  <a:cubicBezTo>
                    <a:pt x="14" y="98"/>
                    <a:pt x="14" y="98"/>
                    <a:pt x="14" y="98"/>
                  </a:cubicBezTo>
                  <a:cubicBezTo>
                    <a:pt x="13" y="97"/>
                    <a:pt x="13" y="97"/>
                    <a:pt x="12" y="97"/>
                  </a:cubicBezTo>
                  <a:cubicBezTo>
                    <a:pt x="12" y="97"/>
                    <a:pt x="11" y="96"/>
                    <a:pt x="11" y="96"/>
                  </a:cubicBezTo>
                  <a:cubicBezTo>
                    <a:pt x="11" y="95"/>
                    <a:pt x="11" y="95"/>
                    <a:pt x="10" y="95"/>
                  </a:cubicBezTo>
                  <a:cubicBezTo>
                    <a:pt x="10" y="95"/>
                    <a:pt x="10" y="95"/>
                    <a:pt x="9" y="94"/>
                  </a:cubicBezTo>
                  <a:cubicBezTo>
                    <a:pt x="9" y="94"/>
                    <a:pt x="9" y="94"/>
                    <a:pt x="9" y="93"/>
                  </a:cubicBezTo>
                  <a:cubicBezTo>
                    <a:pt x="8" y="92"/>
                    <a:pt x="7" y="92"/>
                    <a:pt x="7" y="90"/>
                  </a:cubicBezTo>
                  <a:cubicBezTo>
                    <a:pt x="8" y="90"/>
                    <a:pt x="8" y="89"/>
                    <a:pt x="9" y="89"/>
                  </a:cubicBezTo>
                  <a:cubicBezTo>
                    <a:pt x="10" y="88"/>
                    <a:pt x="10" y="89"/>
                    <a:pt x="11" y="88"/>
                  </a:cubicBezTo>
                  <a:cubicBezTo>
                    <a:pt x="11" y="88"/>
                    <a:pt x="11" y="89"/>
                    <a:pt x="11" y="89"/>
                  </a:cubicBezTo>
                  <a:cubicBezTo>
                    <a:pt x="12" y="88"/>
                    <a:pt x="13" y="88"/>
                    <a:pt x="14" y="88"/>
                  </a:cubicBezTo>
                  <a:cubicBezTo>
                    <a:pt x="14" y="88"/>
                    <a:pt x="15" y="87"/>
                    <a:pt x="15" y="87"/>
                  </a:cubicBezTo>
                  <a:cubicBezTo>
                    <a:pt x="16" y="87"/>
                    <a:pt x="17" y="87"/>
                    <a:pt x="17" y="87"/>
                  </a:cubicBezTo>
                  <a:cubicBezTo>
                    <a:pt x="17" y="87"/>
                    <a:pt x="18" y="87"/>
                    <a:pt x="18" y="87"/>
                  </a:cubicBezTo>
                  <a:cubicBezTo>
                    <a:pt x="19" y="86"/>
                    <a:pt x="19" y="86"/>
                    <a:pt x="20" y="86"/>
                  </a:cubicBezTo>
                  <a:cubicBezTo>
                    <a:pt x="20" y="86"/>
                    <a:pt x="20" y="86"/>
                    <a:pt x="20" y="86"/>
                  </a:cubicBezTo>
                  <a:cubicBezTo>
                    <a:pt x="21" y="86"/>
                    <a:pt x="23" y="85"/>
                    <a:pt x="24" y="85"/>
                  </a:cubicBezTo>
                  <a:cubicBezTo>
                    <a:pt x="24" y="85"/>
                    <a:pt x="24" y="85"/>
                    <a:pt x="24" y="85"/>
                  </a:cubicBezTo>
                  <a:cubicBezTo>
                    <a:pt x="25" y="85"/>
                    <a:pt x="25" y="84"/>
                    <a:pt x="25" y="84"/>
                  </a:cubicBezTo>
                  <a:cubicBezTo>
                    <a:pt x="26" y="85"/>
                    <a:pt x="26" y="84"/>
                    <a:pt x="26" y="84"/>
                  </a:cubicBezTo>
                  <a:cubicBezTo>
                    <a:pt x="26" y="84"/>
                    <a:pt x="26" y="84"/>
                    <a:pt x="27" y="84"/>
                  </a:cubicBezTo>
                  <a:cubicBezTo>
                    <a:pt x="27" y="84"/>
                    <a:pt x="28" y="84"/>
                    <a:pt x="29" y="83"/>
                  </a:cubicBezTo>
                  <a:cubicBezTo>
                    <a:pt x="29" y="83"/>
                    <a:pt x="30" y="83"/>
                    <a:pt x="31" y="83"/>
                  </a:cubicBezTo>
                  <a:cubicBezTo>
                    <a:pt x="31" y="83"/>
                    <a:pt x="32" y="83"/>
                    <a:pt x="32" y="83"/>
                  </a:cubicBezTo>
                  <a:cubicBezTo>
                    <a:pt x="33" y="83"/>
                    <a:pt x="33" y="83"/>
                    <a:pt x="33" y="82"/>
                  </a:cubicBezTo>
                  <a:cubicBezTo>
                    <a:pt x="33" y="81"/>
                    <a:pt x="33" y="80"/>
                    <a:pt x="32" y="78"/>
                  </a:cubicBezTo>
                  <a:cubicBezTo>
                    <a:pt x="32" y="78"/>
                    <a:pt x="32" y="77"/>
                    <a:pt x="32" y="77"/>
                  </a:cubicBezTo>
                  <a:cubicBezTo>
                    <a:pt x="31" y="76"/>
                    <a:pt x="31" y="75"/>
                    <a:pt x="31" y="74"/>
                  </a:cubicBezTo>
                  <a:cubicBezTo>
                    <a:pt x="30" y="73"/>
                    <a:pt x="29" y="73"/>
                    <a:pt x="29" y="72"/>
                  </a:cubicBezTo>
                  <a:cubicBezTo>
                    <a:pt x="28" y="72"/>
                    <a:pt x="28" y="72"/>
                    <a:pt x="28" y="72"/>
                  </a:cubicBezTo>
                  <a:cubicBezTo>
                    <a:pt x="29" y="71"/>
                    <a:pt x="29" y="70"/>
                    <a:pt x="29" y="70"/>
                  </a:cubicBezTo>
                  <a:cubicBezTo>
                    <a:pt x="29" y="70"/>
                    <a:pt x="29" y="70"/>
                    <a:pt x="29" y="70"/>
                  </a:cubicBezTo>
                  <a:cubicBezTo>
                    <a:pt x="29" y="69"/>
                    <a:pt x="30" y="69"/>
                    <a:pt x="30" y="69"/>
                  </a:cubicBezTo>
                  <a:cubicBezTo>
                    <a:pt x="30" y="69"/>
                    <a:pt x="30" y="69"/>
                    <a:pt x="30" y="69"/>
                  </a:cubicBezTo>
                  <a:cubicBezTo>
                    <a:pt x="30" y="69"/>
                    <a:pt x="30" y="69"/>
                    <a:pt x="30" y="69"/>
                  </a:cubicBezTo>
                  <a:cubicBezTo>
                    <a:pt x="31" y="69"/>
                    <a:pt x="32" y="70"/>
                    <a:pt x="33" y="70"/>
                  </a:cubicBezTo>
                  <a:cubicBezTo>
                    <a:pt x="33" y="70"/>
                    <a:pt x="34" y="70"/>
                    <a:pt x="34" y="70"/>
                  </a:cubicBezTo>
                  <a:cubicBezTo>
                    <a:pt x="35" y="70"/>
                    <a:pt x="35" y="70"/>
                    <a:pt x="36" y="70"/>
                  </a:cubicBezTo>
                  <a:cubicBezTo>
                    <a:pt x="37" y="70"/>
                    <a:pt x="38" y="70"/>
                    <a:pt x="39" y="70"/>
                  </a:cubicBezTo>
                  <a:cubicBezTo>
                    <a:pt x="40" y="70"/>
                    <a:pt x="41" y="70"/>
                    <a:pt x="42" y="70"/>
                  </a:cubicBezTo>
                  <a:cubicBezTo>
                    <a:pt x="42" y="70"/>
                    <a:pt x="43" y="70"/>
                    <a:pt x="43" y="70"/>
                  </a:cubicBezTo>
                  <a:cubicBezTo>
                    <a:pt x="43" y="70"/>
                    <a:pt x="43" y="69"/>
                    <a:pt x="42" y="69"/>
                  </a:cubicBezTo>
                  <a:cubicBezTo>
                    <a:pt x="42" y="69"/>
                    <a:pt x="42" y="69"/>
                    <a:pt x="42" y="69"/>
                  </a:cubicBezTo>
                  <a:cubicBezTo>
                    <a:pt x="42" y="68"/>
                    <a:pt x="42" y="67"/>
                    <a:pt x="42" y="66"/>
                  </a:cubicBezTo>
                  <a:cubicBezTo>
                    <a:pt x="42" y="66"/>
                    <a:pt x="41" y="66"/>
                    <a:pt x="42" y="65"/>
                  </a:cubicBezTo>
                  <a:cubicBezTo>
                    <a:pt x="42" y="65"/>
                    <a:pt x="41" y="65"/>
                    <a:pt x="41" y="65"/>
                  </a:cubicBezTo>
                  <a:cubicBezTo>
                    <a:pt x="41" y="64"/>
                    <a:pt x="41" y="63"/>
                    <a:pt x="41" y="62"/>
                  </a:cubicBezTo>
                  <a:cubicBezTo>
                    <a:pt x="41" y="61"/>
                    <a:pt x="41" y="61"/>
                    <a:pt x="40" y="60"/>
                  </a:cubicBezTo>
                  <a:cubicBezTo>
                    <a:pt x="40" y="60"/>
                    <a:pt x="41" y="59"/>
                    <a:pt x="41" y="58"/>
                  </a:cubicBezTo>
                  <a:cubicBezTo>
                    <a:pt x="41" y="58"/>
                    <a:pt x="40" y="58"/>
                    <a:pt x="40" y="58"/>
                  </a:cubicBezTo>
                  <a:cubicBezTo>
                    <a:pt x="40" y="58"/>
                    <a:pt x="40" y="58"/>
                    <a:pt x="40" y="58"/>
                  </a:cubicBezTo>
                  <a:cubicBezTo>
                    <a:pt x="40" y="58"/>
                    <a:pt x="40" y="57"/>
                    <a:pt x="40" y="57"/>
                  </a:cubicBezTo>
                  <a:cubicBezTo>
                    <a:pt x="40" y="57"/>
                    <a:pt x="40" y="57"/>
                    <a:pt x="40" y="56"/>
                  </a:cubicBezTo>
                  <a:cubicBezTo>
                    <a:pt x="40" y="56"/>
                    <a:pt x="40" y="56"/>
                    <a:pt x="40" y="55"/>
                  </a:cubicBezTo>
                  <a:cubicBezTo>
                    <a:pt x="40" y="55"/>
                    <a:pt x="40" y="54"/>
                    <a:pt x="40" y="54"/>
                  </a:cubicBezTo>
                  <a:cubicBezTo>
                    <a:pt x="40" y="53"/>
                    <a:pt x="40" y="52"/>
                    <a:pt x="40" y="52"/>
                  </a:cubicBezTo>
                  <a:cubicBezTo>
                    <a:pt x="40" y="51"/>
                    <a:pt x="40" y="51"/>
                    <a:pt x="40" y="50"/>
                  </a:cubicBezTo>
                  <a:cubicBezTo>
                    <a:pt x="40" y="50"/>
                    <a:pt x="40" y="49"/>
                    <a:pt x="40" y="49"/>
                  </a:cubicBezTo>
                  <a:cubicBezTo>
                    <a:pt x="40" y="48"/>
                    <a:pt x="40" y="47"/>
                    <a:pt x="40" y="47"/>
                  </a:cubicBezTo>
                  <a:cubicBezTo>
                    <a:pt x="41" y="46"/>
                    <a:pt x="40" y="45"/>
                    <a:pt x="40" y="44"/>
                  </a:cubicBezTo>
                  <a:cubicBezTo>
                    <a:pt x="40" y="43"/>
                    <a:pt x="39" y="42"/>
                    <a:pt x="40" y="41"/>
                  </a:cubicBezTo>
                  <a:cubicBezTo>
                    <a:pt x="40" y="41"/>
                    <a:pt x="39" y="41"/>
                    <a:pt x="39" y="40"/>
                  </a:cubicBezTo>
                  <a:cubicBezTo>
                    <a:pt x="39" y="40"/>
                    <a:pt x="40" y="39"/>
                    <a:pt x="39" y="38"/>
                  </a:cubicBezTo>
                  <a:cubicBezTo>
                    <a:pt x="39" y="38"/>
                    <a:pt x="39" y="38"/>
                    <a:pt x="39" y="37"/>
                  </a:cubicBezTo>
                  <a:cubicBezTo>
                    <a:pt x="39" y="36"/>
                    <a:pt x="39" y="35"/>
                    <a:pt x="39" y="34"/>
                  </a:cubicBezTo>
                  <a:cubicBezTo>
                    <a:pt x="38" y="33"/>
                    <a:pt x="38" y="31"/>
                    <a:pt x="38" y="30"/>
                  </a:cubicBezTo>
                  <a:cubicBezTo>
                    <a:pt x="38" y="30"/>
                    <a:pt x="38" y="30"/>
                    <a:pt x="38" y="29"/>
                  </a:cubicBezTo>
                  <a:cubicBezTo>
                    <a:pt x="37" y="28"/>
                    <a:pt x="37" y="27"/>
                    <a:pt x="37" y="26"/>
                  </a:cubicBezTo>
                  <a:cubicBezTo>
                    <a:pt x="37" y="25"/>
                    <a:pt x="36" y="25"/>
                    <a:pt x="36" y="24"/>
                  </a:cubicBezTo>
                  <a:cubicBezTo>
                    <a:pt x="36" y="23"/>
                    <a:pt x="36" y="23"/>
                    <a:pt x="35" y="22"/>
                  </a:cubicBezTo>
                  <a:cubicBezTo>
                    <a:pt x="35" y="22"/>
                    <a:pt x="35" y="22"/>
                    <a:pt x="35" y="21"/>
                  </a:cubicBezTo>
                  <a:cubicBezTo>
                    <a:pt x="35" y="21"/>
                    <a:pt x="35" y="19"/>
                    <a:pt x="34" y="19"/>
                  </a:cubicBezTo>
                  <a:cubicBezTo>
                    <a:pt x="33" y="18"/>
                    <a:pt x="33" y="17"/>
                    <a:pt x="32" y="17"/>
                  </a:cubicBezTo>
                  <a:cubicBezTo>
                    <a:pt x="32" y="17"/>
                    <a:pt x="32" y="16"/>
                    <a:pt x="32" y="16"/>
                  </a:cubicBezTo>
                  <a:cubicBezTo>
                    <a:pt x="32" y="15"/>
                    <a:pt x="31" y="14"/>
                    <a:pt x="30" y="13"/>
                  </a:cubicBezTo>
                  <a:cubicBezTo>
                    <a:pt x="30" y="13"/>
                    <a:pt x="29" y="12"/>
                    <a:pt x="29" y="12"/>
                  </a:cubicBezTo>
                  <a:cubicBezTo>
                    <a:pt x="29" y="12"/>
                    <a:pt x="29" y="11"/>
                    <a:pt x="28" y="11"/>
                  </a:cubicBezTo>
                  <a:cubicBezTo>
                    <a:pt x="28" y="11"/>
                    <a:pt x="27" y="10"/>
                    <a:pt x="26" y="10"/>
                  </a:cubicBezTo>
                  <a:cubicBezTo>
                    <a:pt x="26" y="10"/>
                    <a:pt x="26" y="9"/>
                    <a:pt x="26" y="9"/>
                  </a:cubicBezTo>
                  <a:cubicBezTo>
                    <a:pt x="25" y="8"/>
                    <a:pt x="24" y="8"/>
                    <a:pt x="23" y="7"/>
                  </a:cubicBezTo>
                  <a:cubicBezTo>
                    <a:pt x="23" y="6"/>
                    <a:pt x="22" y="6"/>
                    <a:pt x="22" y="6"/>
                  </a:cubicBezTo>
                  <a:cubicBezTo>
                    <a:pt x="21" y="6"/>
                    <a:pt x="20" y="6"/>
                    <a:pt x="19" y="5"/>
                  </a:cubicBezTo>
                  <a:cubicBezTo>
                    <a:pt x="18" y="5"/>
                    <a:pt x="17" y="5"/>
                    <a:pt x="16" y="4"/>
                  </a:cubicBezTo>
                  <a:cubicBezTo>
                    <a:pt x="16" y="4"/>
                    <a:pt x="16" y="4"/>
                    <a:pt x="15" y="4"/>
                  </a:cubicBezTo>
                  <a:cubicBezTo>
                    <a:pt x="15" y="4"/>
                    <a:pt x="14" y="4"/>
                    <a:pt x="13" y="4"/>
                  </a:cubicBezTo>
                  <a:cubicBezTo>
                    <a:pt x="12" y="3"/>
                    <a:pt x="11" y="3"/>
                    <a:pt x="9" y="3"/>
                  </a:cubicBezTo>
                  <a:cubicBezTo>
                    <a:pt x="9" y="3"/>
                    <a:pt x="9" y="3"/>
                    <a:pt x="8" y="3"/>
                  </a:cubicBezTo>
                  <a:cubicBezTo>
                    <a:pt x="7" y="3"/>
                    <a:pt x="7" y="3"/>
                    <a:pt x="6" y="3"/>
                  </a:cubicBezTo>
                  <a:cubicBezTo>
                    <a:pt x="6" y="3"/>
                    <a:pt x="5" y="3"/>
                    <a:pt x="5" y="3"/>
                  </a:cubicBezTo>
                  <a:cubicBezTo>
                    <a:pt x="4" y="3"/>
                    <a:pt x="3" y="2"/>
                    <a:pt x="2" y="3"/>
                  </a:cubicBezTo>
                  <a:cubicBezTo>
                    <a:pt x="1" y="3"/>
                    <a:pt x="1" y="3"/>
                    <a:pt x="0" y="3"/>
                  </a:cubicBezTo>
                  <a:cubicBezTo>
                    <a:pt x="0" y="3"/>
                    <a:pt x="0" y="3"/>
                    <a:pt x="0" y="2"/>
                  </a:cubicBezTo>
                  <a:cubicBezTo>
                    <a:pt x="0" y="2"/>
                    <a:pt x="0" y="2"/>
                    <a:pt x="0" y="2"/>
                  </a:cubicBezTo>
                  <a:cubicBezTo>
                    <a:pt x="0" y="2"/>
                    <a:pt x="0" y="1"/>
                    <a:pt x="0" y="1"/>
                  </a:cubicBezTo>
                  <a:cubicBezTo>
                    <a:pt x="1" y="1"/>
                    <a:pt x="2" y="1"/>
                    <a:pt x="3" y="0"/>
                  </a:cubicBezTo>
                  <a:cubicBezTo>
                    <a:pt x="3" y="0"/>
                    <a:pt x="3" y="0"/>
                    <a:pt x="3" y="0"/>
                  </a:cubicBezTo>
                  <a:cubicBezTo>
                    <a:pt x="4" y="1"/>
                    <a:pt x="5" y="0"/>
                    <a:pt x="6" y="0"/>
                  </a:cubicBezTo>
                  <a:cubicBezTo>
                    <a:pt x="7" y="1"/>
                    <a:pt x="7" y="0"/>
                    <a:pt x="8" y="0"/>
                  </a:cubicBezTo>
                  <a:cubicBezTo>
                    <a:pt x="8" y="0"/>
                    <a:pt x="9" y="0"/>
                    <a:pt x="9" y="1"/>
                  </a:cubicBezTo>
                  <a:cubicBezTo>
                    <a:pt x="9" y="1"/>
                    <a:pt x="10" y="1"/>
                    <a:pt x="10" y="1"/>
                  </a:cubicBezTo>
                  <a:cubicBezTo>
                    <a:pt x="11" y="1"/>
                    <a:pt x="11" y="1"/>
                    <a:pt x="12" y="1"/>
                  </a:cubicBezTo>
                  <a:cubicBezTo>
                    <a:pt x="12" y="1"/>
                    <a:pt x="13" y="1"/>
                    <a:pt x="13" y="1"/>
                  </a:cubicBezTo>
                  <a:cubicBezTo>
                    <a:pt x="13" y="1"/>
                    <a:pt x="14" y="1"/>
                    <a:pt x="14" y="1"/>
                  </a:cubicBezTo>
                  <a:cubicBezTo>
                    <a:pt x="15" y="2"/>
                    <a:pt x="15" y="2"/>
                    <a:pt x="16" y="2"/>
                  </a:cubicBezTo>
                  <a:cubicBezTo>
                    <a:pt x="16" y="2"/>
                    <a:pt x="17" y="2"/>
                    <a:pt x="17" y="2"/>
                  </a:cubicBezTo>
                  <a:cubicBezTo>
                    <a:pt x="18" y="3"/>
                    <a:pt x="19" y="3"/>
                    <a:pt x="21" y="3"/>
                  </a:cubicBezTo>
                  <a:cubicBezTo>
                    <a:pt x="21" y="3"/>
                    <a:pt x="22" y="3"/>
                    <a:pt x="22" y="3"/>
                  </a:cubicBezTo>
                  <a:cubicBezTo>
                    <a:pt x="22" y="3"/>
                    <a:pt x="23" y="4"/>
                    <a:pt x="23" y="4"/>
                  </a:cubicBezTo>
                  <a:cubicBezTo>
                    <a:pt x="24" y="5"/>
                    <a:pt x="24" y="5"/>
                    <a:pt x="25" y="5"/>
                  </a:cubicBezTo>
                  <a:cubicBezTo>
                    <a:pt x="26" y="6"/>
                    <a:pt x="26" y="6"/>
                    <a:pt x="27" y="7"/>
                  </a:cubicBezTo>
                  <a:cubicBezTo>
                    <a:pt x="27" y="7"/>
                    <a:pt x="28" y="7"/>
                    <a:pt x="28" y="7"/>
                  </a:cubicBezTo>
                  <a:cubicBezTo>
                    <a:pt x="28" y="8"/>
                    <a:pt x="29" y="8"/>
                    <a:pt x="29" y="8"/>
                  </a:cubicBezTo>
                  <a:cubicBezTo>
                    <a:pt x="29" y="9"/>
                    <a:pt x="30" y="9"/>
                    <a:pt x="31" y="10"/>
                  </a:cubicBezTo>
                  <a:cubicBezTo>
                    <a:pt x="31" y="10"/>
                    <a:pt x="31" y="10"/>
                    <a:pt x="30" y="10"/>
                  </a:cubicBezTo>
                  <a:cubicBezTo>
                    <a:pt x="31" y="10"/>
                    <a:pt x="31" y="11"/>
                    <a:pt x="31" y="11"/>
                  </a:cubicBezTo>
                  <a:cubicBezTo>
                    <a:pt x="32" y="11"/>
                    <a:pt x="32" y="12"/>
                    <a:pt x="32" y="12"/>
                  </a:cubicBezTo>
                  <a:cubicBezTo>
                    <a:pt x="33" y="13"/>
                    <a:pt x="33" y="14"/>
                    <a:pt x="34" y="14"/>
                  </a:cubicBezTo>
                  <a:cubicBezTo>
                    <a:pt x="34" y="15"/>
                    <a:pt x="35" y="15"/>
                    <a:pt x="35" y="16"/>
                  </a:cubicBezTo>
                  <a:cubicBezTo>
                    <a:pt x="35" y="16"/>
                    <a:pt x="35" y="16"/>
                    <a:pt x="35" y="16"/>
                  </a:cubicBezTo>
                  <a:cubicBezTo>
                    <a:pt x="36" y="17"/>
                    <a:pt x="36" y="18"/>
                    <a:pt x="37" y="19"/>
                  </a:cubicBezTo>
                  <a:cubicBezTo>
                    <a:pt x="37" y="19"/>
                    <a:pt x="37" y="20"/>
                    <a:pt x="37" y="20"/>
                  </a:cubicBezTo>
                  <a:cubicBezTo>
                    <a:pt x="37" y="21"/>
                    <a:pt x="38" y="22"/>
                    <a:pt x="38" y="23"/>
                  </a:cubicBezTo>
                  <a:cubicBezTo>
                    <a:pt x="39" y="24"/>
                    <a:pt x="39" y="25"/>
                    <a:pt x="40" y="27"/>
                  </a:cubicBezTo>
                  <a:cubicBezTo>
                    <a:pt x="40" y="27"/>
                    <a:pt x="40" y="28"/>
                    <a:pt x="40" y="29"/>
                  </a:cubicBezTo>
                  <a:cubicBezTo>
                    <a:pt x="40" y="30"/>
                    <a:pt x="41" y="31"/>
                    <a:pt x="41" y="32"/>
                  </a:cubicBezTo>
                  <a:cubicBezTo>
                    <a:pt x="41" y="32"/>
                    <a:pt x="41" y="32"/>
                    <a:pt x="41" y="32"/>
                  </a:cubicBezTo>
                  <a:cubicBezTo>
                    <a:pt x="42" y="33"/>
                    <a:pt x="41" y="34"/>
                    <a:pt x="41" y="35"/>
                  </a:cubicBezTo>
                  <a:cubicBezTo>
                    <a:pt x="41" y="35"/>
                    <a:pt x="42" y="36"/>
                    <a:pt x="41" y="36"/>
                  </a:cubicBezTo>
                  <a:cubicBezTo>
                    <a:pt x="41" y="36"/>
                    <a:pt x="41" y="37"/>
                    <a:pt x="41" y="37"/>
                  </a:cubicBezTo>
                  <a:cubicBezTo>
                    <a:pt x="42" y="38"/>
                    <a:pt x="42" y="39"/>
                    <a:pt x="42" y="40"/>
                  </a:cubicBezTo>
                  <a:cubicBezTo>
                    <a:pt x="42" y="40"/>
                    <a:pt x="42" y="41"/>
                    <a:pt x="42" y="41"/>
                  </a:cubicBezTo>
                  <a:cubicBezTo>
                    <a:pt x="42" y="41"/>
                    <a:pt x="43" y="41"/>
                    <a:pt x="42" y="42"/>
                  </a:cubicBezTo>
                  <a:cubicBezTo>
                    <a:pt x="42" y="42"/>
                    <a:pt x="42" y="42"/>
                    <a:pt x="42" y="42"/>
                  </a:cubicBezTo>
                  <a:cubicBezTo>
                    <a:pt x="42" y="43"/>
                    <a:pt x="43" y="44"/>
                    <a:pt x="43" y="45"/>
                  </a:cubicBezTo>
                  <a:cubicBezTo>
                    <a:pt x="43" y="45"/>
                    <a:pt x="43" y="46"/>
                    <a:pt x="43" y="47"/>
                  </a:cubicBezTo>
                  <a:cubicBezTo>
                    <a:pt x="43" y="48"/>
                    <a:pt x="43" y="48"/>
                    <a:pt x="43" y="48"/>
                  </a:cubicBezTo>
                  <a:cubicBezTo>
                    <a:pt x="43" y="48"/>
                    <a:pt x="43" y="49"/>
                    <a:pt x="43" y="49"/>
                  </a:cubicBezTo>
                  <a:cubicBezTo>
                    <a:pt x="42" y="49"/>
                    <a:pt x="43" y="50"/>
                    <a:pt x="43" y="51"/>
                  </a:cubicBezTo>
                  <a:cubicBezTo>
                    <a:pt x="43" y="51"/>
                    <a:pt x="43" y="51"/>
                    <a:pt x="43" y="52"/>
                  </a:cubicBezTo>
                  <a:cubicBezTo>
                    <a:pt x="43" y="52"/>
                    <a:pt x="43" y="52"/>
                    <a:pt x="43" y="52"/>
                  </a:cubicBezTo>
                  <a:cubicBezTo>
                    <a:pt x="43" y="53"/>
                    <a:pt x="43" y="53"/>
                    <a:pt x="43" y="54"/>
                  </a:cubicBezTo>
                  <a:cubicBezTo>
                    <a:pt x="43" y="54"/>
                    <a:pt x="43" y="55"/>
                    <a:pt x="43" y="55"/>
                  </a:cubicBezTo>
                  <a:cubicBezTo>
                    <a:pt x="43" y="55"/>
                    <a:pt x="43" y="55"/>
                    <a:pt x="43" y="55"/>
                  </a:cubicBezTo>
                  <a:cubicBezTo>
                    <a:pt x="43" y="56"/>
                    <a:pt x="43" y="56"/>
                    <a:pt x="43" y="56"/>
                  </a:cubicBezTo>
                  <a:cubicBezTo>
                    <a:pt x="43" y="56"/>
                    <a:pt x="43" y="56"/>
                    <a:pt x="43" y="57"/>
                  </a:cubicBezTo>
                  <a:cubicBezTo>
                    <a:pt x="43" y="58"/>
                    <a:pt x="43" y="58"/>
                    <a:pt x="43" y="59"/>
                  </a:cubicBezTo>
                  <a:cubicBezTo>
                    <a:pt x="43" y="61"/>
                    <a:pt x="44" y="62"/>
                    <a:pt x="44" y="63"/>
                  </a:cubicBezTo>
                  <a:cubicBezTo>
                    <a:pt x="44" y="63"/>
                    <a:pt x="44" y="64"/>
                    <a:pt x="44" y="64"/>
                  </a:cubicBezTo>
                  <a:cubicBezTo>
                    <a:pt x="44" y="64"/>
                    <a:pt x="44" y="65"/>
                    <a:pt x="45" y="66"/>
                  </a:cubicBezTo>
                  <a:cubicBezTo>
                    <a:pt x="45" y="66"/>
                    <a:pt x="45" y="66"/>
                    <a:pt x="45" y="66"/>
                  </a:cubicBezTo>
                  <a:cubicBezTo>
                    <a:pt x="45" y="67"/>
                    <a:pt x="45" y="67"/>
                    <a:pt x="45" y="67"/>
                  </a:cubicBezTo>
                  <a:cubicBezTo>
                    <a:pt x="46" y="68"/>
                    <a:pt x="46" y="68"/>
                    <a:pt x="46" y="68"/>
                  </a:cubicBezTo>
                  <a:cubicBezTo>
                    <a:pt x="45" y="69"/>
                    <a:pt x="46" y="69"/>
                    <a:pt x="47" y="70"/>
                  </a:cubicBezTo>
                  <a:cubicBezTo>
                    <a:pt x="47" y="71"/>
                    <a:pt x="47" y="71"/>
                    <a:pt x="47" y="71"/>
                  </a:cubicBezTo>
                  <a:cubicBezTo>
                    <a:pt x="46" y="72"/>
                    <a:pt x="46" y="73"/>
                    <a:pt x="45" y="73"/>
                  </a:cubicBezTo>
                  <a:cubicBezTo>
                    <a:pt x="44" y="73"/>
                    <a:pt x="43" y="72"/>
                    <a:pt x="41" y="72"/>
                  </a:cubicBezTo>
                  <a:cubicBezTo>
                    <a:pt x="41" y="73"/>
                    <a:pt x="40" y="72"/>
                    <a:pt x="40" y="73"/>
                  </a:cubicBezTo>
                  <a:cubicBezTo>
                    <a:pt x="40" y="73"/>
                    <a:pt x="39" y="73"/>
                    <a:pt x="39" y="73"/>
                  </a:cubicBezTo>
                  <a:cubicBezTo>
                    <a:pt x="38" y="72"/>
                    <a:pt x="37" y="72"/>
                    <a:pt x="36" y="72"/>
                  </a:cubicBezTo>
                  <a:cubicBezTo>
                    <a:pt x="36" y="72"/>
                    <a:pt x="35" y="72"/>
                    <a:pt x="34" y="72"/>
                  </a:cubicBezTo>
                  <a:cubicBezTo>
                    <a:pt x="34" y="72"/>
                    <a:pt x="34" y="73"/>
                    <a:pt x="33" y="73"/>
                  </a:cubicBezTo>
                  <a:cubicBezTo>
                    <a:pt x="34" y="73"/>
                    <a:pt x="34" y="74"/>
                    <a:pt x="34" y="74"/>
                  </a:cubicBezTo>
                  <a:cubicBezTo>
                    <a:pt x="33" y="74"/>
                    <a:pt x="34" y="75"/>
                    <a:pt x="34" y="75"/>
                  </a:cubicBezTo>
                  <a:cubicBezTo>
                    <a:pt x="34" y="76"/>
                    <a:pt x="34" y="76"/>
                    <a:pt x="35" y="77"/>
                  </a:cubicBezTo>
                  <a:cubicBezTo>
                    <a:pt x="35" y="78"/>
                    <a:pt x="35" y="79"/>
                    <a:pt x="35" y="80"/>
                  </a:cubicBezTo>
                  <a:cubicBezTo>
                    <a:pt x="35" y="80"/>
                    <a:pt x="35" y="80"/>
                    <a:pt x="35" y="80"/>
                  </a:cubicBezTo>
                  <a:cubicBezTo>
                    <a:pt x="36" y="80"/>
                    <a:pt x="36" y="81"/>
                    <a:pt x="36" y="82"/>
                  </a:cubicBezTo>
                  <a:cubicBezTo>
                    <a:pt x="36" y="82"/>
                    <a:pt x="36" y="82"/>
                    <a:pt x="36" y="83"/>
                  </a:cubicBezTo>
                  <a:cubicBezTo>
                    <a:pt x="36" y="83"/>
                    <a:pt x="36" y="84"/>
                    <a:pt x="36" y="84"/>
                  </a:cubicBezTo>
                  <a:cubicBezTo>
                    <a:pt x="35" y="84"/>
                    <a:pt x="35" y="85"/>
                    <a:pt x="34" y="86"/>
                  </a:cubicBezTo>
                  <a:cubicBezTo>
                    <a:pt x="34" y="86"/>
                    <a:pt x="33" y="87"/>
                    <a:pt x="32" y="86"/>
                  </a:cubicBezTo>
                  <a:cubicBezTo>
                    <a:pt x="32" y="86"/>
                    <a:pt x="31" y="86"/>
                    <a:pt x="31" y="86"/>
                  </a:cubicBezTo>
                  <a:cubicBezTo>
                    <a:pt x="30" y="86"/>
                    <a:pt x="29" y="86"/>
                    <a:pt x="28" y="87"/>
                  </a:cubicBezTo>
                  <a:cubicBezTo>
                    <a:pt x="27" y="87"/>
                    <a:pt x="27" y="87"/>
                    <a:pt x="26" y="87"/>
                  </a:cubicBezTo>
                  <a:cubicBezTo>
                    <a:pt x="25" y="87"/>
                    <a:pt x="24" y="88"/>
                    <a:pt x="23" y="88"/>
                  </a:cubicBezTo>
                  <a:cubicBezTo>
                    <a:pt x="23" y="88"/>
                    <a:pt x="23" y="88"/>
                    <a:pt x="23" y="88"/>
                  </a:cubicBezTo>
                  <a:cubicBezTo>
                    <a:pt x="22" y="88"/>
                    <a:pt x="21" y="88"/>
                    <a:pt x="20" y="89"/>
                  </a:cubicBezTo>
                  <a:cubicBezTo>
                    <a:pt x="20" y="89"/>
                    <a:pt x="20" y="89"/>
                    <a:pt x="20" y="89"/>
                  </a:cubicBezTo>
                  <a:cubicBezTo>
                    <a:pt x="20" y="89"/>
                    <a:pt x="20" y="89"/>
                    <a:pt x="20" y="89"/>
                  </a:cubicBezTo>
                  <a:cubicBezTo>
                    <a:pt x="19" y="89"/>
                    <a:pt x="18" y="89"/>
                    <a:pt x="17" y="89"/>
                  </a:cubicBezTo>
                  <a:cubicBezTo>
                    <a:pt x="16" y="90"/>
                    <a:pt x="15" y="90"/>
                    <a:pt x="14" y="90"/>
                  </a:cubicBezTo>
                  <a:cubicBezTo>
                    <a:pt x="13" y="90"/>
                    <a:pt x="13" y="91"/>
                    <a:pt x="12" y="91"/>
                  </a:cubicBezTo>
                  <a:cubicBezTo>
                    <a:pt x="12" y="91"/>
                    <a:pt x="12" y="92"/>
                    <a:pt x="12" y="92"/>
                  </a:cubicBezTo>
                  <a:cubicBezTo>
                    <a:pt x="12" y="92"/>
                    <a:pt x="12" y="93"/>
                    <a:pt x="13" y="93"/>
                  </a:cubicBezTo>
                  <a:cubicBezTo>
                    <a:pt x="13" y="93"/>
                    <a:pt x="13" y="93"/>
                    <a:pt x="13" y="94"/>
                  </a:cubicBezTo>
                  <a:cubicBezTo>
                    <a:pt x="14" y="94"/>
                    <a:pt x="14" y="94"/>
                    <a:pt x="15" y="95"/>
                  </a:cubicBezTo>
                  <a:cubicBezTo>
                    <a:pt x="15" y="95"/>
                    <a:pt x="15" y="95"/>
                    <a:pt x="15" y="95"/>
                  </a:cubicBezTo>
                  <a:cubicBezTo>
                    <a:pt x="16" y="96"/>
                    <a:pt x="16" y="97"/>
                    <a:pt x="17" y="97"/>
                  </a:cubicBezTo>
                  <a:cubicBezTo>
                    <a:pt x="17" y="97"/>
                    <a:pt x="17" y="97"/>
                    <a:pt x="17" y="97"/>
                  </a:cubicBezTo>
                  <a:cubicBezTo>
                    <a:pt x="18" y="98"/>
                    <a:pt x="19" y="98"/>
                    <a:pt x="19" y="99"/>
                  </a:cubicBezTo>
                  <a:cubicBezTo>
                    <a:pt x="19" y="99"/>
                    <a:pt x="20" y="99"/>
                    <a:pt x="20" y="100"/>
                  </a:cubicBezTo>
                  <a:cubicBezTo>
                    <a:pt x="20" y="100"/>
                    <a:pt x="21" y="100"/>
                    <a:pt x="21" y="100"/>
                  </a:cubicBezTo>
                  <a:cubicBezTo>
                    <a:pt x="21" y="101"/>
                    <a:pt x="23" y="101"/>
                    <a:pt x="24" y="102"/>
                  </a:cubicBezTo>
                  <a:cubicBezTo>
                    <a:pt x="25" y="102"/>
                    <a:pt x="26" y="103"/>
                    <a:pt x="27" y="103"/>
                  </a:cubicBezTo>
                  <a:cubicBezTo>
                    <a:pt x="27" y="103"/>
                    <a:pt x="27" y="103"/>
                    <a:pt x="27" y="103"/>
                  </a:cubicBezTo>
                  <a:cubicBezTo>
                    <a:pt x="27" y="103"/>
                    <a:pt x="27" y="104"/>
                    <a:pt x="28" y="104"/>
                  </a:cubicBezTo>
                  <a:cubicBezTo>
                    <a:pt x="28" y="104"/>
                    <a:pt x="28" y="104"/>
                    <a:pt x="29" y="104"/>
                  </a:cubicBezTo>
                  <a:cubicBezTo>
                    <a:pt x="29" y="104"/>
                    <a:pt x="29" y="105"/>
                    <a:pt x="30" y="105"/>
                  </a:cubicBezTo>
                  <a:cubicBezTo>
                    <a:pt x="30" y="105"/>
                    <a:pt x="30" y="105"/>
                    <a:pt x="30" y="105"/>
                  </a:cubicBezTo>
                  <a:cubicBezTo>
                    <a:pt x="31" y="105"/>
                    <a:pt x="32" y="105"/>
                    <a:pt x="32" y="107"/>
                  </a:cubicBezTo>
                  <a:cubicBezTo>
                    <a:pt x="32" y="107"/>
                    <a:pt x="32" y="107"/>
                    <a:pt x="33" y="107"/>
                  </a:cubicBezTo>
                  <a:cubicBezTo>
                    <a:pt x="32" y="107"/>
                    <a:pt x="32" y="107"/>
                    <a:pt x="32" y="107"/>
                  </a:cubicBezTo>
                  <a:cubicBezTo>
                    <a:pt x="32" y="107"/>
                    <a:pt x="31" y="108"/>
                    <a:pt x="32" y="108"/>
                  </a:cubicBezTo>
                  <a:cubicBezTo>
                    <a:pt x="32" y="108"/>
                    <a:pt x="32" y="108"/>
                    <a:pt x="32" y="109"/>
                  </a:cubicBezTo>
                  <a:cubicBezTo>
                    <a:pt x="32" y="109"/>
                    <a:pt x="32" y="109"/>
                    <a:pt x="32" y="110"/>
                  </a:cubicBezTo>
                  <a:cubicBezTo>
                    <a:pt x="32" y="110"/>
                    <a:pt x="32" y="110"/>
                    <a:pt x="32" y="110"/>
                  </a:cubicBezTo>
                  <a:cubicBezTo>
                    <a:pt x="32" y="112"/>
                    <a:pt x="32" y="113"/>
                    <a:pt x="32" y="114"/>
                  </a:cubicBezTo>
                  <a:cubicBezTo>
                    <a:pt x="32" y="115"/>
                    <a:pt x="32" y="115"/>
                    <a:pt x="32" y="116"/>
                  </a:cubicBezTo>
                  <a:cubicBezTo>
                    <a:pt x="32" y="117"/>
                    <a:pt x="32" y="118"/>
                    <a:pt x="32" y="119"/>
                  </a:cubicBezTo>
                  <a:cubicBezTo>
                    <a:pt x="31" y="119"/>
                    <a:pt x="31" y="120"/>
                    <a:pt x="31" y="121"/>
                  </a:cubicBezTo>
                  <a:cubicBezTo>
                    <a:pt x="30" y="122"/>
                    <a:pt x="30" y="123"/>
                    <a:pt x="30" y="124"/>
                  </a:cubicBezTo>
                  <a:cubicBezTo>
                    <a:pt x="30" y="124"/>
                    <a:pt x="30" y="124"/>
                    <a:pt x="30" y="124"/>
                  </a:cubicBezTo>
                  <a:cubicBezTo>
                    <a:pt x="29" y="124"/>
                    <a:pt x="29" y="125"/>
                    <a:pt x="29" y="125"/>
                  </a:cubicBezTo>
                  <a:cubicBezTo>
                    <a:pt x="29" y="125"/>
                    <a:pt x="29" y="125"/>
                    <a:pt x="29" y="125"/>
                  </a:cubicBezTo>
                  <a:cubicBezTo>
                    <a:pt x="28" y="126"/>
                    <a:pt x="27" y="127"/>
                    <a:pt x="26" y="128"/>
                  </a:cubicBezTo>
                  <a:cubicBezTo>
                    <a:pt x="25" y="128"/>
                    <a:pt x="25" y="128"/>
                    <a:pt x="24" y="128"/>
                  </a:cubicBezTo>
                  <a:cubicBezTo>
                    <a:pt x="24" y="128"/>
                    <a:pt x="23" y="128"/>
                    <a:pt x="23" y="128"/>
                  </a:cubicBezTo>
                  <a:cubicBezTo>
                    <a:pt x="22" y="128"/>
                    <a:pt x="21" y="129"/>
                    <a:pt x="21" y="129"/>
                  </a:cubicBezTo>
                  <a:cubicBezTo>
                    <a:pt x="20" y="129"/>
                    <a:pt x="19" y="129"/>
                    <a:pt x="18" y="129"/>
                  </a:cubicBezTo>
                  <a:cubicBezTo>
                    <a:pt x="17" y="130"/>
                    <a:pt x="16" y="130"/>
                    <a:pt x="14" y="130"/>
                  </a:cubicBezTo>
                  <a:cubicBezTo>
                    <a:pt x="14" y="130"/>
                    <a:pt x="14" y="130"/>
                    <a:pt x="14" y="130"/>
                  </a:cubicBezTo>
                  <a:cubicBezTo>
                    <a:pt x="12" y="130"/>
                    <a:pt x="10" y="130"/>
                    <a:pt x="9" y="130"/>
                  </a:cubicBezTo>
                  <a:cubicBezTo>
                    <a:pt x="7" y="130"/>
                    <a:pt x="6" y="130"/>
                    <a:pt x="5" y="130"/>
                  </a:cubicBezTo>
                  <a:cubicBezTo>
                    <a:pt x="4" y="129"/>
                    <a:pt x="3" y="130"/>
                    <a:pt x="3" y="129"/>
                  </a:cubicBezTo>
                  <a:cubicBezTo>
                    <a:pt x="2" y="129"/>
                    <a:pt x="1" y="129"/>
                    <a:pt x="1" y="129"/>
                  </a:cubicBezTo>
                  <a:cubicBezTo>
                    <a:pt x="0" y="129"/>
                    <a:pt x="0" y="130"/>
                    <a:pt x="0" y="130"/>
                  </a:cubicBezTo>
                  <a:cubicBezTo>
                    <a:pt x="0" y="129"/>
                    <a:pt x="0" y="128"/>
                    <a:pt x="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3" name="Freeform 111">
              <a:extLst>
                <a:ext uri="{FF2B5EF4-FFF2-40B4-BE49-F238E27FC236}">
                  <a16:creationId xmlns:a16="http://schemas.microsoft.com/office/drawing/2014/main" id="{2ED4BB19-8636-4114-AD94-0B91E66CB524}"/>
                </a:ext>
              </a:extLst>
            </p:cNvPr>
            <p:cNvSpPr>
              <a:spLocks noEditPoints="1"/>
            </p:cNvSpPr>
            <p:nvPr/>
          </p:nvSpPr>
          <p:spPr bwMode="auto">
            <a:xfrm>
              <a:off x="393700" y="5548313"/>
              <a:ext cx="519113" cy="457200"/>
            </a:xfrm>
            <a:custGeom>
              <a:avLst/>
              <a:gdLst>
                <a:gd name="T0" fmla="*/ 124 w 132"/>
                <a:gd name="T1" fmla="*/ 5 h 116"/>
                <a:gd name="T2" fmla="*/ 130 w 132"/>
                <a:gd name="T3" fmla="*/ 22 h 116"/>
                <a:gd name="T4" fmla="*/ 132 w 132"/>
                <a:gd name="T5" fmla="*/ 35 h 116"/>
                <a:gd name="T6" fmla="*/ 131 w 132"/>
                <a:gd name="T7" fmla="*/ 58 h 116"/>
                <a:gd name="T8" fmla="*/ 129 w 132"/>
                <a:gd name="T9" fmla="*/ 83 h 116"/>
                <a:gd name="T10" fmla="*/ 119 w 132"/>
                <a:gd name="T11" fmla="*/ 102 h 116"/>
                <a:gd name="T12" fmla="*/ 105 w 132"/>
                <a:gd name="T13" fmla="*/ 97 h 116"/>
                <a:gd name="T14" fmla="*/ 90 w 132"/>
                <a:gd name="T15" fmla="*/ 94 h 116"/>
                <a:gd name="T16" fmla="*/ 73 w 132"/>
                <a:gd name="T17" fmla="*/ 92 h 116"/>
                <a:gd name="T18" fmla="*/ 67 w 132"/>
                <a:gd name="T19" fmla="*/ 112 h 116"/>
                <a:gd name="T20" fmla="*/ 61 w 132"/>
                <a:gd name="T21" fmla="*/ 113 h 116"/>
                <a:gd name="T22" fmla="*/ 67 w 132"/>
                <a:gd name="T23" fmla="*/ 99 h 116"/>
                <a:gd name="T24" fmla="*/ 55 w 132"/>
                <a:gd name="T25" fmla="*/ 89 h 116"/>
                <a:gd name="T26" fmla="*/ 38 w 132"/>
                <a:gd name="T27" fmla="*/ 86 h 116"/>
                <a:gd name="T28" fmla="*/ 34 w 132"/>
                <a:gd name="T29" fmla="*/ 103 h 116"/>
                <a:gd name="T30" fmla="*/ 30 w 132"/>
                <a:gd name="T31" fmla="*/ 84 h 116"/>
                <a:gd name="T32" fmla="*/ 16 w 132"/>
                <a:gd name="T33" fmla="*/ 73 h 116"/>
                <a:gd name="T34" fmla="*/ 3 w 132"/>
                <a:gd name="T35" fmla="*/ 74 h 116"/>
                <a:gd name="T36" fmla="*/ 5 w 132"/>
                <a:gd name="T37" fmla="*/ 58 h 116"/>
                <a:gd name="T38" fmla="*/ 28 w 132"/>
                <a:gd name="T39" fmla="*/ 46 h 116"/>
                <a:gd name="T40" fmla="*/ 46 w 132"/>
                <a:gd name="T41" fmla="*/ 36 h 116"/>
                <a:gd name="T42" fmla="*/ 70 w 132"/>
                <a:gd name="T43" fmla="*/ 23 h 116"/>
                <a:gd name="T44" fmla="*/ 92 w 132"/>
                <a:gd name="T45" fmla="*/ 11 h 116"/>
                <a:gd name="T46" fmla="*/ 103 w 132"/>
                <a:gd name="T47" fmla="*/ 4 h 116"/>
                <a:gd name="T48" fmla="*/ 115 w 132"/>
                <a:gd name="T49" fmla="*/ 5 h 116"/>
                <a:gd name="T50" fmla="*/ 117 w 132"/>
                <a:gd name="T51" fmla="*/ 8 h 116"/>
                <a:gd name="T52" fmla="*/ 124 w 132"/>
                <a:gd name="T53" fmla="*/ 24 h 116"/>
                <a:gd name="T54" fmla="*/ 126 w 132"/>
                <a:gd name="T55" fmla="*/ 53 h 116"/>
                <a:gd name="T56" fmla="*/ 124 w 132"/>
                <a:gd name="T57" fmla="*/ 85 h 116"/>
                <a:gd name="T58" fmla="*/ 126 w 132"/>
                <a:gd name="T59" fmla="*/ 81 h 116"/>
                <a:gd name="T60" fmla="*/ 128 w 132"/>
                <a:gd name="T61" fmla="*/ 60 h 116"/>
                <a:gd name="T62" fmla="*/ 129 w 132"/>
                <a:gd name="T63" fmla="*/ 40 h 116"/>
                <a:gd name="T64" fmla="*/ 124 w 132"/>
                <a:gd name="T65" fmla="*/ 13 h 116"/>
                <a:gd name="T66" fmla="*/ 111 w 132"/>
                <a:gd name="T67" fmla="*/ 94 h 116"/>
                <a:gd name="T68" fmla="*/ 108 w 132"/>
                <a:gd name="T69" fmla="*/ 66 h 116"/>
                <a:gd name="T70" fmla="*/ 110 w 132"/>
                <a:gd name="T71" fmla="*/ 29 h 116"/>
                <a:gd name="T72" fmla="*/ 109 w 132"/>
                <a:gd name="T73" fmla="*/ 10 h 116"/>
                <a:gd name="T74" fmla="*/ 97 w 132"/>
                <a:gd name="T75" fmla="*/ 12 h 116"/>
                <a:gd name="T76" fmla="*/ 73 w 132"/>
                <a:gd name="T77" fmla="*/ 25 h 116"/>
                <a:gd name="T78" fmla="*/ 46 w 132"/>
                <a:gd name="T79" fmla="*/ 39 h 116"/>
                <a:gd name="T80" fmla="*/ 25 w 132"/>
                <a:gd name="T81" fmla="*/ 51 h 116"/>
                <a:gd name="T82" fmla="*/ 5 w 132"/>
                <a:gd name="T83" fmla="*/ 65 h 116"/>
                <a:gd name="T84" fmla="*/ 23 w 132"/>
                <a:gd name="T85" fmla="*/ 72 h 116"/>
                <a:gd name="T86" fmla="*/ 38 w 132"/>
                <a:gd name="T87" fmla="*/ 75 h 116"/>
                <a:gd name="T88" fmla="*/ 40 w 132"/>
                <a:gd name="T89" fmla="*/ 78 h 116"/>
                <a:gd name="T90" fmla="*/ 53 w 132"/>
                <a:gd name="T91" fmla="*/ 78 h 116"/>
                <a:gd name="T92" fmla="*/ 65 w 132"/>
                <a:gd name="T93" fmla="*/ 88 h 116"/>
                <a:gd name="T94" fmla="*/ 75 w 132"/>
                <a:gd name="T95" fmla="*/ 87 h 116"/>
                <a:gd name="T96" fmla="*/ 88 w 132"/>
                <a:gd name="T97" fmla="*/ 90 h 116"/>
                <a:gd name="T98" fmla="*/ 111 w 132"/>
                <a:gd name="T99" fmla="*/ 96 h 116"/>
                <a:gd name="T100" fmla="*/ 57 w 132"/>
                <a:gd name="T101" fmla="*/ 86 h 116"/>
                <a:gd name="T102" fmla="*/ 51 w 132"/>
                <a:gd name="T103" fmla="*/ 82 h 116"/>
                <a:gd name="T104" fmla="*/ 117 w 132"/>
                <a:gd name="T105" fmla="*/ 89 h 116"/>
                <a:gd name="T106" fmla="*/ 119 w 132"/>
                <a:gd name="T107" fmla="*/ 97 h 116"/>
                <a:gd name="T108" fmla="*/ 112 w 132"/>
                <a:gd name="T109" fmla="*/ 64 h 116"/>
                <a:gd name="T110" fmla="*/ 112 w 132"/>
                <a:gd name="T111" fmla="*/ 56 h 116"/>
                <a:gd name="T112" fmla="*/ 120 w 132"/>
                <a:gd name="T113" fmla="*/ 29 h 116"/>
                <a:gd name="T114" fmla="*/ 123 w 132"/>
                <a:gd name="T115" fmla="*/ 46 h 116"/>
                <a:gd name="T116" fmla="*/ 122 w 132"/>
                <a:gd name="T117" fmla="*/ 3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2" h="116">
                  <a:moveTo>
                    <a:pt x="114" y="3"/>
                  </a:moveTo>
                  <a:cubicBezTo>
                    <a:pt x="114" y="3"/>
                    <a:pt x="114" y="3"/>
                    <a:pt x="113" y="2"/>
                  </a:cubicBezTo>
                  <a:cubicBezTo>
                    <a:pt x="113" y="2"/>
                    <a:pt x="113" y="2"/>
                    <a:pt x="113" y="2"/>
                  </a:cubicBezTo>
                  <a:cubicBezTo>
                    <a:pt x="114" y="1"/>
                    <a:pt x="114" y="1"/>
                    <a:pt x="115" y="1"/>
                  </a:cubicBezTo>
                  <a:cubicBezTo>
                    <a:pt x="115" y="1"/>
                    <a:pt x="115" y="1"/>
                    <a:pt x="115" y="1"/>
                  </a:cubicBezTo>
                  <a:cubicBezTo>
                    <a:pt x="117" y="1"/>
                    <a:pt x="119" y="0"/>
                    <a:pt x="121" y="0"/>
                  </a:cubicBezTo>
                  <a:cubicBezTo>
                    <a:pt x="122" y="0"/>
                    <a:pt x="123" y="1"/>
                    <a:pt x="123" y="2"/>
                  </a:cubicBezTo>
                  <a:cubicBezTo>
                    <a:pt x="124" y="2"/>
                    <a:pt x="124" y="3"/>
                    <a:pt x="124" y="3"/>
                  </a:cubicBezTo>
                  <a:cubicBezTo>
                    <a:pt x="124" y="4"/>
                    <a:pt x="124" y="4"/>
                    <a:pt x="124" y="4"/>
                  </a:cubicBezTo>
                  <a:cubicBezTo>
                    <a:pt x="124" y="4"/>
                    <a:pt x="124" y="4"/>
                    <a:pt x="124" y="5"/>
                  </a:cubicBezTo>
                  <a:cubicBezTo>
                    <a:pt x="124" y="6"/>
                    <a:pt x="125" y="7"/>
                    <a:pt x="126" y="7"/>
                  </a:cubicBezTo>
                  <a:cubicBezTo>
                    <a:pt x="126" y="8"/>
                    <a:pt x="127" y="9"/>
                    <a:pt x="127" y="10"/>
                  </a:cubicBezTo>
                  <a:cubicBezTo>
                    <a:pt x="127" y="10"/>
                    <a:pt x="128" y="11"/>
                    <a:pt x="128" y="12"/>
                  </a:cubicBezTo>
                  <a:cubicBezTo>
                    <a:pt x="128" y="12"/>
                    <a:pt x="128" y="12"/>
                    <a:pt x="128" y="12"/>
                  </a:cubicBezTo>
                  <a:cubicBezTo>
                    <a:pt x="128" y="13"/>
                    <a:pt x="128" y="13"/>
                    <a:pt x="128" y="14"/>
                  </a:cubicBezTo>
                  <a:cubicBezTo>
                    <a:pt x="129" y="15"/>
                    <a:pt x="129" y="16"/>
                    <a:pt x="129" y="17"/>
                  </a:cubicBezTo>
                  <a:cubicBezTo>
                    <a:pt x="129" y="17"/>
                    <a:pt x="129" y="17"/>
                    <a:pt x="129" y="18"/>
                  </a:cubicBezTo>
                  <a:cubicBezTo>
                    <a:pt x="129" y="18"/>
                    <a:pt x="130" y="18"/>
                    <a:pt x="129" y="18"/>
                  </a:cubicBezTo>
                  <a:cubicBezTo>
                    <a:pt x="129" y="18"/>
                    <a:pt x="129" y="19"/>
                    <a:pt x="129" y="19"/>
                  </a:cubicBezTo>
                  <a:cubicBezTo>
                    <a:pt x="129" y="20"/>
                    <a:pt x="130" y="21"/>
                    <a:pt x="130" y="22"/>
                  </a:cubicBezTo>
                  <a:cubicBezTo>
                    <a:pt x="130" y="22"/>
                    <a:pt x="130" y="22"/>
                    <a:pt x="130" y="22"/>
                  </a:cubicBezTo>
                  <a:cubicBezTo>
                    <a:pt x="130" y="23"/>
                    <a:pt x="130" y="24"/>
                    <a:pt x="130" y="25"/>
                  </a:cubicBezTo>
                  <a:cubicBezTo>
                    <a:pt x="130" y="26"/>
                    <a:pt x="131" y="26"/>
                    <a:pt x="131" y="26"/>
                  </a:cubicBezTo>
                  <a:cubicBezTo>
                    <a:pt x="131" y="27"/>
                    <a:pt x="131" y="27"/>
                    <a:pt x="131" y="27"/>
                  </a:cubicBezTo>
                  <a:cubicBezTo>
                    <a:pt x="130" y="27"/>
                    <a:pt x="130" y="28"/>
                    <a:pt x="131" y="28"/>
                  </a:cubicBezTo>
                  <a:cubicBezTo>
                    <a:pt x="131" y="29"/>
                    <a:pt x="131" y="30"/>
                    <a:pt x="131" y="31"/>
                  </a:cubicBezTo>
                  <a:cubicBezTo>
                    <a:pt x="131" y="32"/>
                    <a:pt x="131" y="32"/>
                    <a:pt x="131" y="32"/>
                  </a:cubicBezTo>
                  <a:cubicBezTo>
                    <a:pt x="131" y="33"/>
                    <a:pt x="132" y="33"/>
                    <a:pt x="131" y="33"/>
                  </a:cubicBezTo>
                  <a:cubicBezTo>
                    <a:pt x="131" y="34"/>
                    <a:pt x="132" y="34"/>
                    <a:pt x="132" y="35"/>
                  </a:cubicBezTo>
                  <a:cubicBezTo>
                    <a:pt x="132" y="35"/>
                    <a:pt x="132" y="35"/>
                    <a:pt x="132" y="35"/>
                  </a:cubicBezTo>
                  <a:cubicBezTo>
                    <a:pt x="132" y="36"/>
                    <a:pt x="132" y="37"/>
                    <a:pt x="132" y="38"/>
                  </a:cubicBezTo>
                  <a:cubicBezTo>
                    <a:pt x="132" y="39"/>
                    <a:pt x="132" y="39"/>
                    <a:pt x="132" y="40"/>
                  </a:cubicBezTo>
                  <a:cubicBezTo>
                    <a:pt x="132" y="40"/>
                    <a:pt x="132" y="40"/>
                    <a:pt x="132" y="41"/>
                  </a:cubicBezTo>
                  <a:cubicBezTo>
                    <a:pt x="132" y="41"/>
                    <a:pt x="132" y="42"/>
                    <a:pt x="132" y="43"/>
                  </a:cubicBezTo>
                  <a:cubicBezTo>
                    <a:pt x="132" y="44"/>
                    <a:pt x="132" y="44"/>
                    <a:pt x="132" y="45"/>
                  </a:cubicBezTo>
                  <a:cubicBezTo>
                    <a:pt x="132" y="45"/>
                    <a:pt x="132" y="46"/>
                    <a:pt x="132" y="46"/>
                  </a:cubicBezTo>
                  <a:cubicBezTo>
                    <a:pt x="132" y="46"/>
                    <a:pt x="131" y="46"/>
                    <a:pt x="132" y="47"/>
                  </a:cubicBezTo>
                  <a:cubicBezTo>
                    <a:pt x="132" y="47"/>
                    <a:pt x="132" y="47"/>
                    <a:pt x="132" y="47"/>
                  </a:cubicBezTo>
                  <a:cubicBezTo>
                    <a:pt x="132" y="49"/>
                    <a:pt x="132" y="51"/>
                    <a:pt x="132" y="52"/>
                  </a:cubicBezTo>
                  <a:cubicBezTo>
                    <a:pt x="132" y="54"/>
                    <a:pt x="132" y="56"/>
                    <a:pt x="131" y="58"/>
                  </a:cubicBezTo>
                  <a:cubicBezTo>
                    <a:pt x="131" y="59"/>
                    <a:pt x="131" y="60"/>
                    <a:pt x="131" y="61"/>
                  </a:cubicBezTo>
                  <a:cubicBezTo>
                    <a:pt x="131" y="62"/>
                    <a:pt x="131" y="63"/>
                    <a:pt x="130" y="65"/>
                  </a:cubicBezTo>
                  <a:cubicBezTo>
                    <a:pt x="129" y="67"/>
                    <a:pt x="130" y="70"/>
                    <a:pt x="130" y="72"/>
                  </a:cubicBezTo>
                  <a:cubicBezTo>
                    <a:pt x="130" y="72"/>
                    <a:pt x="130" y="73"/>
                    <a:pt x="130" y="73"/>
                  </a:cubicBezTo>
                  <a:cubicBezTo>
                    <a:pt x="130" y="73"/>
                    <a:pt x="130" y="73"/>
                    <a:pt x="130" y="73"/>
                  </a:cubicBezTo>
                  <a:cubicBezTo>
                    <a:pt x="130" y="74"/>
                    <a:pt x="130" y="75"/>
                    <a:pt x="130" y="75"/>
                  </a:cubicBezTo>
                  <a:cubicBezTo>
                    <a:pt x="130" y="76"/>
                    <a:pt x="129" y="76"/>
                    <a:pt x="129" y="76"/>
                  </a:cubicBezTo>
                  <a:cubicBezTo>
                    <a:pt x="130" y="77"/>
                    <a:pt x="129" y="78"/>
                    <a:pt x="129" y="80"/>
                  </a:cubicBezTo>
                  <a:cubicBezTo>
                    <a:pt x="129" y="81"/>
                    <a:pt x="129" y="82"/>
                    <a:pt x="129" y="82"/>
                  </a:cubicBezTo>
                  <a:cubicBezTo>
                    <a:pt x="129" y="82"/>
                    <a:pt x="129" y="83"/>
                    <a:pt x="129" y="83"/>
                  </a:cubicBezTo>
                  <a:cubicBezTo>
                    <a:pt x="128" y="84"/>
                    <a:pt x="128" y="85"/>
                    <a:pt x="128" y="86"/>
                  </a:cubicBezTo>
                  <a:cubicBezTo>
                    <a:pt x="128" y="86"/>
                    <a:pt x="128" y="87"/>
                    <a:pt x="127" y="88"/>
                  </a:cubicBezTo>
                  <a:cubicBezTo>
                    <a:pt x="127" y="88"/>
                    <a:pt x="127" y="89"/>
                    <a:pt x="127" y="89"/>
                  </a:cubicBezTo>
                  <a:cubicBezTo>
                    <a:pt x="127" y="90"/>
                    <a:pt x="127" y="91"/>
                    <a:pt x="127" y="92"/>
                  </a:cubicBezTo>
                  <a:cubicBezTo>
                    <a:pt x="127" y="93"/>
                    <a:pt x="126" y="94"/>
                    <a:pt x="126" y="95"/>
                  </a:cubicBezTo>
                  <a:cubicBezTo>
                    <a:pt x="125" y="96"/>
                    <a:pt x="125" y="97"/>
                    <a:pt x="124" y="98"/>
                  </a:cubicBezTo>
                  <a:cubicBezTo>
                    <a:pt x="124" y="98"/>
                    <a:pt x="124" y="98"/>
                    <a:pt x="124" y="98"/>
                  </a:cubicBezTo>
                  <a:cubicBezTo>
                    <a:pt x="123" y="99"/>
                    <a:pt x="123" y="100"/>
                    <a:pt x="121" y="101"/>
                  </a:cubicBezTo>
                  <a:cubicBezTo>
                    <a:pt x="121" y="101"/>
                    <a:pt x="121" y="101"/>
                    <a:pt x="120" y="102"/>
                  </a:cubicBezTo>
                  <a:cubicBezTo>
                    <a:pt x="120" y="102"/>
                    <a:pt x="120" y="102"/>
                    <a:pt x="119" y="102"/>
                  </a:cubicBezTo>
                  <a:cubicBezTo>
                    <a:pt x="119" y="102"/>
                    <a:pt x="119" y="102"/>
                    <a:pt x="118" y="102"/>
                  </a:cubicBezTo>
                  <a:cubicBezTo>
                    <a:pt x="118" y="101"/>
                    <a:pt x="118" y="101"/>
                    <a:pt x="117" y="101"/>
                  </a:cubicBezTo>
                  <a:cubicBezTo>
                    <a:pt x="117" y="101"/>
                    <a:pt x="116" y="101"/>
                    <a:pt x="115" y="101"/>
                  </a:cubicBezTo>
                  <a:cubicBezTo>
                    <a:pt x="115" y="101"/>
                    <a:pt x="115" y="101"/>
                    <a:pt x="114" y="101"/>
                  </a:cubicBezTo>
                  <a:cubicBezTo>
                    <a:pt x="114" y="100"/>
                    <a:pt x="113" y="100"/>
                    <a:pt x="112" y="99"/>
                  </a:cubicBezTo>
                  <a:cubicBezTo>
                    <a:pt x="111" y="99"/>
                    <a:pt x="111" y="99"/>
                    <a:pt x="110" y="98"/>
                  </a:cubicBezTo>
                  <a:cubicBezTo>
                    <a:pt x="110" y="98"/>
                    <a:pt x="110" y="98"/>
                    <a:pt x="109" y="98"/>
                  </a:cubicBezTo>
                  <a:cubicBezTo>
                    <a:pt x="109" y="98"/>
                    <a:pt x="108" y="98"/>
                    <a:pt x="108" y="98"/>
                  </a:cubicBezTo>
                  <a:cubicBezTo>
                    <a:pt x="108" y="98"/>
                    <a:pt x="108" y="97"/>
                    <a:pt x="108" y="97"/>
                  </a:cubicBezTo>
                  <a:cubicBezTo>
                    <a:pt x="107" y="98"/>
                    <a:pt x="106" y="97"/>
                    <a:pt x="105" y="97"/>
                  </a:cubicBezTo>
                  <a:cubicBezTo>
                    <a:pt x="104" y="97"/>
                    <a:pt x="103" y="96"/>
                    <a:pt x="102" y="96"/>
                  </a:cubicBezTo>
                  <a:cubicBezTo>
                    <a:pt x="102" y="96"/>
                    <a:pt x="101" y="95"/>
                    <a:pt x="100" y="96"/>
                  </a:cubicBezTo>
                  <a:cubicBezTo>
                    <a:pt x="100" y="96"/>
                    <a:pt x="99" y="96"/>
                    <a:pt x="99" y="96"/>
                  </a:cubicBezTo>
                  <a:cubicBezTo>
                    <a:pt x="99" y="96"/>
                    <a:pt x="99" y="95"/>
                    <a:pt x="98" y="95"/>
                  </a:cubicBezTo>
                  <a:cubicBezTo>
                    <a:pt x="98" y="96"/>
                    <a:pt x="97" y="95"/>
                    <a:pt x="96" y="95"/>
                  </a:cubicBezTo>
                  <a:cubicBezTo>
                    <a:pt x="96" y="95"/>
                    <a:pt x="96" y="95"/>
                    <a:pt x="95" y="95"/>
                  </a:cubicBezTo>
                  <a:cubicBezTo>
                    <a:pt x="95" y="95"/>
                    <a:pt x="94" y="95"/>
                    <a:pt x="94" y="95"/>
                  </a:cubicBezTo>
                  <a:cubicBezTo>
                    <a:pt x="94" y="94"/>
                    <a:pt x="93" y="94"/>
                    <a:pt x="93" y="95"/>
                  </a:cubicBezTo>
                  <a:cubicBezTo>
                    <a:pt x="92" y="95"/>
                    <a:pt x="92" y="94"/>
                    <a:pt x="91" y="94"/>
                  </a:cubicBezTo>
                  <a:cubicBezTo>
                    <a:pt x="91" y="94"/>
                    <a:pt x="90" y="94"/>
                    <a:pt x="90" y="94"/>
                  </a:cubicBezTo>
                  <a:cubicBezTo>
                    <a:pt x="89" y="93"/>
                    <a:pt x="87" y="94"/>
                    <a:pt x="86" y="93"/>
                  </a:cubicBezTo>
                  <a:cubicBezTo>
                    <a:pt x="86" y="93"/>
                    <a:pt x="86" y="93"/>
                    <a:pt x="86" y="93"/>
                  </a:cubicBezTo>
                  <a:cubicBezTo>
                    <a:pt x="85" y="93"/>
                    <a:pt x="84" y="92"/>
                    <a:pt x="84" y="92"/>
                  </a:cubicBezTo>
                  <a:cubicBezTo>
                    <a:pt x="83" y="92"/>
                    <a:pt x="82" y="92"/>
                    <a:pt x="82" y="92"/>
                  </a:cubicBezTo>
                  <a:cubicBezTo>
                    <a:pt x="81" y="93"/>
                    <a:pt x="81" y="92"/>
                    <a:pt x="80" y="92"/>
                  </a:cubicBezTo>
                  <a:cubicBezTo>
                    <a:pt x="80" y="92"/>
                    <a:pt x="79" y="91"/>
                    <a:pt x="79" y="91"/>
                  </a:cubicBezTo>
                  <a:cubicBezTo>
                    <a:pt x="78" y="91"/>
                    <a:pt x="77" y="91"/>
                    <a:pt x="77" y="91"/>
                  </a:cubicBezTo>
                  <a:cubicBezTo>
                    <a:pt x="76" y="91"/>
                    <a:pt x="76" y="91"/>
                    <a:pt x="75" y="91"/>
                  </a:cubicBezTo>
                  <a:cubicBezTo>
                    <a:pt x="75" y="91"/>
                    <a:pt x="75" y="91"/>
                    <a:pt x="75" y="91"/>
                  </a:cubicBezTo>
                  <a:cubicBezTo>
                    <a:pt x="74" y="91"/>
                    <a:pt x="74" y="92"/>
                    <a:pt x="73" y="92"/>
                  </a:cubicBezTo>
                  <a:cubicBezTo>
                    <a:pt x="73" y="93"/>
                    <a:pt x="73" y="93"/>
                    <a:pt x="73" y="93"/>
                  </a:cubicBezTo>
                  <a:cubicBezTo>
                    <a:pt x="72" y="94"/>
                    <a:pt x="72" y="95"/>
                    <a:pt x="73" y="95"/>
                  </a:cubicBezTo>
                  <a:cubicBezTo>
                    <a:pt x="73" y="96"/>
                    <a:pt x="72" y="96"/>
                    <a:pt x="72" y="96"/>
                  </a:cubicBezTo>
                  <a:cubicBezTo>
                    <a:pt x="71" y="96"/>
                    <a:pt x="71" y="97"/>
                    <a:pt x="71" y="98"/>
                  </a:cubicBezTo>
                  <a:cubicBezTo>
                    <a:pt x="71" y="99"/>
                    <a:pt x="70" y="100"/>
                    <a:pt x="70" y="101"/>
                  </a:cubicBezTo>
                  <a:cubicBezTo>
                    <a:pt x="70" y="101"/>
                    <a:pt x="70" y="102"/>
                    <a:pt x="70" y="103"/>
                  </a:cubicBezTo>
                  <a:cubicBezTo>
                    <a:pt x="70" y="103"/>
                    <a:pt x="69" y="104"/>
                    <a:pt x="69" y="104"/>
                  </a:cubicBezTo>
                  <a:cubicBezTo>
                    <a:pt x="69" y="105"/>
                    <a:pt x="68" y="106"/>
                    <a:pt x="68" y="106"/>
                  </a:cubicBezTo>
                  <a:cubicBezTo>
                    <a:pt x="68" y="107"/>
                    <a:pt x="68" y="108"/>
                    <a:pt x="67" y="109"/>
                  </a:cubicBezTo>
                  <a:cubicBezTo>
                    <a:pt x="67" y="110"/>
                    <a:pt x="67" y="111"/>
                    <a:pt x="67" y="112"/>
                  </a:cubicBezTo>
                  <a:cubicBezTo>
                    <a:pt x="67" y="112"/>
                    <a:pt x="67" y="112"/>
                    <a:pt x="67" y="112"/>
                  </a:cubicBezTo>
                  <a:cubicBezTo>
                    <a:pt x="67" y="114"/>
                    <a:pt x="67" y="114"/>
                    <a:pt x="66" y="115"/>
                  </a:cubicBezTo>
                  <a:cubicBezTo>
                    <a:pt x="66" y="115"/>
                    <a:pt x="66" y="115"/>
                    <a:pt x="66" y="116"/>
                  </a:cubicBezTo>
                  <a:cubicBezTo>
                    <a:pt x="65" y="116"/>
                    <a:pt x="64" y="116"/>
                    <a:pt x="63" y="116"/>
                  </a:cubicBezTo>
                  <a:cubicBezTo>
                    <a:pt x="62" y="116"/>
                    <a:pt x="62" y="116"/>
                    <a:pt x="62" y="116"/>
                  </a:cubicBezTo>
                  <a:cubicBezTo>
                    <a:pt x="61" y="116"/>
                    <a:pt x="59" y="116"/>
                    <a:pt x="58" y="115"/>
                  </a:cubicBezTo>
                  <a:cubicBezTo>
                    <a:pt x="58" y="115"/>
                    <a:pt x="58" y="115"/>
                    <a:pt x="58" y="114"/>
                  </a:cubicBezTo>
                  <a:cubicBezTo>
                    <a:pt x="58" y="114"/>
                    <a:pt x="58" y="113"/>
                    <a:pt x="58" y="113"/>
                  </a:cubicBezTo>
                  <a:cubicBezTo>
                    <a:pt x="59" y="113"/>
                    <a:pt x="59" y="113"/>
                    <a:pt x="60" y="113"/>
                  </a:cubicBezTo>
                  <a:cubicBezTo>
                    <a:pt x="60" y="113"/>
                    <a:pt x="61" y="113"/>
                    <a:pt x="61" y="113"/>
                  </a:cubicBezTo>
                  <a:cubicBezTo>
                    <a:pt x="61" y="113"/>
                    <a:pt x="61" y="113"/>
                    <a:pt x="62" y="112"/>
                  </a:cubicBezTo>
                  <a:cubicBezTo>
                    <a:pt x="62" y="112"/>
                    <a:pt x="62" y="111"/>
                    <a:pt x="62" y="111"/>
                  </a:cubicBezTo>
                  <a:cubicBezTo>
                    <a:pt x="62" y="110"/>
                    <a:pt x="63" y="110"/>
                    <a:pt x="63" y="110"/>
                  </a:cubicBezTo>
                  <a:cubicBezTo>
                    <a:pt x="63" y="109"/>
                    <a:pt x="63" y="108"/>
                    <a:pt x="64" y="107"/>
                  </a:cubicBezTo>
                  <a:cubicBezTo>
                    <a:pt x="64" y="107"/>
                    <a:pt x="64" y="107"/>
                    <a:pt x="64" y="107"/>
                  </a:cubicBezTo>
                  <a:cubicBezTo>
                    <a:pt x="64" y="107"/>
                    <a:pt x="64" y="106"/>
                    <a:pt x="65" y="105"/>
                  </a:cubicBezTo>
                  <a:cubicBezTo>
                    <a:pt x="65" y="105"/>
                    <a:pt x="65" y="105"/>
                    <a:pt x="65" y="105"/>
                  </a:cubicBezTo>
                  <a:cubicBezTo>
                    <a:pt x="65" y="104"/>
                    <a:pt x="67" y="103"/>
                    <a:pt x="66" y="101"/>
                  </a:cubicBezTo>
                  <a:cubicBezTo>
                    <a:pt x="66" y="101"/>
                    <a:pt x="67" y="100"/>
                    <a:pt x="67" y="100"/>
                  </a:cubicBezTo>
                  <a:cubicBezTo>
                    <a:pt x="67" y="99"/>
                    <a:pt x="67" y="99"/>
                    <a:pt x="67" y="99"/>
                  </a:cubicBezTo>
                  <a:cubicBezTo>
                    <a:pt x="67" y="99"/>
                    <a:pt x="67" y="99"/>
                    <a:pt x="67" y="99"/>
                  </a:cubicBezTo>
                  <a:cubicBezTo>
                    <a:pt x="67" y="98"/>
                    <a:pt x="67" y="97"/>
                    <a:pt x="67" y="96"/>
                  </a:cubicBezTo>
                  <a:cubicBezTo>
                    <a:pt x="66" y="96"/>
                    <a:pt x="66" y="96"/>
                    <a:pt x="66" y="95"/>
                  </a:cubicBezTo>
                  <a:cubicBezTo>
                    <a:pt x="65" y="95"/>
                    <a:pt x="65" y="95"/>
                    <a:pt x="65" y="94"/>
                  </a:cubicBezTo>
                  <a:cubicBezTo>
                    <a:pt x="64" y="94"/>
                    <a:pt x="64" y="94"/>
                    <a:pt x="63" y="93"/>
                  </a:cubicBezTo>
                  <a:cubicBezTo>
                    <a:pt x="63" y="93"/>
                    <a:pt x="63" y="93"/>
                    <a:pt x="62" y="93"/>
                  </a:cubicBezTo>
                  <a:cubicBezTo>
                    <a:pt x="61" y="92"/>
                    <a:pt x="60" y="91"/>
                    <a:pt x="59" y="91"/>
                  </a:cubicBezTo>
                  <a:cubicBezTo>
                    <a:pt x="58" y="91"/>
                    <a:pt x="57" y="90"/>
                    <a:pt x="56" y="90"/>
                  </a:cubicBezTo>
                  <a:cubicBezTo>
                    <a:pt x="56" y="90"/>
                    <a:pt x="56" y="89"/>
                    <a:pt x="56" y="89"/>
                  </a:cubicBezTo>
                  <a:cubicBezTo>
                    <a:pt x="55" y="89"/>
                    <a:pt x="55" y="89"/>
                    <a:pt x="55" y="89"/>
                  </a:cubicBezTo>
                  <a:cubicBezTo>
                    <a:pt x="55" y="89"/>
                    <a:pt x="54" y="89"/>
                    <a:pt x="54" y="89"/>
                  </a:cubicBezTo>
                  <a:cubicBezTo>
                    <a:pt x="53" y="89"/>
                    <a:pt x="53" y="88"/>
                    <a:pt x="52" y="88"/>
                  </a:cubicBezTo>
                  <a:cubicBezTo>
                    <a:pt x="51" y="88"/>
                    <a:pt x="51" y="88"/>
                    <a:pt x="50" y="87"/>
                  </a:cubicBezTo>
                  <a:cubicBezTo>
                    <a:pt x="49" y="87"/>
                    <a:pt x="48" y="87"/>
                    <a:pt x="47" y="86"/>
                  </a:cubicBezTo>
                  <a:cubicBezTo>
                    <a:pt x="46" y="86"/>
                    <a:pt x="46" y="86"/>
                    <a:pt x="45" y="86"/>
                  </a:cubicBezTo>
                  <a:cubicBezTo>
                    <a:pt x="45" y="86"/>
                    <a:pt x="45" y="86"/>
                    <a:pt x="45" y="86"/>
                  </a:cubicBezTo>
                  <a:cubicBezTo>
                    <a:pt x="44" y="85"/>
                    <a:pt x="43" y="85"/>
                    <a:pt x="42" y="85"/>
                  </a:cubicBezTo>
                  <a:cubicBezTo>
                    <a:pt x="42" y="85"/>
                    <a:pt x="42" y="85"/>
                    <a:pt x="41" y="85"/>
                  </a:cubicBezTo>
                  <a:cubicBezTo>
                    <a:pt x="41" y="85"/>
                    <a:pt x="41" y="85"/>
                    <a:pt x="40" y="85"/>
                  </a:cubicBezTo>
                  <a:cubicBezTo>
                    <a:pt x="40" y="86"/>
                    <a:pt x="39" y="86"/>
                    <a:pt x="38" y="86"/>
                  </a:cubicBezTo>
                  <a:cubicBezTo>
                    <a:pt x="38" y="87"/>
                    <a:pt x="38" y="87"/>
                    <a:pt x="38" y="88"/>
                  </a:cubicBezTo>
                  <a:cubicBezTo>
                    <a:pt x="38" y="89"/>
                    <a:pt x="38" y="89"/>
                    <a:pt x="38" y="89"/>
                  </a:cubicBezTo>
                  <a:cubicBezTo>
                    <a:pt x="38" y="90"/>
                    <a:pt x="38" y="91"/>
                    <a:pt x="38" y="92"/>
                  </a:cubicBezTo>
                  <a:cubicBezTo>
                    <a:pt x="38" y="92"/>
                    <a:pt x="38" y="92"/>
                    <a:pt x="38" y="92"/>
                  </a:cubicBezTo>
                  <a:cubicBezTo>
                    <a:pt x="38" y="93"/>
                    <a:pt x="38" y="93"/>
                    <a:pt x="38" y="94"/>
                  </a:cubicBezTo>
                  <a:cubicBezTo>
                    <a:pt x="38" y="95"/>
                    <a:pt x="37" y="97"/>
                    <a:pt x="37" y="98"/>
                  </a:cubicBezTo>
                  <a:cubicBezTo>
                    <a:pt x="37" y="99"/>
                    <a:pt x="37" y="100"/>
                    <a:pt x="37" y="101"/>
                  </a:cubicBezTo>
                  <a:cubicBezTo>
                    <a:pt x="37" y="102"/>
                    <a:pt x="38" y="103"/>
                    <a:pt x="38" y="103"/>
                  </a:cubicBezTo>
                  <a:cubicBezTo>
                    <a:pt x="38" y="104"/>
                    <a:pt x="36" y="105"/>
                    <a:pt x="35" y="105"/>
                  </a:cubicBezTo>
                  <a:cubicBezTo>
                    <a:pt x="34" y="104"/>
                    <a:pt x="34" y="104"/>
                    <a:pt x="34" y="103"/>
                  </a:cubicBezTo>
                  <a:cubicBezTo>
                    <a:pt x="34" y="103"/>
                    <a:pt x="34" y="102"/>
                    <a:pt x="34" y="102"/>
                  </a:cubicBezTo>
                  <a:cubicBezTo>
                    <a:pt x="34" y="100"/>
                    <a:pt x="34" y="99"/>
                    <a:pt x="34" y="97"/>
                  </a:cubicBezTo>
                  <a:cubicBezTo>
                    <a:pt x="35" y="96"/>
                    <a:pt x="34" y="95"/>
                    <a:pt x="34" y="94"/>
                  </a:cubicBezTo>
                  <a:cubicBezTo>
                    <a:pt x="35" y="94"/>
                    <a:pt x="35" y="93"/>
                    <a:pt x="35" y="92"/>
                  </a:cubicBezTo>
                  <a:cubicBezTo>
                    <a:pt x="35" y="92"/>
                    <a:pt x="35" y="92"/>
                    <a:pt x="35" y="91"/>
                  </a:cubicBezTo>
                  <a:cubicBezTo>
                    <a:pt x="35" y="90"/>
                    <a:pt x="35" y="89"/>
                    <a:pt x="35" y="88"/>
                  </a:cubicBezTo>
                  <a:cubicBezTo>
                    <a:pt x="35" y="87"/>
                    <a:pt x="35" y="86"/>
                    <a:pt x="35" y="85"/>
                  </a:cubicBezTo>
                  <a:cubicBezTo>
                    <a:pt x="34" y="85"/>
                    <a:pt x="33" y="84"/>
                    <a:pt x="32" y="84"/>
                  </a:cubicBezTo>
                  <a:cubicBezTo>
                    <a:pt x="32" y="84"/>
                    <a:pt x="32" y="84"/>
                    <a:pt x="32" y="84"/>
                  </a:cubicBezTo>
                  <a:cubicBezTo>
                    <a:pt x="31" y="84"/>
                    <a:pt x="30" y="84"/>
                    <a:pt x="30" y="84"/>
                  </a:cubicBezTo>
                  <a:cubicBezTo>
                    <a:pt x="30" y="84"/>
                    <a:pt x="30" y="84"/>
                    <a:pt x="30" y="84"/>
                  </a:cubicBezTo>
                  <a:cubicBezTo>
                    <a:pt x="29" y="83"/>
                    <a:pt x="29" y="82"/>
                    <a:pt x="29" y="81"/>
                  </a:cubicBezTo>
                  <a:cubicBezTo>
                    <a:pt x="29" y="81"/>
                    <a:pt x="30" y="81"/>
                    <a:pt x="30" y="80"/>
                  </a:cubicBezTo>
                  <a:cubicBezTo>
                    <a:pt x="30" y="80"/>
                    <a:pt x="30" y="80"/>
                    <a:pt x="31" y="80"/>
                  </a:cubicBezTo>
                  <a:cubicBezTo>
                    <a:pt x="31" y="79"/>
                    <a:pt x="31" y="78"/>
                    <a:pt x="31" y="78"/>
                  </a:cubicBezTo>
                  <a:cubicBezTo>
                    <a:pt x="31" y="78"/>
                    <a:pt x="31" y="77"/>
                    <a:pt x="31" y="77"/>
                  </a:cubicBezTo>
                  <a:cubicBezTo>
                    <a:pt x="30" y="77"/>
                    <a:pt x="29" y="76"/>
                    <a:pt x="27" y="76"/>
                  </a:cubicBezTo>
                  <a:cubicBezTo>
                    <a:pt x="26" y="76"/>
                    <a:pt x="25" y="75"/>
                    <a:pt x="23" y="75"/>
                  </a:cubicBezTo>
                  <a:cubicBezTo>
                    <a:pt x="22" y="75"/>
                    <a:pt x="21" y="74"/>
                    <a:pt x="20" y="74"/>
                  </a:cubicBezTo>
                  <a:cubicBezTo>
                    <a:pt x="19" y="74"/>
                    <a:pt x="17" y="74"/>
                    <a:pt x="16" y="73"/>
                  </a:cubicBezTo>
                  <a:cubicBezTo>
                    <a:pt x="15" y="73"/>
                    <a:pt x="13" y="73"/>
                    <a:pt x="12" y="72"/>
                  </a:cubicBezTo>
                  <a:cubicBezTo>
                    <a:pt x="12" y="72"/>
                    <a:pt x="11" y="72"/>
                    <a:pt x="11" y="72"/>
                  </a:cubicBezTo>
                  <a:cubicBezTo>
                    <a:pt x="11" y="72"/>
                    <a:pt x="11" y="72"/>
                    <a:pt x="10" y="72"/>
                  </a:cubicBezTo>
                  <a:cubicBezTo>
                    <a:pt x="10" y="72"/>
                    <a:pt x="10" y="72"/>
                    <a:pt x="10" y="72"/>
                  </a:cubicBezTo>
                  <a:cubicBezTo>
                    <a:pt x="9" y="73"/>
                    <a:pt x="9" y="72"/>
                    <a:pt x="8" y="72"/>
                  </a:cubicBezTo>
                  <a:cubicBezTo>
                    <a:pt x="7" y="72"/>
                    <a:pt x="7" y="72"/>
                    <a:pt x="7" y="72"/>
                  </a:cubicBezTo>
                  <a:cubicBezTo>
                    <a:pt x="7" y="72"/>
                    <a:pt x="6" y="72"/>
                    <a:pt x="6" y="72"/>
                  </a:cubicBezTo>
                  <a:cubicBezTo>
                    <a:pt x="6" y="72"/>
                    <a:pt x="5" y="72"/>
                    <a:pt x="5" y="72"/>
                  </a:cubicBezTo>
                  <a:cubicBezTo>
                    <a:pt x="5" y="73"/>
                    <a:pt x="4" y="73"/>
                    <a:pt x="4" y="73"/>
                  </a:cubicBezTo>
                  <a:cubicBezTo>
                    <a:pt x="4" y="73"/>
                    <a:pt x="3" y="74"/>
                    <a:pt x="3" y="74"/>
                  </a:cubicBezTo>
                  <a:cubicBezTo>
                    <a:pt x="3" y="74"/>
                    <a:pt x="2" y="73"/>
                    <a:pt x="2" y="73"/>
                  </a:cubicBezTo>
                  <a:cubicBezTo>
                    <a:pt x="1" y="73"/>
                    <a:pt x="0" y="72"/>
                    <a:pt x="1" y="72"/>
                  </a:cubicBezTo>
                  <a:cubicBezTo>
                    <a:pt x="1" y="71"/>
                    <a:pt x="1" y="71"/>
                    <a:pt x="1" y="71"/>
                  </a:cubicBezTo>
                  <a:cubicBezTo>
                    <a:pt x="1" y="70"/>
                    <a:pt x="1" y="69"/>
                    <a:pt x="1" y="69"/>
                  </a:cubicBezTo>
                  <a:cubicBezTo>
                    <a:pt x="1" y="68"/>
                    <a:pt x="1" y="68"/>
                    <a:pt x="1" y="68"/>
                  </a:cubicBezTo>
                  <a:cubicBezTo>
                    <a:pt x="1" y="67"/>
                    <a:pt x="1" y="67"/>
                    <a:pt x="1" y="67"/>
                  </a:cubicBezTo>
                  <a:cubicBezTo>
                    <a:pt x="1" y="65"/>
                    <a:pt x="1" y="63"/>
                    <a:pt x="1" y="61"/>
                  </a:cubicBezTo>
                  <a:cubicBezTo>
                    <a:pt x="1" y="61"/>
                    <a:pt x="1" y="61"/>
                    <a:pt x="1" y="61"/>
                  </a:cubicBezTo>
                  <a:cubicBezTo>
                    <a:pt x="1" y="61"/>
                    <a:pt x="1" y="60"/>
                    <a:pt x="1" y="60"/>
                  </a:cubicBezTo>
                  <a:cubicBezTo>
                    <a:pt x="2" y="58"/>
                    <a:pt x="4" y="58"/>
                    <a:pt x="5" y="58"/>
                  </a:cubicBezTo>
                  <a:cubicBezTo>
                    <a:pt x="6" y="58"/>
                    <a:pt x="6" y="57"/>
                    <a:pt x="7" y="57"/>
                  </a:cubicBezTo>
                  <a:cubicBezTo>
                    <a:pt x="8" y="57"/>
                    <a:pt x="8" y="56"/>
                    <a:pt x="9" y="56"/>
                  </a:cubicBezTo>
                  <a:cubicBezTo>
                    <a:pt x="11" y="55"/>
                    <a:pt x="12" y="55"/>
                    <a:pt x="14" y="54"/>
                  </a:cubicBezTo>
                  <a:cubicBezTo>
                    <a:pt x="14" y="54"/>
                    <a:pt x="15" y="54"/>
                    <a:pt x="15" y="53"/>
                  </a:cubicBezTo>
                  <a:cubicBezTo>
                    <a:pt x="16" y="53"/>
                    <a:pt x="16" y="52"/>
                    <a:pt x="17" y="52"/>
                  </a:cubicBezTo>
                  <a:cubicBezTo>
                    <a:pt x="19" y="52"/>
                    <a:pt x="19" y="51"/>
                    <a:pt x="20" y="50"/>
                  </a:cubicBezTo>
                  <a:cubicBezTo>
                    <a:pt x="21" y="50"/>
                    <a:pt x="22" y="50"/>
                    <a:pt x="22" y="49"/>
                  </a:cubicBezTo>
                  <a:cubicBezTo>
                    <a:pt x="23" y="49"/>
                    <a:pt x="23" y="49"/>
                    <a:pt x="24" y="49"/>
                  </a:cubicBezTo>
                  <a:cubicBezTo>
                    <a:pt x="24" y="48"/>
                    <a:pt x="26" y="47"/>
                    <a:pt x="27" y="47"/>
                  </a:cubicBezTo>
                  <a:cubicBezTo>
                    <a:pt x="27" y="47"/>
                    <a:pt x="28" y="46"/>
                    <a:pt x="28" y="46"/>
                  </a:cubicBezTo>
                  <a:cubicBezTo>
                    <a:pt x="29" y="45"/>
                    <a:pt x="30" y="45"/>
                    <a:pt x="30" y="45"/>
                  </a:cubicBezTo>
                  <a:cubicBezTo>
                    <a:pt x="30" y="45"/>
                    <a:pt x="30" y="45"/>
                    <a:pt x="31" y="45"/>
                  </a:cubicBezTo>
                  <a:cubicBezTo>
                    <a:pt x="31" y="43"/>
                    <a:pt x="33" y="43"/>
                    <a:pt x="34" y="43"/>
                  </a:cubicBezTo>
                  <a:cubicBezTo>
                    <a:pt x="34" y="43"/>
                    <a:pt x="34" y="42"/>
                    <a:pt x="34" y="42"/>
                  </a:cubicBezTo>
                  <a:cubicBezTo>
                    <a:pt x="34" y="42"/>
                    <a:pt x="34" y="42"/>
                    <a:pt x="34" y="42"/>
                  </a:cubicBezTo>
                  <a:cubicBezTo>
                    <a:pt x="35" y="42"/>
                    <a:pt x="35" y="42"/>
                    <a:pt x="35" y="41"/>
                  </a:cubicBezTo>
                  <a:cubicBezTo>
                    <a:pt x="36" y="41"/>
                    <a:pt x="37" y="41"/>
                    <a:pt x="38" y="40"/>
                  </a:cubicBezTo>
                  <a:cubicBezTo>
                    <a:pt x="38" y="40"/>
                    <a:pt x="39" y="39"/>
                    <a:pt x="40" y="39"/>
                  </a:cubicBezTo>
                  <a:cubicBezTo>
                    <a:pt x="41" y="39"/>
                    <a:pt x="42" y="38"/>
                    <a:pt x="43" y="37"/>
                  </a:cubicBezTo>
                  <a:cubicBezTo>
                    <a:pt x="44" y="37"/>
                    <a:pt x="45" y="37"/>
                    <a:pt x="46" y="36"/>
                  </a:cubicBezTo>
                  <a:cubicBezTo>
                    <a:pt x="46" y="36"/>
                    <a:pt x="47" y="35"/>
                    <a:pt x="48" y="35"/>
                  </a:cubicBezTo>
                  <a:cubicBezTo>
                    <a:pt x="48" y="35"/>
                    <a:pt x="48" y="35"/>
                    <a:pt x="49" y="35"/>
                  </a:cubicBezTo>
                  <a:cubicBezTo>
                    <a:pt x="50" y="34"/>
                    <a:pt x="52" y="33"/>
                    <a:pt x="54" y="32"/>
                  </a:cubicBezTo>
                  <a:cubicBezTo>
                    <a:pt x="55" y="31"/>
                    <a:pt x="56" y="31"/>
                    <a:pt x="57" y="30"/>
                  </a:cubicBezTo>
                  <a:cubicBezTo>
                    <a:pt x="58" y="30"/>
                    <a:pt x="58" y="30"/>
                    <a:pt x="59" y="29"/>
                  </a:cubicBezTo>
                  <a:cubicBezTo>
                    <a:pt x="60" y="29"/>
                    <a:pt x="61" y="29"/>
                    <a:pt x="62" y="28"/>
                  </a:cubicBezTo>
                  <a:cubicBezTo>
                    <a:pt x="62" y="28"/>
                    <a:pt x="62" y="28"/>
                    <a:pt x="63" y="27"/>
                  </a:cubicBezTo>
                  <a:cubicBezTo>
                    <a:pt x="63" y="27"/>
                    <a:pt x="63" y="27"/>
                    <a:pt x="63" y="27"/>
                  </a:cubicBezTo>
                  <a:cubicBezTo>
                    <a:pt x="65" y="26"/>
                    <a:pt x="66" y="25"/>
                    <a:pt x="67" y="25"/>
                  </a:cubicBezTo>
                  <a:cubicBezTo>
                    <a:pt x="68" y="24"/>
                    <a:pt x="69" y="23"/>
                    <a:pt x="70" y="23"/>
                  </a:cubicBezTo>
                  <a:cubicBezTo>
                    <a:pt x="70" y="23"/>
                    <a:pt x="71" y="22"/>
                    <a:pt x="72" y="22"/>
                  </a:cubicBezTo>
                  <a:cubicBezTo>
                    <a:pt x="72" y="22"/>
                    <a:pt x="72" y="22"/>
                    <a:pt x="73" y="22"/>
                  </a:cubicBezTo>
                  <a:cubicBezTo>
                    <a:pt x="73" y="21"/>
                    <a:pt x="74" y="21"/>
                    <a:pt x="75" y="21"/>
                  </a:cubicBezTo>
                  <a:cubicBezTo>
                    <a:pt x="75" y="20"/>
                    <a:pt x="76" y="20"/>
                    <a:pt x="76" y="20"/>
                  </a:cubicBezTo>
                  <a:cubicBezTo>
                    <a:pt x="77" y="19"/>
                    <a:pt x="78" y="19"/>
                    <a:pt x="78" y="18"/>
                  </a:cubicBezTo>
                  <a:cubicBezTo>
                    <a:pt x="79" y="18"/>
                    <a:pt x="80" y="18"/>
                    <a:pt x="80" y="17"/>
                  </a:cubicBezTo>
                  <a:cubicBezTo>
                    <a:pt x="81" y="17"/>
                    <a:pt x="82" y="17"/>
                    <a:pt x="83" y="16"/>
                  </a:cubicBezTo>
                  <a:cubicBezTo>
                    <a:pt x="84" y="15"/>
                    <a:pt x="85" y="15"/>
                    <a:pt x="86" y="14"/>
                  </a:cubicBezTo>
                  <a:cubicBezTo>
                    <a:pt x="87" y="14"/>
                    <a:pt x="88" y="13"/>
                    <a:pt x="89" y="13"/>
                  </a:cubicBezTo>
                  <a:cubicBezTo>
                    <a:pt x="90" y="12"/>
                    <a:pt x="91" y="11"/>
                    <a:pt x="92" y="11"/>
                  </a:cubicBezTo>
                  <a:cubicBezTo>
                    <a:pt x="93" y="11"/>
                    <a:pt x="93" y="10"/>
                    <a:pt x="94" y="10"/>
                  </a:cubicBezTo>
                  <a:cubicBezTo>
                    <a:pt x="95" y="10"/>
                    <a:pt x="96" y="9"/>
                    <a:pt x="96" y="9"/>
                  </a:cubicBezTo>
                  <a:cubicBezTo>
                    <a:pt x="96" y="8"/>
                    <a:pt x="97" y="8"/>
                    <a:pt x="97" y="7"/>
                  </a:cubicBezTo>
                  <a:cubicBezTo>
                    <a:pt x="98" y="7"/>
                    <a:pt x="98" y="7"/>
                    <a:pt x="99" y="7"/>
                  </a:cubicBezTo>
                  <a:cubicBezTo>
                    <a:pt x="99" y="7"/>
                    <a:pt x="99" y="7"/>
                    <a:pt x="99" y="7"/>
                  </a:cubicBezTo>
                  <a:cubicBezTo>
                    <a:pt x="99" y="7"/>
                    <a:pt x="99" y="6"/>
                    <a:pt x="99" y="6"/>
                  </a:cubicBezTo>
                  <a:cubicBezTo>
                    <a:pt x="99" y="6"/>
                    <a:pt x="99" y="6"/>
                    <a:pt x="99" y="6"/>
                  </a:cubicBezTo>
                  <a:cubicBezTo>
                    <a:pt x="99" y="6"/>
                    <a:pt x="100" y="6"/>
                    <a:pt x="100" y="6"/>
                  </a:cubicBezTo>
                  <a:cubicBezTo>
                    <a:pt x="101" y="6"/>
                    <a:pt x="101" y="5"/>
                    <a:pt x="102" y="5"/>
                  </a:cubicBezTo>
                  <a:cubicBezTo>
                    <a:pt x="102" y="5"/>
                    <a:pt x="102" y="4"/>
                    <a:pt x="103" y="4"/>
                  </a:cubicBezTo>
                  <a:cubicBezTo>
                    <a:pt x="104" y="4"/>
                    <a:pt x="105" y="3"/>
                    <a:pt x="105" y="3"/>
                  </a:cubicBezTo>
                  <a:cubicBezTo>
                    <a:pt x="106" y="2"/>
                    <a:pt x="106" y="2"/>
                    <a:pt x="106" y="2"/>
                  </a:cubicBezTo>
                  <a:cubicBezTo>
                    <a:pt x="107" y="1"/>
                    <a:pt x="107" y="1"/>
                    <a:pt x="108" y="0"/>
                  </a:cubicBezTo>
                  <a:cubicBezTo>
                    <a:pt x="109" y="0"/>
                    <a:pt x="111" y="1"/>
                    <a:pt x="111" y="1"/>
                  </a:cubicBezTo>
                  <a:cubicBezTo>
                    <a:pt x="111" y="2"/>
                    <a:pt x="111" y="3"/>
                    <a:pt x="111" y="3"/>
                  </a:cubicBezTo>
                  <a:cubicBezTo>
                    <a:pt x="110" y="3"/>
                    <a:pt x="110" y="3"/>
                    <a:pt x="111" y="4"/>
                  </a:cubicBezTo>
                  <a:cubicBezTo>
                    <a:pt x="111" y="4"/>
                    <a:pt x="112" y="3"/>
                    <a:pt x="112" y="3"/>
                  </a:cubicBezTo>
                  <a:cubicBezTo>
                    <a:pt x="113" y="3"/>
                    <a:pt x="114" y="3"/>
                    <a:pt x="114" y="3"/>
                  </a:cubicBezTo>
                  <a:cubicBezTo>
                    <a:pt x="114" y="4"/>
                    <a:pt x="115" y="4"/>
                    <a:pt x="115" y="4"/>
                  </a:cubicBezTo>
                  <a:cubicBezTo>
                    <a:pt x="115" y="5"/>
                    <a:pt x="115" y="5"/>
                    <a:pt x="115" y="5"/>
                  </a:cubicBezTo>
                  <a:cubicBezTo>
                    <a:pt x="115" y="6"/>
                    <a:pt x="115" y="7"/>
                    <a:pt x="114" y="7"/>
                  </a:cubicBezTo>
                  <a:cubicBezTo>
                    <a:pt x="114" y="9"/>
                    <a:pt x="115" y="10"/>
                    <a:pt x="114" y="11"/>
                  </a:cubicBezTo>
                  <a:cubicBezTo>
                    <a:pt x="114" y="11"/>
                    <a:pt x="114" y="11"/>
                    <a:pt x="114" y="11"/>
                  </a:cubicBezTo>
                  <a:cubicBezTo>
                    <a:pt x="114" y="12"/>
                    <a:pt x="114" y="13"/>
                    <a:pt x="114" y="13"/>
                  </a:cubicBezTo>
                  <a:cubicBezTo>
                    <a:pt x="114" y="14"/>
                    <a:pt x="114" y="15"/>
                    <a:pt x="115" y="15"/>
                  </a:cubicBezTo>
                  <a:cubicBezTo>
                    <a:pt x="115" y="14"/>
                    <a:pt x="115" y="14"/>
                    <a:pt x="115" y="13"/>
                  </a:cubicBezTo>
                  <a:cubicBezTo>
                    <a:pt x="115" y="12"/>
                    <a:pt x="115" y="11"/>
                    <a:pt x="115" y="11"/>
                  </a:cubicBezTo>
                  <a:cubicBezTo>
                    <a:pt x="116" y="10"/>
                    <a:pt x="116" y="10"/>
                    <a:pt x="117" y="9"/>
                  </a:cubicBezTo>
                  <a:cubicBezTo>
                    <a:pt x="117" y="9"/>
                    <a:pt x="117" y="9"/>
                    <a:pt x="118" y="9"/>
                  </a:cubicBezTo>
                  <a:cubicBezTo>
                    <a:pt x="117" y="9"/>
                    <a:pt x="117" y="9"/>
                    <a:pt x="117" y="8"/>
                  </a:cubicBezTo>
                  <a:cubicBezTo>
                    <a:pt x="118" y="8"/>
                    <a:pt x="118" y="8"/>
                    <a:pt x="119" y="8"/>
                  </a:cubicBezTo>
                  <a:cubicBezTo>
                    <a:pt x="119" y="9"/>
                    <a:pt x="119" y="9"/>
                    <a:pt x="119" y="9"/>
                  </a:cubicBezTo>
                  <a:cubicBezTo>
                    <a:pt x="120" y="10"/>
                    <a:pt x="120" y="11"/>
                    <a:pt x="121" y="12"/>
                  </a:cubicBezTo>
                  <a:cubicBezTo>
                    <a:pt x="121" y="13"/>
                    <a:pt x="121" y="13"/>
                    <a:pt x="121" y="14"/>
                  </a:cubicBezTo>
                  <a:cubicBezTo>
                    <a:pt x="121" y="15"/>
                    <a:pt x="122" y="15"/>
                    <a:pt x="122" y="16"/>
                  </a:cubicBezTo>
                  <a:cubicBezTo>
                    <a:pt x="122" y="17"/>
                    <a:pt x="122" y="17"/>
                    <a:pt x="122" y="18"/>
                  </a:cubicBezTo>
                  <a:cubicBezTo>
                    <a:pt x="123" y="19"/>
                    <a:pt x="123" y="19"/>
                    <a:pt x="123" y="20"/>
                  </a:cubicBezTo>
                  <a:cubicBezTo>
                    <a:pt x="123" y="21"/>
                    <a:pt x="123" y="22"/>
                    <a:pt x="123" y="22"/>
                  </a:cubicBezTo>
                  <a:cubicBezTo>
                    <a:pt x="124" y="23"/>
                    <a:pt x="124" y="24"/>
                    <a:pt x="124" y="24"/>
                  </a:cubicBezTo>
                  <a:cubicBezTo>
                    <a:pt x="124" y="24"/>
                    <a:pt x="124" y="24"/>
                    <a:pt x="124" y="24"/>
                  </a:cubicBezTo>
                  <a:cubicBezTo>
                    <a:pt x="124" y="26"/>
                    <a:pt x="124" y="27"/>
                    <a:pt x="124" y="28"/>
                  </a:cubicBezTo>
                  <a:cubicBezTo>
                    <a:pt x="125" y="29"/>
                    <a:pt x="124" y="30"/>
                    <a:pt x="125" y="31"/>
                  </a:cubicBezTo>
                  <a:cubicBezTo>
                    <a:pt x="125" y="32"/>
                    <a:pt x="125" y="33"/>
                    <a:pt x="125" y="34"/>
                  </a:cubicBezTo>
                  <a:cubicBezTo>
                    <a:pt x="125" y="35"/>
                    <a:pt x="125" y="36"/>
                    <a:pt x="125" y="37"/>
                  </a:cubicBezTo>
                  <a:cubicBezTo>
                    <a:pt x="125" y="38"/>
                    <a:pt x="125" y="39"/>
                    <a:pt x="125" y="39"/>
                  </a:cubicBezTo>
                  <a:cubicBezTo>
                    <a:pt x="125" y="40"/>
                    <a:pt x="126" y="41"/>
                    <a:pt x="126" y="42"/>
                  </a:cubicBezTo>
                  <a:cubicBezTo>
                    <a:pt x="126" y="43"/>
                    <a:pt x="126" y="45"/>
                    <a:pt x="126" y="46"/>
                  </a:cubicBezTo>
                  <a:cubicBezTo>
                    <a:pt x="126" y="47"/>
                    <a:pt x="126" y="48"/>
                    <a:pt x="126" y="49"/>
                  </a:cubicBezTo>
                  <a:cubicBezTo>
                    <a:pt x="126" y="50"/>
                    <a:pt x="126" y="50"/>
                    <a:pt x="126" y="50"/>
                  </a:cubicBezTo>
                  <a:cubicBezTo>
                    <a:pt x="126" y="51"/>
                    <a:pt x="126" y="52"/>
                    <a:pt x="126" y="53"/>
                  </a:cubicBezTo>
                  <a:cubicBezTo>
                    <a:pt x="126" y="53"/>
                    <a:pt x="126" y="54"/>
                    <a:pt x="126" y="54"/>
                  </a:cubicBezTo>
                  <a:cubicBezTo>
                    <a:pt x="126" y="55"/>
                    <a:pt x="126" y="55"/>
                    <a:pt x="126" y="55"/>
                  </a:cubicBezTo>
                  <a:cubicBezTo>
                    <a:pt x="126" y="60"/>
                    <a:pt x="126" y="65"/>
                    <a:pt x="126" y="70"/>
                  </a:cubicBezTo>
                  <a:cubicBezTo>
                    <a:pt x="126" y="70"/>
                    <a:pt x="126" y="71"/>
                    <a:pt x="126" y="71"/>
                  </a:cubicBezTo>
                  <a:cubicBezTo>
                    <a:pt x="125" y="72"/>
                    <a:pt x="125" y="73"/>
                    <a:pt x="125" y="75"/>
                  </a:cubicBezTo>
                  <a:cubicBezTo>
                    <a:pt x="125" y="75"/>
                    <a:pt x="125" y="76"/>
                    <a:pt x="125" y="76"/>
                  </a:cubicBezTo>
                  <a:cubicBezTo>
                    <a:pt x="125" y="77"/>
                    <a:pt x="124" y="78"/>
                    <a:pt x="124" y="78"/>
                  </a:cubicBezTo>
                  <a:cubicBezTo>
                    <a:pt x="124" y="79"/>
                    <a:pt x="125" y="79"/>
                    <a:pt x="125" y="80"/>
                  </a:cubicBezTo>
                  <a:cubicBezTo>
                    <a:pt x="125" y="80"/>
                    <a:pt x="124" y="81"/>
                    <a:pt x="124" y="82"/>
                  </a:cubicBezTo>
                  <a:cubicBezTo>
                    <a:pt x="124" y="83"/>
                    <a:pt x="124" y="84"/>
                    <a:pt x="124" y="85"/>
                  </a:cubicBezTo>
                  <a:cubicBezTo>
                    <a:pt x="124" y="87"/>
                    <a:pt x="124" y="88"/>
                    <a:pt x="124" y="89"/>
                  </a:cubicBezTo>
                  <a:cubicBezTo>
                    <a:pt x="124" y="89"/>
                    <a:pt x="124" y="89"/>
                    <a:pt x="124" y="89"/>
                  </a:cubicBezTo>
                  <a:cubicBezTo>
                    <a:pt x="124" y="90"/>
                    <a:pt x="123" y="90"/>
                    <a:pt x="123" y="91"/>
                  </a:cubicBezTo>
                  <a:cubicBezTo>
                    <a:pt x="123" y="91"/>
                    <a:pt x="124" y="91"/>
                    <a:pt x="124" y="91"/>
                  </a:cubicBezTo>
                  <a:cubicBezTo>
                    <a:pt x="124" y="91"/>
                    <a:pt x="124" y="90"/>
                    <a:pt x="124" y="89"/>
                  </a:cubicBezTo>
                  <a:cubicBezTo>
                    <a:pt x="124" y="88"/>
                    <a:pt x="125" y="87"/>
                    <a:pt x="125" y="86"/>
                  </a:cubicBezTo>
                  <a:cubicBezTo>
                    <a:pt x="125" y="86"/>
                    <a:pt x="125" y="86"/>
                    <a:pt x="125" y="86"/>
                  </a:cubicBezTo>
                  <a:cubicBezTo>
                    <a:pt x="126" y="85"/>
                    <a:pt x="125" y="85"/>
                    <a:pt x="125" y="84"/>
                  </a:cubicBezTo>
                  <a:cubicBezTo>
                    <a:pt x="125" y="84"/>
                    <a:pt x="126" y="83"/>
                    <a:pt x="126" y="83"/>
                  </a:cubicBezTo>
                  <a:cubicBezTo>
                    <a:pt x="126" y="82"/>
                    <a:pt x="126" y="82"/>
                    <a:pt x="126" y="81"/>
                  </a:cubicBezTo>
                  <a:cubicBezTo>
                    <a:pt x="126" y="81"/>
                    <a:pt x="126" y="80"/>
                    <a:pt x="126" y="79"/>
                  </a:cubicBezTo>
                  <a:cubicBezTo>
                    <a:pt x="126" y="78"/>
                    <a:pt x="126" y="78"/>
                    <a:pt x="127" y="77"/>
                  </a:cubicBezTo>
                  <a:cubicBezTo>
                    <a:pt x="127" y="75"/>
                    <a:pt x="127" y="74"/>
                    <a:pt x="127" y="73"/>
                  </a:cubicBezTo>
                  <a:cubicBezTo>
                    <a:pt x="127" y="72"/>
                    <a:pt x="127" y="71"/>
                    <a:pt x="127" y="71"/>
                  </a:cubicBezTo>
                  <a:cubicBezTo>
                    <a:pt x="127" y="70"/>
                    <a:pt x="127" y="70"/>
                    <a:pt x="127" y="70"/>
                  </a:cubicBezTo>
                  <a:cubicBezTo>
                    <a:pt x="127" y="69"/>
                    <a:pt x="127" y="69"/>
                    <a:pt x="127" y="68"/>
                  </a:cubicBezTo>
                  <a:cubicBezTo>
                    <a:pt x="127" y="67"/>
                    <a:pt x="128" y="67"/>
                    <a:pt x="127" y="66"/>
                  </a:cubicBezTo>
                  <a:cubicBezTo>
                    <a:pt x="127" y="66"/>
                    <a:pt x="127" y="66"/>
                    <a:pt x="127" y="65"/>
                  </a:cubicBezTo>
                  <a:cubicBezTo>
                    <a:pt x="127" y="65"/>
                    <a:pt x="128" y="64"/>
                    <a:pt x="128" y="63"/>
                  </a:cubicBezTo>
                  <a:cubicBezTo>
                    <a:pt x="128" y="62"/>
                    <a:pt x="128" y="61"/>
                    <a:pt x="128" y="60"/>
                  </a:cubicBezTo>
                  <a:cubicBezTo>
                    <a:pt x="128" y="60"/>
                    <a:pt x="128" y="60"/>
                    <a:pt x="128" y="60"/>
                  </a:cubicBezTo>
                  <a:cubicBezTo>
                    <a:pt x="128" y="59"/>
                    <a:pt x="128" y="58"/>
                    <a:pt x="128" y="57"/>
                  </a:cubicBezTo>
                  <a:cubicBezTo>
                    <a:pt x="129" y="55"/>
                    <a:pt x="128" y="54"/>
                    <a:pt x="129" y="53"/>
                  </a:cubicBezTo>
                  <a:cubicBezTo>
                    <a:pt x="129" y="52"/>
                    <a:pt x="129" y="50"/>
                    <a:pt x="129" y="49"/>
                  </a:cubicBezTo>
                  <a:cubicBezTo>
                    <a:pt x="129" y="48"/>
                    <a:pt x="129" y="47"/>
                    <a:pt x="129" y="46"/>
                  </a:cubicBezTo>
                  <a:cubicBezTo>
                    <a:pt x="129" y="46"/>
                    <a:pt x="129" y="46"/>
                    <a:pt x="129" y="46"/>
                  </a:cubicBezTo>
                  <a:cubicBezTo>
                    <a:pt x="129" y="46"/>
                    <a:pt x="129" y="46"/>
                    <a:pt x="129" y="45"/>
                  </a:cubicBezTo>
                  <a:cubicBezTo>
                    <a:pt x="129" y="45"/>
                    <a:pt x="129" y="44"/>
                    <a:pt x="129" y="43"/>
                  </a:cubicBezTo>
                  <a:cubicBezTo>
                    <a:pt x="129" y="43"/>
                    <a:pt x="129" y="43"/>
                    <a:pt x="129" y="42"/>
                  </a:cubicBezTo>
                  <a:cubicBezTo>
                    <a:pt x="129" y="41"/>
                    <a:pt x="129" y="41"/>
                    <a:pt x="129" y="40"/>
                  </a:cubicBezTo>
                  <a:cubicBezTo>
                    <a:pt x="129" y="39"/>
                    <a:pt x="129" y="39"/>
                    <a:pt x="128" y="38"/>
                  </a:cubicBezTo>
                  <a:cubicBezTo>
                    <a:pt x="128" y="36"/>
                    <a:pt x="129" y="35"/>
                    <a:pt x="128" y="33"/>
                  </a:cubicBezTo>
                  <a:cubicBezTo>
                    <a:pt x="128" y="32"/>
                    <a:pt x="128" y="30"/>
                    <a:pt x="128" y="29"/>
                  </a:cubicBezTo>
                  <a:cubicBezTo>
                    <a:pt x="128" y="28"/>
                    <a:pt x="128" y="28"/>
                    <a:pt x="128" y="28"/>
                  </a:cubicBezTo>
                  <a:cubicBezTo>
                    <a:pt x="127" y="28"/>
                    <a:pt x="127" y="27"/>
                    <a:pt x="127" y="27"/>
                  </a:cubicBezTo>
                  <a:cubicBezTo>
                    <a:pt x="127" y="26"/>
                    <a:pt x="127" y="25"/>
                    <a:pt x="127" y="23"/>
                  </a:cubicBezTo>
                  <a:cubicBezTo>
                    <a:pt x="127" y="22"/>
                    <a:pt x="127" y="21"/>
                    <a:pt x="127" y="20"/>
                  </a:cubicBezTo>
                  <a:cubicBezTo>
                    <a:pt x="127" y="20"/>
                    <a:pt x="126" y="19"/>
                    <a:pt x="126" y="18"/>
                  </a:cubicBezTo>
                  <a:cubicBezTo>
                    <a:pt x="125" y="17"/>
                    <a:pt x="126" y="16"/>
                    <a:pt x="125" y="15"/>
                  </a:cubicBezTo>
                  <a:cubicBezTo>
                    <a:pt x="125" y="14"/>
                    <a:pt x="125" y="13"/>
                    <a:pt x="124" y="13"/>
                  </a:cubicBezTo>
                  <a:cubicBezTo>
                    <a:pt x="124" y="12"/>
                    <a:pt x="124" y="11"/>
                    <a:pt x="123" y="10"/>
                  </a:cubicBezTo>
                  <a:cubicBezTo>
                    <a:pt x="123" y="10"/>
                    <a:pt x="123" y="9"/>
                    <a:pt x="123" y="9"/>
                  </a:cubicBezTo>
                  <a:cubicBezTo>
                    <a:pt x="122" y="8"/>
                    <a:pt x="122" y="7"/>
                    <a:pt x="122" y="7"/>
                  </a:cubicBezTo>
                  <a:cubicBezTo>
                    <a:pt x="121" y="6"/>
                    <a:pt x="121" y="5"/>
                    <a:pt x="120" y="5"/>
                  </a:cubicBezTo>
                  <a:cubicBezTo>
                    <a:pt x="120" y="5"/>
                    <a:pt x="119" y="4"/>
                    <a:pt x="118" y="4"/>
                  </a:cubicBezTo>
                  <a:cubicBezTo>
                    <a:pt x="118" y="4"/>
                    <a:pt x="118" y="4"/>
                    <a:pt x="118" y="4"/>
                  </a:cubicBezTo>
                  <a:cubicBezTo>
                    <a:pt x="117" y="4"/>
                    <a:pt x="115" y="3"/>
                    <a:pt x="114" y="3"/>
                  </a:cubicBezTo>
                  <a:close/>
                  <a:moveTo>
                    <a:pt x="112" y="96"/>
                  </a:moveTo>
                  <a:cubicBezTo>
                    <a:pt x="112" y="96"/>
                    <a:pt x="112" y="96"/>
                    <a:pt x="112" y="96"/>
                  </a:cubicBezTo>
                  <a:cubicBezTo>
                    <a:pt x="112" y="95"/>
                    <a:pt x="111" y="94"/>
                    <a:pt x="111" y="94"/>
                  </a:cubicBezTo>
                  <a:cubicBezTo>
                    <a:pt x="110" y="93"/>
                    <a:pt x="110" y="92"/>
                    <a:pt x="110" y="91"/>
                  </a:cubicBezTo>
                  <a:cubicBezTo>
                    <a:pt x="110" y="90"/>
                    <a:pt x="110" y="90"/>
                    <a:pt x="110" y="89"/>
                  </a:cubicBezTo>
                  <a:cubicBezTo>
                    <a:pt x="110" y="88"/>
                    <a:pt x="109" y="87"/>
                    <a:pt x="109" y="86"/>
                  </a:cubicBezTo>
                  <a:cubicBezTo>
                    <a:pt x="109" y="85"/>
                    <a:pt x="109" y="83"/>
                    <a:pt x="110" y="82"/>
                  </a:cubicBezTo>
                  <a:cubicBezTo>
                    <a:pt x="110" y="81"/>
                    <a:pt x="109" y="81"/>
                    <a:pt x="109" y="80"/>
                  </a:cubicBezTo>
                  <a:cubicBezTo>
                    <a:pt x="109" y="79"/>
                    <a:pt x="109" y="77"/>
                    <a:pt x="109" y="76"/>
                  </a:cubicBezTo>
                  <a:cubicBezTo>
                    <a:pt x="109" y="74"/>
                    <a:pt x="109" y="73"/>
                    <a:pt x="109" y="72"/>
                  </a:cubicBezTo>
                  <a:cubicBezTo>
                    <a:pt x="109" y="72"/>
                    <a:pt x="109" y="71"/>
                    <a:pt x="109" y="71"/>
                  </a:cubicBezTo>
                  <a:cubicBezTo>
                    <a:pt x="109" y="71"/>
                    <a:pt x="109" y="71"/>
                    <a:pt x="109" y="71"/>
                  </a:cubicBezTo>
                  <a:cubicBezTo>
                    <a:pt x="109" y="69"/>
                    <a:pt x="108" y="68"/>
                    <a:pt x="108" y="66"/>
                  </a:cubicBezTo>
                  <a:cubicBezTo>
                    <a:pt x="108" y="65"/>
                    <a:pt x="108" y="63"/>
                    <a:pt x="108" y="62"/>
                  </a:cubicBezTo>
                  <a:cubicBezTo>
                    <a:pt x="108" y="61"/>
                    <a:pt x="108" y="61"/>
                    <a:pt x="108" y="61"/>
                  </a:cubicBezTo>
                  <a:cubicBezTo>
                    <a:pt x="108" y="59"/>
                    <a:pt x="108" y="57"/>
                    <a:pt x="108" y="55"/>
                  </a:cubicBezTo>
                  <a:cubicBezTo>
                    <a:pt x="109" y="51"/>
                    <a:pt x="108" y="46"/>
                    <a:pt x="109" y="42"/>
                  </a:cubicBezTo>
                  <a:cubicBezTo>
                    <a:pt x="109" y="41"/>
                    <a:pt x="109" y="40"/>
                    <a:pt x="109" y="39"/>
                  </a:cubicBezTo>
                  <a:cubicBezTo>
                    <a:pt x="109" y="38"/>
                    <a:pt x="109" y="37"/>
                    <a:pt x="109" y="36"/>
                  </a:cubicBezTo>
                  <a:cubicBezTo>
                    <a:pt x="109" y="35"/>
                    <a:pt x="110" y="34"/>
                    <a:pt x="109" y="34"/>
                  </a:cubicBezTo>
                  <a:cubicBezTo>
                    <a:pt x="109" y="34"/>
                    <a:pt x="109" y="33"/>
                    <a:pt x="109" y="33"/>
                  </a:cubicBezTo>
                  <a:cubicBezTo>
                    <a:pt x="110" y="32"/>
                    <a:pt x="110" y="31"/>
                    <a:pt x="110" y="30"/>
                  </a:cubicBezTo>
                  <a:cubicBezTo>
                    <a:pt x="110" y="30"/>
                    <a:pt x="110" y="29"/>
                    <a:pt x="110" y="29"/>
                  </a:cubicBezTo>
                  <a:cubicBezTo>
                    <a:pt x="110" y="28"/>
                    <a:pt x="110" y="27"/>
                    <a:pt x="110" y="26"/>
                  </a:cubicBezTo>
                  <a:cubicBezTo>
                    <a:pt x="110" y="26"/>
                    <a:pt x="110" y="25"/>
                    <a:pt x="110" y="25"/>
                  </a:cubicBezTo>
                  <a:cubicBezTo>
                    <a:pt x="110" y="24"/>
                    <a:pt x="111" y="24"/>
                    <a:pt x="111" y="23"/>
                  </a:cubicBezTo>
                  <a:cubicBezTo>
                    <a:pt x="111" y="22"/>
                    <a:pt x="111" y="21"/>
                    <a:pt x="111" y="20"/>
                  </a:cubicBezTo>
                  <a:cubicBezTo>
                    <a:pt x="112" y="18"/>
                    <a:pt x="111" y="17"/>
                    <a:pt x="112" y="15"/>
                  </a:cubicBezTo>
                  <a:cubicBezTo>
                    <a:pt x="112" y="15"/>
                    <a:pt x="112" y="14"/>
                    <a:pt x="112" y="13"/>
                  </a:cubicBezTo>
                  <a:cubicBezTo>
                    <a:pt x="112" y="13"/>
                    <a:pt x="111" y="12"/>
                    <a:pt x="111" y="12"/>
                  </a:cubicBezTo>
                  <a:cubicBezTo>
                    <a:pt x="111" y="12"/>
                    <a:pt x="110" y="12"/>
                    <a:pt x="110" y="11"/>
                  </a:cubicBezTo>
                  <a:cubicBezTo>
                    <a:pt x="110" y="11"/>
                    <a:pt x="109" y="10"/>
                    <a:pt x="109" y="9"/>
                  </a:cubicBezTo>
                  <a:cubicBezTo>
                    <a:pt x="109" y="9"/>
                    <a:pt x="109" y="10"/>
                    <a:pt x="109" y="10"/>
                  </a:cubicBezTo>
                  <a:cubicBezTo>
                    <a:pt x="109" y="9"/>
                    <a:pt x="109" y="8"/>
                    <a:pt x="109" y="8"/>
                  </a:cubicBezTo>
                  <a:cubicBezTo>
                    <a:pt x="109" y="8"/>
                    <a:pt x="109" y="7"/>
                    <a:pt x="109" y="7"/>
                  </a:cubicBezTo>
                  <a:cubicBezTo>
                    <a:pt x="110" y="6"/>
                    <a:pt x="110" y="6"/>
                    <a:pt x="110" y="5"/>
                  </a:cubicBezTo>
                  <a:cubicBezTo>
                    <a:pt x="110" y="5"/>
                    <a:pt x="109" y="5"/>
                    <a:pt x="109" y="6"/>
                  </a:cubicBezTo>
                  <a:cubicBezTo>
                    <a:pt x="109" y="5"/>
                    <a:pt x="109" y="5"/>
                    <a:pt x="109" y="5"/>
                  </a:cubicBezTo>
                  <a:cubicBezTo>
                    <a:pt x="109" y="5"/>
                    <a:pt x="108" y="5"/>
                    <a:pt x="107" y="5"/>
                  </a:cubicBezTo>
                  <a:cubicBezTo>
                    <a:pt x="107" y="6"/>
                    <a:pt x="106" y="6"/>
                    <a:pt x="105" y="7"/>
                  </a:cubicBezTo>
                  <a:cubicBezTo>
                    <a:pt x="104" y="7"/>
                    <a:pt x="104" y="7"/>
                    <a:pt x="103" y="8"/>
                  </a:cubicBezTo>
                  <a:cubicBezTo>
                    <a:pt x="102" y="8"/>
                    <a:pt x="101" y="9"/>
                    <a:pt x="100" y="10"/>
                  </a:cubicBezTo>
                  <a:cubicBezTo>
                    <a:pt x="99" y="10"/>
                    <a:pt x="98" y="11"/>
                    <a:pt x="97" y="12"/>
                  </a:cubicBezTo>
                  <a:cubicBezTo>
                    <a:pt x="96" y="13"/>
                    <a:pt x="95" y="13"/>
                    <a:pt x="95" y="14"/>
                  </a:cubicBezTo>
                  <a:cubicBezTo>
                    <a:pt x="94" y="14"/>
                    <a:pt x="93" y="14"/>
                    <a:pt x="92" y="15"/>
                  </a:cubicBezTo>
                  <a:cubicBezTo>
                    <a:pt x="91" y="16"/>
                    <a:pt x="89" y="16"/>
                    <a:pt x="88" y="17"/>
                  </a:cubicBezTo>
                  <a:cubicBezTo>
                    <a:pt x="87" y="17"/>
                    <a:pt x="86" y="18"/>
                    <a:pt x="86" y="18"/>
                  </a:cubicBezTo>
                  <a:cubicBezTo>
                    <a:pt x="85" y="19"/>
                    <a:pt x="84" y="19"/>
                    <a:pt x="83" y="20"/>
                  </a:cubicBezTo>
                  <a:cubicBezTo>
                    <a:pt x="82" y="20"/>
                    <a:pt x="81" y="21"/>
                    <a:pt x="80" y="21"/>
                  </a:cubicBezTo>
                  <a:cubicBezTo>
                    <a:pt x="79" y="22"/>
                    <a:pt x="78" y="23"/>
                    <a:pt x="76" y="23"/>
                  </a:cubicBezTo>
                  <a:cubicBezTo>
                    <a:pt x="76" y="23"/>
                    <a:pt x="76" y="24"/>
                    <a:pt x="76" y="24"/>
                  </a:cubicBezTo>
                  <a:cubicBezTo>
                    <a:pt x="75" y="24"/>
                    <a:pt x="75" y="24"/>
                    <a:pt x="74" y="25"/>
                  </a:cubicBezTo>
                  <a:cubicBezTo>
                    <a:pt x="74" y="25"/>
                    <a:pt x="73" y="25"/>
                    <a:pt x="73" y="25"/>
                  </a:cubicBezTo>
                  <a:cubicBezTo>
                    <a:pt x="72" y="26"/>
                    <a:pt x="71" y="26"/>
                    <a:pt x="70" y="26"/>
                  </a:cubicBezTo>
                  <a:cubicBezTo>
                    <a:pt x="69" y="27"/>
                    <a:pt x="68" y="28"/>
                    <a:pt x="67" y="29"/>
                  </a:cubicBezTo>
                  <a:cubicBezTo>
                    <a:pt x="66" y="29"/>
                    <a:pt x="65" y="31"/>
                    <a:pt x="64" y="31"/>
                  </a:cubicBezTo>
                  <a:cubicBezTo>
                    <a:pt x="63" y="31"/>
                    <a:pt x="62" y="32"/>
                    <a:pt x="62" y="32"/>
                  </a:cubicBezTo>
                  <a:cubicBezTo>
                    <a:pt x="61" y="33"/>
                    <a:pt x="59" y="33"/>
                    <a:pt x="58" y="33"/>
                  </a:cubicBezTo>
                  <a:cubicBezTo>
                    <a:pt x="58" y="34"/>
                    <a:pt x="58" y="34"/>
                    <a:pt x="58" y="34"/>
                  </a:cubicBezTo>
                  <a:cubicBezTo>
                    <a:pt x="56" y="34"/>
                    <a:pt x="55" y="35"/>
                    <a:pt x="54" y="36"/>
                  </a:cubicBezTo>
                  <a:cubicBezTo>
                    <a:pt x="54" y="36"/>
                    <a:pt x="53" y="36"/>
                    <a:pt x="53" y="36"/>
                  </a:cubicBezTo>
                  <a:cubicBezTo>
                    <a:pt x="52" y="37"/>
                    <a:pt x="51" y="37"/>
                    <a:pt x="50" y="37"/>
                  </a:cubicBezTo>
                  <a:cubicBezTo>
                    <a:pt x="49" y="38"/>
                    <a:pt x="48" y="39"/>
                    <a:pt x="46" y="39"/>
                  </a:cubicBezTo>
                  <a:cubicBezTo>
                    <a:pt x="46" y="40"/>
                    <a:pt x="44" y="40"/>
                    <a:pt x="44" y="41"/>
                  </a:cubicBezTo>
                  <a:cubicBezTo>
                    <a:pt x="43" y="41"/>
                    <a:pt x="43" y="42"/>
                    <a:pt x="43" y="42"/>
                  </a:cubicBezTo>
                  <a:cubicBezTo>
                    <a:pt x="42" y="42"/>
                    <a:pt x="41" y="42"/>
                    <a:pt x="40" y="43"/>
                  </a:cubicBezTo>
                  <a:cubicBezTo>
                    <a:pt x="40" y="43"/>
                    <a:pt x="39" y="44"/>
                    <a:pt x="38" y="44"/>
                  </a:cubicBezTo>
                  <a:cubicBezTo>
                    <a:pt x="37" y="44"/>
                    <a:pt x="36" y="45"/>
                    <a:pt x="36" y="45"/>
                  </a:cubicBezTo>
                  <a:cubicBezTo>
                    <a:pt x="35" y="46"/>
                    <a:pt x="34" y="47"/>
                    <a:pt x="32" y="47"/>
                  </a:cubicBezTo>
                  <a:cubicBezTo>
                    <a:pt x="32" y="48"/>
                    <a:pt x="32" y="48"/>
                    <a:pt x="31" y="48"/>
                  </a:cubicBezTo>
                  <a:cubicBezTo>
                    <a:pt x="30" y="48"/>
                    <a:pt x="30" y="49"/>
                    <a:pt x="29" y="49"/>
                  </a:cubicBezTo>
                  <a:cubicBezTo>
                    <a:pt x="28" y="49"/>
                    <a:pt x="28" y="49"/>
                    <a:pt x="28" y="50"/>
                  </a:cubicBezTo>
                  <a:cubicBezTo>
                    <a:pt x="27" y="50"/>
                    <a:pt x="26" y="51"/>
                    <a:pt x="25" y="51"/>
                  </a:cubicBezTo>
                  <a:cubicBezTo>
                    <a:pt x="25" y="52"/>
                    <a:pt x="24" y="52"/>
                    <a:pt x="23" y="52"/>
                  </a:cubicBezTo>
                  <a:cubicBezTo>
                    <a:pt x="23" y="52"/>
                    <a:pt x="22" y="53"/>
                    <a:pt x="22" y="53"/>
                  </a:cubicBezTo>
                  <a:cubicBezTo>
                    <a:pt x="22" y="53"/>
                    <a:pt x="21" y="53"/>
                    <a:pt x="21" y="54"/>
                  </a:cubicBezTo>
                  <a:cubicBezTo>
                    <a:pt x="20" y="55"/>
                    <a:pt x="19" y="55"/>
                    <a:pt x="17" y="56"/>
                  </a:cubicBezTo>
                  <a:cubicBezTo>
                    <a:pt x="16" y="56"/>
                    <a:pt x="15" y="57"/>
                    <a:pt x="14" y="57"/>
                  </a:cubicBezTo>
                  <a:cubicBezTo>
                    <a:pt x="13" y="58"/>
                    <a:pt x="13" y="57"/>
                    <a:pt x="12" y="58"/>
                  </a:cubicBezTo>
                  <a:cubicBezTo>
                    <a:pt x="12" y="59"/>
                    <a:pt x="10" y="59"/>
                    <a:pt x="10" y="59"/>
                  </a:cubicBezTo>
                  <a:cubicBezTo>
                    <a:pt x="9" y="60"/>
                    <a:pt x="8" y="60"/>
                    <a:pt x="8" y="61"/>
                  </a:cubicBezTo>
                  <a:cubicBezTo>
                    <a:pt x="7" y="61"/>
                    <a:pt x="6" y="62"/>
                    <a:pt x="6" y="63"/>
                  </a:cubicBezTo>
                  <a:cubicBezTo>
                    <a:pt x="6" y="63"/>
                    <a:pt x="5" y="64"/>
                    <a:pt x="5" y="65"/>
                  </a:cubicBezTo>
                  <a:cubicBezTo>
                    <a:pt x="5" y="65"/>
                    <a:pt x="6" y="66"/>
                    <a:pt x="5" y="67"/>
                  </a:cubicBezTo>
                  <a:cubicBezTo>
                    <a:pt x="5" y="67"/>
                    <a:pt x="5" y="68"/>
                    <a:pt x="6" y="68"/>
                  </a:cubicBezTo>
                  <a:cubicBezTo>
                    <a:pt x="7" y="68"/>
                    <a:pt x="7" y="68"/>
                    <a:pt x="8" y="68"/>
                  </a:cubicBezTo>
                  <a:cubicBezTo>
                    <a:pt x="9" y="69"/>
                    <a:pt x="10" y="69"/>
                    <a:pt x="12" y="69"/>
                  </a:cubicBezTo>
                  <a:cubicBezTo>
                    <a:pt x="12" y="70"/>
                    <a:pt x="14" y="70"/>
                    <a:pt x="14" y="70"/>
                  </a:cubicBezTo>
                  <a:cubicBezTo>
                    <a:pt x="15" y="70"/>
                    <a:pt x="15" y="70"/>
                    <a:pt x="15" y="70"/>
                  </a:cubicBezTo>
                  <a:cubicBezTo>
                    <a:pt x="15" y="70"/>
                    <a:pt x="16" y="70"/>
                    <a:pt x="17" y="71"/>
                  </a:cubicBezTo>
                  <a:cubicBezTo>
                    <a:pt x="18" y="71"/>
                    <a:pt x="19" y="71"/>
                    <a:pt x="20" y="71"/>
                  </a:cubicBezTo>
                  <a:cubicBezTo>
                    <a:pt x="21" y="71"/>
                    <a:pt x="21" y="71"/>
                    <a:pt x="22" y="71"/>
                  </a:cubicBezTo>
                  <a:cubicBezTo>
                    <a:pt x="22" y="72"/>
                    <a:pt x="22" y="71"/>
                    <a:pt x="23" y="72"/>
                  </a:cubicBezTo>
                  <a:cubicBezTo>
                    <a:pt x="23" y="72"/>
                    <a:pt x="24" y="72"/>
                    <a:pt x="24" y="72"/>
                  </a:cubicBezTo>
                  <a:cubicBezTo>
                    <a:pt x="25" y="72"/>
                    <a:pt x="25" y="72"/>
                    <a:pt x="26" y="73"/>
                  </a:cubicBezTo>
                  <a:cubicBezTo>
                    <a:pt x="26" y="73"/>
                    <a:pt x="27" y="72"/>
                    <a:pt x="27" y="72"/>
                  </a:cubicBezTo>
                  <a:cubicBezTo>
                    <a:pt x="28" y="73"/>
                    <a:pt x="29" y="73"/>
                    <a:pt x="30" y="73"/>
                  </a:cubicBezTo>
                  <a:cubicBezTo>
                    <a:pt x="30" y="73"/>
                    <a:pt x="30" y="73"/>
                    <a:pt x="30" y="73"/>
                  </a:cubicBezTo>
                  <a:cubicBezTo>
                    <a:pt x="31" y="73"/>
                    <a:pt x="31" y="74"/>
                    <a:pt x="32" y="74"/>
                  </a:cubicBezTo>
                  <a:cubicBezTo>
                    <a:pt x="31" y="72"/>
                    <a:pt x="33" y="71"/>
                    <a:pt x="34" y="70"/>
                  </a:cubicBezTo>
                  <a:cubicBezTo>
                    <a:pt x="35" y="70"/>
                    <a:pt x="36" y="70"/>
                    <a:pt x="37" y="71"/>
                  </a:cubicBezTo>
                  <a:cubicBezTo>
                    <a:pt x="37" y="71"/>
                    <a:pt x="37" y="72"/>
                    <a:pt x="37" y="73"/>
                  </a:cubicBezTo>
                  <a:cubicBezTo>
                    <a:pt x="37" y="73"/>
                    <a:pt x="36" y="74"/>
                    <a:pt x="38" y="75"/>
                  </a:cubicBezTo>
                  <a:cubicBezTo>
                    <a:pt x="38" y="75"/>
                    <a:pt x="38" y="75"/>
                    <a:pt x="38" y="75"/>
                  </a:cubicBezTo>
                  <a:cubicBezTo>
                    <a:pt x="38" y="76"/>
                    <a:pt x="38" y="78"/>
                    <a:pt x="37" y="78"/>
                  </a:cubicBezTo>
                  <a:cubicBezTo>
                    <a:pt x="36" y="78"/>
                    <a:pt x="36" y="79"/>
                    <a:pt x="35" y="79"/>
                  </a:cubicBezTo>
                  <a:cubicBezTo>
                    <a:pt x="35" y="79"/>
                    <a:pt x="35" y="79"/>
                    <a:pt x="34" y="79"/>
                  </a:cubicBezTo>
                  <a:cubicBezTo>
                    <a:pt x="34" y="80"/>
                    <a:pt x="34" y="81"/>
                    <a:pt x="34" y="81"/>
                  </a:cubicBezTo>
                  <a:cubicBezTo>
                    <a:pt x="34" y="82"/>
                    <a:pt x="35" y="82"/>
                    <a:pt x="35" y="82"/>
                  </a:cubicBezTo>
                  <a:cubicBezTo>
                    <a:pt x="35" y="82"/>
                    <a:pt x="36" y="83"/>
                    <a:pt x="36" y="82"/>
                  </a:cubicBezTo>
                  <a:cubicBezTo>
                    <a:pt x="37" y="82"/>
                    <a:pt x="37" y="82"/>
                    <a:pt x="38" y="82"/>
                  </a:cubicBezTo>
                  <a:cubicBezTo>
                    <a:pt x="39" y="81"/>
                    <a:pt x="40" y="81"/>
                    <a:pt x="41" y="81"/>
                  </a:cubicBezTo>
                  <a:cubicBezTo>
                    <a:pt x="40" y="80"/>
                    <a:pt x="41" y="79"/>
                    <a:pt x="40" y="78"/>
                  </a:cubicBezTo>
                  <a:cubicBezTo>
                    <a:pt x="40" y="78"/>
                    <a:pt x="40" y="78"/>
                    <a:pt x="40" y="78"/>
                  </a:cubicBezTo>
                  <a:cubicBezTo>
                    <a:pt x="40" y="77"/>
                    <a:pt x="41" y="76"/>
                    <a:pt x="42" y="76"/>
                  </a:cubicBezTo>
                  <a:cubicBezTo>
                    <a:pt x="42" y="76"/>
                    <a:pt x="42" y="76"/>
                    <a:pt x="43" y="76"/>
                  </a:cubicBezTo>
                  <a:cubicBezTo>
                    <a:pt x="43" y="75"/>
                    <a:pt x="44" y="76"/>
                    <a:pt x="44" y="76"/>
                  </a:cubicBezTo>
                  <a:cubicBezTo>
                    <a:pt x="45" y="77"/>
                    <a:pt x="46" y="77"/>
                    <a:pt x="46" y="78"/>
                  </a:cubicBezTo>
                  <a:cubicBezTo>
                    <a:pt x="47" y="78"/>
                    <a:pt x="47" y="78"/>
                    <a:pt x="47" y="78"/>
                  </a:cubicBezTo>
                  <a:cubicBezTo>
                    <a:pt x="48" y="79"/>
                    <a:pt x="48" y="79"/>
                    <a:pt x="48" y="78"/>
                  </a:cubicBezTo>
                  <a:cubicBezTo>
                    <a:pt x="49" y="78"/>
                    <a:pt x="49" y="77"/>
                    <a:pt x="50" y="78"/>
                  </a:cubicBezTo>
                  <a:cubicBezTo>
                    <a:pt x="51" y="78"/>
                    <a:pt x="51" y="77"/>
                    <a:pt x="52" y="78"/>
                  </a:cubicBezTo>
                  <a:cubicBezTo>
                    <a:pt x="52" y="78"/>
                    <a:pt x="53" y="78"/>
                    <a:pt x="53" y="78"/>
                  </a:cubicBezTo>
                  <a:cubicBezTo>
                    <a:pt x="53" y="79"/>
                    <a:pt x="54" y="79"/>
                    <a:pt x="55" y="79"/>
                  </a:cubicBezTo>
                  <a:cubicBezTo>
                    <a:pt x="55" y="80"/>
                    <a:pt x="56" y="80"/>
                    <a:pt x="56" y="80"/>
                  </a:cubicBezTo>
                  <a:cubicBezTo>
                    <a:pt x="57" y="80"/>
                    <a:pt x="57" y="81"/>
                    <a:pt x="58" y="81"/>
                  </a:cubicBezTo>
                  <a:cubicBezTo>
                    <a:pt x="59" y="81"/>
                    <a:pt x="60" y="81"/>
                    <a:pt x="61" y="81"/>
                  </a:cubicBezTo>
                  <a:cubicBezTo>
                    <a:pt x="62" y="82"/>
                    <a:pt x="63" y="82"/>
                    <a:pt x="63" y="82"/>
                  </a:cubicBezTo>
                  <a:cubicBezTo>
                    <a:pt x="64" y="82"/>
                    <a:pt x="65" y="82"/>
                    <a:pt x="65" y="83"/>
                  </a:cubicBezTo>
                  <a:cubicBezTo>
                    <a:pt x="65" y="83"/>
                    <a:pt x="66" y="83"/>
                    <a:pt x="66" y="84"/>
                  </a:cubicBezTo>
                  <a:cubicBezTo>
                    <a:pt x="66" y="84"/>
                    <a:pt x="66" y="84"/>
                    <a:pt x="66" y="85"/>
                  </a:cubicBezTo>
                  <a:cubicBezTo>
                    <a:pt x="66" y="85"/>
                    <a:pt x="66" y="85"/>
                    <a:pt x="66" y="85"/>
                  </a:cubicBezTo>
                  <a:cubicBezTo>
                    <a:pt x="65" y="86"/>
                    <a:pt x="65" y="87"/>
                    <a:pt x="65" y="88"/>
                  </a:cubicBezTo>
                  <a:cubicBezTo>
                    <a:pt x="64" y="89"/>
                    <a:pt x="65" y="89"/>
                    <a:pt x="65" y="89"/>
                  </a:cubicBezTo>
                  <a:cubicBezTo>
                    <a:pt x="66" y="90"/>
                    <a:pt x="67" y="91"/>
                    <a:pt x="68" y="92"/>
                  </a:cubicBezTo>
                  <a:cubicBezTo>
                    <a:pt x="69" y="92"/>
                    <a:pt x="69" y="92"/>
                    <a:pt x="70" y="91"/>
                  </a:cubicBezTo>
                  <a:cubicBezTo>
                    <a:pt x="70" y="91"/>
                    <a:pt x="70" y="91"/>
                    <a:pt x="70" y="90"/>
                  </a:cubicBezTo>
                  <a:cubicBezTo>
                    <a:pt x="70" y="90"/>
                    <a:pt x="70" y="90"/>
                    <a:pt x="70" y="89"/>
                  </a:cubicBezTo>
                  <a:cubicBezTo>
                    <a:pt x="69" y="89"/>
                    <a:pt x="69" y="89"/>
                    <a:pt x="69" y="89"/>
                  </a:cubicBezTo>
                  <a:cubicBezTo>
                    <a:pt x="69" y="88"/>
                    <a:pt x="69" y="88"/>
                    <a:pt x="69" y="88"/>
                  </a:cubicBezTo>
                  <a:cubicBezTo>
                    <a:pt x="70" y="87"/>
                    <a:pt x="71" y="87"/>
                    <a:pt x="72" y="87"/>
                  </a:cubicBezTo>
                  <a:cubicBezTo>
                    <a:pt x="73" y="86"/>
                    <a:pt x="74" y="86"/>
                    <a:pt x="74" y="87"/>
                  </a:cubicBezTo>
                  <a:cubicBezTo>
                    <a:pt x="74" y="87"/>
                    <a:pt x="75" y="87"/>
                    <a:pt x="75" y="87"/>
                  </a:cubicBezTo>
                  <a:cubicBezTo>
                    <a:pt x="75" y="87"/>
                    <a:pt x="75" y="87"/>
                    <a:pt x="76" y="87"/>
                  </a:cubicBezTo>
                  <a:cubicBezTo>
                    <a:pt x="76" y="87"/>
                    <a:pt x="76" y="88"/>
                    <a:pt x="77" y="87"/>
                  </a:cubicBezTo>
                  <a:cubicBezTo>
                    <a:pt x="77" y="87"/>
                    <a:pt x="77" y="87"/>
                    <a:pt x="78" y="87"/>
                  </a:cubicBezTo>
                  <a:cubicBezTo>
                    <a:pt x="78" y="87"/>
                    <a:pt x="79" y="88"/>
                    <a:pt x="80" y="88"/>
                  </a:cubicBezTo>
                  <a:cubicBezTo>
                    <a:pt x="80" y="88"/>
                    <a:pt x="81" y="88"/>
                    <a:pt x="82" y="88"/>
                  </a:cubicBezTo>
                  <a:cubicBezTo>
                    <a:pt x="82" y="89"/>
                    <a:pt x="82" y="89"/>
                    <a:pt x="82" y="88"/>
                  </a:cubicBezTo>
                  <a:cubicBezTo>
                    <a:pt x="82" y="88"/>
                    <a:pt x="83" y="89"/>
                    <a:pt x="83" y="89"/>
                  </a:cubicBezTo>
                  <a:cubicBezTo>
                    <a:pt x="84" y="89"/>
                    <a:pt x="85" y="89"/>
                    <a:pt x="86" y="90"/>
                  </a:cubicBezTo>
                  <a:cubicBezTo>
                    <a:pt x="87" y="90"/>
                    <a:pt x="87" y="90"/>
                    <a:pt x="88" y="90"/>
                  </a:cubicBezTo>
                  <a:cubicBezTo>
                    <a:pt x="88" y="90"/>
                    <a:pt x="88" y="90"/>
                    <a:pt x="88" y="90"/>
                  </a:cubicBezTo>
                  <a:cubicBezTo>
                    <a:pt x="89" y="91"/>
                    <a:pt x="90" y="91"/>
                    <a:pt x="91" y="91"/>
                  </a:cubicBezTo>
                  <a:cubicBezTo>
                    <a:pt x="91" y="91"/>
                    <a:pt x="92" y="91"/>
                    <a:pt x="92" y="91"/>
                  </a:cubicBezTo>
                  <a:cubicBezTo>
                    <a:pt x="93" y="92"/>
                    <a:pt x="93" y="92"/>
                    <a:pt x="94" y="92"/>
                  </a:cubicBezTo>
                  <a:cubicBezTo>
                    <a:pt x="95" y="92"/>
                    <a:pt x="96" y="92"/>
                    <a:pt x="97" y="92"/>
                  </a:cubicBezTo>
                  <a:cubicBezTo>
                    <a:pt x="98" y="92"/>
                    <a:pt x="99" y="93"/>
                    <a:pt x="100" y="93"/>
                  </a:cubicBezTo>
                  <a:cubicBezTo>
                    <a:pt x="100" y="93"/>
                    <a:pt x="100" y="93"/>
                    <a:pt x="100" y="93"/>
                  </a:cubicBezTo>
                  <a:cubicBezTo>
                    <a:pt x="102" y="93"/>
                    <a:pt x="103" y="93"/>
                    <a:pt x="104" y="94"/>
                  </a:cubicBezTo>
                  <a:cubicBezTo>
                    <a:pt x="104" y="94"/>
                    <a:pt x="104" y="94"/>
                    <a:pt x="104" y="94"/>
                  </a:cubicBezTo>
                  <a:cubicBezTo>
                    <a:pt x="106" y="94"/>
                    <a:pt x="107" y="94"/>
                    <a:pt x="109" y="95"/>
                  </a:cubicBezTo>
                  <a:cubicBezTo>
                    <a:pt x="109" y="95"/>
                    <a:pt x="110" y="95"/>
                    <a:pt x="111" y="96"/>
                  </a:cubicBezTo>
                  <a:cubicBezTo>
                    <a:pt x="111" y="96"/>
                    <a:pt x="111" y="96"/>
                    <a:pt x="112" y="96"/>
                  </a:cubicBezTo>
                  <a:close/>
                  <a:moveTo>
                    <a:pt x="48" y="83"/>
                  </a:moveTo>
                  <a:cubicBezTo>
                    <a:pt x="48" y="83"/>
                    <a:pt x="48" y="82"/>
                    <a:pt x="48" y="82"/>
                  </a:cubicBezTo>
                  <a:cubicBezTo>
                    <a:pt x="48" y="82"/>
                    <a:pt x="48" y="83"/>
                    <a:pt x="49" y="83"/>
                  </a:cubicBezTo>
                  <a:cubicBezTo>
                    <a:pt x="49" y="83"/>
                    <a:pt x="50" y="83"/>
                    <a:pt x="50" y="83"/>
                  </a:cubicBezTo>
                  <a:cubicBezTo>
                    <a:pt x="51" y="84"/>
                    <a:pt x="51" y="84"/>
                    <a:pt x="52" y="84"/>
                  </a:cubicBezTo>
                  <a:cubicBezTo>
                    <a:pt x="52" y="84"/>
                    <a:pt x="52" y="84"/>
                    <a:pt x="53" y="84"/>
                  </a:cubicBezTo>
                  <a:cubicBezTo>
                    <a:pt x="53" y="84"/>
                    <a:pt x="54" y="85"/>
                    <a:pt x="54" y="85"/>
                  </a:cubicBezTo>
                  <a:cubicBezTo>
                    <a:pt x="54" y="85"/>
                    <a:pt x="55" y="85"/>
                    <a:pt x="55" y="85"/>
                  </a:cubicBezTo>
                  <a:cubicBezTo>
                    <a:pt x="56" y="85"/>
                    <a:pt x="57" y="85"/>
                    <a:pt x="57" y="86"/>
                  </a:cubicBezTo>
                  <a:cubicBezTo>
                    <a:pt x="58" y="86"/>
                    <a:pt x="59" y="86"/>
                    <a:pt x="59" y="87"/>
                  </a:cubicBezTo>
                  <a:cubicBezTo>
                    <a:pt x="60" y="87"/>
                    <a:pt x="60" y="87"/>
                    <a:pt x="60" y="87"/>
                  </a:cubicBezTo>
                  <a:cubicBezTo>
                    <a:pt x="61" y="87"/>
                    <a:pt x="61" y="87"/>
                    <a:pt x="61" y="87"/>
                  </a:cubicBezTo>
                  <a:cubicBezTo>
                    <a:pt x="61" y="87"/>
                    <a:pt x="61" y="87"/>
                    <a:pt x="61" y="86"/>
                  </a:cubicBezTo>
                  <a:cubicBezTo>
                    <a:pt x="62" y="86"/>
                    <a:pt x="61" y="85"/>
                    <a:pt x="61" y="85"/>
                  </a:cubicBezTo>
                  <a:cubicBezTo>
                    <a:pt x="60" y="85"/>
                    <a:pt x="59" y="84"/>
                    <a:pt x="58" y="84"/>
                  </a:cubicBezTo>
                  <a:cubicBezTo>
                    <a:pt x="58" y="83"/>
                    <a:pt x="57" y="83"/>
                    <a:pt x="56" y="83"/>
                  </a:cubicBezTo>
                  <a:cubicBezTo>
                    <a:pt x="56" y="82"/>
                    <a:pt x="55" y="83"/>
                    <a:pt x="54" y="82"/>
                  </a:cubicBezTo>
                  <a:cubicBezTo>
                    <a:pt x="53" y="82"/>
                    <a:pt x="52" y="82"/>
                    <a:pt x="51" y="82"/>
                  </a:cubicBezTo>
                  <a:cubicBezTo>
                    <a:pt x="51" y="82"/>
                    <a:pt x="51" y="82"/>
                    <a:pt x="51" y="82"/>
                  </a:cubicBezTo>
                  <a:cubicBezTo>
                    <a:pt x="49" y="82"/>
                    <a:pt x="48" y="82"/>
                    <a:pt x="47" y="82"/>
                  </a:cubicBezTo>
                  <a:cubicBezTo>
                    <a:pt x="47" y="82"/>
                    <a:pt x="47" y="82"/>
                    <a:pt x="47" y="82"/>
                  </a:cubicBezTo>
                  <a:cubicBezTo>
                    <a:pt x="47" y="82"/>
                    <a:pt x="48" y="82"/>
                    <a:pt x="48" y="83"/>
                  </a:cubicBezTo>
                  <a:close/>
                  <a:moveTo>
                    <a:pt x="120" y="97"/>
                  </a:moveTo>
                  <a:cubicBezTo>
                    <a:pt x="120" y="97"/>
                    <a:pt x="120" y="97"/>
                    <a:pt x="120" y="97"/>
                  </a:cubicBezTo>
                  <a:cubicBezTo>
                    <a:pt x="118" y="96"/>
                    <a:pt x="117" y="95"/>
                    <a:pt x="117" y="93"/>
                  </a:cubicBezTo>
                  <a:cubicBezTo>
                    <a:pt x="117" y="93"/>
                    <a:pt x="117" y="93"/>
                    <a:pt x="118" y="93"/>
                  </a:cubicBezTo>
                  <a:cubicBezTo>
                    <a:pt x="118" y="92"/>
                    <a:pt x="118" y="92"/>
                    <a:pt x="117" y="92"/>
                  </a:cubicBezTo>
                  <a:cubicBezTo>
                    <a:pt x="117" y="91"/>
                    <a:pt x="117" y="90"/>
                    <a:pt x="117" y="89"/>
                  </a:cubicBezTo>
                  <a:cubicBezTo>
                    <a:pt x="117" y="89"/>
                    <a:pt x="117" y="89"/>
                    <a:pt x="117" y="89"/>
                  </a:cubicBezTo>
                  <a:cubicBezTo>
                    <a:pt x="117" y="88"/>
                    <a:pt x="117" y="88"/>
                    <a:pt x="117" y="88"/>
                  </a:cubicBezTo>
                  <a:cubicBezTo>
                    <a:pt x="117" y="87"/>
                    <a:pt x="117" y="87"/>
                    <a:pt x="117" y="86"/>
                  </a:cubicBezTo>
                  <a:cubicBezTo>
                    <a:pt x="116" y="86"/>
                    <a:pt x="116" y="86"/>
                    <a:pt x="116" y="86"/>
                  </a:cubicBezTo>
                  <a:cubicBezTo>
                    <a:pt x="116" y="86"/>
                    <a:pt x="116" y="87"/>
                    <a:pt x="115" y="87"/>
                  </a:cubicBezTo>
                  <a:cubicBezTo>
                    <a:pt x="115" y="88"/>
                    <a:pt x="115" y="89"/>
                    <a:pt x="114" y="89"/>
                  </a:cubicBezTo>
                  <a:cubicBezTo>
                    <a:pt x="114" y="89"/>
                    <a:pt x="114" y="90"/>
                    <a:pt x="114" y="90"/>
                  </a:cubicBezTo>
                  <a:cubicBezTo>
                    <a:pt x="114" y="91"/>
                    <a:pt x="114" y="92"/>
                    <a:pt x="115" y="93"/>
                  </a:cubicBezTo>
                  <a:cubicBezTo>
                    <a:pt x="115" y="94"/>
                    <a:pt x="116" y="96"/>
                    <a:pt x="118" y="97"/>
                  </a:cubicBezTo>
                  <a:cubicBezTo>
                    <a:pt x="118" y="97"/>
                    <a:pt x="118" y="97"/>
                    <a:pt x="119" y="97"/>
                  </a:cubicBezTo>
                  <a:cubicBezTo>
                    <a:pt x="119" y="97"/>
                    <a:pt x="119" y="97"/>
                    <a:pt x="119" y="97"/>
                  </a:cubicBezTo>
                  <a:cubicBezTo>
                    <a:pt x="119" y="97"/>
                    <a:pt x="120" y="97"/>
                    <a:pt x="120" y="97"/>
                  </a:cubicBezTo>
                  <a:close/>
                  <a:moveTo>
                    <a:pt x="114" y="28"/>
                  </a:moveTo>
                  <a:cubicBezTo>
                    <a:pt x="113" y="28"/>
                    <a:pt x="113" y="28"/>
                    <a:pt x="113" y="29"/>
                  </a:cubicBezTo>
                  <a:cubicBezTo>
                    <a:pt x="113" y="30"/>
                    <a:pt x="113" y="30"/>
                    <a:pt x="113" y="31"/>
                  </a:cubicBezTo>
                  <a:cubicBezTo>
                    <a:pt x="113" y="31"/>
                    <a:pt x="113" y="32"/>
                    <a:pt x="112" y="32"/>
                  </a:cubicBezTo>
                  <a:cubicBezTo>
                    <a:pt x="114" y="32"/>
                    <a:pt x="114" y="32"/>
                    <a:pt x="114" y="31"/>
                  </a:cubicBezTo>
                  <a:cubicBezTo>
                    <a:pt x="114" y="31"/>
                    <a:pt x="114" y="30"/>
                    <a:pt x="114" y="30"/>
                  </a:cubicBezTo>
                  <a:cubicBezTo>
                    <a:pt x="114" y="29"/>
                    <a:pt x="115" y="29"/>
                    <a:pt x="114" y="28"/>
                  </a:cubicBezTo>
                  <a:close/>
                  <a:moveTo>
                    <a:pt x="111" y="64"/>
                  </a:moveTo>
                  <a:cubicBezTo>
                    <a:pt x="111" y="64"/>
                    <a:pt x="111" y="64"/>
                    <a:pt x="112" y="64"/>
                  </a:cubicBezTo>
                  <a:cubicBezTo>
                    <a:pt x="112" y="64"/>
                    <a:pt x="112" y="63"/>
                    <a:pt x="112" y="62"/>
                  </a:cubicBezTo>
                  <a:cubicBezTo>
                    <a:pt x="112" y="62"/>
                    <a:pt x="112" y="62"/>
                    <a:pt x="112" y="62"/>
                  </a:cubicBezTo>
                  <a:cubicBezTo>
                    <a:pt x="112" y="61"/>
                    <a:pt x="113" y="61"/>
                    <a:pt x="112" y="60"/>
                  </a:cubicBezTo>
                  <a:cubicBezTo>
                    <a:pt x="112" y="60"/>
                    <a:pt x="112" y="59"/>
                    <a:pt x="111" y="59"/>
                  </a:cubicBezTo>
                  <a:cubicBezTo>
                    <a:pt x="111" y="59"/>
                    <a:pt x="111" y="60"/>
                    <a:pt x="111" y="60"/>
                  </a:cubicBezTo>
                  <a:cubicBezTo>
                    <a:pt x="111" y="62"/>
                    <a:pt x="111" y="63"/>
                    <a:pt x="111" y="64"/>
                  </a:cubicBezTo>
                  <a:cubicBezTo>
                    <a:pt x="111" y="64"/>
                    <a:pt x="111" y="64"/>
                    <a:pt x="111" y="64"/>
                  </a:cubicBezTo>
                  <a:close/>
                  <a:moveTo>
                    <a:pt x="111" y="57"/>
                  </a:moveTo>
                  <a:cubicBezTo>
                    <a:pt x="111" y="57"/>
                    <a:pt x="111" y="57"/>
                    <a:pt x="112" y="57"/>
                  </a:cubicBezTo>
                  <a:cubicBezTo>
                    <a:pt x="112" y="56"/>
                    <a:pt x="112" y="56"/>
                    <a:pt x="112" y="56"/>
                  </a:cubicBezTo>
                  <a:cubicBezTo>
                    <a:pt x="112" y="54"/>
                    <a:pt x="112" y="53"/>
                    <a:pt x="112" y="52"/>
                  </a:cubicBezTo>
                  <a:cubicBezTo>
                    <a:pt x="113" y="52"/>
                    <a:pt x="112" y="51"/>
                    <a:pt x="112" y="51"/>
                  </a:cubicBezTo>
                  <a:cubicBezTo>
                    <a:pt x="112" y="52"/>
                    <a:pt x="112" y="52"/>
                    <a:pt x="112" y="52"/>
                  </a:cubicBezTo>
                  <a:cubicBezTo>
                    <a:pt x="112" y="53"/>
                    <a:pt x="112" y="54"/>
                    <a:pt x="112" y="55"/>
                  </a:cubicBezTo>
                  <a:cubicBezTo>
                    <a:pt x="111" y="55"/>
                    <a:pt x="111" y="56"/>
                    <a:pt x="111" y="57"/>
                  </a:cubicBezTo>
                  <a:close/>
                  <a:moveTo>
                    <a:pt x="122" y="30"/>
                  </a:moveTo>
                  <a:cubicBezTo>
                    <a:pt x="122" y="29"/>
                    <a:pt x="122" y="29"/>
                    <a:pt x="122" y="29"/>
                  </a:cubicBezTo>
                  <a:cubicBezTo>
                    <a:pt x="122" y="28"/>
                    <a:pt x="122" y="28"/>
                    <a:pt x="121" y="27"/>
                  </a:cubicBezTo>
                  <a:cubicBezTo>
                    <a:pt x="121" y="27"/>
                    <a:pt x="121" y="27"/>
                    <a:pt x="121" y="26"/>
                  </a:cubicBezTo>
                  <a:cubicBezTo>
                    <a:pt x="121" y="27"/>
                    <a:pt x="120" y="28"/>
                    <a:pt x="120" y="29"/>
                  </a:cubicBezTo>
                  <a:cubicBezTo>
                    <a:pt x="120" y="29"/>
                    <a:pt x="121" y="29"/>
                    <a:pt x="122" y="30"/>
                  </a:cubicBezTo>
                  <a:close/>
                  <a:moveTo>
                    <a:pt x="119" y="17"/>
                  </a:moveTo>
                  <a:cubicBezTo>
                    <a:pt x="119" y="16"/>
                    <a:pt x="119" y="15"/>
                    <a:pt x="118" y="14"/>
                  </a:cubicBezTo>
                  <a:cubicBezTo>
                    <a:pt x="118" y="15"/>
                    <a:pt x="117" y="16"/>
                    <a:pt x="117" y="16"/>
                  </a:cubicBezTo>
                  <a:cubicBezTo>
                    <a:pt x="118" y="16"/>
                    <a:pt x="119" y="17"/>
                    <a:pt x="119" y="17"/>
                  </a:cubicBezTo>
                  <a:close/>
                  <a:moveTo>
                    <a:pt x="122" y="49"/>
                  </a:moveTo>
                  <a:cubicBezTo>
                    <a:pt x="122" y="49"/>
                    <a:pt x="123" y="49"/>
                    <a:pt x="123" y="49"/>
                  </a:cubicBezTo>
                  <a:cubicBezTo>
                    <a:pt x="123" y="49"/>
                    <a:pt x="123" y="48"/>
                    <a:pt x="123" y="48"/>
                  </a:cubicBezTo>
                  <a:cubicBezTo>
                    <a:pt x="123" y="48"/>
                    <a:pt x="123" y="47"/>
                    <a:pt x="123" y="47"/>
                  </a:cubicBezTo>
                  <a:cubicBezTo>
                    <a:pt x="123" y="47"/>
                    <a:pt x="123" y="46"/>
                    <a:pt x="123" y="46"/>
                  </a:cubicBezTo>
                  <a:cubicBezTo>
                    <a:pt x="123" y="47"/>
                    <a:pt x="123" y="47"/>
                    <a:pt x="122" y="47"/>
                  </a:cubicBezTo>
                  <a:cubicBezTo>
                    <a:pt x="122" y="48"/>
                    <a:pt x="122" y="48"/>
                    <a:pt x="122" y="49"/>
                  </a:cubicBezTo>
                  <a:close/>
                  <a:moveTo>
                    <a:pt x="117" y="63"/>
                  </a:moveTo>
                  <a:cubicBezTo>
                    <a:pt x="117" y="63"/>
                    <a:pt x="117" y="63"/>
                    <a:pt x="117" y="64"/>
                  </a:cubicBezTo>
                  <a:cubicBezTo>
                    <a:pt x="117" y="64"/>
                    <a:pt x="117" y="64"/>
                    <a:pt x="118" y="64"/>
                  </a:cubicBezTo>
                  <a:cubicBezTo>
                    <a:pt x="118" y="64"/>
                    <a:pt x="118" y="64"/>
                    <a:pt x="118" y="64"/>
                  </a:cubicBezTo>
                  <a:cubicBezTo>
                    <a:pt x="118" y="63"/>
                    <a:pt x="118" y="63"/>
                    <a:pt x="117" y="63"/>
                  </a:cubicBezTo>
                  <a:close/>
                  <a:moveTo>
                    <a:pt x="122" y="33"/>
                  </a:moveTo>
                  <a:cubicBezTo>
                    <a:pt x="122" y="34"/>
                    <a:pt x="121" y="34"/>
                    <a:pt x="122" y="35"/>
                  </a:cubicBezTo>
                  <a:cubicBezTo>
                    <a:pt x="122" y="35"/>
                    <a:pt x="123" y="35"/>
                    <a:pt x="122" y="33"/>
                  </a:cubicBezTo>
                  <a:close/>
                  <a:moveTo>
                    <a:pt x="113" y="33"/>
                  </a:moveTo>
                  <a:cubicBezTo>
                    <a:pt x="113" y="34"/>
                    <a:pt x="113" y="34"/>
                    <a:pt x="113" y="35"/>
                  </a:cubicBezTo>
                  <a:cubicBezTo>
                    <a:pt x="113" y="34"/>
                    <a:pt x="114" y="33"/>
                    <a:pt x="11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4" name="Freeform 112">
              <a:extLst>
                <a:ext uri="{FF2B5EF4-FFF2-40B4-BE49-F238E27FC236}">
                  <a16:creationId xmlns:a16="http://schemas.microsoft.com/office/drawing/2014/main" id="{F0A90A94-F7DD-4A7F-BCDB-EA84F7DFFF47}"/>
                </a:ext>
              </a:extLst>
            </p:cNvPr>
            <p:cNvSpPr>
              <a:spLocks/>
            </p:cNvSpPr>
            <p:nvPr/>
          </p:nvSpPr>
          <p:spPr bwMode="auto">
            <a:xfrm>
              <a:off x="282575" y="5584826"/>
              <a:ext cx="31750" cy="34925"/>
            </a:xfrm>
            <a:custGeom>
              <a:avLst/>
              <a:gdLst>
                <a:gd name="T0" fmla="*/ 6 w 8"/>
                <a:gd name="T1" fmla="*/ 1 h 9"/>
                <a:gd name="T2" fmla="*/ 6 w 8"/>
                <a:gd name="T3" fmla="*/ 1 h 9"/>
                <a:gd name="T4" fmla="*/ 8 w 8"/>
                <a:gd name="T5" fmla="*/ 4 h 9"/>
                <a:gd name="T6" fmla="*/ 7 w 8"/>
                <a:gd name="T7" fmla="*/ 6 h 9"/>
                <a:gd name="T8" fmla="*/ 7 w 8"/>
                <a:gd name="T9" fmla="*/ 7 h 9"/>
                <a:gd name="T10" fmla="*/ 6 w 8"/>
                <a:gd name="T11" fmla="*/ 8 h 9"/>
                <a:gd name="T12" fmla="*/ 5 w 8"/>
                <a:gd name="T13" fmla="*/ 9 h 9"/>
                <a:gd name="T14" fmla="*/ 5 w 8"/>
                <a:gd name="T15" fmla="*/ 9 h 9"/>
                <a:gd name="T16" fmla="*/ 3 w 8"/>
                <a:gd name="T17" fmla="*/ 8 h 9"/>
                <a:gd name="T18" fmla="*/ 1 w 8"/>
                <a:gd name="T19" fmla="*/ 8 h 9"/>
                <a:gd name="T20" fmla="*/ 1 w 8"/>
                <a:gd name="T21" fmla="*/ 7 h 9"/>
                <a:gd name="T22" fmla="*/ 0 w 8"/>
                <a:gd name="T23" fmla="*/ 6 h 9"/>
                <a:gd name="T24" fmla="*/ 0 w 8"/>
                <a:gd name="T25" fmla="*/ 3 h 9"/>
                <a:gd name="T26" fmla="*/ 1 w 8"/>
                <a:gd name="T27" fmla="*/ 1 h 9"/>
                <a:gd name="T28" fmla="*/ 2 w 8"/>
                <a:gd name="T29" fmla="*/ 0 h 9"/>
                <a:gd name="T30" fmla="*/ 3 w 8"/>
                <a:gd name="T31" fmla="*/ 0 h 9"/>
                <a:gd name="T32" fmla="*/ 5 w 8"/>
                <a:gd name="T33" fmla="*/ 1 h 9"/>
                <a:gd name="T34" fmla="*/ 6 w 8"/>
                <a:gd name="T3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9">
                  <a:moveTo>
                    <a:pt x="6" y="1"/>
                  </a:moveTo>
                  <a:cubicBezTo>
                    <a:pt x="6" y="1"/>
                    <a:pt x="6" y="1"/>
                    <a:pt x="6" y="1"/>
                  </a:cubicBezTo>
                  <a:cubicBezTo>
                    <a:pt x="7" y="2"/>
                    <a:pt x="7" y="3"/>
                    <a:pt x="8" y="4"/>
                  </a:cubicBezTo>
                  <a:cubicBezTo>
                    <a:pt x="8" y="5"/>
                    <a:pt x="7" y="6"/>
                    <a:pt x="7" y="6"/>
                  </a:cubicBezTo>
                  <a:cubicBezTo>
                    <a:pt x="7" y="7"/>
                    <a:pt x="7" y="7"/>
                    <a:pt x="7" y="7"/>
                  </a:cubicBezTo>
                  <a:cubicBezTo>
                    <a:pt x="7" y="8"/>
                    <a:pt x="7" y="8"/>
                    <a:pt x="6" y="8"/>
                  </a:cubicBezTo>
                  <a:cubicBezTo>
                    <a:pt x="6" y="8"/>
                    <a:pt x="6" y="9"/>
                    <a:pt x="5" y="9"/>
                  </a:cubicBezTo>
                  <a:cubicBezTo>
                    <a:pt x="5" y="9"/>
                    <a:pt x="5" y="9"/>
                    <a:pt x="5" y="9"/>
                  </a:cubicBezTo>
                  <a:cubicBezTo>
                    <a:pt x="4" y="8"/>
                    <a:pt x="4" y="8"/>
                    <a:pt x="3" y="8"/>
                  </a:cubicBezTo>
                  <a:cubicBezTo>
                    <a:pt x="3" y="9"/>
                    <a:pt x="2" y="8"/>
                    <a:pt x="1" y="8"/>
                  </a:cubicBezTo>
                  <a:cubicBezTo>
                    <a:pt x="1" y="8"/>
                    <a:pt x="1" y="8"/>
                    <a:pt x="1" y="7"/>
                  </a:cubicBezTo>
                  <a:cubicBezTo>
                    <a:pt x="0" y="7"/>
                    <a:pt x="0" y="7"/>
                    <a:pt x="0" y="6"/>
                  </a:cubicBezTo>
                  <a:cubicBezTo>
                    <a:pt x="0" y="5"/>
                    <a:pt x="0" y="4"/>
                    <a:pt x="0" y="3"/>
                  </a:cubicBezTo>
                  <a:cubicBezTo>
                    <a:pt x="0" y="2"/>
                    <a:pt x="1" y="1"/>
                    <a:pt x="1" y="1"/>
                  </a:cubicBezTo>
                  <a:cubicBezTo>
                    <a:pt x="1" y="0"/>
                    <a:pt x="2" y="0"/>
                    <a:pt x="2" y="0"/>
                  </a:cubicBezTo>
                  <a:cubicBezTo>
                    <a:pt x="2" y="0"/>
                    <a:pt x="3" y="0"/>
                    <a:pt x="3" y="0"/>
                  </a:cubicBezTo>
                  <a:cubicBezTo>
                    <a:pt x="4" y="0"/>
                    <a:pt x="4" y="0"/>
                    <a:pt x="5" y="1"/>
                  </a:cubicBezTo>
                  <a:cubicBezTo>
                    <a:pt x="5" y="1"/>
                    <a:pt x="5" y="1"/>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5" name="Freeform 114">
              <a:extLst>
                <a:ext uri="{FF2B5EF4-FFF2-40B4-BE49-F238E27FC236}">
                  <a16:creationId xmlns:a16="http://schemas.microsoft.com/office/drawing/2014/main" id="{00F69230-A76E-421B-9CF0-DAAAF81B19CF}"/>
                </a:ext>
              </a:extLst>
            </p:cNvPr>
            <p:cNvSpPr>
              <a:spLocks/>
            </p:cNvSpPr>
            <p:nvPr/>
          </p:nvSpPr>
          <p:spPr bwMode="auto">
            <a:xfrm>
              <a:off x="841375" y="5561013"/>
              <a:ext cx="58738" cy="346075"/>
            </a:xfrm>
            <a:custGeom>
              <a:avLst/>
              <a:gdLst>
                <a:gd name="T0" fmla="*/ 4 w 15"/>
                <a:gd name="T1" fmla="*/ 1 h 88"/>
                <a:gd name="T2" fmla="*/ 6 w 15"/>
                <a:gd name="T3" fmla="*/ 2 h 88"/>
                <a:gd name="T4" fmla="*/ 9 w 15"/>
                <a:gd name="T5" fmla="*/ 6 h 88"/>
                <a:gd name="T6" fmla="*/ 10 w 15"/>
                <a:gd name="T7" fmla="*/ 10 h 88"/>
                <a:gd name="T8" fmla="*/ 12 w 15"/>
                <a:gd name="T9" fmla="*/ 15 h 88"/>
                <a:gd name="T10" fmla="*/ 13 w 15"/>
                <a:gd name="T11" fmla="*/ 20 h 88"/>
                <a:gd name="T12" fmla="*/ 14 w 15"/>
                <a:gd name="T13" fmla="*/ 25 h 88"/>
                <a:gd name="T14" fmla="*/ 14 w 15"/>
                <a:gd name="T15" fmla="*/ 30 h 88"/>
                <a:gd name="T16" fmla="*/ 15 w 15"/>
                <a:gd name="T17" fmla="*/ 37 h 88"/>
                <a:gd name="T18" fmla="*/ 15 w 15"/>
                <a:gd name="T19" fmla="*/ 40 h 88"/>
                <a:gd name="T20" fmla="*/ 15 w 15"/>
                <a:gd name="T21" fmla="*/ 43 h 88"/>
                <a:gd name="T22" fmla="*/ 15 w 15"/>
                <a:gd name="T23" fmla="*/ 46 h 88"/>
                <a:gd name="T24" fmla="*/ 14 w 15"/>
                <a:gd name="T25" fmla="*/ 54 h 88"/>
                <a:gd name="T26" fmla="*/ 14 w 15"/>
                <a:gd name="T27" fmla="*/ 57 h 88"/>
                <a:gd name="T28" fmla="*/ 13 w 15"/>
                <a:gd name="T29" fmla="*/ 62 h 88"/>
                <a:gd name="T30" fmla="*/ 13 w 15"/>
                <a:gd name="T31" fmla="*/ 65 h 88"/>
                <a:gd name="T32" fmla="*/ 13 w 15"/>
                <a:gd name="T33" fmla="*/ 68 h 88"/>
                <a:gd name="T34" fmla="*/ 13 w 15"/>
                <a:gd name="T35" fmla="*/ 74 h 88"/>
                <a:gd name="T36" fmla="*/ 12 w 15"/>
                <a:gd name="T37" fmla="*/ 78 h 88"/>
                <a:gd name="T38" fmla="*/ 11 w 15"/>
                <a:gd name="T39" fmla="*/ 81 h 88"/>
                <a:gd name="T40" fmla="*/ 11 w 15"/>
                <a:gd name="T41" fmla="*/ 83 h 88"/>
                <a:gd name="T42" fmla="*/ 10 w 15"/>
                <a:gd name="T43" fmla="*/ 88 h 88"/>
                <a:gd name="T44" fmla="*/ 10 w 15"/>
                <a:gd name="T45" fmla="*/ 86 h 88"/>
                <a:gd name="T46" fmla="*/ 10 w 15"/>
                <a:gd name="T47" fmla="*/ 82 h 88"/>
                <a:gd name="T48" fmla="*/ 11 w 15"/>
                <a:gd name="T49" fmla="*/ 77 h 88"/>
                <a:gd name="T50" fmla="*/ 11 w 15"/>
                <a:gd name="T51" fmla="*/ 73 h 88"/>
                <a:gd name="T52" fmla="*/ 12 w 15"/>
                <a:gd name="T53" fmla="*/ 68 h 88"/>
                <a:gd name="T54" fmla="*/ 12 w 15"/>
                <a:gd name="T55" fmla="*/ 52 h 88"/>
                <a:gd name="T56" fmla="*/ 12 w 15"/>
                <a:gd name="T57" fmla="*/ 50 h 88"/>
                <a:gd name="T58" fmla="*/ 12 w 15"/>
                <a:gd name="T59" fmla="*/ 46 h 88"/>
                <a:gd name="T60" fmla="*/ 12 w 15"/>
                <a:gd name="T61" fmla="*/ 39 h 88"/>
                <a:gd name="T62" fmla="*/ 11 w 15"/>
                <a:gd name="T63" fmla="*/ 34 h 88"/>
                <a:gd name="T64" fmla="*/ 11 w 15"/>
                <a:gd name="T65" fmla="*/ 28 h 88"/>
                <a:gd name="T66" fmla="*/ 10 w 15"/>
                <a:gd name="T67" fmla="*/ 21 h 88"/>
                <a:gd name="T68" fmla="*/ 9 w 15"/>
                <a:gd name="T69" fmla="*/ 19 h 88"/>
                <a:gd name="T70" fmla="*/ 8 w 15"/>
                <a:gd name="T71" fmla="*/ 15 h 88"/>
                <a:gd name="T72" fmla="*/ 7 w 15"/>
                <a:gd name="T73" fmla="*/ 11 h 88"/>
                <a:gd name="T74" fmla="*/ 5 w 15"/>
                <a:gd name="T75" fmla="*/ 6 h 88"/>
                <a:gd name="T76" fmla="*/ 3 w 15"/>
                <a:gd name="T77" fmla="*/ 5 h 88"/>
                <a:gd name="T78" fmla="*/ 3 w 15"/>
                <a:gd name="T79" fmla="*/ 6 h 88"/>
                <a:gd name="T80" fmla="*/ 1 w 15"/>
                <a:gd name="T81" fmla="*/ 10 h 88"/>
                <a:gd name="T82" fmla="*/ 0 w 15"/>
                <a:gd name="T83" fmla="*/ 10 h 88"/>
                <a:gd name="T84" fmla="*/ 0 w 15"/>
                <a:gd name="T85" fmla="*/ 8 h 88"/>
                <a:gd name="T86" fmla="*/ 1 w 15"/>
                <a:gd name="T87" fmla="*/ 2 h 88"/>
                <a:gd name="T88" fmla="*/ 0 w 15"/>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88">
                  <a:moveTo>
                    <a:pt x="0" y="0"/>
                  </a:moveTo>
                  <a:cubicBezTo>
                    <a:pt x="1" y="0"/>
                    <a:pt x="3" y="1"/>
                    <a:pt x="4" y="1"/>
                  </a:cubicBezTo>
                  <a:cubicBezTo>
                    <a:pt x="4" y="1"/>
                    <a:pt x="4" y="1"/>
                    <a:pt x="4" y="1"/>
                  </a:cubicBezTo>
                  <a:cubicBezTo>
                    <a:pt x="5" y="1"/>
                    <a:pt x="6" y="2"/>
                    <a:pt x="6" y="2"/>
                  </a:cubicBezTo>
                  <a:cubicBezTo>
                    <a:pt x="7" y="2"/>
                    <a:pt x="7" y="3"/>
                    <a:pt x="8" y="4"/>
                  </a:cubicBezTo>
                  <a:cubicBezTo>
                    <a:pt x="8" y="4"/>
                    <a:pt x="8" y="5"/>
                    <a:pt x="9" y="6"/>
                  </a:cubicBezTo>
                  <a:cubicBezTo>
                    <a:pt x="9" y="6"/>
                    <a:pt x="9" y="7"/>
                    <a:pt x="9" y="7"/>
                  </a:cubicBezTo>
                  <a:cubicBezTo>
                    <a:pt x="10" y="8"/>
                    <a:pt x="10" y="9"/>
                    <a:pt x="10" y="10"/>
                  </a:cubicBezTo>
                  <a:cubicBezTo>
                    <a:pt x="11" y="10"/>
                    <a:pt x="11" y="11"/>
                    <a:pt x="11" y="12"/>
                  </a:cubicBezTo>
                  <a:cubicBezTo>
                    <a:pt x="12" y="13"/>
                    <a:pt x="11" y="14"/>
                    <a:pt x="12" y="15"/>
                  </a:cubicBezTo>
                  <a:cubicBezTo>
                    <a:pt x="12" y="16"/>
                    <a:pt x="13" y="17"/>
                    <a:pt x="13" y="17"/>
                  </a:cubicBezTo>
                  <a:cubicBezTo>
                    <a:pt x="13" y="18"/>
                    <a:pt x="13" y="19"/>
                    <a:pt x="13" y="20"/>
                  </a:cubicBezTo>
                  <a:cubicBezTo>
                    <a:pt x="13" y="22"/>
                    <a:pt x="13" y="23"/>
                    <a:pt x="13" y="24"/>
                  </a:cubicBezTo>
                  <a:cubicBezTo>
                    <a:pt x="13" y="24"/>
                    <a:pt x="13" y="25"/>
                    <a:pt x="14" y="25"/>
                  </a:cubicBezTo>
                  <a:cubicBezTo>
                    <a:pt x="14" y="25"/>
                    <a:pt x="14" y="25"/>
                    <a:pt x="14" y="26"/>
                  </a:cubicBezTo>
                  <a:cubicBezTo>
                    <a:pt x="14" y="27"/>
                    <a:pt x="14" y="29"/>
                    <a:pt x="14" y="30"/>
                  </a:cubicBezTo>
                  <a:cubicBezTo>
                    <a:pt x="15" y="32"/>
                    <a:pt x="14" y="33"/>
                    <a:pt x="14" y="35"/>
                  </a:cubicBezTo>
                  <a:cubicBezTo>
                    <a:pt x="15" y="36"/>
                    <a:pt x="15" y="36"/>
                    <a:pt x="15" y="37"/>
                  </a:cubicBezTo>
                  <a:cubicBezTo>
                    <a:pt x="15" y="38"/>
                    <a:pt x="15" y="38"/>
                    <a:pt x="15" y="39"/>
                  </a:cubicBezTo>
                  <a:cubicBezTo>
                    <a:pt x="15" y="40"/>
                    <a:pt x="15" y="40"/>
                    <a:pt x="15" y="40"/>
                  </a:cubicBezTo>
                  <a:cubicBezTo>
                    <a:pt x="15" y="41"/>
                    <a:pt x="15" y="42"/>
                    <a:pt x="15" y="42"/>
                  </a:cubicBezTo>
                  <a:cubicBezTo>
                    <a:pt x="15" y="43"/>
                    <a:pt x="15" y="43"/>
                    <a:pt x="15" y="43"/>
                  </a:cubicBezTo>
                  <a:cubicBezTo>
                    <a:pt x="15" y="43"/>
                    <a:pt x="15" y="43"/>
                    <a:pt x="15" y="43"/>
                  </a:cubicBezTo>
                  <a:cubicBezTo>
                    <a:pt x="15" y="44"/>
                    <a:pt x="15" y="45"/>
                    <a:pt x="15" y="46"/>
                  </a:cubicBezTo>
                  <a:cubicBezTo>
                    <a:pt x="15" y="47"/>
                    <a:pt x="15" y="49"/>
                    <a:pt x="15" y="50"/>
                  </a:cubicBezTo>
                  <a:cubicBezTo>
                    <a:pt x="14" y="51"/>
                    <a:pt x="15" y="52"/>
                    <a:pt x="14" y="54"/>
                  </a:cubicBezTo>
                  <a:cubicBezTo>
                    <a:pt x="14" y="55"/>
                    <a:pt x="14" y="56"/>
                    <a:pt x="14" y="57"/>
                  </a:cubicBezTo>
                  <a:cubicBezTo>
                    <a:pt x="14" y="57"/>
                    <a:pt x="14" y="57"/>
                    <a:pt x="14" y="57"/>
                  </a:cubicBezTo>
                  <a:cubicBezTo>
                    <a:pt x="14" y="58"/>
                    <a:pt x="14" y="59"/>
                    <a:pt x="14" y="60"/>
                  </a:cubicBezTo>
                  <a:cubicBezTo>
                    <a:pt x="14" y="61"/>
                    <a:pt x="13" y="62"/>
                    <a:pt x="13" y="62"/>
                  </a:cubicBezTo>
                  <a:cubicBezTo>
                    <a:pt x="13" y="63"/>
                    <a:pt x="13" y="63"/>
                    <a:pt x="13" y="63"/>
                  </a:cubicBezTo>
                  <a:cubicBezTo>
                    <a:pt x="14" y="64"/>
                    <a:pt x="13" y="64"/>
                    <a:pt x="13" y="65"/>
                  </a:cubicBezTo>
                  <a:cubicBezTo>
                    <a:pt x="13" y="66"/>
                    <a:pt x="13" y="66"/>
                    <a:pt x="13" y="67"/>
                  </a:cubicBezTo>
                  <a:cubicBezTo>
                    <a:pt x="13" y="67"/>
                    <a:pt x="13" y="67"/>
                    <a:pt x="13" y="68"/>
                  </a:cubicBezTo>
                  <a:cubicBezTo>
                    <a:pt x="13" y="68"/>
                    <a:pt x="13" y="69"/>
                    <a:pt x="13" y="70"/>
                  </a:cubicBezTo>
                  <a:cubicBezTo>
                    <a:pt x="13" y="71"/>
                    <a:pt x="13" y="72"/>
                    <a:pt x="13" y="74"/>
                  </a:cubicBezTo>
                  <a:cubicBezTo>
                    <a:pt x="12" y="75"/>
                    <a:pt x="12" y="75"/>
                    <a:pt x="12" y="76"/>
                  </a:cubicBezTo>
                  <a:cubicBezTo>
                    <a:pt x="12" y="77"/>
                    <a:pt x="12" y="78"/>
                    <a:pt x="12" y="78"/>
                  </a:cubicBezTo>
                  <a:cubicBezTo>
                    <a:pt x="12" y="79"/>
                    <a:pt x="12" y="79"/>
                    <a:pt x="12" y="80"/>
                  </a:cubicBezTo>
                  <a:cubicBezTo>
                    <a:pt x="12" y="80"/>
                    <a:pt x="11" y="81"/>
                    <a:pt x="11" y="81"/>
                  </a:cubicBezTo>
                  <a:cubicBezTo>
                    <a:pt x="11" y="82"/>
                    <a:pt x="12" y="82"/>
                    <a:pt x="11" y="83"/>
                  </a:cubicBezTo>
                  <a:cubicBezTo>
                    <a:pt x="11" y="83"/>
                    <a:pt x="11" y="83"/>
                    <a:pt x="11" y="83"/>
                  </a:cubicBezTo>
                  <a:cubicBezTo>
                    <a:pt x="11" y="84"/>
                    <a:pt x="10" y="85"/>
                    <a:pt x="10" y="86"/>
                  </a:cubicBezTo>
                  <a:cubicBezTo>
                    <a:pt x="10" y="87"/>
                    <a:pt x="10" y="88"/>
                    <a:pt x="10" y="88"/>
                  </a:cubicBezTo>
                  <a:cubicBezTo>
                    <a:pt x="10" y="88"/>
                    <a:pt x="9" y="88"/>
                    <a:pt x="9" y="88"/>
                  </a:cubicBezTo>
                  <a:cubicBezTo>
                    <a:pt x="9" y="87"/>
                    <a:pt x="10" y="87"/>
                    <a:pt x="10" y="86"/>
                  </a:cubicBezTo>
                  <a:cubicBezTo>
                    <a:pt x="10" y="86"/>
                    <a:pt x="10" y="86"/>
                    <a:pt x="10" y="86"/>
                  </a:cubicBezTo>
                  <a:cubicBezTo>
                    <a:pt x="10" y="85"/>
                    <a:pt x="10" y="84"/>
                    <a:pt x="10" y="82"/>
                  </a:cubicBezTo>
                  <a:cubicBezTo>
                    <a:pt x="10" y="81"/>
                    <a:pt x="10" y="80"/>
                    <a:pt x="10" y="79"/>
                  </a:cubicBezTo>
                  <a:cubicBezTo>
                    <a:pt x="10" y="78"/>
                    <a:pt x="11" y="77"/>
                    <a:pt x="11" y="77"/>
                  </a:cubicBezTo>
                  <a:cubicBezTo>
                    <a:pt x="11" y="76"/>
                    <a:pt x="10" y="76"/>
                    <a:pt x="10" y="75"/>
                  </a:cubicBezTo>
                  <a:cubicBezTo>
                    <a:pt x="10" y="75"/>
                    <a:pt x="11" y="74"/>
                    <a:pt x="11" y="73"/>
                  </a:cubicBezTo>
                  <a:cubicBezTo>
                    <a:pt x="11" y="73"/>
                    <a:pt x="11" y="72"/>
                    <a:pt x="11" y="72"/>
                  </a:cubicBezTo>
                  <a:cubicBezTo>
                    <a:pt x="11" y="70"/>
                    <a:pt x="11" y="69"/>
                    <a:pt x="12" y="68"/>
                  </a:cubicBezTo>
                  <a:cubicBezTo>
                    <a:pt x="12" y="68"/>
                    <a:pt x="12" y="67"/>
                    <a:pt x="12" y="67"/>
                  </a:cubicBezTo>
                  <a:cubicBezTo>
                    <a:pt x="12" y="62"/>
                    <a:pt x="12" y="57"/>
                    <a:pt x="12" y="52"/>
                  </a:cubicBezTo>
                  <a:cubicBezTo>
                    <a:pt x="12" y="52"/>
                    <a:pt x="12" y="52"/>
                    <a:pt x="12" y="51"/>
                  </a:cubicBezTo>
                  <a:cubicBezTo>
                    <a:pt x="12" y="51"/>
                    <a:pt x="12" y="50"/>
                    <a:pt x="12" y="50"/>
                  </a:cubicBezTo>
                  <a:cubicBezTo>
                    <a:pt x="12" y="49"/>
                    <a:pt x="12" y="48"/>
                    <a:pt x="12" y="47"/>
                  </a:cubicBezTo>
                  <a:cubicBezTo>
                    <a:pt x="12" y="47"/>
                    <a:pt x="12" y="47"/>
                    <a:pt x="12" y="46"/>
                  </a:cubicBezTo>
                  <a:cubicBezTo>
                    <a:pt x="12" y="45"/>
                    <a:pt x="12" y="44"/>
                    <a:pt x="12" y="43"/>
                  </a:cubicBezTo>
                  <a:cubicBezTo>
                    <a:pt x="12" y="42"/>
                    <a:pt x="12" y="40"/>
                    <a:pt x="12" y="39"/>
                  </a:cubicBezTo>
                  <a:cubicBezTo>
                    <a:pt x="12" y="38"/>
                    <a:pt x="11" y="37"/>
                    <a:pt x="11" y="36"/>
                  </a:cubicBezTo>
                  <a:cubicBezTo>
                    <a:pt x="11" y="36"/>
                    <a:pt x="11" y="35"/>
                    <a:pt x="11" y="34"/>
                  </a:cubicBezTo>
                  <a:cubicBezTo>
                    <a:pt x="11" y="33"/>
                    <a:pt x="11" y="32"/>
                    <a:pt x="11" y="31"/>
                  </a:cubicBezTo>
                  <a:cubicBezTo>
                    <a:pt x="11" y="30"/>
                    <a:pt x="11" y="29"/>
                    <a:pt x="11" y="28"/>
                  </a:cubicBezTo>
                  <a:cubicBezTo>
                    <a:pt x="10" y="27"/>
                    <a:pt x="11" y="26"/>
                    <a:pt x="10" y="25"/>
                  </a:cubicBezTo>
                  <a:cubicBezTo>
                    <a:pt x="10" y="24"/>
                    <a:pt x="10" y="23"/>
                    <a:pt x="10" y="21"/>
                  </a:cubicBezTo>
                  <a:cubicBezTo>
                    <a:pt x="10" y="21"/>
                    <a:pt x="10" y="21"/>
                    <a:pt x="10" y="21"/>
                  </a:cubicBezTo>
                  <a:cubicBezTo>
                    <a:pt x="10" y="21"/>
                    <a:pt x="10" y="20"/>
                    <a:pt x="9" y="19"/>
                  </a:cubicBezTo>
                  <a:cubicBezTo>
                    <a:pt x="9" y="19"/>
                    <a:pt x="9" y="18"/>
                    <a:pt x="9" y="17"/>
                  </a:cubicBezTo>
                  <a:cubicBezTo>
                    <a:pt x="9" y="16"/>
                    <a:pt x="9" y="16"/>
                    <a:pt x="8" y="15"/>
                  </a:cubicBezTo>
                  <a:cubicBezTo>
                    <a:pt x="8" y="14"/>
                    <a:pt x="8" y="14"/>
                    <a:pt x="8" y="13"/>
                  </a:cubicBezTo>
                  <a:cubicBezTo>
                    <a:pt x="8" y="12"/>
                    <a:pt x="7" y="12"/>
                    <a:pt x="7" y="11"/>
                  </a:cubicBezTo>
                  <a:cubicBezTo>
                    <a:pt x="7" y="10"/>
                    <a:pt x="7" y="10"/>
                    <a:pt x="7" y="9"/>
                  </a:cubicBezTo>
                  <a:cubicBezTo>
                    <a:pt x="6" y="8"/>
                    <a:pt x="6" y="7"/>
                    <a:pt x="5" y="6"/>
                  </a:cubicBezTo>
                  <a:cubicBezTo>
                    <a:pt x="5" y="6"/>
                    <a:pt x="5" y="6"/>
                    <a:pt x="5" y="5"/>
                  </a:cubicBezTo>
                  <a:cubicBezTo>
                    <a:pt x="4" y="5"/>
                    <a:pt x="4" y="5"/>
                    <a:pt x="3" y="5"/>
                  </a:cubicBezTo>
                  <a:cubicBezTo>
                    <a:pt x="3" y="6"/>
                    <a:pt x="3" y="6"/>
                    <a:pt x="4" y="6"/>
                  </a:cubicBezTo>
                  <a:cubicBezTo>
                    <a:pt x="3" y="6"/>
                    <a:pt x="3" y="6"/>
                    <a:pt x="3" y="6"/>
                  </a:cubicBezTo>
                  <a:cubicBezTo>
                    <a:pt x="2" y="7"/>
                    <a:pt x="2" y="7"/>
                    <a:pt x="1" y="8"/>
                  </a:cubicBezTo>
                  <a:cubicBezTo>
                    <a:pt x="1" y="8"/>
                    <a:pt x="1" y="9"/>
                    <a:pt x="1" y="10"/>
                  </a:cubicBezTo>
                  <a:cubicBezTo>
                    <a:pt x="1" y="11"/>
                    <a:pt x="1" y="11"/>
                    <a:pt x="1" y="12"/>
                  </a:cubicBezTo>
                  <a:cubicBezTo>
                    <a:pt x="0" y="12"/>
                    <a:pt x="0" y="11"/>
                    <a:pt x="0" y="10"/>
                  </a:cubicBezTo>
                  <a:cubicBezTo>
                    <a:pt x="0" y="10"/>
                    <a:pt x="0" y="9"/>
                    <a:pt x="0" y="8"/>
                  </a:cubicBezTo>
                  <a:cubicBezTo>
                    <a:pt x="0" y="8"/>
                    <a:pt x="0" y="8"/>
                    <a:pt x="0" y="8"/>
                  </a:cubicBezTo>
                  <a:cubicBezTo>
                    <a:pt x="1" y="7"/>
                    <a:pt x="0" y="6"/>
                    <a:pt x="0" y="4"/>
                  </a:cubicBezTo>
                  <a:cubicBezTo>
                    <a:pt x="1" y="4"/>
                    <a:pt x="1" y="3"/>
                    <a:pt x="1" y="2"/>
                  </a:cubicBezTo>
                  <a:cubicBezTo>
                    <a:pt x="1" y="2"/>
                    <a:pt x="1" y="2"/>
                    <a:pt x="1"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6" name="Freeform 115">
              <a:extLst>
                <a:ext uri="{FF2B5EF4-FFF2-40B4-BE49-F238E27FC236}">
                  <a16:creationId xmlns:a16="http://schemas.microsoft.com/office/drawing/2014/main" id="{42BB574A-19EF-4358-BAB0-34D4F58BD203}"/>
                </a:ext>
              </a:extLst>
            </p:cNvPr>
            <p:cNvSpPr>
              <a:spLocks/>
            </p:cNvSpPr>
            <p:nvPr/>
          </p:nvSpPr>
          <p:spPr bwMode="auto">
            <a:xfrm>
              <a:off x="577850" y="5870576"/>
              <a:ext cx="58738" cy="20638"/>
            </a:xfrm>
            <a:custGeom>
              <a:avLst/>
              <a:gdLst>
                <a:gd name="T0" fmla="*/ 1 w 15"/>
                <a:gd name="T1" fmla="*/ 1 h 5"/>
                <a:gd name="T2" fmla="*/ 0 w 15"/>
                <a:gd name="T3" fmla="*/ 0 h 5"/>
                <a:gd name="T4" fmla="*/ 0 w 15"/>
                <a:gd name="T5" fmla="*/ 0 h 5"/>
                <a:gd name="T6" fmla="*/ 4 w 15"/>
                <a:gd name="T7" fmla="*/ 0 h 5"/>
                <a:gd name="T8" fmla="*/ 4 w 15"/>
                <a:gd name="T9" fmla="*/ 0 h 5"/>
                <a:gd name="T10" fmla="*/ 7 w 15"/>
                <a:gd name="T11" fmla="*/ 0 h 5"/>
                <a:gd name="T12" fmla="*/ 9 w 15"/>
                <a:gd name="T13" fmla="*/ 1 h 5"/>
                <a:gd name="T14" fmla="*/ 11 w 15"/>
                <a:gd name="T15" fmla="*/ 2 h 5"/>
                <a:gd name="T16" fmla="*/ 14 w 15"/>
                <a:gd name="T17" fmla="*/ 3 h 5"/>
                <a:gd name="T18" fmla="*/ 14 w 15"/>
                <a:gd name="T19" fmla="*/ 4 h 5"/>
                <a:gd name="T20" fmla="*/ 14 w 15"/>
                <a:gd name="T21" fmla="*/ 5 h 5"/>
                <a:gd name="T22" fmla="*/ 13 w 15"/>
                <a:gd name="T23" fmla="*/ 5 h 5"/>
                <a:gd name="T24" fmla="*/ 12 w 15"/>
                <a:gd name="T25" fmla="*/ 5 h 5"/>
                <a:gd name="T26" fmla="*/ 10 w 15"/>
                <a:gd name="T27" fmla="*/ 4 h 5"/>
                <a:gd name="T28" fmla="*/ 8 w 15"/>
                <a:gd name="T29" fmla="*/ 3 h 5"/>
                <a:gd name="T30" fmla="*/ 7 w 15"/>
                <a:gd name="T31" fmla="*/ 3 h 5"/>
                <a:gd name="T32" fmla="*/ 6 w 15"/>
                <a:gd name="T33" fmla="*/ 2 h 5"/>
                <a:gd name="T34" fmla="*/ 5 w 15"/>
                <a:gd name="T35" fmla="*/ 2 h 5"/>
                <a:gd name="T36" fmla="*/ 3 w 15"/>
                <a:gd name="T37" fmla="*/ 1 h 5"/>
                <a:gd name="T38" fmla="*/ 2 w 15"/>
                <a:gd name="T39" fmla="*/ 1 h 5"/>
                <a:gd name="T40" fmla="*/ 1 w 15"/>
                <a:gd name="T41" fmla="*/ 0 h 5"/>
                <a:gd name="T42" fmla="*/ 1 w 15"/>
                <a:gd name="T4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
                  <a:moveTo>
                    <a:pt x="1" y="1"/>
                  </a:moveTo>
                  <a:cubicBezTo>
                    <a:pt x="1" y="0"/>
                    <a:pt x="0" y="0"/>
                    <a:pt x="0" y="0"/>
                  </a:cubicBezTo>
                  <a:cubicBezTo>
                    <a:pt x="0" y="0"/>
                    <a:pt x="0" y="0"/>
                    <a:pt x="0" y="0"/>
                  </a:cubicBezTo>
                  <a:cubicBezTo>
                    <a:pt x="1" y="0"/>
                    <a:pt x="2" y="0"/>
                    <a:pt x="4" y="0"/>
                  </a:cubicBezTo>
                  <a:cubicBezTo>
                    <a:pt x="4" y="0"/>
                    <a:pt x="4" y="0"/>
                    <a:pt x="4" y="0"/>
                  </a:cubicBezTo>
                  <a:cubicBezTo>
                    <a:pt x="5" y="0"/>
                    <a:pt x="6" y="0"/>
                    <a:pt x="7" y="0"/>
                  </a:cubicBezTo>
                  <a:cubicBezTo>
                    <a:pt x="8" y="1"/>
                    <a:pt x="9" y="0"/>
                    <a:pt x="9" y="1"/>
                  </a:cubicBezTo>
                  <a:cubicBezTo>
                    <a:pt x="10" y="1"/>
                    <a:pt x="11" y="1"/>
                    <a:pt x="11" y="2"/>
                  </a:cubicBezTo>
                  <a:cubicBezTo>
                    <a:pt x="12" y="2"/>
                    <a:pt x="13" y="3"/>
                    <a:pt x="14" y="3"/>
                  </a:cubicBezTo>
                  <a:cubicBezTo>
                    <a:pt x="14" y="3"/>
                    <a:pt x="15" y="4"/>
                    <a:pt x="14" y="4"/>
                  </a:cubicBezTo>
                  <a:cubicBezTo>
                    <a:pt x="14" y="5"/>
                    <a:pt x="14" y="5"/>
                    <a:pt x="14" y="5"/>
                  </a:cubicBezTo>
                  <a:cubicBezTo>
                    <a:pt x="14" y="5"/>
                    <a:pt x="14" y="5"/>
                    <a:pt x="13" y="5"/>
                  </a:cubicBezTo>
                  <a:cubicBezTo>
                    <a:pt x="13" y="5"/>
                    <a:pt x="13" y="5"/>
                    <a:pt x="12" y="5"/>
                  </a:cubicBezTo>
                  <a:cubicBezTo>
                    <a:pt x="12" y="4"/>
                    <a:pt x="11" y="4"/>
                    <a:pt x="10" y="4"/>
                  </a:cubicBezTo>
                  <a:cubicBezTo>
                    <a:pt x="10" y="3"/>
                    <a:pt x="9" y="3"/>
                    <a:pt x="8" y="3"/>
                  </a:cubicBezTo>
                  <a:cubicBezTo>
                    <a:pt x="8" y="3"/>
                    <a:pt x="7" y="3"/>
                    <a:pt x="7" y="3"/>
                  </a:cubicBezTo>
                  <a:cubicBezTo>
                    <a:pt x="7" y="3"/>
                    <a:pt x="6" y="2"/>
                    <a:pt x="6" y="2"/>
                  </a:cubicBezTo>
                  <a:cubicBezTo>
                    <a:pt x="5" y="2"/>
                    <a:pt x="5" y="2"/>
                    <a:pt x="5" y="2"/>
                  </a:cubicBezTo>
                  <a:cubicBezTo>
                    <a:pt x="4" y="2"/>
                    <a:pt x="4" y="2"/>
                    <a:pt x="3" y="1"/>
                  </a:cubicBezTo>
                  <a:cubicBezTo>
                    <a:pt x="3" y="1"/>
                    <a:pt x="2" y="1"/>
                    <a:pt x="2" y="1"/>
                  </a:cubicBezTo>
                  <a:cubicBezTo>
                    <a:pt x="1" y="1"/>
                    <a:pt x="1" y="0"/>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7" name="Freeform 116">
              <a:extLst>
                <a:ext uri="{FF2B5EF4-FFF2-40B4-BE49-F238E27FC236}">
                  <a16:creationId xmlns:a16="http://schemas.microsoft.com/office/drawing/2014/main" id="{F67A4728-2F19-41A9-B2D2-67A0E258116C}"/>
                </a:ext>
              </a:extLst>
            </p:cNvPr>
            <p:cNvSpPr>
              <a:spLocks/>
            </p:cNvSpPr>
            <p:nvPr/>
          </p:nvSpPr>
          <p:spPr bwMode="auto">
            <a:xfrm>
              <a:off x="841375" y="5886451"/>
              <a:ext cx="23813" cy="44450"/>
            </a:xfrm>
            <a:custGeom>
              <a:avLst/>
              <a:gdLst>
                <a:gd name="T0" fmla="*/ 6 w 6"/>
                <a:gd name="T1" fmla="*/ 11 h 11"/>
                <a:gd name="T2" fmla="*/ 5 w 6"/>
                <a:gd name="T3" fmla="*/ 11 h 11"/>
                <a:gd name="T4" fmla="*/ 5 w 6"/>
                <a:gd name="T5" fmla="*/ 11 h 11"/>
                <a:gd name="T6" fmla="*/ 4 w 6"/>
                <a:gd name="T7" fmla="*/ 11 h 11"/>
                <a:gd name="T8" fmla="*/ 1 w 6"/>
                <a:gd name="T9" fmla="*/ 7 h 11"/>
                <a:gd name="T10" fmla="*/ 0 w 6"/>
                <a:gd name="T11" fmla="*/ 4 h 11"/>
                <a:gd name="T12" fmla="*/ 0 w 6"/>
                <a:gd name="T13" fmla="*/ 3 h 11"/>
                <a:gd name="T14" fmla="*/ 1 w 6"/>
                <a:gd name="T15" fmla="*/ 1 h 11"/>
                <a:gd name="T16" fmla="*/ 2 w 6"/>
                <a:gd name="T17" fmla="*/ 0 h 11"/>
                <a:gd name="T18" fmla="*/ 3 w 6"/>
                <a:gd name="T19" fmla="*/ 0 h 11"/>
                <a:gd name="T20" fmla="*/ 3 w 6"/>
                <a:gd name="T21" fmla="*/ 2 h 11"/>
                <a:gd name="T22" fmla="*/ 3 w 6"/>
                <a:gd name="T23" fmla="*/ 3 h 11"/>
                <a:gd name="T24" fmla="*/ 3 w 6"/>
                <a:gd name="T25" fmla="*/ 3 h 11"/>
                <a:gd name="T26" fmla="*/ 3 w 6"/>
                <a:gd name="T27" fmla="*/ 6 h 11"/>
                <a:gd name="T28" fmla="*/ 4 w 6"/>
                <a:gd name="T29" fmla="*/ 7 h 11"/>
                <a:gd name="T30" fmla="*/ 3 w 6"/>
                <a:gd name="T31" fmla="*/ 7 h 11"/>
                <a:gd name="T32" fmla="*/ 6 w 6"/>
                <a:gd name="T33" fmla="*/ 11 h 11"/>
                <a:gd name="T34" fmla="*/ 6 w 6"/>
                <a:gd name="T3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1">
                  <a:moveTo>
                    <a:pt x="6" y="11"/>
                  </a:moveTo>
                  <a:cubicBezTo>
                    <a:pt x="6" y="11"/>
                    <a:pt x="5" y="11"/>
                    <a:pt x="5" y="11"/>
                  </a:cubicBezTo>
                  <a:cubicBezTo>
                    <a:pt x="5" y="11"/>
                    <a:pt x="5" y="11"/>
                    <a:pt x="5" y="11"/>
                  </a:cubicBezTo>
                  <a:cubicBezTo>
                    <a:pt x="4" y="11"/>
                    <a:pt x="4" y="11"/>
                    <a:pt x="4" y="11"/>
                  </a:cubicBezTo>
                  <a:cubicBezTo>
                    <a:pt x="2" y="10"/>
                    <a:pt x="1" y="8"/>
                    <a:pt x="1" y="7"/>
                  </a:cubicBezTo>
                  <a:cubicBezTo>
                    <a:pt x="0" y="6"/>
                    <a:pt x="0" y="5"/>
                    <a:pt x="0" y="4"/>
                  </a:cubicBezTo>
                  <a:cubicBezTo>
                    <a:pt x="0" y="4"/>
                    <a:pt x="0" y="3"/>
                    <a:pt x="0" y="3"/>
                  </a:cubicBezTo>
                  <a:cubicBezTo>
                    <a:pt x="1" y="3"/>
                    <a:pt x="1" y="2"/>
                    <a:pt x="1" y="1"/>
                  </a:cubicBezTo>
                  <a:cubicBezTo>
                    <a:pt x="2" y="1"/>
                    <a:pt x="2" y="0"/>
                    <a:pt x="2" y="0"/>
                  </a:cubicBezTo>
                  <a:cubicBezTo>
                    <a:pt x="2" y="0"/>
                    <a:pt x="2" y="0"/>
                    <a:pt x="3" y="0"/>
                  </a:cubicBezTo>
                  <a:cubicBezTo>
                    <a:pt x="3" y="1"/>
                    <a:pt x="3" y="1"/>
                    <a:pt x="3" y="2"/>
                  </a:cubicBezTo>
                  <a:cubicBezTo>
                    <a:pt x="3" y="2"/>
                    <a:pt x="3" y="2"/>
                    <a:pt x="3" y="3"/>
                  </a:cubicBezTo>
                  <a:cubicBezTo>
                    <a:pt x="3" y="3"/>
                    <a:pt x="3" y="3"/>
                    <a:pt x="3" y="3"/>
                  </a:cubicBezTo>
                  <a:cubicBezTo>
                    <a:pt x="3" y="4"/>
                    <a:pt x="3" y="5"/>
                    <a:pt x="3" y="6"/>
                  </a:cubicBezTo>
                  <a:cubicBezTo>
                    <a:pt x="4" y="6"/>
                    <a:pt x="4" y="6"/>
                    <a:pt x="4" y="7"/>
                  </a:cubicBezTo>
                  <a:cubicBezTo>
                    <a:pt x="3" y="7"/>
                    <a:pt x="3" y="7"/>
                    <a:pt x="3" y="7"/>
                  </a:cubicBezTo>
                  <a:cubicBezTo>
                    <a:pt x="3" y="9"/>
                    <a:pt x="4" y="10"/>
                    <a:pt x="6" y="11"/>
                  </a:cubicBezTo>
                  <a:cubicBezTo>
                    <a:pt x="6" y="11"/>
                    <a:pt x="6" y="11"/>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8" name="Freeform 117">
              <a:extLst>
                <a:ext uri="{FF2B5EF4-FFF2-40B4-BE49-F238E27FC236}">
                  <a16:creationId xmlns:a16="http://schemas.microsoft.com/office/drawing/2014/main" id="{E55C82BA-82F2-4EB1-8987-1BC93EE3DDA4}"/>
                </a:ext>
              </a:extLst>
            </p:cNvPr>
            <p:cNvSpPr>
              <a:spLocks/>
            </p:cNvSpPr>
            <p:nvPr/>
          </p:nvSpPr>
          <p:spPr bwMode="auto">
            <a:xfrm>
              <a:off x="833438" y="5659438"/>
              <a:ext cx="12700" cy="15875"/>
            </a:xfrm>
            <a:custGeom>
              <a:avLst/>
              <a:gdLst>
                <a:gd name="T0" fmla="*/ 2 w 3"/>
                <a:gd name="T1" fmla="*/ 0 h 4"/>
                <a:gd name="T2" fmla="*/ 2 w 3"/>
                <a:gd name="T3" fmla="*/ 2 h 4"/>
                <a:gd name="T4" fmla="*/ 2 w 3"/>
                <a:gd name="T5" fmla="*/ 3 h 4"/>
                <a:gd name="T6" fmla="*/ 0 w 3"/>
                <a:gd name="T7" fmla="*/ 4 h 4"/>
                <a:gd name="T8" fmla="*/ 1 w 3"/>
                <a:gd name="T9" fmla="*/ 3 h 4"/>
                <a:gd name="T10" fmla="*/ 1 w 3"/>
                <a:gd name="T11" fmla="*/ 1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3" y="1"/>
                    <a:pt x="2" y="1"/>
                    <a:pt x="2" y="2"/>
                  </a:cubicBezTo>
                  <a:cubicBezTo>
                    <a:pt x="2" y="2"/>
                    <a:pt x="2" y="3"/>
                    <a:pt x="2" y="3"/>
                  </a:cubicBezTo>
                  <a:cubicBezTo>
                    <a:pt x="2" y="4"/>
                    <a:pt x="2" y="4"/>
                    <a:pt x="0" y="4"/>
                  </a:cubicBezTo>
                  <a:cubicBezTo>
                    <a:pt x="1" y="4"/>
                    <a:pt x="1" y="3"/>
                    <a:pt x="1" y="3"/>
                  </a:cubicBezTo>
                  <a:cubicBezTo>
                    <a:pt x="1" y="2"/>
                    <a:pt x="1" y="2"/>
                    <a:pt x="1" y="1"/>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79" name="Freeform 118">
              <a:extLst>
                <a:ext uri="{FF2B5EF4-FFF2-40B4-BE49-F238E27FC236}">
                  <a16:creationId xmlns:a16="http://schemas.microsoft.com/office/drawing/2014/main" id="{CD0245B4-B84F-4471-A6C9-01FAC1CA89D4}"/>
                </a:ext>
              </a:extLst>
            </p:cNvPr>
            <p:cNvSpPr>
              <a:spLocks/>
            </p:cNvSpPr>
            <p:nvPr/>
          </p:nvSpPr>
          <p:spPr bwMode="auto">
            <a:xfrm>
              <a:off x="830263" y="5780088"/>
              <a:ext cx="7938" cy="20638"/>
            </a:xfrm>
            <a:custGeom>
              <a:avLst/>
              <a:gdLst>
                <a:gd name="T0" fmla="*/ 0 w 2"/>
                <a:gd name="T1" fmla="*/ 5 h 5"/>
                <a:gd name="T2" fmla="*/ 0 w 2"/>
                <a:gd name="T3" fmla="*/ 5 h 5"/>
                <a:gd name="T4" fmla="*/ 0 w 2"/>
                <a:gd name="T5" fmla="*/ 1 h 5"/>
                <a:gd name="T6" fmla="*/ 0 w 2"/>
                <a:gd name="T7" fmla="*/ 0 h 5"/>
                <a:gd name="T8" fmla="*/ 1 w 2"/>
                <a:gd name="T9" fmla="*/ 1 h 5"/>
                <a:gd name="T10" fmla="*/ 1 w 2"/>
                <a:gd name="T11" fmla="*/ 3 h 5"/>
                <a:gd name="T12" fmla="*/ 1 w 2"/>
                <a:gd name="T13" fmla="*/ 3 h 5"/>
                <a:gd name="T14" fmla="*/ 1 w 2"/>
                <a:gd name="T15" fmla="*/ 5 h 5"/>
                <a:gd name="T16" fmla="*/ 0 w 2"/>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5"/>
                  </a:moveTo>
                  <a:cubicBezTo>
                    <a:pt x="0" y="5"/>
                    <a:pt x="0" y="5"/>
                    <a:pt x="0" y="5"/>
                  </a:cubicBezTo>
                  <a:cubicBezTo>
                    <a:pt x="0" y="4"/>
                    <a:pt x="0" y="3"/>
                    <a:pt x="0" y="1"/>
                  </a:cubicBezTo>
                  <a:cubicBezTo>
                    <a:pt x="0" y="1"/>
                    <a:pt x="0" y="0"/>
                    <a:pt x="0" y="0"/>
                  </a:cubicBezTo>
                  <a:cubicBezTo>
                    <a:pt x="1" y="0"/>
                    <a:pt x="1" y="1"/>
                    <a:pt x="1" y="1"/>
                  </a:cubicBezTo>
                  <a:cubicBezTo>
                    <a:pt x="2" y="2"/>
                    <a:pt x="1" y="2"/>
                    <a:pt x="1" y="3"/>
                  </a:cubicBezTo>
                  <a:cubicBezTo>
                    <a:pt x="1" y="3"/>
                    <a:pt x="1" y="3"/>
                    <a:pt x="1" y="3"/>
                  </a:cubicBezTo>
                  <a:cubicBezTo>
                    <a:pt x="1" y="4"/>
                    <a:pt x="1" y="5"/>
                    <a:pt x="1"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0" name="Freeform 119">
              <a:extLst>
                <a:ext uri="{FF2B5EF4-FFF2-40B4-BE49-F238E27FC236}">
                  <a16:creationId xmlns:a16="http://schemas.microsoft.com/office/drawing/2014/main" id="{6068C529-10DF-4C77-BACB-8C12752F5563}"/>
                </a:ext>
              </a:extLst>
            </p:cNvPr>
            <p:cNvSpPr>
              <a:spLocks/>
            </p:cNvSpPr>
            <p:nvPr/>
          </p:nvSpPr>
          <p:spPr bwMode="auto">
            <a:xfrm>
              <a:off x="830263" y="5749926"/>
              <a:ext cx="7938" cy="23813"/>
            </a:xfrm>
            <a:custGeom>
              <a:avLst/>
              <a:gdLst>
                <a:gd name="T0" fmla="*/ 0 w 2"/>
                <a:gd name="T1" fmla="*/ 6 h 6"/>
                <a:gd name="T2" fmla="*/ 1 w 2"/>
                <a:gd name="T3" fmla="*/ 4 h 6"/>
                <a:gd name="T4" fmla="*/ 1 w 2"/>
                <a:gd name="T5" fmla="*/ 1 h 6"/>
                <a:gd name="T6" fmla="*/ 1 w 2"/>
                <a:gd name="T7" fmla="*/ 0 h 6"/>
                <a:gd name="T8" fmla="*/ 1 w 2"/>
                <a:gd name="T9" fmla="*/ 1 h 6"/>
                <a:gd name="T10" fmla="*/ 1 w 2"/>
                <a:gd name="T11" fmla="*/ 5 h 6"/>
                <a:gd name="T12" fmla="*/ 1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cubicBezTo>
                    <a:pt x="0" y="5"/>
                    <a:pt x="0" y="4"/>
                    <a:pt x="1" y="4"/>
                  </a:cubicBezTo>
                  <a:cubicBezTo>
                    <a:pt x="1" y="3"/>
                    <a:pt x="1" y="2"/>
                    <a:pt x="1" y="1"/>
                  </a:cubicBezTo>
                  <a:cubicBezTo>
                    <a:pt x="1" y="1"/>
                    <a:pt x="1" y="1"/>
                    <a:pt x="1" y="0"/>
                  </a:cubicBezTo>
                  <a:cubicBezTo>
                    <a:pt x="1" y="0"/>
                    <a:pt x="2" y="1"/>
                    <a:pt x="1" y="1"/>
                  </a:cubicBezTo>
                  <a:cubicBezTo>
                    <a:pt x="1" y="2"/>
                    <a:pt x="1" y="3"/>
                    <a:pt x="1" y="5"/>
                  </a:cubicBezTo>
                  <a:cubicBezTo>
                    <a:pt x="1" y="5"/>
                    <a:pt x="1" y="5"/>
                    <a:pt x="1"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1" name="Freeform 120">
              <a:extLst>
                <a:ext uri="{FF2B5EF4-FFF2-40B4-BE49-F238E27FC236}">
                  <a16:creationId xmlns:a16="http://schemas.microsoft.com/office/drawing/2014/main" id="{95E1506C-0AF0-410F-9593-CEED45151019}"/>
                </a:ext>
              </a:extLst>
            </p:cNvPr>
            <p:cNvSpPr>
              <a:spLocks/>
            </p:cNvSpPr>
            <p:nvPr/>
          </p:nvSpPr>
          <p:spPr bwMode="auto">
            <a:xfrm>
              <a:off x="865188" y="5651501"/>
              <a:ext cx="7938" cy="15875"/>
            </a:xfrm>
            <a:custGeom>
              <a:avLst/>
              <a:gdLst>
                <a:gd name="T0" fmla="*/ 2 w 2"/>
                <a:gd name="T1" fmla="*/ 4 h 4"/>
                <a:gd name="T2" fmla="*/ 0 w 2"/>
                <a:gd name="T3" fmla="*/ 3 h 4"/>
                <a:gd name="T4" fmla="*/ 1 w 2"/>
                <a:gd name="T5" fmla="*/ 0 h 4"/>
                <a:gd name="T6" fmla="*/ 1 w 2"/>
                <a:gd name="T7" fmla="*/ 1 h 4"/>
                <a:gd name="T8" fmla="*/ 2 w 2"/>
                <a:gd name="T9" fmla="*/ 3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1" y="3"/>
                    <a:pt x="0" y="3"/>
                    <a:pt x="0" y="3"/>
                  </a:cubicBezTo>
                  <a:cubicBezTo>
                    <a:pt x="0" y="2"/>
                    <a:pt x="1" y="1"/>
                    <a:pt x="1" y="0"/>
                  </a:cubicBezTo>
                  <a:cubicBezTo>
                    <a:pt x="1" y="1"/>
                    <a:pt x="1" y="1"/>
                    <a:pt x="1" y="1"/>
                  </a:cubicBezTo>
                  <a:cubicBezTo>
                    <a:pt x="2" y="2"/>
                    <a:pt x="2" y="2"/>
                    <a:pt x="2" y="3"/>
                  </a:cubicBezTo>
                  <a:cubicBezTo>
                    <a:pt x="2" y="3"/>
                    <a:pt x="2"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2" name="Freeform 121">
              <a:extLst>
                <a:ext uri="{FF2B5EF4-FFF2-40B4-BE49-F238E27FC236}">
                  <a16:creationId xmlns:a16="http://schemas.microsoft.com/office/drawing/2014/main" id="{F018BB86-7722-4BF3-8DF7-7966CC1B9F22}"/>
                </a:ext>
              </a:extLst>
            </p:cNvPr>
            <p:cNvSpPr>
              <a:spLocks/>
            </p:cNvSpPr>
            <p:nvPr/>
          </p:nvSpPr>
          <p:spPr bwMode="auto">
            <a:xfrm>
              <a:off x="854075" y="5603876"/>
              <a:ext cx="7938" cy="11113"/>
            </a:xfrm>
            <a:custGeom>
              <a:avLst/>
              <a:gdLst>
                <a:gd name="T0" fmla="*/ 2 w 2"/>
                <a:gd name="T1" fmla="*/ 3 h 3"/>
                <a:gd name="T2" fmla="*/ 0 w 2"/>
                <a:gd name="T3" fmla="*/ 2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2" y="3"/>
                    <a:pt x="1" y="2"/>
                    <a:pt x="0" y="2"/>
                  </a:cubicBezTo>
                  <a:cubicBezTo>
                    <a:pt x="0" y="2"/>
                    <a:pt x="1" y="1"/>
                    <a:pt x="1" y="0"/>
                  </a:cubicBezTo>
                  <a:cubicBezTo>
                    <a:pt x="2" y="1"/>
                    <a:pt x="2"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3" name="Freeform 122">
              <a:extLst>
                <a:ext uri="{FF2B5EF4-FFF2-40B4-BE49-F238E27FC236}">
                  <a16:creationId xmlns:a16="http://schemas.microsoft.com/office/drawing/2014/main" id="{3C885FFD-581A-458A-93C9-8799D182E053}"/>
                </a:ext>
              </a:extLst>
            </p:cNvPr>
            <p:cNvSpPr>
              <a:spLocks/>
            </p:cNvSpPr>
            <p:nvPr/>
          </p:nvSpPr>
          <p:spPr bwMode="auto">
            <a:xfrm>
              <a:off x="873125" y="5729288"/>
              <a:ext cx="3175" cy="12700"/>
            </a:xfrm>
            <a:custGeom>
              <a:avLst/>
              <a:gdLst>
                <a:gd name="T0" fmla="*/ 0 w 1"/>
                <a:gd name="T1" fmla="*/ 3 h 3"/>
                <a:gd name="T2" fmla="*/ 0 w 1"/>
                <a:gd name="T3" fmla="*/ 1 h 3"/>
                <a:gd name="T4" fmla="*/ 1 w 1"/>
                <a:gd name="T5" fmla="*/ 0 h 3"/>
                <a:gd name="T6" fmla="*/ 1 w 1"/>
                <a:gd name="T7" fmla="*/ 1 h 3"/>
                <a:gd name="T8" fmla="*/ 1 w 1"/>
                <a:gd name="T9" fmla="*/ 2 h 3"/>
                <a:gd name="T10" fmla="*/ 1 w 1"/>
                <a:gd name="T11" fmla="*/ 3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2"/>
                    <a:pt x="0" y="2"/>
                    <a:pt x="0" y="1"/>
                  </a:cubicBezTo>
                  <a:cubicBezTo>
                    <a:pt x="1" y="1"/>
                    <a:pt x="1" y="1"/>
                    <a:pt x="1" y="0"/>
                  </a:cubicBezTo>
                  <a:cubicBezTo>
                    <a:pt x="1" y="0"/>
                    <a:pt x="1" y="1"/>
                    <a:pt x="1" y="1"/>
                  </a:cubicBezTo>
                  <a:cubicBezTo>
                    <a:pt x="1" y="1"/>
                    <a:pt x="1" y="2"/>
                    <a:pt x="1" y="2"/>
                  </a:cubicBezTo>
                  <a:cubicBezTo>
                    <a:pt x="1" y="2"/>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4" name="Freeform 123">
              <a:extLst>
                <a:ext uri="{FF2B5EF4-FFF2-40B4-BE49-F238E27FC236}">
                  <a16:creationId xmlns:a16="http://schemas.microsoft.com/office/drawing/2014/main" id="{BD2C99D2-B693-436E-A404-4B6504CFD00F}"/>
                </a:ext>
              </a:extLst>
            </p:cNvPr>
            <p:cNvSpPr>
              <a:spLocks/>
            </p:cNvSpPr>
            <p:nvPr/>
          </p:nvSpPr>
          <p:spPr bwMode="auto">
            <a:xfrm>
              <a:off x="854075" y="5795963"/>
              <a:ext cx="3175" cy="4763"/>
            </a:xfrm>
            <a:custGeom>
              <a:avLst/>
              <a:gdLst>
                <a:gd name="T0" fmla="*/ 0 w 1"/>
                <a:gd name="T1" fmla="*/ 0 h 1"/>
                <a:gd name="T2" fmla="*/ 1 w 1"/>
                <a:gd name="T3" fmla="*/ 1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1"/>
                  </a:cubicBezTo>
                  <a:cubicBezTo>
                    <a:pt x="1" y="1"/>
                    <a:pt x="1" y="1"/>
                    <a:pt x="1"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5" name="Freeform 124">
              <a:extLst>
                <a:ext uri="{FF2B5EF4-FFF2-40B4-BE49-F238E27FC236}">
                  <a16:creationId xmlns:a16="http://schemas.microsoft.com/office/drawing/2014/main" id="{7F0833B0-8C2F-48CB-8990-95726D312228}"/>
                </a:ext>
              </a:extLst>
            </p:cNvPr>
            <p:cNvSpPr>
              <a:spLocks/>
            </p:cNvSpPr>
            <p:nvPr/>
          </p:nvSpPr>
          <p:spPr bwMode="auto">
            <a:xfrm>
              <a:off x="869950" y="5678488"/>
              <a:ext cx="6350" cy="7938"/>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2" y="2"/>
                    <a:pt x="1" y="2"/>
                    <a:pt x="1" y="2"/>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sp>
          <p:nvSpPr>
            <p:cNvPr id="86" name="Freeform 125">
              <a:extLst>
                <a:ext uri="{FF2B5EF4-FFF2-40B4-BE49-F238E27FC236}">
                  <a16:creationId xmlns:a16="http://schemas.microsoft.com/office/drawing/2014/main" id="{107EC279-9E64-4698-B002-88C982662A26}"/>
                </a:ext>
              </a:extLst>
            </p:cNvPr>
            <p:cNvSpPr>
              <a:spLocks/>
            </p:cNvSpPr>
            <p:nvPr/>
          </p:nvSpPr>
          <p:spPr bwMode="auto">
            <a:xfrm>
              <a:off x="838200" y="5678488"/>
              <a:ext cx="3175" cy="7938"/>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1" y="0"/>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cs typeface="Arial" pitchFamily="34" charset="0"/>
              </a:endParaRPr>
            </a:p>
          </p:txBody>
        </p:sp>
      </p:grpSp>
      <p:sp>
        <p:nvSpPr>
          <p:cNvPr id="87" name="TextBox 86">
            <a:extLst>
              <a:ext uri="{FF2B5EF4-FFF2-40B4-BE49-F238E27FC236}">
                <a16:creationId xmlns:a16="http://schemas.microsoft.com/office/drawing/2014/main" id="{C66C4CBA-DDB3-4345-B479-3F0910E4015F}"/>
              </a:ext>
            </a:extLst>
          </p:cNvPr>
          <p:cNvSpPr txBox="1"/>
          <p:nvPr/>
        </p:nvSpPr>
        <p:spPr>
          <a:xfrm>
            <a:off x="4211417" y="4216715"/>
            <a:ext cx="1621062" cy="1015663"/>
          </a:xfrm>
          <a:prstGeom prst="rect">
            <a:avLst/>
          </a:prstGeom>
          <a:noFill/>
        </p:spPr>
        <p:txBody>
          <a:bodyPr wrap="square">
            <a:spAutoFit/>
          </a:bodyPr>
          <a:lstStyle/>
          <a:p>
            <a:pPr algn="just"/>
            <a:r>
              <a:rPr lang="en-US" sz="1200" b="1" i="1" dirty="0"/>
              <a:t>Third One is granted approval by CERC in Feb’2022</a:t>
            </a:r>
          </a:p>
          <a:p>
            <a:pPr marL="171450" indent="-171450" algn="just">
              <a:buFont typeface="Arial" panose="020B0604020202020204" pitchFamily="34" charset="0"/>
              <a:buChar char="•"/>
            </a:pPr>
            <a:r>
              <a:rPr lang="en-US" sz="1200" i="1" dirty="0"/>
              <a:t>Hindustan Power Exchange Ltd (HPX)</a:t>
            </a:r>
          </a:p>
        </p:txBody>
      </p:sp>
      <p:grpSp>
        <p:nvGrpSpPr>
          <p:cNvPr id="94" name="Group 93">
            <a:extLst>
              <a:ext uri="{FF2B5EF4-FFF2-40B4-BE49-F238E27FC236}">
                <a16:creationId xmlns:a16="http://schemas.microsoft.com/office/drawing/2014/main" id="{A6FCB5CD-6D34-4231-AADA-C5F7C8AF5803}"/>
              </a:ext>
            </a:extLst>
          </p:cNvPr>
          <p:cNvGrpSpPr/>
          <p:nvPr/>
        </p:nvGrpSpPr>
        <p:grpSpPr>
          <a:xfrm>
            <a:off x="780531" y="4058076"/>
            <a:ext cx="1999382" cy="2209160"/>
            <a:chOff x="12138026" y="5800725"/>
            <a:chExt cx="1058862" cy="1547813"/>
          </a:xfrm>
        </p:grpSpPr>
        <p:sp>
          <p:nvSpPr>
            <p:cNvPr id="95" name="Freeform 602">
              <a:extLst>
                <a:ext uri="{FF2B5EF4-FFF2-40B4-BE49-F238E27FC236}">
                  <a16:creationId xmlns:a16="http://schemas.microsoft.com/office/drawing/2014/main" id="{013170B9-1710-4920-8DF7-9AEF720A7B1A}"/>
                </a:ext>
              </a:extLst>
            </p:cNvPr>
            <p:cNvSpPr>
              <a:spLocks noEditPoints="1"/>
            </p:cNvSpPr>
            <p:nvPr/>
          </p:nvSpPr>
          <p:spPr bwMode="auto">
            <a:xfrm>
              <a:off x="12138026" y="5800725"/>
              <a:ext cx="981075" cy="163513"/>
            </a:xfrm>
            <a:custGeom>
              <a:avLst/>
              <a:gdLst>
                <a:gd name="T0" fmla="*/ 144 w 227"/>
                <a:gd name="T1" fmla="*/ 24 h 38"/>
                <a:gd name="T2" fmla="*/ 184 w 227"/>
                <a:gd name="T3" fmla="*/ 23 h 38"/>
                <a:gd name="T4" fmla="*/ 213 w 227"/>
                <a:gd name="T5" fmla="*/ 22 h 38"/>
                <a:gd name="T6" fmla="*/ 226 w 227"/>
                <a:gd name="T7" fmla="*/ 23 h 38"/>
                <a:gd name="T8" fmla="*/ 209 w 227"/>
                <a:gd name="T9" fmla="*/ 24 h 38"/>
                <a:gd name="T10" fmla="*/ 170 w 227"/>
                <a:gd name="T11" fmla="*/ 25 h 38"/>
                <a:gd name="T12" fmla="*/ 145 w 227"/>
                <a:gd name="T13" fmla="*/ 25 h 38"/>
                <a:gd name="T14" fmla="*/ 136 w 227"/>
                <a:gd name="T15" fmla="*/ 30 h 38"/>
                <a:gd name="T16" fmla="*/ 134 w 227"/>
                <a:gd name="T17" fmla="*/ 37 h 38"/>
                <a:gd name="T18" fmla="*/ 128 w 227"/>
                <a:gd name="T19" fmla="*/ 38 h 38"/>
                <a:gd name="T20" fmla="*/ 119 w 227"/>
                <a:gd name="T21" fmla="*/ 31 h 38"/>
                <a:gd name="T22" fmla="*/ 128 w 227"/>
                <a:gd name="T23" fmla="*/ 28 h 38"/>
                <a:gd name="T24" fmla="*/ 116 w 227"/>
                <a:gd name="T25" fmla="*/ 25 h 38"/>
                <a:gd name="T26" fmla="*/ 81 w 227"/>
                <a:gd name="T27" fmla="*/ 25 h 38"/>
                <a:gd name="T28" fmla="*/ 63 w 227"/>
                <a:gd name="T29" fmla="*/ 25 h 38"/>
                <a:gd name="T30" fmla="*/ 29 w 227"/>
                <a:gd name="T31" fmla="*/ 24 h 38"/>
                <a:gd name="T32" fmla="*/ 2 w 227"/>
                <a:gd name="T33" fmla="*/ 23 h 38"/>
                <a:gd name="T34" fmla="*/ 11 w 227"/>
                <a:gd name="T35" fmla="*/ 21 h 38"/>
                <a:gd name="T36" fmla="*/ 31 w 227"/>
                <a:gd name="T37" fmla="*/ 22 h 38"/>
                <a:gd name="T38" fmla="*/ 47 w 227"/>
                <a:gd name="T39" fmla="*/ 22 h 38"/>
                <a:gd name="T40" fmla="*/ 90 w 227"/>
                <a:gd name="T41" fmla="*/ 23 h 38"/>
                <a:gd name="T42" fmla="*/ 116 w 227"/>
                <a:gd name="T43" fmla="*/ 23 h 38"/>
                <a:gd name="T44" fmla="*/ 137 w 227"/>
                <a:gd name="T45" fmla="*/ 15 h 38"/>
                <a:gd name="T46" fmla="*/ 134 w 227"/>
                <a:gd name="T47" fmla="*/ 7 h 38"/>
                <a:gd name="T48" fmla="*/ 138 w 227"/>
                <a:gd name="T49" fmla="*/ 10 h 38"/>
                <a:gd name="T50" fmla="*/ 138 w 227"/>
                <a:gd name="T51" fmla="*/ 2 h 38"/>
                <a:gd name="T52" fmla="*/ 146 w 227"/>
                <a:gd name="T53" fmla="*/ 1 h 38"/>
                <a:gd name="T54" fmla="*/ 156 w 227"/>
                <a:gd name="T55" fmla="*/ 18 h 38"/>
                <a:gd name="T56" fmla="*/ 147 w 227"/>
                <a:gd name="T57" fmla="*/ 21 h 38"/>
                <a:gd name="T58" fmla="*/ 144 w 227"/>
                <a:gd name="T59" fmla="*/ 10 h 38"/>
                <a:gd name="T60" fmla="*/ 145 w 227"/>
                <a:gd name="T61" fmla="*/ 17 h 38"/>
                <a:gd name="T62" fmla="*/ 146 w 227"/>
                <a:gd name="T63" fmla="*/ 3 h 38"/>
                <a:gd name="T64" fmla="*/ 145 w 227"/>
                <a:gd name="T65" fmla="*/ 9 h 38"/>
                <a:gd name="T66" fmla="*/ 132 w 227"/>
                <a:gd name="T67" fmla="*/ 32 h 38"/>
                <a:gd name="T68" fmla="*/ 145 w 227"/>
                <a:gd name="T69" fmla="*/ 20 h 38"/>
                <a:gd name="T70" fmla="*/ 132 w 227"/>
                <a:gd name="T71" fmla="*/ 24 h 38"/>
                <a:gd name="T72" fmla="*/ 126 w 227"/>
                <a:gd name="T73" fmla="*/ 34 h 38"/>
                <a:gd name="T74" fmla="*/ 147 w 227"/>
                <a:gd name="T75" fmla="*/ 17 h 38"/>
                <a:gd name="T76" fmla="*/ 148 w 227"/>
                <a:gd name="T77" fmla="*/ 19 h 38"/>
                <a:gd name="T78" fmla="*/ 152 w 227"/>
                <a:gd name="T79" fmla="*/ 9 h 38"/>
                <a:gd name="T80" fmla="*/ 151 w 227"/>
                <a:gd name="T81" fmla="*/ 16 h 38"/>
                <a:gd name="T82" fmla="*/ 150 w 227"/>
                <a:gd name="T83" fmla="*/ 15 h 38"/>
                <a:gd name="T84" fmla="*/ 148 w 227"/>
                <a:gd name="T85" fmla="*/ 5 h 38"/>
                <a:gd name="T86" fmla="*/ 140 w 227"/>
                <a:gd name="T87" fmla="*/ 10 h 38"/>
                <a:gd name="T88" fmla="*/ 143 w 227"/>
                <a:gd name="T89"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7" h="38">
                  <a:moveTo>
                    <a:pt x="146" y="20"/>
                  </a:moveTo>
                  <a:cubicBezTo>
                    <a:pt x="145" y="21"/>
                    <a:pt x="144" y="22"/>
                    <a:pt x="143" y="24"/>
                  </a:cubicBezTo>
                  <a:cubicBezTo>
                    <a:pt x="144" y="24"/>
                    <a:pt x="144" y="24"/>
                    <a:pt x="144" y="24"/>
                  </a:cubicBezTo>
                  <a:cubicBezTo>
                    <a:pt x="152" y="24"/>
                    <a:pt x="160" y="24"/>
                    <a:pt x="168" y="24"/>
                  </a:cubicBezTo>
                  <a:cubicBezTo>
                    <a:pt x="172" y="23"/>
                    <a:pt x="176" y="23"/>
                    <a:pt x="180" y="23"/>
                  </a:cubicBezTo>
                  <a:cubicBezTo>
                    <a:pt x="182" y="23"/>
                    <a:pt x="183" y="23"/>
                    <a:pt x="184" y="23"/>
                  </a:cubicBezTo>
                  <a:cubicBezTo>
                    <a:pt x="187" y="23"/>
                    <a:pt x="190" y="23"/>
                    <a:pt x="192" y="23"/>
                  </a:cubicBezTo>
                  <a:cubicBezTo>
                    <a:pt x="196" y="23"/>
                    <a:pt x="199" y="23"/>
                    <a:pt x="202" y="23"/>
                  </a:cubicBezTo>
                  <a:cubicBezTo>
                    <a:pt x="206" y="22"/>
                    <a:pt x="210" y="22"/>
                    <a:pt x="213" y="22"/>
                  </a:cubicBezTo>
                  <a:cubicBezTo>
                    <a:pt x="216" y="22"/>
                    <a:pt x="219" y="22"/>
                    <a:pt x="221" y="22"/>
                  </a:cubicBezTo>
                  <a:cubicBezTo>
                    <a:pt x="223" y="22"/>
                    <a:pt x="225" y="22"/>
                    <a:pt x="227" y="23"/>
                  </a:cubicBezTo>
                  <a:cubicBezTo>
                    <a:pt x="226" y="23"/>
                    <a:pt x="226" y="23"/>
                    <a:pt x="226" y="23"/>
                  </a:cubicBezTo>
                  <a:cubicBezTo>
                    <a:pt x="225" y="23"/>
                    <a:pt x="225" y="23"/>
                    <a:pt x="224" y="23"/>
                  </a:cubicBezTo>
                  <a:cubicBezTo>
                    <a:pt x="221" y="23"/>
                    <a:pt x="217" y="24"/>
                    <a:pt x="214" y="24"/>
                  </a:cubicBezTo>
                  <a:cubicBezTo>
                    <a:pt x="212" y="24"/>
                    <a:pt x="211" y="24"/>
                    <a:pt x="209" y="24"/>
                  </a:cubicBezTo>
                  <a:cubicBezTo>
                    <a:pt x="205" y="24"/>
                    <a:pt x="201" y="24"/>
                    <a:pt x="197" y="24"/>
                  </a:cubicBezTo>
                  <a:cubicBezTo>
                    <a:pt x="191" y="24"/>
                    <a:pt x="185" y="25"/>
                    <a:pt x="178" y="25"/>
                  </a:cubicBezTo>
                  <a:cubicBezTo>
                    <a:pt x="176" y="25"/>
                    <a:pt x="173" y="25"/>
                    <a:pt x="170" y="25"/>
                  </a:cubicBezTo>
                  <a:cubicBezTo>
                    <a:pt x="167" y="25"/>
                    <a:pt x="164" y="25"/>
                    <a:pt x="162" y="25"/>
                  </a:cubicBezTo>
                  <a:cubicBezTo>
                    <a:pt x="160" y="25"/>
                    <a:pt x="158" y="25"/>
                    <a:pt x="156" y="25"/>
                  </a:cubicBezTo>
                  <a:cubicBezTo>
                    <a:pt x="152" y="25"/>
                    <a:pt x="149" y="25"/>
                    <a:pt x="145" y="25"/>
                  </a:cubicBezTo>
                  <a:cubicBezTo>
                    <a:pt x="144" y="25"/>
                    <a:pt x="143" y="25"/>
                    <a:pt x="142" y="25"/>
                  </a:cubicBezTo>
                  <a:cubicBezTo>
                    <a:pt x="141" y="25"/>
                    <a:pt x="141" y="26"/>
                    <a:pt x="141" y="26"/>
                  </a:cubicBezTo>
                  <a:cubicBezTo>
                    <a:pt x="139" y="27"/>
                    <a:pt x="138" y="29"/>
                    <a:pt x="136" y="30"/>
                  </a:cubicBezTo>
                  <a:cubicBezTo>
                    <a:pt x="135" y="31"/>
                    <a:pt x="134" y="32"/>
                    <a:pt x="133" y="33"/>
                  </a:cubicBezTo>
                  <a:cubicBezTo>
                    <a:pt x="132" y="34"/>
                    <a:pt x="132" y="35"/>
                    <a:pt x="131" y="35"/>
                  </a:cubicBezTo>
                  <a:cubicBezTo>
                    <a:pt x="132" y="36"/>
                    <a:pt x="134" y="36"/>
                    <a:pt x="134" y="37"/>
                  </a:cubicBezTo>
                  <a:cubicBezTo>
                    <a:pt x="133" y="38"/>
                    <a:pt x="132" y="37"/>
                    <a:pt x="130" y="37"/>
                  </a:cubicBezTo>
                  <a:cubicBezTo>
                    <a:pt x="130" y="38"/>
                    <a:pt x="129" y="38"/>
                    <a:pt x="129" y="38"/>
                  </a:cubicBezTo>
                  <a:cubicBezTo>
                    <a:pt x="128" y="38"/>
                    <a:pt x="128" y="38"/>
                    <a:pt x="128" y="38"/>
                  </a:cubicBezTo>
                  <a:cubicBezTo>
                    <a:pt x="128" y="36"/>
                    <a:pt x="126" y="36"/>
                    <a:pt x="125" y="36"/>
                  </a:cubicBezTo>
                  <a:cubicBezTo>
                    <a:pt x="123" y="35"/>
                    <a:pt x="121" y="34"/>
                    <a:pt x="119" y="33"/>
                  </a:cubicBezTo>
                  <a:cubicBezTo>
                    <a:pt x="119" y="33"/>
                    <a:pt x="119" y="32"/>
                    <a:pt x="119" y="31"/>
                  </a:cubicBezTo>
                  <a:cubicBezTo>
                    <a:pt x="120" y="32"/>
                    <a:pt x="122" y="33"/>
                    <a:pt x="123" y="33"/>
                  </a:cubicBezTo>
                  <a:cubicBezTo>
                    <a:pt x="124" y="34"/>
                    <a:pt x="124" y="34"/>
                    <a:pt x="125" y="33"/>
                  </a:cubicBezTo>
                  <a:cubicBezTo>
                    <a:pt x="126" y="31"/>
                    <a:pt x="127" y="29"/>
                    <a:pt x="128" y="28"/>
                  </a:cubicBezTo>
                  <a:cubicBezTo>
                    <a:pt x="128" y="27"/>
                    <a:pt x="129" y="26"/>
                    <a:pt x="129" y="26"/>
                  </a:cubicBezTo>
                  <a:cubicBezTo>
                    <a:pt x="129" y="25"/>
                    <a:pt x="129" y="25"/>
                    <a:pt x="128" y="25"/>
                  </a:cubicBezTo>
                  <a:cubicBezTo>
                    <a:pt x="124" y="25"/>
                    <a:pt x="120" y="25"/>
                    <a:pt x="116" y="25"/>
                  </a:cubicBezTo>
                  <a:cubicBezTo>
                    <a:pt x="111" y="25"/>
                    <a:pt x="106" y="25"/>
                    <a:pt x="102" y="25"/>
                  </a:cubicBezTo>
                  <a:cubicBezTo>
                    <a:pt x="99" y="25"/>
                    <a:pt x="97" y="25"/>
                    <a:pt x="94" y="25"/>
                  </a:cubicBezTo>
                  <a:cubicBezTo>
                    <a:pt x="90" y="25"/>
                    <a:pt x="86" y="25"/>
                    <a:pt x="81" y="25"/>
                  </a:cubicBezTo>
                  <a:cubicBezTo>
                    <a:pt x="80" y="25"/>
                    <a:pt x="79" y="25"/>
                    <a:pt x="78" y="25"/>
                  </a:cubicBezTo>
                  <a:cubicBezTo>
                    <a:pt x="76" y="25"/>
                    <a:pt x="75" y="25"/>
                    <a:pt x="73" y="25"/>
                  </a:cubicBezTo>
                  <a:cubicBezTo>
                    <a:pt x="70" y="25"/>
                    <a:pt x="66" y="25"/>
                    <a:pt x="63" y="25"/>
                  </a:cubicBezTo>
                  <a:cubicBezTo>
                    <a:pt x="60" y="24"/>
                    <a:pt x="58" y="24"/>
                    <a:pt x="55" y="24"/>
                  </a:cubicBezTo>
                  <a:cubicBezTo>
                    <a:pt x="53" y="24"/>
                    <a:pt x="51" y="24"/>
                    <a:pt x="48" y="24"/>
                  </a:cubicBezTo>
                  <a:cubicBezTo>
                    <a:pt x="42" y="24"/>
                    <a:pt x="36" y="24"/>
                    <a:pt x="29" y="24"/>
                  </a:cubicBezTo>
                  <a:cubicBezTo>
                    <a:pt x="24" y="24"/>
                    <a:pt x="19" y="24"/>
                    <a:pt x="13" y="23"/>
                  </a:cubicBezTo>
                  <a:cubicBezTo>
                    <a:pt x="11" y="23"/>
                    <a:pt x="9" y="24"/>
                    <a:pt x="7" y="24"/>
                  </a:cubicBezTo>
                  <a:cubicBezTo>
                    <a:pt x="5" y="24"/>
                    <a:pt x="3" y="23"/>
                    <a:pt x="2" y="23"/>
                  </a:cubicBezTo>
                  <a:cubicBezTo>
                    <a:pt x="1" y="23"/>
                    <a:pt x="1" y="23"/>
                    <a:pt x="0" y="22"/>
                  </a:cubicBezTo>
                  <a:cubicBezTo>
                    <a:pt x="2" y="22"/>
                    <a:pt x="3" y="22"/>
                    <a:pt x="5" y="22"/>
                  </a:cubicBezTo>
                  <a:cubicBezTo>
                    <a:pt x="7" y="22"/>
                    <a:pt x="9" y="22"/>
                    <a:pt x="11" y="21"/>
                  </a:cubicBezTo>
                  <a:cubicBezTo>
                    <a:pt x="11" y="21"/>
                    <a:pt x="11" y="21"/>
                    <a:pt x="11" y="21"/>
                  </a:cubicBezTo>
                  <a:cubicBezTo>
                    <a:pt x="12" y="22"/>
                    <a:pt x="14" y="22"/>
                    <a:pt x="15" y="22"/>
                  </a:cubicBezTo>
                  <a:cubicBezTo>
                    <a:pt x="20" y="22"/>
                    <a:pt x="26" y="22"/>
                    <a:pt x="31" y="22"/>
                  </a:cubicBezTo>
                  <a:cubicBezTo>
                    <a:pt x="35" y="22"/>
                    <a:pt x="38" y="22"/>
                    <a:pt x="41" y="22"/>
                  </a:cubicBezTo>
                  <a:cubicBezTo>
                    <a:pt x="42" y="22"/>
                    <a:pt x="43" y="22"/>
                    <a:pt x="44" y="22"/>
                  </a:cubicBezTo>
                  <a:cubicBezTo>
                    <a:pt x="45" y="22"/>
                    <a:pt x="46" y="22"/>
                    <a:pt x="47" y="22"/>
                  </a:cubicBezTo>
                  <a:cubicBezTo>
                    <a:pt x="53" y="23"/>
                    <a:pt x="58" y="23"/>
                    <a:pt x="64" y="23"/>
                  </a:cubicBezTo>
                  <a:cubicBezTo>
                    <a:pt x="69" y="23"/>
                    <a:pt x="74" y="23"/>
                    <a:pt x="80" y="23"/>
                  </a:cubicBezTo>
                  <a:cubicBezTo>
                    <a:pt x="83" y="23"/>
                    <a:pt x="87" y="23"/>
                    <a:pt x="90" y="23"/>
                  </a:cubicBezTo>
                  <a:cubicBezTo>
                    <a:pt x="94" y="23"/>
                    <a:pt x="97" y="23"/>
                    <a:pt x="101" y="23"/>
                  </a:cubicBezTo>
                  <a:cubicBezTo>
                    <a:pt x="104" y="23"/>
                    <a:pt x="107" y="23"/>
                    <a:pt x="110" y="23"/>
                  </a:cubicBezTo>
                  <a:cubicBezTo>
                    <a:pt x="112" y="23"/>
                    <a:pt x="114" y="23"/>
                    <a:pt x="116" y="23"/>
                  </a:cubicBezTo>
                  <a:cubicBezTo>
                    <a:pt x="121" y="23"/>
                    <a:pt x="125" y="23"/>
                    <a:pt x="129" y="24"/>
                  </a:cubicBezTo>
                  <a:cubicBezTo>
                    <a:pt x="130" y="24"/>
                    <a:pt x="131" y="23"/>
                    <a:pt x="132" y="22"/>
                  </a:cubicBezTo>
                  <a:cubicBezTo>
                    <a:pt x="134" y="20"/>
                    <a:pt x="135" y="17"/>
                    <a:pt x="137" y="15"/>
                  </a:cubicBezTo>
                  <a:cubicBezTo>
                    <a:pt x="138" y="15"/>
                    <a:pt x="138" y="14"/>
                    <a:pt x="138" y="14"/>
                  </a:cubicBezTo>
                  <a:cubicBezTo>
                    <a:pt x="138" y="13"/>
                    <a:pt x="137" y="11"/>
                    <a:pt x="136" y="10"/>
                  </a:cubicBezTo>
                  <a:cubicBezTo>
                    <a:pt x="135" y="9"/>
                    <a:pt x="135" y="8"/>
                    <a:pt x="134" y="7"/>
                  </a:cubicBezTo>
                  <a:cubicBezTo>
                    <a:pt x="134" y="6"/>
                    <a:pt x="134" y="6"/>
                    <a:pt x="135" y="5"/>
                  </a:cubicBezTo>
                  <a:cubicBezTo>
                    <a:pt x="136" y="5"/>
                    <a:pt x="136" y="5"/>
                    <a:pt x="136" y="6"/>
                  </a:cubicBezTo>
                  <a:cubicBezTo>
                    <a:pt x="137" y="7"/>
                    <a:pt x="137" y="8"/>
                    <a:pt x="138" y="10"/>
                  </a:cubicBezTo>
                  <a:cubicBezTo>
                    <a:pt x="139" y="7"/>
                    <a:pt x="139" y="4"/>
                    <a:pt x="140" y="1"/>
                  </a:cubicBezTo>
                  <a:cubicBezTo>
                    <a:pt x="139" y="2"/>
                    <a:pt x="139" y="2"/>
                    <a:pt x="139" y="2"/>
                  </a:cubicBezTo>
                  <a:cubicBezTo>
                    <a:pt x="138" y="2"/>
                    <a:pt x="138" y="2"/>
                    <a:pt x="138" y="2"/>
                  </a:cubicBezTo>
                  <a:cubicBezTo>
                    <a:pt x="137" y="1"/>
                    <a:pt x="137" y="1"/>
                    <a:pt x="138" y="0"/>
                  </a:cubicBezTo>
                  <a:cubicBezTo>
                    <a:pt x="139" y="0"/>
                    <a:pt x="140" y="0"/>
                    <a:pt x="141" y="0"/>
                  </a:cubicBezTo>
                  <a:cubicBezTo>
                    <a:pt x="143" y="0"/>
                    <a:pt x="145" y="1"/>
                    <a:pt x="146" y="1"/>
                  </a:cubicBezTo>
                  <a:cubicBezTo>
                    <a:pt x="147" y="2"/>
                    <a:pt x="148" y="2"/>
                    <a:pt x="149" y="3"/>
                  </a:cubicBezTo>
                  <a:cubicBezTo>
                    <a:pt x="152" y="5"/>
                    <a:pt x="154" y="8"/>
                    <a:pt x="155" y="12"/>
                  </a:cubicBezTo>
                  <a:cubicBezTo>
                    <a:pt x="156" y="14"/>
                    <a:pt x="156" y="16"/>
                    <a:pt x="156" y="18"/>
                  </a:cubicBezTo>
                  <a:cubicBezTo>
                    <a:pt x="156" y="19"/>
                    <a:pt x="156" y="20"/>
                    <a:pt x="155" y="21"/>
                  </a:cubicBezTo>
                  <a:cubicBezTo>
                    <a:pt x="154" y="23"/>
                    <a:pt x="153" y="24"/>
                    <a:pt x="151" y="23"/>
                  </a:cubicBezTo>
                  <a:cubicBezTo>
                    <a:pt x="150" y="23"/>
                    <a:pt x="149" y="22"/>
                    <a:pt x="147" y="21"/>
                  </a:cubicBezTo>
                  <a:cubicBezTo>
                    <a:pt x="147" y="21"/>
                    <a:pt x="146" y="21"/>
                    <a:pt x="146" y="20"/>
                  </a:cubicBezTo>
                  <a:close/>
                  <a:moveTo>
                    <a:pt x="145" y="9"/>
                  </a:moveTo>
                  <a:cubicBezTo>
                    <a:pt x="145" y="9"/>
                    <a:pt x="145" y="10"/>
                    <a:pt x="144" y="10"/>
                  </a:cubicBezTo>
                  <a:cubicBezTo>
                    <a:pt x="143" y="11"/>
                    <a:pt x="142" y="12"/>
                    <a:pt x="143" y="14"/>
                  </a:cubicBezTo>
                  <a:cubicBezTo>
                    <a:pt x="142" y="14"/>
                    <a:pt x="142" y="14"/>
                    <a:pt x="142" y="15"/>
                  </a:cubicBezTo>
                  <a:cubicBezTo>
                    <a:pt x="143" y="16"/>
                    <a:pt x="144" y="16"/>
                    <a:pt x="145" y="17"/>
                  </a:cubicBezTo>
                  <a:cubicBezTo>
                    <a:pt x="145" y="14"/>
                    <a:pt x="145" y="12"/>
                    <a:pt x="146" y="9"/>
                  </a:cubicBezTo>
                  <a:cubicBezTo>
                    <a:pt x="146" y="9"/>
                    <a:pt x="146" y="8"/>
                    <a:pt x="146" y="8"/>
                  </a:cubicBezTo>
                  <a:cubicBezTo>
                    <a:pt x="146" y="6"/>
                    <a:pt x="146" y="5"/>
                    <a:pt x="146" y="3"/>
                  </a:cubicBezTo>
                  <a:cubicBezTo>
                    <a:pt x="146" y="3"/>
                    <a:pt x="145" y="3"/>
                    <a:pt x="145" y="3"/>
                  </a:cubicBezTo>
                  <a:cubicBezTo>
                    <a:pt x="144" y="5"/>
                    <a:pt x="144" y="7"/>
                    <a:pt x="143" y="9"/>
                  </a:cubicBezTo>
                  <a:cubicBezTo>
                    <a:pt x="144" y="9"/>
                    <a:pt x="145" y="8"/>
                    <a:pt x="145" y="9"/>
                  </a:cubicBezTo>
                  <a:close/>
                  <a:moveTo>
                    <a:pt x="126" y="34"/>
                  </a:moveTo>
                  <a:cubicBezTo>
                    <a:pt x="128" y="35"/>
                    <a:pt x="129" y="35"/>
                    <a:pt x="130" y="34"/>
                  </a:cubicBezTo>
                  <a:cubicBezTo>
                    <a:pt x="130" y="33"/>
                    <a:pt x="131" y="32"/>
                    <a:pt x="132" y="32"/>
                  </a:cubicBezTo>
                  <a:cubicBezTo>
                    <a:pt x="134" y="30"/>
                    <a:pt x="135" y="28"/>
                    <a:pt x="137" y="27"/>
                  </a:cubicBezTo>
                  <a:cubicBezTo>
                    <a:pt x="138" y="26"/>
                    <a:pt x="138" y="25"/>
                    <a:pt x="139" y="24"/>
                  </a:cubicBezTo>
                  <a:cubicBezTo>
                    <a:pt x="141" y="23"/>
                    <a:pt x="143" y="21"/>
                    <a:pt x="145" y="20"/>
                  </a:cubicBezTo>
                  <a:cubicBezTo>
                    <a:pt x="143" y="18"/>
                    <a:pt x="141" y="17"/>
                    <a:pt x="139" y="15"/>
                  </a:cubicBezTo>
                  <a:cubicBezTo>
                    <a:pt x="139" y="16"/>
                    <a:pt x="138" y="16"/>
                    <a:pt x="138" y="16"/>
                  </a:cubicBezTo>
                  <a:cubicBezTo>
                    <a:pt x="136" y="19"/>
                    <a:pt x="134" y="22"/>
                    <a:pt x="132" y="24"/>
                  </a:cubicBezTo>
                  <a:cubicBezTo>
                    <a:pt x="132" y="24"/>
                    <a:pt x="132" y="24"/>
                    <a:pt x="132" y="25"/>
                  </a:cubicBezTo>
                  <a:cubicBezTo>
                    <a:pt x="131" y="26"/>
                    <a:pt x="130" y="27"/>
                    <a:pt x="129" y="29"/>
                  </a:cubicBezTo>
                  <a:cubicBezTo>
                    <a:pt x="128" y="31"/>
                    <a:pt x="127" y="32"/>
                    <a:pt x="126" y="34"/>
                  </a:cubicBezTo>
                  <a:close/>
                  <a:moveTo>
                    <a:pt x="148" y="5"/>
                  </a:moveTo>
                  <a:cubicBezTo>
                    <a:pt x="148" y="7"/>
                    <a:pt x="147" y="9"/>
                    <a:pt x="147" y="11"/>
                  </a:cubicBezTo>
                  <a:cubicBezTo>
                    <a:pt x="147" y="13"/>
                    <a:pt x="147" y="15"/>
                    <a:pt x="147" y="17"/>
                  </a:cubicBezTo>
                  <a:cubicBezTo>
                    <a:pt x="146" y="17"/>
                    <a:pt x="146" y="17"/>
                    <a:pt x="146" y="18"/>
                  </a:cubicBezTo>
                  <a:cubicBezTo>
                    <a:pt x="146" y="18"/>
                    <a:pt x="147" y="18"/>
                    <a:pt x="147" y="18"/>
                  </a:cubicBezTo>
                  <a:cubicBezTo>
                    <a:pt x="148" y="18"/>
                    <a:pt x="148" y="19"/>
                    <a:pt x="148" y="19"/>
                  </a:cubicBezTo>
                  <a:cubicBezTo>
                    <a:pt x="149" y="20"/>
                    <a:pt x="150" y="20"/>
                    <a:pt x="151" y="21"/>
                  </a:cubicBezTo>
                  <a:cubicBezTo>
                    <a:pt x="153" y="21"/>
                    <a:pt x="154" y="21"/>
                    <a:pt x="154" y="19"/>
                  </a:cubicBezTo>
                  <a:cubicBezTo>
                    <a:pt x="155" y="15"/>
                    <a:pt x="154" y="12"/>
                    <a:pt x="152" y="9"/>
                  </a:cubicBezTo>
                  <a:cubicBezTo>
                    <a:pt x="152" y="9"/>
                    <a:pt x="152" y="9"/>
                    <a:pt x="152" y="9"/>
                  </a:cubicBezTo>
                  <a:cubicBezTo>
                    <a:pt x="152" y="10"/>
                    <a:pt x="152" y="11"/>
                    <a:pt x="152" y="12"/>
                  </a:cubicBezTo>
                  <a:cubicBezTo>
                    <a:pt x="152" y="13"/>
                    <a:pt x="152" y="14"/>
                    <a:pt x="151" y="16"/>
                  </a:cubicBezTo>
                  <a:cubicBezTo>
                    <a:pt x="151" y="16"/>
                    <a:pt x="151" y="16"/>
                    <a:pt x="151" y="16"/>
                  </a:cubicBezTo>
                  <a:cubicBezTo>
                    <a:pt x="151" y="16"/>
                    <a:pt x="150" y="16"/>
                    <a:pt x="150" y="16"/>
                  </a:cubicBezTo>
                  <a:cubicBezTo>
                    <a:pt x="150" y="16"/>
                    <a:pt x="150" y="15"/>
                    <a:pt x="150" y="15"/>
                  </a:cubicBezTo>
                  <a:cubicBezTo>
                    <a:pt x="150" y="14"/>
                    <a:pt x="150" y="12"/>
                    <a:pt x="150" y="11"/>
                  </a:cubicBezTo>
                  <a:cubicBezTo>
                    <a:pt x="149" y="9"/>
                    <a:pt x="150" y="8"/>
                    <a:pt x="151" y="7"/>
                  </a:cubicBezTo>
                  <a:cubicBezTo>
                    <a:pt x="150" y="6"/>
                    <a:pt x="149" y="6"/>
                    <a:pt x="148" y="5"/>
                  </a:cubicBezTo>
                  <a:close/>
                  <a:moveTo>
                    <a:pt x="141" y="2"/>
                  </a:moveTo>
                  <a:cubicBezTo>
                    <a:pt x="141" y="4"/>
                    <a:pt x="141" y="6"/>
                    <a:pt x="141" y="8"/>
                  </a:cubicBezTo>
                  <a:cubicBezTo>
                    <a:pt x="141" y="8"/>
                    <a:pt x="140" y="9"/>
                    <a:pt x="140" y="10"/>
                  </a:cubicBezTo>
                  <a:cubicBezTo>
                    <a:pt x="140" y="10"/>
                    <a:pt x="141" y="10"/>
                    <a:pt x="141" y="11"/>
                  </a:cubicBezTo>
                  <a:cubicBezTo>
                    <a:pt x="141" y="11"/>
                    <a:pt x="141" y="11"/>
                    <a:pt x="141" y="11"/>
                  </a:cubicBezTo>
                  <a:cubicBezTo>
                    <a:pt x="142" y="8"/>
                    <a:pt x="142" y="5"/>
                    <a:pt x="143" y="2"/>
                  </a:cubicBezTo>
                  <a:cubicBezTo>
                    <a:pt x="143" y="1"/>
                    <a:pt x="142" y="1"/>
                    <a:pt x="141"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96" name="Freeform 603">
              <a:extLst>
                <a:ext uri="{FF2B5EF4-FFF2-40B4-BE49-F238E27FC236}">
                  <a16:creationId xmlns:a16="http://schemas.microsoft.com/office/drawing/2014/main" id="{4F4E7AA9-8B34-4A4F-9514-C2C8468B22F1}"/>
                </a:ext>
              </a:extLst>
            </p:cNvPr>
            <p:cNvSpPr>
              <a:spLocks/>
            </p:cNvSpPr>
            <p:nvPr/>
          </p:nvSpPr>
          <p:spPr bwMode="auto">
            <a:xfrm>
              <a:off x="13161963" y="5903913"/>
              <a:ext cx="34925" cy="1423988"/>
            </a:xfrm>
            <a:custGeom>
              <a:avLst/>
              <a:gdLst>
                <a:gd name="T0" fmla="*/ 7 w 8"/>
                <a:gd name="T1" fmla="*/ 327 h 329"/>
                <a:gd name="T2" fmla="*/ 5 w 8"/>
                <a:gd name="T3" fmla="*/ 309 h 329"/>
                <a:gd name="T4" fmla="*/ 4 w 8"/>
                <a:gd name="T5" fmla="*/ 293 h 329"/>
                <a:gd name="T6" fmla="*/ 3 w 8"/>
                <a:gd name="T7" fmla="*/ 276 h 329"/>
                <a:gd name="T8" fmla="*/ 1 w 8"/>
                <a:gd name="T9" fmla="*/ 255 h 329"/>
                <a:gd name="T10" fmla="*/ 1 w 8"/>
                <a:gd name="T11" fmla="*/ 232 h 329"/>
                <a:gd name="T12" fmla="*/ 1 w 8"/>
                <a:gd name="T13" fmla="*/ 212 h 329"/>
                <a:gd name="T14" fmla="*/ 0 w 8"/>
                <a:gd name="T15" fmla="*/ 184 h 329"/>
                <a:gd name="T16" fmla="*/ 1 w 8"/>
                <a:gd name="T17" fmla="*/ 174 h 329"/>
                <a:gd name="T18" fmla="*/ 0 w 8"/>
                <a:gd name="T19" fmla="*/ 165 h 329"/>
                <a:gd name="T20" fmla="*/ 1 w 8"/>
                <a:gd name="T21" fmla="*/ 146 h 329"/>
                <a:gd name="T22" fmla="*/ 0 w 8"/>
                <a:gd name="T23" fmla="*/ 137 h 329"/>
                <a:gd name="T24" fmla="*/ 0 w 8"/>
                <a:gd name="T25" fmla="*/ 119 h 329"/>
                <a:gd name="T26" fmla="*/ 0 w 8"/>
                <a:gd name="T27" fmla="*/ 112 h 329"/>
                <a:gd name="T28" fmla="*/ 0 w 8"/>
                <a:gd name="T29" fmla="*/ 93 h 329"/>
                <a:gd name="T30" fmla="*/ 1 w 8"/>
                <a:gd name="T31" fmla="*/ 70 h 329"/>
                <a:gd name="T32" fmla="*/ 2 w 8"/>
                <a:gd name="T33" fmla="*/ 52 h 329"/>
                <a:gd name="T34" fmla="*/ 4 w 8"/>
                <a:gd name="T35" fmla="*/ 38 h 329"/>
                <a:gd name="T36" fmla="*/ 6 w 8"/>
                <a:gd name="T37" fmla="*/ 15 h 329"/>
                <a:gd name="T38" fmla="*/ 7 w 8"/>
                <a:gd name="T39" fmla="*/ 1 h 329"/>
                <a:gd name="T40" fmla="*/ 8 w 8"/>
                <a:gd name="T41" fmla="*/ 4 h 329"/>
                <a:gd name="T42" fmla="*/ 7 w 8"/>
                <a:gd name="T43" fmla="*/ 23 h 329"/>
                <a:gd name="T44" fmla="*/ 5 w 8"/>
                <a:gd name="T45" fmla="*/ 39 h 329"/>
                <a:gd name="T46" fmla="*/ 4 w 8"/>
                <a:gd name="T47" fmla="*/ 49 h 329"/>
                <a:gd name="T48" fmla="*/ 3 w 8"/>
                <a:gd name="T49" fmla="*/ 64 h 329"/>
                <a:gd name="T50" fmla="*/ 2 w 8"/>
                <a:gd name="T51" fmla="*/ 94 h 329"/>
                <a:gd name="T52" fmla="*/ 2 w 8"/>
                <a:gd name="T53" fmla="*/ 117 h 329"/>
                <a:gd name="T54" fmla="*/ 2 w 8"/>
                <a:gd name="T55" fmla="*/ 141 h 329"/>
                <a:gd name="T56" fmla="*/ 2 w 8"/>
                <a:gd name="T57" fmla="*/ 160 h 329"/>
                <a:gd name="T58" fmla="*/ 2 w 8"/>
                <a:gd name="T59" fmla="*/ 175 h 329"/>
                <a:gd name="T60" fmla="*/ 2 w 8"/>
                <a:gd name="T61" fmla="*/ 191 h 329"/>
                <a:gd name="T62" fmla="*/ 2 w 8"/>
                <a:gd name="T63" fmla="*/ 207 h 329"/>
                <a:gd name="T64" fmla="*/ 3 w 8"/>
                <a:gd name="T65" fmla="*/ 239 h 329"/>
                <a:gd name="T66" fmla="*/ 3 w 8"/>
                <a:gd name="T67" fmla="*/ 261 h 329"/>
                <a:gd name="T68" fmla="*/ 5 w 8"/>
                <a:gd name="T69" fmla="*/ 283 h 329"/>
                <a:gd name="T70" fmla="*/ 6 w 8"/>
                <a:gd name="T71" fmla="*/ 300 h 329"/>
                <a:gd name="T72" fmla="*/ 8 w 8"/>
                <a:gd name="T73" fmla="*/ 325 h 329"/>
                <a:gd name="T74" fmla="*/ 7 w 8"/>
                <a:gd name="T75" fmla="*/ 329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329">
                  <a:moveTo>
                    <a:pt x="7" y="329"/>
                  </a:moveTo>
                  <a:cubicBezTo>
                    <a:pt x="7" y="328"/>
                    <a:pt x="7" y="328"/>
                    <a:pt x="7" y="327"/>
                  </a:cubicBezTo>
                  <a:cubicBezTo>
                    <a:pt x="7" y="324"/>
                    <a:pt x="7" y="321"/>
                    <a:pt x="6" y="318"/>
                  </a:cubicBezTo>
                  <a:cubicBezTo>
                    <a:pt x="6" y="315"/>
                    <a:pt x="6" y="312"/>
                    <a:pt x="5" y="309"/>
                  </a:cubicBezTo>
                  <a:cubicBezTo>
                    <a:pt x="5" y="307"/>
                    <a:pt x="5" y="304"/>
                    <a:pt x="5" y="301"/>
                  </a:cubicBezTo>
                  <a:cubicBezTo>
                    <a:pt x="4" y="298"/>
                    <a:pt x="4" y="296"/>
                    <a:pt x="4" y="293"/>
                  </a:cubicBezTo>
                  <a:cubicBezTo>
                    <a:pt x="4" y="289"/>
                    <a:pt x="4" y="286"/>
                    <a:pt x="3" y="282"/>
                  </a:cubicBezTo>
                  <a:cubicBezTo>
                    <a:pt x="3" y="280"/>
                    <a:pt x="3" y="278"/>
                    <a:pt x="3" y="276"/>
                  </a:cubicBezTo>
                  <a:cubicBezTo>
                    <a:pt x="2" y="272"/>
                    <a:pt x="2" y="268"/>
                    <a:pt x="2" y="264"/>
                  </a:cubicBezTo>
                  <a:cubicBezTo>
                    <a:pt x="1" y="261"/>
                    <a:pt x="1" y="258"/>
                    <a:pt x="1" y="255"/>
                  </a:cubicBezTo>
                  <a:cubicBezTo>
                    <a:pt x="1" y="250"/>
                    <a:pt x="1" y="246"/>
                    <a:pt x="1" y="242"/>
                  </a:cubicBezTo>
                  <a:cubicBezTo>
                    <a:pt x="1" y="238"/>
                    <a:pt x="1" y="235"/>
                    <a:pt x="1" y="232"/>
                  </a:cubicBezTo>
                  <a:cubicBezTo>
                    <a:pt x="1" y="229"/>
                    <a:pt x="1" y="225"/>
                    <a:pt x="1" y="222"/>
                  </a:cubicBezTo>
                  <a:cubicBezTo>
                    <a:pt x="1" y="219"/>
                    <a:pt x="1" y="216"/>
                    <a:pt x="1" y="212"/>
                  </a:cubicBezTo>
                  <a:cubicBezTo>
                    <a:pt x="1" y="208"/>
                    <a:pt x="1" y="203"/>
                    <a:pt x="1" y="199"/>
                  </a:cubicBezTo>
                  <a:cubicBezTo>
                    <a:pt x="1" y="194"/>
                    <a:pt x="0" y="189"/>
                    <a:pt x="0" y="184"/>
                  </a:cubicBezTo>
                  <a:cubicBezTo>
                    <a:pt x="0" y="182"/>
                    <a:pt x="1" y="181"/>
                    <a:pt x="1" y="179"/>
                  </a:cubicBezTo>
                  <a:cubicBezTo>
                    <a:pt x="1" y="178"/>
                    <a:pt x="1" y="176"/>
                    <a:pt x="1" y="174"/>
                  </a:cubicBezTo>
                  <a:cubicBezTo>
                    <a:pt x="1" y="174"/>
                    <a:pt x="1" y="173"/>
                    <a:pt x="1" y="173"/>
                  </a:cubicBezTo>
                  <a:cubicBezTo>
                    <a:pt x="1" y="170"/>
                    <a:pt x="0" y="167"/>
                    <a:pt x="0" y="165"/>
                  </a:cubicBezTo>
                  <a:cubicBezTo>
                    <a:pt x="0" y="161"/>
                    <a:pt x="0" y="157"/>
                    <a:pt x="0" y="153"/>
                  </a:cubicBezTo>
                  <a:cubicBezTo>
                    <a:pt x="0" y="151"/>
                    <a:pt x="1" y="148"/>
                    <a:pt x="1" y="146"/>
                  </a:cubicBezTo>
                  <a:cubicBezTo>
                    <a:pt x="1" y="146"/>
                    <a:pt x="0" y="145"/>
                    <a:pt x="0" y="145"/>
                  </a:cubicBezTo>
                  <a:cubicBezTo>
                    <a:pt x="0" y="142"/>
                    <a:pt x="0" y="140"/>
                    <a:pt x="0" y="137"/>
                  </a:cubicBezTo>
                  <a:cubicBezTo>
                    <a:pt x="0" y="134"/>
                    <a:pt x="0" y="132"/>
                    <a:pt x="0" y="129"/>
                  </a:cubicBezTo>
                  <a:cubicBezTo>
                    <a:pt x="0" y="125"/>
                    <a:pt x="0" y="122"/>
                    <a:pt x="0" y="119"/>
                  </a:cubicBezTo>
                  <a:cubicBezTo>
                    <a:pt x="0" y="117"/>
                    <a:pt x="0" y="116"/>
                    <a:pt x="0" y="115"/>
                  </a:cubicBezTo>
                  <a:cubicBezTo>
                    <a:pt x="0" y="114"/>
                    <a:pt x="0" y="113"/>
                    <a:pt x="0" y="112"/>
                  </a:cubicBezTo>
                  <a:cubicBezTo>
                    <a:pt x="0" y="110"/>
                    <a:pt x="0" y="107"/>
                    <a:pt x="0" y="105"/>
                  </a:cubicBezTo>
                  <a:cubicBezTo>
                    <a:pt x="0" y="101"/>
                    <a:pt x="0" y="97"/>
                    <a:pt x="0" y="93"/>
                  </a:cubicBezTo>
                  <a:cubicBezTo>
                    <a:pt x="0" y="88"/>
                    <a:pt x="0" y="84"/>
                    <a:pt x="1" y="79"/>
                  </a:cubicBezTo>
                  <a:cubicBezTo>
                    <a:pt x="1" y="76"/>
                    <a:pt x="1" y="73"/>
                    <a:pt x="1" y="70"/>
                  </a:cubicBezTo>
                  <a:cubicBezTo>
                    <a:pt x="1" y="66"/>
                    <a:pt x="2" y="63"/>
                    <a:pt x="2" y="60"/>
                  </a:cubicBezTo>
                  <a:cubicBezTo>
                    <a:pt x="2" y="57"/>
                    <a:pt x="2" y="55"/>
                    <a:pt x="2" y="52"/>
                  </a:cubicBezTo>
                  <a:cubicBezTo>
                    <a:pt x="2" y="50"/>
                    <a:pt x="2" y="48"/>
                    <a:pt x="3" y="47"/>
                  </a:cubicBezTo>
                  <a:cubicBezTo>
                    <a:pt x="4" y="44"/>
                    <a:pt x="3" y="40"/>
                    <a:pt x="4" y="38"/>
                  </a:cubicBezTo>
                  <a:cubicBezTo>
                    <a:pt x="4" y="34"/>
                    <a:pt x="4" y="31"/>
                    <a:pt x="5" y="28"/>
                  </a:cubicBezTo>
                  <a:cubicBezTo>
                    <a:pt x="5" y="24"/>
                    <a:pt x="5" y="19"/>
                    <a:pt x="6" y="15"/>
                  </a:cubicBezTo>
                  <a:cubicBezTo>
                    <a:pt x="6" y="12"/>
                    <a:pt x="6" y="9"/>
                    <a:pt x="6" y="6"/>
                  </a:cubicBezTo>
                  <a:cubicBezTo>
                    <a:pt x="6" y="4"/>
                    <a:pt x="6" y="2"/>
                    <a:pt x="7" y="1"/>
                  </a:cubicBezTo>
                  <a:cubicBezTo>
                    <a:pt x="7" y="0"/>
                    <a:pt x="7" y="0"/>
                    <a:pt x="7" y="0"/>
                  </a:cubicBezTo>
                  <a:cubicBezTo>
                    <a:pt x="8" y="1"/>
                    <a:pt x="8" y="2"/>
                    <a:pt x="8" y="4"/>
                  </a:cubicBezTo>
                  <a:cubicBezTo>
                    <a:pt x="8" y="6"/>
                    <a:pt x="8" y="8"/>
                    <a:pt x="8" y="10"/>
                  </a:cubicBezTo>
                  <a:cubicBezTo>
                    <a:pt x="7" y="14"/>
                    <a:pt x="7" y="18"/>
                    <a:pt x="7" y="23"/>
                  </a:cubicBezTo>
                  <a:cubicBezTo>
                    <a:pt x="6" y="26"/>
                    <a:pt x="6" y="29"/>
                    <a:pt x="6" y="32"/>
                  </a:cubicBezTo>
                  <a:cubicBezTo>
                    <a:pt x="5" y="35"/>
                    <a:pt x="5" y="37"/>
                    <a:pt x="5" y="39"/>
                  </a:cubicBezTo>
                  <a:cubicBezTo>
                    <a:pt x="5" y="41"/>
                    <a:pt x="5" y="43"/>
                    <a:pt x="5" y="44"/>
                  </a:cubicBezTo>
                  <a:cubicBezTo>
                    <a:pt x="4" y="46"/>
                    <a:pt x="4" y="48"/>
                    <a:pt x="4" y="49"/>
                  </a:cubicBezTo>
                  <a:cubicBezTo>
                    <a:pt x="4" y="53"/>
                    <a:pt x="4" y="57"/>
                    <a:pt x="3" y="61"/>
                  </a:cubicBezTo>
                  <a:cubicBezTo>
                    <a:pt x="3" y="62"/>
                    <a:pt x="3" y="63"/>
                    <a:pt x="3" y="64"/>
                  </a:cubicBezTo>
                  <a:cubicBezTo>
                    <a:pt x="3" y="70"/>
                    <a:pt x="2" y="76"/>
                    <a:pt x="2" y="81"/>
                  </a:cubicBezTo>
                  <a:cubicBezTo>
                    <a:pt x="2" y="86"/>
                    <a:pt x="2" y="90"/>
                    <a:pt x="2" y="94"/>
                  </a:cubicBezTo>
                  <a:cubicBezTo>
                    <a:pt x="1" y="98"/>
                    <a:pt x="2" y="103"/>
                    <a:pt x="2" y="107"/>
                  </a:cubicBezTo>
                  <a:cubicBezTo>
                    <a:pt x="2" y="110"/>
                    <a:pt x="2" y="114"/>
                    <a:pt x="2" y="117"/>
                  </a:cubicBezTo>
                  <a:cubicBezTo>
                    <a:pt x="2" y="121"/>
                    <a:pt x="2" y="125"/>
                    <a:pt x="2" y="129"/>
                  </a:cubicBezTo>
                  <a:cubicBezTo>
                    <a:pt x="2" y="133"/>
                    <a:pt x="2" y="137"/>
                    <a:pt x="2" y="141"/>
                  </a:cubicBezTo>
                  <a:cubicBezTo>
                    <a:pt x="2" y="145"/>
                    <a:pt x="2" y="149"/>
                    <a:pt x="2" y="152"/>
                  </a:cubicBezTo>
                  <a:cubicBezTo>
                    <a:pt x="2" y="155"/>
                    <a:pt x="2" y="158"/>
                    <a:pt x="2" y="160"/>
                  </a:cubicBezTo>
                  <a:cubicBezTo>
                    <a:pt x="2" y="163"/>
                    <a:pt x="2" y="165"/>
                    <a:pt x="2" y="167"/>
                  </a:cubicBezTo>
                  <a:cubicBezTo>
                    <a:pt x="2" y="170"/>
                    <a:pt x="2" y="173"/>
                    <a:pt x="2" y="175"/>
                  </a:cubicBezTo>
                  <a:cubicBezTo>
                    <a:pt x="2" y="178"/>
                    <a:pt x="2" y="182"/>
                    <a:pt x="2" y="185"/>
                  </a:cubicBezTo>
                  <a:cubicBezTo>
                    <a:pt x="2" y="187"/>
                    <a:pt x="2" y="189"/>
                    <a:pt x="2" y="191"/>
                  </a:cubicBezTo>
                  <a:cubicBezTo>
                    <a:pt x="2" y="193"/>
                    <a:pt x="2" y="195"/>
                    <a:pt x="2" y="197"/>
                  </a:cubicBezTo>
                  <a:cubicBezTo>
                    <a:pt x="2" y="201"/>
                    <a:pt x="2" y="204"/>
                    <a:pt x="2" y="207"/>
                  </a:cubicBezTo>
                  <a:cubicBezTo>
                    <a:pt x="3" y="214"/>
                    <a:pt x="3" y="221"/>
                    <a:pt x="3" y="227"/>
                  </a:cubicBezTo>
                  <a:cubicBezTo>
                    <a:pt x="3" y="231"/>
                    <a:pt x="3" y="235"/>
                    <a:pt x="3" y="239"/>
                  </a:cubicBezTo>
                  <a:cubicBezTo>
                    <a:pt x="3" y="242"/>
                    <a:pt x="3" y="246"/>
                    <a:pt x="3" y="249"/>
                  </a:cubicBezTo>
                  <a:cubicBezTo>
                    <a:pt x="3" y="253"/>
                    <a:pt x="3" y="257"/>
                    <a:pt x="3" y="261"/>
                  </a:cubicBezTo>
                  <a:cubicBezTo>
                    <a:pt x="3" y="264"/>
                    <a:pt x="3" y="268"/>
                    <a:pt x="4" y="271"/>
                  </a:cubicBezTo>
                  <a:cubicBezTo>
                    <a:pt x="4" y="275"/>
                    <a:pt x="4" y="279"/>
                    <a:pt x="5" y="283"/>
                  </a:cubicBezTo>
                  <a:cubicBezTo>
                    <a:pt x="5" y="285"/>
                    <a:pt x="5" y="288"/>
                    <a:pt x="5" y="290"/>
                  </a:cubicBezTo>
                  <a:cubicBezTo>
                    <a:pt x="6" y="294"/>
                    <a:pt x="6" y="297"/>
                    <a:pt x="6" y="300"/>
                  </a:cubicBezTo>
                  <a:cubicBezTo>
                    <a:pt x="7" y="305"/>
                    <a:pt x="7" y="310"/>
                    <a:pt x="8" y="316"/>
                  </a:cubicBezTo>
                  <a:cubicBezTo>
                    <a:pt x="8" y="319"/>
                    <a:pt x="8" y="322"/>
                    <a:pt x="8" y="325"/>
                  </a:cubicBezTo>
                  <a:cubicBezTo>
                    <a:pt x="8" y="326"/>
                    <a:pt x="8" y="327"/>
                    <a:pt x="8" y="329"/>
                  </a:cubicBezTo>
                  <a:cubicBezTo>
                    <a:pt x="8" y="329"/>
                    <a:pt x="7" y="329"/>
                    <a:pt x="7" y="329"/>
                  </a:cubicBezTo>
                  <a:cubicBezTo>
                    <a:pt x="7" y="329"/>
                    <a:pt x="7" y="329"/>
                    <a:pt x="7" y="3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97" name="Freeform 604">
              <a:extLst>
                <a:ext uri="{FF2B5EF4-FFF2-40B4-BE49-F238E27FC236}">
                  <a16:creationId xmlns:a16="http://schemas.microsoft.com/office/drawing/2014/main" id="{3497D1F2-116B-4922-B577-4CA8D52FE71B}"/>
                </a:ext>
              </a:extLst>
            </p:cNvPr>
            <p:cNvSpPr>
              <a:spLocks/>
            </p:cNvSpPr>
            <p:nvPr/>
          </p:nvSpPr>
          <p:spPr bwMode="auto">
            <a:xfrm>
              <a:off x="12150726" y="7327900"/>
              <a:ext cx="1042988" cy="20638"/>
            </a:xfrm>
            <a:custGeom>
              <a:avLst/>
              <a:gdLst>
                <a:gd name="T0" fmla="*/ 241 w 241"/>
                <a:gd name="T1" fmla="*/ 2 h 5"/>
                <a:gd name="T2" fmla="*/ 236 w 241"/>
                <a:gd name="T3" fmla="*/ 4 h 5"/>
                <a:gd name="T4" fmla="*/ 223 w 241"/>
                <a:gd name="T5" fmla="*/ 5 h 5"/>
                <a:gd name="T6" fmla="*/ 206 w 241"/>
                <a:gd name="T7" fmla="*/ 5 h 5"/>
                <a:gd name="T8" fmla="*/ 202 w 241"/>
                <a:gd name="T9" fmla="*/ 5 h 5"/>
                <a:gd name="T10" fmla="*/ 200 w 241"/>
                <a:gd name="T11" fmla="*/ 5 h 5"/>
                <a:gd name="T12" fmla="*/ 187 w 241"/>
                <a:gd name="T13" fmla="*/ 5 h 5"/>
                <a:gd name="T14" fmla="*/ 181 w 241"/>
                <a:gd name="T15" fmla="*/ 4 h 5"/>
                <a:gd name="T16" fmla="*/ 172 w 241"/>
                <a:gd name="T17" fmla="*/ 4 h 5"/>
                <a:gd name="T18" fmla="*/ 160 w 241"/>
                <a:gd name="T19" fmla="*/ 4 h 5"/>
                <a:gd name="T20" fmla="*/ 151 w 241"/>
                <a:gd name="T21" fmla="*/ 4 h 5"/>
                <a:gd name="T22" fmla="*/ 138 w 241"/>
                <a:gd name="T23" fmla="*/ 4 h 5"/>
                <a:gd name="T24" fmla="*/ 132 w 241"/>
                <a:gd name="T25" fmla="*/ 4 h 5"/>
                <a:gd name="T26" fmla="*/ 129 w 241"/>
                <a:gd name="T27" fmla="*/ 4 h 5"/>
                <a:gd name="T28" fmla="*/ 122 w 241"/>
                <a:gd name="T29" fmla="*/ 4 h 5"/>
                <a:gd name="T30" fmla="*/ 113 w 241"/>
                <a:gd name="T31" fmla="*/ 4 h 5"/>
                <a:gd name="T32" fmla="*/ 102 w 241"/>
                <a:gd name="T33" fmla="*/ 4 h 5"/>
                <a:gd name="T34" fmla="*/ 95 w 241"/>
                <a:gd name="T35" fmla="*/ 3 h 5"/>
                <a:gd name="T36" fmla="*/ 94 w 241"/>
                <a:gd name="T37" fmla="*/ 3 h 5"/>
                <a:gd name="T38" fmla="*/ 86 w 241"/>
                <a:gd name="T39" fmla="*/ 3 h 5"/>
                <a:gd name="T40" fmla="*/ 73 w 241"/>
                <a:gd name="T41" fmla="*/ 3 h 5"/>
                <a:gd name="T42" fmla="*/ 63 w 241"/>
                <a:gd name="T43" fmla="*/ 2 h 5"/>
                <a:gd name="T44" fmla="*/ 61 w 241"/>
                <a:gd name="T45" fmla="*/ 2 h 5"/>
                <a:gd name="T46" fmla="*/ 57 w 241"/>
                <a:gd name="T47" fmla="*/ 2 h 5"/>
                <a:gd name="T48" fmla="*/ 54 w 241"/>
                <a:gd name="T49" fmla="*/ 2 h 5"/>
                <a:gd name="T50" fmla="*/ 42 w 241"/>
                <a:gd name="T51" fmla="*/ 2 h 5"/>
                <a:gd name="T52" fmla="*/ 33 w 241"/>
                <a:gd name="T53" fmla="*/ 2 h 5"/>
                <a:gd name="T54" fmla="*/ 28 w 241"/>
                <a:gd name="T55" fmla="*/ 2 h 5"/>
                <a:gd name="T56" fmla="*/ 11 w 241"/>
                <a:gd name="T57" fmla="*/ 3 h 5"/>
                <a:gd name="T58" fmla="*/ 5 w 241"/>
                <a:gd name="T59" fmla="*/ 3 h 5"/>
                <a:gd name="T60" fmla="*/ 1 w 241"/>
                <a:gd name="T61" fmla="*/ 2 h 5"/>
                <a:gd name="T62" fmla="*/ 1 w 241"/>
                <a:gd name="T63" fmla="*/ 0 h 5"/>
                <a:gd name="T64" fmla="*/ 3 w 241"/>
                <a:gd name="T65" fmla="*/ 0 h 5"/>
                <a:gd name="T66" fmla="*/ 17 w 241"/>
                <a:gd name="T67" fmla="*/ 1 h 5"/>
                <a:gd name="T68" fmla="*/ 26 w 241"/>
                <a:gd name="T69" fmla="*/ 1 h 5"/>
                <a:gd name="T70" fmla="*/ 34 w 241"/>
                <a:gd name="T71" fmla="*/ 1 h 5"/>
                <a:gd name="T72" fmla="*/ 46 w 241"/>
                <a:gd name="T73" fmla="*/ 1 h 5"/>
                <a:gd name="T74" fmla="*/ 56 w 241"/>
                <a:gd name="T75" fmla="*/ 1 h 5"/>
                <a:gd name="T76" fmla="*/ 62 w 241"/>
                <a:gd name="T77" fmla="*/ 1 h 5"/>
                <a:gd name="T78" fmla="*/ 76 w 241"/>
                <a:gd name="T79" fmla="*/ 1 h 5"/>
                <a:gd name="T80" fmla="*/ 90 w 241"/>
                <a:gd name="T81" fmla="*/ 2 h 5"/>
                <a:gd name="T82" fmla="*/ 96 w 241"/>
                <a:gd name="T83" fmla="*/ 2 h 5"/>
                <a:gd name="T84" fmla="*/ 104 w 241"/>
                <a:gd name="T85" fmla="*/ 2 h 5"/>
                <a:gd name="T86" fmla="*/ 114 w 241"/>
                <a:gd name="T87" fmla="*/ 2 h 5"/>
                <a:gd name="T88" fmla="*/ 127 w 241"/>
                <a:gd name="T89" fmla="*/ 2 h 5"/>
                <a:gd name="T90" fmla="*/ 136 w 241"/>
                <a:gd name="T91" fmla="*/ 2 h 5"/>
                <a:gd name="T92" fmla="*/ 151 w 241"/>
                <a:gd name="T93" fmla="*/ 2 h 5"/>
                <a:gd name="T94" fmla="*/ 159 w 241"/>
                <a:gd name="T95" fmla="*/ 2 h 5"/>
                <a:gd name="T96" fmla="*/ 174 w 241"/>
                <a:gd name="T97" fmla="*/ 2 h 5"/>
                <a:gd name="T98" fmla="*/ 190 w 241"/>
                <a:gd name="T99" fmla="*/ 3 h 5"/>
                <a:gd name="T100" fmla="*/ 203 w 241"/>
                <a:gd name="T101" fmla="*/ 3 h 5"/>
                <a:gd name="T102" fmla="*/ 223 w 241"/>
                <a:gd name="T103" fmla="*/ 3 h 5"/>
                <a:gd name="T104" fmla="*/ 228 w 241"/>
                <a:gd name="T105" fmla="*/ 3 h 5"/>
                <a:gd name="T106" fmla="*/ 235 w 241"/>
                <a:gd name="T107" fmla="*/ 2 h 5"/>
                <a:gd name="T108" fmla="*/ 240 w 241"/>
                <a:gd name="T109" fmla="*/ 2 h 5"/>
                <a:gd name="T110" fmla="*/ 241 w 241"/>
                <a:gd name="T11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5">
                  <a:moveTo>
                    <a:pt x="241" y="2"/>
                  </a:moveTo>
                  <a:cubicBezTo>
                    <a:pt x="239" y="4"/>
                    <a:pt x="238" y="4"/>
                    <a:pt x="236" y="4"/>
                  </a:cubicBezTo>
                  <a:cubicBezTo>
                    <a:pt x="232" y="5"/>
                    <a:pt x="228" y="5"/>
                    <a:pt x="223" y="5"/>
                  </a:cubicBezTo>
                  <a:cubicBezTo>
                    <a:pt x="218" y="5"/>
                    <a:pt x="212" y="5"/>
                    <a:pt x="206" y="5"/>
                  </a:cubicBezTo>
                  <a:cubicBezTo>
                    <a:pt x="205" y="5"/>
                    <a:pt x="204" y="5"/>
                    <a:pt x="202" y="5"/>
                  </a:cubicBezTo>
                  <a:cubicBezTo>
                    <a:pt x="201" y="5"/>
                    <a:pt x="200" y="5"/>
                    <a:pt x="200" y="5"/>
                  </a:cubicBezTo>
                  <a:cubicBezTo>
                    <a:pt x="196" y="5"/>
                    <a:pt x="192" y="5"/>
                    <a:pt x="187" y="5"/>
                  </a:cubicBezTo>
                  <a:cubicBezTo>
                    <a:pt x="185" y="4"/>
                    <a:pt x="183" y="5"/>
                    <a:pt x="181" y="4"/>
                  </a:cubicBezTo>
                  <a:cubicBezTo>
                    <a:pt x="178" y="4"/>
                    <a:pt x="175" y="4"/>
                    <a:pt x="172" y="4"/>
                  </a:cubicBezTo>
                  <a:cubicBezTo>
                    <a:pt x="168" y="4"/>
                    <a:pt x="164" y="4"/>
                    <a:pt x="160" y="4"/>
                  </a:cubicBezTo>
                  <a:cubicBezTo>
                    <a:pt x="157" y="4"/>
                    <a:pt x="154" y="4"/>
                    <a:pt x="151" y="4"/>
                  </a:cubicBezTo>
                  <a:cubicBezTo>
                    <a:pt x="147" y="4"/>
                    <a:pt x="142" y="4"/>
                    <a:pt x="138" y="4"/>
                  </a:cubicBezTo>
                  <a:cubicBezTo>
                    <a:pt x="136" y="4"/>
                    <a:pt x="134" y="4"/>
                    <a:pt x="132" y="4"/>
                  </a:cubicBezTo>
                  <a:cubicBezTo>
                    <a:pt x="131" y="4"/>
                    <a:pt x="130" y="4"/>
                    <a:pt x="129" y="4"/>
                  </a:cubicBezTo>
                  <a:cubicBezTo>
                    <a:pt x="126" y="4"/>
                    <a:pt x="124" y="4"/>
                    <a:pt x="122" y="4"/>
                  </a:cubicBezTo>
                  <a:cubicBezTo>
                    <a:pt x="119" y="4"/>
                    <a:pt x="116" y="4"/>
                    <a:pt x="113" y="4"/>
                  </a:cubicBezTo>
                  <a:cubicBezTo>
                    <a:pt x="109" y="4"/>
                    <a:pt x="106" y="4"/>
                    <a:pt x="102" y="4"/>
                  </a:cubicBezTo>
                  <a:cubicBezTo>
                    <a:pt x="100" y="4"/>
                    <a:pt x="98" y="3"/>
                    <a:pt x="95" y="3"/>
                  </a:cubicBezTo>
                  <a:cubicBezTo>
                    <a:pt x="95" y="3"/>
                    <a:pt x="94" y="3"/>
                    <a:pt x="94" y="3"/>
                  </a:cubicBezTo>
                  <a:cubicBezTo>
                    <a:pt x="91" y="3"/>
                    <a:pt x="88" y="3"/>
                    <a:pt x="86" y="3"/>
                  </a:cubicBezTo>
                  <a:cubicBezTo>
                    <a:pt x="81" y="3"/>
                    <a:pt x="77" y="3"/>
                    <a:pt x="73" y="3"/>
                  </a:cubicBezTo>
                  <a:cubicBezTo>
                    <a:pt x="70" y="3"/>
                    <a:pt x="66" y="2"/>
                    <a:pt x="63" y="2"/>
                  </a:cubicBezTo>
                  <a:cubicBezTo>
                    <a:pt x="63" y="2"/>
                    <a:pt x="62" y="2"/>
                    <a:pt x="61" y="2"/>
                  </a:cubicBezTo>
                  <a:cubicBezTo>
                    <a:pt x="60" y="2"/>
                    <a:pt x="58" y="2"/>
                    <a:pt x="57" y="2"/>
                  </a:cubicBezTo>
                  <a:cubicBezTo>
                    <a:pt x="56" y="2"/>
                    <a:pt x="55" y="2"/>
                    <a:pt x="54" y="2"/>
                  </a:cubicBezTo>
                  <a:cubicBezTo>
                    <a:pt x="50" y="2"/>
                    <a:pt x="46" y="2"/>
                    <a:pt x="42" y="2"/>
                  </a:cubicBezTo>
                  <a:cubicBezTo>
                    <a:pt x="39" y="2"/>
                    <a:pt x="36" y="2"/>
                    <a:pt x="33" y="2"/>
                  </a:cubicBezTo>
                  <a:cubicBezTo>
                    <a:pt x="32" y="2"/>
                    <a:pt x="30" y="2"/>
                    <a:pt x="28" y="2"/>
                  </a:cubicBezTo>
                  <a:cubicBezTo>
                    <a:pt x="22" y="2"/>
                    <a:pt x="16" y="3"/>
                    <a:pt x="11" y="3"/>
                  </a:cubicBezTo>
                  <a:cubicBezTo>
                    <a:pt x="9" y="3"/>
                    <a:pt x="7" y="3"/>
                    <a:pt x="5" y="3"/>
                  </a:cubicBezTo>
                  <a:cubicBezTo>
                    <a:pt x="4" y="2"/>
                    <a:pt x="2" y="2"/>
                    <a:pt x="1" y="2"/>
                  </a:cubicBezTo>
                  <a:cubicBezTo>
                    <a:pt x="0" y="2"/>
                    <a:pt x="0" y="1"/>
                    <a:pt x="1" y="0"/>
                  </a:cubicBezTo>
                  <a:cubicBezTo>
                    <a:pt x="2" y="0"/>
                    <a:pt x="2" y="0"/>
                    <a:pt x="3" y="0"/>
                  </a:cubicBezTo>
                  <a:cubicBezTo>
                    <a:pt x="8" y="1"/>
                    <a:pt x="13" y="1"/>
                    <a:pt x="17" y="1"/>
                  </a:cubicBezTo>
                  <a:cubicBezTo>
                    <a:pt x="20" y="1"/>
                    <a:pt x="23" y="1"/>
                    <a:pt x="26" y="1"/>
                  </a:cubicBezTo>
                  <a:cubicBezTo>
                    <a:pt x="29" y="0"/>
                    <a:pt x="32" y="1"/>
                    <a:pt x="34" y="1"/>
                  </a:cubicBezTo>
                  <a:cubicBezTo>
                    <a:pt x="38" y="1"/>
                    <a:pt x="42" y="1"/>
                    <a:pt x="46" y="1"/>
                  </a:cubicBezTo>
                  <a:cubicBezTo>
                    <a:pt x="49" y="1"/>
                    <a:pt x="52" y="1"/>
                    <a:pt x="56" y="1"/>
                  </a:cubicBezTo>
                  <a:cubicBezTo>
                    <a:pt x="58" y="1"/>
                    <a:pt x="60" y="1"/>
                    <a:pt x="62" y="1"/>
                  </a:cubicBezTo>
                  <a:cubicBezTo>
                    <a:pt x="67" y="1"/>
                    <a:pt x="71" y="1"/>
                    <a:pt x="76" y="1"/>
                  </a:cubicBezTo>
                  <a:cubicBezTo>
                    <a:pt x="81" y="1"/>
                    <a:pt x="85" y="1"/>
                    <a:pt x="90" y="2"/>
                  </a:cubicBezTo>
                  <a:cubicBezTo>
                    <a:pt x="92" y="2"/>
                    <a:pt x="94" y="2"/>
                    <a:pt x="96" y="2"/>
                  </a:cubicBezTo>
                  <a:cubicBezTo>
                    <a:pt x="99" y="2"/>
                    <a:pt x="101" y="2"/>
                    <a:pt x="104" y="2"/>
                  </a:cubicBezTo>
                  <a:cubicBezTo>
                    <a:pt x="108" y="2"/>
                    <a:pt x="111" y="2"/>
                    <a:pt x="114" y="2"/>
                  </a:cubicBezTo>
                  <a:cubicBezTo>
                    <a:pt x="119" y="2"/>
                    <a:pt x="123" y="2"/>
                    <a:pt x="127" y="2"/>
                  </a:cubicBezTo>
                  <a:cubicBezTo>
                    <a:pt x="130" y="2"/>
                    <a:pt x="133" y="2"/>
                    <a:pt x="136" y="2"/>
                  </a:cubicBezTo>
                  <a:cubicBezTo>
                    <a:pt x="141" y="2"/>
                    <a:pt x="146" y="2"/>
                    <a:pt x="151" y="2"/>
                  </a:cubicBezTo>
                  <a:cubicBezTo>
                    <a:pt x="154" y="2"/>
                    <a:pt x="157" y="2"/>
                    <a:pt x="159" y="2"/>
                  </a:cubicBezTo>
                  <a:cubicBezTo>
                    <a:pt x="164" y="2"/>
                    <a:pt x="169" y="2"/>
                    <a:pt x="174" y="2"/>
                  </a:cubicBezTo>
                  <a:cubicBezTo>
                    <a:pt x="179" y="3"/>
                    <a:pt x="184" y="3"/>
                    <a:pt x="190" y="3"/>
                  </a:cubicBezTo>
                  <a:cubicBezTo>
                    <a:pt x="194" y="3"/>
                    <a:pt x="199" y="3"/>
                    <a:pt x="203" y="3"/>
                  </a:cubicBezTo>
                  <a:cubicBezTo>
                    <a:pt x="209" y="3"/>
                    <a:pt x="216" y="3"/>
                    <a:pt x="223" y="3"/>
                  </a:cubicBezTo>
                  <a:cubicBezTo>
                    <a:pt x="224" y="3"/>
                    <a:pt x="226" y="3"/>
                    <a:pt x="228" y="3"/>
                  </a:cubicBezTo>
                  <a:cubicBezTo>
                    <a:pt x="231" y="3"/>
                    <a:pt x="233" y="3"/>
                    <a:pt x="235" y="2"/>
                  </a:cubicBezTo>
                  <a:cubicBezTo>
                    <a:pt x="237" y="2"/>
                    <a:pt x="238" y="2"/>
                    <a:pt x="240" y="2"/>
                  </a:cubicBezTo>
                  <a:cubicBezTo>
                    <a:pt x="240" y="2"/>
                    <a:pt x="240" y="2"/>
                    <a:pt x="241"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98" name="Freeform 605">
              <a:extLst>
                <a:ext uri="{FF2B5EF4-FFF2-40B4-BE49-F238E27FC236}">
                  <a16:creationId xmlns:a16="http://schemas.microsoft.com/office/drawing/2014/main" id="{A4E61066-1AAE-4DBE-95A9-C99AA7918969}"/>
                </a:ext>
              </a:extLst>
            </p:cNvPr>
            <p:cNvSpPr>
              <a:spLocks/>
            </p:cNvSpPr>
            <p:nvPr/>
          </p:nvSpPr>
          <p:spPr bwMode="auto">
            <a:xfrm>
              <a:off x="12138026" y="5916613"/>
              <a:ext cx="17463" cy="1381125"/>
            </a:xfrm>
            <a:custGeom>
              <a:avLst/>
              <a:gdLst>
                <a:gd name="T0" fmla="*/ 3 w 4"/>
                <a:gd name="T1" fmla="*/ 319 h 319"/>
                <a:gd name="T2" fmla="*/ 3 w 4"/>
                <a:gd name="T3" fmla="*/ 305 h 319"/>
                <a:gd name="T4" fmla="*/ 3 w 4"/>
                <a:gd name="T5" fmla="*/ 291 h 319"/>
                <a:gd name="T6" fmla="*/ 3 w 4"/>
                <a:gd name="T7" fmla="*/ 278 h 319"/>
                <a:gd name="T8" fmla="*/ 3 w 4"/>
                <a:gd name="T9" fmla="*/ 255 h 319"/>
                <a:gd name="T10" fmla="*/ 3 w 4"/>
                <a:gd name="T11" fmla="*/ 241 h 319"/>
                <a:gd name="T12" fmla="*/ 2 w 4"/>
                <a:gd name="T13" fmla="*/ 214 h 319"/>
                <a:gd name="T14" fmla="*/ 1 w 4"/>
                <a:gd name="T15" fmla="*/ 191 h 319"/>
                <a:gd name="T16" fmla="*/ 0 w 4"/>
                <a:gd name="T17" fmla="*/ 173 h 319"/>
                <a:gd name="T18" fmla="*/ 0 w 4"/>
                <a:gd name="T19" fmla="*/ 158 h 319"/>
                <a:gd name="T20" fmla="*/ 0 w 4"/>
                <a:gd name="T21" fmla="*/ 145 h 319"/>
                <a:gd name="T22" fmla="*/ 0 w 4"/>
                <a:gd name="T23" fmla="*/ 138 h 319"/>
                <a:gd name="T24" fmla="*/ 0 w 4"/>
                <a:gd name="T25" fmla="*/ 120 h 319"/>
                <a:gd name="T26" fmla="*/ 0 w 4"/>
                <a:gd name="T27" fmla="*/ 98 h 319"/>
                <a:gd name="T28" fmla="*/ 1 w 4"/>
                <a:gd name="T29" fmla="*/ 78 h 319"/>
                <a:gd name="T30" fmla="*/ 1 w 4"/>
                <a:gd name="T31" fmla="*/ 53 h 319"/>
                <a:gd name="T32" fmla="*/ 1 w 4"/>
                <a:gd name="T33" fmla="*/ 36 h 319"/>
                <a:gd name="T34" fmla="*/ 1 w 4"/>
                <a:gd name="T35" fmla="*/ 20 h 319"/>
                <a:gd name="T36" fmla="*/ 1 w 4"/>
                <a:gd name="T37" fmla="*/ 1 h 319"/>
                <a:gd name="T38" fmla="*/ 3 w 4"/>
                <a:gd name="T39" fmla="*/ 5 h 319"/>
                <a:gd name="T40" fmla="*/ 3 w 4"/>
                <a:gd name="T41" fmla="*/ 18 h 319"/>
                <a:gd name="T42" fmla="*/ 3 w 4"/>
                <a:gd name="T43" fmla="*/ 27 h 319"/>
                <a:gd name="T44" fmla="*/ 2 w 4"/>
                <a:gd name="T45" fmla="*/ 41 h 319"/>
                <a:gd name="T46" fmla="*/ 2 w 4"/>
                <a:gd name="T47" fmla="*/ 60 h 319"/>
                <a:gd name="T48" fmla="*/ 2 w 4"/>
                <a:gd name="T49" fmla="*/ 87 h 319"/>
                <a:gd name="T50" fmla="*/ 2 w 4"/>
                <a:gd name="T51" fmla="*/ 106 h 319"/>
                <a:gd name="T52" fmla="*/ 2 w 4"/>
                <a:gd name="T53" fmla="*/ 133 h 319"/>
                <a:gd name="T54" fmla="*/ 2 w 4"/>
                <a:gd name="T55" fmla="*/ 147 h 319"/>
                <a:gd name="T56" fmla="*/ 2 w 4"/>
                <a:gd name="T57" fmla="*/ 166 h 319"/>
                <a:gd name="T58" fmla="*/ 2 w 4"/>
                <a:gd name="T59" fmla="*/ 182 h 319"/>
                <a:gd name="T60" fmla="*/ 2 w 4"/>
                <a:gd name="T61" fmla="*/ 199 h 319"/>
                <a:gd name="T62" fmla="*/ 3 w 4"/>
                <a:gd name="T63" fmla="*/ 221 h 319"/>
                <a:gd name="T64" fmla="*/ 4 w 4"/>
                <a:gd name="T65" fmla="*/ 243 h 319"/>
                <a:gd name="T66" fmla="*/ 4 w 4"/>
                <a:gd name="T67" fmla="*/ 258 h 319"/>
                <a:gd name="T68" fmla="*/ 4 w 4"/>
                <a:gd name="T69" fmla="*/ 269 h 319"/>
                <a:gd name="T70" fmla="*/ 4 w 4"/>
                <a:gd name="T71" fmla="*/ 298 h 319"/>
                <a:gd name="T72" fmla="*/ 3 w 4"/>
                <a:gd name="T73" fmla="*/ 319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319">
                  <a:moveTo>
                    <a:pt x="3" y="319"/>
                  </a:moveTo>
                  <a:cubicBezTo>
                    <a:pt x="3" y="319"/>
                    <a:pt x="3" y="319"/>
                    <a:pt x="3" y="319"/>
                  </a:cubicBezTo>
                  <a:cubicBezTo>
                    <a:pt x="3" y="318"/>
                    <a:pt x="3" y="318"/>
                    <a:pt x="3" y="317"/>
                  </a:cubicBezTo>
                  <a:cubicBezTo>
                    <a:pt x="3" y="313"/>
                    <a:pt x="3" y="309"/>
                    <a:pt x="3" y="305"/>
                  </a:cubicBezTo>
                  <a:cubicBezTo>
                    <a:pt x="3" y="303"/>
                    <a:pt x="3" y="302"/>
                    <a:pt x="3" y="300"/>
                  </a:cubicBezTo>
                  <a:cubicBezTo>
                    <a:pt x="3" y="297"/>
                    <a:pt x="3" y="294"/>
                    <a:pt x="3" y="291"/>
                  </a:cubicBezTo>
                  <a:cubicBezTo>
                    <a:pt x="3" y="288"/>
                    <a:pt x="3" y="285"/>
                    <a:pt x="3" y="282"/>
                  </a:cubicBezTo>
                  <a:cubicBezTo>
                    <a:pt x="3" y="281"/>
                    <a:pt x="3" y="279"/>
                    <a:pt x="3" y="278"/>
                  </a:cubicBezTo>
                  <a:cubicBezTo>
                    <a:pt x="3" y="275"/>
                    <a:pt x="3" y="273"/>
                    <a:pt x="3" y="270"/>
                  </a:cubicBezTo>
                  <a:cubicBezTo>
                    <a:pt x="3" y="265"/>
                    <a:pt x="3" y="260"/>
                    <a:pt x="3" y="255"/>
                  </a:cubicBezTo>
                  <a:cubicBezTo>
                    <a:pt x="3" y="253"/>
                    <a:pt x="3" y="251"/>
                    <a:pt x="3" y="250"/>
                  </a:cubicBezTo>
                  <a:cubicBezTo>
                    <a:pt x="3" y="247"/>
                    <a:pt x="3" y="244"/>
                    <a:pt x="3" y="241"/>
                  </a:cubicBezTo>
                  <a:cubicBezTo>
                    <a:pt x="3" y="238"/>
                    <a:pt x="3" y="234"/>
                    <a:pt x="2" y="231"/>
                  </a:cubicBezTo>
                  <a:cubicBezTo>
                    <a:pt x="2" y="225"/>
                    <a:pt x="2" y="220"/>
                    <a:pt x="2" y="214"/>
                  </a:cubicBezTo>
                  <a:cubicBezTo>
                    <a:pt x="2" y="210"/>
                    <a:pt x="1" y="206"/>
                    <a:pt x="1" y="202"/>
                  </a:cubicBezTo>
                  <a:cubicBezTo>
                    <a:pt x="1" y="198"/>
                    <a:pt x="1" y="195"/>
                    <a:pt x="1" y="191"/>
                  </a:cubicBezTo>
                  <a:cubicBezTo>
                    <a:pt x="1" y="188"/>
                    <a:pt x="0" y="185"/>
                    <a:pt x="0" y="182"/>
                  </a:cubicBezTo>
                  <a:cubicBezTo>
                    <a:pt x="0" y="179"/>
                    <a:pt x="0" y="176"/>
                    <a:pt x="0" y="173"/>
                  </a:cubicBezTo>
                  <a:cubicBezTo>
                    <a:pt x="0" y="170"/>
                    <a:pt x="0" y="166"/>
                    <a:pt x="0" y="163"/>
                  </a:cubicBezTo>
                  <a:cubicBezTo>
                    <a:pt x="0" y="161"/>
                    <a:pt x="0" y="160"/>
                    <a:pt x="0" y="158"/>
                  </a:cubicBezTo>
                  <a:cubicBezTo>
                    <a:pt x="0" y="156"/>
                    <a:pt x="0" y="154"/>
                    <a:pt x="0" y="153"/>
                  </a:cubicBezTo>
                  <a:cubicBezTo>
                    <a:pt x="0" y="150"/>
                    <a:pt x="0" y="147"/>
                    <a:pt x="0" y="145"/>
                  </a:cubicBezTo>
                  <a:cubicBezTo>
                    <a:pt x="0" y="143"/>
                    <a:pt x="0" y="142"/>
                    <a:pt x="0" y="140"/>
                  </a:cubicBezTo>
                  <a:cubicBezTo>
                    <a:pt x="0" y="140"/>
                    <a:pt x="0" y="139"/>
                    <a:pt x="0" y="138"/>
                  </a:cubicBezTo>
                  <a:cubicBezTo>
                    <a:pt x="0" y="136"/>
                    <a:pt x="0" y="134"/>
                    <a:pt x="0" y="132"/>
                  </a:cubicBezTo>
                  <a:cubicBezTo>
                    <a:pt x="0" y="128"/>
                    <a:pt x="0" y="124"/>
                    <a:pt x="0" y="120"/>
                  </a:cubicBezTo>
                  <a:cubicBezTo>
                    <a:pt x="0" y="118"/>
                    <a:pt x="0" y="116"/>
                    <a:pt x="0" y="113"/>
                  </a:cubicBezTo>
                  <a:cubicBezTo>
                    <a:pt x="1" y="108"/>
                    <a:pt x="0" y="103"/>
                    <a:pt x="0" y="98"/>
                  </a:cubicBezTo>
                  <a:cubicBezTo>
                    <a:pt x="1" y="95"/>
                    <a:pt x="1" y="93"/>
                    <a:pt x="1" y="91"/>
                  </a:cubicBezTo>
                  <a:cubicBezTo>
                    <a:pt x="1" y="87"/>
                    <a:pt x="1" y="82"/>
                    <a:pt x="1" y="78"/>
                  </a:cubicBezTo>
                  <a:cubicBezTo>
                    <a:pt x="1" y="75"/>
                    <a:pt x="1" y="71"/>
                    <a:pt x="1" y="67"/>
                  </a:cubicBezTo>
                  <a:cubicBezTo>
                    <a:pt x="1" y="62"/>
                    <a:pt x="1" y="58"/>
                    <a:pt x="1" y="53"/>
                  </a:cubicBezTo>
                  <a:cubicBezTo>
                    <a:pt x="1" y="50"/>
                    <a:pt x="1" y="48"/>
                    <a:pt x="1" y="45"/>
                  </a:cubicBezTo>
                  <a:cubicBezTo>
                    <a:pt x="1" y="42"/>
                    <a:pt x="1" y="39"/>
                    <a:pt x="1" y="36"/>
                  </a:cubicBezTo>
                  <a:cubicBezTo>
                    <a:pt x="1" y="34"/>
                    <a:pt x="1" y="32"/>
                    <a:pt x="1" y="30"/>
                  </a:cubicBezTo>
                  <a:cubicBezTo>
                    <a:pt x="2" y="26"/>
                    <a:pt x="1" y="23"/>
                    <a:pt x="1" y="20"/>
                  </a:cubicBezTo>
                  <a:cubicBezTo>
                    <a:pt x="1" y="16"/>
                    <a:pt x="2" y="13"/>
                    <a:pt x="1" y="9"/>
                  </a:cubicBezTo>
                  <a:cubicBezTo>
                    <a:pt x="1" y="6"/>
                    <a:pt x="1" y="3"/>
                    <a:pt x="1" y="1"/>
                  </a:cubicBezTo>
                  <a:cubicBezTo>
                    <a:pt x="1" y="0"/>
                    <a:pt x="1" y="0"/>
                    <a:pt x="1" y="0"/>
                  </a:cubicBezTo>
                  <a:cubicBezTo>
                    <a:pt x="2" y="1"/>
                    <a:pt x="3" y="3"/>
                    <a:pt x="3" y="5"/>
                  </a:cubicBezTo>
                  <a:cubicBezTo>
                    <a:pt x="3" y="7"/>
                    <a:pt x="3" y="8"/>
                    <a:pt x="3" y="10"/>
                  </a:cubicBezTo>
                  <a:cubicBezTo>
                    <a:pt x="3" y="13"/>
                    <a:pt x="3" y="15"/>
                    <a:pt x="3" y="18"/>
                  </a:cubicBezTo>
                  <a:cubicBezTo>
                    <a:pt x="3" y="20"/>
                    <a:pt x="3" y="22"/>
                    <a:pt x="3" y="24"/>
                  </a:cubicBezTo>
                  <a:cubicBezTo>
                    <a:pt x="3" y="25"/>
                    <a:pt x="3" y="26"/>
                    <a:pt x="3" y="27"/>
                  </a:cubicBezTo>
                  <a:cubicBezTo>
                    <a:pt x="3" y="29"/>
                    <a:pt x="3" y="31"/>
                    <a:pt x="3" y="33"/>
                  </a:cubicBezTo>
                  <a:cubicBezTo>
                    <a:pt x="3" y="35"/>
                    <a:pt x="2" y="38"/>
                    <a:pt x="2" y="41"/>
                  </a:cubicBezTo>
                  <a:cubicBezTo>
                    <a:pt x="3" y="43"/>
                    <a:pt x="2" y="45"/>
                    <a:pt x="2" y="47"/>
                  </a:cubicBezTo>
                  <a:cubicBezTo>
                    <a:pt x="2" y="51"/>
                    <a:pt x="2" y="56"/>
                    <a:pt x="2" y="60"/>
                  </a:cubicBezTo>
                  <a:cubicBezTo>
                    <a:pt x="2" y="65"/>
                    <a:pt x="2" y="69"/>
                    <a:pt x="2" y="73"/>
                  </a:cubicBezTo>
                  <a:cubicBezTo>
                    <a:pt x="2" y="78"/>
                    <a:pt x="2" y="82"/>
                    <a:pt x="2" y="87"/>
                  </a:cubicBezTo>
                  <a:cubicBezTo>
                    <a:pt x="2" y="90"/>
                    <a:pt x="2" y="94"/>
                    <a:pt x="2" y="98"/>
                  </a:cubicBezTo>
                  <a:cubicBezTo>
                    <a:pt x="1" y="100"/>
                    <a:pt x="2" y="103"/>
                    <a:pt x="2" y="106"/>
                  </a:cubicBezTo>
                  <a:cubicBezTo>
                    <a:pt x="2" y="110"/>
                    <a:pt x="2" y="113"/>
                    <a:pt x="1" y="117"/>
                  </a:cubicBezTo>
                  <a:cubicBezTo>
                    <a:pt x="1" y="122"/>
                    <a:pt x="2" y="127"/>
                    <a:pt x="2" y="133"/>
                  </a:cubicBezTo>
                  <a:cubicBezTo>
                    <a:pt x="2" y="136"/>
                    <a:pt x="2" y="139"/>
                    <a:pt x="2" y="143"/>
                  </a:cubicBezTo>
                  <a:cubicBezTo>
                    <a:pt x="2" y="144"/>
                    <a:pt x="2" y="145"/>
                    <a:pt x="2" y="147"/>
                  </a:cubicBezTo>
                  <a:cubicBezTo>
                    <a:pt x="2" y="151"/>
                    <a:pt x="2" y="156"/>
                    <a:pt x="2" y="161"/>
                  </a:cubicBezTo>
                  <a:cubicBezTo>
                    <a:pt x="2" y="163"/>
                    <a:pt x="2" y="164"/>
                    <a:pt x="2" y="166"/>
                  </a:cubicBezTo>
                  <a:cubicBezTo>
                    <a:pt x="2" y="167"/>
                    <a:pt x="2" y="168"/>
                    <a:pt x="2" y="170"/>
                  </a:cubicBezTo>
                  <a:cubicBezTo>
                    <a:pt x="2" y="174"/>
                    <a:pt x="2" y="178"/>
                    <a:pt x="2" y="182"/>
                  </a:cubicBezTo>
                  <a:cubicBezTo>
                    <a:pt x="2" y="185"/>
                    <a:pt x="2" y="188"/>
                    <a:pt x="2" y="191"/>
                  </a:cubicBezTo>
                  <a:cubicBezTo>
                    <a:pt x="2" y="193"/>
                    <a:pt x="2" y="196"/>
                    <a:pt x="2" y="199"/>
                  </a:cubicBezTo>
                  <a:cubicBezTo>
                    <a:pt x="2" y="202"/>
                    <a:pt x="2" y="205"/>
                    <a:pt x="3" y="208"/>
                  </a:cubicBezTo>
                  <a:cubicBezTo>
                    <a:pt x="3" y="212"/>
                    <a:pt x="3" y="217"/>
                    <a:pt x="3" y="221"/>
                  </a:cubicBezTo>
                  <a:cubicBezTo>
                    <a:pt x="3" y="224"/>
                    <a:pt x="3" y="228"/>
                    <a:pt x="3" y="231"/>
                  </a:cubicBezTo>
                  <a:cubicBezTo>
                    <a:pt x="4" y="235"/>
                    <a:pt x="4" y="239"/>
                    <a:pt x="4" y="243"/>
                  </a:cubicBezTo>
                  <a:cubicBezTo>
                    <a:pt x="4" y="246"/>
                    <a:pt x="4" y="248"/>
                    <a:pt x="4" y="250"/>
                  </a:cubicBezTo>
                  <a:cubicBezTo>
                    <a:pt x="4" y="253"/>
                    <a:pt x="4" y="255"/>
                    <a:pt x="4" y="258"/>
                  </a:cubicBezTo>
                  <a:cubicBezTo>
                    <a:pt x="4" y="261"/>
                    <a:pt x="4" y="264"/>
                    <a:pt x="4" y="267"/>
                  </a:cubicBezTo>
                  <a:cubicBezTo>
                    <a:pt x="4" y="268"/>
                    <a:pt x="4" y="268"/>
                    <a:pt x="4" y="269"/>
                  </a:cubicBezTo>
                  <a:cubicBezTo>
                    <a:pt x="4" y="276"/>
                    <a:pt x="4" y="283"/>
                    <a:pt x="4" y="291"/>
                  </a:cubicBezTo>
                  <a:cubicBezTo>
                    <a:pt x="4" y="293"/>
                    <a:pt x="4" y="296"/>
                    <a:pt x="4" y="298"/>
                  </a:cubicBezTo>
                  <a:cubicBezTo>
                    <a:pt x="4" y="301"/>
                    <a:pt x="4" y="305"/>
                    <a:pt x="4" y="308"/>
                  </a:cubicBezTo>
                  <a:cubicBezTo>
                    <a:pt x="4" y="312"/>
                    <a:pt x="4" y="315"/>
                    <a:pt x="3" y="3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99" name="Freeform 606">
              <a:extLst>
                <a:ext uri="{FF2B5EF4-FFF2-40B4-BE49-F238E27FC236}">
                  <a16:creationId xmlns:a16="http://schemas.microsoft.com/office/drawing/2014/main" id="{6226E6ED-E441-4B94-9B08-2AECD960E96B}"/>
                </a:ext>
              </a:extLst>
            </p:cNvPr>
            <p:cNvSpPr>
              <a:spLocks/>
            </p:cNvSpPr>
            <p:nvPr/>
          </p:nvSpPr>
          <p:spPr bwMode="auto">
            <a:xfrm>
              <a:off x="12682538" y="5864225"/>
              <a:ext cx="82550" cy="87313"/>
            </a:xfrm>
            <a:custGeom>
              <a:avLst/>
              <a:gdLst>
                <a:gd name="T0" fmla="*/ 0 w 19"/>
                <a:gd name="T1" fmla="*/ 19 h 20"/>
                <a:gd name="T2" fmla="*/ 3 w 19"/>
                <a:gd name="T3" fmla="*/ 14 h 20"/>
                <a:gd name="T4" fmla="*/ 6 w 19"/>
                <a:gd name="T5" fmla="*/ 10 h 20"/>
                <a:gd name="T6" fmla="*/ 6 w 19"/>
                <a:gd name="T7" fmla="*/ 9 h 20"/>
                <a:gd name="T8" fmla="*/ 12 w 19"/>
                <a:gd name="T9" fmla="*/ 1 h 20"/>
                <a:gd name="T10" fmla="*/ 13 w 19"/>
                <a:gd name="T11" fmla="*/ 0 h 20"/>
                <a:gd name="T12" fmla="*/ 19 w 19"/>
                <a:gd name="T13" fmla="*/ 5 h 20"/>
                <a:gd name="T14" fmla="*/ 13 w 19"/>
                <a:gd name="T15" fmla="*/ 9 h 20"/>
                <a:gd name="T16" fmla="*/ 11 w 19"/>
                <a:gd name="T17" fmla="*/ 12 h 20"/>
                <a:gd name="T18" fmla="*/ 6 w 19"/>
                <a:gd name="T19" fmla="*/ 17 h 20"/>
                <a:gd name="T20" fmla="*/ 4 w 19"/>
                <a:gd name="T21" fmla="*/ 19 h 20"/>
                <a:gd name="T22" fmla="*/ 0 w 19"/>
                <a:gd name="T2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0">
                  <a:moveTo>
                    <a:pt x="0" y="19"/>
                  </a:moveTo>
                  <a:cubicBezTo>
                    <a:pt x="1" y="17"/>
                    <a:pt x="2" y="16"/>
                    <a:pt x="3" y="14"/>
                  </a:cubicBezTo>
                  <a:cubicBezTo>
                    <a:pt x="4" y="12"/>
                    <a:pt x="5" y="11"/>
                    <a:pt x="6" y="10"/>
                  </a:cubicBezTo>
                  <a:cubicBezTo>
                    <a:pt x="6" y="9"/>
                    <a:pt x="6" y="9"/>
                    <a:pt x="6" y="9"/>
                  </a:cubicBezTo>
                  <a:cubicBezTo>
                    <a:pt x="8" y="7"/>
                    <a:pt x="10" y="4"/>
                    <a:pt x="12" y="1"/>
                  </a:cubicBezTo>
                  <a:cubicBezTo>
                    <a:pt x="12" y="1"/>
                    <a:pt x="13" y="1"/>
                    <a:pt x="13" y="0"/>
                  </a:cubicBezTo>
                  <a:cubicBezTo>
                    <a:pt x="15" y="2"/>
                    <a:pt x="17" y="3"/>
                    <a:pt x="19" y="5"/>
                  </a:cubicBezTo>
                  <a:cubicBezTo>
                    <a:pt x="17" y="6"/>
                    <a:pt x="15" y="8"/>
                    <a:pt x="13" y="9"/>
                  </a:cubicBezTo>
                  <a:cubicBezTo>
                    <a:pt x="12" y="10"/>
                    <a:pt x="12" y="11"/>
                    <a:pt x="11" y="12"/>
                  </a:cubicBezTo>
                  <a:cubicBezTo>
                    <a:pt x="9" y="13"/>
                    <a:pt x="8" y="15"/>
                    <a:pt x="6" y="17"/>
                  </a:cubicBezTo>
                  <a:cubicBezTo>
                    <a:pt x="5" y="17"/>
                    <a:pt x="4" y="18"/>
                    <a:pt x="4" y="19"/>
                  </a:cubicBezTo>
                  <a:cubicBezTo>
                    <a:pt x="3" y="20"/>
                    <a:pt x="2" y="20"/>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100" name="Freeform 608">
              <a:extLst>
                <a:ext uri="{FF2B5EF4-FFF2-40B4-BE49-F238E27FC236}">
                  <a16:creationId xmlns:a16="http://schemas.microsoft.com/office/drawing/2014/main" id="{16F3D3A7-7BE4-4100-BC0B-8FB6D7F063F3}"/>
                </a:ext>
              </a:extLst>
            </p:cNvPr>
            <p:cNvSpPr>
              <a:spLocks/>
            </p:cNvSpPr>
            <p:nvPr/>
          </p:nvSpPr>
          <p:spPr bwMode="auto">
            <a:xfrm>
              <a:off x="12768263" y="5821363"/>
              <a:ext cx="39688" cy="69850"/>
            </a:xfrm>
            <a:custGeom>
              <a:avLst/>
              <a:gdLst>
                <a:gd name="T0" fmla="*/ 2 w 9"/>
                <a:gd name="T1" fmla="*/ 0 h 16"/>
                <a:gd name="T2" fmla="*/ 5 w 9"/>
                <a:gd name="T3" fmla="*/ 2 h 16"/>
                <a:gd name="T4" fmla="*/ 4 w 9"/>
                <a:gd name="T5" fmla="*/ 6 h 16"/>
                <a:gd name="T6" fmla="*/ 4 w 9"/>
                <a:gd name="T7" fmla="*/ 10 h 16"/>
                <a:gd name="T8" fmla="*/ 4 w 9"/>
                <a:gd name="T9" fmla="*/ 11 h 16"/>
                <a:gd name="T10" fmla="*/ 5 w 9"/>
                <a:gd name="T11" fmla="*/ 11 h 16"/>
                <a:gd name="T12" fmla="*/ 5 w 9"/>
                <a:gd name="T13" fmla="*/ 11 h 16"/>
                <a:gd name="T14" fmla="*/ 6 w 9"/>
                <a:gd name="T15" fmla="*/ 7 h 16"/>
                <a:gd name="T16" fmla="*/ 6 w 9"/>
                <a:gd name="T17" fmla="*/ 4 h 16"/>
                <a:gd name="T18" fmla="*/ 6 w 9"/>
                <a:gd name="T19" fmla="*/ 4 h 16"/>
                <a:gd name="T20" fmla="*/ 8 w 9"/>
                <a:gd name="T21" fmla="*/ 14 h 16"/>
                <a:gd name="T22" fmla="*/ 5 w 9"/>
                <a:gd name="T23" fmla="*/ 16 h 16"/>
                <a:gd name="T24" fmla="*/ 2 w 9"/>
                <a:gd name="T25" fmla="*/ 14 h 16"/>
                <a:gd name="T26" fmla="*/ 1 w 9"/>
                <a:gd name="T27" fmla="*/ 13 h 16"/>
                <a:gd name="T28" fmla="*/ 0 w 9"/>
                <a:gd name="T29" fmla="*/ 13 h 16"/>
                <a:gd name="T30" fmla="*/ 1 w 9"/>
                <a:gd name="T31" fmla="*/ 12 h 16"/>
                <a:gd name="T32" fmla="*/ 1 w 9"/>
                <a:gd name="T33" fmla="*/ 6 h 16"/>
                <a:gd name="T34" fmla="*/ 2 w 9"/>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6">
                  <a:moveTo>
                    <a:pt x="2" y="0"/>
                  </a:moveTo>
                  <a:cubicBezTo>
                    <a:pt x="3" y="1"/>
                    <a:pt x="4" y="1"/>
                    <a:pt x="5" y="2"/>
                  </a:cubicBezTo>
                  <a:cubicBezTo>
                    <a:pt x="4" y="3"/>
                    <a:pt x="3" y="4"/>
                    <a:pt x="4" y="6"/>
                  </a:cubicBezTo>
                  <a:cubicBezTo>
                    <a:pt x="4" y="7"/>
                    <a:pt x="4" y="9"/>
                    <a:pt x="4" y="10"/>
                  </a:cubicBezTo>
                  <a:cubicBezTo>
                    <a:pt x="4" y="10"/>
                    <a:pt x="4" y="11"/>
                    <a:pt x="4" y="11"/>
                  </a:cubicBezTo>
                  <a:cubicBezTo>
                    <a:pt x="4" y="11"/>
                    <a:pt x="5" y="11"/>
                    <a:pt x="5" y="11"/>
                  </a:cubicBezTo>
                  <a:cubicBezTo>
                    <a:pt x="5" y="11"/>
                    <a:pt x="5" y="11"/>
                    <a:pt x="5" y="11"/>
                  </a:cubicBezTo>
                  <a:cubicBezTo>
                    <a:pt x="6" y="9"/>
                    <a:pt x="6" y="8"/>
                    <a:pt x="6" y="7"/>
                  </a:cubicBezTo>
                  <a:cubicBezTo>
                    <a:pt x="6" y="6"/>
                    <a:pt x="6" y="5"/>
                    <a:pt x="6" y="4"/>
                  </a:cubicBezTo>
                  <a:cubicBezTo>
                    <a:pt x="6" y="4"/>
                    <a:pt x="6" y="4"/>
                    <a:pt x="6" y="4"/>
                  </a:cubicBezTo>
                  <a:cubicBezTo>
                    <a:pt x="8" y="7"/>
                    <a:pt x="9" y="10"/>
                    <a:pt x="8" y="14"/>
                  </a:cubicBezTo>
                  <a:cubicBezTo>
                    <a:pt x="8" y="16"/>
                    <a:pt x="7" y="16"/>
                    <a:pt x="5" y="16"/>
                  </a:cubicBezTo>
                  <a:cubicBezTo>
                    <a:pt x="4" y="15"/>
                    <a:pt x="3" y="15"/>
                    <a:pt x="2" y="14"/>
                  </a:cubicBezTo>
                  <a:cubicBezTo>
                    <a:pt x="2" y="14"/>
                    <a:pt x="2" y="13"/>
                    <a:pt x="1" y="13"/>
                  </a:cubicBezTo>
                  <a:cubicBezTo>
                    <a:pt x="1" y="13"/>
                    <a:pt x="0" y="13"/>
                    <a:pt x="0" y="13"/>
                  </a:cubicBezTo>
                  <a:cubicBezTo>
                    <a:pt x="0" y="12"/>
                    <a:pt x="0" y="12"/>
                    <a:pt x="1" y="12"/>
                  </a:cubicBezTo>
                  <a:cubicBezTo>
                    <a:pt x="1" y="10"/>
                    <a:pt x="1" y="8"/>
                    <a:pt x="1" y="6"/>
                  </a:cubicBezTo>
                  <a:cubicBezTo>
                    <a:pt x="1" y="4"/>
                    <a:pt x="2" y="2"/>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101" name="Freeform 609">
              <a:extLst>
                <a:ext uri="{FF2B5EF4-FFF2-40B4-BE49-F238E27FC236}">
                  <a16:creationId xmlns:a16="http://schemas.microsoft.com/office/drawing/2014/main" id="{B6EE7505-2A9B-4C3C-8E0C-BD512BA4C6E9}"/>
                </a:ext>
              </a:extLst>
            </p:cNvPr>
            <p:cNvSpPr>
              <a:spLocks/>
            </p:cNvSpPr>
            <p:nvPr/>
          </p:nvSpPr>
          <p:spPr bwMode="auto">
            <a:xfrm>
              <a:off x="12752388" y="5838825"/>
              <a:ext cx="15875" cy="34925"/>
            </a:xfrm>
            <a:custGeom>
              <a:avLst/>
              <a:gdLst>
                <a:gd name="T0" fmla="*/ 4 w 4"/>
                <a:gd name="T1" fmla="*/ 0 h 8"/>
                <a:gd name="T2" fmla="*/ 3 w 4"/>
                <a:gd name="T3" fmla="*/ 8 h 8"/>
                <a:gd name="T4" fmla="*/ 0 w 4"/>
                <a:gd name="T5" fmla="*/ 6 h 8"/>
                <a:gd name="T6" fmla="*/ 1 w 4"/>
                <a:gd name="T7" fmla="*/ 5 h 8"/>
                <a:gd name="T8" fmla="*/ 2 w 4"/>
                <a:gd name="T9" fmla="*/ 1 h 8"/>
                <a:gd name="T10" fmla="*/ 3 w 4"/>
                <a:gd name="T11" fmla="*/ 0 h 8"/>
                <a:gd name="T12" fmla="*/ 4 w 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4" y="0"/>
                  </a:moveTo>
                  <a:cubicBezTo>
                    <a:pt x="3" y="3"/>
                    <a:pt x="3" y="5"/>
                    <a:pt x="3" y="8"/>
                  </a:cubicBezTo>
                  <a:cubicBezTo>
                    <a:pt x="2" y="7"/>
                    <a:pt x="1" y="7"/>
                    <a:pt x="0" y="6"/>
                  </a:cubicBezTo>
                  <a:cubicBezTo>
                    <a:pt x="0" y="5"/>
                    <a:pt x="0" y="5"/>
                    <a:pt x="1" y="5"/>
                  </a:cubicBezTo>
                  <a:cubicBezTo>
                    <a:pt x="0" y="3"/>
                    <a:pt x="1" y="2"/>
                    <a:pt x="2" y="1"/>
                  </a:cubicBezTo>
                  <a:cubicBezTo>
                    <a:pt x="3" y="1"/>
                    <a:pt x="3" y="0"/>
                    <a:pt x="3" y="0"/>
                  </a:cubicBezTo>
                  <a:cubicBezTo>
                    <a:pt x="4" y="0"/>
                    <a:pt x="4"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102" name="Freeform 610">
              <a:extLst>
                <a:ext uri="{FF2B5EF4-FFF2-40B4-BE49-F238E27FC236}">
                  <a16:creationId xmlns:a16="http://schemas.microsoft.com/office/drawing/2014/main" id="{790C70AC-CABE-4847-AC18-057BB12DAF9B}"/>
                </a:ext>
              </a:extLst>
            </p:cNvPr>
            <p:cNvSpPr>
              <a:spLocks/>
            </p:cNvSpPr>
            <p:nvPr/>
          </p:nvSpPr>
          <p:spPr bwMode="auto">
            <a:xfrm>
              <a:off x="12755563" y="5813425"/>
              <a:ext cx="12700" cy="25400"/>
            </a:xfrm>
            <a:custGeom>
              <a:avLst/>
              <a:gdLst>
                <a:gd name="T0" fmla="*/ 2 w 3"/>
                <a:gd name="T1" fmla="*/ 6 h 6"/>
                <a:gd name="T2" fmla="*/ 0 w 3"/>
                <a:gd name="T3" fmla="*/ 6 h 6"/>
                <a:gd name="T4" fmla="*/ 2 w 3"/>
                <a:gd name="T5" fmla="*/ 0 h 6"/>
                <a:gd name="T6" fmla="*/ 3 w 3"/>
                <a:gd name="T7" fmla="*/ 0 h 6"/>
                <a:gd name="T8" fmla="*/ 3 w 3"/>
                <a:gd name="T9" fmla="*/ 5 h 6"/>
                <a:gd name="T10" fmla="*/ 3 w 3"/>
                <a:gd name="T11" fmla="*/ 6 h 6"/>
                <a:gd name="T12" fmla="*/ 2 w 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6"/>
                  </a:moveTo>
                  <a:cubicBezTo>
                    <a:pt x="2" y="5"/>
                    <a:pt x="1" y="6"/>
                    <a:pt x="0" y="6"/>
                  </a:cubicBezTo>
                  <a:cubicBezTo>
                    <a:pt x="1" y="4"/>
                    <a:pt x="1" y="2"/>
                    <a:pt x="2" y="0"/>
                  </a:cubicBezTo>
                  <a:cubicBezTo>
                    <a:pt x="2" y="0"/>
                    <a:pt x="3" y="0"/>
                    <a:pt x="3" y="0"/>
                  </a:cubicBezTo>
                  <a:cubicBezTo>
                    <a:pt x="3" y="2"/>
                    <a:pt x="3" y="3"/>
                    <a:pt x="3" y="5"/>
                  </a:cubicBezTo>
                  <a:cubicBezTo>
                    <a:pt x="3" y="5"/>
                    <a:pt x="3" y="6"/>
                    <a:pt x="3" y="6"/>
                  </a:cubicBezTo>
                  <a:cubicBezTo>
                    <a:pt x="3" y="6"/>
                    <a:pt x="3" y="6"/>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sp>
          <p:nvSpPr>
            <p:cNvPr id="103" name="Freeform 611">
              <a:extLst>
                <a:ext uri="{FF2B5EF4-FFF2-40B4-BE49-F238E27FC236}">
                  <a16:creationId xmlns:a16="http://schemas.microsoft.com/office/drawing/2014/main" id="{5D787BD0-4347-4EAD-8C94-4AEDD0006A05}"/>
                </a:ext>
              </a:extLst>
            </p:cNvPr>
            <p:cNvSpPr>
              <a:spLocks/>
            </p:cNvSpPr>
            <p:nvPr/>
          </p:nvSpPr>
          <p:spPr bwMode="auto">
            <a:xfrm>
              <a:off x="12742863" y="5803900"/>
              <a:ext cx="12700" cy="44450"/>
            </a:xfrm>
            <a:custGeom>
              <a:avLst/>
              <a:gdLst>
                <a:gd name="T0" fmla="*/ 1 w 3"/>
                <a:gd name="T1" fmla="*/ 1 h 10"/>
                <a:gd name="T2" fmla="*/ 3 w 3"/>
                <a:gd name="T3" fmla="*/ 1 h 10"/>
                <a:gd name="T4" fmla="*/ 1 w 3"/>
                <a:gd name="T5" fmla="*/ 10 h 10"/>
                <a:gd name="T6" fmla="*/ 1 w 3"/>
                <a:gd name="T7" fmla="*/ 10 h 10"/>
                <a:gd name="T8" fmla="*/ 0 w 3"/>
                <a:gd name="T9" fmla="*/ 9 h 10"/>
                <a:gd name="T10" fmla="*/ 1 w 3"/>
                <a:gd name="T11" fmla="*/ 7 h 10"/>
                <a:gd name="T12" fmla="*/ 1 w 3"/>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
                  </a:moveTo>
                  <a:cubicBezTo>
                    <a:pt x="2" y="0"/>
                    <a:pt x="3" y="0"/>
                    <a:pt x="3" y="1"/>
                  </a:cubicBezTo>
                  <a:cubicBezTo>
                    <a:pt x="2" y="4"/>
                    <a:pt x="2" y="7"/>
                    <a:pt x="1" y="10"/>
                  </a:cubicBezTo>
                  <a:cubicBezTo>
                    <a:pt x="1" y="10"/>
                    <a:pt x="1" y="10"/>
                    <a:pt x="1" y="10"/>
                  </a:cubicBezTo>
                  <a:cubicBezTo>
                    <a:pt x="1" y="9"/>
                    <a:pt x="0" y="9"/>
                    <a:pt x="0" y="9"/>
                  </a:cubicBezTo>
                  <a:cubicBezTo>
                    <a:pt x="0" y="8"/>
                    <a:pt x="1" y="7"/>
                    <a:pt x="1" y="7"/>
                  </a:cubicBezTo>
                  <a:cubicBezTo>
                    <a:pt x="1" y="5"/>
                    <a:pt x="1" y="3"/>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fontAlgn="base">
                <a:spcBef>
                  <a:spcPct val="20000"/>
                </a:spcBef>
                <a:spcAft>
                  <a:spcPct val="0"/>
                </a:spcAft>
              </a:pPr>
              <a:endParaRPr lang="en-US" sz="1100" b="1">
                <a:solidFill>
                  <a:srgbClr val="002776"/>
                </a:solidFill>
                <a:latin typeface="Arial" pitchFamily="34" charset="0"/>
                <a:cs typeface="Arial" pitchFamily="34" charset="0"/>
              </a:endParaRPr>
            </a:p>
          </p:txBody>
        </p:sp>
      </p:grpSp>
      <p:sp>
        <p:nvSpPr>
          <p:cNvPr id="105" name="TextBox 104">
            <a:extLst>
              <a:ext uri="{FF2B5EF4-FFF2-40B4-BE49-F238E27FC236}">
                <a16:creationId xmlns:a16="http://schemas.microsoft.com/office/drawing/2014/main" id="{339229C8-0F99-4FCB-859C-BB74A835862D}"/>
              </a:ext>
            </a:extLst>
          </p:cNvPr>
          <p:cNvSpPr txBox="1"/>
          <p:nvPr/>
        </p:nvSpPr>
        <p:spPr>
          <a:xfrm>
            <a:off x="844764" y="4376598"/>
            <a:ext cx="1851541" cy="1708160"/>
          </a:xfrm>
          <a:prstGeom prst="rect">
            <a:avLst/>
          </a:prstGeom>
          <a:noFill/>
        </p:spPr>
        <p:txBody>
          <a:bodyPr wrap="square">
            <a:spAutoFit/>
          </a:bodyPr>
          <a:lstStyle/>
          <a:p>
            <a:r>
              <a:rPr lang="en-US" sz="1050" b="1" dirty="0"/>
              <a:t>Success factor of a PX </a:t>
            </a:r>
            <a:r>
              <a:rPr lang="en-US" sz="1050" dirty="0"/>
              <a:t>can be measured with the following</a:t>
            </a:r>
          </a:p>
          <a:p>
            <a:r>
              <a:rPr lang="en-US" sz="1050" dirty="0"/>
              <a:t>inputs:</a:t>
            </a:r>
          </a:p>
          <a:p>
            <a:pPr marL="171450" indent="-171450">
              <a:buFont typeface="Arial" panose="020B0604020202020204" pitchFamily="34" charset="0"/>
              <a:buChar char="•"/>
            </a:pPr>
            <a:r>
              <a:rPr lang="en-US" sz="1050" dirty="0"/>
              <a:t>Number of participants in PX</a:t>
            </a:r>
          </a:p>
          <a:p>
            <a:pPr marL="171450" indent="-171450">
              <a:buFont typeface="Arial" panose="020B0604020202020204" pitchFamily="34" charset="0"/>
              <a:buChar char="•"/>
            </a:pPr>
            <a:r>
              <a:rPr lang="en-US" sz="1050" dirty="0"/>
              <a:t>Liquidity in the market</a:t>
            </a:r>
          </a:p>
          <a:p>
            <a:pPr marL="171450" indent="-171450">
              <a:buFont typeface="Arial" panose="020B0604020202020204" pitchFamily="34" charset="0"/>
              <a:buChar char="•"/>
            </a:pPr>
            <a:r>
              <a:rPr lang="en-US" sz="1050" dirty="0"/>
              <a:t>Market growth in terms of traded volume</a:t>
            </a:r>
          </a:p>
          <a:p>
            <a:pPr marL="171450" indent="-171450">
              <a:buFont typeface="Arial" panose="020B0604020202020204" pitchFamily="34" charset="0"/>
              <a:buChar char="•"/>
            </a:pPr>
            <a:r>
              <a:rPr lang="en-US" sz="1050" dirty="0"/>
              <a:t>Competitiveness of fee structure</a:t>
            </a:r>
          </a:p>
        </p:txBody>
      </p:sp>
      <p:graphicFrame>
        <p:nvGraphicFramePr>
          <p:cNvPr id="108" name="Chart 107">
            <a:extLst>
              <a:ext uri="{FF2B5EF4-FFF2-40B4-BE49-F238E27FC236}">
                <a16:creationId xmlns:a16="http://schemas.microsoft.com/office/drawing/2014/main" id="{B979A46D-90F5-4C4A-B3B8-8B412BBC0EB4}"/>
              </a:ext>
            </a:extLst>
          </p:cNvPr>
          <p:cNvGraphicFramePr/>
          <p:nvPr>
            <p:extLst>
              <p:ext uri="{D42A27DB-BD31-4B8C-83A1-F6EECF244321}">
                <p14:modId xmlns:p14="http://schemas.microsoft.com/office/powerpoint/2010/main" val="2700831572"/>
              </p:ext>
            </p:extLst>
          </p:nvPr>
        </p:nvGraphicFramePr>
        <p:xfrm>
          <a:off x="6377803" y="1182317"/>
          <a:ext cx="5208021" cy="293961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3" name="Chart 112">
            <a:extLst>
              <a:ext uri="{FF2B5EF4-FFF2-40B4-BE49-F238E27FC236}">
                <a16:creationId xmlns:a16="http://schemas.microsoft.com/office/drawing/2014/main" id="{55C5E554-C9C0-4AC8-8333-E5EECFECD04B}"/>
              </a:ext>
            </a:extLst>
          </p:cNvPr>
          <p:cNvGraphicFramePr/>
          <p:nvPr>
            <p:extLst>
              <p:ext uri="{D42A27DB-BD31-4B8C-83A1-F6EECF244321}">
                <p14:modId xmlns:p14="http://schemas.microsoft.com/office/powerpoint/2010/main" val="2631040746"/>
              </p:ext>
            </p:extLst>
          </p:nvPr>
        </p:nvGraphicFramePr>
        <p:xfrm>
          <a:off x="7404938" y="4205354"/>
          <a:ext cx="2978364" cy="2156457"/>
        </p:xfrm>
        <a:graphic>
          <a:graphicData uri="http://schemas.openxmlformats.org/drawingml/2006/chart">
            <c:chart xmlns:c="http://schemas.openxmlformats.org/drawingml/2006/chart" xmlns:r="http://schemas.openxmlformats.org/officeDocument/2006/relationships" r:id="rId3"/>
          </a:graphicData>
        </a:graphic>
      </p:graphicFrame>
      <p:sp>
        <p:nvSpPr>
          <p:cNvPr id="114" name="TextBox 113">
            <a:extLst>
              <a:ext uri="{FF2B5EF4-FFF2-40B4-BE49-F238E27FC236}">
                <a16:creationId xmlns:a16="http://schemas.microsoft.com/office/drawing/2014/main" id="{BE2E8E59-2A5C-4F8C-9F75-1EEFE48AF876}"/>
              </a:ext>
            </a:extLst>
          </p:cNvPr>
          <p:cNvSpPr txBox="1"/>
          <p:nvPr/>
        </p:nvSpPr>
        <p:spPr>
          <a:xfrm>
            <a:off x="7751501" y="6411073"/>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CERC Market Monitoring Reports for Apr ’21 to Mar ’22</a:t>
            </a:r>
          </a:p>
        </p:txBody>
      </p:sp>
    </p:spTree>
    <p:extLst>
      <p:ext uri="{BB962C8B-B14F-4D97-AF65-F5344CB8AC3E}">
        <p14:creationId xmlns:p14="http://schemas.microsoft.com/office/powerpoint/2010/main" val="3848763350"/>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IEX Market Structure: Green Term Ahead Market (G-TAM)</a:t>
            </a:r>
            <a:endParaRPr lang="en-GB" sz="2800" b="1" dirty="0"/>
          </a:p>
        </p:txBody>
      </p:sp>
      <p:sp>
        <p:nvSpPr>
          <p:cNvPr id="4" name="Rectangle: Rounded Corners 3">
            <a:extLst>
              <a:ext uri="{FF2B5EF4-FFF2-40B4-BE49-F238E27FC236}">
                <a16:creationId xmlns:a16="http://schemas.microsoft.com/office/drawing/2014/main" id="{80BECEF3-6640-44BC-9544-22F0AFEE5E7A}"/>
              </a:ext>
            </a:extLst>
          </p:cNvPr>
          <p:cNvSpPr/>
          <p:nvPr/>
        </p:nvSpPr>
        <p:spPr bwMode="gray">
          <a:xfrm>
            <a:off x="501650" y="1027416"/>
            <a:ext cx="5447457" cy="5383657"/>
          </a:xfrm>
          <a:prstGeom prst="roundRect">
            <a:avLst>
              <a:gd name="adj" fmla="val 378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2C44AAB5-34E7-41D3-AD25-AFD741F06CA4}"/>
              </a:ext>
            </a:extLst>
          </p:cNvPr>
          <p:cNvSpPr/>
          <p:nvPr/>
        </p:nvSpPr>
        <p:spPr bwMode="gray">
          <a:xfrm>
            <a:off x="1968429" y="829152"/>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G-TAM Structure</a:t>
            </a:r>
          </a:p>
        </p:txBody>
      </p:sp>
      <p:sp>
        <p:nvSpPr>
          <p:cNvPr id="6" name="Rectangle: Rounded Corners 5">
            <a:extLst>
              <a:ext uri="{FF2B5EF4-FFF2-40B4-BE49-F238E27FC236}">
                <a16:creationId xmlns:a16="http://schemas.microsoft.com/office/drawing/2014/main" id="{499D4A68-B8E2-459F-AF45-FC74249786F9}"/>
              </a:ext>
            </a:extLst>
          </p:cNvPr>
          <p:cNvSpPr/>
          <p:nvPr/>
        </p:nvSpPr>
        <p:spPr bwMode="gray">
          <a:xfrm>
            <a:off x="6242894" y="1027416"/>
            <a:ext cx="5447456" cy="5383657"/>
          </a:xfrm>
          <a:prstGeom prst="roundRect">
            <a:avLst>
              <a:gd name="adj" fmla="val 2402"/>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92362428-B041-4826-85CF-4A58BB42110C}"/>
              </a:ext>
            </a:extLst>
          </p:cNvPr>
          <p:cNvSpPr/>
          <p:nvPr/>
        </p:nvSpPr>
        <p:spPr bwMode="gray">
          <a:xfrm>
            <a:off x="7415886" y="842426"/>
            <a:ext cx="3010316"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Contract Specifications of G-TAM</a:t>
            </a:r>
          </a:p>
        </p:txBody>
      </p:sp>
      <p:sp>
        <p:nvSpPr>
          <p:cNvPr id="15" name="TextBox 14">
            <a:extLst>
              <a:ext uri="{FF2B5EF4-FFF2-40B4-BE49-F238E27FC236}">
                <a16:creationId xmlns:a16="http://schemas.microsoft.com/office/drawing/2014/main" id="{86BB6882-F61F-42A0-BAA4-3FACE25E3B37}"/>
              </a:ext>
            </a:extLst>
          </p:cNvPr>
          <p:cNvSpPr txBox="1"/>
          <p:nvPr/>
        </p:nvSpPr>
        <p:spPr>
          <a:xfrm>
            <a:off x="606176" y="1224183"/>
            <a:ext cx="5243778" cy="830997"/>
          </a:xfrm>
          <a:prstGeom prst="rect">
            <a:avLst/>
          </a:prstGeom>
          <a:noFill/>
        </p:spPr>
        <p:txBody>
          <a:bodyPr wrap="square">
            <a:spAutoFit/>
          </a:bodyPr>
          <a:lstStyle/>
          <a:p>
            <a:pPr algn="just"/>
            <a:r>
              <a:rPr lang="en-US" sz="1200" i="1" dirty="0"/>
              <a:t>The Green-Term Ahead Market (G-TAM) is a new market segment for trading in renewable energy following the CERC approval. The new market segment features contracts such as Green-Intraday, Green-Day-ahead Contingency (DAC), Green-Daily and Green-Weekly. </a:t>
            </a:r>
          </a:p>
        </p:txBody>
      </p:sp>
      <p:grpSp>
        <p:nvGrpSpPr>
          <p:cNvPr id="2" name="Group 1">
            <a:extLst>
              <a:ext uri="{FF2B5EF4-FFF2-40B4-BE49-F238E27FC236}">
                <a16:creationId xmlns:a16="http://schemas.microsoft.com/office/drawing/2014/main" id="{07E2059A-324F-4D63-AFF0-F0F7FDFDA29F}"/>
              </a:ext>
            </a:extLst>
          </p:cNvPr>
          <p:cNvGrpSpPr/>
          <p:nvPr/>
        </p:nvGrpSpPr>
        <p:grpSpPr>
          <a:xfrm>
            <a:off x="787963" y="2790313"/>
            <a:ext cx="4873909" cy="1658120"/>
            <a:chOff x="976045" y="1619239"/>
            <a:chExt cx="9733111" cy="1562686"/>
          </a:xfrm>
        </p:grpSpPr>
        <p:cxnSp>
          <p:nvCxnSpPr>
            <p:cNvPr id="88" name="Elbow Connector 137">
              <a:extLst>
                <a:ext uri="{FF2B5EF4-FFF2-40B4-BE49-F238E27FC236}">
                  <a16:creationId xmlns:a16="http://schemas.microsoft.com/office/drawing/2014/main" id="{80712BBE-5FAF-45AE-A371-4BB8736B5771}"/>
                </a:ext>
              </a:extLst>
            </p:cNvPr>
            <p:cNvCxnSpPr>
              <a:stCxn id="109" idx="2"/>
              <a:endCxn id="119" idx="0"/>
            </p:cNvCxnSpPr>
            <p:nvPr/>
          </p:nvCxnSpPr>
          <p:spPr>
            <a:xfrm rot="16200000" flipH="1">
              <a:off x="7665589" y="808655"/>
              <a:ext cx="517442" cy="3680457"/>
            </a:xfrm>
            <a:prstGeom prst="bentConnector3">
              <a:avLst>
                <a:gd name="adj1" fmla="val 85038"/>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89" name="Text Box 10">
              <a:extLst>
                <a:ext uri="{FF2B5EF4-FFF2-40B4-BE49-F238E27FC236}">
                  <a16:creationId xmlns:a16="http://schemas.microsoft.com/office/drawing/2014/main" id="{CEB7A64D-659D-4911-9143-3670714A03F3}"/>
                </a:ext>
              </a:extLst>
            </p:cNvPr>
            <p:cNvSpPr txBox="1">
              <a:spLocks noChangeArrowheads="1"/>
            </p:cNvSpPr>
            <p:nvPr/>
          </p:nvSpPr>
          <p:spPr bwMode="auto">
            <a:xfrm>
              <a:off x="2696162"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Solar</a:t>
              </a:r>
            </a:p>
          </p:txBody>
        </p:sp>
        <p:sp>
          <p:nvSpPr>
            <p:cNvPr id="90" name="Rectangle 89">
              <a:extLst>
                <a:ext uri="{FF2B5EF4-FFF2-40B4-BE49-F238E27FC236}">
                  <a16:creationId xmlns:a16="http://schemas.microsoft.com/office/drawing/2014/main" id="{7073E565-082B-422A-ADA0-F729B6D4EC96}"/>
                </a:ext>
              </a:extLst>
            </p:cNvPr>
            <p:cNvSpPr>
              <a:spLocks noChangeArrowheads="1"/>
            </p:cNvSpPr>
            <p:nvPr/>
          </p:nvSpPr>
          <p:spPr bwMode="auto">
            <a:xfrm>
              <a:off x="2696162"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Categorized in four types</a:t>
              </a:r>
            </a:p>
          </p:txBody>
        </p:sp>
        <p:cxnSp>
          <p:nvCxnSpPr>
            <p:cNvPr id="91" name="AutoShape 16">
              <a:extLst>
                <a:ext uri="{FF2B5EF4-FFF2-40B4-BE49-F238E27FC236}">
                  <a16:creationId xmlns:a16="http://schemas.microsoft.com/office/drawing/2014/main" id="{4A41E76C-89FA-4AF4-9CFF-350B2565D7E3}"/>
                </a:ext>
              </a:extLst>
            </p:cNvPr>
            <p:cNvCxnSpPr>
              <a:cxnSpLocks noChangeShapeType="1"/>
              <a:stCxn id="109" idx="2"/>
              <a:endCxn id="90" idx="3"/>
            </p:cNvCxnSpPr>
            <p:nvPr/>
          </p:nvCxnSpPr>
          <p:spPr bwMode="auto">
            <a:xfrm rot="5400000">
              <a:off x="5285925" y="1689637"/>
              <a:ext cx="97630" cy="1498684"/>
            </a:xfrm>
            <a:prstGeom prst="bentConnector2">
              <a:avLst/>
            </a:prstGeom>
            <a:noFill/>
            <a:ln w="6350">
              <a:solidFill>
                <a:srgbClr val="BBBCBC"/>
              </a:solidFill>
              <a:miter lim="800000"/>
              <a:headEnd type="none" w="sm" len="sm"/>
              <a:tailEnd type="none" w="med" len="lg"/>
            </a:ln>
          </p:spPr>
        </p:cxnSp>
        <p:cxnSp>
          <p:nvCxnSpPr>
            <p:cNvPr id="92" name="Elbow Connector 125">
              <a:extLst>
                <a:ext uri="{FF2B5EF4-FFF2-40B4-BE49-F238E27FC236}">
                  <a16:creationId xmlns:a16="http://schemas.microsoft.com/office/drawing/2014/main" id="{36154DFB-7073-48A7-B553-1CF81120AEE4}"/>
                </a:ext>
              </a:extLst>
            </p:cNvPr>
            <p:cNvCxnSpPr>
              <a:stCxn id="111" idx="1"/>
              <a:endCxn id="109" idx="2"/>
            </p:cNvCxnSpPr>
            <p:nvPr/>
          </p:nvCxnSpPr>
          <p:spPr>
            <a:xfrm rot="10800000">
              <a:off x="6084084" y="2390163"/>
              <a:ext cx="1517427" cy="97630"/>
            </a:xfrm>
            <a:prstGeom prst="bentConnector2">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93" name="Elbow Connector 128">
              <a:extLst>
                <a:ext uri="{FF2B5EF4-FFF2-40B4-BE49-F238E27FC236}">
                  <a16:creationId xmlns:a16="http://schemas.microsoft.com/office/drawing/2014/main" id="{09A181D9-40F8-47B5-829D-06DC6E54D0BF}"/>
                </a:ext>
              </a:extLst>
            </p:cNvPr>
            <p:cNvCxnSpPr>
              <a:stCxn id="109" idx="2"/>
              <a:endCxn id="112" idx="0"/>
            </p:cNvCxnSpPr>
            <p:nvPr/>
          </p:nvCxnSpPr>
          <p:spPr>
            <a:xfrm rot="5400000">
              <a:off x="3743652" y="567176"/>
              <a:ext cx="517442" cy="4163419"/>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04" name="Elbow Connector 131">
              <a:extLst>
                <a:ext uri="{FF2B5EF4-FFF2-40B4-BE49-F238E27FC236}">
                  <a16:creationId xmlns:a16="http://schemas.microsoft.com/office/drawing/2014/main" id="{23D48ECB-FB35-4042-8631-5AF57FA50D4E}"/>
                </a:ext>
              </a:extLst>
            </p:cNvPr>
            <p:cNvCxnSpPr>
              <a:stCxn id="109" idx="2"/>
              <a:endCxn id="117" idx="0"/>
            </p:cNvCxnSpPr>
            <p:nvPr/>
          </p:nvCxnSpPr>
          <p:spPr>
            <a:xfrm rot="5400000">
              <a:off x="5050964" y="1874489"/>
              <a:ext cx="517442" cy="1548793"/>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06" name="Elbow Connector 134">
              <a:extLst>
                <a:ext uri="{FF2B5EF4-FFF2-40B4-BE49-F238E27FC236}">
                  <a16:creationId xmlns:a16="http://schemas.microsoft.com/office/drawing/2014/main" id="{25E63B9F-139B-40D0-8EB5-0DE618B8CA42}"/>
                </a:ext>
              </a:extLst>
            </p:cNvPr>
            <p:cNvCxnSpPr>
              <a:stCxn id="109" idx="2"/>
              <a:endCxn id="115" idx="0"/>
            </p:cNvCxnSpPr>
            <p:nvPr/>
          </p:nvCxnSpPr>
          <p:spPr>
            <a:xfrm rot="16200000" flipH="1">
              <a:off x="6358276" y="2115968"/>
              <a:ext cx="517442" cy="1065833"/>
            </a:xfrm>
            <a:prstGeom prst="bentConnector3">
              <a:avLst>
                <a:gd name="adj1" fmla="val 85039"/>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107" name="Text Box 10">
              <a:extLst>
                <a:ext uri="{FF2B5EF4-FFF2-40B4-BE49-F238E27FC236}">
                  <a16:creationId xmlns:a16="http://schemas.microsoft.com/office/drawing/2014/main" id="{4897E0F5-A8AE-4B14-BFCC-FC5A490A2EFC}"/>
                </a:ext>
              </a:extLst>
            </p:cNvPr>
            <p:cNvSpPr txBox="1">
              <a:spLocks noChangeArrowheads="1"/>
            </p:cNvSpPr>
            <p:nvPr/>
          </p:nvSpPr>
          <p:spPr bwMode="auto">
            <a:xfrm>
              <a:off x="5139464" y="1619239"/>
              <a:ext cx="1889235" cy="274320"/>
            </a:xfrm>
            <a:prstGeom prst="rect">
              <a:avLst/>
            </a:prstGeom>
            <a:solidFill>
              <a:schemeClr val="accent1"/>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G-TAM</a:t>
              </a:r>
            </a:p>
          </p:txBody>
        </p:sp>
        <p:sp>
          <p:nvSpPr>
            <p:cNvPr id="109" name="Rectangle 108">
              <a:extLst>
                <a:ext uri="{FF2B5EF4-FFF2-40B4-BE49-F238E27FC236}">
                  <a16:creationId xmlns:a16="http://schemas.microsoft.com/office/drawing/2014/main" id="{ED373656-1654-4421-9EBB-9D28D24330A6}"/>
                </a:ext>
              </a:extLst>
            </p:cNvPr>
            <p:cNvSpPr>
              <a:spLocks noChangeArrowheads="1"/>
            </p:cNvSpPr>
            <p:nvPr/>
          </p:nvSpPr>
          <p:spPr bwMode="auto">
            <a:xfrm>
              <a:off x="5139464" y="188724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algn="ctr" defTabSz="957998">
                <a:spcBef>
                  <a:spcPts val="300"/>
                </a:spcBef>
                <a:defRPr/>
              </a:pPr>
              <a:r>
                <a:rPr lang="en-US" sz="1000" dirty="0">
                  <a:latin typeface="+mj-lt"/>
                </a:rPr>
                <a:t>Has both types, Solar &amp; Non-solar</a:t>
              </a:r>
            </a:p>
          </p:txBody>
        </p:sp>
        <p:sp>
          <p:nvSpPr>
            <p:cNvPr id="110" name="Text Box 10">
              <a:extLst>
                <a:ext uri="{FF2B5EF4-FFF2-40B4-BE49-F238E27FC236}">
                  <a16:creationId xmlns:a16="http://schemas.microsoft.com/office/drawing/2014/main" id="{66F27DB5-9186-472B-A315-F7C8D67BF855}"/>
                </a:ext>
              </a:extLst>
            </p:cNvPr>
            <p:cNvSpPr txBox="1">
              <a:spLocks noChangeArrowheads="1"/>
            </p:cNvSpPr>
            <p:nvPr/>
          </p:nvSpPr>
          <p:spPr bwMode="auto">
            <a:xfrm>
              <a:off x="7601508"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Non-Solar</a:t>
              </a:r>
            </a:p>
          </p:txBody>
        </p:sp>
        <p:sp>
          <p:nvSpPr>
            <p:cNvPr id="111" name="Rectangle 110">
              <a:extLst>
                <a:ext uri="{FF2B5EF4-FFF2-40B4-BE49-F238E27FC236}">
                  <a16:creationId xmlns:a16="http://schemas.microsoft.com/office/drawing/2014/main" id="{1949925B-8717-474C-8B2D-90C12C76B944}"/>
                </a:ext>
              </a:extLst>
            </p:cNvPr>
            <p:cNvSpPr>
              <a:spLocks noChangeArrowheads="1"/>
            </p:cNvSpPr>
            <p:nvPr/>
          </p:nvSpPr>
          <p:spPr bwMode="auto">
            <a:xfrm>
              <a:off x="7601508"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Categorized in four types</a:t>
              </a:r>
            </a:p>
          </p:txBody>
        </p:sp>
        <p:sp>
          <p:nvSpPr>
            <p:cNvPr id="112" name="Text Box 10">
              <a:extLst>
                <a:ext uri="{FF2B5EF4-FFF2-40B4-BE49-F238E27FC236}">
                  <a16:creationId xmlns:a16="http://schemas.microsoft.com/office/drawing/2014/main" id="{B9C474A5-9424-4E29-810A-8D788A7F06AB}"/>
                </a:ext>
              </a:extLst>
            </p:cNvPr>
            <p:cNvSpPr txBox="1">
              <a:spLocks noChangeArrowheads="1"/>
            </p:cNvSpPr>
            <p:nvPr/>
          </p:nvSpPr>
          <p:spPr bwMode="auto">
            <a:xfrm>
              <a:off x="976045" y="2907605"/>
              <a:ext cx="1889235" cy="274320"/>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Intraday</a:t>
              </a:r>
            </a:p>
          </p:txBody>
        </p:sp>
        <p:sp>
          <p:nvSpPr>
            <p:cNvPr id="115" name="Text Box 10">
              <a:extLst>
                <a:ext uri="{FF2B5EF4-FFF2-40B4-BE49-F238E27FC236}">
                  <a16:creationId xmlns:a16="http://schemas.microsoft.com/office/drawing/2014/main" id="{F262853B-3602-4506-8A8B-8AF30BBBBA1C}"/>
                </a:ext>
              </a:extLst>
            </p:cNvPr>
            <p:cNvSpPr txBox="1">
              <a:spLocks noChangeArrowheads="1"/>
            </p:cNvSpPr>
            <p:nvPr/>
          </p:nvSpPr>
          <p:spPr bwMode="auto">
            <a:xfrm>
              <a:off x="6205296" y="2907605"/>
              <a:ext cx="1889235" cy="274320"/>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Daily</a:t>
              </a:r>
            </a:p>
          </p:txBody>
        </p:sp>
        <p:sp>
          <p:nvSpPr>
            <p:cNvPr id="117" name="Text Box 10">
              <a:extLst>
                <a:ext uri="{FF2B5EF4-FFF2-40B4-BE49-F238E27FC236}">
                  <a16:creationId xmlns:a16="http://schemas.microsoft.com/office/drawing/2014/main" id="{F9A7B2CF-D9FD-4467-BA01-A22A255CC6E3}"/>
                </a:ext>
              </a:extLst>
            </p:cNvPr>
            <p:cNvSpPr txBox="1">
              <a:spLocks noChangeArrowheads="1"/>
            </p:cNvSpPr>
            <p:nvPr/>
          </p:nvSpPr>
          <p:spPr bwMode="auto">
            <a:xfrm>
              <a:off x="3590671" y="2907605"/>
              <a:ext cx="1889235" cy="274320"/>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DAC</a:t>
              </a:r>
            </a:p>
          </p:txBody>
        </p:sp>
        <p:sp>
          <p:nvSpPr>
            <p:cNvPr id="119" name="Text Box 10">
              <a:extLst>
                <a:ext uri="{FF2B5EF4-FFF2-40B4-BE49-F238E27FC236}">
                  <a16:creationId xmlns:a16="http://schemas.microsoft.com/office/drawing/2014/main" id="{EF344703-861F-47DD-A31B-19631C6D51C2}"/>
                </a:ext>
              </a:extLst>
            </p:cNvPr>
            <p:cNvSpPr txBox="1">
              <a:spLocks noChangeArrowheads="1"/>
            </p:cNvSpPr>
            <p:nvPr/>
          </p:nvSpPr>
          <p:spPr bwMode="auto">
            <a:xfrm>
              <a:off x="8819921" y="2907605"/>
              <a:ext cx="1889235" cy="274320"/>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Weekly</a:t>
              </a:r>
            </a:p>
          </p:txBody>
        </p:sp>
      </p:grpSp>
      <p:grpSp>
        <p:nvGrpSpPr>
          <p:cNvPr id="3" name="Group 2">
            <a:extLst>
              <a:ext uri="{FF2B5EF4-FFF2-40B4-BE49-F238E27FC236}">
                <a16:creationId xmlns:a16="http://schemas.microsoft.com/office/drawing/2014/main" id="{63D9B9FE-901A-4556-A989-77EDDCFCCE96}"/>
              </a:ext>
            </a:extLst>
          </p:cNvPr>
          <p:cNvGrpSpPr/>
          <p:nvPr/>
        </p:nvGrpSpPr>
        <p:grpSpPr>
          <a:xfrm>
            <a:off x="6486255" y="1705440"/>
            <a:ext cx="4994627" cy="4129406"/>
            <a:chOff x="6417675" y="1442550"/>
            <a:chExt cx="4994627" cy="4129406"/>
          </a:xfrm>
        </p:grpSpPr>
        <p:grpSp>
          <p:nvGrpSpPr>
            <p:cNvPr id="121" name="Group 120">
              <a:extLst>
                <a:ext uri="{FF2B5EF4-FFF2-40B4-BE49-F238E27FC236}">
                  <a16:creationId xmlns:a16="http://schemas.microsoft.com/office/drawing/2014/main" id="{997776A9-5C05-403C-A004-0A4CCEACD8E8}"/>
                </a:ext>
              </a:extLst>
            </p:cNvPr>
            <p:cNvGrpSpPr/>
            <p:nvPr/>
          </p:nvGrpSpPr>
          <p:grpSpPr>
            <a:xfrm>
              <a:off x="6417675" y="1442550"/>
              <a:ext cx="4994627" cy="3604096"/>
              <a:chOff x="1886216" y="1394809"/>
              <a:chExt cx="8248807" cy="3837875"/>
            </a:xfrm>
          </p:grpSpPr>
          <p:sp>
            <p:nvSpPr>
              <p:cNvPr id="122" name="Text Box 3">
                <a:extLst>
                  <a:ext uri="{FF2B5EF4-FFF2-40B4-BE49-F238E27FC236}">
                    <a16:creationId xmlns:a16="http://schemas.microsoft.com/office/drawing/2014/main" id="{B1523A0A-DA6C-4CD8-AB51-89CBE079C0E6}"/>
                  </a:ext>
                </a:extLst>
              </p:cNvPr>
              <p:cNvSpPr txBox="1">
                <a:spLocks noChangeArrowheads="1"/>
              </p:cNvSpPr>
              <p:nvPr/>
            </p:nvSpPr>
            <p:spPr bwMode="auto">
              <a:xfrm>
                <a:off x="1920655" y="4821204"/>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Pay-Out</a:t>
                </a:r>
              </a:p>
            </p:txBody>
          </p:sp>
          <p:sp>
            <p:nvSpPr>
              <p:cNvPr id="123" name="AutoShape 4">
                <a:extLst>
                  <a:ext uri="{FF2B5EF4-FFF2-40B4-BE49-F238E27FC236}">
                    <a16:creationId xmlns:a16="http://schemas.microsoft.com/office/drawing/2014/main" id="{548B7A45-A87F-4B72-B033-18772E579D41}"/>
                  </a:ext>
                </a:extLst>
              </p:cNvPr>
              <p:cNvSpPr>
                <a:spLocks noChangeArrowheads="1"/>
              </p:cNvSpPr>
              <p:nvPr/>
            </p:nvSpPr>
            <p:spPr bwMode="auto">
              <a:xfrm>
                <a:off x="6603112" y="1394809"/>
                <a:ext cx="1737360" cy="411481"/>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3. Daily</a:t>
                </a:r>
              </a:p>
            </p:txBody>
          </p:sp>
          <p:sp>
            <p:nvSpPr>
              <p:cNvPr id="124" name="AutoShape 5">
                <a:extLst>
                  <a:ext uri="{FF2B5EF4-FFF2-40B4-BE49-F238E27FC236}">
                    <a16:creationId xmlns:a16="http://schemas.microsoft.com/office/drawing/2014/main" id="{15E3D113-FF5F-456E-A38B-7C7A46709894}"/>
                  </a:ext>
                </a:extLst>
              </p:cNvPr>
              <p:cNvSpPr>
                <a:spLocks noChangeArrowheads="1"/>
              </p:cNvSpPr>
              <p:nvPr/>
            </p:nvSpPr>
            <p:spPr bwMode="auto">
              <a:xfrm>
                <a:off x="8385812" y="1394809"/>
                <a:ext cx="1730006" cy="411480"/>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4. Weekly</a:t>
                </a:r>
              </a:p>
            </p:txBody>
          </p:sp>
          <p:sp>
            <p:nvSpPr>
              <p:cNvPr id="125" name="AutoShape 6">
                <a:extLst>
                  <a:ext uri="{FF2B5EF4-FFF2-40B4-BE49-F238E27FC236}">
                    <a16:creationId xmlns:a16="http://schemas.microsoft.com/office/drawing/2014/main" id="{CB7249A8-3ED7-455A-A131-1B0C38E5A90B}"/>
                  </a:ext>
                </a:extLst>
              </p:cNvPr>
              <p:cNvSpPr>
                <a:spLocks noChangeArrowheads="1"/>
              </p:cNvSpPr>
              <p:nvPr/>
            </p:nvSpPr>
            <p:spPr bwMode="auto">
              <a:xfrm>
                <a:off x="3037712" y="1394809"/>
                <a:ext cx="1737360" cy="411480"/>
              </a:xfrm>
              <a:prstGeom prst="homePlate">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1. Intraday</a:t>
                </a:r>
              </a:p>
            </p:txBody>
          </p:sp>
          <p:sp>
            <p:nvSpPr>
              <p:cNvPr id="126" name="AutoShape 7">
                <a:extLst>
                  <a:ext uri="{FF2B5EF4-FFF2-40B4-BE49-F238E27FC236}">
                    <a16:creationId xmlns:a16="http://schemas.microsoft.com/office/drawing/2014/main" id="{51E4A81A-93E9-47FB-941E-5F7D1895A7DE}"/>
                  </a:ext>
                </a:extLst>
              </p:cNvPr>
              <p:cNvSpPr>
                <a:spLocks noChangeArrowheads="1"/>
              </p:cNvSpPr>
              <p:nvPr/>
            </p:nvSpPr>
            <p:spPr bwMode="auto">
              <a:xfrm>
                <a:off x="4820412" y="1394809"/>
                <a:ext cx="1737360" cy="411481"/>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2.	DAC</a:t>
                </a:r>
              </a:p>
            </p:txBody>
          </p:sp>
          <p:sp>
            <p:nvSpPr>
              <p:cNvPr id="127" name="Rectangle 126">
                <a:extLst>
                  <a:ext uri="{FF2B5EF4-FFF2-40B4-BE49-F238E27FC236}">
                    <a16:creationId xmlns:a16="http://schemas.microsoft.com/office/drawing/2014/main" id="{04D7DFF1-9582-46E3-83BB-0BCB97728CE1}"/>
                  </a:ext>
                </a:extLst>
              </p:cNvPr>
              <p:cNvSpPr>
                <a:spLocks noChangeArrowheads="1"/>
              </p:cNvSpPr>
              <p:nvPr/>
            </p:nvSpPr>
            <p:spPr bwMode="auto">
              <a:xfrm>
                <a:off x="3037710" y="2011549"/>
                <a:ext cx="1737360" cy="411480"/>
              </a:xfrm>
              <a:prstGeom prst="rect">
                <a:avLst/>
              </a:prstGeom>
              <a:solidFill>
                <a:schemeClr val="accent6"/>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15 min-same day delivery</a:t>
                </a:r>
              </a:p>
            </p:txBody>
          </p:sp>
          <p:sp>
            <p:nvSpPr>
              <p:cNvPr id="128" name="Rectangle 127">
                <a:extLst>
                  <a:ext uri="{FF2B5EF4-FFF2-40B4-BE49-F238E27FC236}">
                    <a16:creationId xmlns:a16="http://schemas.microsoft.com/office/drawing/2014/main" id="{8223EB44-B04C-4A8E-B928-178A7A89CE0F}"/>
                  </a:ext>
                </a:extLst>
              </p:cNvPr>
              <p:cNvSpPr>
                <a:spLocks noChangeArrowheads="1"/>
              </p:cNvSpPr>
              <p:nvPr/>
            </p:nvSpPr>
            <p:spPr bwMode="auto">
              <a:xfrm>
                <a:off x="3037708" y="2486979"/>
                <a:ext cx="5302761" cy="359063"/>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Continuous Trading</a:t>
                </a:r>
              </a:p>
            </p:txBody>
          </p:sp>
          <p:sp>
            <p:nvSpPr>
              <p:cNvPr id="129" name="Rectangle 128">
                <a:extLst>
                  <a:ext uri="{FF2B5EF4-FFF2-40B4-BE49-F238E27FC236}">
                    <a16:creationId xmlns:a16="http://schemas.microsoft.com/office/drawing/2014/main" id="{5677B1F5-5BB3-4324-9F60-471E85DFD03B}"/>
                  </a:ext>
                </a:extLst>
              </p:cNvPr>
              <p:cNvSpPr>
                <a:spLocks noChangeArrowheads="1"/>
              </p:cNvSpPr>
              <p:nvPr/>
            </p:nvSpPr>
            <p:spPr bwMode="auto">
              <a:xfrm>
                <a:off x="3034579" y="4356724"/>
                <a:ext cx="1737360" cy="411480"/>
              </a:xfrm>
              <a:prstGeom prst="rect">
                <a:avLst/>
              </a:prstGeom>
              <a:solidFill>
                <a:schemeClr val="bg2"/>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T+1</a:t>
                </a:r>
              </a:p>
            </p:txBody>
          </p:sp>
          <p:sp>
            <p:nvSpPr>
              <p:cNvPr id="130" name="Rectangle 129">
                <a:extLst>
                  <a:ext uri="{FF2B5EF4-FFF2-40B4-BE49-F238E27FC236}">
                    <a16:creationId xmlns:a16="http://schemas.microsoft.com/office/drawing/2014/main" id="{B3A097A8-526F-430E-9495-98278E632AEF}"/>
                  </a:ext>
                </a:extLst>
              </p:cNvPr>
              <p:cNvSpPr>
                <a:spLocks noChangeArrowheads="1"/>
              </p:cNvSpPr>
              <p:nvPr/>
            </p:nvSpPr>
            <p:spPr bwMode="auto">
              <a:xfrm>
                <a:off x="8385810" y="2486979"/>
                <a:ext cx="1730006" cy="3430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Auction</a:t>
                </a:r>
              </a:p>
            </p:txBody>
          </p:sp>
          <p:sp>
            <p:nvSpPr>
              <p:cNvPr id="132" name="Rectangle 131">
                <a:extLst>
                  <a:ext uri="{FF2B5EF4-FFF2-40B4-BE49-F238E27FC236}">
                    <a16:creationId xmlns:a16="http://schemas.microsoft.com/office/drawing/2014/main" id="{7D3B4F79-0C38-4842-AF9B-4A12BB7E614F}"/>
                  </a:ext>
                </a:extLst>
              </p:cNvPr>
              <p:cNvSpPr>
                <a:spLocks noChangeArrowheads="1"/>
              </p:cNvSpPr>
              <p:nvPr/>
            </p:nvSpPr>
            <p:spPr bwMode="auto">
              <a:xfrm>
                <a:off x="3037708" y="2930434"/>
                <a:ext cx="5302761" cy="411480"/>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Daily</a:t>
                </a:r>
              </a:p>
            </p:txBody>
          </p:sp>
          <p:sp>
            <p:nvSpPr>
              <p:cNvPr id="133" name="Rectangle 132">
                <a:extLst>
                  <a:ext uri="{FF2B5EF4-FFF2-40B4-BE49-F238E27FC236}">
                    <a16:creationId xmlns:a16="http://schemas.microsoft.com/office/drawing/2014/main" id="{C78BD6B0-198F-4475-A012-9F915712AD97}"/>
                  </a:ext>
                </a:extLst>
              </p:cNvPr>
              <p:cNvSpPr>
                <a:spLocks noChangeArrowheads="1"/>
              </p:cNvSpPr>
              <p:nvPr/>
            </p:nvSpPr>
            <p:spPr bwMode="auto">
              <a:xfrm>
                <a:off x="3037708" y="3382126"/>
                <a:ext cx="1737360" cy="411480"/>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00:15-19:30</a:t>
                </a:r>
              </a:p>
            </p:txBody>
          </p:sp>
          <p:sp>
            <p:nvSpPr>
              <p:cNvPr id="134" name="Rectangle 133">
                <a:extLst>
                  <a:ext uri="{FF2B5EF4-FFF2-40B4-BE49-F238E27FC236}">
                    <a16:creationId xmlns:a16="http://schemas.microsoft.com/office/drawing/2014/main" id="{AC09D52A-83D6-4F06-BC54-0D506394EA31}"/>
                  </a:ext>
                </a:extLst>
              </p:cNvPr>
              <p:cNvSpPr>
                <a:spLocks noChangeArrowheads="1"/>
              </p:cNvSpPr>
              <p:nvPr/>
            </p:nvSpPr>
            <p:spPr bwMode="auto">
              <a:xfrm>
                <a:off x="4817846" y="4351897"/>
                <a:ext cx="1737360" cy="411480"/>
              </a:xfrm>
              <a:prstGeom prst="rect">
                <a:avLst/>
              </a:prstGeom>
              <a:solidFill>
                <a:schemeClr val="bg2"/>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a:t>
                </a:r>
              </a:p>
            </p:txBody>
          </p:sp>
          <p:sp>
            <p:nvSpPr>
              <p:cNvPr id="135" name="Rectangle 134">
                <a:extLst>
                  <a:ext uri="{FF2B5EF4-FFF2-40B4-BE49-F238E27FC236}">
                    <a16:creationId xmlns:a16="http://schemas.microsoft.com/office/drawing/2014/main" id="{48D9399A-DD46-4284-A3B8-C7FA7C6F21BD}"/>
                  </a:ext>
                </a:extLst>
              </p:cNvPr>
              <p:cNvSpPr>
                <a:spLocks noChangeArrowheads="1"/>
              </p:cNvSpPr>
              <p:nvPr/>
            </p:nvSpPr>
            <p:spPr bwMode="auto">
              <a:xfrm>
                <a:off x="6603111" y="4348264"/>
                <a:ext cx="3512705" cy="411480"/>
              </a:xfrm>
              <a:prstGeom prst="rect">
                <a:avLst/>
              </a:prstGeom>
              <a:solidFill>
                <a:schemeClr val="bg2"/>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D-1</a:t>
                </a:r>
              </a:p>
            </p:txBody>
          </p:sp>
          <p:sp>
            <p:nvSpPr>
              <p:cNvPr id="137" name="Rectangle 136">
                <a:extLst>
                  <a:ext uri="{FF2B5EF4-FFF2-40B4-BE49-F238E27FC236}">
                    <a16:creationId xmlns:a16="http://schemas.microsoft.com/office/drawing/2014/main" id="{AABD0419-A03B-4BCB-BA7A-7EFF162EE51F}"/>
                  </a:ext>
                </a:extLst>
              </p:cNvPr>
              <p:cNvSpPr>
                <a:spLocks noChangeArrowheads="1"/>
              </p:cNvSpPr>
              <p:nvPr/>
            </p:nvSpPr>
            <p:spPr bwMode="auto">
              <a:xfrm>
                <a:off x="6603110" y="2011550"/>
                <a:ext cx="3512705" cy="411479"/>
              </a:xfrm>
              <a:prstGeom prst="rect">
                <a:avLst/>
              </a:prstGeom>
              <a:solidFill>
                <a:schemeClr val="accent6"/>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Energy Traded in MWh (Profile)</a:t>
                </a:r>
              </a:p>
            </p:txBody>
          </p:sp>
          <p:sp>
            <p:nvSpPr>
              <p:cNvPr id="139" name="Text Box 20">
                <a:extLst>
                  <a:ext uri="{FF2B5EF4-FFF2-40B4-BE49-F238E27FC236}">
                    <a16:creationId xmlns:a16="http://schemas.microsoft.com/office/drawing/2014/main" id="{BF5B7DCC-9270-4E5D-9391-636B0A413D04}"/>
                  </a:ext>
                </a:extLst>
              </p:cNvPr>
              <p:cNvSpPr txBox="1">
                <a:spLocks noChangeArrowheads="1"/>
              </p:cNvSpPr>
              <p:nvPr/>
            </p:nvSpPr>
            <p:spPr bwMode="auto">
              <a:xfrm>
                <a:off x="1908804" y="2011549"/>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Contract</a:t>
                </a:r>
              </a:p>
            </p:txBody>
          </p:sp>
          <p:sp>
            <p:nvSpPr>
              <p:cNvPr id="140" name="Text Box 21">
                <a:extLst>
                  <a:ext uri="{FF2B5EF4-FFF2-40B4-BE49-F238E27FC236}">
                    <a16:creationId xmlns:a16="http://schemas.microsoft.com/office/drawing/2014/main" id="{003C586F-EC63-4114-89CB-88B7326E1E90}"/>
                  </a:ext>
                </a:extLst>
              </p:cNvPr>
              <p:cNvSpPr txBox="1">
                <a:spLocks noChangeArrowheads="1"/>
              </p:cNvSpPr>
              <p:nvPr/>
            </p:nvSpPr>
            <p:spPr bwMode="auto">
              <a:xfrm>
                <a:off x="1908804" y="2486979"/>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a:t>
                </a:r>
              </a:p>
            </p:txBody>
          </p:sp>
          <p:sp>
            <p:nvSpPr>
              <p:cNvPr id="141" name="Text Box 22">
                <a:extLst>
                  <a:ext uri="{FF2B5EF4-FFF2-40B4-BE49-F238E27FC236}">
                    <a16:creationId xmlns:a16="http://schemas.microsoft.com/office/drawing/2014/main" id="{D83728B0-B995-455A-A152-463D74436C1D}"/>
                  </a:ext>
                </a:extLst>
              </p:cNvPr>
              <p:cNvSpPr txBox="1">
                <a:spLocks noChangeArrowheads="1"/>
              </p:cNvSpPr>
              <p:nvPr/>
            </p:nvSpPr>
            <p:spPr bwMode="auto">
              <a:xfrm>
                <a:off x="1908802" y="4355888"/>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Pay-in</a:t>
                </a:r>
              </a:p>
            </p:txBody>
          </p:sp>
          <p:sp>
            <p:nvSpPr>
              <p:cNvPr id="142" name="Line 23">
                <a:extLst>
                  <a:ext uri="{FF2B5EF4-FFF2-40B4-BE49-F238E27FC236}">
                    <a16:creationId xmlns:a16="http://schemas.microsoft.com/office/drawing/2014/main" id="{E0B4B08F-26B1-4FA1-9FB2-FC2778B2CC39}"/>
                  </a:ext>
                </a:extLst>
              </p:cNvPr>
              <p:cNvSpPr>
                <a:spLocks noChangeShapeType="1"/>
              </p:cNvSpPr>
              <p:nvPr/>
            </p:nvSpPr>
            <p:spPr bwMode="auto">
              <a:xfrm>
                <a:off x="1893570" y="2455004"/>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3" name="Line 24">
                <a:extLst>
                  <a:ext uri="{FF2B5EF4-FFF2-40B4-BE49-F238E27FC236}">
                    <a16:creationId xmlns:a16="http://schemas.microsoft.com/office/drawing/2014/main" id="{777F1B99-4C16-4F74-9D96-B4B32E11A44C}"/>
                  </a:ext>
                </a:extLst>
              </p:cNvPr>
              <p:cNvSpPr>
                <a:spLocks noChangeShapeType="1"/>
              </p:cNvSpPr>
              <p:nvPr/>
            </p:nvSpPr>
            <p:spPr bwMode="auto">
              <a:xfrm>
                <a:off x="1893570" y="4323914"/>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4" name="Line 25">
                <a:extLst>
                  <a:ext uri="{FF2B5EF4-FFF2-40B4-BE49-F238E27FC236}">
                    <a16:creationId xmlns:a16="http://schemas.microsoft.com/office/drawing/2014/main" id="{A623EA1B-FA2E-47BB-9104-4B75157ADC16}"/>
                  </a:ext>
                </a:extLst>
              </p:cNvPr>
              <p:cNvSpPr>
                <a:spLocks noChangeShapeType="1"/>
              </p:cNvSpPr>
              <p:nvPr/>
            </p:nvSpPr>
            <p:spPr bwMode="auto">
              <a:xfrm>
                <a:off x="1886216" y="3827460"/>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6" name="Text Box 27">
                <a:extLst>
                  <a:ext uri="{FF2B5EF4-FFF2-40B4-BE49-F238E27FC236}">
                    <a16:creationId xmlns:a16="http://schemas.microsoft.com/office/drawing/2014/main" id="{A3E010BF-A1F6-49C7-B7AC-73DF81B76AC9}"/>
                  </a:ext>
                </a:extLst>
              </p:cNvPr>
              <p:cNvSpPr txBox="1">
                <a:spLocks noChangeArrowheads="1"/>
              </p:cNvSpPr>
              <p:nvPr/>
            </p:nvSpPr>
            <p:spPr bwMode="auto">
              <a:xfrm>
                <a:off x="1920655" y="3838320"/>
                <a:ext cx="1005840" cy="36051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Delivery Hours</a:t>
                </a:r>
              </a:p>
            </p:txBody>
          </p:sp>
          <p:sp>
            <p:nvSpPr>
              <p:cNvPr id="147" name="Line 28">
                <a:extLst>
                  <a:ext uri="{FF2B5EF4-FFF2-40B4-BE49-F238E27FC236}">
                    <a16:creationId xmlns:a16="http://schemas.microsoft.com/office/drawing/2014/main" id="{2E47542E-5492-4B52-A98F-9DB54C31F433}"/>
                  </a:ext>
                </a:extLst>
              </p:cNvPr>
              <p:cNvSpPr>
                <a:spLocks noChangeShapeType="1"/>
              </p:cNvSpPr>
              <p:nvPr/>
            </p:nvSpPr>
            <p:spPr bwMode="auto">
              <a:xfrm>
                <a:off x="1905423" y="4789228"/>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8" name="Rectangle 147">
                <a:extLst>
                  <a:ext uri="{FF2B5EF4-FFF2-40B4-BE49-F238E27FC236}">
                    <a16:creationId xmlns:a16="http://schemas.microsoft.com/office/drawing/2014/main" id="{65BB3A1C-08A1-4ECA-A933-A79AA936BF81}"/>
                  </a:ext>
                </a:extLst>
              </p:cNvPr>
              <p:cNvSpPr>
                <a:spLocks noChangeArrowheads="1"/>
              </p:cNvSpPr>
              <p:nvPr/>
            </p:nvSpPr>
            <p:spPr bwMode="auto">
              <a:xfrm>
                <a:off x="3049563" y="4821204"/>
                <a:ext cx="1722375" cy="411480"/>
              </a:xfrm>
              <a:prstGeom prst="rect">
                <a:avLst/>
              </a:prstGeom>
              <a:solidFill>
                <a:schemeClr val="accent1"/>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T+1</a:t>
                </a:r>
              </a:p>
            </p:txBody>
          </p:sp>
          <p:sp>
            <p:nvSpPr>
              <p:cNvPr id="149" name="Rectangle 148">
                <a:extLst>
                  <a:ext uri="{FF2B5EF4-FFF2-40B4-BE49-F238E27FC236}">
                    <a16:creationId xmlns:a16="http://schemas.microsoft.com/office/drawing/2014/main" id="{78D8BA40-B231-44FF-9489-9624628EFFC1}"/>
                  </a:ext>
                </a:extLst>
              </p:cNvPr>
              <p:cNvSpPr>
                <a:spLocks noChangeArrowheads="1"/>
              </p:cNvSpPr>
              <p:nvPr/>
            </p:nvSpPr>
            <p:spPr bwMode="auto">
              <a:xfrm>
                <a:off x="3037708" y="3881294"/>
                <a:ext cx="1737360" cy="411480"/>
              </a:xfrm>
              <a:prstGeom prst="rect">
                <a:avLst/>
              </a:prstGeom>
              <a:solidFill>
                <a:schemeClr val="bg2">
                  <a:lumMod val="7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04:00-24:00</a:t>
                </a:r>
              </a:p>
            </p:txBody>
          </p:sp>
        </p:grpSp>
        <p:sp>
          <p:nvSpPr>
            <p:cNvPr id="151" name="Rectangle 150">
              <a:extLst>
                <a:ext uri="{FF2B5EF4-FFF2-40B4-BE49-F238E27FC236}">
                  <a16:creationId xmlns:a16="http://schemas.microsoft.com/office/drawing/2014/main" id="{282E19BB-24A8-4F06-9F17-69D74D67F9CB}"/>
                </a:ext>
              </a:extLst>
            </p:cNvPr>
            <p:cNvSpPr>
              <a:spLocks noChangeArrowheads="1"/>
            </p:cNvSpPr>
            <p:nvPr/>
          </p:nvSpPr>
          <p:spPr bwMode="auto">
            <a:xfrm>
              <a:off x="8194322" y="2021722"/>
              <a:ext cx="1051966" cy="386415"/>
            </a:xfrm>
            <a:prstGeom prst="rect">
              <a:avLst/>
            </a:prstGeom>
            <a:solidFill>
              <a:schemeClr val="accent6"/>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15 min- next day delivery</a:t>
              </a:r>
            </a:p>
          </p:txBody>
        </p:sp>
        <p:sp>
          <p:nvSpPr>
            <p:cNvPr id="152" name="Line 23">
              <a:extLst>
                <a:ext uri="{FF2B5EF4-FFF2-40B4-BE49-F238E27FC236}">
                  <a16:creationId xmlns:a16="http://schemas.microsoft.com/office/drawing/2014/main" id="{082D8D03-D177-4066-A129-4AABE3D9A19E}"/>
                </a:ext>
              </a:extLst>
            </p:cNvPr>
            <p:cNvSpPr>
              <a:spLocks noChangeShapeType="1"/>
            </p:cNvSpPr>
            <p:nvPr/>
          </p:nvSpPr>
          <p:spPr bwMode="auto">
            <a:xfrm>
              <a:off x="6422128" y="2841181"/>
              <a:ext cx="4982997"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53" name="Text Box 21">
              <a:extLst>
                <a:ext uri="{FF2B5EF4-FFF2-40B4-BE49-F238E27FC236}">
                  <a16:creationId xmlns:a16="http://schemas.microsoft.com/office/drawing/2014/main" id="{96EEB5C4-FD69-4F8C-9443-7D6220C05F1C}"/>
                </a:ext>
              </a:extLst>
            </p:cNvPr>
            <p:cNvSpPr txBox="1">
              <a:spLocks noChangeArrowheads="1"/>
            </p:cNvSpPr>
            <p:nvPr/>
          </p:nvSpPr>
          <p:spPr bwMode="auto">
            <a:xfrm>
              <a:off x="6442981" y="2853770"/>
              <a:ext cx="609033" cy="33855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 Days</a:t>
              </a:r>
            </a:p>
          </p:txBody>
        </p:sp>
        <p:sp>
          <p:nvSpPr>
            <p:cNvPr id="154" name="Rectangle 153">
              <a:extLst>
                <a:ext uri="{FF2B5EF4-FFF2-40B4-BE49-F238E27FC236}">
                  <a16:creationId xmlns:a16="http://schemas.microsoft.com/office/drawing/2014/main" id="{F8906815-DB45-4144-B877-1E8037844AC3}"/>
                </a:ext>
              </a:extLst>
            </p:cNvPr>
            <p:cNvSpPr>
              <a:spLocks noChangeArrowheads="1"/>
            </p:cNvSpPr>
            <p:nvPr/>
          </p:nvSpPr>
          <p:spPr bwMode="auto">
            <a:xfrm>
              <a:off x="10353159" y="2884634"/>
              <a:ext cx="1047513" cy="385108"/>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Wednesday to Friday</a:t>
              </a:r>
            </a:p>
          </p:txBody>
        </p:sp>
        <p:sp>
          <p:nvSpPr>
            <p:cNvPr id="155" name="Line 23">
              <a:extLst>
                <a:ext uri="{FF2B5EF4-FFF2-40B4-BE49-F238E27FC236}">
                  <a16:creationId xmlns:a16="http://schemas.microsoft.com/office/drawing/2014/main" id="{DE38D2A2-360B-4018-B2BF-625370EB24B1}"/>
                </a:ext>
              </a:extLst>
            </p:cNvPr>
            <p:cNvSpPr>
              <a:spLocks noChangeShapeType="1"/>
            </p:cNvSpPr>
            <p:nvPr/>
          </p:nvSpPr>
          <p:spPr bwMode="auto">
            <a:xfrm>
              <a:off x="6417675" y="3286520"/>
              <a:ext cx="4982997"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56" name="Text Box 21">
              <a:extLst>
                <a:ext uri="{FF2B5EF4-FFF2-40B4-BE49-F238E27FC236}">
                  <a16:creationId xmlns:a16="http://schemas.microsoft.com/office/drawing/2014/main" id="{A7FFD8FC-3DFA-4D7E-A466-8E0210B3426C}"/>
                </a:ext>
              </a:extLst>
            </p:cNvPr>
            <p:cNvSpPr txBox="1">
              <a:spLocks noChangeArrowheads="1"/>
            </p:cNvSpPr>
            <p:nvPr/>
          </p:nvSpPr>
          <p:spPr bwMode="auto">
            <a:xfrm>
              <a:off x="6438528" y="3299109"/>
              <a:ext cx="609033" cy="33855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 Hours</a:t>
              </a:r>
            </a:p>
          </p:txBody>
        </p:sp>
        <p:sp>
          <p:nvSpPr>
            <p:cNvPr id="157" name="Rectangle 156">
              <a:extLst>
                <a:ext uri="{FF2B5EF4-FFF2-40B4-BE49-F238E27FC236}">
                  <a16:creationId xmlns:a16="http://schemas.microsoft.com/office/drawing/2014/main" id="{7DD914F5-C6BD-40E6-AD55-AD9D78B16AD3}"/>
                </a:ext>
              </a:extLst>
            </p:cNvPr>
            <p:cNvSpPr>
              <a:spLocks noChangeArrowheads="1"/>
            </p:cNvSpPr>
            <p:nvPr/>
          </p:nvSpPr>
          <p:spPr bwMode="auto">
            <a:xfrm>
              <a:off x="8192768" y="3307145"/>
              <a:ext cx="1051966" cy="3864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15:00-23:30</a:t>
              </a:r>
            </a:p>
          </p:txBody>
        </p:sp>
        <p:sp>
          <p:nvSpPr>
            <p:cNvPr id="158" name="Rectangle 157">
              <a:extLst>
                <a:ext uri="{FF2B5EF4-FFF2-40B4-BE49-F238E27FC236}">
                  <a16:creationId xmlns:a16="http://schemas.microsoft.com/office/drawing/2014/main" id="{7CC1C22F-AA14-45DF-8948-E31BA3E1060F}"/>
                </a:ext>
              </a:extLst>
            </p:cNvPr>
            <p:cNvSpPr>
              <a:spLocks noChangeArrowheads="1"/>
            </p:cNvSpPr>
            <p:nvPr/>
          </p:nvSpPr>
          <p:spPr bwMode="auto">
            <a:xfrm>
              <a:off x="9273740" y="3316547"/>
              <a:ext cx="1051966" cy="3864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Daily</a:t>
              </a:r>
            </a:p>
            <a:p>
              <a:pPr algn="ctr">
                <a:defRPr/>
              </a:pPr>
              <a:r>
                <a:rPr lang="en-US" altLang="ja-JP" sz="1000" dirty="0">
                  <a:ea typeface="ＭＳ Ｐゴシック" pitchFamily="50" charset="-128"/>
                </a:rPr>
                <a:t>1:00-23:00</a:t>
              </a:r>
            </a:p>
          </p:txBody>
        </p:sp>
        <p:sp>
          <p:nvSpPr>
            <p:cNvPr id="159" name="Rectangle 158">
              <a:extLst>
                <a:ext uri="{FF2B5EF4-FFF2-40B4-BE49-F238E27FC236}">
                  <a16:creationId xmlns:a16="http://schemas.microsoft.com/office/drawing/2014/main" id="{992202EF-4438-4700-96DC-228EAAAD7AE8}"/>
                </a:ext>
              </a:extLst>
            </p:cNvPr>
            <p:cNvSpPr>
              <a:spLocks noChangeArrowheads="1"/>
            </p:cNvSpPr>
            <p:nvPr/>
          </p:nvSpPr>
          <p:spPr bwMode="auto">
            <a:xfrm>
              <a:off x="10348706" y="3310764"/>
              <a:ext cx="1051966" cy="3864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Weekly</a:t>
              </a:r>
            </a:p>
            <a:p>
              <a:pPr algn="ctr">
                <a:defRPr/>
              </a:pPr>
              <a:r>
                <a:rPr lang="en-US" altLang="ja-JP" sz="1000" dirty="0">
                  <a:ea typeface="ＭＳ Ｐゴシック" pitchFamily="50" charset="-128"/>
                </a:rPr>
                <a:t>12:00-17:00</a:t>
              </a:r>
            </a:p>
          </p:txBody>
        </p:sp>
        <p:sp>
          <p:nvSpPr>
            <p:cNvPr id="160" name="Rectangle 159">
              <a:extLst>
                <a:ext uri="{FF2B5EF4-FFF2-40B4-BE49-F238E27FC236}">
                  <a16:creationId xmlns:a16="http://schemas.microsoft.com/office/drawing/2014/main" id="{5F5AF52B-C762-40EB-9BFA-B4B4BA2E5760}"/>
                </a:ext>
              </a:extLst>
            </p:cNvPr>
            <p:cNvSpPr>
              <a:spLocks noChangeArrowheads="1"/>
            </p:cNvSpPr>
            <p:nvPr/>
          </p:nvSpPr>
          <p:spPr bwMode="auto">
            <a:xfrm>
              <a:off x="8192768" y="3770945"/>
              <a:ext cx="1051966" cy="386415"/>
            </a:xfrm>
            <a:prstGeom prst="rect">
              <a:avLst/>
            </a:prstGeom>
            <a:solidFill>
              <a:schemeClr val="bg2">
                <a:lumMod val="7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00:00-24:00</a:t>
              </a:r>
            </a:p>
          </p:txBody>
        </p:sp>
        <p:sp>
          <p:nvSpPr>
            <p:cNvPr id="161" name="Rectangle 160">
              <a:extLst>
                <a:ext uri="{FF2B5EF4-FFF2-40B4-BE49-F238E27FC236}">
                  <a16:creationId xmlns:a16="http://schemas.microsoft.com/office/drawing/2014/main" id="{BAAD8A1B-2592-4EFB-BAE2-044E83C4750E}"/>
                </a:ext>
              </a:extLst>
            </p:cNvPr>
            <p:cNvSpPr>
              <a:spLocks noChangeArrowheads="1"/>
            </p:cNvSpPr>
            <p:nvPr/>
          </p:nvSpPr>
          <p:spPr bwMode="auto">
            <a:xfrm>
              <a:off x="9270636" y="3772968"/>
              <a:ext cx="2130036" cy="386415"/>
            </a:xfrm>
            <a:prstGeom prst="rect">
              <a:avLst/>
            </a:prstGeom>
            <a:solidFill>
              <a:schemeClr val="bg2">
                <a:lumMod val="7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As per the Profile</a:t>
              </a:r>
            </a:p>
          </p:txBody>
        </p:sp>
        <p:sp>
          <p:nvSpPr>
            <p:cNvPr id="162" name="Rectangle 161">
              <a:extLst>
                <a:ext uri="{FF2B5EF4-FFF2-40B4-BE49-F238E27FC236}">
                  <a16:creationId xmlns:a16="http://schemas.microsoft.com/office/drawing/2014/main" id="{116AF01F-156C-416C-81B4-87986F584085}"/>
                </a:ext>
              </a:extLst>
            </p:cNvPr>
            <p:cNvSpPr>
              <a:spLocks noChangeArrowheads="1"/>
            </p:cNvSpPr>
            <p:nvPr/>
          </p:nvSpPr>
          <p:spPr bwMode="auto">
            <a:xfrm>
              <a:off x="8197304" y="4660230"/>
              <a:ext cx="3203368" cy="386415"/>
            </a:xfrm>
            <a:prstGeom prst="rect">
              <a:avLst/>
            </a:prstGeom>
            <a:solidFill>
              <a:schemeClr val="accent1"/>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D+1</a:t>
              </a:r>
            </a:p>
          </p:txBody>
        </p:sp>
        <p:sp>
          <p:nvSpPr>
            <p:cNvPr id="163" name="Text Box 3">
              <a:extLst>
                <a:ext uri="{FF2B5EF4-FFF2-40B4-BE49-F238E27FC236}">
                  <a16:creationId xmlns:a16="http://schemas.microsoft.com/office/drawing/2014/main" id="{707607B8-5C9C-4264-B00A-E5F67062CBEB}"/>
                </a:ext>
              </a:extLst>
            </p:cNvPr>
            <p:cNvSpPr txBox="1">
              <a:spLocks noChangeArrowheads="1"/>
            </p:cNvSpPr>
            <p:nvPr/>
          </p:nvSpPr>
          <p:spPr bwMode="auto">
            <a:xfrm>
              <a:off x="6448938" y="5248791"/>
              <a:ext cx="1285712" cy="323165"/>
            </a:xfrm>
            <a:prstGeom prst="rect">
              <a:avLst/>
            </a:prstGeom>
            <a:noFill/>
            <a:ln w="9525" algn="ctr">
              <a:noFill/>
              <a:miter lim="800000"/>
              <a:headEnd/>
              <a:tailEnd/>
            </a:ln>
          </p:spPr>
          <p:txBody>
            <a:bodyPr wrap="square" lIns="0" tIns="0" rIns="0" bIns="0">
              <a:spAutoFit/>
            </a:bodyPr>
            <a:lstStyle/>
            <a:p>
              <a:r>
                <a:rPr lang="en-US" altLang="ja-JP" sz="1050" i="1" dirty="0">
                  <a:ea typeface="ＭＳ Ｐゴシック" charset="-128"/>
                </a:rPr>
                <a:t>T: Trading Day</a:t>
              </a:r>
            </a:p>
            <a:p>
              <a:r>
                <a:rPr lang="en-US" altLang="ja-JP" sz="1050" i="1" dirty="0">
                  <a:ea typeface="ＭＳ Ｐゴシック" charset="-128"/>
                </a:rPr>
                <a:t>D: Delivery Day</a:t>
              </a:r>
            </a:p>
          </p:txBody>
        </p:sp>
      </p:grpSp>
      <p:sp>
        <p:nvSpPr>
          <p:cNvPr id="164" name="TextBox 163">
            <a:extLst>
              <a:ext uri="{FF2B5EF4-FFF2-40B4-BE49-F238E27FC236}">
                <a16:creationId xmlns:a16="http://schemas.microsoft.com/office/drawing/2014/main" id="{654C16AD-9FB7-4F67-9BDC-25F0C1B8C529}"/>
              </a:ext>
            </a:extLst>
          </p:cNvPr>
          <p:cNvSpPr txBox="1"/>
          <p:nvPr/>
        </p:nvSpPr>
        <p:spPr>
          <a:xfrm>
            <a:off x="501650" y="6430099"/>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IEX website</a:t>
            </a:r>
          </a:p>
        </p:txBody>
      </p:sp>
    </p:spTree>
    <p:extLst>
      <p:ext uri="{BB962C8B-B14F-4D97-AF65-F5344CB8AC3E}">
        <p14:creationId xmlns:p14="http://schemas.microsoft.com/office/powerpoint/2010/main" val="669737705"/>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IEX Market Structure: Green Day Ahead Market (G-DAM)</a:t>
            </a:r>
            <a:endParaRPr lang="en-GB" sz="2800" b="1" dirty="0"/>
          </a:p>
        </p:txBody>
      </p:sp>
      <p:sp>
        <p:nvSpPr>
          <p:cNvPr id="4" name="Rectangle: Rounded Corners 3">
            <a:extLst>
              <a:ext uri="{FF2B5EF4-FFF2-40B4-BE49-F238E27FC236}">
                <a16:creationId xmlns:a16="http://schemas.microsoft.com/office/drawing/2014/main" id="{80BECEF3-6640-44BC-9544-22F0AFEE5E7A}"/>
              </a:ext>
            </a:extLst>
          </p:cNvPr>
          <p:cNvSpPr/>
          <p:nvPr/>
        </p:nvSpPr>
        <p:spPr bwMode="gray">
          <a:xfrm>
            <a:off x="501650" y="1027416"/>
            <a:ext cx="5447457" cy="5383657"/>
          </a:xfrm>
          <a:prstGeom prst="roundRect">
            <a:avLst>
              <a:gd name="adj" fmla="val 378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2C44AAB5-34E7-41D3-AD25-AFD741F06CA4}"/>
              </a:ext>
            </a:extLst>
          </p:cNvPr>
          <p:cNvSpPr/>
          <p:nvPr/>
        </p:nvSpPr>
        <p:spPr bwMode="gray">
          <a:xfrm>
            <a:off x="1968429" y="829152"/>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G-DAM Structure</a:t>
            </a:r>
          </a:p>
        </p:txBody>
      </p:sp>
      <p:sp>
        <p:nvSpPr>
          <p:cNvPr id="6" name="Rectangle: Rounded Corners 5">
            <a:extLst>
              <a:ext uri="{FF2B5EF4-FFF2-40B4-BE49-F238E27FC236}">
                <a16:creationId xmlns:a16="http://schemas.microsoft.com/office/drawing/2014/main" id="{499D4A68-B8E2-459F-AF45-FC74249786F9}"/>
              </a:ext>
            </a:extLst>
          </p:cNvPr>
          <p:cNvSpPr/>
          <p:nvPr/>
        </p:nvSpPr>
        <p:spPr bwMode="gray">
          <a:xfrm>
            <a:off x="6242894" y="1027416"/>
            <a:ext cx="5447456" cy="5383657"/>
          </a:xfrm>
          <a:prstGeom prst="roundRect">
            <a:avLst>
              <a:gd name="adj" fmla="val 2402"/>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92362428-B041-4826-85CF-4A58BB42110C}"/>
              </a:ext>
            </a:extLst>
          </p:cNvPr>
          <p:cNvSpPr/>
          <p:nvPr/>
        </p:nvSpPr>
        <p:spPr bwMode="gray">
          <a:xfrm>
            <a:off x="7415886" y="842426"/>
            <a:ext cx="3010316"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Trading Process</a:t>
            </a:r>
          </a:p>
        </p:txBody>
      </p:sp>
      <p:sp>
        <p:nvSpPr>
          <p:cNvPr id="15" name="TextBox 14">
            <a:extLst>
              <a:ext uri="{FF2B5EF4-FFF2-40B4-BE49-F238E27FC236}">
                <a16:creationId xmlns:a16="http://schemas.microsoft.com/office/drawing/2014/main" id="{86BB6882-F61F-42A0-BAA4-3FACE25E3B37}"/>
              </a:ext>
            </a:extLst>
          </p:cNvPr>
          <p:cNvSpPr txBox="1"/>
          <p:nvPr/>
        </p:nvSpPr>
        <p:spPr>
          <a:xfrm>
            <a:off x="606176" y="1224183"/>
            <a:ext cx="5243778" cy="1200329"/>
          </a:xfrm>
          <a:prstGeom prst="rect">
            <a:avLst/>
          </a:prstGeom>
          <a:noFill/>
        </p:spPr>
        <p:txBody>
          <a:bodyPr wrap="square">
            <a:spAutoFit/>
          </a:bodyPr>
          <a:lstStyle/>
          <a:p>
            <a:pPr algn="just"/>
            <a:r>
              <a:rPr lang="en-US" sz="1200" i="1" dirty="0"/>
              <a:t>Green Day ahead Market allows anonymous &amp; double sided closed collective auction in renewable energy on the day-ahead. The Exchange now invites bids for conventional and renewable in an integrated way through separate bidding windows. The clearing takes place in a sequential manner – first in the renewable segment having the must-run status, considering the availability of the transmission corridor, followed by conventional segment. </a:t>
            </a:r>
          </a:p>
        </p:txBody>
      </p:sp>
      <p:grpSp>
        <p:nvGrpSpPr>
          <p:cNvPr id="2" name="Group 1">
            <a:extLst>
              <a:ext uri="{FF2B5EF4-FFF2-40B4-BE49-F238E27FC236}">
                <a16:creationId xmlns:a16="http://schemas.microsoft.com/office/drawing/2014/main" id="{07E2059A-324F-4D63-AFF0-F0F7FDFDA29F}"/>
              </a:ext>
            </a:extLst>
          </p:cNvPr>
          <p:cNvGrpSpPr/>
          <p:nvPr/>
        </p:nvGrpSpPr>
        <p:grpSpPr>
          <a:xfrm>
            <a:off x="1649322" y="2790313"/>
            <a:ext cx="3402424" cy="1188411"/>
            <a:chOff x="2696162" y="1619239"/>
            <a:chExt cx="6794581" cy="1120014"/>
          </a:xfrm>
        </p:grpSpPr>
        <p:sp>
          <p:nvSpPr>
            <p:cNvPr id="89" name="Text Box 10">
              <a:extLst>
                <a:ext uri="{FF2B5EF4-FFF2-40B4-BE49-F238E27FC236}">
                  <a16:creationId xmlns:a16="http://schemas.microsoft.com/office/drawing/2014/main" id="{CEB7A64D-659D-4911-9143-3670714A03F3}"/>
                </a:ext>
              </a:extLst>
            </p:cNvPr>
            <p:cNvSpPr txBox="1">
              <a:spLocks noChangeArrowheads="1"/>
            </p:cNvSpPr>
            <p:nvPr/>
          </p:nvSpPr>
          <p:spPr bwMode="auto">
            <a:xfrm>
              <a:off x="2696162"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Solar</a:t>
              </a:r>
            </a:p>
          </p:txBody>
        </p:sp>
        <p:sp>
          <p:nvSpPr>
            <p:cNvPr id="90" name="Rectangle 89">
              <a:extLst>
                <a:ext uri="{FF2B5EF4-FFF2-40B4-BE49-F238E27FC236}">
                  <a16:creationId xmlns:a16="http://schemas.microsoft.com/office/drawing/2014/main" id="{7073E565-082B-422A-ADA0-F729B6D4EC96}"/>
                </a:ext>
              </a:extLst>
            </p:cNvPr>
            <p:cNvSpPr>
              <a:spLocks noChangeArrowheads="1"/>
            </p:cNvSpPr>
            <p:nvPr/>
          </p:nvSpPr>
          <p:spPr bwMode="auto">
            <a:xfrm>
              <a:off x="2696162"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Trading of 15-min contracts</a:t>
              </a:r>
            </a:p>
          </p:txBody>
        </p:sp>
        <p:cxnSp>
          <p:nvCxnSpPr>
            <p:cNvPr id="91" name="AutoShape 16">
              <a:extLst>
                <a:ext uri="{FF2B5EF4-FFF2-40B4-BE49-F238E27FC236}">
                  <a16:creationId xmlns:a16="http://schemas.microsoft.com/office/drawing/2014/main" id="{4A41E76C-89FA-4AF4-9CFF-350B2565D7E3}"/>
                </a:ext>
              </a:extLst>
            </p:cNvPr>
            <p:cNvCxnSpPr>
              <a:cxnSpLocks noChangeShapeType="1"/>
              <a:stCxn id="109" idx="2"/>
              <a:endCxn id="90" idx="3"/>
            </p:cNvCxnSpPr>
            <p:nvPr/>
          </p:nvCxnSpPr>
          <p:spPr bwMode="auto">
            <a:xfrm rot="5400000">
              <a:off x="5285925" y="1689637"/>
              <a:ext cx="97630" cy="1498684"/>
            </a:xfrm>
            <a:prstGeom prst="bentConnector2">
              <a:avLst/>
            </a:prstGeom>
            <a:noFill/>
            <a:ln w="6350">
              <a:solidFill>
                <a:srgbClr val="BBBCBC"/>
              </a:solidFill>
              <a:miter lim="800000"/>
              <a:headEnd type="none" w="sm" len="sm"/>
              <a:tailEnd type="none" w="med" len="lg"/>
            </a:ln>
          </p:spPr>
        </p:cxnSp>
        <p:cxnSp>
          <p:nvCxnSpPr>
            <p:cNvPr id="92" name="Elbow Connector 125">
              <a:extLst>
                <a:ext uri="{FF2B5EF4-FFF2-40B4-BE49-F238E27FC236}">
                  <a16:creationId xmlns:a16="http://schemas.microsoft.com/office/drawing/2014/main" id="{36154DFB-7073-48A7-B553-1CF81120AEE4}"/>
                </a:ext>
              </a:extLst>
            </p:cNvPr>
            <p:cNvCxnSpPr>
              <a:stCxn id="111" idx="1"/>
              <a:endCxn id="109" idx="2"/>
            </p:cNvCxnSpPr>
            <p:nvPr/>
          </p:nvCxnSpPr>
          <p:spPr>
            <a:xfrm rot="10800000">
              <a:off x="6084084" y="2390163"/>
              <a:ext cx="1517427" cy="97630"/>
            </a:xfrm>
            <a:prstGeom prst="bentConnector2">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106" name="Elbow Connector 134">
              <a:extLst>
                <a:ext uri="{FF2B5EF4-FFF2-40B4-BE49-F238E27FC236}">
                  <a16:creationId xmlns:a16="http://schemas.microsoft.com/office/drawing/2014/main" id="{25E63B9F-139B-40D0-8EB5-0DE618B8CA42}"/>
                </a:ext>
              </a:extLst>
            </p:cNvPr>
            <p:cNvCxnSpPr>
              <a:cxnSpLocks/>
              <a:stCxn id="109" idx="2"/>
              <a:endCxn id="64" idx="0"/>
            </p:cNvCxnSpPr>
            <p:nvPr/>
          </p:nvCxnSpPr>
          <p:spPr>
            <a:xfrm rot="16200000" flipH="1">
              <a:off x="5947210" y="2527035"/>
              <a:ext cx="276290" cy="2544"/>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107" name="Text Box 10">
              <a:extLst>
                <a:ext uri="{FF2B5EF4-FFF2-40B4-BE49-F238E27FC236}">
                  <a16:creationId xmlns:a16="http://schemas.microsoft.com/office/drawing/2014/main" id="{4897E0F5-A8AE-4B14-BFCC-FC5A490A2EFC}"/>
                </a:ext>
              </a:extLst>
            </p:cNvPr>
            <p:cNvSpPr txBox="1">
              <a:spLocks noChangeArrowheads="1"/>
            </p:cNvSpPr>
            <p:nvPr/>
          </p:nvSpPr>
          <p:spPr bwMode="auto">
            <a:xfrm>
              <a:off x="5139464" y="1619239"/>
              <a:ext cx="1889235" cy="274320"/>
            </a:xfrm>
            <a:prstGeom prst="rect">
              <a:avLst/>
            </a:prstGeom>
            <a:solidFill>
              <a:schemeClr val="accent1"/>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G-DAM</a:t>
              </a:r>
            </a:p>
          </p:txBody>
        </p:sp>
        <p:sp>
          <p:nvSpPr>
            <p:cNvPr id="109" name="Rectangle 108">
              <a:extLst>
                <a:ext uri="{FF2B5EF4-FFF2-40B4-BE49-F238E27FC236}">
                  <a16:creationId xmlns:a16="http://schemas.microsoft.com/office/drawing/2014/main" id="{ED373656-1654-4421-9EBB-9D28D24330A6}"/>
                </a:ext>
              </a:extLst>
            </p:cNvPr>
            <p:cNvSpPr>
              <a:spLocks noChangeArrowheads="1"/>
            </p:cNvSpPr>
            <p:nvPr/>
          </p:nvSpPr>
          <p:spPr bwMode="auto">
            <a:xfrm>
              <a:off x="5139464" y="188724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algn="ctr" defTabSz="957998">
                <a:spcBef>
                  <a:spcPts val="300"/>
                </a:spcBef>
                <a:defRPr/>
              </a:pPr>
              <a:r>
                <a:rPr lang="en-US" sz="1000" dirty="0">
                  <a:latin typeface="+mj-lt"/>
                </a:rPr>
                <a:t>Three Categories</a:t>
              </a:r>
            </a:p>
          </p:txBody>
        </p:sp>
        <p:sp>
          <p:nvSpPr>
            <p:cNvPr id="110" name="Text Box 10">
              <a:extLst>
                <a:ext uri="{FF2B5EF4-FFF2-40B4-BE49-F238E27FC236}">
                  <a16:creationId xmlns:a16="http://schemas.microsoft.com/office/drawing/2014/main" id="{66F27DB5-9186-472B-A315-F7C8D67BF855}"/>
                </a:ext>
              </a:extLst>
            </p:cNvPr>
            <p:cNvSpPr txBox="1">
              <a:spLocks noChangeArrowheads="1"/>
            </p:cNvSpPr>
            <p:nvPr/>
          </p:nvSpPr>
          <p:spPr bwMode="auto">
            <a:xfrm>
              <a:off x="7601508"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Non-Solar</a:t>
              </a:r>
            </a:p>
          </p:txBody>
        </p:sp>
        <p:sp>
          <p:nvSpPr>
            <p:cNvPr id="111" name="Rectangle 110">
              <a:extLst>
                <a:ext uri="{FF2B5EF4-FFF2-40B4-BE49-F238E27FC236}">
                  <a16:creationId xmlns:a16="http://schemas.microsoft.com/office/drawing/2014/main" id="{1949925B-8717-474C-8B2D-90C12C76B944}"/>
                </a:ext>
              </a:extLst>
            </p:cNvPr>
            <p:cNvSpPr>
              <a:spLocks noChangeArrowheads="1"/>
            </p:cNvSpPr>
            <p:nvPr/>
          </p:nvSpPr>
          <p:spPr bwMode="auto">
            <a:xfrm>
              <a:off x="7601508"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Trading of 15-min contracts</a:t>
              </a:r>
            </a:p>
          </p:txBody>
        </p:sp>
      </p:grpSp>
      <p:sp>
        <p:nvSpPr>
          <p:cNvPr id="64" name="Text Box 10">
            <a:extLst>
              <a:ext uri="{FF2B5EF4-FFF2-40B4-BE49-F238E27FC236}">
                <a16:creationId xmlns:a16="http://schemas.microsoft.com/office/drawing/2014/main" id="{4788FF2B-3DB6-4D86-A064-233C0DCC94EA}"/>
              </a:ext>
            </a:extLst>
          </p:cNvPr>
          <p:cNvSpPr txBox="1">
            <a:spLocks noChangeArrowheads="1"/>
          </p:cNvSpPr>
          <p:nvPr/>
        </p:nvSpPr>
        <p:spPr bwMode="auto">
          <a:xfrm>
            <a:off x="2874093" y="3901478"/>
            <a:ext cx="946045" cy="291073"/>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Hydro</a:t>
            </a:r>
          </a:p>
        </p:txBody>
      </p:sp>
      <p:sp>
        <p:nvSpPr>
          <p:cNvPr id="65" name="Rectangle 64">
            <a:extLst>
              <a:ext uri="{FF2B5EF4-FFF2-40B4-BE49-F238E27FC236}">
                <a16:creationId xmlns:a16="http://schemas.microsoft.com/office/drawing/2014/main" id="{56DECB37-221F-4A1A-B74B-00DF49228750}"/>
              </a:ext>
            </a:extLst>
          </p:cNvPr>
          <p:cNvSpPr>
            <a:spLocks noChangeArrowheads="1"/>
          </p:cNvSpPr>
          <p:nvPr/>
        </p:nvSpPr>
        <p:spPr bwMode="auto">
          <a:xfrm>
            <a:off x="2874093" y="4191527"/>
            <a:ext cx="946045" cy="533633"/>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Trading of 15-min contracts</a:t>
            </a:r>
          </a:p>
        </p:txBody>
      </p:sp>
      <p:cxnSp>
        <p:nvCxnSpPr>
          <p:cNvPr id="68" name="Elbow Connector 134">
            <a:extLst>
              <a:ext uri="{FF2B5EF4-FFF2-40B4-BE49-F238E27FC236}">
                <a16:creationId xmlns:a16="http://schemas.microsoft.com/office/drawing/2014/main" id="{C7142EF9-231B-45FE-9390-05F2E7252000}"/>
              </a:ext>
            </a:extLst>
          </p:cNvPr>
          <p:cNvCxnSpPr>
            <a:cxnSpLocks/>
            <a:stCxn id="90" idx="2"/>
          </p:cNvCxnSpPr>
          <p:nvPr/>
        </p:nvCxnSpPr>
        <p:spPr>
          <a:xfrm rot="16200000" flipH="1">
            <a:off x="1971670" y="4129398"/>
            <a:ext cx="1532959" cy="1231609"/>
          </a:xfrm>
          <a:prstGeom prst="bentConnector3">
            <a:avLst>
              <a:gd name="adj1" fmla="val 66403"/>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72" name="Elbow Connector 134">
            <a:extLst>
              <a:ext uri="{FF2B5EF4-FFF2-40B4-BE49-F238E27FC236}">
                <a16:creationId xmlns:a16="http://schemas.microsoft.com/office/drawing/2014/main" id="{35EAE3D3-C5A8-4F01-AAE7-A13988374449}"/>
              </a:ext>
            </a:extLst>
          </p:cNvPr>
          <p:cNvCxnSpPr>
            <a:cxnSpLocks/>
            <a:stCxn id="111" idx="2"/>
          </p:cNvCxnSpPr>
          <p:nvPr/>
        </p:nvCxnSpPr>
        <p:spPr>
          <a:xfrm rot="5400000">
            <a:off x="3199860" y="4132816"/>
            <a:ext cx="1532957" cy="1224772"/>
          </a:xfrm>
          <a:prstGeom prst="bentConnector3">
            <a:avLst>
              <a:gd name="adj1" fmla="val 66404"/>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76" name="Elbow Connector 134">
            <a:extLst>
              <a:ext uri="{FF2B5EF4-FFF2-40B4-BE49-F238E27FC236}">
                <a16:creationId xmlns:a16="http://schemas.microsoft.com/office/drawing/2014/main" id="{9D35EA09-35B5-45F3-B095-66DB9906363C}"/>
              </a:ext>
            </a:extLst>
          </p:cNvPr>
          <p:cNvCxnSpPr>
            <a:cxnSpLocks/>
            <a:stCxn id="65" idx="2"/>
          </p:cNvCxnSpPr>
          <p:nvPr/>
        </p:nvCxnSpPr>
        <p:spPr>
          <a:xfrm rot="16200000" flipH="1">
            <a:off x="2957274" y="5115002"/>
            <a:ext cx="786521" cy="6836"/>
          </a:xfrm>
          <a:prstGeom prst="bentConnector3">
            <a:avLst>
              <a:gd name="adj1" fmla="val 50000"/>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79" name="Rectangle 78">
            <a:extLst>
              <a:ext uri="{FF2B5EF4-FFF2-40B4-BE49-F238E27FC236}">
                <a16:creationId xmlns:a16="http://schemas.microsoft.com/office/drawing/2014/main" id="{0EC37637-CAC6-4FB4-AEFA-A941B843E09C}"/>
              </a:ext>
            </a:extLst>
          </p:cNvPr>
          <p:cNvSpPr>
            <a:spLocks noChangeArrowheads="1"/>
          </p:cNvSpPr>
          <p:nvPr/>
        </p:nvSpPr>
        <p:spPr bwMode="auto">
          <a:xfrm>
            <a:off x="1370847" y="5175127"/>
            <a:ext cx="3966210" cy="1111373"/>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Key Features:</a:t>
            </a:r>
          </a:p>
          <a:p>
            <a:pPr marL="228600" indent="-228600" defTabSz="957998">
              <a:spcBef>
                <a:spcPts val="300"/>
              </a:spcBef>
              <a:buAutoNum type="arabicPeriod"/>
              <a:defRPr/>
            </a:pPr>
            <a:r>
              <a:rPr lang="en-US" sz="1000" dirty="0">
                <a:latin typeface="+mj-lt"/>
              </a:rPr>
              <a:t>Participants at either premium or discount price can use ‘Order Carry forward (OCF)’ at the time of placing bid to carry forward uncleared bids to conventional DAM</a:t>
            </a:r>
          </a:p>
          <a:p>
            <a:pPr marL="228600" indent="-228600" defTabSz="957998">
              <a:spcBef>
                <a:spcPts val="300"/>
              </a:spcBef>
              <a:buAutoNum type="arabicPeriod"/>
              <a:defRPr/>
            </a:pPr>
            <a:r>
              <a:rPr lang="en-US" sz="1000" dirty="0">
                <a:latin typeface="+mj-lt"/>
              </a:rPr>
              <a:t>Double-sided anonymous closed bidding auction</a:t>
            </a:r>
          </a:p>
          <a:p>
            <a:pPr marL="228600" indent="-228600" defTabSz="957998">
              <a:spcBef>
                <a:spcPts val="300"/>
              </a:spcBef>
              <a:buAutoNum type="arabicPeriod"/>
              <a:defRPr/>
            </a:pPr>
            <a:r>
              <a:rPr lang="en-US" sz="1000" dirty="0">
                <a:latin typeface="+mj-lt"/>
              </a:rPr>
              <a:t>Separate Price forming for Green power</a:t>
            </a:r>
          </a:p>
        </p:txBody>
      </p:sp>
      <p:grpSp>
        <p:nvGrpSpPr>
          <p:cNvPr id="21" name="Group 20">
            <a:extLst>
              <a:ext uri="{FF2B5EF4-FFF2-40B4-BE49-F238E27FC236}">
                <a16:creationId xmlns:a16="http://schemas.microsoft.com/office/drawing/2014/main" id="{60C17F64-B38F-4CC9-8B8A-4ECE94D73FD7}"/>
              </a:ext>
            </a:extLst>
          </p:cNvPr>
          <p:cNvGrpSpPr/>
          <p:nvPr/>
        </p:nvGrpSpPr>
        <p:grpSpPr>
          <a:xfrm>
            <a:off x="6436360" y="2002242"/>
            <a:ext cx="5060524" cy="2853515"/>
            <a:chOff x="6440856" y="1693320"/>
            <a:chExt cx="5060524" cy="2853515"/>
          </a:xfrm>
        </p:grpSpPr>
        <p:sp>
          <p:nvSpPr>
            <p:cNvPr id="123" name="AutoShape 4">
              <a:extLst>
                <a:ext uri="{FF2B5EF4-FFF2-40B4-BE49-F238E27FC236}">
                  <a16:creationId xmlns:a16="http://schemas.microsoft.com/office/drawing/2014/main" id="{548B7A45-A87F-4B72-B033-18772E579D41}"/>
                </a:ext>
              </a:extLst>
            </p:cNvPr>
            <p:cNvSpPr>
              <a:spLocks noChangeArrowheads="1"/>
            </p:cNvSpPr>
            <p:nvPr/>
          </p:nvSpPr>
          <p:spPr bwMode="auto">
            <a:xfrm>
              <a:off x="9598472" y="1820719"/>
              <a:ext cx="1870780" cy="322120"/>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Scheduled as RE Power</a:t>
              </a:r>
            </a:p>
          </p:txBody>
        </p:sp>
        <p:sp>
          <p:nvSpPr>
            <p:cNvPr id="124" name="AutoShape 5">
              <a:extLst>
                <a:ext uri="{FF2B5EF4-FFF2-40B4-BE49-F238E27FC236}">
                  <a16:creationId xmlns:a16="http://schemas.microsoft.com/office/drawing/2014/main" id="{15E3D113-FF5F-456E-A38B-7C7A46709894}"/>
                </a:ext>
              </a:extLst>
            </p:cNvPr>
            <p:cNvSpPr>
              <a:spLocks noChangeArrowheads="1"/>
            </p:cNvSpPr>
            <p:nvPr/>
          </p:nvSpPr>
          <p:spPr bwMode="auto">
            <a:xfrm>
              <a:off x="9598472" y="2508139"/>
              <a:ext cx="1870780" cy="299788"/>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Green power at bundled </a:t>
              </a:r>
            </a:p>
            <a:p>
              <a:pPr marL="171450" indent="-171450"/>
              <a:r>
                <a:rPr lang="en-US" sz="1200" dirty="0">
                  <a:solidFill>
                    <a:schemeClr val="bg1"/>
                  </a:solidFill>
                  <a:cs typeface="Arial" pitchFamily="34" charset="0"/>
                </a:rPr>
                <a:t>price to meet RPO</a:t>
              </a:r>
            </a:p>
          </p:txBody>
        </p:sp>
        <p:sp>
          <p:nvSpPr>
            <p:cNvPr id="125" name="AutoShape 6">
              <a:extLst>
                <a:ext uri="{FF2B5EF4-FFF2-40B4-BE49-F238E27FC236}">
                  <a16:creationId xmlns:a16="http://schemas.microsoft.com/office/drawing/2014/main" id="{CB7249A8-3ED7-455A-A131-1B0C38E5A90B}"/>
                </a:ext>
              </a:extLst>
            </p:cNvPr>
            <p:cNvSpPr>
              <a:spLocks noChangeArrowheads="1"/>
            </p:cNvSpPr>
            <p:nvPr/>
          </p:nvSpPr>
          <p:spPr bwMode="auto">
            <a:xfrm>
              <a:off x="6440856" y="1693320"/>
              <a:ext cx="675285" cy="334319"/>
            </a:xfrm>
            <a:prstGeom prst="homePlate">
              <a:avLst>
                <a:gd name="adj" fmla="val 0"/>
              </a:avLst>
            </a:prstGeom>
            <a:solidFill>
              <a:schemeClr val="accent1"/>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RE Seller</a:t>
              </a:r>
            </a:p>
          </p:txBody>
        </p:sp>
        <p:sp>
          <p:nvSpPr>
            <p:cNvPr id="126" name="AutoShape 7">
              <a:extLst>
                <a:ext uri="{FF2B5EF4-FFF2-40B4-BE49-F238E27FC236}">
                  <a16:creationId xmlns:a16="http://schemas.microsoft.com/office/drawing/2014/main" id="{51E4A81A-93E9-47FB-941E-5F7D1895A7DE}"/>
                </a:ext>
              </a:extLst>
            </p:cNvPr>
            <p:cNvSpPr>
              <a:spLocks noChangeArrowheads="1"/>
            </p:cNvSpPr>
            <p:nvPr/>
          </p:nvSpPr>
          <p:spPr bwMode="auto">
            <a:xfrm>
              <a:off x="7829930" y="1820553"/>
              <a:ext cx="628270" cy="351832"/>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GDAM</a:t>
              </a:r>
            </a:p>
          </p:txBody>
        </p:sp>
        <p:sp>
          <p:nvSpPr>
            <p:cNvPr id="163" name="Text Box 3">
              <a:extLst>
                <a:ext uri="{FF2B5EF4-FFF2-40B4-BE49-F238E27FC236}">
                  <a16:creationId xmlns:a16="http://schemas.microsoft.com/office/drawing/2014/main" id="{707607B8-5C9C-4264-B00A-E5F67062CBEB}"/>
                </a:ext>
              </a:extLst>
            </p:cNvPr>
            <p:cNvSpPr txBox="1">
              <a:spLocks noChangeArrowheads="1"/>
            </p:cNvSpPr>
            <p:nvPr/>
          </p:nvSpPr>
          <p:spPr bwMode="auto">
            <a:xfrm rot="16200000">
              <a:off x="7507785" y="2559883"/>
              <a:ext cx="1030681" cy="323165"/>
            </a:xfrm>
            <a:prstGeom prst="rect">
              <a:avLst/>
            </a:prstGeom>
            <a:noFill/>
            <a:ln w="9525" algn="ctr">
              <a:noFill/>
              <a:miter lim="800000"/>
              <a:headEnd/>
              <a:tailEnd/>
            </a:ln>
          </p:spPr>
          <p:txBody>
            <a:bodyPr wrap="square" lIns="0" tIns="0" rIns="0" bIns="0">
              <a:spAutoFit/>
            </a:bodyPr>
            <a:lstStyle/>
            <a:p>
              <a:r>
                <a:rPr lang="en-US" altLang="ja-JP" sz="1050" i="1" dirty="0">
                  <a:ea typeface="ＭＳ Ｐゴシック" charset="-128"/>
                </a:rPr>
                <a:t>Bidding of Unsold/ uncleared Bids</a:t>
              </a:r>
            </a:p>
          </p:txBody>
        </p:sp>
        <p:sp>
          <p:nvSpPr>
            <p:cNvPr id="80" name="AutoShape 6">
              <a:extLst>
                <a:ext uri="{FF2B5EF4-FFF2-40B4-BE49-F238E27FC236}">
                  <a16:creationId xmlns:a16="http://schemas.microsoft.com/office/drawing/2014/main" id="{92D12522-EA17-4165-8090-1B40B1B55F37}"/>
                </a:ext>
              </a:extLst>
            </p:cNvPr>
            <p:cNvSpPr>
              <a:spLocks noChangeArrowheads="1"/>
            </p:cNvSpPr>
            <p:nvPr/>
          </p:nvSpPr>
          <p:spPr bwMode="auto">
            <a:xfrm>
              <a:off x="6450124" y="2075415"/>
              <a:ext cx="675285" cy="334319"/>
            </a:xfrm>
            <a:prstGeom prst="homePlate">
              <a:avLst>
                <a:gd name="adj" fmla="val 0"/>
              </a:avLst>
            </a:prstGeom>
            <a:solidFill>
              <a:schemeClr val="accent1"/>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RE Buyer</a:t>
              </a:r>
            </a:p>
          </p:txBody>
        </p:sp>
        <p:sp>
          <p:nvSpPr>
            <p:cNvPr id="20" name="Arrow: Right 19">
              <a:extLst>
                <a:ext uri="{FF2B5EF4-FFF2-40B4-BE49-F238E27FC236}">
                  <a16:creationId xmlns:a16="http://schemas.microsoft.com/office/drawing/2014/main" id="{E88AED67-0266-42F2-AF71-6A2552DB9E26}"/>
                </a:ext>
              </a:extLst>
            </p:cNvPr>
            <p:cNvSpPr/>
            <p:nvPr/>
          </p:nvSpPr>
          <p:spPr bwMode="gray">
            <a:xfrm>
              <a:off x="7226158" y="1784068"/>
              <a:ext cx="499460" cy="469963"/>
            </a:xfrm>
            <a:prstGeom prst="rightArrow">
              <a:avLst/>
            </a:prstGeom>
            <a:solidFill>
              <a:schemeClr val="accent5">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solidFill>
                    <a:schemeClr val="accent5"/>
                  </a:solidFill>
                </a:rPr>
                <a:t>Bid</a:t>
              </a:r>
            </a:p>
          </p:txBody>
        </p:sp>
        <p:sp>
          <p:nvSpPr>
            <p:cNvPr id="82" name="Arrow: Right 81">
              <a:extLst>
                <a:ext uri="{FF2B5EF4-FFF2-40B4-BE49-F238E27FC236}">
                  <a16:creationId xmlns:a16="http://schemas.microsoft.com/office/drawing/2014/main" id="{3858152A-CBB9-4F02-A37B-6FAAEB234B69}"/>
                </a:ext>
              </a:extLst>
            </p:cNvPr>
            <p:cNvSpPr/>
            <p:nvPr/>
          </p:nvSpPr>
          <p:spPr bwMode="gray">
            <a:xfrm>
              <a:off x="8562512" y="1778742"/>
              <a:ext cx="976772" cy="469963"/>
            </a:xfrm>
            <a:prstGeom prst="rightArrow">
              <a:avLst/>
            </a:prstGeom>
            <a:solidFill>
              <a:schemeClr val="accent5">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solidFill>
                    <a:schemeClr val="accent5"/>
                  </a:solidFill>
                </a:rPr>
                <a:t>Cleared</a:t>
              </a:r>
            </a:p>
          </p:txBody>
        </p:sp>
        <p:sp>
          <p:nvSpPr>
            <p:cNvPr id="83" name="Arrow: Right 82">
              <a:extLst>
                <a:ext uri="{FF2B5EF4-FFF2-40B4-BE49-F238E27FC236}">
                  <a16:creationId xmlns:a16="http://schemas.microsoft.com/office/drawing/2014/main" id="{82323305-4CB8-4E58-BDE5-0CB5CCE49E93}"/>
                </a:ext>
              </a:extLst>
            </p:cNvPr>
            <p:cNvSpPr/>
            <p:nvPr/>
          </p:nvSpPr>
          <p:spPr bwMode="gray">
            <a:xfrm rot="5400000">
              <a:off x="10311730" y="2088166"/>
              <a:ext cx="299790" cy="469963"/>
            </a:xfrm>
            <a:prstGeom prst="rightArrow">
              <a:avLst/>
            </a:prstGeom>
            <a:solidFill>
              <a:schemeClr val="accent5">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accent5"/>
                </a:solidFill>
              </a:endParaRPr>
            </a:p>
          </p:txBody>
        </p:sp>
        <p:sp>
          <p:nvSpPr>
            <p:cNvPr id="84" name="AutoShape 4">
              <a:extLst>
                <a:ext uri="{FF2B5EF4-FFF2-40B4-BE49-F238E27FC236}">
                  <a16:creationId xmlns:a16="http://schemas.microsoft.com/office/drawing/2014/main" id="{2EBB0CD2-D591-4F4F-B58C-CD56D91BF937}"/>
                </a:ext>
              </a:extLst>
            </p:cNvPr>
            <p:cNvSpPr>
              <a:spLocks noChangeArrowheads="1"/>
            </p:cNvSpPr>
            <p:nvPr/>
          </p:nvSpPr>
          <p:spPr bwMode="auto">
            <a:xfrm>
              <a:off x="9630600" y="3516321"/>
              <a:ext cx="1870780" cy="322120"/>
            </a:xfrm>
            <a:prstGeom prst="chevron">
              <a:avLst>
                <a:gd name="adj" fmla="val 0"/>
              </a:avLst>
            </a:prstGeom>
            <a:solidFill>
              <a:schemeClr val="tx1">
                <a:lumMod val="50000"/>
                <a:lumOff val="50000"/>
              </a:schemeClr>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Scheduled as Conventional</a:t>
              </a:r>
            </a:p>
            <a:p>
              <a:pPr marL="171450" indent="-171450"/>
              <a:r>
                <a:rPr lang="en-US" sz="1200" dirty="0">
                  <a:solidFill>
                    <a:schemeClr val="bg1"/>
                  </a:solidFill>
                  <a:cs typeface="Arial" pitchFamily="34" charset="0"/>
                </a:rPr>
                <a:t>DAM Power</a:t>
              </a:r>
            </a:p>
          </p:txBody>
        </p:sp>
        <p:sp>
          <p:nvSpPr>
            <p:cNvPr id="85" name="AutoShape 5">
              <a:extLst>
                <a:ext uri="{FF2B5EF4-FFF2-40B4-BE49-F238E27FC236}">
                  <a16:creationId xmlns:a16="http://schemas.microsoft.com/office/drawing/2014/main" id="{AAB5CE2A-B0F0-4354-A11C-D3E1104A27F8}"/>
                </a:ext>
              </a:extLst>
            </p:cNvPr>
            <p:cNvSpPr>
              <a:spLocks noChangeArrowheads="1"/>
            </p:cNvSpPr>
            <p:nvPr/>
          </p:nvSpPr>
          <p:spPr bwMode="auto">
            <a:xfrm>
              <a:off x="9630600" y="4203741"/>
              <a:ext cx="1870780" cy="343094"/>
            </a:xfrm>
            <a:prstGeom prst="chevron">
              <a:avLst>
                <a:gd name="adj" fmla="val 0"/>
              </a:avLst>
            </a:prstGeom>
            <a:solidFill>
              <a:schemeClr val="tx1">
                <a:lumMod val="50000"/>
                <a:lumOff val="50000"/>
              </a:schemeClr>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Electricity at DAM ACP+</a:t>
              </a:r>
            </a:p>
            <a:p>
              <a:pPr marL="171450" indent="-171450"/>
              <a:r>
                <a:rPr lang="en-US" sz="1200" dirty="0">
                  <a:solidFill>
                    <a:schemeClr val="bg1"/>
                  </a:solidFill>
                  <a:cs typeface="Arial" pitchFamily="34" charset="0"/>
                </a:rPr>
                <a:t>Tradeable RECs</a:t>
              </a:r>
            </a:p>
          </p:txBody>
        </p:sp>
        <p:sp>
          <p:nvSpPr>
            <p:cNvPr id="86" name="AutoShape 6">
              <a:extLst>
                <a:ext uri="{FF2B5EF4-FFF2-40B4-BE49-F238E27FC236}">
                  <a16:creationId xmlns:a16="http://schemas.microsoft.com/office/drawing/2014/main" id="{25299DC4-044D-40CF-932F-FC605A653200}"/>
                </a:ext>
              </a:extLst>
            </p:cNvPr>
            <p:cNvSpPr>
              <a:spLocks noChangeArrowheads="1"/>
            </p:cNvSpPr>
            <p:nvPr/>
          </p:nvSpPr>
          <p:spPr bwMode="auto">
            <a:xfrm>
              <a:off x="6472984" y="3388922"/>
              <a:ext cx="675285" cy="334319"/>
            </a:xfrm>
            <a:prstGeom prst="homePlate">
              <a:avLst>
                <a:gd name="adj" fmla="val 0"/>
              </a:avLst>
            </a:prstGeom>
            <a:solidFill>
              <a:schemeClr val="tx2"/>
            </a:solidFill>
            <a:ln w="6350" algn="ctr">
              <a:noFill/>
              <a:miter lim="800000"/>
              <a:headEnd type="none" w="sm" len="sm"/>
              <a:tailEnd type="none" w="sm" len="sm"/>
            </a:ln>
          </p:spPr>
          <p:txBody>
            <a:bodyPr wrap="none" lIns="88900" tIns="88900" rIns="88900" bIns="88900" anchor="ctr"/>
            <a:lstStyle/>
            <a:p>
              <a:pPr marL="171450" indent="-171450" algn="ctr"/>
              <a:r>
                <a:rPr lang="en-US" sz="1200" dirty="0">
                  <a:solidFill>
                    <a:schemeClr val="bg1"/>
                  </a:solidFill>
                  <a:cs typeface="Arial" pitchFamily="34" charset="0"/>
                </a:rPr>
                <a:t>Conv</a:t>
              </a:r>
            </a:p>
            <a:p>
              <a:pPr marL="171450" indent="-171450" algn="ctr"/>
              <a:r>
                <a:rPr lang="en-US" sz="1200" dirty="0">
                  <a:solidFill>
                    <a:schemeClr val="bg1"/>
                  </a:solidFill>
                  <a:cs typeface="Arial" pitchFamily="34" charset="0"/>
                </a:rPr>
                <a:t>Seller</a:t>
              </a:r>
            </a:p>
          </p:txBody>
        </p:sp>
        <p:sp>
          <p:nvSpPr>
            <p:cNvPr id="87" name="AutoShape 7">
              <a:extLst>
                <a:ext uri="{FF2B5EF4-FFF2-40B4-BE49-F238E27FC236}">
                  <a16:creationId xmlns:a16="http://schemas.microsoft.com/office/drawing/2014/main" id="{B979F574-8652-45D8-A99F-07704CF9255E}"/>
                </a:ext>
              </a:extLst>
            </p:cNvPr>
            <p:cNvSpPr>
              <a:spLocks noChangeArrowheads="1"/>
            </p:cNvSpPr>
            <p:nvPr/>
          </p:nvSpPr>
          <p:spPr bwMode="auto">
            <a:xfrm>
              <a:off x="7862058" y="3516155"/>
              <a:ext cx="628270" cy="351832"/>
            </a:xfrm>
            <a:prstGeom prst="chevron">
              <a:avLst>
                <a:gd name="adj" fmla="val 0"/>
              </a:avLst>
            </a:prstGeom>
            <a:solidFill>
              <a:schemeClr val="tx1">
                <a:lumMod val="50000"/>
                <a:lumOff val="50000"/>
              </a:schemeClr>
            </a:solidFill>
            <a:ln w="6350" algn="ctr">
              <a:noFill/>
              <a:miter lim="800000"/>
              <a:headEnd type="none" w="sm" len="sm"/>
              <a:tailEnd type="none" w="sm" len="sm"/>
            </a:ln>
          </p:spPr>
          <p:txBody>
            <a:bodyPr wrap="none" lIns="88900" tIns="88900" rIns="88900" bIns="88900" anchor="ctr"/>
            <a:lstStyle/>
            <a:p>
              <a:pPr marL="171450" indent="-171450" algn="ctr"/>
              <a:r>
                <a:rPr lang="en-US" sz="1200" dirty="0">
                  <a:solidFill>
                    <a:schemeClr val="bg1"/>
                  </a:solidFill>
                  <a:cs typeface="Arial" pitchFamily="34" charset="0"/>
                </a:rPr>
                <a:t>DAM</a:t>
              </a:r>
            </a:p>
          </p:txBody>
        </p:sp>
        <p:sp>
          <p:nvSpPr>
            <p:cNvPr id="94" name="AutoShape 6">
              <a:extLst>
                <a:ext uri="{FF2B5EF4-FFF2-40B4-BE49-F238E27FC236}">
                  <a16:creationId xmlns:a16="http://schemas.microsoft.com/office/drawing/2014/main" id="{DA9BF94A-2424-49DC-8673-F2D712416148}"/>
                </a:ext>
              </a:extLst>
            </p:cNvPr>
            <p:cNvSpPr>
              <a:spLocks noChangeArrowheads="1"/>
            </p:cNvSpPr>
            <p:nvPr/>
          </p:nvSpPr>
          <p:spPr bwMode="auto">
            <a:xfrm>
              <a:off x="6482252" y="3771017"/>
              <a:ext cx="675285" cy="334319"/>
            </a:xfrm>
            <a:prstGeom prst="homePlate">
              <a:avLst>
                <a:gd name="adj" fmla="val 0"/>
              </a:avLst>
            </a:prstGeom>
            <a:solidFill>
              <a:schemeClr val="tx2"/>
            </a:solidFill>
            <a:ln w="6350" algn="ctr">
              <a:noFill/>
              <a:miter lim="800000"/>
              <a:headEnd type="none" w="sm" len="sm"/>
              <a:tailEnd type="none" w="sm" len="sm"/>
            </a:ln>
          </p:spPr>
          <p:txBody>
            <a:bodyPr wrap="none" lIns="88900" tIns="88900" rIns="88900" bIns="88900" anchor="ctr"/>
            <a:lstStyle/>
            <a:p>
              <a:pPr marL="171450" indent="-171450" algn="ctr"/>
              <a:r>
                <a:rPr lang="en-US" sz="1200" dirty="0">
                  <a:solidFill>
                    <a:schemeClr val="bg1"/>
                  </a:solidFill>
                  <a:cs typeface="Arial" pitchFamily="34" charset="0"/>
                </a:rPr>
                <a:t>Conv</a:t>
              </a:r>
            </a:p>
            <a:p>
              <a:pPr marL="171450" indent="-171450" algn="ctr"/>
              <a:r>
                <a:rPr lang="en-US" sz="1200" dirty="0">
                  <a:solidFill>
                    <a:schemeClr val="bg1"/>
                  </a:solidFill>
                  <a:cs typeface="Arial" pitchFamily="34" charset="0"/>
                </a:rPr>
                <a:t>Buyer</a:t>
              </a:r>
            </a:p>
          </p:txBody>
        </p:sp>
        <p:sp>
          <p:nvSpPr>
            <p:cNvPr id="95" name="Arrow: Right 94">
              <a:extLst>
                <a:ext uri="{FF2B5EF4-FFF2-40B4-BE49-F238E27FC236}">
                  <a16:creationId xmlns:a16="http://schemas.microsoft.com/office/drawing/2014/main" id="{A9BC8B35-4E4E-4872-97AB-B0E058F24DAA}"/>
                </a:ext>
              </a:extLst>
            </p:cNvPr>
            <p:cNvSpPr/>
            <p:nvPr/>
          </p:nvSpPr>
          <p:spPr bwMode="gray">
            <a:xfrm>
              <a:off x="7258286" y="3479670"/>
              <a:ext cx="499460" cy="469963"/>
            </a:xfrm>
            <a:prstGeom prst="rightArrow">
              <a:avLst/>
            </a:prstGeom>
            <a:solidFill>
              <a:schemeClr val="tx2">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solidFill>
                    <a:schemeClr val="tx2"/>
                  </a:solidFill>
                </a:rPr>
                <a:t>Bid</a:t>
              </a:r>
            </a:p>
          </p:txBody>
        </p:sp>
        <p:sp>
          <p:nvSpPr>
            <p:cNvPr id="96" name="Arrow: Right 95">
              <a:extLst>
                <a:ext uri="{FF2B5EF4-FFF2-40B4-BE49-F238E27FC236}">
                  <a16:creationId xmlns:a16="http://schemas.microsoft.com/office/drawing/2014/main" id="{9981B686-1B56-45BD-A88F-CACAD56DCEDF}"/>
                </a:ext>
              </a:extLst>
            </p:cNvPr>
            <p:cNvSpPr/>
            <p:nvPr/>
          </p:nvSpPr>
          <p:spPr bwMode="gray">
            <a:xfrm>
              <a:off x="8594640" y="3474344"/>
              <a:ext cx="976772" cy="469963"/>
            </a:xfrm>
            <a:prstGeom prst="rightArrow">
              <a:avLst/>
            </a:prstGeom>
            <a:solidFill>
              <a:schemeClr val="tx2">
                <a:lumMod val="40000"/>
                <a:lumOff val="60000"/>
              </a:schemeClr>
            </a:solidFill>
            <a:ln w="19050" algn="ctr">
              <a:noFill/>
              <a:miter lim="800000"/>
              <a:headEnd/>
              <a:tailEnd/>
            </a:ln>
          </p:spPr>
          <p:txBody>
            <a:bodyPr wrap="square" lIns="88900" tIns="88900" rIns="88900" bIns="88900" rtlCol="0" anchor="ctr"/>
            <a:lstStyle/>
            <a:p>
              <a:pPr algn="ctr">
                <a:lnSpc>
                  <a:spcPct val="106000"/>
                </a:lnSpc>
              </a:pPr>
              <a:r>
                <a:rPr lang="en-US" sz="1100" b="1" dirty="0">
                  <a:solidFill>
                    <a:schemeClr val="tx2"/>
                  </a:solidFill>
                </a:rPr>
                <a:t>Cleared</a:t>
              </a:r>
            </a:p>
          </p:txBody>
        </p:sp>
        <p:sp>
          <p:nvSpPr>
            <p:cNvPr id="97" name="Arrow: Right 96">
              <a:extLst>
                <a:ext uri="{FF2B5EF4-FFF2-40B4-BE49-F238E27FC236}">
                  <a16:creationId xmlns:a16="http://schemas.microsoft.com/office/drawing/2014/main" id="{60A67DF7-1F69-4F86-B323-B520BD81BA4D}"/>
                </a:ext>
              </a:extLst>
            </p:cNvPr>
            <p:cNvSpPr/>
            <p:nvPr/>
          </p:nvSpPr>
          <p:spPr bwMode="gray">
            <a:xfrm rot="5400000">
              <a:off x="10343858" y="3783768"/>
              <a:ext cx="299790" cy="469963"/>
            </a:xfrm>
            <a:prstGeom prst="rightArrow">
              <a:avLst/>
            </a:prstGeom>
            <a:solidFill>
              <a:schemeClr val="tx2">
                <a:lumMod val="40000"/>
                <a:lumOff val="60000"/>
              </a:schemeClr>
            </a:solidFill>
            <a:ln w="19050" algn="ctr">
              <a:noFill/>
              <a:miter lim="800000"/>
              <a:headEnd/>
              <a:tailEnd/>
            </a:ln>
          </p:spPr>
          <p:txBody>
            <a:bodyPr wrap="square" lIns="88900" tIns="88900" rIns="88900" bIns="88900" rtlCol="0" anchor="ctr"/>
            <a:lstStyle/>
            <a:p>
              <a:pPr algn="ctr">
                <a:lnSpc>
                  <a:spcPct val="106000"/>
                </a:lnSpc>
              </a:pPr>
              <a:endParaRPr lang="en-US" sz="1100" b="1" dirty="0">
                <a:solidFill>
                  <a:schemeClr val="tx2"/>
                </a:solidFill>
              </a:endParaRPr>
            </a:p>
          </p:txBody>
        </p:sp>
        <p:sp>
          <p:nvSpPr>
            <p:cNvPr id="98" name="Arrow: Right 97">
              <a:extLst>
                <a:ext uri="{FF2B5EF4-FFF2-40B4-BE49-F238E27FC236}">
                  <a16:creationId xmlns:a16="http://schemas.microsoft.com/office/drawing/2014/main" id="{2A6DA7D6-AD66-483E-A846-ECCAD09A7FC1}"/>
                </a:ext>
              </a:extLst>
            </p:cNvPr>
            <p:cNvSpPr/>
            <p:nvPr/>
          </p:nvSpPr>
          <p:spPr bwMode="gray">
            <a:xfrm rot="5400000">
              <a:off x="7801094" y="2726301"/>
              <a:ext cx="1030679" cy="292828"/>
            </a:xfrm>
            <a:prstGeom prst="rightArrow">
              <a:avLst/>
            </a:prstGeom>
            <a:solidFill>
              <a:schemeClr val="accent5">
                <a:lumMod val="40000"/>
                <a:lumOff val="60000"/>
              </a:schemeClr>
            </a:solidFill>
            <a:ln w="19050" algn="ctr">
              <a:noFill/>
              <a:miter lim="800000"/>
              <a:headEnd/>
              <a:tailEnd/>
            </a:ln>
          </p:spPr>
          <p:txBody>
            <a:bodyPr wrap="square" lIns="88900" tIns="88900" rIns="88900" bIns="88900" rtlCol="0" anchor="ctr"/>
            <a:lstStyle/>
            <a:p>
              <a:pPr algn="ctr">
                <a:lnSpc>
                  <a:spcPct val="106000"/>
                </a:lnSpc>
                <a:buFont typeface="Wingdings 2" pitchFamily="18" charset="2"/>
                <a:buNone/>
              </a:pPr>
              <a:endParaRPr lang="en-US" sz="1100" b="1" dirty="0">
                <a:solidFill>
                  <a:schemeClr val="accent5"/>
                </a:solidFill>
              </a:endParaRPr>
            </a:p>
          </p:txBody>
        </p:sp>
      </p:grpSp>
      <p:sp>
        <p:nvSpPr>
          <p:cNvPr id="99" name="TextBox 98">
            <a:extLst>
              <a:ext uri="{FF2B5EF4-FFF2-40B4-BE49-F238E27FC236}">
                <a16:creationId xmlns:a16="http://schemas.microsoft.com/office/drawing/2014/main" id="{F4BCE959-8D32-491E-AE2C-BA07A281DB45}"/>
              </a:ext>
            </a:extLst>
          </p:cNvPr>
          <p:cNvSpPr txBox="1"/>
          <p:nvPr/>
        </p:nvSpPr>
        <p:spPr>
          <a:xfrm>
            <a:off x="501650" y="6430099"/>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IEX website</a:t>
            </a:r>
          </a:p>
        </p:txBody>
      </p:sp>
    </p:spTree>
    <p:extLst>
      <p:ext uri="{BB962C8B-B14F-4D97-AF65-F5344CB8AC3E}">
        <p14:creationId xmlns:p14="http://schemas.microsoft.com/office/powerpoint/2010/main" val="2622530892"/>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PXIL Market Structure: Green Term Ahead Market (G-TAM)</a:t>
            </a:r>
            <a:endParaRPr lang="en-GB" sz="2800" b="1" dirty="0"/>
          </a:p>
        </p:txBody>
      </p:sp>
      <p:sp>
        <p:nvSpPr>
          <p:cNvPr id="4" name="Rectangle: Rounded Corners 3">
            <a:extLst>
              <a:ext uri="{FF2B5EF4-FFF2-40B4-BE49-F238E27FC236}">
                <a16:creationId xmlns:a16="http://schemas.microsoft.com/office/drawing/2014/main" id="{80BECEF3-6640-44BC-9544-22F0AFEE5E7A}"/>
              </a:ext>
            </a:extLst>
          </p:cNvPr>
          <p:cNvSpPr/>
          <p:nvPr/>
        </p:nvSpPr>
        <p:spPr bwMode="gray">
          <a:xfrm>
            <a:off x="501650" y="1027416"/>
            <a:ext cx="5447457" cy="5383657"/>
          </a:xfrm>
          <a:prstGeom prst="roundRect">
            <a:avLst>
              <a:gd name="adj" fmla="val 378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2C44AAB5-34E7-41D3-AD25-AFD741F06CA4}"/>
              </a:ext>
            </a:extLst>
          </p:cNvPr>
          <p:cNvSpPr/>
          <p:nvPr/>
        </p:nvSpPr>
        <p:spPr bwMode="gray">
          <a:xfrm>
            <a:off x="1968429" y="829152"/>
            <a:ext cx="2563091"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G-TAM Structure</a:t>
            </a:r>
          </a:p>
        </p:txBody>
      </p:sp>
      <p:sp>
        <p:nvSpPr>
          <p:cNvPr id="6" name="Rectangle: Rounded Corners 5">
            <a:extLst>
              <a:ext uri="{FF2B5EF4-FFF2-40B4-BE49-F238E27FC236}">
                <a16:creationId xmlns:a16="http://schemas.microsoft.com/office/drawing/2014/main" id="{499D4A68-B8E2-459F-AF45-FC74249786F9}"/>
              </a:ext>
            </a:extLst>
          </p:cNvPr>
          <p:cNvSpPr/>
          <p:nvPr/>
        </p:nvSpPr>
        <p:spPr bwMode="gray">
          <a:xfrm>
            <a:off x="6242894" y="1027416"/>
            <a:ext cx="5447456" cy="5383657"/>
          </a:xfrm>
          <a:prstGeom prst="roundRect">
            <a:avLst>
              <a:gd name="adj" fmla="val 2402"/>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92362428-B041-4826-85CF-4A58BB42110C}"/>
              </a:ext>
            </a:extLst>
          </p:cNvPr>
          <p:cNvSpPr/>
          <p:nvPr/>
        </p:nvSpPr>
        <p:spPr bwMode="gray">
          <a:xfrm>
            <a:off x="7415886" y="842426"/>
            <a:ext cx="3010316" cy="353165"/>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Contract Specifications of G-TAM</a:t>
            </a:r>
          </a:p>
        </p:txBody>
      </p:sp>
      <p:sp>
        <p:nvSpPr>
          <p:cNvPr id="15" name="TextBox 14">
            <a:extLst>
              <a:ext uri="{FF2B5EF4-FFF2-40B4-BE49-F238E27FC236}">
                <a16:creationId xmlns:a16="http://schemas.microsoft.com/office/drawing/2014/main" id="{86BB6882-F61F-42A0-BAA4-3FACE25E3B37}"/>
              </a:ext>
            </a:extLst>
          </p:cNvPr>
          <p:cNvSpPr txBox="1"/>
          <p:nvPr/>
        </p:nvSpPr>
        <p:spPr>
          <a:xfrm>
            <a:off x="606176" y="1224183"/>
            <a:ext cx="5243778" cy="830997"/>
          </a:xfrm>
          <a:prstGeom prst="rect">
            <a:avLst/>
          </a:prstGeom>
          <a:noFill/>
        </p:spPr>
        <p:txBody>
          <a:bodyPr wrap="square">
            <a:spAutoFit/>
          </a:bodyPr>
          <a:lstStyle/>
          <a:p>
            <a:pPr algn="just"/>
            <a:r>
              <a:rPr lang="en-US" sz="1200" i="1" dirty="0"/>
              <a:t>The Green-Term Ahead Market (G-TAM) is a new market segment for trading in renewable energy following the CERC approval. The new market segment features contracts such as Green-Intraday, Green-Day-ahead Contingency (DAC), Green-Daily and Green-Weekly. </a:t>
            </a:r>
          </a:p>
        </p:txBody>
      </p:sp>
      <p:grpSp>
        <p:nvGrpSpPr>
          <p:cNvPr id="2" name="Group 1">
            <a:extLst>
              <a:ext uri="{FF2B5EF4-FFF2-40B4-BE49-F238E27FC236}">
                <a16:creationId xmlns:a16="http://schemas.microsoft.com/office/drawing/2014/main" id="{07E2059A-324F-4D63-AFF0-F0F7FDFDA29F}"/>
              </a:ext>
            </a:extLst>
          </p:cNvPr>
          <p:cNvGrpSpPr/>
          <p:nvPr/>
        </p:nvGrpSpPr>
        <p:grpSpPr>
          <a:xfrm>
            <a:off x="787963" y="2790313"/>
            <a:ext cx="4873909" cy="1658120"/>
            <a:chOff x="976045" y="1619239"/>
            <a:chExt cx="9733111" cy="1562686"/>
          </a:xfrm>
        </p:grpSpPr>
        <p:cxnSp>
          <p:nvCxnSpPr>
            <p:cNvPr id="88" name="Elbow Connector 137">
              <a:extLst>
                <a:ext uri="{FF2B5EF4-FFF2-40B4-BE49-F238E27FC236}">
                  <a16:creationId xmlns:a16="http://schemas.microsoft.com/office/drawing/2014/main" id="{80712BBE-5FAF-45AE-A371-4BB8736B5771}"/>
                </a:ext>
              </a:extLst>
            </p:cNvPr>
            <p:cNvCxnSpPr>
              <a:stCxn id="109" idx="2"/>
              <a:endCxn id="119" idx="0"/>
            </p:cNvCxnSpPr>
            <p:nvPr/>
          </p:nvCxnSpPr>
          <p:spPr>
            <a:xfrm rot="16200000" flipH="1">
              <a:off x="7665589" y="808655"/>
              <a:ext cx="517442" cy="3680457"/>
            </a:xfrm>
            <a:prstGeom prst="bentConnector3">
              <a:avLst>
                <a:gd name="adj1" fmla="val 85038"/>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89" name="Text Box 10">
              <a:extLst>
                <a:ext uri="{FF2B5EF4-FFF2-40B4-BE49-F238E27FC236}">
                  <a16:creationId xmlns:a16="http://schemas.microsoft.com/office/drawing/2014/main" id="{CEB7A64D-659D-4911-9143-3670714A03F3}"/>
                </a:ext>
              </a:extLst>
            </p:cNvPr>
            <p:cNvSpPr txBox="1">
              <a:spLocks noChangeArrowheads="1"/>
            </p:cNvSpPr>
            <p:nvPr/>
          </p:nvSpPr>
          <p:spPr bwMode="auto">
            <a:xfrm>
              <a:off x="2696162"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Solar</a:t>
              </a:r>
            </a:p>
          </p:txBody>
        </p:sp>
        <p:sp>
          <p:nvSpPr>
            <p:cNvPr id="90" name="Rectangle 89">
              <a:extLst>
                <a:ext uri="{FF2B5EF4-FFF2-40B4-BE49-F238E27FC236}">
                  <a16:creationId xmlns:a16="http://schemas.microsoft.com/office/drawing/2014/main" id="{7073E565-082B-422A-ADA0-F729B6D4EC96}"/>
                </a:ext>
              </a:extLst>
            </p:cNvPr>
            <p:cNvSpPr>
              <a:spLocks noChangeArrowheads="1"/>
            </p:cNvSpPr>
            <p:nvPr/>
          </p:nvSpPr>
          <p:spPr bwMode="auto">
            <a:xfrm>
              <a:off x="2696162"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Categorized in four types</a:t>
              </a:r>
            </a:p>
          </p:txBody>
        </p:sp>
        <p:cxnSp>
          <p:nvCxnSpPr>
            <p:cNvPr id="91" name="AutoShape 16">
              <a:extLst>
                <a:ext uri="{FF2B5EF4-FFF2-40B4-BE49-F238E27FC236}">
                  <a16:creationId xmlns:a16="http://schemas.microsoft.com/office/drawing/2014/main" id="{4A41E76C-89FA-4AF4-9CFF-350B2565D7E3}"/>
                </a:ext>
              </a:extLst>
            </p:cNvPr>
            <p:cNvCxnSpPr>
              <a:cxnSpLocks noChangeShapeType="1"/>
              <a:stCxn id="109" idx="2"/>
              <a:endCxn id="90" idx="3"/>
            </p:cNvCxnSpPr>
            <p:nvPr/>
          </p:nvCxnSpPr>
          <p:spPr bwMode="auto">
            <a:xfrm rot="5400000">
              <a:off x="5285925" y="1689637"/>
              <a:ext cx="97630" cy="1498684"/>
            </a:xfrm>
            <a:prstGeom prst="bentConnector2">
              <a:avLst/>
            </a:prstGeom>
            <a:noFill/>
            <a:ln w="6350">
              <a:solidFill>
                <a:srgbClr val="BBBCBC"/>
              </a:solidFill>
              <a:miter lim="800000"/>
              <a:headEnd type="none" w="sm" len="sm"/>
              <a:tailEnd type="none" w="med" len="lg"/>
            </a:ln>
          </p:spPr>
        </p:cxnSp>
        <p:cxnSp>
          <p:nvCxnSpPr>
            <p:cNvPr id="92" name="Elbow Connector 125">
              <a:extLst>
                <a:ext uri="{FF2B5EF4-FFF2-40B4-BE49-F238E27FC236}">
                  <a16:creationId xmlns:a16="http://schemas.microsoft.com/office/drawing/2014/main" id="{36154DFB-7073-48A7-B553-1CF81120AEE4}"/>
                </a:ext>
              </a:extLst>
            </p:cNvPr>
            <p:cNvCxnSpPr>
              <a:stCxn id="111" idx="1"/>
              <a:endCxn id="109" idx="2"/>
            </p:cNvCxnSpPr>
            <p:nvPr/>
          </p:nvCxnSpPr>
          <p:spPr>
            <a:xfrm rot="10800000">
              <a:off x="6084084" y="2390163"/>
              <a:ext cx="1517427" cy="97630"/>
            </a:xfrm>
            <a:prstGeom prst="bentConnector2">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cxnSp>
          <p:nvCxnSpPr>
            <p:cNvPr id="93" name="Elbow Connector 128">
              <a:extLst>
                <a:ext uri="{FF2B5EF4-FFF2-40B4-BE49-F238E27FC236}">
                  <a16:creationId xmlns:a16="http://schemas.microsoft.com/office/drawing/2014/main" id="{09A181D9-40F8-47B5-829D-06DC6E54D0BF}"/>
                </a:ext>
              </a:extLst>
            </p:cNvPr>
            <p:cNvCxnSpPr>
              <a:cxnSpLocks/>
              <a:stCxn id="109" idx="2"/>
              <a:endCxn id="112" idx="0"/>
            </p:cNvCxnSpPr>
            <p:nvPr/>
          </p:nvCxnSpPr>
          <p:spPr>
            <a:xfrm rot="5400000">
              <a:off x="3860687" y="684208"/>
              <a:ext cx="517443" cy="3929353"/>
            </a:xfrm>
            <a:prstGeom prst="bentConnector3">
              <a:avLst>
                <a:gd name="adj1" fmla="val 85572"/>
              </a:avLst>
            </a:prstGeom>
            <a:ln w="6350">
              <a:solidFill>
                <a:srgbClr val="BBBCBC"/>
              </a:solidFill>
            </a:ln>
          </p:spPr>
          <p:style>
            <a:lnRef idx="1">
              <a:schemeClr val="accent1"/>
            </a:lnRef>
            <a:fillRef idx="0">
              <a:schemeClr val="accent1"/>
            </a:fillRef>
            <a:effectRef idx="0">
              <a:schemeClr val="accent1"/>
            </a:effectRef>
            <a:fontRef idx="minor">
              <a:schemeClr val="tx1"/>
            </a:fontRef>
          </p:style>
        </p:cxnSp>
        <p:sp>
          <p:nvSpPr>
            <p:cNvPr id="107" name="Text Box 10">
              <a:extLst>
                <a:ext uri="{FF2B5EF4-FFF2-40B4-BE49-F238E27FC236}">
                  <a16:creationId xmlns:a16="http://schemas.microsoft.com/office/drawing/2014/main" id="{4897E0F5-A8AE-4B14-BFCC-FC5A490A2EFC}"/>
                </a:ext>
              </a:extLst>
            </p:cNvPr>
            <p:cNvSpPr txBox="1">
              <a:spLocks noChangeArrowheads="1"/>
            </p:cNvSpPr>
            <p:nvPr/>
          </p:nvSpPr>
          <p:spPr bwMode="auto">
            <a:xfrm>
              <a:off x="5139464" y="1619239"/>
              <a:ext cx="1889235" cy="274320"/>
            </a:xfrm>
            <a:prstGeom prst="rect">
              <a:avLst/>
            </a:prstGeom>
            <a:solidFill>
              <a:schemeClr val="accent1"/>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G-TAM</a:t>
              </a:r>
            </a:p>
          </p:txBody>
        </p:sp>
        <p:sp>
          <p:nvSpPr>
            <p:cNvPr id="109" name="Rectangle 108">
              <a:extLst>
                <a:ext uri="{FF2B5EF4-FFF2-40B4-BE49-F238E27FC236}">
                  <a16:creationId xmlns:a16="http://schemas.microsoft.com/office/drawing/2014/main" id="{ED373656-1654-4421-9EBB-9D28D24330A6}"/>
                </a:ext>
              </a:extLst>
            </p:cNvPr>
            <p:cNvSpPr>
              <a:spLocks noChangeArrowheads="1"/>
            </p:cNvSpPr>
            <p:nvPr/>
          </p:nvSpPr>
          <p:spPr bwMode="auto">
            <a:xfrm>
              <a:off x="5139464" y="188724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algn="ctr" defTabSz="957998">
                <a:spcBef>
                  <a:spcPts val="300"/>
                </a:spcBef>
                <a:defRPr/>
              </a:pPr>
              <a:r>
                <a:rPr lang="en-US" sz="1000" dirty="0">
                  <a:latin typeface="+mj-lt"/>
                </a:rPr>
                <a:t>Has both types, Solar &amp; Non-solar</a:t>
              </a:r>
            </a:p>
          </p:txBody>
        </p:sp>
        <p:sp>
          <p:nvSpPr>
            <p:cNvPr id="110" name="Text Box 10">
              <a:extLst>
                <a:ext uri="{FF2B5EF4-FFF2-40B4-BE49-F238E27FC236}">
                  <a16:creationId xmlns:a16="http://schemas.microsoft.com/office/drawing/2014/main" id="{66F27DB5-9186-472B-A315-F7C8D67BF855}"/>
                </a:ext>
              </a:extLst>
            </p:cNvPr>
            <p:cNvSpPr txBox="1">
              <a:spLocks noChangeArrowheads="1"/>
            </p:cNvSpPr>
            <p:nvPr/>
          </p:nvSpPr>
          <p:spPr bwMode="auto">
            <a:xfrm>
              <a:off x="7601508" y="1962978"/>
              <a:ext cx="1889235" cy="274320"/>
            </a:xfrm>
            <a:prstGeom prst="rect">
              <a:avLst/>
            </a:prstGeom>
            <a:solidFill>
              <a:schemeClr val="accent2"/>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Non-Solar</a:t>
              </a:r>
            </a:p>
          </p:txBody>
        </p:sp>
        <p:sp>
          <p:nvSpPr>
            <p:cNvPr id="111" name="Rectangle 110">
              <a:extLst>
                <a:ext uri="{FF2B5EF4-FFF2-40B4-BE49-F238E27FC236}">
                  <a16:creationId xmlns:a16="http://schemas.microsoft.com/office/drawing/2014/main" id="{1949925B-8717-474C-8B2D-90C12C76B944}"/>
                </a:ext>
              </a:extLst>
            </p:cNvPr>
            <p:cNvSpPr>
              <a:spLocks noChangeArrowheads="1"/>
            </p:cNvSpPr>
            <p:nvPr/>
          </p:nvSpPr>
          <p:spPr bwMode="auto">
            <a:xfrm>
              <a:off x="7601508" y="2236333"/>
              <a:ext cx="1889235" cy="502920"/>
            </a:xfrm>
            <a:prstGeom prst="rect">
              <a:avLst/>
            </a:prstGeom>
            <a:solidFill>
              <a:schemeClr val="bg1">
                <a:lumMod val="75000"/>
              </a:schemeClr>
            </a:solidFill>
            <a:ln w="12700" algn="ctr">
              <a:noFill/>
              <a:miter lim="800000"/>
              <a:headEnd/>
              <a:tailEnd/>
            </a:ln>
          </p:spPr>
          <p:txBody>
            <a:bodyPr lIns="88900" tIns="88900" rIns="88900" bIns="88900" anchor="t"/>
            <a:lstStyle/>
            <a:p>
              <a:pPr defTabSz="957998">
                <a:spcBef>
                  <a:spcPts val="300"/>
                </a:spcBef>
                <a:defRPr/>
              </a:pPr>
              <a:r>
                <a:rPr lang="en-US" sz="1000" dirty="0">
                  <a:latin typeface="+mj-lt"/>
                </a:rPr>
                <a:t>Categorized in four types</a:t>
              </a:r>
            </a:p>
          </p:txBody>
        </p:sp>
        <p:sp>
          <p:nvSpPr>
            <p:cNvPr id="112" name="Text Box 10">
              <a:extLst>
                <a:ext uri="{FF2B5EF4-FFF2-40B4-BE49-F238E27FC236}">
                  <a16:creationId xmlns:a16="http://schemas.microsoft.com/office/drawing/2014/main" id="{B9C474A5-9424-4E29-810A-8D788A7F06AB}"/>
                </a:ext>
              </a:extLst>
            </p:cNvPr>
            <p:cNvSpPr txBox="1">
              <a:spLocks noChangeArrowheads="1"/>
            </p:cNvSpPr>
            <p:nvPr/>
          </p:nvSpPr>
          <p:spPr bwMode="auto">
            <a:xfrm>
              <a:off x="976045" y="2907606"/>
              <a:ext cx="2357370" cy="247759"/>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Intraday GTAM</a:t>
              </a:r>
            </a:p>
          </p:txBody>
        </p:sp>
        <p:sp>
          <p:nvSpPr>
            <p:cNvPr id="119" name="Text Box 10">
              <a:extLst>
                <a:ext uri="{FF2B5EF4-FFF2-40B4-BE49-F238E27FC236}">
                  <a16:creationId xmlns:a16="http://schemas.microsoft.com/office/drawing/2014/main" id="{EF344703-861F-47DD-A31B-19631C6D51C2}"/>
                </a:ext>
              </a:extLst>
            </p:cNvPr>
            <p:cNvSpPr txBox="1">
              <a:spLocks noChangeArrowheads="1"/>
            </p:cNvSpPr>
            <p:nvPr/>
          </p:nvSpPr>
          <p:spPr bwMode="auto">
            <a:xfrm>
              <a:off x="8819921" y="2907605"/>
              <a:ext cx="1889235" cy="274320"/>
            </a:xfrm>
            <a:prstGeom prst="rect">
              <a:avLst/>
            </a:prstGeom>
            <a:solidFill>
              <a:schemeClr val="accent3"/>
            </a:solidFill>
            <a:ln w="12700" algn="ctr">
              <a:noFill/>
              <a:miter lim="800000"/>
              <a:headEnd/>
              <a:tailEnd type="none" w="sm" len="med"/>
            </a:ln>
          </p:spPr>
          <p:txBody>
            <a:bodyPr lIns="88900" tIns="88900" rIns="88900" bIns="88900" anchor="ctr" anchorCtr="1"/>
            <a:lstStyle/>
            <a:p>
              <a:pPr defTabSz="957263"/>
              <a:r>
                <a:rPr lang="en-US" sz="1000" dirty="0">
                  <a:solidFill>
                    <a:schemeClr val="bg1"/>
                  </a:solidFill>
                  <a:latin typeface="+mj-lt"/>
                </a:rPr>
                <a:t>Any-day GTAM</a:t>
              </a:r>
            </a:p>
          </p:txBody>
        </p:sp>
      </p:grpSp>
      <p:grpSp>
        <p:nvGrpSpPr>
          <p:cNvPr id="3" name="Group 2">
            <a:extLst>
              <a:ext uri="{FF2B5EF4-FFF2-40B4-BE49-F238E27FC236}">
                <a16:creationId xmlns:a16="http://schemas.microsoft.com/office/drawing/2014/main" id="{63D9B9FE-901A-4556-A989-77EDDCFCCE96}"/>
              </a:ext>
            </a:extLst>
          </p:cNvPr>
          <p:cNvGrpSpPr/>
          <p:nvPr/>
        </p:nvGrpSpPr>
        <p:grpSpPr>
          <a:xfrm>
            <a:off x="6486255" y="1705440"/>
            <a:ext cx="4987450" cy="2935005"/>
            <a:chOff x="6417675" y="1442550"/>
            <a:chExt cx="4987450" cy="2935005"/>
          </a:xfrm>
        </p:grpSpPr>
        <p:grpSp>
          <p:nvGrpSpPr>
            <p:cNvPr id="121" name="Group 120">
              <a:extLst>
                <a:ext uri="{FF2B5EF4-FFF2-40B4-BE49-F238E27FC236}">
                  <a16:creationId xmlns:a16="http://schemas.microsoft.com/office/drawing/2014/main" id="{997776A9-5C05-403C-A004-0A4CCEACD8E8}"/>
                </a:ext>
              </a:extLst>
            </p:cNvPr>
            <p:cNvGrpSpPr/>
            <p:nvPr/>
          </p:nvGrpSpPr>
          <p:grpSpPr>
            <a:xfrm>
              <a:off x="6417675" y="1442550"/>
              <a:ext cx="4987450" cy="2721440"/>
              <a:chOff x="1886216" y="1394809"/>
              <a:chExt cx="8236954" cy="2897965"/>
            </a:xfrm>
          </p:grpSpPr>
          <p:sp>
            <p:nvSpPr>
              <p:cNvPr id="124" name="AutoShape 5">
                <a:extLst>
                  <a:ext uri="{FF2B5EF4-FFF2-40B4-BE49-F238E27FC236}">
                    <a16:creationId xmlns:a16="http://schemas.microsoft.com/office/drawing/2014/main" id="{15E3D113-FF5F-456E-A38B-7C7A46709894}"/>
                  </a:ext>
                </a:extLst>
              </p:cNvPr>
              <p:cNvSpPr>
                <a:spLocks noChangeArrowheads="1"/>
              </p:cNvSpPr>
              <p:nvPr/>
            </p:nvSpPr>
            <p:spPr bwMode="auto">
              <a:xfrm>
                <a:off x="6597984" y="1394809"/>
                <a:ext cx="3517835" cy="411480"/>
              </a:xfrm>
              <a:prstGeom prst="chevron">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2. Any-day GTAM</a:t>
                </a:r>
              </a:p>
            </p:txBody>
          </p:sp>
          <p:sp>
            <p:nvSpPr>
              <p:cNvPr id="125" name="AutoShape 6">
                <a:extLst>
                  <a:ext uri="{FF2B5EF4-FFF2-40B4-BE49-F238E27FC236}">
                    <a16:creationId xmlns:a16="http://schemas.microsoft.com/office/drawing/2014/main" id="{CB7249A8-3ED7-455A-A131-1B0C38E5A90B}"/>
                  </a:ext>
                </a:extLst>
              </p:cNvPr>
              <p:cNvSpPr>
                <a:spLocks noChangeArrowheads="1"/>
              </p:cNvSpPr>
              <p:nvPr/>
            </p:nvSpPr>
            <p:spPr bwMode="auto">
              <a:xfrm>
                <a:off x="3037712" y="1394809"/>
                <a:ext cx="3420074" cy="411480"/>
              </a:xfrm>
              <a:prstGeom prst="homePlate">
                <a:avLst>
                  <a:gd name="adj" fmla="val 0"/>
                </a:avLst>
              </a:prstGeom>
              <a:solidFill>
                <a:schemeClr val="accent3"/>
              </a:solidFill>
              <a:ln w="6350" algn="ctr">
                <a:noFill/>
                <a:miter lim="800000"/>
                <a:headEnd type="none" w="sm" len="sm"/>
                <a:tailEnd type="none" w="sm" len="sm"/>
              </a:ln>
            </p:spPr>
            <p:txBody>
              <a:bodyPr wrap="none" lIns="88900" tIns="88900" rIns="88900" bIns="88900" anchor="ctr"/>
              <a:lstStyle/>
              <a:p>
                <a:pPr marL="171450" indent="-171450"/>
                <a:r>
                  <a:rPr lang="en-US" sz="1200" dirty="0">
                    <a:solidFill>
                      <a:schemeClr val="bg1"/>
                    </a:solidFill>
                    <a:cs typeface="Arial" pitchFamily="34" charset="0"/>
                  </a:rPr>
                  <a:t>1. Intraday GTAM</a:t>
                </a:r>
              </a:p>
            </p:txBody>
          </p:sp>
          <p:sp>
            <p:nvSpPr>
              <p:cNvPr id="127" name="Rectangle 126">
                <a:extLst>
                  <a:ext uri="{FF2B5EF4-FFF2-40B4-BE49-F238E27FC236}">
                    <a16:creationId xmlns:a16="http://schemas.microsoft.com/office/drawing/2014/main" id="{04D7DFF1-9582-46E3-83BB-0BCB97728CE1}"/>
                  </a:ext>
                </a:extLst>
              </p:cNvPr>
              <p:cNvSpPr>
                <a:spLocks noChangeArrowheads="1"/>
              </p:cNvSpPr>
              <p:nvPr/>
            </p:nvSpPr>
            <p:spPr bwMode="auto">
              <a:xfrm>
                <a:off x="3037708" y="2011549"/>
                <a:ext cx="3420072" cy="411480"/>
              </a:xfrm>
              <a:prstGeom prst="rect">
                <a:avLst/>
              </a:prstGeom>
              <a:solidFill>
                <a:schemeClr val="accent6"/>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15 min slab delivery</a:t>
                </a:r>
              </a:p>
            </p:txBody>
          </p:sp>
          <p:sp>
            <p:nvSpPr>
              <p:cNvPr id="130" name="Rectangle 129">
                <a:extLst>
                  <a:ext uri="{FF2B5EF4-FFF2-40B4-BE49-F238E27FC236}">
                    <a16:creationId xmlns:a16="http://schemas.microsoft.com/office/drawing/2014/main" id="{B3A097A8-526F-430E-9495-98278E632AEF}"/>
                  </a:ext>
                </a:extLst>
              </p:cNvPr>
              <p:cNvSpPr>
                <a:spLocks noChangeArrowheads="1"/>
              </p:cNvSpPr>
              <p:nvPr/>
            </p:nvSpPr>
            <p:spPr bwMode="auto">
              <a:xfrm>
                <a:off x="3037710" y="2486979"/>
                <a:ext cx="7078107" cy="3430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Auction</a:t>
                </a:r>
              </a:p>
            </p:txBody>
          </p:sp>
          <p:sp>
            <p:nvSpPr>
              <p:cNvPr id="132" name="Rectangle 131">
                <a:extLst>
                  <a:ext uri="{FF2B5EF4-FFF2-40B4-BE49-F238E27FC236}">
                    <a16:creationId xmlns:a16="http://schemas.microsoft.com/office/drawing/2014/main" id="{7D3B4F79-0C38-4842-AF9B-4A12BB7E614F}"/>
                  </a:ext>
                </a:extLst>
              </p:cNvPr>
              <p:cNvSpPr>
                <a:spLocks noChangeArrowheads="1"/>
              </p:cNvSpPr>
              <p:nvPr/>
            </p:nvSpPr>
            <p:spPr bwMode="auto">
              <a:xfrm>
                <a:off x="3037710" y="2930434"/>
                <a:ext cx="3413349" cy="411480"/>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Daily</a:t>
                </a:r>
              </a:p>
            </p:txBody>
          </p:sp>
          <p:sp>
            <p:nvSpPr>
              <p:cNvPr id="133" name="Rectangle 132">
                <a:extLst>
                  <a:ext uri="{FF2B5EF4-FFF2-40B4-BE49-F238E27FC236}">
                    <a16:creationId xmlns:a16="http://schemas.microsoft.com/office/drawing/2014/main" id="{C78BD6B0-198F-4475-A012-9F915712AD97}"/>
                  </a:ext>
                </a:extLst>
              </p:cNvPr>
              <p:cNvSpPr>
                <a:spLocks noChangeArrowheads="1"/>
              </p:cNvSpPr>
              <p:nvPr/>
            </p:nvSpPr>
            <p:spPr bwMode="auto">
              <a:xfrm>
                <a:off x="3037708" y="3382126"/>
                <a:ext cx="3413349" cy="411480"/>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Starts at 03:15</a:t>
                </a:r>
              </a:p>
            </p:txBody>
          </p:sp>
          <p:sp>
            <p:nvSpPr>
              <p:cNvPr id="137" name="Rectangle 136">
                <a:extLst>
                  <a:ext uri="{FF2B5EF4-FFF2-40B4-BE49-F238E27FC236}">
                    <a16:creationId xmlns:a16="http://schemas.microsoft.com/office/drawing/2014/main" id="{AABD0419-A03B-4BCB-BA7A-7EFF162EE51F}"/>
                  </a:ext>
                </a:extLst>
              </p:cNvPr>
              <p:cNvSpPr>
                <a:spLocks noChangeArrowheads="1"/>
              </p:cNvSpPr>
              <p:nvPr/>
            </p:nvSpPr>
            <p:spPr bwMode="auto">
              <a:xfrm>
                <a:off x="6603110" y="2011550"/>
                <a:ext cx="3512705" cy="411479"/>
              </a:xfrm>
              <a:prstGeom prst="rect">
                <a:avLst/>
              </a:prstGeom>
              <a:solidFill>
                <a:schemeClr val="accent6"/>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15 min slab delivery</a:t>
                </a:r>
              </a:p>
            </p:txBody>
          </p:sp>
          <p:sp>
            <p:nvSpPr>
              <p:cNvPr id="139" name="Text Box 20">
                <a:extLst>
                  <a:ext uri="{FF2B5EF4-FFF2-40B4-BE49-F238E27FC236}">
                    <a16:creationId xmlns:a16="http://schemas.microsoft.com/office/drawing/2014/main" id="{BF5B7DCC-9270-4E5D-9391-636B0A413D04}"/>
                  </a:ext>
                </a:extLst>
              </p:cNvPr>
              <p:cNvSpPr txBox="1">
                <a:spLocks noChangeArrowheads="1"/>
              </p:cNvSpPr>
              <p:nvPr/>
            </p:nvSpPr>
            <p:spPr bwMode="auto">
              <a:xfrm>
                <a:off x="1908804" y="2011549"/>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Contract</a:t>
                </a:r>
              </a:p>
            </p:txBody>
          </p:sp>
          <p:sp>
            <p:nvSpPr>
              <p:cNvPr id="140" name="Text Box 21">
                <a:extLst>
                  <a:ext uri="{FF2B5EF4-FFF2-40B4-BE49-F238E27FC236}">
                    <a16:creationId xmlns:a16="http://schemas.microsoft.com/office/drawing/2014/main" id="{003C586F-EC63-4114-89CB-88B7326E1E90}"/>
                  </a:ext>
                </a:extLst>
              </p:cNvPr>
              <p:cNvSpPr txBox="1">
                <a:spLocks noChangeArrowheads="1"/>
              </p:cNvSpPr>
              <p:nvPr/>
            </p:nvSpPr>
            <p:spPr bwMode="auto">
              <a:xfrm>
                <a:off x="1908804" y="2486979"/>
                <a:ext cx="1005840" cy="180257"/>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a:t>
                </a:r>
              </a:p>
            </p:txBody>
          </p:sp>
          <p:sp>
            <p:nvSpPr>
              <p:cNvPr id="142" name="Line 23">
                <a:extLst>
                  <a:ext uri="{FF2B5EF4-FFF2-40B4-BE49-F238E27FC236}">
                    <a16:creationId xmlns:a16="http://schemas.microsoft.com/office/drawing/2014/main" id="{E0B4B08F-26B1-4FA1-9FB2-FC2778B2CC39}"/>
                  </a:ext>
                </a:extLst>
              </p:cNvPr>
              <p:cNvSpPr>
                <a:spLocks noChangeShapeType="1"/>
              </p:cNvSpPr>
              <p:nvPr/>
            </p:nvSpPr>
            <p:spPr bwMode="auto">
              <a:xfrm>
                <a:off x="1893570" y="2455004"/>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4" name="Line 25">
                <a:extLst>
                  <a:ext uri="{FF2B5EF4-FFF2-40B4-BE49-F238E27FC236}">
                    <a16:creationId xmlns:a16="http://schemas.microsoft.com/office/drawing/2014/main" id="{A623EA1B-FA2E-47BB-9104-4B75157ADC16}"/>
                  </a:ext>
                </a:extLst>
              </p:cNvPr>
              <p:cNvSpPr>
                <a:spLocks noChangeShapeType="1"/>
              </p:cNvSpPr>
              <p:nvPr/>
            </p:nvSpPr>
            <p:spPr bwMode="auto">
              <a:xfrm>
                <a:off x="1886216" y="3827460"/>
                <a:ext cx="8229600"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46" name="Text Box 27">
                <a:extLst>
                  <a:ext uri="{FF2B5EF4-FFF2-40B4-BE49-F238E27FC236}">
                    <a16:creationId xmlns:a16="http://schemas.microsoft.com/office/drawing/2014/main" id="{A3E010BF-A1F6-49C7-B7AC-73DF81B76AC9}"/>
                  </a:ext>
                </a:extLst>
              </p:cNvPr>
              <p:cNvSpPr txBox="1">
                <a:spLocks noChangeArrowheads="1"/>
              </p:cNvSpPr>
              <p:nvPr/>
            </p:nvSpPr>
            <p:spPr bwMode="auto">
              <a:xfrm>
                <a:off x="1920655" y="3838320"/>
                <a:ext cx="1005840" cy="36051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Delivery Hours</a:t>
                </a:r>
              </a:p>
            </p:txBody>
          </p:sp>
          <p:sp>
            <p:nvSpPr>
              <p:cNvPr id="149" name="Rectangle 148">
                <a:extLst>
                  <a:ext uri="{FF2B5EF4-FFF2-40B4-BE49-F238E27FC236}">
                    <a16:creationId xmlns:a16="http://schemas.microsoft.com/office/drawing/2014/main" id="{78D8BA40-B231-44FF-9489-9624628EFFC1}"/>
                  </a:ext>
                </a:extLst>
              </p:cNvPr>
              <p:cNvSpPr>
                <a:spLocks noChangeArrowheads="1"/>
              </p:cNvSpPr>
              <p:nvPr/>
            </p:nvSpPr>
            <p:spPr bwMode="auto">
              <a:xfrm>
                <a:off x="3037708" y="3881294"/>
                <a:ext cx="3413349" cy="411480"/>
              </a:xfrm>
              <a:prstGeom prst="rect">
                <a:avLst/>
              </a:prstGeom>
              <a:solidFill>
                <a:schemeClr val="bg2">
                  <a:lumMod val="7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Till 24:00 next day</a:t>
                </a:r>
              </a:p>
            </p:txBody>
          </p:sp>
        </p:grpSp>
        <p:sp>
          <p:nvSpPr>
            <p:cNvPr id="152" name="Line 23">
              <a:extLst>
                <a:ext uri="{FF2B5EF4-FFF2-40B4-BE49-F238E27FC236}">
                  <a16:creationId xmlns:a16="http://schemas.microsoft.com/office/drawing/2014/main" id="{082D8D03-D177-4066-A129-4AABE3D9A19E}"/>
                </a:ext>
              </a:extLst>
            </p:cNvPr>
            <p:cNvSpPr>
              <a:spLocks noChangeShapeType="1"/>
            </p:cNvSpPr>
            <p:nvPr/>
          </p:nvSpPr>
          <p:spPr bwMode="auto">
            <a:xfrm>
              <a:off x="6422128" y="2841181"/>
              <a:ext cx="4982997"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53" name="Text Box 21">
              <a:extLst>
                <a:ext uri="{FF2B5EF4-FFF2-40B4-BE49-F238E27FC236}">
                  <a16:creationId xmlns:a16="http://schemas.microsoft.com/office/drawing/2014/main" id="{96EEB5C4-FD69-4F8C-9443-7D6220C05F1C}"/>
                </a:ext>
              </a:extLst>
            </p:cNvPr>
            <p:cNvSpPr txBox="1">
              <a:spLocks noChangeArrowheads="1"/>
            </p:cNvSpPr>
            <p:nvPr/>
          </p:nvSpPr>
          <p:spPr bwMode="auto">
            <a:xfrm>
              <a:off x="6442981" y="2853770"/>
              <a:ext cx="609033" cy="33855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 Days</a:t>
              </a:r>
            </a:p>
          </p:txBody>
        </p:sp>
        <p:sp>
          <p:nvSpPr>
            <p:cNvPr id="154" name="Rectangle 153">
              <a:extLst>
                <a:ext uri="{FF2B5EF4-FFF2-40B4-BE49-F238E27FC236}">
                  <a16:creationId xmlns:a16="http://schemas.microsoft.com/office/drawing/2014/main" id="{F8906815-DB45-4144-B877-1E8037844AC3}"/>
                </a:ext>
              </a:extLst>
            </p:cNvPr>
            <p:cNvSpPr>
              <a:spLocks noChangeArrowheads="1"/>
            </p:cNvSpPr>
            <p:nvPr/>
          </p:nvSpPr>
          <p:spPr bwMode="auto">
            <a:xfrm>
              <a:off x="9270637" y="2884634"/>
              <a:ext cx="2130036" cy="385108"/>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Daily or Contiguous days for Single or Multiple Days</a:t>
              </a:r>
            </a:p>
          </p:txBody>
        </p:sp>
        <p:sp>
          <p:nvSpPr>
            <p:cNvPr id="155" name="Line 23">
              <a:extLst>
                <a:ext uri="{FF2B5EF4-FFF2-40B4-BE49-F238E27FC236}">
                  <a16:creationId xmlns:a16="http://schemas.microsoft.com/office/drawing/2014/main" id="{DE38D2A2-360B-4018-B2BF-625370EB24B1}"/>
                </a:ext>
              </a:extLst>
            </p:cNvPr>
            <p:cNvSpPr>
              <a:spLocks noChangeShapeType="1"/>
            </p:cNvSpPr>
            <p:nvPr/>
          </p:nvSpPr>
          <p:spPr bwMode="auto">
            <a:xfrm>
              <a:off x="6417675" y="3286520"/>
              <a:ext cx="4982997" cy="0"/>
            </a:xfrm>
            <a:prstGeom prst="line">
              <a:avLst/>
            </a:prstGeom>
            <a:noFill/>
            <a:ln w="6350">
              <a:solidFill>
                <a:srgbClr val="BBBCBC"/>
              </a:solidFill>
              <a:prstDash val="solid"/>
              <a:round/>
              <a:headEnd/>
              <a:tailEnd/>
            </a:ln>
          </p:spPr>
          <p:txBody>
            <a:bodyPr wrap="square" lIns="36000" tIns="36000" rIns="36000" bIns="36000" anchor="ctr">
              <a:noAutofit/>
            </a:bodyPr>
            <a:lstStyle/>
            <a:p>
              <a:pPr>
                <a:defRPr/>
              </a:pPr>
              <a:endParaRPr lang="en-US" sz="1100" dirty="0"/>
            </a:p>
          </p:txBody>
        </p:sp>
        <p:sp>
          <p:nvSpPr>
            <p:cNvPr id="156" name="Text Box 21">
              <a:extLst>
                <a:ext uri="{FF2B5EF4-FFF2-40B4-BE49-F238E27FC236}">
                  <a16:creationId xmlns:a16="http://schemas.microsoft.com/office/drawing/2014/main" id="{A7FFD8FC-3DFA-4D7E-A466-8E0210B3426C}"/>
                </a:ext>
              </a:extLst>
            </p:cNvPr>
            <p:cNvSpPr txBox="1">
              <a:spLocks noChangeArrowheads="1"/>
            </p:cNvSpPr>
            <p:nvPr/>
          </p:nvSpPr>
          <p:spPr bwMode="auto">
            <a:xfrm>
              <a:off x="6438528" y="3299109"/>
              <a:ext cx="609033" cy="338554"/>
            </a:xfrm>
            <a:prstGeom prst="rect">
              <a:avLst/>
            </a:prstGeom>
            <a:noFill/>
            <a:ln w="9525" algn="ctr">
              <a:noFill/>
              <a:miter lim="800000"/>
              <a:headEnd/>
              <a:tailEnd/>
            </a:ln>
          </p:spPr>
          <p:txBody>
            <a:bodyPr wrap="square" lIns="0" tIns="0" rIns="0" bIns="0">
              <a:spAutoFit/>
            </a:bodyPr>
            <a:lstStyle/>
            <a:p>
              <a:r>
                <a:rPr lang="en-US" altLang="ja-JP" sz="1100" dirty="0">
                  <a:ea typeface="ＭＳ Ｐゴシック" charset="-128"/>
                </a:rPr>
                <a:t>Trading Hours</a:t>
              </a:r>
            </a:p>
          </p:txBody>
        </p:sp>
        <p:sp>
          <p:nvSpPr>
            <p:cNvPr id="158" name="Rectangle 157">
              <a:extLst>
                <a:ext uri="{FF2B5EF4-FFF2-40B4-BE49-F238E27FC236}">
                  <a16:creationId xmlns:a16="http://schemas.microsoft.com/office/drawing/2014/main" id="{7CC1C22F-AA14-45DF-8948-E31BA3E1060F}"/>
                </a:ext>
              </a:extLst>
            </p:cNvPr>
            <p:cNvSpPr>
              <a:spLocks noChangeArrowheads="1"/>
            </p:cNvSpPr>
            <p:nvPr/>
          </p:nvSpPr>
          <p:spPr bwMode="auto">
            <a:xfrm>
              <a:off x="9273740" y="3316547"/>
              <a:ext cx="2126932" cy="386415"/>
            </a:xfrm>
            <a:prstGeom prst="rect">
              <a:avLst/>
            </a:prstGeom>
            <a:solidFill>
              <a:schemeClr val="bg1">
                <a:lumMod val="6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ea typeface="ＭＳ Ｐゴシック" pitchFamily="50" charset="-128"/>
                </a:rPr>
                <a:t>Anytime</a:t>
              </a:r>
            </a:p>
          </p:txBody>
        </p:sp>
        <p:sp>
          <p:nvSpPr>
            <p:cNvPr id="161" name="Rectangle 160">
              <a:extLst>
                <a:ext uri="{FF2B5EF4-FFF2-40B4-BE49-F238E27FC236}">
                  <a16:creationId xmlns:a16="http://schemas.microsoft.com/office/drawing/2014/main" id="{BAAD8A1B-2592-4EFB-BAE2-044E83C4750E}"/>
                </a:ext>
              </a:extLst>
            </p:cNvPr>
            <p:cNvSpPr>
              <a:spLocks noChangeArrowheads="1"/>
            </p:cNvSpPr>
            <p:nvPr/>
          </p:nvSpPr>
          <p:spPr bwMode="auto">
            <a:xfrm>
              <a:off x="9270636" y="3772968"/>
              <a:ext cx="2130036" cy="386415"/>
            </a:xfrm>
            <a:prstGeom prst="rect">
              <a:avLst/>
            </a:prstGeom>
            <a:solidFill>
              <a:schemeClr val="bg2">
                <a:lumMod val="75000"/>
              </a:schemeClr>
            </a:solidFill>
            <a:ln w="12700" algn="ctr">
              <a:noFill/>
              <a:miter lim="800000"/>
              <a:headEnd type="none" w="sm" len="sm"/>
              <a:tailEnd/>
            </a:ln>
          </p:spPr>
          <p:txBody>
            <a:bodyPr wrap="square" lIns="88900" tIns="88900" rIns="88900" bIns="88900" anchor="ctr">
              <a:noAutofit/>
            </a:bodyPr>
            <a:lstStyle/>
            <a:p>
              <a:pPr algn="ctr">
                <a:defRPr/>
              </a:pPr>
              <a:r>
                <a:rPr lang="en-US" altLang="ja-JP" sz="1000" dirty="0">
                  <a:solidFill>
                    <a:schemeClr val="bg1"/>
                  </a:solidFill>
                  <a:ea typeface="ＭＳ Ｐゴシック" pitchFamily="50" charset="-128"/>
                </a:rPr>
                <a:t>Starts at Day after Trade Date</a:t>
              </a:r>
            </a:p>
          </p:txBody>
        </p:sp>
        <p:sp>
          <p:nvSpPr>
            <p:cNvPr id="163" name="Text Box 3">
              <a:extLst>
                <a:ext uri="{FF2B5EF4-FFF2-40B4-BE49-F238E27FC236}">
                  <a16:creationId xmlns:a16="http://schemas.microsoft.com/office/drawing/2014/main" id="{707607B8-5C9C-4264-B00A-E5F67062CBEB}"/>
                </a:ext>
              </a:extLst>
            </p:cNvPr>
            <p:cNvSpPr txBox="1">
              <a:spLocks noChangeArrowheads="1"/>
            </p:cNvSpPr>
            <p:nvPr/>
          </p:nvSpPr>
          <p:spPr bwMode="auto">
            <a:xfrm>
              <a:off x="8627780" y="4215972"/>
              <a:ext cx="1285712" cy="161583"/>
            </a:xfrm>
            <a:prstGeom prst="rect">
              <a:avLst/>
            </a:prstGeom>
            <a:noFill/>
            <a:ln w="9525" algn="ctr">
              <a:noFill/>
              <a:miter lim="800000"/>
              <a:headEnd/>
              <a:tailEnd/>
            </a:ln>
          </p:spPr>
          <p:txBody>
            <a:bodyPr wrap="square" lIns="0" tIns="0" rIns="0" bIns="0">
              <a:spAutoFit/>
            </a:bodyPr>
            <a:lstStyle/>
            <a:p>
              <a:r>
                <a:rPr lang="en-US" altLang="ja-JP" sz="1050" i="1" dirty="0">
                  <a:ea typeface="ＭＳ Ｐゴシック" charset="-128"/>
                </a:rPr>
                <a:t>Bilateral basis Trading</a:t>
              </a:r>
            </a:p>
          </p:txBody>
        </p:sp>
      </p:grpSp>
      <p:sp>
        <p:nvSpPr>
          <p:cNvPr id="67" name="TextBox 66">
            <a:extLst>
              <a:ext uri="{FF2B5EF4-FFF2-40B4-BE49-F238E27FC236}">
                <a16:creationId xmlns:a16="http://schemas.microsoft.com/office/drawing/2014/main" id="{CD7384A4-A92E-44F2-834E-D02B4F3B16BB}"/>
              </a:ext>
            </a:extLst>
          </p:cNvPr>
          <p:cNvSpPr txBox="1"/>
          <p:nvPr/>
        </p:nvSpPr>
        <p:spPr>
          <a:xfrm>
            <a:off x="501650" y="6430099"/>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PXIL website</a:t>
            </a:r>
          </a:p>
        </p:txBody>
      </p:sp>
    </p:spTree>
    <p:extLst>
      <p:ext uri="{BB962C8B-B14F-4D97-AF65-F5344CB8AC3E}">
        <p14:creationId xmlns:p14="http://schemas.microsoft.com/office/powerpoint/2010/main" val="1162049278"/>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IEX Market Trends</a:t>
            </a:r>
            <a:endParaRPr lang="en-GB" sz="2800" b="1" dirty="0"/>
          </a:p>
        </p:txBody>
      </p:sp>
      <p:sp>
        <p:nvSpPr>
          <p:cNvPr id="4" name="Rectangle: Rounded Corners 3">
            <a:extLst>
              <a:ext uri="{FF2B5EF4-FFF2-40B4-BE49-F238E27FC236}">
                <a16:creationId xmlns:a16="http://schemas.microsoft.com/office/drawing/2014/main" id="{80BECEF3-6640-44BC-9544-22F0AFEE5E7A}"/>
              </a:ext>
            </a:extLst>
          </p:cNvPr>
          <p:cNvSpPr/>
          <p:nvPr/>
        </p:nvSpPr>
        <p:spPr bwMode="gray">
          <a:xfrm>
            <a:off x="501650" y="1027417"/>
            <a:ext cx="5447457" cy="4785146"/>
          </a:xfrm>
          <a:prstGeom prst="roundRect">
            <a:avLst>
              <a:gd name="adj" fmla="val 3780"/>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2C44AAB5-34E7-41D3-AD25-AFD741F06CA4}"/>
              </a:ext>
            </a:extLst>
          </p:cNvPr>
          <p:cNvSpPr/>
          <p:nvPr/>
        </p:nvSpPr>
        <p:spPr bwMode="gray">
          <a:xfrm>
            <a:off x="1428534" y="840678"/>
            <a:ext cx="3720646" cy="334099"/>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G-DAM Trends (since inception in Oct’21)</a:t>
            </a:r>
          </a:p>
        </p:txBody>
      </p:sp>
      <p:sp>
        <p:nvSpPr>
          <p:cNvPr id="6" name="Rectangle: Rounded Corners 5">
            <a:extLst>
              <a:ext uri="{FF2B5EF4-FFF2-40B4-BE49-F238E27FC236}">
                <a16:creationId xmlns:a16="http://schemas.microsoft.com/office/drawing/2014/main" id="{499D4A68-B8E2-459F-AF45-FC74249786F9}"/>
              </a:ext>
            </a:extLst>
          </p:cNvPr>
          <p:cNvSpPr/>
          <p:nvPr/>
        </p:nvSpPr>
        <p:spPr bwMode="gray">
          <a:xfrm>
            <a:off x="6242894" y="1027417"/>
            <a:ext cx="5447456" cy="4785146"/>
          </a:xfrm>
          <a:prstGeom prst="roundRect">
            <a:avLst>
              <a:gd name="adj" fmla="val 2402"/>
            </a:avLst>
          </a:prstGeom>
          <a:noFill/>
          <a:ln w="19050" algn="ctr">
            <a:solidFill>
              <a:schemeClr val="tx2"/>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92362428-B041-4826-85CF-4A58BB42110C}"/>
              </a:ext>
            </a:extLst>
          </p:cNvPr>
          <p:cNvSpPr/>
          <p:nvPr/>
        </p:nvSpPr>
        <p:spPr bwMode="gray">
          <a:xfrm>
            <a:off x="7160704" y="842426"/>
            <a:ext cx="3720645" cy="332351"/>
          </a:xfrm>
          <a:prstGeom prst="roundRect">
            <a:avLst/>
          </a:prstGeom>
          <a:solidFill>
            <a:schemeClr val="accent6"/>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1200" cap="none" spc="0" normalizeH="0" baseline="0" noProof="0" dirty="0">
                <a:ln>
                  <a:noFill/>
                </a:ln>
                <a:solidFill>
                  <a:prstClr val="white"/>
                </a:solidFill>
                <a:effectLst/>
                <a:uLnTx/>
                <a:uFillTx/>
                <a:latin typeface="Calibri"/>
                <a:ea typeface="+mn-ea"/>
                <a:cs typeface="+mn-cs"/>
              </a:rPr>
              <a:t>G-TAM Trends (DAC) (for Past 12 Months)</a:t>
            </a:r>
          </a:p>
        </p:txBody>
      </p:sp>
      <p:graphicFrame>
        <p:nvGraphicFramePr>
          <p:cNvPr id="44" name="Chart 43">
            <a:extLst>
              <a:ext uri="{FF2B5EF4-FFF2-40B4-BE49-F238E27FC236}">
                <a16:creationId xmlns:a16="http://schemas.microsoft.com/office/drawing/2014/main" id="{FBCB5959-F98F-4AA8-B5C2-BE955D3A7DF6}"/>
              </a:ext>
            </a:extLst>
          </p:cNvPr>
          <p:cNvGraphicFramePr>
            <a:graphicFrameLocks/>
          </p:cNvGraphicFramePr>
          <p:nvPr>
            <p:extLst>
              <p:ext uri="{D42A27DB-BD31-4B8C-83A1-F6EECF244321}">
                <p14:modId xmlns:p14="http://schemas.microsoft.com/office/powerpoint/2010/main" val="3982917921"/>
              </p:ext>
            </p:extLst>
          </p:nvPr>
        </p:nvGraphicFramePr>
        <p:xfrm>
          <a:off x="649156" y="3769584"/>
          <a:ext cx="5058037" cy="2042978"/>
        </p:xfrm>
        <a:graphic>
          <a:graphicData uri="http://schemas.openxmlformats.org/drawingml/2006/chart">
            <c:chart xmlns:c="http://schemas.openxmlformats.org/drawingml/2006/chart" xmlns:r="http://schemas.openxmlformats.org/officeDocument/2006/relationships" r:id="rId2"/>
          </a:graphicData>
        </a:graphic>
      </p:graphicFrame>
      <p:sp>
        <p:nvSpPr>
          <p:cNvPr id="45" name="Rectangle: Rounded Corners 44">
            <a:extLst>
              <a:ext uri="{FF2B5EF4-FFF2-40B4-BE49-F238E27FC236}">
                <a16:creationId xmlns:a16="http://schemas.microsoft.com/office/drawing/2014/main" id="{21BE15DF-3894-4E36-AB85-F9CA99B67731}"/>
              </a:ext>
            </a:extLst>
          </p:cNvPr>
          <p:cNvSpPr/>
          <p:nvPr/>
        </p:nvSpPr>
        <p:spPr bwMode="gray">
          <a:xfrm>
            <a:off x="649156" y="3689889"/>
            <a:ext cx="5200449" cy="1985794"/>
          </a:xfrm>
          <a:prstGeom prst="roundRect">
            <a:avLst>
              <a:gd name="adj" fmla="val 3780"/>
            </a:avLst>
          </a:prstGeom>
          <a:noFill/>
          <a:ln w="19050" algn="ctr">
            <a:solidFill>
              <a:schemeClr val="tx2"/>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46" name="Rectangle: Rounded Corners 45">
            <a:extLst>
              <a:ext uri="{FF2B5EF4-FFF2-40B4-BE49-F238E27FC236}">
                <a16:creationId xmlns:a16="http://schemas.microsoft.com/office/drawing/2014/main" id="{C27E8D69-7240-445A-B8A7-7AF56FA5B642}"/>
              </a:ext>
            </a:extLst>
          </p:cNvPr>
          <p:cNvSpPr/>
          <p:nvPr/>
        </p:nvSpPr>
        <p:spPr bwMode="gray">
          <a:xfrm>
            <a:off x="649156" y="1218422"/>
            <a:ext cx="5200449" cy="2393905"/>
          </a:xfrm>
          <a:prstGeom prst="roundRect">
            <a:avLst>
              <a:gd name="adj" fmla="val 3780"/>
            </a:avLst>
          </a:prstGeom>
          <a:noFill/>
          <a:ln w="19050" algn="ctr">
            <a:solidFill>
              <a:schemeClr val="tx2"/>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47" name="Chart 46">
            <a:extLst>
              <a:ext uri="{FF2B5EF4-FFF2-40B4-BE49-F238E27FC236}">
                <a16:creationId xmlns:a16="http://schemas.microsoft.com/office/drawing/2014/main" id="{CE0B716F-68CB-4FDD-AD77-EB88D909E924}"/>
              </a:ext>
            </a:extLst>
          </p:cNvPr>
          <p:cNvGraphicFramePr>
            <a:graphicFrameLocks/>
          </p:cNvGraphicFramePr>
          <p:nvPr>
            <p:extLst>
              <p:ext uri="{D42A27DB-BD31-4B8C-83A1-F6EECF244321}">
                <p14:modId xmlns:p14="http://schemas.microsoft.com/office/powerpoint/2010/main" val="1579389716"/>
              </p:ext>
            </p:extLst>
          </p:nvPr>
        </p:nvGraphicFramePr>
        <p:xfrm>
          <a:off x="762965" y="1182317"/>
          <a:ext cx="5051785" cy="2350315"/>
        </p:xfrm>
        <a:graphic>
          <a:graphicData uri="http://schemas.openxmlformats.org/drawingml/2006/chart">
            <c:chart xmlns:c="http://schemas.openxmlformats.org/drawingml/2006/chart" xmlns:r="http://schemas.openxmlformats.org/officeDocument/2006/relationships" r:id="rId3"/>
          </a:graphicData>
        </a:graphic>
      </p:graphicFrame>
      <p:sp>
        <p:nvSpPr>
          <p:cNvPr id="48" name="Rectangle: Rounded Corners 47">
            <a:extLst>
              <a:ext uri="{FF2B5EF4-FFF2-40B4-BE49-F238E27FC236}">
                <a16:creationId xmlns:a16="http://schemas.microsoft.com/office/drawing/2014/main" id="{F2D425B6-BD02-4103-A623-7EADD9290574}"/>
              </a:ext>
            </a:extLst>
          </p:cNvPr>
          <p:cNvSpPr/>
          <p:nvPr/>
        </p:nvSpPr>
        <p:spPr bwMode="gray">
          <a:xfrm>
            <a:off x="501650" y="5956254"/>
            <a:ext cx="11188700" cy="690518"/>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2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100" kern="0" dirty="0">
                <a:solidFill>
                  <a:prstClr val="black"/>
                </a:solidFill>
                <a:latin typeface="Calibri Light" panose="020F0302020204030204" pitchFamily="34" charset="0"/>
                <a:cs typeface="Calibri Light" panose="020F0302020204030204" pitchFamily="34" charset="0"/>
              </a:rPr>
              <a:t>For G-DAM, the highest weighted average tariff was Rs. 15.90/kWh, while the average tariff since inception was Rs. 5.77/kWh and the average sell bid was 6.95 GWh and settled volume was 3.42 GWh.</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For G-TAM, in DAC category the highest weighted average tariff was Rs. 18.24/kWh, while the average tariff was Rs. 4.90/kWh, the total traded volume was 828 GWh for DAC mode</a:t>
            </a:r>
          </a:p>
        </p:txBody>
      </p:sp>
      <p:sp>
        <p:nvSpPr>
          <p:cNvPr id="49" name="TextBox 48">
            <a:extLst>
              <a:ext uri="{FF2B5EF4-FFF2-40B4-BE49-F238E27FC236}">
                <a16:creationId xmlns:a16="http://schemas.microsoft.com/office/drawing/2014/main" id="{5293C79C-478C-4EE0-AEEE-B3D89B56A6FD}"/>
              </a:ext>
            </a:extLst>
          </p:cNvPr>
          <p:cNvSpPr txBox="1"/>
          <p:nvPr/>
        </p:nvSpPr>
        <p:spPr>
          <a:xfrm>
            <a:off x="501650" y="5782797"/>
            <a:ext cx="4944139"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IEX</a:t>
            </a:r>
          </a:p>
        </p:txBody>
      </p:sp>
      <p:graphicFrame>
        <p:nvGraphicFramePr>
          <p:cNvPr id="50" name="Chart 49">
            <a:extLst>
              <a:ext uri="{FF2B5EF4-FFF2-40B4-BE49-F238E27FC236}">
                <a16:creationId xmlns:a16="http://schemas.microsoft.com/office/drawing/2014/main" id="{07BDBB67-BDE8-4BEA-B1A3-240F3EC58825}"/>
              </a:ext>
            </a:extLst>
          </p:cNvPr>
          <p:cNvGraphicFramePr>
            <a:graphicFrameLocks/>
          </p:cNvGraphicFramePr>
          <p:nvPr>
            <p:extLst>
              <p:ext uri="{D42A27DB-BD31-4B8C-83A1-F6EECF244321}">
                <p14:modId xmlns:p14="http://schemas.microsoft.com/office/powerpoint/2010/main" val="1404433991"/>
              </p:ext>
            </p:extLst>
          </p:nvPr>
        </p:nvGraphicFramePr>
        <p:xfrm>
          <a:off x="6490011" y="1254113"/>
          <a:ext cx="5052833" cy="2206722"/>
        </p:xfrm>
        <a:graphic>
          <a:graphicData uri="http://schemas.openxmlformats.org/drawingml/2006/chart">
            <c:chart xmlns:c="http://schemas.openxmlformats.org/drawingml/2006/chart" xmlns:r="http://schemas.openxmlformats.org/officeDocument/2006/relationships" r:id="rId4"/>
          </a:graphicData>
        </a:graphic>
      </p:graphicFrame>
      <p:sp>
        <p:nvSpPr>
          <p:cNvPr id="51" name="Rectangle: Rounded Corners 50">
            <a:extLst>
              <a:ext uri="{FF2B5EF4-FFF2-40B4-BE49-F238E27FC236}">
                <a16:creationId xmlns:a16="http://schemas.microsoft.com/office/drawing/2014/main" id="{F14888C4-0057-4C97-98EF-6C1457B93E29}"/>
              </a:ext>
            </a:extLst>
          </p:cNvPr>
          <p:cNvSpPr/>
          <p:nvPr/>
        </p:nvSpPr>
        <p:spPr bwMode="gray">
          <a:xfrm>
            <a:off x="6416202" y="1222084"/>
            <a:ext cx="5200449" cy="2393905"/>
          </a:xfrm>
          <a:prstGeom prst="roundRect">
            <a:avLst>
              <a:gd name="adj" fmla="val 3780"/>
            </a:avLst>
          </a:prstGeom>
          <a:noFill/>
          <a:ln w="19050" algn="ctr">
            <a:solidFill>
              <a:schemeClr val="tx2"/>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sp>
        <p:nvSpPr>
          <p:cNvPr id="52" name="Rectangle: Rounded Corners 51">
            <a:extLst>
              <a:ext uri="{FF2B5EF4-FFF2-40B4-BE49-F238E27FC236}">
                <a16:creationId xmlns:a16="http://schemas.microsoft.com/office/drawing/2014/main" id="{7BF4789E-E6F1-44D0-A2D3-73060371BE1C}"/>
              </a:ext>
            </a:extLst>
          </p:cNvPr>
          <p:cNvSpPr/>
          <p:nvPr/>
        </p:nvSpPr>
        <p:spPr bwMode="gray">
          <a:xfrm>
            <a:off x="6416201" y="3689889"/>
            <a:ext cx="5200449" cy="1985794"/>
          </a:xfrm>
          <a:prstGeom prst="roundRect">
            <a:avLst>
              <a:gd name="adj" fmla="val 3780"/>
            </a:avLst>
          </a:prstGeom>
          <a:noFill/>
          <a:ln w="19050" algn="ctr">
            <a:solidFill>
              <a:schemeClr val="tx2"/>
            </a:solidFill>
            <a:prstDash val="dashDot"/>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54" name="Chart 53">
            <a:extLst>
              <a:ext uri="{FF2B5EF4-FFF2-40B4-BE49-F238E27FC236}">
                <a16:creationId xmlns:a16="http://schemas.microsoft.com/office/drawing/2014/main" id="{07BDBB67-BDE8-4BEA-B1A3-240F3EC58825}"/>
              </a:ext>
            </a:extLst>
          </p:cNvPr>
          <p:cNvGraphicFramePr>
            <a:graphicFrameLocks/>
          </p:cNvGraphicFramePr>
          <p:nvPr>
            <p:extLst>
              <p:ext uri="{D42A27DB-BD31-4B8C-83A1-F6EECF244321}">
                <p14:modId xmlns:p14="http://schemas.microsoft.com/office/powerpoint/2010/main" val="1743960869"/>
              </p:ext>
            </p:extLst>
          </p:nvPr>
        </p:nvGraphicFramePr>
        <p:xfrm>
          <a:off x="6484807" y="3689889"/>
          <a:ext cx="5058037" cy="1913998"/>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484624395"/>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Sale through Power Exchanges– Implications for SECL</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2448911" y="2384756"/>
            <a:ext cx="9241438" cy="256240"/>
          </a:xfrm>
          <a:prstGeom prst="roundRect">
            <a:avLst/>
          </a:prstGeom>
          <a:noFill/>
          <a:ln>
            <a:solidFill>
              <a:schemeClr val="accent6"/>
            </a:solidFill>
          </a:ln>
        </p:spPr>
        <p:txBody>
          <a:bodyPr wrap="square" lIns="0" tIns="0" rIns="0" bIns="0" rtlCol="0" anchor="ctr" anchorCtr="0">
            <a:spAutoFit/>
          </a:bodyPr>
          <a:lstStyle/>
          <a:p>
            <a:pPr marL="285750" indent="-285750" algn="just">
              <a:lnSpc>
                <a:spcPct val="114000"/>
              </a:lnSpc>
              <a:spcAft>
                <a:spcPts val="600"/>
              </a:spcAft>
              <a:buSzPct val="100000"/>
              <a:buFont typeface="Arial" panose="020B0604020202020204" pitchFamily="34" charset="0"/>
              <a:buChar char="•"/>
            </a:pPr>
            <a:r>
              <a:rPr lang="en-US" sz="1400" dirty="0"/>
              <a:t>SECL can sell its surplus solar energy through energy exchanges</a:t>
            </a:r>
          </a:p>
        </p:txBody>
      </p:sp>
      <p:sp>
        <p:nvSpPr>
          <p:cNvPr id="8" name="TextBox 7">
            <a:extLst>
              <a:ext uri="{FF2B5EF4-FFF2-40B4-BE49-F238E27FC236}">
                <a16:creationId xmlns:a16="http://schemas.microsoft.com/office/drawing/2014/main" id="{124B2BB2-F1A7-4F94-8772-DB369A218673}"/>
              </a:ext>
            </a:extLst>
          </p:cNvPr>
          <p:cNvSpPr txBox="1"/>
          <p:nvPr/>
        </p:nvSpPr>
        <p:spPr>
          <a:xfrm>
            <a:off x="2448910" y="3070410"/>
            <a:ext cx="9241438" cy="700128"/>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Sale to power traders will be commercially viable for SECL only when the selling tariff is greater than the cost of generation</a:t>
            </a:r>
          </a:p>
        </p:txBody>
      </p:sp>
      <p:sp>
        <p:nvSpPr>
          <p:cNvPr id="9" name="TextBox 8">
            <a:extLst>
              <a:ext uri="{FF2B5EF4-FFF2-40B4-BE49-F238E27FC236}">
                <a16:creationId xmlns:a16="http://schemas.microsoft.com/office/drawing/2014/main" id="{5D8F355B-19FA-407B-9857-3B74B35DEC47}"/>
              </a:ext>
            </a:extLst>
          </p:cNvPr>
          <p:cNvSpPr txBox="1"/>
          <p:nvPr/>
        </p:nvSpPr>
        <p:spPr>
          <a:xfrm>
            <a:off x="2448910" y="4021534"/>
            <a:ext cx="9241437" cy="884781"/>
          </a:xfrm>
          <a:prstGeom prst="roundRect">
            <a:avLst/>
          </a:prstGeom>
          <a:noFill/>
          <a:ln>
            <a:solidFill>
              <a:schemeClr val="accent6"/>
            </a:solidFill>
          </a:ln>
        </p:spPr>
        <p:txBody>
          <a:bodyPr wrap="square" lIns="0" tIns="0" rIns="0" bIns="0" rtlCol="0">
            <a:spAutoFit/>
          </a:bodyPr>
          <a:lstStyle/>
          <a:p>
            <a:pPr marL="285750" indent="-285750" algn="just">
              <a:lnSpc>
                <a:spcPct val="114000"/>
              </a:lnSpc>
              <a:spcAft>
                <a:spcPts val="600"/>
              </a:spcAft>
              <a:buSzPct val="100000"/>
              <a:buFont typeface="Arial" panose="020B0604020202020204" pitchFamily="34" charset="0"/>
              <a:buChar char="•"/>
            </a:pPr>
            <a:r>
              <a:rPr lang="en-US" sz="1400" dirty="0"/>
              <a:t>The prices are highly volatile and the risk factors are high</a:t>
            </a:r>
          </a:p>
          <a:p>
            <a:pPr marL="285750" indent="-285750" algn="just">
              <a:lnSpc>
                <a:spcPct val="114000"/>
              </a:lnSpc>
              <a:spcAft>
                <a:spcPts val="600"/>
              </a:spcAft>
              <a:buSzPct val="100000"/>
              <a:buFont typeface="Arial" panose="020B0604020202020204" pitchFamily="34" charset="0"/>
              <a:buChar char="•"/>
            </a:pPr>
            <a:r>
              <a:rPr lang="en-US" sz="1400" dirty="0"/>
              <a:t>Since, long term open access consumers get first preference over short term consumers, the availability of open access is a key challenge in such short-term sales </a:t>
            </a:r>
          </a:p>
        </p:txBody>
      </p:sp>
      <p:sp>
        <p:nvSpPr>
          <p:cNvPr id="10" name="TextBox 9">
            <a:extLst>
              <a:ext uri="{FF2B5EF4-FFF2-40B4-BE49-F238E27FC236}">
                <a16:creationId xmlns:a16="http://schemas.microsoft.com/office/drawing/2014/main" id="{71A7B91D-AB2D-4A78-BC2B-FCE1B115E006}"/>
              </a:ext>
            </a:extLst>
          </p:cNvPr>
          <p:cNvSpPr txBox="1"/>
          <p:nvPr/>
        </p:nvSpPr>
        <p:spPr>
          <a:xfrm>
            <a:off x="524908" y="2206337"/>
            <a:ext cx="1724307" cy="613076"/>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Opportunity for SECL</a:t>
            </a:r>
          </a:p>
        </p:txBody>
      </p:sp>
      <p:sp>
        <p:nvSpPr>
          <p:cNvPr id="11" name="TextBox 10">
            <a:extLst>
              <a:ext uri="{FF2B5EF4-FFF2-40B4-BE49-F238E27FC236}">
                <a16:creationId xmlns:a16="http://schemas.microsoft.com/office/drawing/2014/main" id="{07034924-4F2A-4E9B-90C4-35452FE20C78}"/>
              </a:ext>
            </a:extLst>
          </p:cNvPr>
          <p:cNvSpPr txBox="1"/>
          <p:nvPr/>
        </p:nvSpPr>
        <p:spPr>
          <a:xfrm>
            <a:off x="524908" y="3070410"/>
            <a:ext cx="1724307" cy="700129"/>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Commercial implication for SECL</a:t>
            </a:r>
          </a:p>
        </p:txBody>
      </p:sp>
      <p:sp>
        <p:nvSpPr>
          <p:cNvPr id="12" name="TextBox 11">
            <a:extLst>
              <a:ext uri="{FF2B5EF4-FFF2-40B4-BE49-F238E27FC236}">
                <a16:creationId xmlns:a16="http://schemas.microsoft.com/office/drawing/2014/main" id="{43457097-F038-44CC-B0DF-692D09F99818}"/>
              </a:ext>
            </a:extLst>
          </p:cNvPr>
          <p:cNvSpPr txBox="1"/>
          <p:nvPr/>
        </p:nvSpPr>
        <p:spPr>
          <a:xfrm>
            <a:off x="524907" y="4021533"/>
            <a:ext cx="1724307" cy="884781"/>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Demerit</a:t>
            </a:r>
          </a:p>
        </p:txBody>
      </p:sp>
    </p:spTree>
    <p:extLst>
      <p:ext uri="{BB962C8B-B14F-4D97-AF65-F5344CB8AC3E}">
        <p14:creationId xmlns:p14="http://schemas.microsoft.com/office/powerpoint/2010/main" val="883766960"/>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3160935"/>
            <a:ext cx="11298464" cy="661720"/>
          </a:xfrm>
          <a:prstGeom prst="rect">
            <a:avLst/>
          </a:prstGeom>
          <a:noFill/>
        </p:spPr>
        <p:txBody>
          <a:bodyPr wrap="square" lIns="0" tIns="0" rIns="0" bIns="0" rtlCol="0">
            <a:spAutoFit/>
          </a:bodyPr>
          <a:lstStyle/>
          <a:p>
            <a:pPr>
              <a:lnSpc>
                <a:spcPct val="114000"/>
              </a:lnSpc>
              <a:spcAft>
                <a:spcPts val="600"/>
              </a:spcAft>
              <a:buSzPct val="100000"/>
            </a:pPr>
            <a:r>
              <a:rPr lang="en-US" sz="4000" b="1" dirty="0">
                <a:solidFill>
                  <a:srgbClr val="313131"/>
                </a:solidFill>
              </a:rPr>
              <a:t>ENERGY SALE TO TRADING LICENSEES IN INDIA</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9219965"/>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Concept of Power Trading</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3221344" y="2233375"/>
            <a:ext cx="8463387" cy="701943"/>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dirty="0"/>
              <a:t>Discoms, Power Exchanges, Open Access Consumers</a:t>
            </a:r>
            <a:endParaRPr lang="en-US" sz="1400" i="1" dirty="0"/>
          </a:p>
        </p:txBody>
      </p:sp>
      <p:sp>
        <p:nvSpPr>
          <p:cNvPr id="8" name="TextBox 7">
            <a:extLst>
              <a:ext uri="{FF2B5EF4-FFF2-40B4-BE49-F238E27FC236}">
                <a16:creationId xmlns:a16="http://schemas.microsoft.com/office/drawing/2014/main" id="{124B2BB2-F1A7-4F94-8772-DB369A218673}"/>
              </a:ext>
            </a:extLst>
          </p:cNvPr>
          <p:cNvSpPr txBox="1"/>
          <p:nvPr/>
        </p:nvSpPr>
        <p:spPr>
          <a:xfrm>
            <a:off x="3212553" y="1115070"/>
            <a:ext cx="8463387" cy="1043270"/>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b="1" dirty="0"/>
              <a:t>Short-term Contract:</a:t>
            </a:r>
            <a:r>
              <a:rPr lang="en-US" sz="1400" dirty="0"/>
              <a:t> period of the contract is up to 1 year</a:t>
            </a:r>
          </a:p>
          <a:p>
            <a:pPr marL="285750" indent="-285750" algn="just">
              <a:lnSpc>
                <a:spcPct val="114000"/>
              </a:lnSpc>
              <a:buSzPct val="100000"/>
              <a:buFont typeface="Arial" panose="020B0604020202020204" pitchFamily="34" charset="0"/>
              <a:buChar char="•"/>
            </a:pPr>
            <a:r>
              <a:rPr lang="en-US" sz="1400" b="1" dirty="0"/>
              <a:t>Long-term Contract:</a:t>
            </a:r>
            <a:r>
              <a:rPr lang="en-US" sz="1400" dirty="0"/>
              <a:t> period of the contract is more than 1 year</a:t>
            </a:r>
          </a:p>
          <a:p>
            <a:pPr marL="268288" lvl="1" algn="just">
              <a:lnSpc>
                <a:spcPct val="114000"/>
              </a:lnSpc>
              <a:buSzPct val="100000"/>
            </a:pPr>
            <a:r>
              <a:rPr lang="en-US" sz="1400" i="1" dirty="0"/>
              <a:t>[as per CERC (Procedure, Terms and Conditions for grant of trading </a:t>
            </a:r>
            <a:r>
              <a:rPr lang="en-US" sz="1400" i="1" dirty="0" err="1"/>
              <a:t>licence</a:t>
            </a:r>
            <a:r>
              <a:rPr lang="en-US" sz="1400" i="1" dirty="0"/>
              <a:t> and other related matters) Regulations, 2020]</a:t>
            </a:r>
          </a:p>
        </p:txBody>
      </p:sp>
      <p:sp>
        <p:nvSpPr>
          <p:cNvPr id="9" name="TextBox 8">
            <a:extLst>
              <a:ext uri="{FF2B5EF4-FFF2-40B4-BE49-F238E27FC236}">
                <a16:creationId xmlns:a16="http://schemas.microsoft.com/office/drawing/2014/main" id="{5D8F355B-19FA-407B-9857-3B74B35DEC47}"/>
              </a:ext>
            </a:extLst>
          </p:cNvPr>
          <p:cNvSpPr txBox="1"/>
          <p:nvPr/>
        </p:nvSpPr>
        <p:spPr>
          <a:xfrm>
            <a:off x="3212553" y="3010703"/>
            <a:ext cx="8463386" cy="1156487"/>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b="1" dirty="0"/>
              <a:t>Short-term Contract:</a:t>
            </a:r>
            <a:r>
              <a:rPr lang="en-US" sz="1400" dirty="0"/>
              <a:t> 0 paise/kWh to 7 paise/kWh</a:t>
            </a:r>
          </a:p>
          <a:p>
            <a:pPr marL="285750" indent="-285750" algn="just">
              <a:lnSpc>
                <a:spcPct val="114000"/>
              </a:lnSpc>
              <a:buSzPct val="100000"/>
              <a:buFont typeface="Arial" panose="020B0604020202020204" pitchFamily="34" charset="0"/>
              <a:buChar char="•"/>
            </a:pPr>
            <a:r>
              <a:rPr lang="en-US" sz="1400" b="1" dirty="0"/>
              <a:t>Long-term Contract:</a:t>
            </a:r>
            <a:r>
              <a:rPr lang="en-US" sz="1400" dirty="0"/>
              <a:t> mutually decided between the Trading Licensee and the seller</a:t>
            </a:r>
          </a:p>
          <a:p>
            <a:pPr marL="268288" algn="just">
              <a:lnSpc>
                <a:spcPct val="114000"/>
              </a:lnSpc>
              <a:buSzPct val="100000"/>
            </a:pPr>
            <a:r>
              <a:rPr lang="en-US" sz="1400" i="1" dirty="0"/>
              <a:t>[as per CERC (Procedure, Terms and Conditions for grant of trading </a:t>
            </a:r>
            <a:r>
              <a:rPr lang="en-US" sz="1400" i="1" dirty="0" err="1"/>
              <a:t>licence</a:t>
            </a:r>
            <a:r>
              <a:rPr lang="en-US" sz="1400" i="1" dirty="0"/>
              <a:t> and other related matters) Regulations, 2020]</a:t>
            </a:r>
          </a:p>
        </p:txBody>
      </p:sp>
      <p:sp>
        <p:nvSpPr>
          <p:cNvPr id="10" name="TextBox 9">
            <a:extLst>
              <a:ext uri="{FF2B5EF4-FFF2-40B4-BE49-F238E27FC236}">
                <a16:creationId xmlns:a16="http://schemas.microsoft.com/office/drawing/2014/main" id="{71A7B91D-AB2D-4A78-BC2B-FCE1B115E006}"/>
              </a:ext>
            </a:extLst>
          </p:cNvPr>
          <p:cNvSpPr txBox="1"/>
          <p:nvPr/>
        </p:nvSpPr>
        <p:spPr>
          <a:xfrm>
            <a:off x="1066801" y="710948"/>
            <a:ext cx="1900874" cy="334787"/>
          </a:xfrm>
          <a:prstGeom prst="rect">
            <a:avLst/>
          </a:prstGeom>
          <a:solidFill>
            <a:srgbClr val="046A38"/>
          </a:solidFill>
        </p:spPr>
        <p:txBody>
          <a:bodyPr wrap="square" lIns="0" tIns="0" rIns="0" bIns="0" rtlCol="0" anchor="ctr" anchorCtr="0">
            <a:noAutofit/>
          </a:bodyPr>
          <a:lstStyle/>
          <a:p>
            <a:pPr algn="ctr">
              <a:buSzPct val="100000"/>
            </a:pPr>
            <a:r>
              <a:rPr lang="en-US" sz="1600" b="1" dirty="0">
                <a:solidFill>
                  <a:schemeClr val="bg1"/>
                </a:solidFill>
              </a:rPr>
              <a:t>Definition</a:t>
            </a:r>
          </a:p>
        </p:txBody>
      </p:sp>
      <p:sp>
        <p:nvSpPr>
          <p:cNvPr id="11" name="TextBox 10">
            <a:extLst>
              <a:ext uri="{FF2B5EF4-FFF2-40B4-BE49-F238E27FC236}">
                <a16:creationId xmlns:a16="http://schemas.microsoft.com/office/drawing/2014/main" id="{07034924-4F2A-4E9B-90C4-35452FE20C78}"/>
              </a:ext>
            </a:extLst>
          </p:cNvPr>
          <p:cNvSpPr txBox="1"/>
          <p:nvPr/>
        </p:nvSpPr>
        <p:spPr>
          <a:xfrm>
            <a:off x="1066801" y="1115071"/>
            <a:ext cx="1900874" cy="1043269"/>
          </a:xfrm>
          <a:prstGeom prst="rect">
            <a:avLst/>
          </a:prstGeom>
          <a:solidFill>
            <a:srgbClr val="0D8390"/>
          </a:solidFill>
        </p:spPr>
        <p:txBody>
          <a:bodyPr wrap="square" lIns="0" tIns="0" rIns="0" bIns="0" rtlCol="0" anchor="ctr" anchorCtr="0">
            <a:noAutofit/>
          </a:bodyPr>
          <a:lstStyle/>
          <a:p>
            <a:pPr algn="ctr">
              <a:buSzPct val="100000"/>
            </a:pPr>
            <a:r>
              <a:rPr lang="en-US" sz="1600" b="1" dirty="0">
                <a:solidFill>
                  <a:schemeClr val="bg1"/>
                </a:solidFill>
              </a:rPr>
              <a:t>Types of Contract</a:t>
            </a:r>
          </a:p>
        </p:txBody>
      </p:sp>
      <p:sp>
        <p:nvSpPr>
          <p:cNvPr id="12" name="TextBox 11">
            <a:extLst>
              <a:ext uri="{FF2B5EF4-FFF2-40B4-BE49-F238E27FC236}">
                <a16:creationId xmlns:a16="http://schemas.microsoft.com/office/drawing/2014/main" id="{43457097-F038-44CC-B0DF-692D09F99818}"/>
              </a:ext>
            </a:extLst>
          </p:cNvPr>
          <p:cNvSpPr txBox="1"/>
          <p:nvPr/>
        </p:nvSpPr>
        <p:spPr>
          <a:xfrm>
            <a:off x="1062405" y="3010016"/>
            <a:ext cx="1900874" cy="1156486"/>
          </a:xfrm>
          <a:prstGeom prst="rect">
            <a:avLst/>
          </a:prstGeom>
          <a:solidFill>
            <a:srgbClr val="43B02A"/>
          </a:solidFill>
        </p:spPr>
        <p:txBody>
          <a:bodyPr wrap="square" lIns="0" tIns="0" rIns="0" bIns="0" rtlCol="0" anchor="ctr" anchorCtr="0">
            <a:noAutofit/>
          </a:bodyPr>
          <a:lstStyle/>
          <a:p>
            <a:pPr algn="ctr">
              <a:buSzPct val="100000"/>
            </a:pPr>
            <a:r>
              <a:rPr lang="en-US" sz="1600" b="1" dirty="0">
                <a:solidFill>
                  <a:schemeClr val="bg1"/>
                </a:solidFill>
              </a:rPr>
              <a:t>Trading Margin</a:t>
            </a:r>
          </a:p>
        </p:txBody>
      </p:sp>
      <p:sp>
        <p:nvSpPr>
          <p:cNvPr id="13" name="Freeform 899">
            <a:extLst>
              <a:ext uri="{FF2B5EF4-FFF2-40B4-BE49-F238E27FC236}">
                <a16:creationId xmlns:a16="http://schemas.microsoft.com/office/drawing/2014/main" id="{C5D514B4-B0C3-4EBA-A1CA-0DB43CC401AE}"/>
              </a:ext>
            </a:extLst>
          </p:cNvPr>
          <p:cNvSpPr>
            <a:spLocks noChangeAspect="1" noEditPoints="1"/>
          </p:cNvSpPr>
          <p:nvPr/>
        </p:nvSpPr>
        <p:spPr bwMode="auto">
          <a:xfrm>
            <a:off x="509005" y="700435"/>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66" name="Freeform 899">
            <a:extLst>
              <a:ext uri="{FF2B5EF4-FFF2-40B4-BE49-F238E27FC236}">
                <a16:creationId xmlns:a16="http://schemas.microsoft.com/office/drawing/2014/main" id="{809C485E-237E-44F1-9987-A956335CD8E1}"/>
              </a:ext>
            </a:extLst>
          </p:cNvPr>
          <p:cNvSpPr>
            <a:spLocks noChangeAspect="1" noEditPoints="1"/>
          </p:cNvSpPr>
          <p:nvPr/>
        </p:nvSpPr>
        <p:spPr bwMode="auto">
          <a:xfrm>
            <a:off x="509005" y="1456705"/>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D8390"/>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67" name="TextBox 66">
            <a:extLst>
              <a:ext uri="{FF2B5EF4-FFF2-40B4-BE49-F238E27FC236}">
                <a16:creationId xmlns:a16="http://schemas.microsoft.com/office/drawing/2014/main" id="{E548A1C6-7394-4C1F-887D-1ECFE14350EA}"/>
              </a:ext>
            </a:extLst>
          </p:cNvPr>
          <p:cNvSpPr txBox="1"/>
          <p:nvPr/>
        </p:nvSpPr>
        <p:spPr>
          <a:xfrm>
            <a:off x="1062406" y="2233375"/>
            <a:ext cx="1900874" cy="701943"/>
          </a:xfrm>
          <a:prstGeom prst="rect">
            <a:avLst/>
          </a:prstGeom>
          <a:solidFill>
            <a:srgbClr val="007CB0"/>
          </a:solidFill>
        </p:spPr>
        <p:txBody>
          <a:bodyPr wrap="square" lIns="0" tIns="0" rIns="0" bIns="0" rtlCol="0" anchor="ctr" anchorCtr="0">
            <a:noAutofit/>
          </a:bodyPr>
          <a:lstStyle/>
          <a:p>
            <a:pPr algn="ctr">
              <a:buSzPct val="100000"/>
            </a:pPr>
            <a:r>
              <a:rPr lang="en-US" sz="1600" b="1" dirty="0">
                <a:solidFill>
                  <a:schemeClr val="bg1"/>
                </a:solidFill>
              </a:rPr>
              <a:t>Potential buyers from trading licensees</a:t>
            </a:r>
          </a:p>
        </p:txBody>
      </p:sp>
      <p:sp>
        <p:nvSpPr>
          <p:cNvPr id="68" name="TextBox 67">
            <a:extLst>
              <a:ext uri="{FF2B5EF4-FFF2-40B4-BE49-F238E27FC236}">
                <a16:creationId xmlns:a16="http://schemas.microsoft.com/office/drawing/2014/main" id="{96074781-43EF-470C-9A40-BD7941CC1061}"/>
              </a:ext>
            </a:extLst>
          </p:cNvPr>
          <p:cNvSpPr txBox="1"/>
          <p:nvPr/>
        </p:nvSpPr>
        <p:spPr>
          <a:xfrm>
            <a:off x="3221345" y="710948"/>
            <a:ext cx="8463387" cy="334099"/>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dirty="0"/>
              <a:t>Trading means purchase of electricity for resale thereof </a:t>
            </a:r>
            <a:r>
              <a:rPr lang="en-US" sz="1400" i="1" dirty="0"/>
              <a:t>(as per Electricity Act 2003)</a:t>
            </a:r>
          </a:p>
        </p:txBody>
      </p:sp>
      <p:sp>
        <p:nvSpPr>
          <p:cNvPr id="69" name="Freeform 899">
            <a:extLst>
              <a:ext uri="{FF2B5EF4-FFF2-40B4-BE49-F238E27FC236}">
                <a16:creationId xmlns:a16="http://schemas.microsoft.com/office/drawing/2014/main" id="{2FE93920-CF00-45B9-95A3-1849B1C20CCA}"/>
              </a:ext>
            </a:extLst>
          </p:cNvPr>
          <p:cNvSpPr>
            <a:spLocks noChangeAspect="1" noEditPoints="1"/>
          </p:cNvSpPr>
          <p:nvPr/>
        </p:nvSpPr>
        <p:spPr bwMode="auto">
          <a:xfrm>
            <a:off x="509005" y="2404346"/>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07CB0"/>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70" name="Freeform 899">
            <a:extLst>
              <a:ext uri="{FF2B5EF4-FFF2-40B4-BE49-F238E27FC236}">
                <a16:creationId xmlns:a16="http://schemas.microsoft.com/office/drawing/2014/main" id="{BD9D4158-6F9E-4295-8C07-B7967D41A53E}"/>
              </a:ext>
            </a:extLst>
          </p:cNvPr>
          <p:cNvSpPr>
            <a:spLocks noChangeAspect="1" noEditPoints="1"/>
          </p:cNvSpPr>
          <p:nvPr/>
        </p:nvSpPr>
        <p:spPr bwMode="auto">
          <a:xfrm>
            <a:off x="501650" y="3408397"/>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43B02A"/>
          </a:solidFill>
          <a:ln>
            <a:noFill/>
          </a:ln>
        </p:spPr>
        <p:txBody>
          <a:bodyPr vert="horz" wrap="square" lIns="91440" tIns="45720" rIns="91440" bIns="45720" numCol="1" anchor="t" anchorCtr="0" compatLnSpc="1">
            <a:prstTxWarp prst="textNoShape">
              <a:avLst/>
            </a:prstTxWarp>
          </a:bodyPr>
          <a:lstStyle/>
          <a:p>
            <a:endParaRPr lang="en-GB" dirty="0"/>
          </a:p>
        </p:txBody>
      </p:sp>
      <p:graphicFrame>
        <p:nvGraphicFramePr>
          <p:cNvPr id="71" name="Table 2">
            <a:extLst>
              <a:ext uri="{FF2B5EF4-FFF2-40B4-BE49-F238E27FC236}">
                <a16:creationId xmlns:a16="http://schemas.microsoft.com/office/drawing/2014/main" id="{EBBEB6EB-696F-4E32-A017-95B62528BD9B}"/>
              </a:ext>
            </a:extLst>
          </p:cNvPr>
          <p:cNvGraphicFramePr>
            <a:graphicFrameLocks noGrp="1"/>
          </p:cNvGraphicFramePr>
          <p:nvPr/>
        </p:nvGraphicFramePr>
        <p:xfrm>
          <a:off x="487242" y="4815631"/>
          <a:ext cx="11195997" cy="1745520"/>
        </p:xfrm>
        <a:graphic>
          <a:graphicData uri="http://schemas.openxmlformats.org/drawingml/2006/table">
            <a:tbl>
              <a:tblPr>
                <a:tableStyleId>{5C22544A-7EE6-4342-B048-85BDC9FD1C3A}</a:tableStyleId>
              </a:tblPr>
              <a:tblGrid>
                <a:gridCol w="3039729">
                  <a:extLst>
                    <a:ext uri="{9D8B030D-6E8A-4147-A177-3AD203B41FA5}">
                      <a16:colId xmlns:a16="http://schemas.microsoft.com/office/drawing/2014/main" val="1919582224"/>
                    </a:ext>
                  </a:extLst>
                </a:gridCol>
                <a:gridCol w="679689">
                  <a:extLst>
                    <a:ext uri="{9D8B030D-6E8A-4147-A177-3AD203B41FA5}">
                      <a16:colId xmlns:a16="http://schemas.microsoft.com/office/drawing/2014/main" val="608341654"/>
                    </a:ext>
                  </a:extLst>
                </a:gridCol>
                <a:gridCol w="679689">
                  <a:extLst>
                    <a:ext uri="{9D8B030D-6E8A-4147-A177-3AD203B41FA5}">
                      <a16:colId xmlns:a16="http://schemas.microsoft.com/office/drawing/2014/main" val="1152557752"/>
                    </a:ext>
                  </a:extLst>
                </a:gridCol>
                <a:gridCol w="679689">
                  <a:extLst>
                    <a:ext uri="{9D8B030D-6E8A-4147-A177-3AD203B41FA5}">
                      <a16:colId xmlns:a16="http://schemas.microsoft.com/office/drawing/2014/main" val="1126867401"/>
                    </a:ext>
                  </a:extLst>
                </a:gridCol>
                <a:gridCol w="679689">
                  <a:extLst>
                    <a:ext uri="{9D8B030D-6E8A-4147-A177-3AD203B41FA5}">
                      <a16:colId xmlns:a16="http://schemas.microsoft.com/office/drawing/2014/main" val="3532611404"/>
                    </a:ext>
                  </a:extLst>
                </a:gridCol>
                <a:gridCol w="679689">
                  <a:extLst>
                    <a:ext uri="{9D8B030D-6E8A-4147-A177-3AD203B41FA5}">
                      <a16:colId xmlns:a16="http://schemas.microsoft.com/office/drawing/2014/main" val="2587709950"/>
                    </a:ext>
                  </a:extLst>
                </a:gridCol>
                <a:gridCol w="679689">
                  <a:extLst>
                    <a:ext uri="{9D8B030D-6E8A-4147-A177-3AD203B41FA5}">
                      <a16:colId xmlns:a16="http://schemas.microsoft.com/office/drawing/2014/main" val="355188831"/>
                    </a:ext>
                  </a:extLst>
                </a:gridCol>
                <a:gridCol w="679689">
                  <a:extLst>
                    <a:ext uri="{9D8B030D-6E8A-4147-A177-3AD203B41FA5}">
                      <a16:colId xmlns:a16="http://schemas.microsoft.com/office/drawing/2014/main" val="2892167916"/>
                    </a:ext>
                  </a:extLst>
                </a:gridCol>
                <a:gridCol w="679689">
                  <a:extLst>
                    <a:ext uri="{9D8B030D-6E8A-4147-A177-3AD203B41FA5}">
                      <a16:colId xmlns:a16="http://schemas.microsoft.com/office/drawing/2014/main" val="3953254342"/>
                    </a:ext>
                  </a:extLst>
                </a:gridCol>
                <a:gridCol w="679689">
                  <a:extLst>
                    <a:ext uri="{9D8B030D-6E8A-4147-A177-3AD203B41FA5}">
                      <a16:colId xmlns:a16="http://schemas.microsoft.com/office/drawing/2014/main" val="2348754210"/>
                    </a:ext>
                  </a:extLst>
                </a:gridCol>
                <a:gridCol w="679689">
                  <a:extLst>
                    <a:ext uri="{9D8B030D-6E8A-4147-A177-3AD203B41FA5}">
                      <a16:colId xmlns:a16="http://schemas.microsoft.com/office/drawing/2014/main" val="221767015"/>
                    </a:ext>
                  </a:extLst>
                </a:gridCol>
                <a:gridCol w="679689">
                  <a:extLst>
                    <a:ext uri="{9D8B030D-6E8A-4147-A177-3AD203B41FA5}">
                      <a16:colId xmlns:a16="http://schemas.microsoft.com/office/drawing/2014/main" val="3149573517"/>
                    </a:ext>
                  </a:extLst>
                </a:gridCol>
                <a:gridCol w="679689">
                  <a:extLst>
                    <a:ext uri="{9D8B030D-6E8A-4147-A177-3AD203B41FA5}">
                      <a16:colId xmlns:a16="http://schemas.microsoft.com/office/drawing/2014/main" val="242020486"/>
                    </a:ext>
                  </a:extLst>
                </a:gridCol>
              </a:tblGrid>
              <a:tr h="136577">
                <a:tc rowSpan="2">
                  <a:txBody>
                    <a:bodyPr/>
                    <a:lstStyle/>
                    <a:p>
                      <a:r>
                        <a:rPr lang="en-US" sz="1400" b="1" dirty="0">
                          <a:solidFill>
                            <a:schemeClr val="bg1"/>
                          </a:solidFill>
                        </a:rPr>
                        <a:t>Names of Trading Licensees</a:t>
                      </a:r>
                    </a:p>
                  </a:txBody>
                  <a:tcPr marL="36000" marR="36000" marT="18000" marB="18000" anchor="ctr">
                    <a:solidFill>
                      <a:schemeClr val="accent5">
                        <a:lumMod val="75000"/>
                      </a:schemeClr>
                    </a:solidFill>
                  </a:tcPr>
                </a:tc>
                <a:tc gridSpan="12">
                  <a:txBody>
                    <a:bodyPr/>
                    <a:lstStyle/>
                    <a:p>
                      <a:pPr algn="ctr"/>
                      <a:r>
                        <a:rPr lang="en-US" sz="1400" b="1" dirty="0">
                          <a:solidFill>
                            <a:schemeClr val="bg1"/>
                          </a:solidFill>
                        </a:rPr>
                        <a:t>% Share in total Volume transacted by Trading Licensees</a:t>
                      </a:r>
                    </a:p>
                  </a:txBody>
                  <a:tcPr marL="36000" marR="36000" marT="18000" marB="18000" anchor="ctr">
                    <a:solidFill>
                      <a:schemeClr val="accent5">
                        <a:lumMod val="75000"/>
                      </a:schemeClr>
                    </a:solidFill>
                  </a:tcP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dirty="0"/>
                    </a:p>
                  </a:txBody>
                  <a:tcPr anchor="ctr"/>
                </a:tc>
                <a:extLst>
                  <a:ext uri="{0D108BD9-81ED-4DB2-BD59-A6C34878D82A}">
                    <a16:rowId xmlns:a16="http://schemas.microsoft.com/office/drawing/2014/main" val="752086667"/>
                  </a:ext>
                </a:extLst>
              </a:tr>
              <a:tr h="232181">
                <a:tc vMerge="1">
                  <a:txBody>
                    <a:bodyPr/>
                    <a:lstStyle/>
                    <a:p>
                      <a:r>
                        <a:rPr lang="en-US" sz="1400" dirty="0"/>
                        <a:t>Names of Trading Licensees</a:t>
                      </a:r>
                    </a:p>
                  </a:txBody>
                  <a:tcPr anchor="ctr"/>
                </a:tc>
                <a:tc>
                  <a:txBody>
                    <a:bodyPr/>
                    <a:lstStyle/>
                    <a:p>
                      <a:pPr algn="ctr"/>
                      <a:r>
                        <a:rPr lang="en-US" sz="1400" b="1" dirty="0">
                          <a:solidFill>
                            <a:schemeClr val="bg1"/>
                          </a:solidFill>
                        </a:rPr>
                        <a:t>Apr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May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Jun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Jul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Aug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Sep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Oct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Nov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Dec ‘21</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Jan ‘22</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Feb ‘22</a:t>
                      </a:r>
                    </a:p>
                  </a:txBody>
                  <a:tcPr marL="36000" marR="36000" marT="18000" marB="18000" anchor="ctr">
                    <a:solidFill>
                      <a:schemeClr val="accent5">
                        <a:lumMod val="75000"/>
                      </a:schemeClr>
                    </a:solidFill>
                  </a:tcPr>
                </a:tc>
                <a:tc>
                  <a:txBody>
                    <a:bodyPr/>
                    <a:lstStyle/>
                    <a:p>
                      <a:pPr algn="ctr"/>
                      <a:r>
                        <a:rPr lang="en-US" sz="1400" b="1" dirty="0">
                          <a:solidFill>
                            <a:schemeClr val="bg1"/>
                          </a:solidFill>
                        </a:rPr>
                        <a:t>Mar ‘22</a:t>
                      </a:r>
                    </a:p>
                  </a:txBody>
                  <a:tcPr marL="36000" marR="36000" marT="18000" marB="18000" anchor="ctr">
                    <a:solidFill>
                      <a:schemeClr val="accent5">
                        <a:lumMod val="75000"/>
                      </a:schemeClr>
                    </a:solidFill>
                  </a:tcPr>
                </a:tc>
                <a:extLst>
                  <a:ext uri="{0D108BD9-81ED-4DB2-BD59-A6C34878D82A}">
                    <a16:rowId xmlns:a16="http://schemas.microsoft.com/office/drawing/2014/main" val="4235935379"/>
                  </a:ext>
                </a:extLst>
              </a:tr>
              <a:tr h="136577">
                <a:tc>
                  <a:txBody>
                    <a:bodyPr/>
                    <a:lstStyle/>
                    <a:p>
                      <a:r>
                        <a:rPr lang="en-US" sz="1400" dirty="0"/>
                        <a:t>PTC India Ltd. </a:t>
                      </a:r>
                    </a:p>
                  </a:txBody>
                  <a:tcPr marL="36000" marR="36000" marT="18000" marB="18000" anchor="ctr"/>
                </a:tc>
                <a:tc>
                  <a:txBody>
                    <a:bodyPr/>
                    <a:lstStyle/>
                    <a:p>
                      <a:pPr algn="ctr"/>
                      <a:r>
                        <a:rPr lang="en-US" sz="1400" dirty="0"/>
                        <a:t>42%</a:t>
                      </a:r>
                    </a:p>
                  </a:txBody>
                  <a:tcPr marL="36000" marR="36000" marT="18000" marB="18000" anchor="ctr"/>
                </a:tc>
                <a:tc>
                  <a:txBody>
                    <a:bodyPr/>
                    <a:lstStyle/>
                    <a:p>
                      <a:pPr algn="ctr"/>
                      <a:r>
                        <a:rPr lang="en-US" sz="1400" dirty="0"/>
                        <a:t>48%</a:t>
                      </a:r>
                    </a:p>
                  </a:txBody>
                  <a:tcPr marL="36000" marR="36000" marT="18000" marB="18000" anchor="ctr"/>
                </a:tc>
                <a:tc>
                  <a:txBody>
                    <a:bodyPr/>
                    <a:lstStyle/>
                    <a:p>
                      <a:pPr algn="ctr"/>
                      <a:r>
                        <a:rPr lang="en-US" sz="1400" dirty="0"/>
                        <a:t>49%</a:t>
                      </a:r>
                    </a:p>
                  </a:txBody>
                  <a:tcPr marL="36000" marR="36000" marT="18000" marB="18000" anchor="ctr"/>
                </a:tc>
                <a:tc>
                  <a:txBody>
                    <a:bodyPr/>
                    <a:lstStyle/>
                    <a:p>
                      <a:pPr algn="ctr"/>
                      <a:r>
                        <a:rPr lang="en-US" sz="1400" dirty="0"/>
                        <a:t>45%</a:t>
                      </a:r>
                    </a:p>
                  </a:txBody>
                  <a:tcPr marL="36000" marR="36000" marT="18000" marB="18000" anchor="ctr"/>
                </a:tc>
                <a:tc>
                  <a:txBody>
                    <a:bodyPr/>
                    <a:lstStyle/>
                    <a:p>
                      <a:pPr algn="ctr"/>
                      <a:r>
                        <a:rPr lang="en-US" sz="1400" dirty="0"/>
                        <a:t>44%</a:t>
                      </a:r>
                    </a:p>
                  </a:txBody>
                  <a:tcPr marL="36000" marR="36000" marT="18000" marB="18000" anchor="ctr"/>
                </a:tc>
                <a:tc>
                  <a:txBody>
                    <a:bodyPr/>
                    <a:lstStyle/>
                    <a:p>
                      <a:pPr algn="ctr"/>
                      <a:r>
                        <a:rPr lang="en-US" sz="1400" dirty="0"/>
                        <a:t>47%</a:t>
                      </a:r>
                    </a:p>
                  </a:txBody>
                  <a:tcPr marL="36000" marR="36000" marT="18000" marB="18000" anchor="ctr"/>
                </a:tc>
                <a:tc>
                  <a:txBody>
                    <a:bodyPr/>
                    <a:lstStyle/>
                    <a:p>
                      <a:pPr algn="ctr"/>
                      <a:r>
                        <a:rPr lang="en-US" sz="1400" dirty="0"/>
                        <a:t>43%</a:t>
                      </a:r>
                    </a:p>
                  </a:txBody>
                  <a:tcPr marL="36000" marR="36000" marT="18000" marB="18000" anchor="ctr"/>
                </a:tc>
                <a:tc>
                  <a:txBody>
                    <a:bodyPr/>
                    <a:lstStyle/>
                    <a:p>
                      <a:pPr algn="ctr"/>
                      <a:r>
                        <a:rPr lang="en-US" sz="1400" dirty="0"/>
                        <a:t>44%</a:t>
                      </a:r>
                    </a:p>
                  </a:txBody>
                  <a:tcPr marL="36000" marR="36000" marT="18000" marB="18000" anchor="ctr"/>
                </a:tc>
                <a:tc>
                  <a:txBody>
                    <a:bodyPr/>
                    <a:lstStyle/>
                    <a:p>
                      <a:pPr algn="ctr"/>
                      <a:r>
                        <a:rPr lang="en-US" sz="1400" dirty="0"/>
                        <a:t>49%</a:t>
                      </a:r>
                    </a:p>
                  </a:txBody>
                  <a:tcPr marL="36000" marR="36000" marT="18000" marB="18000" anchor="ctr"/>
                </a:tc>
                <a:tc>
                  <a:txBody>
                    <a:bodyPr/>
                    <a:lstStyle/>
                    <a:p>
                      <a:pPr algn="ctr"/>
                      <a:r>
                        <a:rPr lang="en-US" sz="1400" dirty="0"/>
                        <a:t>48%</a:t>
                      </a:r>
                    </a:p>
                  </a:txBody>
                  <a:tcPr marL="36000" marR="36000" marT="18000" marB="18000" anchor="ctr"/>
                </a:tc>
                <a:tc>
                  <a:txBody>
                    <a:bodyPr/>
                    <a:lstStyle/>
                    <a:p>
                      <a:pPr algn="ctr"/>
                      <a:r>
                        <a:rPr lang="en-US" sz="1400" dirty="0"/>
                        <a:t>46%</a:t>
                      </a:r>
                    </a:p>
                  </a:txBody>
                  <a:tcPr marL="36000" marR="36000" marT="18000" marB="18000" anchor="ctr"/>
                </a:tc>
                <a:tc>
                  <a:txBody>
                    <a:bodyPr/>
                    <a:lstStyle/>
                    <a:p>
                      <a:pPr algn="ctr"/>
                      <a:r>
                        <a:rPr lang="en-US" sz="1400" dirty="0"/>
                        <a:t>33%</a:t>
                      </a:r>
                    </a:p>
                  </a:txBody>
                  <a:tcPr marL="36000" marR="36000" marT="18000" marB="18000" anchor="ctr"/>
                </a:tc>
                <a:extLst>
                  <a:ext uri="{0D108BD9-81ED-4DB2-BD59-A6C34878D82A}">
                    <a16:rowId xmlns:a16="http://schemas.microsoft.com/office/drawing/2014/main" val="1401819167"/>
                  </a:ext>
                </a:extLst>
              </a:tr>
              <a:tr h="136577">
                <a:tc>
                  <a:txBody>
                    <a:bodyPr/>
                    <a:lstStyle/>
                    <a:p>
                      <a:r>
                        <a:rPr lang="nn-NO" sz="1400" dirty="0"/>
                        <a:t>NTPC Vidyut Vyapar Nigam Ltd.</a:t>
                      </a:r>
                      <a:endParaRPr lang="en-US" sz="1400" dirty="0"/>
                    </a:p>
                  </a:txBody>
                  <a:tcPr marL="36000" marR="36000" marT="18000" marB="18000" anchor="ctr"/>
                </a:tc>
                <a:tc>
                  <a:txBody>
                    <a:bodyPr/>
                    <a:lstStyle/>
                    <a:p>
                      <a:pPr algn="ctr"/>
                      <a:r>
                        <a:rPr lang="en-US" sz="1400" dirty="0"/>
                        <a:t>12%</a:t>
                      </a:r>
                    </a:p>
                  </a:txBody>
                  <a:tcPr marL="36000" marR="36000" marT="18000" marB="18000" anchor="ctr"/>
                </a:tc>
                <a:tc>
                  <a:txBody>
                    <a:bodyPr/>
                    <a:lstStyle/>
                    <a:p>
                      <a:pPr algn="ctr"/>
                      <a:r>
                        <a:rPr lang="en-US" sz="1400" dirty="0"/>
                        <a:t>12%</a:t>
                      </a:r>
                    </a:p>
                  </a:txBody>
                  <a:tcPr marL="36000" marR="36000" marT="18000" marB="18000" anchor="ctr"/>
                </a:tc>
                <a:tc>
                  <a:txBody>
                    <a:bodyPr/>
                    <a:lstStyle/>
                    <a:p>
                      <a:pPr algn="ctr"/>
                      <a:r>
                        <a:rPr lang="en-US" sz="1400" dirty="0"/>
                        <a:t>8%</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13%</a:t>
                      </a:r>
                    </a:p>
                  </a:txBody>
                  <a:tcPr marL="36000" marR="36000" marT="18000" marB="18000" anchor="ctr"/>
                </a:tc>
                <a:tc>
                  <a:txBody>
                    <a:bodyPr/>
                    <a:lstStyle/>
                    <a:p>
                      <a:pPr algn="ctr"/>
                      <a:r>
                        <a:rPr lang="en-US" sz="1400" dirty="0"/>
                        <a:t>13%</a:t>
                      </a:r>
                    </a:p>
                  </a:txBody>
                  <a:tcPr marL="36000" marR="36000" marT="18000" marB="18000" anchor="ctr"/>
                </a:tc>
                <a:tc>
                  <a:txBody>
                    <a:bodyPr/>
                    <a:lstStyle/>
                    <a:p>
                      <a:pPr algn="ctr"/>
                      <a:r>
                        <a:rPr lang="en-US" sz="1400" dirty="0"/>
                        <a:t>14%</a:t>
                      </a:r>
                    </a:p>
                  </a:txBody>
                  <a:tcPr marL="36000" marR="36000" marT="18000" marB="18000" anchor="ctr"/>
                </a:tc>
                <a:tc>
                  <a:txBody>
                    <a:bodyPr/>
                    <a:lstStyle/>
                    <a:p>
                      <a:pPr algn="ctr"/>
                      <a:r>
                        <a:rPr lang="en-US" sz="1400" dirty="0"/>
                        <a:t>11%</a:t>
                      </a:r>
                    </a:p>
                  </a:txBody>
                  <a:tcPr marL="36000" marR="36000" marT="18000" marB="18000" anchor="ctr"/>
                </a:tc>
                <a:tc>
                  <a:txBody>
                    <a:bodyPr/>
                    <a:lstStyle/>
                    <a:p>
                      <a:pPr algn="ctr"/>
                      <a:r>
                        <a:rPr lang="en-US" sz="1400" dirty="0"/>
                        <a:t>17%</a:t>
                      </a:r>
                    </a:p>
                  </a:txBody>
                  <a:tcPr marL="36000" marR="36000" marT="18000" marB="18000" anchor="ctr"/>
                </a:tc>
                <a:extLst>
                  <a:ext uri="{0D108BD9-81ED-4DB2-BD59-A6C34878D82A}">
                    <a16:rowId xmlns:a16="http://schemas.microsoft.com/office/drawing/2014/main" val="1207443310"/>
                  </a:ext>
                </a:extLst>
              </a:tr>
              <a:tr h="136577">
                <a:tc>
                  <a:txBody>
                    <a:bodyPr/>
                    <a:lstStyle/>
                    <a:p>
                      <a:r>
                        <a:rPr lang="en-US" sz="1400" dirty="0"/>
                        <a:t>Adani Enterprises Ltd</a:t>
                      </a:r>
                    </a:p>
                  </a:txBody>
                  <a:tcPr marL="36000" marR="36000" marT="18000" marB="18000" anchor="ctr"/>
                </a:tc>
                <a:tc>
                  <a:txBody>
                    <a:bodyPr/>
                    <a:lstStyle/>
                    <a:p>
                      <a:pPr algn="ctr"/>
                      <a:r>
                        <a:rPr lang="en-US" sz="1400" dirty="0"/>
                        <a:t>12%</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5%</a:t>
                      </a:r>
                    </a:p>
                  </a:txBody>
                  <a:tcPr marL="36000" marR="36000" marT="18000" marB="18000" anchor="ctr"/>
                </a:tc>
                <a:tc>
                  <a:txBody>
                    <a:bodyPr/>
                    <a:lstStyle/>
                    <a:p>
                      <a:pPr algn="ctr"/>
                      <a:r>
                        <a:rPr lang="en-US" sz="1400" dirty="0"/>
                        <a:t>5%</a:t>
                      </a:r>
                    </a:p>
                  </a:txBody>
                  <a:tcPr marL="36000" marR="36000" marT="18000" marB="18000" anchor="ctr"/>
                </a:tc>
                <a:tc>
                  <a:txBody>
                    <a:bodyPr/>
                    <a:lstStyle/>
                    <a:p>
                      <a:pPr algn="ctr"/>
                      <a:r>
                        <a:rPr lang="en-US" sz="1400" dirty="0"/>
                        <a:t>5%</a:t>
                      </a:r>
                    </a:p>
                  </a:txBody>
                  <a:tcPr marL="36000" marR="36000" marT="18000" marB="18000" anchor="ctr"/>
                </a:tc>
                <a:tc>
                  <a:txBody>
                    <a:bodyPr/>
                    <a:lstStyle/>
                    <a:p>
                      <a:pPr algn="ctr"/>
                      <a:r>
                        <a:rPr lang="en-US" sz="1400" dirty="0"/>
                        <a:t>6%</a:t>
                      </a:r>
                    </a:p>
                  </a:txBody>
                  <a:tcPr marL="36000" marR="36000" marT="18000" marB="18000" anchor="ctr"/>
                </a:tc>
                <a:tc>
                  <a:txBody>
                    <a:bodyPr/>
                    <a:lstStyle/>
                    <a:p>
                      <a:pPr algn="ctr"/>
                      <a:r>
                        <a:rPr lang="en-US" sz="1400" dirty="0"/>
                        <a:t>14%</a:t>
                      </a:r>
                    </a:p>
                  </a:txBody>
                  <a:tcPr marL="36000" marR="36000" marT="18000" marB="18000" anchor="ctr"/>
                </a:tc>
                <a:tc>
                  <a:txBody>
                    <a:bodyPr/>
                    <a:lstStyle/>
                    <a:p>
                      <a:pPr algn="ctr"/>
                      <a:r>
                        <a:rPr lang="en-US" sz="1400" dirty="0"/>
                        <a:t>9%</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5%</a:t>
                      </a:r>
                    </a:p>
                  </a:txBody>
                  <a:tcPr marL="36000" marR="36000" marT="18000" marB="18000" anchor="ctr"/>
                </a:tc>
                <a:tc>
                  <a:txBody>
                    <a:bodyPr/>
                    <a:lstStyle/>
                    <a:p>
                      <a:pPr algn="ctr"/>
                      <a:r>
                        <a:rPr lang="en-US" sz="1400" dirty="0"/>
                        <a:t>8%</a:t>
                      </a:r>
                    </a:p>
                  </a:txBody>
                  <a:tcPr marL="36000" marR="36000" marT="18000" marB="18000" anchor="ctr"/>
                </a:tc>
                <a:tc>
                  <a:txBody>
                    <a:bodyPr/>
                    <a:lstStyle/>
                    <a:p>
                      <a:pPr algn="ctr"/>
                      <a:r>
                        <a:rPr lang="en-US" sz="1400" dirty="0"/>
                        <a:t>12%</a:t>
                      </a:r>
                    </a:p>
                  </a:txBody>
                  <a:tcPr marL="36000" marR="36000" marT="18000" marB="18000" anchor="ctr"/>
                </a:tc>
                <a:extLst>
                  <a:ext uri="{0D108BD9-81ED-4DB2-BD59-A6C34878D82A}">
                    <a16:rowId xmlns:a16="http://schemas.microsoft.com/office/drawing/2014/main" val="1129990785"/>
                  </a:ext>
                </a:extLst>
              </a:tr>
              <a:tr h="136577">
                <a:tc>
                  <a:txBody>
                    <a:bodyPr/>
                    <a:lstStyle/>
                    <a:p>
                      <a:r>
                        <a:rPr lang="en-US" sz="1400" dirty="0"/>
                        <a:t>Tata Power Trading Company (P) Ltd.</a:t>
                      </a:r>
                    </a:p>
                  </a:txBody>
                  <a:tcPr marL="36000" marR="36000" marT="18000" marB="18000" anchor="ctr"/>
                </a:tc>
                <a:tc>
                  <a:txBody>
                    <a:bodyPr/>
                    <a:lstStyle/>
                    <a:p>
                      <a:pPr algn="ctr"/>
                      <a:r>
                        <a:rPr lang="en-US" sz="1400" dirty="0"/>
                        <a:t>11%</a:t>
                      </a:r>
                    </a:p>
                  </a:txBody>
                  <a:tcPr marL="36000" marR="36000" marT="18000" marB="18000" anchor="ctr"/>
                </a:tc>
                <a:tc>
                  <a:txBody>
                    <a:bodyPr/>
                    <a:lstStyle/>
                    <a:p>
                      <a:pPr algn="ctr"/>
                      <a:r>
                        <a:rPr lang="en-US" sz="1400" dirty="0"/>
                        <a:t>11%</a:t>
                      </a:r>
                    </a:p>
                  </a:txBody>
                  <a:tcPr marL="36000" marR="36000" marT="18000" marB="18000" anchor="ctr"/>
                </a:tc>
                <a:tc>
                  <a:txBody>
                    <a:bodyPr/>
                    <a:lstStyle/>
                    <a:p>
                      <a:pPr algn="ctr"/>
                      <a:r>
                        <a:rPr lang="en-US" sz="1400" dirty="0"/>
                        <a:t>15%</a:t>
                      </a:r>
                    </a:p>
                  </a:txBody>
                  <a:tcPr marL="36000" marR="36000" marT="18000" marB="18000" anchor="ctr"/>
                </a:tc>
                <a:tc>
                  <a:txBody>
                    <a:bodyPr/>
                    <a:lstStyle/>
                    <a:p>
                      <a:pPr algn="ctr"/>
                      <a:r>
                        <a:rPr lang="en-US" sz="1400" dirty="0"/>
                        <a:t>14%</a:t>
                      </a:r>
                    </a:p>
                  </a:txBody>
                  <a:tcPr marL="36000" marR="36000" marT="18000" marB="18000" anchor="ctr"/>
                </a:tc>
                <a:tc>
                  <a:txBody>
                    <a:bodyPr/>
                    <a:lstStyle/>
                    <a:p>
                      <a:pPr algn="ctr"/>
                      <a:r>
                        <a:rPr lang="en-US" sz="1400" dirty="0"/>
                        <a:t>15%</a:t>
                      </a:r>
                    </a:p>
                  </a:txBody>
                  <a:tcPr marL="36000" marR="36000" marT="18000" marB="18000" anchor="ctr"/>
                </a:tc>
                <a:tc>
                  <a:txBody>
                    <a:bodyPr/>
                    <a:lstStyle/>
                    <a:p>
                      <a:pPr algn="ctr"/>
                      <a:r>
                        <a:rPr lang="en-US" sz="1400" dirty="0"/>
                        <a:t>15%</a:t>
                      </a:r>
                    </a:p>
                  </a:txBody>
                  <a:tcPr marL="36000" marR="36000" marT="18000" marB="18000" anchor="ctr"/>
                </a:tc>
                <a:tc>
                  <a:txBody>
                    <a:bodyPr/>
                    <a:lstStyle/>
                    <a:p>
                      <a:pPr algn="ctr"/>
                      <a:r>
                        <a:rPr lang="en-US" sz="1400" dirty="0"/>
                        <a:t>9%</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8%</a:t>
                      </a:r>
                    </a:p>
                  </a:txBody>
                  <a:tcPr marL="36000" marR="36000" marT="18000" marB="18000" anchor="ctr"/>
                </a:tc>
                <a:tc>
                  <a:txBody>
                    <a:bodyPr/>
                    <a:lstStyle/>
                    <a:p>
                      <a:pPr algn="ctr"/>
                      <a:r>
                        <a:rPr lang="en-US" sz="1400" dirty="0"/>
                        <a:t>11%</a:t>
                      </a:r>
                    </a:p>
                  </a:txBody>
                  <a:tcPr marL="36000" marR="36000" marT="18000" marB="18000" anchor="ctr"/>
                </a:tc>
                <a:extLst>
                  <a:ext uri="{0D108BD9-81ED-4DB2-BD59-A6C34878D82A}">
                    <a16:rowId xmlns:a16="http://schemas.microsoft.com/office/drawing/2014/main" val="2253707919"/>
                  </a:ext>
                </a:extLst>
              </a:tr>
              <a:tr h="136577">
                <a:tc>
                  <a:txBody>
                    <a:bodyPr/>
                    <a:lstStyle/>
                    <a:p>
                      <a:r>
                        <a:rPr lang="en-US" sz="1400" dirty="0" err="1"/>
                        <a:t>Manikaran</a:t>
                      </a:r>
                      <a:r>
                        <a:rPr lang="en-US" sz="1400" dirty="0"/>
                        <a:t> Power Ltd.</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6%</a:t>
                      </a:r>
                    </a:p>
                  </a:txBody>
                  <a:tcPr marL="36000" marR="36000" marT="18000" marB="18000" anchor="ctr"/>
                </a:tc>
                <a:tc>
                  <a:txBody>
                    <a:bodyPr/>
                    <a:lstStyle/>
                    <a:p>
                      <a:pPr algn="ctr"/>
                      <a:r>
                        <a:rPr lang="en-US" sz="1400" dirty="0"/>
                        <a:t>9%</a:t>
                      </a:r>
                    </a:p>
                  </a:txBody>
                  <a:tcPr marL="36000" marR="36000" marT="18000" marB="18000" anchor="ctr"/>
                </a:tc>
                <a:tc>
                  <a:txBody>
                    <a:bodyPr/>
                    <a:lstStyle/>
                    <a:p>
                      <a:pPr algn="ctr"/>
                      <a:r>
                        <a:rPr lang="en-US" sz="1400" dirty="0"/>
                        <a:t>10%</a:t>
                      </a:r>
                    </a:p>
                  </a:txBody>
                  <a:tcPr marL="36000" marR="36000" marT="18000" marB="18000" anchor="ctr"/>
                </a:tc>
                <a:tc>
                  <a:txBody>
                    <a:bodyPr/>
                    <a:lstStyle/>
                    <a:p>
                      <a:pPr algn="ctr"/>
                      <a:r>
                        <a:rPr lang="en-US" sz="1400" dirty="0"/>
                        <a:t>8%</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8%</a:t>
                      </a:r>
                    </a:p>
                  </a:txBody>
                  <a:tcPr marL="36000" marR="36000" marT="18000" marB="18000" anchor="ctr"/>
                </a:tc>
                <a:tc>
                  <a:txBody>
                    <a:bodyPr/>
                    <a:lstStyle/>
                    <a:p>
                      <a:pPr algn="ctr"/>
                      <a:r>
                        <a:rPr lang="en-US" sz="1400" dirty="0"/>
                        <a:t>6%</a:t>
                      </a:r>
                    </a:p>
                  </a:txBody>
                  <a:tcPr marL="36000" marR="36000" marT="18000" marB="18000" anchor="ctr"/>
                </a:tc>
                <a:tc>
                  <a:txBody>
                    <a:bodyPr/>
                    <a:lstStyle/>
                    <a:p>
                      <a:pPr algn="ctr"/>
                      <a:r>
                        <a:rPr lang="en-US" sz="1400" dirty="0"/>
                        <a:t>7%</a:t>
                      </a:r>
                    </a:p>
                  </a:txBody>
                  <a:tcPr marL="36000" marR="36000" marT="18000" marB="18000" anchor="ctr"/>
                </a:tc>
                <a:tc>
                  <a:txBody>
                    <a:bodyPr/>
                    <a:lstStyle/>
                    <a:p>
                      <a:pPr algn="ctr"/>
                      <a:r>
                        <a:rPr lang="en-US" sz="1400" dirty="0"/>
                        <a:t>6%</a:t>
                      </a:r>
                    </a:p>
                  </a:txBody>
                  <a:tcPr marL="36000" marR="36000" marT="18000" marB="18000" anchor="ctr"/>
                </a:tc>
                <a:tc>
                  <a:txBody>
                    <a:bodyPr/>
                    <a:lstStyle/>
                    <a:p>
                      <a:pPr algn="ctr"/>
                      <a:r>
                        <a:rPr lang="en-US" sz="1400" dirty="0"/>
                        <a:t>7%</a:t>
                      </a:r>
                    </a:p>
                  </a:txBody>
                  <a:tcPr marL="36000" marR="36000" marT="18000" marB="18000" anchor="ctr"/>
                </a:tc>
                <a:extLst>
                  <a:ext uri="{0D108BD9-81ED-4DB2-BD59-A6C34878D82A}">
                    <a16:rowId xmlns:a16="http://schemas.microsoft.com/office/drawing/2014/main" val="3363803666"/>
                  </a:ext>
                </a:extLst>
              </a:tr>
            </a:tbl>
          </a:graphicData>
        </a:graphic>
      </p:graphicFrame>
      <p:cxnSp>
        <p:nvCxnSpPr>
          <p:cNvPr id="72" name="Straight Connector 71">
            <a:extLst>
              <a:ext uri="{FF2B5EF4-FFF2-40B4-BE49-F238E27FC236}">
                <a16:creationId xmlns:a16="http://schemas.microsoft.com/office/drawing/2014/main" id="{4F95FEAC-B013-4C30-ACE0-AC5E38AC75CA}"/>
              </a:ext>
            </a:extLst>
          </p:cNvPr>
          <p:cNvCxnSpPr/>
          <p:nvPr/>
        </p:nvCxnSpPr>
        <p:spPr>
          <a:xfrm>
            <a:off x="501649" y="4534835"/>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F229EE27-BDAA-479E-B686-E8E90CFE675E}"/>
              </a:ext>
            </a:extLst>
          </p:cNvPr>
          <p:cNvSpPr txBox="1"/>
          <p:nvPr/>
        </p:nvSpPr>
        <p:spPr>
          <a:xfrm>
            <a:off x="3723445" y="4419758"/>
            <a:ext cx="4745104" cy="246221"/>
          </a:xfrm>
          <a:prstGeom prst="rect">
            <a:avLst/>
          </a:prstGeom>
          <a:solidFill>
            <a:schemeClr val="accent6">
              <a:lumMod val="50000"/>
            </a:schemeClr>
          </a:solidFill>
        </p:spPr>
        <p:txBody>
          <a:bodyPr wrap="square" lIns="0" tIns="0" rIns="0" bIns="0" rtlCol="0">
            <a:spAutoFit/>
          </a:bodyPr>
          <a:lstStyle/>
          <a:p>
            <a:pPr algn="ctr">
              <a:spcBef>
                <a:spcPts val="600"/>
              </a:spcBef>
              <a:buSzPct val="100000"/>
            </a:pPr>
            <a:r>
              <a:rPr lang="en-US" sz="1600" b="1" dirty="0">
                <a:solidFill>
                  <a:schemeClr val="bg1"/>
                </a:solidFill>
              </a:rPr>
              <a:t>Leading Power Traders in India and their Market Share</a:t>
            </a:r>
          </a:p>
        </p:txBody>
      </p:sp>
      <p:sp>
        <p:nvSpPr>
          <p:cNvPr id="74" name="TextBox 73">
            <a:extLst>
              <a:ext uri="{FF2B5EF4-FFF2-40B4-BE49-F238E27FC236}">
                <a16:creationId xmlns:a16="http://schemas.microsoft.com/office/drawing/2014/main" id="{826D3534-B4C4-4F63-89BD-137CE72F30EB}"/>
              </a:ext>
            </a:extLst>
          </p:cNvPr>
          <p:cNvSpPr txBox="1"/>
          <p:nvPr/>
        </p:nvSpPr>
        <p:spPr>
          <a:xfrm>
            <a:off x="6051312" y="6618514"/>
            <a:ext cx="5281857" cy="184666"/>
          </a:xfrm>
          <a:prstGeom prst="rect">
            <a:avLst/>
          </a:prstGeom>
          <a:noFill/>
        </p:spPr>
        <p:txBody>
          <a:bodyPr wrap="square" lIns="0" tIns="0" rIns="0" bIns="0" rtlCol="0">
            <a:spAutoFit/>
          </a:bodyPr>
          <a:lstStyle/>
          <a:p>
            <a:pPr algn="r">
              <a:spcBef>
                <a:spcPts val="600"/>
              </a:spcBef>
              <a:buSzPct val="100000"/>
            </a:pPr>
            <a:r>
              <a:rPr lang="en-US" sz="1200" i="1" dirty="0">
                <a:solidFill>
                  <a:srgbClr val="313131"/>
                </a:solidFill>
              </a:rPr>
              <a:t>Source: CERC Monthly Reports on Short-term Transactions of Electricity in India</a:t>
            </a:r>
          </a:p>
        </p:txBody>
      </p:sp>
    </p:spTree>
    <p:extLst>
      <p:ext uri="{BB962C8B-B14F-4D97-AF65-F5344CB8AC3E}">
        <p14:creationId xmlns:p14="http://schemas.microsoft.com/office/powerpoint/2010/main" val="1075984710"/>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Sale to Power Traders – Implications for SECL</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2448911" y="2206338"/>
            <a:ext cx="9241438" cy="613076"/>
          </a:xfrm>
          <a:prstGeom prst="roundRect">
            <a:avLst/>
          </a:prstGeom>
          <a:noFill/>
          <a:ln>
            <a:solidFill>
              <a:schemeClr val="accent6"/>
            </a:solidFill>
          </a:ln>
        </p:spPr>
        <p:txBody>
          <a:bodyPr wrap="square" lIns="0" tIns="0" rIns="0" bIns="0" rtlCol="0" anchor="ctr" anchorCtr="0">
            <a:spAutoFit/>
          </a:bodyPr>
          <a:lstStyle/>
          <a:p>
            <a:pPr marL="285750" indent="-285750" algn="just">
              <a:lnSpc>
                <a:spcPct val="114000"/>
              </a:lnSpc>
              <a:spcAft>
                <a:spcPts val="600"/>
              </a:spcAft>
              <a:buSzPct val="100000"/>
              <a:buFont typeface="Arial" panose="020B0604020202020204" pitchFamily="34" charset="0"/>
              <a:buChar char="•"/>
            </a:pPr>
            <a:r>
              <a:rPr lang="en-US" sz="1400" dirty="0"/>
              <a:t>SECL can sell its surplus solar energy through power traders.</a:t>
            </a:r>
          </a:p>
          <a:p>
            <a:pPr marL="285750" indent="-285750" algn="just">
              <a:lnSpc>
                <a:spcPct val="114000"/>
              </a:lnSpc>
              <a:spcAft>
                <a:spcPts val="600"/>
              </a:spcAft>
              <a:buSzPct val="100000"/>
              <a:buFont typeface="Arial" panose="020B0604020202020204" pitchFamily="34" charset="0"/>
              <a:buChar char="•"/>
            </a:pPr>
            <a:r>
              <a:rPr lang="en-US" sz="1400" dirty="0"/>
              <a:t>For this, long-term contracts will be more preferable for SECL due to tariff certainty.</a:t>
            </a:r>
          </a:p>
        </p:txBody>
      </p:sp>
      <p:sp>
        <p:nvSpPr>
          <p:cNvPr id="8" name="TextBox 7">
            <a:extLst>
              <a:ext uri="{FF2B5EF4-FFF2-40B4-BE49-F238E27FC236}">
                <a16:creationId xmlns:a16="http://schemas.microsoft.com/office/drawing/2014/main" id="{124B2BB2-F1A7-4F94-8772-DB369A218673}"/>
              </a:ext>
            </a:extLst>
          </p:cNvPr>
          <p:cNvSpPr txBox="1"/>
          <p:nvPr/>
        </p:nvSpPr>
        <p:spPr>
          <a:xfrm>
            <a:off x="2448910" y="3070410"/>
            <a:ext cx="9241438" cy="700128"/>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Sale to power traders will be commercially viable for SECL only when the selling tariff is greater than the cost of generation</a:t>
            </a:r>
          </a:p>
        </p:txBody>
      </p:sp>
      <p:sp>
        <p:nvSpPr>
          <p:cNvPr id="9" name="TextBox 8">
            <a:extLst>
              <a:ext uri="{FF2B5EF4-FFF2-40B4-BE49-F238E27FC236}">
                <a16:creationId xmlns:a16="http://schemas.microsoft.com/office/drawing/2014/main" id="{5D8F355B-19FA-407B-9857-3B74B35DEC47}"/>
              </a:ext>
            </a:extLst>
          </p:cNvPr>
          <p:cNvSpPr txBox="1"/>
          <p:nvPr/>
        </p:nvSpPr>
        <p:spPr>
          <a:xfrm>
            <a:off x="2448910" y="4021534"/>
            <a:ext cx="9241437" cy="527946"/>
          </a:xfrm>
          <a:prstGeom prst="roundRect">
            <a:avLst/>
          </a:prstGeom>
          <a:noFill/>
          <a:ln>
            <a:solidFill>
              <a:schemeClr val="accent6"/>
            </a:solidFill>
          </a:ln>
        </p:spPr>
        <p:txBody>
          <a:bodyPr wrap="square" lIns="0" tIns="0" rIns="0" bIns="0" rtlCol="0">
            <a:spAutoFit/>
          </a:bodyPr>
          <a:lstStyle/>
          <a:p>
            <a:pPr marL="285750" indent="-285750" algn="just">
              <a:lnSpc>
                <a:spcPct val="114000"/>
              </a:lnSpc>
              <a:spcAft>
                <a:spcPts val="600"/>
              </a:spcAft>
              <a:buSzPct val="100000"/>
              <a:buFont typeface="Arial" panose="020B0604020202020204" pitchFamily="34" charset="0"/>
              <a:buChar char="•"/>
            </a:pPr>
            <a:r>
              <a:rPr lang="en-US" sz="1400" dirty="0"/>
              <a:t>Deliberations may be made with the leading power traders to understand the opportunity for power sale through the traders.</a:t>
            </a:r>
          </a:p>
        </p:txBody>
      </p:sp>
      <p:sp>
        <p:nvSpPr>
          <p:cNvPr id="10" name="TextBox 9">
            <a:extLst>
              <a:ext uri="{FF2B5EF4-FFF2-40B4-BE49-F238E27FC236}">
                <a16:creationId xmlns:a16="http://schemas.microsoft.com/office/drawing/2014/main" id="{71A7B91D-AB2D-4A78-BC2B-FCE1B115E006}"/>
              </a:ext>
            </a:extLst>
          </p:cNvPr>
          <p:cNvSpPr txBox="1"/>
          <p:nvPr/>
        </p:nvSpPr>
        <p:spPr>
          <a:xfrm>
            <a:off x="524908" y="2206337"/>
            <a:ext cx="1724307" cy="613076"/>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Opportunity for SECL</a:t>
            </a:r>
          </a:p>
        </p:txBody>
      </p:sp>
      <p:sp>
        <p:nvSpPr>
          <p:cNvPr id="11" name="TextBox 10">
            <a:extLst>
              <a:ext uri="{FF2B5EF4-FFF2-40B4-BE49-F238E27FC236}">
                <a16:creationId xmlns:a16="http://schemas.microsoft.com/office/drawing/2014/main" id="{07034924-4F2A-4E9B-90C4-35452FE20C78}"/>
              </a:ext>
            </a:extLst>
          </p:cNvPr>
          <p:cNvSpPr txBox="1"/>
          <p:nvPr/>
        </p:nvSpPr>
        <p:spPr>
          <a:xfrm>
            <a:off x="524908" y="3070410"/>
            <a:ext cx="1724307" cy="700129"/>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Commercial implication for SECL</a:t>
            </a:r>
          </a:p>
        </p:txBody>
      </p:sp>
      <p:sp>
        <p:nvSpPr>
          <p:cNvPr id="12" name="TextBox 11">
            <a:extLst>
              <a:ext uri="{FF2B5EF4-FFF2-40B4-BE49-F238E27FC236}">
                <a16:creationId xmlns:a16="http://schemas.microsoft.com/office/drawing/2014/main" id="{43457097-F038-44CC-B0DF-692D09F99818}"/>
              </a:ext>
            </a:extLst>
          </p:cNvPr>
          <p:cNvSpPr txBox="1"/>
          <p:nvPr/>
        </p:nvSpPr>
        <p:spPr>
          <a:xfrm>
            <a:off x="524907" y="4021534"/>
            <a:ext cx="1724307" cy="527946"/>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Way Forward</a:t>
            </a:r>
          </a:p>
        </p:txBody>
      </p:sp>
    </p:spTree>
    <p:extLst>
      <p:ext uri="{BB962C8B-B14F-4D97-AF65-F5344CB8AC3E}">
        <p14:creationId xmlns:p14="http://schemas.microsoft.com/office/powerpoint/2010/main" val="1610334861"/>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2453361"/>
            <a:ext cx="11298464" cy="1363450"/>
          </a:xfrm>
          <a:prstGeom prst="rect">
            <a:avLst/>
          </a:prstGeom>
          <a:noFill/>
        </p:spPr>
        <p:txBody>
          <a:bodyPr wrap="square" lIns="0" tIns="0" rIns="0" bIns="0" rtlCol="0">
            <a:spAutoFit/>
          </a:bodyPr>
          <a:lstStyle/>
          <a:p>
            <a:pPr>
              <a:lnSpc>
                <a:spcPct val="114000"/>
              </a:lnSpc>
              <a:spcAft>
                <a:spcPts val="600"/>
              </a:spcAft>
              <a:buSzPct val="100000"/>
            </a:pPr>
            <a:r>
              <a:rPr lang="en-US" sz="4000" b="1" dirty="0">
                <a:solidFill>
                  <a:srgbClr val="313131"/>
                </a:solidFill>
              </a:rPr>
              <a:t>ENERGY SALE TO OPEN ACCESS CONSUMERS IN CHHATTISGARH AND MADHYA PRADESH</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6639931"/>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Sale to Open Access Consumers – Implications for SECL</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2448911" y="2086595"/>
            <a:ext cx="9241438" cy="613076"/>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Large industrial consumers in Chhattisgarh and Madhya Pradesh</a:t>
            </a:r>
          </a:p>
        </p:txBody>
      </p:sp>
      <p:sp>
        <p:nvSpPr>
          <p:cNvPr id="8" name="TextBox 7">
            <a:extLst>
              <a:ext uri="{FF2B5EF4-FFF2-40B4-BE49-F238E27FC236}">
                <a16:creationId xmlns:a16="http://schemas.microsoft.com/office/drawing/2014/main" id="{124B2BB2-F1A7-4F94-8772-DB369A218673}"/>
              </a:ext>
            </a:extLst>
          </p:cNvPr>
          <p:cNvSpPr txBox="1"/>
          <p:nvPr/>
        </p:nvSpPr>
        <p:spPr>
          <a:xfrm>
            <a:off x="2448910" y="2950668"/>
            <a:ext cx="9241438" cy="700128"/>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Such arrangement will be attractive for open access consumers when landed price of solar power (incl. all applicable open access charges) is less than discom energy charge</a:t>
            </a:r>
          </a:p>
        </p:txBody>
      </p:sp>
      <p:sp>
        <p:nvSpPr>
          <p:cNvPr id="9" name="TextBox 8">
            <a:extLst>
              <a:ext uri="{FF2B5EF4-FFF2-40B4-BE49-F238E27FC236}">
                <a16:creationId xmlns:a16="http://schemas.microsoft.com/office/drawing/2014/main" id="{5D8F355B-19FA-407B-9857-3B74B35DEC47}"/>
              </a:ext>
            </a:extLst>
          </p:cNvPr>
          <p:cNvSpPr txBox="1"/>
          <p:nvPr/>
        </p:nvSpPr>
        <p:spPr>
          <a:xfrm>
            <a:off x="2448910" y="3901792"/>
            <a:ext cx="9241437" cy="884781"/>
          </a:xfrm>
          <a:prstGeom prst="roundRect">
            <a:avLst/>
          </a:prstGeom>
          <a:noFill/>
          <a:ln>
            <a:solidFill>
              <a:schemeClr val="accent6"/>
            </a:solidFill>
          </a:ln>
        </p:spPr>
        <p:txBody>
          <a:bodyPr wrap="square" lIns="0" tIns="0" rIns="0" bIns="0" rtlCol="0">
            <a:spAutoFit/>
          </a:bodyPr>
          <a:lstStyle/>
          <a:p>
            <a:pPr marL="285750" indent="-285750" algn="just">
              <a:lnSpc>
                <a:spcPct val="114000"/>
              </a:lnSpc>
              <a:spcAft>
                <a:spcPts val="600"/>
              </a:spcAft>
              <a:buSzPct val="100000"/>
              <a:buFont typeface="Arial" panose="020B0604020202020204" pitchFamily="34" charset="0"/>
              <a:buChar char="•"/>
            </a:pPr>
            <a:r>
              <a:rPr lang="en-US" sz="1400" dirty="0"/>
              <a:t>Since demand of individual consumers will not be substantial, several consumers will have to be contracted to sell sizable quantity of solar power</a:t>
            </a:r>
          </a:p>
          <a:p>
            <a:pPr marL="285750" indent="-285750" algn="just">
              <a:lnSpc>
                <a:spcPct val="114000"/>
              </a:lnSpc>
              <a:spcAft>
                <a:spcPts val="600"/>
              </a:spcAft>
              <a:buSzPct val="100000"/>
              <a:buFont typeface="Arial" panose="020B0604020202020204" pitchFamily="34" charset="0"/>
              <a:buChar char="•"/>
            </a:pPr>
            <a:r>
              <a:rPr lang="en-US" sz="1400" dirty="0"/>
              <a:t>Managing several contracts can be challenging and cumbersome for SECL</a:t>
            </a:r>
          </a:p>
        </p:txBody>
      </p:sp>
      <p:sp>
        <p:nvSpPr>
          <p:cNvPr id="10" name="TextBox 9">
            <a:extLst>
              <a:ext uri="{FF2B5EF4-FFF2-40B4-BE49-F238E27FC236}">
                <a16:creationId xmlns:a16="http://schemas.microsoft.com/office/drawing/2014/main" id="{71A7B91D-AB2D-4A78-BC2B-FCE1B115E006}"/>
              </a:ext>
            </a:extLst>
          </p:cNvPr>
          <p:cNvSpPr txBox="1"/>
          <p:nvPr/>
        </p:nvSpPr>
        <p:spPr>
          <a:xfrm>
            <a:off x="524908" y="2086595"/>
            <a:ext cx="1724307" cy="613076"/>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Potential Target Segment</a:t>
            </a:r>
          </a:p>
        </p:txBody>
      </p:sp>
      <p:sp>
        <p:nvSpPr>
          <p:cNvPr id="11" name="TextBox 10">
            <a:extLst>
              <a:ext uri="{FF2B5EF4-FFF2-40B4-BE49-F238E27FC236}">
                <a16:creationId xmlns:a16="http://schemas.microsoft.com/office/drawing/2014/main" id="{07034924-4F2A-4E9B-90C4-35452FE20C78}"/>
              </a:ext>
            </a:extLst>
          </p:cNvPr>
          <p:cNvSpPr txBox="1"/>
          <p:nvPr/>
        </p:nvSpPr>
        <p:spPr>
          <a:xfrm>
            <a:off x="524908" y="2950668"/>
            <a:ext cx="1724307" cy="700129"/>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Commercial implication</a:t>
            </a:r>
          </a:p>
        </p:txBody>
      </p:sp>
      <p:sp>
        <p:nvSpPr>
          <p:cNvPr id="12" name="TextBox 11">
            <a:extLst>
              <a:ext uri="{FF2B5EF4-FFF2-40B4-BE49-F238E27FC236}">
                <a16:creationId xmlns:a16="http://schemas.microsoft.com/office/drawing/2014/main" id="{43457097-F038-44CC-B0DF-692D09F99818}"/>
              </a:ext>
            </a:extLst>
          </p:cNvPr>
          <p:cNvSpPr txBox="1"/>
          <p:nvPr/>
        </p:nvSpPr>
        <p:spPr>
          <a:xfrm>
            <a:off x="524908" y="3901791"/>
            <a:ext cx="1724307" cy="884781"/>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Demerit</a:t>
            </a:r>
          </a:p>
        </p:txBody>
      </p:sp>
    </p:spTree>
    <p:extLst>
      <p:ext uri="{BB962C8B-B14F-4D97-AF65-F5344CB8AC3E}">
        <p14:creationId xmlns:p14="http://schemas.microsoft.com/office/powerpoint/2010/main" val="4138374237"/>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62162" y="3160935"/>
            <a:ext cx="11298464" cy="661720"/>
          </a:xfrm>
          <a:prstGeom prst="rect">
            <a:avLst/>
          </a:prstGeom>
          <a:noFill/>
        </p:spPr>
        <p:txBody>
          <a:bodyPr wrap="square" lIns="0" tIns="0" rIns="0" bIns="0" rtlCol="0">
            <a:spAutoFit/>
          </a:bodyPr>
          <a:lstStyle/>
          <a:p>
            <a:pPr>
              <a:lnSpc>
                <a:spcPct val="114000"/>
              </a:lnSpc>
              <a:spcAft>
                <a:spcPts val="600"/>
              </a:spcAft>
              <a:buSzPct val="100000"/>
            </a:pPr>
            <a:r>
              <a:rPr lang="en-US" sz="4000" b="1" dirty="0">
                <a:solidFill>
                  <a:srgbClr val="313131"/>
                </a:solidFill>
              </a:rPr>
              <a:t>RENEWABLE ENERGY CERTIFICATES</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2456124"/>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Concept of Renewable Energy Certificate (REC)</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3221344" y="5368462"/>
            <a:ext cx="8463387" cy="1195622"/>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dirty="0"/>
              <a:t>The Certificates shall be exchanged through power exchanges or through electricity traders</a:t>
            </a:r>
          </a:p>
          <a:p>
            <a:pPr marL="285750" indent="-285750" algn="just">
              <a:lnSpc>
                <a:spcPct val="114000"/>
              </a:lnSpc>
              <a:buSzPct val="100000"/>
              <a:buFont typeface="Arial" panose="020B0604020202020204" pitchFamily="34" charset="0"/>
              <a:buChar char="•"/>
            </a:pPr>
            <a:r>
              <a:rPr lang="en-US" sz="1400" dirty="0"/>
              <a:t>The price of Certificates shall be as discovered in the Power Exchange(s) or as mutually agreed between eligible entities and the electricity traders</a:t>
            </a:r>
          </a:p>
          <a:p>
            <a:pPr marL="285750" indent="-285750" algn="just">
              <a:lnSpc>
                <a:spcPct val="114000"/>
              </a:lnSpc>
              <a:buSzPct val="100000"/>
              <a:buFont typeface="Arial" panose="020B0604020202020204" pitchFamily="34" charset="0"/>
              <a:buChar char="•"/>
            </a:pPr>
            <a:r>
              <a:rPr lang="en-US" sz="1400" dirty="0"/>
              <a:t>The Certificates once exchanged through Power Exchange(s) or through electricity traders and used for compliance of RPO by the obligated entities, shall stand redeemed</a:t>
            </a:r>
          </a:p>
        </p:txBody>
      </p:sp>
      <p:sp>
        <p:nvSpPr>
          <p:cNvPr id="8" name="TextBox 7">
            <a:extLst>
              <a:ext uri="{FF2B5EF4-FFF2-40B4-BE49-F238E27FC236}">
                <a16:creationId xmlns:a16="http://schemas.microsoft.com/office/drawing/2014/main" id="{124B2BB2-F1A7-4F94-8772-DB369A218673}"/>
              </a:ext>
            </a:extLst>
          </p:cNvPr>
          <p:cNvSpPr txBox="1"/>
          <p:nvPr/>
        </p:nvSpPr>
        <p:spPr>
          <a:xfrm>
            <a:off x="3212553" y="4217495"/>
            <a:ext cx="8463387" cy="1043270"/>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dirty="0"/>
              <a:t>Each Certificate issued under these regulations shall represent 1 MWh of electricity generated from renewable energy sources</a:t>
            </a:r>
          </a:p>
          <a:p>
            <a:pPr marL="268288" lvl="1" algn="just">
              <a:lnSpc>
                <a:spcPct val="114000"/>
              </a:lnSpc>
              <a:buSzPct val="100000"/>
            </a:pPr>
            <a:r>
              <a:rPr lang="en-US" sz="1400" i="1" dirty="0"/>
              <a:t>[as per CERC (Terms and Conditions for Renewable Energy Certificates for Renewable Energy Generation) Regulations, 2022]</a:t>
            </a:r>
          </a:p>
        </p:txBody>
      </p:sp>
      <p:sp>
        <p:nvSpPr>
          <p:cNvPr id="10" name="TextBox 9">
            <a:extLst>
              <a:ext uri="{FF2B5EF4-FFF2-40B4-BE49-F238E27FC236}">
                <a16:creationId xmlns:a16="http://schemas.microsoft.com/office/drawing/2014/main" id="{71A7B91D-AB2D-4A78-BC2B-FCE1B115E006}"/>
              </a:ext>
            </a:extLst>
          </p:cNvPr>
          <p:cNvSpPr txBox="1"/>
          <p:nvPr/>
        </p:nvSpPr>
        <p:spPr>
          <a:xfrm>
            <a:off x="1066801" y="656519"/>
            <a:ext cx="1900874" cy="3456000"/>
          </a:xfrm>
          <a:prstGeom prst="rect">
            <a:avLst/>
          </a:prstGeom>
          <a:solidFill>
            <a:srgbClr val="046A38"/>
          </a:solidFill>
        </p:spPr>
        <p:txBody>
          <a:bodyPr wrap="square" lIns="0" tIns="0" rIns="0" bIns="0" rtlCol="0" anchor="ctr" anchorCtr="0">
            <a:noAutofit/>
          </a:bodyPr>
          <a:lstStyle/>
          <a:p>
            <a:pPr algn="ctr">
              <a:buSzPct val="100000"/>
            </a:pPr>
            <a:r>
              <a:rPr lang="en-US" sz="1600" b="1" dirty="0">
                <a:solidFill>
                  <a:schemeClr val="bg1"/>
                </a:solidFill>
              </a:rPr>
              <a:t>Eligibility for issuance of REC</a:t>
            </a:r>
          </a:p>
        </p:txBody>
      </p:sp>
      <p:sp>
        <p:nvSpPr>
          <p:cNvPr id="11" name="TextBox 10">
            <a:extLst>
              <a:ext uri="{FF2B5EF4-FFF2-40B4-BE49-F238E27FC236}">
                <a16:creationId xmlns:a16="http://schemas.microsoft.com/office/drawing/2014/main" id="{07034924-4F2A-4E9B-90C4-35452FE20C78}"/>
              </a:ext>
            </a:extLst>
          </p:cNvPr>
          <p:cNvSpPr txBox="1"/>
          <p:nvPr/>
        </p:nvSpPr>
        <p:spPr>
          <a:xfrm>
            <a:off x="1066801" y="4217496"/>
            <a:ext cx="1900874" cy="1043269"/>
          </a:xfrm>
          <a:prstGeom prst="rect">
            <a:avLst/>
          </a:prstGeom>
          <a:solidFill>
            <a:srgbClr val="0D8390"/>
          </a:solidFill>
        </p:spPr>
        <p:txBody>
          <a:bodyPr wrap="square" lIns="0" tIns="0" rIns="0" bIns="0" rtlCol="0" anchor="ctr" anchorCtr="0">
            <a:noAutofit/>
          </a:bodyPr>
          <a:lstStyle/>
          <a:p>
            <a:pPr algn="ctr">
              <a:buSzPct val="100000"/>
            </a:pPr>
            <a:r>
              <a:rPr lang="en-US" sz="1600" b="1" dirty="0">
                <a:solidFill>
                  <a:schemeClr val="bg1"/>
                </a:solidFill>
              </a:rPr>
              <a:t>Denomination of REC</a:t>
            </a:r>
          </a:p>
        </p:txBody>
      </p:sp>
      <p:sp>
        <p:nvSpPr>
          <p:cNvPr id="13" name="Freeform 899">
            <a:extLst>
              <a:ext uri="{FF2B5EF4-FFF2-40B4-BE49-F238E27FC236}">
                <a16:creationId xmlns:a16="http://schemas.microsoft.com/office/drawing/2014/main" id="{C5D514B4-B0C3-4EBA-A1CA-0DB43CC401AE}"/>
              </a:ext>
            </a:extLst>
          </p:cNvPr>
          <p:cNvSpPr>
            <a:spLocks noChangeAspect="1" noEditPoints="1"/>
          </p:cNvSpPr>
          <p:nvPr/>
        </p:nvSpPr>
        <p:spPr bwMode="auto">
          <a:xfrm>
            <a:off x="509005" y="2306709"/>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46A38"/>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66" name="Freeform 899">
            <a:extLst>
              <a:ext uri="{FF2B5EF4-FFF2-40B4-BE49-F238E27FC236}">
                <a16:creationId xmlns:a16="http://schemas.microsoft.com/office/drawing/2014/main" id="{809C485E-237E-44F1-9987-A956335CD8E1}"/>
              </a:ext>
            </a:extLst>
          </p:cNvPr>
          <p:cNvSpPr>
            <a:spLocks noChangeAspect="1" noEditPoints="1"/>
          </p:cNvSpPr>
          <p:nvPr/>
        </p:nvSpPr>
        <p:spPr bwMode="auto">
          <a:xfrm>
            <a:off x="509005" y="4559130"/>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D8390"/>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67" name="TextBox 66">
            <a:extLst>
              <a:ext uri="{FF2B5EF4-FFF2-40B4-BE49-F238E27FC236}">
                <a16:creationId xmlns:a16="http://schemas.microsoft.com/office/drawing/2014/main" id="{E548A1C6-7394-4C1F-887D-1ECFE14350EA}"/>
              </a:ext>
            </a:extLst>
          </p:cNvPr>
          <p:cNvSpPr txBox="1"/>
          <p:nvPr/>
        </p:nvSpPr>
        <p:spPr>
          <a:xfrm>
            <a:off x="1062406" y="5368462"/>
            <a:ext cx="1900874" cy="1195622"/>
          </a:xfrm>
          <a:prstGeom prst="rect">
            <a:avLst/>
          </a:prstGeom>
          <a:solidFill>
            <a:srgbClr val="007CB0"/>
          </a:solidFill>
        </p:spPr>
        <p:txBody>
          <a:bodyPr wrap="square" lIns="0" tIns="0" rIns="0" bIns="0" rtlCol="0" anchor="ctr" anchorCtr="0">
            <a:noAutofit/>
          </a:bodyPr>
          <a:lstStyle/>
          <a:p>
            <a:pPr algn="ctr">
              <a:buSzPct val="100000"/>
            </a:pPr>
            <a:r>
              <a:rPr lang="en-US" sz="1600" b="1" dirty="0">
                <a:solidFill>
                  <a:schemeClr val="bg1"/>
                </a:solidFill>
              </a:rPr>
              <a:t>Pricing and redemption of REC</a:t>
            </a:r>
          </a:p>
        </p:txBody>
      </p:sp>
      <p:sp>
        <p:nvSpPr>
          <p:cNvPr id="68" name="TextBox 67">
            <a:extLst>
              <a:ext uri="{FF2B5EF4-FFF2-40B4-BE49-F238E27FC236}">
                <a16:creationId xmlns:a16="http://schemas.microsoft.com/office/drawing/2014/main" id="{96074781-43EF-470C-9A40-BD7941CC1061}"/>
              </a:ext>
            </a:extLst>
          </p:cNvPr>
          <p:cNvSpPr txBox="1"/>
          <p:nvPr/>
        </p:nvSpPr>
        <p:spPr>
          <a:xfrm>
            <a:off x="3221345" y="656518"/>
            <a:ext cx="8463387" cy="3456000"/>
          </a:xfrm>
          <a:prstGeom prst="roundRect">
            <a:avLst>
              <a:gd name="adj" fmla="val 8163"/>
            </a:avLst>
          </a:prstGeom>
          <a:noFill/>
          <a:ln>
            <a:solidFill>
              <a:schemeClr val="accent6"/>
            </a:solidFill>
          </a:ln>
        </p:spPr>
        <p:txBody>
          <a:bodyPr wrap="square" lIns="0" tIns="0" rIns="0" bIns="0" rtlCol="0" anchor="ctr" anchorCtr="0">
            <a:noAutofit/>
          </a:bodyPr>
          <a:lstStyle/>
          <a:p>
            <a:pPr marL="285750" indent="-285750" algn="just">
              <a:lnSpc>
                <a:spcPct val="114000"/>
              </a:lnSpc>
              <a:buSzPct val="100000"/>
              <a:buFont typeface="Arial" panose="020B0604020202020204" pitchFamily="34" charset="0"/>
              <a:buChar char="•"/>
            </a:pPr>
            <a:r>
              <a:rPr lang="en-US" sz="1400" dirty="0"/>
              <a:t>A renewable energy generating station shall be eligible for issuance of Certificates, if it meets the following conditions:</a:t>
            </a:r>
          </a:p>
          <a:p>
            <a:pPr marL="800100" lvl="1" indent="-342900" algn="just">
              <a:lnSpc>
                <a:spcPct val="114000"/>
              </a:lnSpc>
              <a:buSzPct val="100000"/>
              <a:buFont typeface="+mj-lt"/>
              <a:buAutoNum type="alphaLcParenR"/>
            </a:pPr>
            <a:r>
              <a:rPr lang="en-US" sz="1400" dirty="0"/>
              <a:t>Tariff of such generating station, for part or full capacity, has not been either determined or adopted under section 62 (i.e. determined by Regulatory Commission) or section 63 (i.e. determined through competitive bidding) of the Act</a:t>
            </a:r>
          </a:p>
          <a:p>
            <a:pPr marL="804863" lvl="1" algn="just">
              <a:lnSpc>
                <a:spcPct val="114000"/>
              </a:lnSpc>
              <a:buSzPct val="100000"/>
            </a:pPr>
            <a:r>
              <a:rPr lang="en-US" sz="1400" dirty="0"/>
              <a:t>OR</a:t>
            </a:r>
          </a:p>
          <a:p>
            <a:pPr marL="804863" lvl="1" algn="just">
              <a:lnSpc>
                <a:spcPct val="114000"/>
              </a:lnSpc>
              <a:buSzPct val="100000"/>
            </a:pPr>
            <a:r>
              <a:rPr lang="en-US" sz="1400" dirty="0"/>
              <a:t>Electricity generated is not sold directly or through an electricity trader or in the Power Exchange, for RPO compliance by an obligated entity</a:t>
            </a:r>
          </a:p>
          <a:p>
            <a:pPr marL="800100" lvl="1" indent="-342900" algn="just">
              <a:lnSpc>
                <a:spcPct val="114000"/>
              </a:lnSpc>
              <a:buSzPct val="100000"/>
              <a:buFont typeface="+mj-lt"/>
              <a:buAutoNum type="alphaLcParenR" startAt="2"/>
            </a:pPr>
            <a:r>
              <a:rPr lang="en-US" sz="1400" dirty="0"/>
              <a:t>Such generating station has not availed any (</a:t>
            </a:r>
            <a:r>
              <a:rPr lang="en-US" sz="1400" dirty="0" err="1"/>
              <a:t>i</a:t>
            </a:r>
            <a:r>
              <a:rPr lang="en-US" sz="1400" dirty="0"/>
              <a:t>) waiver of or concessional transmission charges or (ii) waiver of or concessional wheeling charges.</a:t>
            </a:r>
            <a:endParaRPr lang="en-US" sz="1400" i="1" dirty="0"/>
          </a:p>
          <a:p>
            <a:pPr marL="800100" lvl="1" indent="-342900" algn="just">
              <a:lnSpc>
                <a:spcPct val="114000"/>
              </a:lnSpc>
              <a:buSzPct val="100000"/>
              <a:buFont typeface="+mj-lt"/>
              <a:buAutoNum type="alphaLcParenR" startAt="2"/>
            </a:pPr>
            <a:r>
              <a:rPr lang="en-US" sz="1400" dirty="0"/>
              <a:t>Certificates issued to a captive generating station to the extent of self consumption shall not be eligible for sale.</a:t>
            </a:r>
          </a:p>
          <a:p>
            <a:pPr lvl="1" algn="just">
              <a:lnSpc>
                <a:spcPct val="114000"/>
              </a:lnSpc>
              <a:buSzPct val="100000"/>
            </a:pPr>
            <a:r>
              <a:rPr lang="en-US" sz="1400" i="1" dirty="0"/>
              <a:t>[as per CERC (Terms and Conditions for Renewable Energy Certificates for Renewable Energy Generation) Regulations, 2022]</a:t>
            </a:r>
          </a:p>
        </p:txBody>
      </p:sp>
      <p:sp>
        <p:nvSpPr>
          <p:cNvPr id="69" name="Freeform 899">
            <a:extLst>
              <a:ext uri="{FF2B5EF4-FFF2-40B4-BE49-F238E27FC236}">
                <a16:creationId xmlns:a16="http://schemas.microsoft.com/office/drawing/2014/main" id="{2FE93920-CF00-45B9-95A3-1849B1C20CCA}"/>
              </a:ext>
            </a:extLst>
          </p:cNvPr>
          <p:cNvSpPr>
            <a:spLocks noChangeAspect="1" noEditPoints="1"/>
          </p:cNvSpPr>
          <p:nvPr/>
        </p:nvSpPr>
        <p:spPr bwMode="auto">
          <a:xfrm>
            <a:off x="509005" y="5786273"/>
            <a:ext cx="360000" cy="360000"/>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rgbClr val="007CB0"/>
          </a:solidFill>
          <a:ln>
            <a:noFill/>
          </a:ln>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3277187251"/>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REC process and recent transaction trend</a:t>
            </a:r>
            <a:endParaRPr lang="en-GB" sz="2800" b="1" dirty="0"/>
          </a:p>
        </p:txBody>
      </p:sp>
      <p:sp>
        <p:nvSpPr>
          <p:cNvPr id="12" name="Pentagon 4">
            <a:extLst>
              <a:ext uri="{FF2B5EF4-FFF2-40B4-BE49-F238E27FC236}">
                <a16:creationId xmlns:a16="http://schemas.microsoft.com/office/drawing/2014/main" id="{94679101-DD1F-480C-B54D-09DCB0EE28FB}"/>
              </a:ext>
            </a:extLst>
          </p:cNvPr>
          <p:cNvSpPr/>
          <p:nvPr/>
        </p:nvSpPr>
        <p:spPr>
          <a:xfrm>
            <a:off x="1135480" y="1512176"/>
            <a:ext cx="3312856" cy="705659"/>
          </a:xfrm>
          <a:prstGeom prst="homePlate">
            <a:avLst/>
          </a:prstGeom>
          <a:solidFill>
            <a:srgbClr val="26890D"/>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44000" tIns="88900" rIns="88900" bIns="88900" rtlCol="0" anchor="ctr"/>
          <a:lstStyle/>
          <a:p>
            <a:r>
              <a:rPr lang="en-US" sz="1400" dirty="0">
                <a:solidFill>
                  <a:schemeClr val="bg1"/>
                </a:solidFill>
              </a:rPr>
              <a:t>Accreditation by State Agency to the Eligible Entity for REC</a:t>
            </a:r>
          </a:p>
        </p:txBody>
      </p:sp>
      <p:sp>
        <p:nvSpPr>
          <p:cNvPr id="14" name="Chevron 5">
            <a:extLst>
              <a:ext uri="{FF2B5EF4-FFF2-40B4-BE49-F238E27FC236}">
                <a16:creationId xmlns:a16="http://schemas.microsoft.com/office/drawing/2014/main" id="{5A822030-D65A-4A8B-8859-9EB8FCA1A95E}"/>
              </a:ext>
            </a:extLst>
          </p:cNvPr>
          <p:cNvSpPr/>
          <p:nvPr/>
        </p:nvSpPr>
        <p:spPr>
          <a:xfrm>
            <a:off x="4448336" y="1512176"/>
            <a:ext cx="3312856" cy="705659"/>
          </a:xfrm>
          <a:prstGeom prst="chevron">
            <a:avLst/>
          </a:prstGeom>
          <a:solidFill>
            <a:srgbClr val="43B02A"/>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44000" tIns="88900" rIns="88900" bIns="88900" rtlCol="0" anchor="ctr"/>
          <a:lstStyle/>
          <a:p>
            <a:r>
              <a:rPr lang="en-US" sz="1400" dirty="0">
                <a:solidFill>
                  <a:schemeClr val="bg1"/>
                </a:solidFill>
              </a:rPr>
              <a:t>Registration of the Eligible Entity by Nodal Agency for REC</a:t>
            </a:r>
          </a:p>
        </p:txBody>
      </p:sp>
      <p:sp>
        <p:nvSpPr>
          <p:cNvPr id="15" name="Chevron 6">
            <a:extLst>
              <a:ext uri="{FF2B5EF4-FFF2-40B4-BE49-F238E27FC236}">
                <a16:creationId xmlns:a16="http://schemas.microsoft.com/office/drawing/2014/main" id="{28EF948A-BECB-4EF1-B740-0B9EC8B98E64}"/>
              </a:ext>
            </a:extLst>
          </p:cNvPr>
          <p:cNvSpPr/>
          <p:nvPr/>
        </p:nvSpPr>
        <p:spPr>
          <a:xfrm>
            <a:off x="7743664" y="1512175"/>
            <a:ext cx="3312856" cy="705659"/>
          </a:xfrm>
          <a:prstGeom prst="chevron">
            <a:avLst/>
          </a:prstGeom>
          <a:solidFill>
            <a:srgbClr val="007CB0"/>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44000" tIns="88900" rIns="88900" bIns="88900" rtlCol="0" anchor="ctr"/>
          <a:lstStyle/>
          <a:p>
            <a:r>
              <a:rPr lang="en-US" sz="1400" dirty="0">
                <a:solidFill>
                  <a:schemeClr val="bg1"/>
                </a:solidFill>
              </a:rPr>
              <a:t>Issuance, exchange and redemption of REC</a:t>
            </a:r>
          </a:p>
        </p:txBody>
      </p:sp>
      <p:cxnSp>
        <p:nvCxnSpPr>
          <p:cNvPr id="16" name="Straight Connector 15">
            <a:extLst>
              <a:ext uri="{FF2B5EF4-FFF2-40B4-BE49-F238E27FC236}">
                <a16:creationId xmlns:a16="http://schemas.microsoft.com/office/drawing/2014/main" id="{41875BB3-E216-4A76-99EB-19333A328029}"/>
              </a:ext>
            </a:extLst>
          </p:cNvPr>
          <p:cNvCxnSpPr/>
          <p:nvPr/>
        </p:nvCxnSpPr>
        <p:spPr>
          <a:xfrm>
            <a:off x="501650" y="942551"/>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A035B3FB-854B-43D2-8BE6-16506CFD1521}"/>
              </a:ext>
            </a:extLst>
          </p:cNvPr>
          <p:cNvSpPr txBox="1"/>
          <p:nvPr/>
        </p:nvSpPr>
        <p:spPr>
          <a:xfrm>
            <a:off x="5264433" y="827474"/>
            <a:ext cx="1663129" cy="246221"/>
          </a:xfrm>
          <a:prstGeom prst="rect">
            <a:avLst/>
          </a:prstGeom>
          <a:solidFill>
            <a:schemeClr val="accent6">
              <a:lumMod val="50000"/>
            </a:schemeClr>
          </a:solidFill>
        </p:spPr>
        <p:txBody>
          <a:bodyPr wrap="square" lIns="0" tIns="0" rIns="0" bIns="0" rtlCol="0">
            <a:spAutoFit/>
          </a:bodyPr>
          <a:lstStyle/>
          <a:p>
            <a:pPr algn="ctr">
              <a:spcBef>
                <a:spcPts val="600"/>
              </a:spcBef>
              <a:buSzPct val="100000"/>
            </a:pPr>
            <a:r>
              <a:rPr lang="en-US" sz="1600" b="1" dirty="0">
                <a:solidFill>
                  <a:schemeClr val="bg1"/>
                </a:solidFill>
              </a:rPr>
              <a:t>REC process</a:t>
            </a:r>
          </a:p>
        </p:txBody>
      </p:sp>
      <p:cxnSp>
        <p:nvCxnSpPr>
          <p:cNvPr id="21" name="Straight Connector 20">
            <a:extLst>
              <a:ext uri="{FF2B5EF4-FFF2-40B4-BE49-F238E27FC236}">
                <a16:creationId xmlns:a16="http://schemas.microsoft.com/office/drawing/2014/main" id="{DEDFAAF4-50CE-4BF7-AE1A-A86AFDE7BEBF}"/>
              </a:ext>
            </a:extLst>
          </p:cNvPr>
          <p:cNvCxnSpPr/>
          <p:nvPr/>
        </p:nvCxnSpPr>
        <p:spPr>
          <a:xfrm>
            <a:off x="501650" y="2716922"/>
            <a:ext cx="1118869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BADF3BA-F0AB-4EAE-AE90-D7B9A03E9084}"/>
              </a:ext>
            </a:extLst>
          </p:cNvPr>
          <p:cNvSpPr txBox="1"/>
          <p:nvPr/>
        </p:nvSpPr>
        <p:spPr>
          <a:xfrm>
            <a:off x="4313464" y="2601845"/>
            <a:ext cx="3565067" cy="246221"/>
          </a:xfrm>
          <a:prstGeom prst="rect">
            <a:avLst/>
          </a:prstGeom>
          <a:solidFill>
            <a:schemeClr val="accent6">
              <a:lumMod val="50000"/>
            </a:schemeClr>
          </a:solidFill>
        </p:spPr>
        <p:txBody>
          <a:bodyPr wrap="square" lIns="0" tIns="0" rIns="0" bIns="0" rtlCol="0">
            <a:spAutoFit/>
          </a:bodyPr>
          <a:lstStyle/>
          <a:p>
            <a:pPr algn="ctr">
              <a:spcBef>
                <a:spcPts val="600"/>
              </a:spcBef>
              <a:buSzPct val="100000"/>
            </a:pPr>
            <a:r>
              <a:rPr lang="en-US" sz="1600" b="1" dirty="0">
                <a:solidFill>
                  <a:schemeClr val="bg1"/>
                </a:solidFill>
              </a:rPr>
              <a:t>Recent transaction trend for Solar REC-s</a:t>
            </a:r>
          </a:p>
        </p:txBody>
      </p:sp>
      <p:graphicFrame>
        <p:nvGraphicFramePr>
          <p:cNvPr id="4" name="Chart 3">
            <a:extLst>
              <a:ext uri="{FF2B5EF4-FFF2-40B4-BE49-F238E27FC236}">
                <a16:creationId xmlns:a16="http://schemas.microsoft.com/office/drawing/2014/main" id="{0C07768D-DC88-471B-8013-E95E5A232F7C}"/>
              </a:ext>
            </a:extLst>
          </p:cNvPr>
          <p:cNvGraphicFramePr/>
          <p:nvPr/>
        </p:nvGraphicFramePr>
        <p:xfrm>
          <a:off x="251279" y="3302656"/>
          <a:ext cx="4500000" cy="302667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a:extLst>
              <a:ext uri="{FF2B5EF4-FFF2-40B4-BE49-F238E27FC236}">
                <a16:creationId xmlns:a16="http://schemas.microsoft.com/office/drawing/2014/main" id="{CB22CE1E-898B-4E31-BAD7-9389AD627C47}"/>
              </a:ext>
            </a:extLst>
          </p:cNvPr>
          <p:cNvGraphicFramePr/>
          <p:nvPr/>
        </p:nvGraphicFramePr>
        <p:xfrm>
          <a:off x="4698372" y="3297764"/>
          <a:ext cx="4500054" cy="3026678"/>
        </p:xfrm>
        <a:graphic>
          <a:graphicData uri="http://schemas.openxmlformats.org/drawingml/2006/chart">
            <c:chart xmlns:c="http://schemas.openxmlformats.org/drawingml/2006/chart" xmlns:r="http://schemas.openxmlformats.org/officeDocument/2006/relationships" r:id="rId3"/>
          </a:graphicData>
        </a:graphic>
      </p:graphicFrame>
      <p:sp>
        <p:nvSpPr>
          <p:cNvPr id="26" name="TextBox 25">
            <a:extLst>
              <a:ext uri="{FF2B5EF4-FFF2-40B4-BE49-F238E27FC236}">
                <a16:creationId xmlns:a16="http://schemas.microsoft.com/office/drawing/2014/main" id="{21A7CEE4-6132-42B1-BC48-0751ED03DEAC}"/>
              </a:ext>
            </a:extLst>
          </p:cNvPr>
          <p:cNvSpPr txBox="1"/>
          <p:nvPr/>
        </p:nvSpPr>
        <p:spPr>
          <a:xfrm>
            <a:off x="9236806" y="3016394"/>
            <a:ext cx="2567502" cy="3242803"/>
          </a:xfrm>
          <a:prstGeom prst="roundRect">
            <a:avLst/>
          </a:prstGeom>
          <a:noFill/>
          <a:ln>
            <a:solidFill>
              <a:schemeClr val="accent6"/>
            </a:solidFill>
          </a:ln>
        </p:spPr>
        <p:txBody>
          <a:bodyPr wrap="square" lIns="0" tIns="0" rIns="0" bIns="0" rtlCol="0" anchor="ctr" anchorCtr="0">
            <a:spAutoFit/>
          </a:bodyPr>
          <a:lstStyle/>
          <a:p>
            <a:pPr marL="285750" indent="-285750">
              <a:lnSpc>
                <a:spcPct val="114000"/>
              </a:lnSpc>
              <a:spcAft>
                <a:spcPts val="600"/>
              </a:spcAft>
              <a:buSzPct val="100000"/>
              <a:buFont typeface="Arial" panose="020B0604020202020204" pitchFamily="34" charset="0"/>
              <a:buChar char="•"/>
            </a:pPr>
            <a:r>
              <a:rPr lang="en-US" sz="1400" dirty="0"/>
              <a:t>REC pricing is capped by CERC at regulated floor price and forbearance price</a:t>
            </a:r>
          </a:p>
          <a:p>
            <a:pPr marL="285750" indent="-285750">
              <a:lnSpc>
                <a:spcPct val="114000"/>
              </a:lnSpc>
              <a:spcAft>
                <a:spcPts val="600"/>
              </a:spcAft>
              <a:buSzPct val="100000"/>
              <a:buFont typeface="Arial" panose="020B0604020202020204" pitchFamily="34" charset="0"/>
              <a:buChar char="•"/>
            </a:pPr>
            <a:r>
              <a:rPr lang="en-US" sz="1400" dirty="0"/>
              <a:t>During FY 21-22, there was no transaction of REC prior to Nov ’21, since the trading was postponed by APTEL in matter of the CERC Order dated 17</a:t>
            </a:r>
            <a:r>
              <a:rPr lang="en-US" sz="1400" baseline="30000" dirty="0"/>
              <a:t>th</a:t>
            </a:r>
            <a:r>
              <a:rPr lang="en-US" sz="1400" dirty="0"/>
              <a:t> June 2020, fixing new floor and forbearance price for both Solar and Non-solar RECs</a:t>
            </a:r>
          </a:p>
        </p:txBody>
      </p:sp>
      <p:sp>
        <p:nvSpPr>
          <p:cNvPr id="5" name="TextBox 4">
            <a:extLst>
              <a:ext uri="{FF2B5EF4-FFF2-40B4-BE49-F238E27FC236}">
                <a16:creationId xmlns:a16="http://schemas.microsoft.com/office/drawing/2014/main" id="{224D6DF5-C10A-42B8-8CDF-A141765F4855}"/>
              </a:ext>
            </a:extLst>
          </p:cNvPr>
          <p:cNvSpPr txBox="1"/>
          <p:nvPr/>
        </p:nvSpPr>
        <p:spPr>
          <a:xfrm>
            <a:off x="621431" y="3037966"/>
            <a:ext cx="3759695" cy="246221"/>
          </a:xfrm>
          <a:prstGeom prst="rect">
            <a:avLst/>
          </a:prstGeom>
          <a:noFill/>
        </p:spPr>
        <p:txBody>
          <a:bodyPr wrap="square" lIns="0" tIns="0" rIns="0" bIns="0" rtlCol="0">
            <a:spAutoFit/>
          </a:bodyPr>
          <a:lstStyle/>
          <a:p>
            <a:pPr algn="ctr">
              <a:spcBef>
                <a:spcPts val="600"/>
              </a:spcBef>
              <a:buSzPct val="100000"/>
            </a:pPr>
            <a:r>
              <a:rPr lang="en-US" sz="1600" b="1" i="1" dirty="0"/>
              <a:t>Market clearing volume of Solar RECs</a:t>
            </a:r>
          </a:p>
        </p:txBody>
      </p:sp>
      <p:sp>
        <p:nvSpPr>
          <p:cNvPr id="28" name="TextBox 27">
            <a:extLst>
              <a:ext uri="{FF2B5EF4-FFF2-40B4-BE49-F238E27FC236}">
                <a16:creationId xmlns:a16="http://schemas.microsoft.com/office/drawing/2014/main" id="{2492915D-2BE2-4FDE-A05E-30F9CD6F7EF4}"/>
              </a:ext>
            </a:extLst>
          </p:cNvPr>
          <p:cNvSpPr txBox="1"/>
          <p:nvPr/>
        </p:nvSpPr>
        <p:spPr>
          <a:xfrm>
            <a:off x="5068551" y="3037966"/>
            <a:ext cx="3759695" cy="246221"/>
          </a:xfrm>
          <a:prstGeom prst="rect">
            <a:avLst/>
          </a:prstGeom>
          <a:noFill/>
        </p:spPr>
        <p:txBody>
          <a:bodyPr wrap="square" lIns="0" tIns="0" rIns="0" bIns="0" rtlCol="0">
            <a:spAutoFit/>
          </a:bodyPr>
          <a:lstStyle/>
          <a:p>
            <a:pPr algn="ctr">
              <a:spcBef>
                <a:spcPts val="600"/>
              </a:spcBef>
              <a:buSzPct val="100000"/>
            </a:pPr>
            <a:r>
              <a:rPr lang="en-US" sz="1600" b="1" i="1" dirty="0"/>
              <a:t>Market clearing price of Solar RECs</a:t>
            </a:r>
          </a:p>
        </p:txBody>
      </p:sp>
      <p:sp>
        <p:nvSpPr>
          <p:cNvPr id="9" name="TextBox 8">
            <a:extLst>
              <a:ext uri="{FF2B5EF4-FFF2-40B4-BE49-F238E27FC236}">
                <a16:creationId xmlns:a16="http://schemas.microsoft.com/office/drawing/2014/main" id="{E79A66DC-9410-48E1-9534-333A426232F3}"/>
              </a:ext>
            </a:extLst>
          </p:cNvPr>
          <p:cNvSpPr txBox="1"/>
          <p:nvPr/>
        </p:nvSpPr>
        <p:spPr>
          <a:xfrm>
            <a:off x="6454085" y="6422572"/>
            <a:ext cx="5281857" cy="184666"/>
          </a:xfrm>
          <a:prstGeom prst="rect">
            <a:avLst/>
          </a:prstGeom>
          <a:noFill/>
        </p:spPr>
        <p:txBody>
          <a:bodyPr wrap="square" lIns="0" tIns="0" rIns="0" bIns="0" rtlCol="0">
            <a:spAutoFit/>
          </a:bodyPr>
          <a:lstStyle/>
          <a:p>
            <a:pPr algn="r">
              <a:spcBef>
                <a:spcPts val="600"/>
              </a:spcBef>
              <a:buSzPct val="100000"/>
            </a:pPr>
            <a:r>
              <a:rPr lang="en-US" sz="1200" i="1" dirty="0">
                <a:solidFill>
                  <a:srgbClr val="313131"/>
                </a:solidFill>
              </a:rPr>
              <a:t>Source: CERC Monthly Reports on Short-term Transactions of Electricity in India</a:t>
            </a:r>
          </a:p>
        </p:txBody>
      </p:sp>
      <p:sp>
        <p:nvSpPr>
          <p:cNvPr id="30" name="TextBox 29">
            <a:extLst>
              <a:ext uri="{FF2B5EF4-FFF2-40B4-BE49-F238E27FC236}">
                <a16:creationId xmlns:a16="http://schemas.microsoft.com/office/drawing/2014/main" id="{86554636-DB7B-4365-B416-E43CB389403E}"/>
              </a:ext>
            </a:extLst>
          </p:cNvPr>
          <p:cNvSpPr txBox="1"/>
          <p:nvPr/>
        </p:nvSpPr>
        <p:spPr>
          <a:xfrm>
            <a:off x="496207" y="1165622"/>
            <a:ext cx="11188698" cy="246221"/>
          </a:xfrm>
          <a:prstGeom prst="rect">
            <a:avLst/>
          </a:prstGeom>
          <a:noFill/>
        </p:spPr>
        <p:txBody>
          <a:bodyPr wrap="square" lIns="0" tIns="0" rIns="0" bIns="0" rtlCol="0">
            <a:spAutoFit/>
          </a:bodyPr>
          <a:lstStyle/>
          <a:p>
            <a:pPr>
              <a:spcBef>
                <a:spcPts val="600"/>
              </a:spcBef>
              <a:buSzPct val="100000"/>
            </a:pPr>
            <a:r>
              <a:rPr lang="en-US" sz="1600" b="1" i="1" dirty="0"/>
              <a:t>As per CERC (Terms and Conditions for Renewable Energy Certificates for Renewable Energy Generation) Regulations, 2022</a:t>
            </a:r>
          </a:p>
        </p:txBody>
      </p:sp>
    </p:spTree>
    <p:extLst>
      <p:ext uri="{BB962C8B-B14F-4D97-AF65-F5344CB8AC3E}">
        <p14:creationId xmlns:p14="http://schemas.microsoft.com/office/powerpoint/2010/main" val="1542885539"/>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875F9E1-E2B6-41E7-9C9E-E2885ACA1900}"/>
              </a:ext>
            </a:extLst>
          </p:cNvPr>
          <p:cNvSpPr>
            <a:spLocks noGrp="1"/>
          </p:cNvSpPr>
          <p:nvPr>
            <p:ph type="title"/>
          </p:nvPr>
        </p:nvSpPr>
        <p:spPr>
          <a:xfrm>
            <a:off x="501650" y="134620"/>
            <a:ext cx="11188700" cy="334099"/>
          </a:xfrm>
          <a:noFill/>
        </p:spPr>
        <p:txBody>
          <a:bodyPr/>
          <a:lstStyle/>
          <a:p>
            <a:r>
              <a:rPr lang="en-US" sz="2800" b="1" dirty="0"/>
              <a:t>Sale of REC – Implications for SECL</a:t>
            </a:r>
            <a:endParaRPr lang="en-GB" sz="2800" b="1" dirty="0"/>
          </a:p>
        </p:txBody>
      </p:sp>
      <p:sp>
        <p:nvSpPr>
          <p:cNvPr id="6" name="TextBox 5">
            <a:extLst>
              <a:ext uri="{FF2B5EF4-FFF2-40B4-BE49-F238E27FC236}">
                <a16:creationId xmlns:a16="http://schemas.microsoft.com/office/drawing/2014/main" id="{63179324-1D03-46EB-863C-DB721DD3C05D}"/>
              </a:ext>
            </a:extLst>
          </p:cNvPr>
          <p:cNvSpPr txBox="1"/>
          <p:nvPr/>
        </p:nvSpPr>
        <p:spPr>
          <a:xfrm>
            <a:off x="2448912" y="2076721"/>
            <a:ext cx="9241438" cy="700128"/>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If SECL’s surplus solar energy is sold to exchange or trader and the tariff is not determined by any Commission or through competitive bidding, SECL will be eligible for RECs for such sale and can trade those </a:t>
            </a:r>
            <a:r>
              <a:rPr lang="en-US" sz="1400" dirty="0" err="1"/>
              <a:t>RECs.</a:t>
            </a:r>
            <a:endParaRPr lang="en-US" sz="1400" dirty="0"/>
          </a:p>
        </p:txBody>
      </p:sp>
      <p:sp>
        <p:nvSpPr>
          <p:cNvPr id="8" name="TextBox 7">
            <a:extLst>
              <a:ext uri="{FF2B5EF4-FFF2-40B4-BE49-F238E27FC236}">
                <a16:creationId xmlns:a16="http://schemas.microsoft.com/office/drawing/2014/main" id="{124B2BB2-F1A7-4F94-8772-DB369A218673}"/>
              </a:ext>
            </a:extLst>
          </p:cNvPr>
          <p:cNvSpPr txBox="1"/>
          <p:nvPr/>
        </p:nvSpPr>
        <p:spPr>
          <a:xfrm>
            <a:off x="2448911" y="3070410"/>
            <a:ext cx="9241438" cy="700128"/>
          </a:xfrm>
          <a:prstGeom prst="roundRect">
            <a:avLst/>
          </a:prstGeom>
          <a:noFill/>
          <a:ln>
            <a:solidFill>
              <a:schemeClr val="accent6"/>
            </a:solidFill>
          </a:ln>
        </p:spPr>
        <p:txBody>
          <a:bodyPr wrap="square" lIns="0" tIns="0" rIns="0" bIns="0" rtlCol="0" anchor="ctr" anchorCtr="0">
            <a:noAutofit/>
          </a:bodyPr>
          <a:lstStyle/>
          <a:p>
            <a:pPr marL="285750" indent="-285750" algn="just">
              <a:lnSpc>
                <a:spcPct val="114000"/>
              </a:lnSpc>
              <a:spcAft>
                <a:spcPts val="600"/>
              </a:spcAft>
              <a:buSzPct val="100000"/>
              <a:buFont typeface="Arial" panose="020B0604020202020204" pitchFamily="34" charset="0"/>
              <a:buChar char="•"/>
            </a:pPr>
            <a:r>
              <a:rPr lang="en-US" sz="1400" dirty="0"/>
              <a:t>Selling of RECs will result in additional revenue for SECL.</a:t>
            </a:r>
          </a:p>
        </p:txBody>
      </p:sp>
      <p:sp>
        <p:nvSpPr>
          <p:cNvPr id="9" name="TextBox 8">
            <a:extLst>
              <a:ext uri="{FF2B5EF4-FFF2-40B4-BE49-F238E27FC236}">
                <a16:creationId xmlns:a16="http://schemas.microsoft.com/office/drawing/2014/main" id="{5D8F355B-19FA-407B-9857-3B74B35DEC47}"/>
              </a:ext>
            </a:extLst>
          </p:cNvPr>
          <p:cNvSpPr txBox="1"/>
          <p:nvPr/>
        </p:nvSpPr>
        <p:spPr>
          <a:xfrm>
            <a:off x="2448911" y="4021534"/>
            <a:ext cx="9241437" cy="613076"/>
          </a:xfrm>
          <a:prstGeom prst="roundRect">
            <a:avLst/>
          </a:prstGeom>
          <a:noFill/>
          <a:ln>
            <a:solidFill>
              <a:schemeClr val="accent6"/>
            </a:solidFill>
          </a:ln>
        </p:spPr>
        <p:txBody>
          <a:bodyPr wrap="square" lIns="0" tIns="0" rIns="0" bIns="0" rtlCol="0">
            <a:spAutoFit/>
          </a:bodyPr>
          <a:lstStyle/>
          <a:p>
            <a:pPr marL="285750" indent="-285750" algn="just">
              <a:lnSpc>
                <a:spcPct val="114000"/>
              </a:lnSpc>
              <a:spcAft>
                <a:spcPts val="600"/>
              </a:spcAft>
              <a:buSzPct val="100000"/>
              <a:buFont typeface="Arial" panose="020B0604020202020204" pitchFamily="34" charset="0"/>
              <a:buChar char="•"/>
            </a:pPr>
            <a:r>
              <a:rPr lang="en-US" sz="1400" dirty="0"/>
              <a:t>Price of REC is regulated by CERC.</a:t>
            </a:r>
          </a:p>
          <a:p>
            <a:pPr marL="285750" indent="-285750" algn="just">
              <a:lnSpc>
                <a:spcPct val="114000"/>
              </a:lnSpc>
              <a:spcAft>
                <a:spcPts val="600"/>
              </a:spcAft>
              <a:buSzPct val="100000"/>
              <a:buFont typeface="Arial" panose="020B0604020202020204" pitchFamily="34" charset="0"/>
              <a:buChar char="•"/>
            </a:pPr>
            <a:r>
              <a:rPr lang="en-US" sz="1400" dirty="0"/>
              <a:t>Therefore, revenue from sale of RECs is associated with regulatory risk.</a:t>
            </a:r>
          </a:p>
        </p:txBody>
      </p:sp>
      <p:sp>
        <p:nvSpPr>
          <p:cNvPr id="10" name="TextBox 9">
            <a:extLst>
              <a:ext uri="{FF2B5EF4-FFF2-40B4-BE49-F238E27FC236}">
                <a16:creationId xmlns:a16="http://schemas.microsoft.com/office/drawing/2014/main" id="{71A7B91D-AB2D-4A78-BC2B-FCE1B115E006}"/>
              </a:ext>
            </a:extLst>
          </p:cNvPr>
          <p:cNvSpPr txBox="1"/>
          <p:nvPr/>
        </p:nvSpPr>
        <p:spPr>
          <a:xfrm>
            <a:off x="524909" y="2076720"/>
            <a:ext cx="1724307" cy="700129"/>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Opportunity for SECL</a:t>
            </a:r>
          </a:p>
        </p:txBody>
      </p:sp>
      <p:sp>
        <p:nvSpPr>
          <p:cNvPr id="11" name="TextBox 10">
            <a:extLst>
              <a:ext uri="{FF2B5EF4-FFF2-40B4-BE49-F238E27FC236}">
                <a16:creationId xmlns:a16="http://schemas.microsoft.com/office/drawing/2014/main" id="{07034924-4F2A-4E9B-90C4-35452FE20C78}"/>
              </a:ext>
            </a:extLst>
          </p:cNvPr>
          <p:cNvSpPr txBox="1"/>
          <p:nvPr/>
        </p:nvSpPr>
        <p:spPr>
          <a:xfrm>
            <a:off x="524909" y="3070410"/>
            <a:ext cx="1724307" cy="700129"/>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Commercial implication for SECL</a:t>
            </a:r>
          </a:p>
        </p:txBody>
      </p:sp>
      <p:sp>
        <p:nvSpPr>
          <p:cNvPr id="12" name="TextBox 11">
            <a:extLst>
              <a:ext uri="{FF2B5EF4-FFF2-40B4-BE49-F238E27FC236}">
                <a16:creationId xmlns:a16="http://schemas.microsoft.com/office/drawing/2014/main" id="{43457097-F038-44CC-B0DF-692D09F99818}"/>
              </a:ext>
            </a:extLst>
          </p:cNvPr>
          <p:cNvSpPr txBox="1"/>
          <p:nvPr/>
        </p:nvSpPr>
        <p:spPr>
          <a:xfrm>
            <a:off x="524908" y="4021533"/>
            <a:ext cx="1724307" cy="613075"/>
          </a:xfrm>
          <a:prstGeom prst="rect">
            <a:avLst/>
          </a:prstGeom>
          <a:solidFill>
            <a:schemeClr val="accent6">
              <a:lumMod val="50000"/>
            </a:schemeClr>
          </a:solidFill>
        </p:spPr>
        <p:txBody>
          <a:bodyPr wrap="square" lIns="0" tIns="0" rIns="0" bIns="0" rtlCol="0" anchor="ctr" anchorCtr="0">
            <a:noAutofit/>
          </a:bodyPr>
          <a:lstStyle/>
          <a:p>
            <a:pPr algn="ctr">
              <a:spcBef>
                <a:spcPts val="600"/>
              </a:spcBef>
              <a:buSzPct val="100000"/>
            </a:pPr>
            <a:r>
              <a:rPr lang="en-US" sz="1600" b="1" dirty="0">
                <a:solidFill>
                  <a:schemeClr val="bg1"/>
                </a:solidFill>
              </a:rPr>
              <a:t>Demerit</a:t>
            </a:r>
          </a:p>
        </p:txBody>
      </p:sp>
    </p:spTree>
    <p:extLst>
      <p:ext uri="{BB962C8B-B14F-4D97-AF65-F5344CB8AC3E}">
        <p14:creationId xmlns:p14="http://schemas.microsoft.com/office/powerpoint/2010/main" val="2562574745"/>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6384EB53-9F34-4612-AE45-D4564C5454CD}"/>
              </a:ext>
            </a:extLst>
          </p:cNvPr>
          <p:cNvGraphicFramePr>
            <a:graphicFrameLocks noGrp="1"/>
          </p:cNvGraphicFramePr>
          <p:nvPr>
            <p:extLst>
              <p:ext uri="{D42A27DB-BD31-4B8C-83A1-F6EECF244321}">
                <p14:modId xmlns:p14="http://schemas.microsoft.com/office/powerpoint/2010/main" val="1820258705"/>
              </p:ext>
            </p:extLst>
          </p:nvPr>
        </p:nvGraphicFramePr>
        <p:xfrm>
          <a:off x="537234" y="4822024"/>
          <a:ext cx="11188698" cy="518160"/>
        </p:xfrm>
        <a:graphic>
          <a:graphicData uri="http://schemas.openxmlformats.org/drawingml/2006/table">
            <a:tbl>
              <a:tblPr firstRow="1">
                <a:tableStyleId>{93296810-A885-4BE3-A3E7-6D5BEEA58F35}</a:tableStyleId>
              </a:tblPr>
              <a:tblGrid>
                <a:gridCol w="3087709">
                  <a:extLst>
                    <a:ext uri="{9D8B030D-6E8A-4147-A177-3AD203B41FA5}">
                      <a16:colId xmlns:a16="http://schemas.microsoft.com/office/drawing/2014/main" val="1542038452"/>
                    </a:ext>
                  </a:extLst>
                </a:gridCol>
                <a:gridCol w="1360714">
                  <a:extLst>
                    <a:ext uri="{9D8B030D-6E8A-4147-A177-3AD203B41FA5}">
                      <a16:colId xmlns:a16="http://schemas.microsoft.com/office/drawing/2014/main" val="1705057590"/>
                    </a:ext>
                  </a:extLst>
                </a:gridCol>
                <a:gridCol w="1351346">
                  <a:extLst>
                    <a:ext uri="{9D8B030D-6E8A-4147-A177-3AD203B41FA5}">
                      <a16:colId xmlns:a16="http://schemas.microsoft.com/office/drawing/2014/main" val="3442682710"/>
                    </a:ext>
                  </a:extLst>
                </a:gridCol>
                <a:gridCol w="1339702">
                  <a:extLst>
                    <a:ext uri="{9D8B030D-6E8A-4147-A177-3AD203B41FA5}">
                      <a16:colId xmlns:a16="http://schemas.microsoft.com/office/drawing/2014/main" val="3619409748"/>
                    </a:ext>
                  </a:extLst>
                </a:gridCol>
                <a:gridCol w="1339702">
                  <a:extLst>
                    <a:ext uri="{9D8B030D-6E8A-4147-A177-3AD203B41FA5}">
                      <a16:colId xmlns:a16="http://schemas.microsoft.com/office/drawing/2014/main" val="1719867514"/>
                    </a:ext>
                  </a:extLst>
                </a:gridCol>
                <a:gridCol w="1375572">
                  <a:extLst>
                    <a:ext uri="{9D8B030D-6E8A-4147-A177-3AD203B41FA5}">
                      <a16:colId xmlns:a16="http://schemas.microsoft.com/office/drawing/2014/main" val="1897517611"/>
                    </a:ext>
                  </a:extLst>
                </a:gridCol>
                <a:gridCol w="1333953">
                  <a:extLst>
                    <a:ext uri="{9D8B030D-6E8A-4147-A177-3AD203B41FA5}">
                      <a16:colId xmlns:a16="http://schemas.microsoft.com/office/drawing/2014/main" val="1181101683"/>
                    </a:ext>
                  </a:extLst>
                </a:gridCol>
              </a:tblGrid>
              <a:tr h="370840">
                <a:tc>
                  <a:txBody>
                    <a:bodyPr/>
                    <a:lstStyle/>
                    <a:p>
                      <a:r>
                        <a:rPr lang="en-US" sz="1400" dirty="0">
                          <a:solidFill>
                            <a:schemeClr val="tx1"/>
                          </a:solidFill>
                        </a:rPr>
                        <a:t>Overall ranking based on Financial and Implementation Risks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kern="1200" dirty="0">
                          <a:solidFill>
                            <a:srgbClr val="ED8B00"/>
                          </a:solidFill>
                          <a:latin typeface="+mn-lt"/>
                          <a:ea typeface="+mn-ea"/>
                          <a:cs typeface="+mn-cs"/>
                          <a:sym typeface="Wingdings 2" panose="05020102010507070707" pitchFamily="18" charset="2"/>
                        </a:rPr>
                        <a:t></a:t>
                      </a:r>
                      <a:endParaRPr lang="en-US" sz="2400" b="0" kern="1200" dirty="0">
                        <a:solidFill>
                          <a:srgbClr val="ED8B0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dirty="0">
                        <a:ln>
                          <a:noFill/>
                        </a:ln>
                        <a:solidFill>
                          <a:srgbClr val="86BC25">
                            <a:lumMod val="60000"/>
                            <a:lumOff val="40000"/>
                          </a:srgbClr>
                        </a:solidFill>
                        <a:effectLst/>
                        <a:uLnTx/>
                        <a:uFillTx/>
                        <a:latin typeface="Calibri"/>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bl>
          </a:graphicData>
        </a:graphic>
      </p:graphicFrame>
      <p:sp>
        <p:nvSpPr>
          <p:cNvPr id="6" name="Title 5"/>
          <p:cNvSpPr>
            <a:spLocks noGrp="1"/>
          </p:cNvSpPr>
          <p:nvPr>
            <p:ph type="title"/>
          </p:nvPr>
        </p:nvSpPr>
        <p:spPr>
          <a:xfrm>
            <a:off x="501650" y="134620"/>
            <a:ext cx="11188700" cy="334099"/>
          </a:xfrm>
          <a:noFill/>
        </p:spPr>
        <p:txBody>
          <a:bodyPr/>
          <a:lstStyle/>
          <a:p>
            <a:pPr algn="just"/>
            <a:r>
              <a:rPr lang="en-US" sz="2800" b="1" dirty="0"/>
              <a:t>Comparison of Various Options for Surplus Power Selling of SECL</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537234" y="5660571"/>
            <a:ext cx="11188704" cy="929614"/>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Key Takeaways</a:t>
            </a:r>
          </a:p>
          <a:p>
            <a:pPr marL="171450" marR="0" lvl="0" indent="-17145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Energy Sale to discoms </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is the lowest risk option followed by </a:t>
            </a: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Energy Banking </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and Sale through traders. However, the willingness and conventional practice of the </a:t>
            </a:r>
            <a:r>
              <a:rPr kumimoji="0" lang="en-US" sz="1400" b="0" i="0" u="none" strike="noStrike" kern="0" cap="none" spc="0" normalizeH="0" baseline="0" noProof="0" dirty="0" err="1">
                <a:ln>
                  <a:noFill/>
                </a:ln>
                <a:solidFill>
                  <a:prstClr val="black"/>
                </a:solidFill>
                <a:effectLst/>
                <a:uLnTx/>
                <a:uFillTx/>
                <a:latin typeface="Calibri Light" panose="020F0302020204030204" pitchFamily="34" charset="0"/>
                <a:ea typeface="+mn-ea"/>
                <a:cs typeface="Calibri Light" panose="020F0302020204030204" pitchFamily="34" charset="0"/>
              </a:rPr>
              <a:t>discoms</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 will play a key role in selling the surplus power sell of SECL</a:t>
            </a:r>
          </a:p>
          <a:p>
            <a:pPr marL="171450" marR="0" lvl="0" indent="-17145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SECL can initiate the communication with CG-Discom and MP-Discoms for Energy Banking and initiate necessary procedure</a:t>
            </a:r>
            <a:r>
              <a:rPr kumimoji="0" lang="en-US" sz="14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 </a:t>
            </a:r>
            <a:endParaRPr kumimoji="0" lang="en-US" sz="14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endParaRPr>
          </a:p>
        </p:txBody>
      </p:sp>
      <p:graphicFrame>
        <p:nvGraphicFramePr>
          <p:cNvPr id="4" name="Table 3">
            <a:extLst>
              <a:ext uri="{FF2B5EF4-FFF2-40B4-BE49-F238E27FC236}">
                <a16:creationId xmlns:a16="http://schemas.microsoft.com/office/drawing/2014/main" id="{CA0F09A7-DE20-40E2-A0AD-1C2EDB890224}"/>
              </a:ext>
            </a:extLst>
          </p:cNvPr>
          <p:cNvGraphicFramePr>
            <a:graphicFrameLocks noGrp="1"/>
          </p:cNvGraphicFramePr>
          <p:nvPr>
            <p:extLst>
              <p:ext uri="{D42A27DB-BD31-4B8C-83A1-F6EECF244321}">
                <p14:modId xmlns:p14="http://schemas.microsoft.com/office/powerpoint/2010/main" val="3797641020"/>
              </p:ext>
            </p:extLst>
          </p:nvPr>
        </p:nvGraphicFramePr>
        <p:xfrm>
          <a:off x="537236" y="996073"/>
          <a:ext cx="11188700" cy="3557677"/>
        </p:xfrm>
        <a:graphic>
          <a:graphicData uri="http://schemas.openxmlformats.org/drawingml/2006/table">
            <a:tbl>
              <a:tblPr firstRow="1" bandRow="1"/>
              <a:tblGrid>
                <a:gridCol w="3099656">
                  <a:extLst>
                    <a:ext uri="{9D8B030D-6E8A-4147-A177-3AD203B41FA5}">
                      <a16:colId xmlns:a16="http://schemas.microsoft.com/office/drawing/2014/main" val="85661148"/>
                    </a:ext>
                  </a:extLst>
                </a:gridCol>
                <a:gridCol w="1348174">
                  <a:extLst>
                    <a:ext uri="{9D8B030D-6E8A-4147-A177-3AD203B41FA5}">
                      <a16:colId xmlns:a16="http://schemas.microsoft.com/office/drawing/2014/main" val="3819264135"/>
                    </a:ext>
                  </a:extLst>
                </a:gridCol>
                <a:gridCol w="1348174">
                  <a:extLst>
                    <a:ext uri="{9D8B030D-6E8A-4147-A177-3AD203B41FA5}">
                      <a16:colId xmlns:a16="http://schemas.microsoft.com/office/drawing/2014/main" val="3939374353"/>
                    </a:ext>
                  </a:extLst>
                </a:gridCol>
                <a:gridCol w="1348174">
                  <a:extLst>
                    <a:ext uri="{9D8B030D-6E8A-4147-A177-3AD203B41FA5}">
                      <a16:colId xmlns:a16="http://schemas.microsoft.com/office/drawing/2014/main" val="1068500480"/>
                    </a:ext>
                  </a:extLst>
                </a:gridCol>
                <a:gridCol w="1348174">
                  <a:extLst>
                    <a:ext uri="{9D8B030D-6E8A-4147-A177-3AD203B41FA5}">
                      <a16:colId xmlns:a16="http://schemas.microsoft.com/office/drawing/2014/main" val="992371851"/>
                    </a:ext>
                  </a:extLst>
                </a:gridCol>
                <a:gridCol w="1348174">
                  <a:extLst>
                    <a:ext uri="{9D8B030D-6E8A-4147-A177-3AD203B41FA5}">
                      <a16:colId xmlns:a16="http://schemas.microsoft.com/office/drawing/2014/main" val="1522871897"/>
                    </a:ext>
                  </a:extLst>
                </a:gridCol>
                <a:gridCol w="1348174">
                  <a:extLst>
                    <a:ext uri="{9D8B030D-6E8A-4147-A177-3AD203B41FA5}">
                      <a16:colId xmlns:a16="http://schemas.microsoft.com/office/drawing/2014/main" val="2688745397"/>
                    </a:ext>
                  </a:extLst>
                </a:gridCol>
              </a:tblGrid>
              <a:tr h="921751">
                <a:tc>
                  <a:txBody>
                    <a:bodyPr/>
                    <a:lstStyle/>
                    <a:p>
                      <a:pPr algn="l" rtl="0" fontAlgn="ctr"/>
                      <a:r>
                        <a:rPr lang="en-US" sz="1400" b="1" i="0" u="none" strike="noStrike">
                          <a:solidFill>
                            <a:srgbClr val="000000"/>
                          </a:solidFill>
                          <a:effectLst/>
                          <a:latin typeface="Calibri" panose="020F0502020204030204" pitchFamily="34" charset="0"/>
                        </a:rPr>
                        <a:t>Land Ownership -&gt;</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Energy Sale to Discoms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Energy Banking</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through Energy Exchanges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through Trading Licensees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to Open Access Consumers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Renewable Energy Certificate (REC)</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078216"/>
                  </a:ext>
                </a:extLst>
              </a:tr>
              <a:tr h="353886">
                <a:tc>
                  <a:txBody>
                    <a:bodyPr/>
                    <a:lstStyle/>
                    <a:p>
                      <a:pPr algn="l" rtl="0" fontAlgn="ctr"/>
                      <a:r>
                        <a:rPr lang="en-US" sz="1400" b="0" i="1" u="none" strike="noStrike">
                          <a:solidFill>
                            <a:srgbClr val="000000"/>
                          </a:solidFill>
                          <a:effectLst/>
                          <a:latin typeface="Calibri" panose="020F0502020204030204" pitchFamily="34" charset="0"/>
                        </a:rPr>
                        <a:t>Off-take / Volume Risk</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4682123"/>
                  </a:ext>
                </a:extLst>
              </a:tr>
              <a:tr h="353886">
                <a:tc>
                  <a:txBody>
                    <a:bodyPr/>
                    <a:lstStyle/>
                    <a:p>
                      <a:pPr algn="l" rtl="0" fontAlgn="ctr"/>
                      <a:r>
                        <a:rPr lang="en-US" sz="1400" b="0" i="1" u="none" strike="noStrike">
                          <a:solidFill>
                            <a:srgbClr val="000000"/>
                          </a:solidFill>
                          <a:effectLst/>
                          <a:latin typeface="Calibri" panose="020F0502020204030204" pitchFamily="34" charset="0"/>
                        </a:rPr>
                        <a:t>Price Volatility Risk</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4774519"/>
                  </a:ext>
                </a:extLst>
              </a:tr>
              <a:tr h="353886">
                <a:tc>
                  <a:txBody>
                    <a:bodyPr/>
                    <a:lstStyle/>
                    <a:p>
                      <a:pPr algn="l" rtl="0" fontAlgn="ctr"/>
                      <a:r>
                        <a:rPr lang="en-US" sz="1400" b="0" i="1" u="none" strike="noStrike">
                          <a:solidFill>
                            <a:srgbClr val="000000"/>
                          </a:solidFill>
                          <a:effectLst/>
                          <a:latin typeface="Calibri" panose="020F0502020204030204" pitchFamily="34" charset="0"/>
                        </a:rPr>
                        <a:t>Regulatory Risk</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91227049"/>
                  </a:ext>
                </a:extLst>
              </a:tr>
              <a:tr h="353886">
                <a:tc>
                  <a:txBody>
                    <a:bodyPr/>
                    <a:lstStyle/>
                    <a:p>
                      <a:pPr algn="l" rtl="0" fontAlgn="ctr"/>
                      <a:r>
                        <a:rPr lang="en-US" sz="1400" b="0" i="1" u="none" strike="noStrike">
                          <a:solidFill>
                            <a:srgbClr val="000000"/>
                          </a:solidFill>
                          <a:effectLst/>
                          <a:latin typeface="Calibri" panose="020F0502020204030204" pitchFamily="34" charset="0"/>
                        </a:rPr>
                        <a:t>Open Access Availability Challenges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ED8B0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ED8B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D8B0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ED8B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400" b="0" i="0" u="none" strike="noStrike" dirty="0">
                          <a:solidFill>
                            <a:srgbClr val="000000"/>
                          </a:solidFill>
                          <a:effectLst/>
                          <a:latin typeface="Calibri" panose="020F0502020204030204" pitchFamily="34" charset="0"/>
                        </a:rPr>
                        <a:t> Absent</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67456242"/>
                  </a:ext>
                </a:extLst>
              </a:tr>
              <a:tr h="403266">
                <a:tc>
                  <a:txBody>
                    <a:bodyPr/>
                    <a:lstStyle/>
                    <a:p>
                      <a:pPr algn="l" rtl="0" fontAlgn="ctr"/>
                      <a:r>
                        <a:rPr lang="en-US" sz="1400" b="0" i="1" u="none" strike="noStrike">
                          <a:solidFill>
                            <a:srgbClr val="000000"/>
                          </a:solidFill>
                          <a:effectLst/>
                          <a:latin typeface="Calibri" panose="020F0502020204030204" pitchFamily="34" charset="0"/>
                        </a:rPr>
                        <a:t>Multiple Consumer Management Risk</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3615046"/>
                  </a:ext>
                </a:extLst>
              </a:tr>
              <a:tr h="353886">
                <a:tc>
                  <a:txBody>
                    <a:bodyPr/>
                    <a:lstStyle/>
                    <a:p>
                      <a:pPr algn="l" rtl="0" fontAlgn="ctr"/>
                      <a:r>
                        <a:rPr lang="en-US" sz="1400" b="0" i="1" u="none" strike="noStrike">
                          <a:solidFill>
                            <a:srgbClr val="000000"/>
                          </a:solidFill>
                          <a:effectLst/>
                          <a:latin typeface="Calibri" panose="020F0502020204030204" pitchFamily="34" charset="0"/>
                        </a:rPr>
                        <a:t>Overall Operational Complexity</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3484188"/>
                  </a:ext>
                </a:extLst>
              </a:tr>
              <a:tr h="353886">
                <a:tc>
                  <a:txBody>
                    <a:bodyPr/>
                    <a:lstStyle/>
                    <a:p>
                      <a:pPr algn="l" rtl="0" fontAlgn="ctr"/>
                      <a:r>
                        <a:rPr lang="en-US" sz="1400" b="0" i="1" u="none" strike="noStrike">
                          <a:solidFill>
                            <a:srgbClr val="000000"/>
                          </a:solidFill>
                          <a:effectLst/>
                          <a:latin typeface="Calibri" panose="020F0502020204030204" pitchFamily="34" charset="0"/>
                        </a:rPr>
                        <a:t>Consumer Willingness</a:t>
                      </a: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15153192"/>
                  </a:ext>
                </a:extLst>
              </a:tr>
            </a:tbl>
          </a:graphicData>
        </a:graphic>
      </p:graphicFrame>
    </p:spTree>
    <p:extLst>
      <p:ext uri="{BB962C8B-B14F-4D97-AF65-F5344CB8AC3E}">
        <p14:creationId xmlns:p14="http://schemas.microsoft.com/office/powerpoint/2010/main" val="3039431068"/>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Evaluation Summary</a:t>
            </a:r>
            <a:endParaRPr lang="en-US" sz="2800" dirty="0">
              <a:solidFill>
                <a:schemeClr val="bg1"/>
              </a:solidFill>
            </a:endParaRPr>
          </a:p>
        </p:txBody>
      </p:sp>
    </p:spTree>
    <p:extLst>
      <p:ext uri="{BB962C8B-B14F-4D97-AF65-F5344CB8AC3E}">
        <p14:creationId xmlns:p14="http://schemas.microsoft.com/office/powerpoint/2010/main" val="145161278"/>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5" y="2915392"/>
            <a:ext cx="11298464" cy="661720"/>
          </a:xfrm>
          <a:prstGeom prst="rect">
            <a:avLst/>
          </a:prstGeom>
          <a:noFill/>
        </p:spPr>
        <p:txBody>
          <a:bodyPr wrap="square" lIns="0" tIns="0" rIns="0" bIns="0" rtlCol="0">
            <a:spAutoFit/>
          </a:bodyPr>
          <a:lstStyle/>
          <a:p>
            <a:pPr>
              <a:lnSpc>
                <a:spcPct val="114000"/>
              </a:lnSpc>
              <a:spcAft>
                <a:spcPts val="600"/>
              </a:spcAft>
              <a:buSzPct val="100000"/>
            </a:pPr>
            <a:r>
              <a:rPr lang="en-US" sz="4000" b="1" cap="all" dirty="0">
                <a:solidFill>
                  <a:srgbClr val="313131"/>
                </a:solidFill>
              </a:rPr>
              <a:t>Comparison of Models for SELF CONSUMPTION</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1443149"/>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6384EB53-9F34-4612-AE45-D4564C5454CD}"/>
              </a:ext>
            </a:extLst>
          </p:cNvPr>
          <p:cNvGraphicFramePr>
            <a:graphicFrameLocks noGrp="1"/>
          </p:cNvGraphicFramePr>
          <p:nvPr>
            <p:extLst>
              <p:ext uri="{D42A27DB-BD31-4B8C-83A1-F6EECF244321}">
                <p14:modId xmlns:p14="http://schemas.microsoft.com/office/powerpoint/2010/main" val="2531667967"/>
              </p:ext>
            </p:extLst>
          </p:nvPr>
        </p:nvGraphicFramePr>
        <p:xfrm>
          <a:off x="228600" y="4368949"/>
          <a:ext cx="11756572" cy="518160"/>
        </p:xfrm>
        <a:graphic>
          <a:graphicData uri="http://schemas.openxmlformats.org/drawingml/2006/table">
            <a:tbl>
              <a:tblPr firstRow="1">
                <a:tableStyleId>{93296810-A885-4BE3-A3E7-6D5BEEA58F35}</a:tableStyleId>
              </a:tblPr>
              <a:tblGrid>
                <a:gridCol w="3508492">
                  <a:extLst>
                    <a:ext uri="{9D8B030D-6E8A-4147-A177-3AD203B41FA5}">
                      <a16:colId xmlns:a16="http://schemas.microsoft.com/office/drawing/2014/main" val="1542038452"/>
                    </a:ext>
                  </a:extLst>
                </a:gridCol>
                <a:gridCol w="1649616">
                  <a:extLst>
                    <a:ext uri="{9D8B030D-6E8A-4147-A177-3AD203B41FA5}">
                      <a16:colId xmlns:a16="http://schemas.microsoft.com/office/drawing/2014/main" val="1705057590"/>
                    </a:ext>
                  </a:extLst>
                </a:gridCol>
                <a:gridCol w="1649616">
                  <a:extLst>
                    <a:ext uri="{9D8B030D-6E8A-4147-A177-3AD203B41FA5}">
                      <a16:colId xmlns:a16="http://schemas.microsoft.com/office/drawing/2014/main" val="3442682710"/>
                    </a:ext>
                  </a:extLst>
                </a:gridCol>
                <a:gridCol w="1649616">
                  <a:extLst>
                    <a:ext uri="{9D8B030D-6E8A-4147-A177-3AD203B41FA5}">
                      <a16:colId xmlns:a16="http://schemas.microsoft.com/office/drawing/2014/main" val="3619409748"/>
                    </a:ext>
                  </a:extLst>
                </a:gridCol>
                <a:gridCol w="1649616">
                  <a:extLst>
                    <a:ext uri="{9D8B030D-6E8A-4147-A177-3AD203B41FA5}">
                      <a16:colId xmlns:a16="http://schemas.microsoft.com/office/drawing/2014/main" val="1719867514"/>
                    </a:ext>
                  </a:extLst>
                </a:gridCol>
                <a:gridCol w="1649616">
                  <a:extLst>
                    <a:ext uri="{9D8B030D-6E8A-4147-A177-3AD203B41FA5}">
                      <a16:colId xmlns:a16="http://schemas.microsoft.com/office/drawing/2014/main" val="3478777190"/>
                    </a:ext>
                  </a:extLst>
                </a:gridCol>
              </a:tblGrid>
              <a:tr h="370840">
                <a:tc>
                  <a:txBody>
                    <a:bodyPr/>
                    <a:lstStyle/>
                    <a:p>
                      <a:r>
                        <a:rPr lang="en-US" sz="1400" dirty="0">
                          <a:solidFill>
                            <a:schemeClr val="tx1"/>
                          </a:solidFill>
                        </a:rPr>
                        <a:t>Overall ranking based on All Parameters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800" b="0" kern="1200" dirty="0">
                          <a:solidFill>
                            <a:schemeClr val="accent1">
                              <a:lumMod val="60000"/>
                              <a:lumOff val="40000"/>
                            </a:schemeClr>
                          </a:solidFill>
                          <a:latin typeface="+mn-lt"/>
                          <a:ea typeface="+mn-ea"/>
                          <a:cs typeface="+mn-cs"/>
                          <a:sym typeface="Wingdings 2" panose="05020102010507070707" pitchFamily="18" charset="2"/>
                        </a:rPr>
                        <a:t></a:t>
                      </a:r>
                      <a:endParaRPr lang="en-US" sz="2800" b="0" kern="1200" dirty="0">
                        <a:solidFill>
                          <a:schemeClr val="accent1">
                            <a:lumMod val="60000"/>
                            <a:lumOff val="40000"/>
                          </a:schemeClr>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algn="ctr"/>
                      <a:r>
                        <a:rPr lang="en-US" sz="2800" b="0" dirty="0">
                          <a:solidFill>
                            <a:srgbClr val="DA291C"/>
                          </a:solidFill>
                          <a:sym typeface="Wingdings 2" panose="05020102010507070707" pitchFamily="18" charset="2"/>
                        </a:rPr>
                        <a:t></a:t>
                      </a:r>
                      <a:endParaRPr lang="en-US" sz="2800" b="0" dirty="0">
                        <a:solidFill>
                          <a:srgbClr val="DA291C"/>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algn="ctr" defTabSz="914400" rtl="0" eaLnBrk="1" latinLnBrk="0" hangingPunct="1"/>
                      <a:r>
                        <a:rPr lang="en-US" sz="2800" b="0" kern="1200" dirty="0">
                          <a:solidFill>
                            <a:srgbClr val="ED8B00"/>
                          </a:solidFill>
                          <a:latin typeface="+mn-lt"/>
                          <a:ea typeface="+mn-ea"/>
                          <a:cs typeface="+mn-cs"/>
                          <a:sym typeface="Wingdings 2" panose="05020102010507070707" pitchFamily="18" charset="2"/>
                        </a:rPr>
                        <a:t></a:t>
                      </a:r>
                      <a:endParaRPr lang="en-US" sz="2800" b="0" kern="1200" dirty="0">
                        <a:solidFill>
                          <a:srgbClr val="ED8B0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algn="ctr" defTabSz="914400" rtl="0" eaLnBrk="1" latinLnBrk="0" hangingPunct="1"/>
                      <a:r>
                        <a:rPr lang="en-US" sz="2800" b="0" kern="1200" dirty="0">
                          <a:solidFill>
                            <a:srgbClr val="ED8B00"/>
                          </a:solidFill>
                          <a:latin typeface="+mn-lt"/>
                          <a:ea typeface="+mn-ea"/>
                          <a:cs typeface="+mn-cs"/>
                          <a:sym typeface="Wingdings 2" panose="05020102010507070707" pitchFamily="18" charset="2"/>
                        </a:rPr>
                        <a:t></a:t>
                      </a:r>
                      <a:endParaRPr lang="en-US" sz="2800" b="0" kern="1200" dirty="0">
                        <a:solidFill>
                          <a:srgbClr val="ED8B0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0" dirty="0">
                          <a:solidFill>
                            <a:srgbClr val="00B050"/>
                          </a:solidFill>
                          <a:sym typeface="Wingdings 2" panose="05020102010507070707" pitchFamily="18" charset="2"/>
                        </a:rPr>
                        <a:t></a:t>
                      </a:r>
                      <a:endParaRPr lang="en-US" sz="28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bl>
          </a:graphicData>
        </a:graphic>
      </p:graphicFrame>
      <p:sp>
        <p:nvSpPr>
          <p:cNvPr id="6" name="Title 5"/>
          <p:cNvSpPr>
            <a:spLocks noGrp="1"/>
          </p:cNvSpPr>
          <p:nvPr>
            <p:ph type="title"/>
          </p:nvPr>
        </p:nvSpPr>
        <p:spPr>
          <a:xfrm>
            <a:off x="501650" y="134620"/>
            <a:ext cx="11188700" cy="334099"/>
          </a:xfrm>
          <a:noFill/>
        </p:spPr>
        <p:txBody>
          <a:bodyPr/>
          <a:lstStyle/>
          <a:p>
            <a:pPr algn="just"/>
            <a:r>
              <a:rPr lang="en-US" sz="2800" b="1" dirty="0"/>
              <a:t>Final Rating for Comparison of the Models for Self Consumption</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228599" y="5040082"/>
            <a:ext cx="11756571" cy="1480460"/>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defTabSz="914400" eaLnBrk="1" fontAlgn="auto" latinLnBrk="0" hangingPunct="1">
              <a:lnSpc>
                <a:spcPct val="106000"/>
              </a:lnSpc>
              <a:spcBef>
                <a:spcPts val="0"/>
              </a:spcBef>
              <a:spcAft>
                <a:spcPts val="0"/>
              </a:spcAft>
              <a:buClrTx/>
              <a:buSzTx/>
              <a:buFont typeface="Wingdings 2" pitchFamily="18" charset="2"/>
              <a:buNone/>
              <a:tabLst/>
              <a:defRPr/>
            </a:pPr>
            <a:r>
              <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Key Takeaways</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The overall rating is highest for </a:t>
            </a:r>
            <a:r>
              <a:rPr lang="en-US" sz="1400" b="1" kern="0" dirty="0">
                <a:solidFill>
                  <a:prstClr val="black"/>
                </a:solidFill>
                <a:latin typeface="Calibri Light" panose="020F0302020204030204" pitchFamily="34" charset="0"/>
                <a:cs typeface="Calibri Light" panose="020F0302020204030204" pitchFamily="34" charset="0"/>
              </a:rPr>
              <a:t>Solar power purchase from projects under GOI Scheme (e.g. CPSU Ph-II) where projects are un-tied and commissioned / under-construction.</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The second most preferred option is </a:t>
            </a:r>
            <a:r>
              <a:rPr lang="en-US" sz="1400" b="1" kern="0" dirty="0">
                <a:solidFill>
                  <a:prstClr val="black"/>
                </a:solidFill>
                <a:latin typeface="Calibri Light" panose="020F0302020204030204" pitchFamily="34" charset="0"/>
                <a:cs typeface="Calibri Light" panose="020F0302020204030204" pitchFamily="34" charset="0"/>
              </a:rPr>
              <a:t>Capex Mode at Own Land (CG-Own and MP-Own)</a:t>
            </a:r>
            <a:r>
              <a:rPr lang="en-US" sz="1400" kern="0" dirty="0">
                <a:solidFill>
                  <a:prstClr val="black"/>
                </a:solidFill>
                <a:latin typeface="Calibri Light" panose="020F0302020204030204" pitchFamily="34" charset="0"/>
                <a:cs typeface="Calibri Light" panose="020F0302020204030204" pitchFamily="34" charset="0"/>
              </a:rPr>
              <a:t> subject to availability of suitable land. The financial savings under this model is the highest.</a:t>
            </a:r>
          </a:p>
          <a:p>
            <a:pPr marL="171450" marR="0" lvl="0" indent="-171450" defTabSz="914400" eaLnBrk="1" fontAlgn="auto" latinLnBrk="0" hangingPunct="1">
              <a:lnSpc>
                <a:spcPct val="106000"/>
              </a:lnSpc>
              <a:spcBef>
                <a:spcPts val="0"/>
              </a:spcBef>
              <a:spcAft>
                <a:spcPts val="0"/>
              </a:spcAft>
              <a:buClrTx/>
              <a:buSzTx/>
              <a:buFont typeface="Arial" panose="020B0604020202020204" pitchFamily="34" charset="0"/>
              <a:buChar char="•"/>
              <a:tabLst/>
              <a:defRPr/>
            </a:pPr>
            <a:r>
              <a:rPr lang="en-US" sz="1400" kern="0" dirty="0">
                <a:solidFill>
                  <a:prstClr val="black"/>
                </a:solidFill>
                <a:latin typeface="Calibri Light" panose="020F0302020204030204" pitchFamily="34" charset="0"/>
                <a:cs typeface="Calibri Light" panose="020F0302020204030204" pitchFamily="34" charset="0"/>
              </a:rPr>
              <a:t>SECL can take necessary steps to further explore these two options. Accordingly, the next steps are outlined in the subsequent sections.</a:t>
            </a:r>
            <a:endParaRPr kumimoji="0" lang="en-US" sz="1400" b="1" i="0" u="none" strike="noStrike" kern="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endParaRPr>
          </a:p>
        </p:txBody>
      </p:sp>
      <p:graphicFrame>
        <p:nvGraphicFramePr>
          <p:cNvPr id="2" name="Table 1">
            <a:extLst>
              <a:ext uri="{FF2B5EF4-FFF2-40B4-BE49-F238E27FC236}">
                <a16:creationId xmlns:a16="http://schemas.microsoft.com/office/drawing/2014/main" id="{2693A7C9-5736-4FA0-B324-3820CDC1EF6F}"/>
              </a:ext>
            </a:extLst>
          </p:cNvPr>
          <p:cNvGraphicFramePr>
            <a:graphicFrameLocks noGrp="1"/>
          </p:cNvGraphicFramePr>
          <p:nvPr>
            <p:extLst>
              <p:ext uri="{D42A27DB-BD31-4B8C-83A1-F6EECF244321}">
                <p14:modId xmlns:p14="http://schemas.microsoft.com/office/powerpoint/2010/main" val="147576070"/>
              </p:ext>
            </p:extLst>
          </p:nvPr>
        </p:nvGraphicFramePr>
        <p:xfrm>
          <a:off x="228600" y="860371"/>
          <a:ext cx="11756573" cy="3251913"/>
        </p:xfrm>
        <a:graphic>
          <a:graphicData uri="http://schemas.openxmlformats.org/drawingml/2006/table">
            <a:tbl>
              <a:tblPr firstRow="1" bandRow="1"/>
              <a:tblGrid>
                <a:gridCol w="3529378">
                  <a:extLst>
                    <a:ext uri="{9D8B030D-6E8A-4147-A177-3AD203B41FA5}">
                      <a16:colId xmlns:a16="http://schemas.microsoft.com/office/drawing/2014/main" val="3201733084"/>
                    </a:ext>
                  </a:extLst>
                </a:gridCol>
                <a:gridCol w="1645439">
                  <a:extLst>
                    <a:ext uri="{9D8B030D-6E8A-4147-A177-3AD203B41FA5}">
                      <a16:colId xmlns:a16="http://schemas.microsoft.com/office/drawing/2014/main" val="290581856"/>
                    </a:ext>
                  </a:extLst>
                </a:gridCol>
                <a:gridCol w="1645439">
                  <a:extLst>
                    <a:ext uri="{9D8B030D-6E8A-4147-A177-3AD203B41FA5}">
                      <a16:colId xmlns:a16="http://schemas.microsoft.com/office/drawing/2014/main" val="3262925279"/>
                    </a:ext>
                  </a:extLst>
                </a:gridCol>
                <a:gridCol w="1645439">
                  <a:extLst>
                    <a:ext uri="{9D8B030D-6E8A-4147-A177-3AD203B41FA5}">
                      <a16:colId xmlns:a16="http://schemas.microsoft.com/office/drawing/2014/main" val="1133543309"/>
                    </a:ext>
                  </a:extLst>
                </a:gridCol>
                <a:gridCol w="1645439">
                  <a:extLst>
                    <a:ext uri="{9D8B030D-6E8A-4147-A177-3AD203B41FA5}">
                      <a16:colId xmlns:a16="http://schemas.microsoft.com/office/drawing/2014/main" val="467961337"/>
                    </a:ext>
                  </a:extLst>
                </a:gridCol>
                <a:gridCol w="1645439">
                  <a:extLst>
                    <a:ext uri="{9D8B030D-6E8A-4147-A177-3AD203B41FA5}">
                      <a16:colId xmlns:a16="http://schemas.microsoft.com/office/drawing/2014/main" val="1919183413"/>
                    </a:ext>
                  </a:extLst>
                </a:gridCol>
              </a:tblGrid>
              <a:tr h="611416">
                <a:tc>
                  <a:txBody>
                    <a:bodyPr/>
                    <a:lstStyle/>
                    <a:p>
                      <a:pPr algn="l" rtl="0" fontAlgn="ctr"/>
                      <a:r>
                        <a:rPr lang="en-US" sz="1400" b="1" i="0" u="none" strike="noStrike" dirty="0">
                          <a:solidFill>
                            <a:srgbClr val="000000"/>
                          </a:solidFill>
                          <a:effectLst/>
                          <a:latin typeface="Calibri" panose="020F0502020204030204" pitchFamily="34" charset="0"/>
                        </a:rPr>
                        <a:t>Business Models -&gt;</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400" dirty="0"/>
                        <a:t>Model-1: Capex Mode (Own land) (CG-Own and MP-Own)</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a:r>
                        <a:rPr lang="en-US" sz="1400" dirty="0"/>
                        <a:t>Model-2: Capex Mode (Other’s land)</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a:r>
                        <a:rPr lang="en-US" sz="1400" dirty="0"/>
                        <a:t>Model-3: BOO Mode (PPA Based)</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a:r>
                        <a:rPr lang="en-US" sz="1400" dirty="0"/>
                        <a:t>Model-4: GoI Scheme (PPA Based) – project yet to be tendered</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0000"/>
                        <a:lumOff val="80000"/>
                      </a:schemeClr>
                    </a:solidFill>
                  </a:tcPr>
                </a:tc>
                <a:tc>
                  <a:txBody>
                    <a:bodyPr/>
                    <a:lstStyle/>
                    <a:p>
                      <a:pPr algn="ctr"/>
                      <a:r>
                        <a:rPr lang="en-US" sz="1400" dirty="0"/>
                        <a:t>Model-4a: </a:t>
                      </a:r>
                      <a:r>
                        <a:rPr lang="en-US" sz="1400" dirty="0" err="1"/>
                        <a:t>GoI</a:t>
                      </a:r>
                      <a:r>
                        <a:rPr lang="en-US" sz="1400" dirty="0"/>
                        <a:t> Scheme – un-tied commissioned / under-construction project</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2427612620"/>
                  </a:ext>
                </a:extLst>
              </a:tr>
              <a:tr h="498523">
                <a:tc>
                  <a:txBody>
                    <a:bodyPr/>
                    <a:lstStyle/>
                    <a:p>
                      <a:pPr algn="l" rtl="0" fontAlgn="ctr"/>
                      <a:r>
                        <a:rPr lang="en-US" sz="1400" b="0" i="1" u="none" strike="noStrike" dirty="0">
                          <a:solidFill>
                            <a:srgbClr val="000000"/>
                          </a:solidFill>
                          <a:effectLst/>
                          <a:latin typeface="Calibri" panose="020F0502020204030204" pitchFamily="34" charset="0"/>
                        </a:rPr>
                        <a:t>Financial Gains</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00B050"/>
                          </a:solidFill>
                          <a:sym typeface="Wingdings 2" panose="05020102010507070707" pitchFamily="18" charset="2"/>
                        </a:rPr>
                        <a:t></a:t>
                      </a:r>
                      <a:endParaRPr lang="en-US" sz="20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chemeClr val="accent1">
                              <a:lumMod val="60000"/>
                              <a:lumOff val="40000"/>
                            </a:schemeClr>
                          </a:solidFill>
                          <a:sym typeface="Wingdings 2" panose="05020102010507070707" pitchFamily="18" charset="2"/>
                        </a:rPr>
                        <a:t></a:t>
                      </a:r>
                      <a:endParaRPr lang="en-US" sz="20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ED8B00"/>
                          </a:solidFill>
                          <a:sym typeface="Wingdings 2" panose="05020102010507070707" pitchFamily="18" charset="2"/>
                        </a:rPr>
                        <a:t></a:t>
                      </a:r>
                      <a:endParaRPr lang="en-US" sz="20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ED8B00"/>
                          </a:solidFill>
                          <a:sym typeface="Wingdings 2" panose="05020102010507070707" pitchFamily="18" charset="2"/>
                        </a:rPr>
                        <a:t></a:t>
                      </a:r>
                      <a:endParaRPr lang="en-US" sz="20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ED8B00"/>
                          </a:solidFill>
                          <a:sym typeface="Wingdings 2" panose="05020102010507070707" pitchFamily="18" charset="2"/>
                        </a:rPr>
                        <a:t></a:t>
                      </a:r>
                      <a:endParaRPr lang="en-US" sz="20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60409932"/>
                  </a:ext>
                </a:extLst>
              </a:tr>
              <a:tr h="498523">
                <a:tc>
                  <a:txBody>
                    <a:bodyPr/>
                    <a:lstStyle/>
                    <a:p>
                      <a:pPr algn="l" rtl="0" fontAlgn="ctr"/>
                      <a:r>
                        <a:rPr lang="en-US" sz="1400" b="0" i="1" u="none" strike="noStrike" dirty="0">
                          <a:solidFill>
                            <a:srgbClr val="000000"/>
                          </a:solidFill>
                          <a:effectLst/>
                          <a:latin typeface="Calibri" panose="020F0502020204030204" pitchFamily="34" charset="0"/>
                        </a:rPr>
                        <a:t>Risk Perspective</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ED8B00"/>
                          </a:solidFill>
                          <a:sym typeface="Wingdings 2" panose="05020102010507070707" pitchFamily="18" charset="2"/>
                        </a:rPr>
                        <a:t></a:t>
                      </a:r>
                      <a:endParaRPr lang="en-US" sz="20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DA291C"/>
                          </a:solidFill>
                          <a:sym typeface="Wingdings 2" panose="05020102010507070707" pitchFamily="18" charset="2"/>
                        </a:rPr>
                        <a:t></a:t>
                      </a:r>
                      <a:endParaRPr lang="en-US" sz="2000" b="0" dirty="0">
                        <a:solidFill>
                          <a:srgbClr val="DA291C"/>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chemeClr val="accent1">
                              <a:lumMod val="60000"/>
                              <a:lumOff val="40000"/>
                            </a:schemeClr>
                          </a:solidFill>
                          <a:sym typeface="Wingdings 2" panose="05020102010507070707" pitchFamily="18" charset="2"/>
                        </a:rPr>
                        <a:t></a:t>
                      </a:r>
                      <a:endParaRPr lang="en-US" sz="20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00B050"/>
                          </a:solidFill>
                          <a:sym typeface="Wingdings 2" panose="05020102010507070707" pitchFamily="18" charset="2"/>
                        </a:rPr>
                        <a:t></a:t>
                      </a:r>
                      <a:endParaRPr lang="en-US" sz="20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00B050"/>
                          </a:solidFill>
                          <a:sym typeface="Wingdings 2" panose="05020102010507070707" pitchFamily="18" charset="2"/>
                        </a:rPr>
                        <a:t></a:t>
                      </a:r>
                      <a:endParaRPr lang="en-US" sz="20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64526510"/>
                  </a:ext>
                </a:extLst>
              </a:tr>
              <a:tr h="498523">
                <a:tc>
                  <a:txBody>
                    <a:bodyPr/>
                    <a:lstStyle/>
                    <a:p>
                      <a:pPr algn="l" rtl="0" fontAlgn="ctr"/>
                      <a:r>
                        <a:rPr lang="en-US" sz="1400" b="0" i="1" u="none" strike="noStrike" dirty="0">
                          <a:solidFill>
                            <a:srgbClr val="000000"/>
                          </a:solidFill>
                          <a:effectLst/>
                          <a:latin typeface="Calibri" panose="020F0502020204030204" pitchFamily="34" charset="0"/>
                        </a:rPr>
                        <a:t>Land Availability</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kern="1200" dirty="0">
                          <a:solidFill>
                            <a:srgbClr val="ED8B00"/>
                          </a:solidFill>
                          <a:latin typeface="+mn-lt"/>
                          <a:ea typeface="+mn-ea"/>
                          <a:cs typeface="+mn-cs"/>
                          <a:sym typeface="Wingdings 2" panose="05020102010507070707" pitchFamily="18" charset="2"/>
                        </a:rPr>
                        <a:t></a:t>
                      </a:r>
                      <a:endParaRPr lang="en-US" sz="2000" b="0" kern="1200" dirty="0">
                        <a:solidFill>
                          <a:srgbClr val="ED8B00"/>
                        </a:solidFill>
                        <a:latin typeface="+mn-lt"/>
                        <a:ea typeface="+mn-ea"/>
                        <a:cs typeface="+mn-cs"/>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000" b="0" dirty="0">
                          <a:solidFill>
                            <a:srgbClr val="DA291C"/>
                          </a:solidFill>
                          <a:sym typeface="Wingdings 2" panose="05020102010507070707" pitchFamily="18" charset="2"/>
                        </a:rPr>
                        <a:t></a:t>
                      </a:r>
                      <a:endParaRPr lang="en-US" sz="2000" b="0" dirty="0">
                        <a:solidFill>
                          <a:srgbClr val="DA291C"/>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000" b="0" dirty="0">
                          <a:solidFill>
                            <a:srgbClr val="ED8B00"/>
                          </a:solidFill>
                          <a:sym typeface="Wingdings 2" panose="05020102010507070707" pitchFamily="18" charset="2"/>
                        </a:rPr>
                        <a:t></a:t>
                      </a:r>
                      <a:endParaRPr lang="en-US" sz="2000" b="0" dirty="0">
                        <a:solidFill>
                          <a:schemeClr val="accent1">
                            <a:lumMod val="60000"/>
                            <a:lumOff val="40000"/>
                          </a:schemeClr>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2000" b="0" dirty="0">
                          <a:solidFill>
                            <a:srgbClr val="00B050"/>
                          </a:solidFill>
                          <a:sym typeface="Wingdings 2" panose="05020102010507070707" pitchFamily="18" charset="2"/>
                        </a:rPr>
                        <a:t></a:t>
                      </a:r>
                      <a:endParaRPr lang="en-US" sz="2000" b="0" dirty="0">
                        <a:solidFill>
                          <a:srgbClr val="C00000"/>
                        </a:solidFill>
                      </a:endParaRP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00B050"/>
                          </a:solidFill>
                          <a:sym typeface="Wingdings 2" panose="05020102010507070707" pitchFamily="18" charset="2"/>
                        </a:rPr>
                        <a:t></a:t>
                      </a:r>
                      <a:endParaRPr lang="en-US" sz="20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36953147"/>
                  </a:ext>
                </a:extLst>
              </a:tr>
              <a:tr h="598104">
                <a:tc>
                  <a:txBody>
                    <a:bodyPr/>
                    <a:lstStyle/>
                    <a:p>
                      <a:pPr algn="l" rtl="0" fontAlgn="ctr"/>
                      <a:r>
                        <a:rPr lang="en-US" sz="1400" b="0" i="1" u="none" strike="noStrike" dirty="0">
                          <a:solidFill>
                            <a:srgbClr val="000000"/>
                          </a:solidFill>
                          <a:effectLst/>
                          <a:latin typeface="Calibri" panose="020F0502020204030204" pitchFamily="34" charset="0"/>
                        </a:rPr>
                        <a:t>Steps Required/ Timeline</a:t>
                      </a:r>
                    </a:p>
                  </a:txBody>
                  <a:tcPr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chemeClr val="accent1">
                              <a:lumMod val="60000"/>
                              <a:lumOff val="40000"/>
                            </a:schemeClr>
                          </a:solidFill>
                          <a:sym typeface="Wingdings 2" panose="05020102010507070707" pitchFamily="18" charset="2"/>
                        </a:rPr>
                        <a:t></a:t>
                      </a:r>
                      <a:endParaRPr lang="en-US" sz="2000" b="0" dirty="0">
                        <a:solidFill>
                          <a:schemeClr val="accent1">
                            <a:lumMod val="60000"/>
                            <a:lumOff val="40000"/>
                          </a:schemeClr>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ED8B00"/>
                          </a:solidFill>
                          <a:sym typeface="Wingdings 2" panose="05020102010507070707" pitchFamily="18" charset="2"/>
                        </a:rPr>
                        <a:t></a:t>
                      </a:r>
                      <a:endParaRPr lang="en-US" sz="2000" b="0" dirty="0">
                        <a:solidFill>
                          <a:srgbClr val="ED8B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0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000" b="0" i="0" u="none" strike="noStrike" kern="1200" cap="none" spc="0" normalizeH="0" baseline="0" noProof="0" dirty="0">
                        <a:ln>
                          <a:noFill/>
                        </a:ln>
                        <a:solidFill>
                          <a:srgbClr val="DA291C"/>
                        </a:solidFill>
                        <a:effectLst/>
                        <a:uLnTx/>
                        <a:uFillTx/>
                        <a:latin typeface="Calibri"/>
                        <a:ea typeface="+mn-ea"/>
                        <a:cs typeface="+mn-cs"/>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2000" b="0" dirty="0">
                          <a:solidFill>
                            <a:srgbClr val="00B050"/>
                          </a:solidFill>
                          <a:sym typeface="Wingdings 2" panose="05020102010507070707" pitchFamily="18" charset="2"/>
                        </a:rPr>
                        <a:t></a:t>
                      </a:r>
                      <a:endParaRPr lang="en-US" sz="2000" b="0" dirty="0">
                        <a:solidFill>
                          <a:srgbClr val="C00000"/>
                        </a:solidFill>
                      </a:endParaRPr>
                    </a:p>
                  </a:txBody>
                  <a:tcPr marL="6350" marR="6350" marT="63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58738871"/>
                  </a:ext>
                </a:extLst>
              </a:tr>
            </a:tbl>
          </a:graphicData>
        </a:graphic>
      </p:graphicFrame>
    </p:spTree>
    <p:extLst>
      <p:ext uri="{BB962C8B-B14F-4D97-AF65-F5344CB8AC3E}">
        <p14:creationId xmlns:p14="http://schemas.microsoft.com/office/powerpoint/2010/main" val="3145116388"/>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483520" cy="469086"/>
          </a:xfrm>
          <a:noFill/>
        </p:spPr>
        <p:txBody>
          <a:bodyPr/>
          <a:lstStyle/>
          <a:p>
            <a:r>
              <a:rPr lang="en-US" sz="2800" b="1" dirty="0"/>
              <a:t>Recommendations for SECL for choice of Project Models for Self Consumption</a:t>
            </a:r>
            <a:endParaRPr lang="en-GB" sz="2800" b="1" dirty="0"/>
          </a:p>
        </p:txBody>
      </p:sp>
      <p:sp>
        <p:nvSpPr>
          <p:cNvPr id="7" name="TextBox 6">
            <a:extLst>
              <a:ext uri="{FF2B5EF4-FFF2-40B4-BE49-F238E27FC236}">
                <a16:creationId xmlns:a16="http://schemas.microsoft.com/office/drawing/2014/main" id="{3B2E3D4D-B85A-42D8-9876-69F21ACFB95E}"/>
              </a:ext>
            </a:extLst>
          </p:cNvPr>
          <p:cNvSpPr txBox="1"/>
          <p:nvPr/>
        </p:nvSpPr>
        <p:spPr>
          <a:xfrm>
            <a:off x="501650" y="707569"/>
            <a:ext cx="11483520" cy="5813505"/>
          </a:xfrm>
          <a:prstGeom prst="rect">
            <a:avLst/>
          </a:prstGeom>
          <a:noFill/>
          <a:ln>
            <a:solidFill>
              <a:schemeClr val="accent6"/>
            </a:solidFill>
          </a:ln>
        </p:spPr>
        <p:txBody>
          <a:bodyPr wrap="square" lIns="72000" tIns="36000" rIns="72000" bIns="36000" rtlCol="0" anchor="t" anchorCtr="0">
            <a:spAutoFit/>
          </a:bodyPr>
          <a:lstStyle/>
          <a:p>
            <a:pPr marL="285750" indent="-285750" algn="just">
              <a:lnSpc>
                <a:spcPct val="114000"/>
              </a:lnSpc>
              <a:spcAft>
                <a:spcPts val="300"/>
              </a:spcAft>
              <a:buSzPct val="100000"/>
              <a:buFont typeface="Arial" panose="020B0604020202020204" pitchFamily="34" charset="0"/>
              <a:buChar char="•"/>
            </a:pPr>
            <a:r>
              <a:rPr lang="en-US" sz="1600" dirty="0"/>
              <a:t>Two models are evaluated to be the most preferred ones:</a:t>
            </a:r>
          </a:p>
          <a:p>
            <a:pPr marL="800100" lvl="1" indent="-342900" algn="just">
              <a:lnSpc>
                <a:spcPct val="114000"/>
              </a:lnSpc>
              <a:spcAft>
                <a:spcPts val="300"/>
              </a:spcAft>
              <a:buSzPct val="100000"/>
              <a:buFont typeface="+mj-lt"/>
              <a:buAutoNum type="alphaLcParenR"/>
            </a:pPr>
            <a:r>
              <a:rPr lang="en-US" sz="1600" dirty="0"/>
              <a:t>Purchase of solar power from un-tied commissioned / under-construction solar projects under GOI-scheme (e.g. CPSU Ph-II scheme);</a:t>
            </a:r>
          </a:p>
          <a:p>
            <a:pPr marL="800100" lvl="1" indent="-342900" algn="just">
              <a:lnSpc>
                <a:spcPct val="114000"/>
              </a:lnSpc>
              <a:spcAft>
                <a:spcPts val="300"/>
              </a:spcAft>
              <a:buSzPct val="100000"/>
              <a:buFont typeface="+mj-lt"/>
              <a:buAutoNum type="alphaLcParenR"/>
            </a:pPr>
            <a:r>
              <a:rPr lang="en-US" sz="1600" dirty="0"/>
              <a:t>Establishment of solar power plant in capex mode (i.e. captive power plant) in own land in both Chhattisgarh and Madhya Pradesh to meet captive power requirements in the respective states (CG-own and MP-own).</a:t>
            </a:r>
          </a:p>
          <a:p>
            <a:pPr marL="285750" indent="-285750" algn="just">
              <a:lnSpc>
                <a:spcPct val="114000"/>
              </a:lnSpc>
              <a:spcAft>
                <a:spcPts val="300"/>
              </a:spcAft>
              <a:buSzPct val="100000"/>
              <a:buFont typeface="Arial" panose="020B0604020202020204" pitchFamily="34" charset="0"/>
              <a:buChar char="•"/>
            </a:pPr>
            <a:r>
              <a:rPr lang="en-US" sz="1600" dirty="0"/>
              <a:t>Capex mode (CG-own and MP-own) can yield the highest financial savings. SECL needs to explore the possibility of developing the maximum capacity of solar plant (out of 210 MW in CG and 85 MW in MP) under this mode. For this, SECL needs to initiate the following steps:</a:t>
            </a:r>
          </a:p>
          <a:p>
            <a:pPr marL="742950" lvl="1" indent="-285750" algn="just">
              <a:lnSpc>
                <a:spcPct val="114000"/>
              </a:lnSpc>
              <a:spcAft>
                <a:spcPts val="300"/>
              </a:spcAft>
              <a:buSzPct val="100000"/>
              <a:buFont typeface="Courier New" panose="02070309020205020404" pitchFamily="49" charset="0"/>
              <a:buChar char="o"/>
            </a:pPr>
            <a:r>
              <a:rPr lang="en-US" sz="1600" dirty="0"/>
              <a:t>Initiate suitability assessment of identified own lands for solar PV plant development.</a:t>
            </a:r>
          </a:p>
          <a:p>
            <a:pPr marL="742950" lvl="1" indent="-285750" algn="just">
              <a:lnSpc>
                <a:spcPct val="114000"/>
              </a:lnSpc>
              <a:spcAft>
                <a:spcPts val="300"/>
              </a:spcAft>
              <a:buSzPct val="100000"/>
              <a:buFont typeface="Courier New" panose="02070309020205020404" pitchFamily="49" charset="0"/>
              <a:buChar char="o"/>
            </a:pPr>
            <a:r>
              <a:rPr lang="en-US" sz="1600" dirty="0"/>
              <a:t>Initiate discussion with STU and Discoms for details of the nearest desired sub-stations. </a:t>
            </a:r>
          </a:p>
          <a:p>
            <a:pPr marL="742950" lvl="1" indent="-285750" algn="just">
              <a:lnSpc>
                <a:spcPct val="114000"/>
              </a:lnSpc>
              <a:spcAft>
                <a:spcPts val="300"/>
              </a:spcAft>
              <a:buSzPct val="100000"/>
              <a:buFont typeface="Courier New" panose="02070309020205020404" pitchFamily="49" charset="0"/>
              <a:buChar char="o"/>
            </a:pPr>
            <a:r>
              <a:rPr lang="en-US" sz="1600" dirty="0"/>
              <a:t>Based on the identified land parcel’s suitability study report, initiate additional land parcel procurement process at CG and MP (if required) near STU/ Discoms with available evacuation capacities.</a:t>
            </a:r>
          </a:p>
          <a:p>
            <a:pPr marL="285750" indent="-285750" algn="just">
              <a:lnSpc>
                <a:spcPct val="114000"/>
              </a:lnSpc>
              <a:spcAft>
                <a:spcPts val="300"/>
              </a:spcAft>
              <a:buSzPct val="100000"/>
              <a:buFont typeface="Arial" panose="020B0604020202020204" pitchFamily="34" charset="0"/>
              <a:buChar char="•"/>
            </a:pPr>
            <a:r>
              <a:rPr lang="en-US" sz="1600" dirty="0"/>
              <a:t>Purchase of solar power from un-tied commissioned / under-construction solar projects under GOI-scheme (e.g. CPSU Ph-II scheme) has the lowest risk and highest ranking. For this, SECL needs to initiate the following steps:</a:t>
            </a:r>
          </a:p>
          <a:p>
            <a:pPr marL="742950" lvl="1" indent="-285750" algn="just">
              <a:lnSpc>
                <a:spcPct val="114000"/>
              </a:lnSpc>
              <a:spcAft>
                <a:spcPts val="300"/>
              </a:spcAft>
              <a:buSzPct val="100000"/>
              <a:buFont typeface="Courier New" panose="02070309020205020404" pitchFamily="49" charset="0"/>
              <a:buChar char="o"/>
            </a:pPr>
            <a:r>
              <a:rPr lang="en-US" sz="1600" dirty="0"/>
              <a:t>SECL needs to explore available un-tied commissioned / under-construction solar projects under CPSU Ph-II scheme. A list of probable such un-tied solar projects under CPSU Ph-II scheme (Tranche-III) is provided in </a:t>
            </a:r>
            <a:r>
              <a:rPr lang="en-US" sz="1600" dirty="0">
                <a:hlinkClick r:id="rId2" action="ppaction://hlinksldjump"/>
              </a:rPr>
              <a:t>Annexure-4</a:t>
            </a:r>
            <a:r>
              <a:rPr lang="en-US" sz="1600" dirty="0"/>
              <a:t>.</a:t>
            </a:r>
          </a:p>
          <a:p>
            <a:pPr marL="285750" indent="-285750" algn="just">
              <a:lnSpc>
                <a:spcPct val="114000"/>
              </a:lnSpc>
              <a:spcAft>
                <a:spcPts val="300"/>
              </a:spcAft>
              <a:buSzPct val="100000"/>
              <a:buFont typeface="Arial" panose="020B0604020202020204" pitchFamily="34" charset="0"/>
              <a:buChar char="•"/>
            </a:pPr>
            <a:r>
              <a:rPr lang="en-US" sz="1600" dirty="0"/>
              <a:t>Capacity-mix for these two options:</a:t>
            </a:r>
          </a:p>
          <a:p>
            <a:pPr marL="742950" lvl="1" indent="-285750" algn="just">
              <a:lnSpc>
                <a:spcPct val="114000"/>
              </a:lnSpc>
              <a:spcAft>
                <a:spcPts val="300"/>
              </a:spcAft>
              <a:buSzPct val="100000"/>
              <a:buFont typeface="Courier New" panose="02070309020205020404" pitchFamily="49" charset="0"/>
              <a:buChar char="o"/>
            </a:pPr>
            <a:r>
              <a:rPr lang="en-US" sz="1600" dirty="0"/>
              <a:t>Capacity under Capex mode (CG-own and MP-own) will be as per availability of suitable land as explained above.</a:t>
            </a:r>
          </a:p>
          <a:p>
            <a:pPr marL="742950" lvl="1" indent="-285750" algn="just">
              <a:lnSpc>
                <a:spcPct val="114000"/>
              </a:lnSpc>
              <a:spcAft>
                <a:spcPts val="300"/>
              </a:spcAft>
              <a:buSzPct val="100000"/>
              <a:buFont typeface="Courier New" panose="02070309020205020404" pitchFamily="49" charset="0"/>
              <a:buChar char="o"/>
            </a:pPr>
            <a:r>
              <a:rPr lang="en-US" sz="1600" dirty="0"/>
              <a:t>For remaining capacity, SECL will need to explore un-tied capacities under CPSU Ph-II scheme as explained above.</a:t>
            </a:r>
          </a:p>
        </p:txBody>
      </p:sp>
    </p:spTree>
    <p:extLst>
      <p:ext uri="{BB962C8B-B14F-4D97-AF65-F5344CB8AC3E}">
        <p14:creationId xmlns:p14="http://schemas.microsoft.com/office/powerpoint/2010/main" val="1465148966"/>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5" y="2490090"/>
            <a:ext cx="11298464" cy="1363450"/>
          </a:xfrm>
          <a:prstGeom prst="rect">
            <a:avLst/>
          </a:prstGeom>
          <a:noFill/>
        </p:spPr>
        <p:txBody>
          <a:bodyPr wrap="square" lIns="0" tIns="0" rIns="0" bIns="0" rtlCol="0">
            <a:spAutoFit/>
          </a:bodyPr>
          <a:lstStyle/>
          <a:p>
            <a:pPr>
              <a:lnSpc>
                <a:spcPct val="114000"/>
              </a:lnSpc>
              <a:spcAft>
                <a:spcPts val="600"/>
              </a:spcAft>
              <a:buSzPct val="100000"/>
            </a:pPr>
            <a:r>
              <a:rPr lang="en-US" sz="4000" b="1" cap="all" dirty="0">
                <a:solidFill>
                  <a:srgbClr val="313131"/>
                </a:solidFill>
              </a:rPr>
              <a:t>Comparison of Options for Selling of Surplus Power</a:t>
            </a: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064037"/>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6384EB53-9F34-4612-AE45-D4564C5454CD}"/>
              </a:ext>
            </a:extLst>
          </p:cNvPr>
          <p:cNvGraphicFramePr>
            <a:graphicFrameLocks noGrp="1"/>
          </p:cNvGraphicFramePr>
          <p:nvPr/>
        </p:nvGraphicFramePr>
        <p:xfrm>
          <a:off x="537236" y="5041873"/>
          <a:ext cx="11188698" cy="518160"/>
        </p:xfrm>
        <a:graphic>
          <a:graphicData uri="http://schemas.openxmlformats.org/drawingml/2006/table">
            <a:tbl>
              <a:tblPr firstRow="1">
                <a:tableStyleId>{93296810-A885-4BE3-A3E7-6D5BEEA58F35}</a:tableStyleId>
              </a:tblPr>
              <a:tblGrid>
                <a:gridCol w="3153958">
                  <a:extLst>
                    <a:ext uri="{9D8B030D-6E8A-4147-A177-3AD203B41FA5}">
                      <a16:colId xmlns:a16="http://schemas.microsoft.com/office/drawing/2014/main" val="1542038452"/>
                    </a:ext>
                  </a:extLst>
                </a:gridCol>
                <a:gridCol w="1333953">
                  <a:extLst>
                    <a:ext uri="{9D8B030D-6E8A-4147-A177-3AD203B41FA5}">
                      <a16:colId xmlns:a16="http://schemas.microsoft.com/office/drawing/2014/main" val="1705057590"/>
                    </a:ext>
                  </a:extLst>
                </a:gridCol>
                <a:gridCol w="1311858">
                  <a:extLst>
                    <a:ext uri="{9D8B030D-6E8A-4147-A177-3AD203B41FA5}">
                      <a16:colId xmlns:a16="http://schemas.microsoft.com/office/drawing/2014/main" val="3442682710"/>
                    </a:ext>
                  </a:extLst>
                </a:gridCol>
                <a:gridCol w="1339702">
                  <a:extLst>
                    <a:ext uri="{9D8B030D-6E8A-4147-A177-3AD203B41FA5}">
                      <a16:colId xmlns:a16="http://schemas.microsoft.com/office/drawing/2014/main" val="3619409748"/>
                    </a:ext>
                  </a:extLst>
                </a:gridCol>
                <a:gridCol w="1339702">
                  <a:extLst>
                    <a:ext uri="{9D8B030D-6E8A-4147-A177-3AD203B41FA5}">
                      <a16:colId xmlns:a16="http://schemas.microsoft.com/office/drawing/2014/main" val="1719867514"/>
                    </a:ext>
                  </a:extLst>
                </a:gridCol>
                <a:gridCol w="1375572">
                  <a:extLst>
                    <a:ext uri="{9D8B030D-6E8A-4147-A177-3AD203B41FA5}">
                      <a16:colId xmlns:a16="http://schemas.microsoft.com/office/drawing/2014/main" val="1897517611"/>
                    </a:ext>
                  </a:extLst>
                </a:gridCol>
                <a:gridCol w="1333953">
                  <a:extLst>
                    <a:ext uri="{9D8B030D-6E8A-4147-A177-3AD203B41FA5}">
                      <a16:colId xmlns:a16="http://schemas.microsoft.com/office/drawing/2014/main" val="1181101683"/>
                    </a:ext>
                  </a:extLst>
                </a:gridCol>
              </a:tblGrid>
              <a:tr h="370840">
                <a:tc>
                  <a:txBody>
                    <a:bodyPr/>
                    <a:lstStyle/>
                    <a:p>
                      <a:r>
                        <a:rPr lang="en-US" sz="1400" dirty="0">
                          <a:solidFill>
                            <a:schemeClr val="tx1"/>
                          </a:solidFill>
                        </a:rPr>
                        <a:t>Overall ranking based on Financial and Implementation Risks</a:t>
                      </a: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kern="1200" dirty="0">
                          <a:solidFill>
                            <a:srgbClr val="ED8B00"/>
                          </a:solidFill>
                          <a:latin typeface="+mn-lt"/>
                          <a:ea typeface="+mn-ea"/>
                          <a:cs typeface="+mn-cs"/>
                          <a:sym typeface="Wingdings 2" panose="05020102010507070707" pitchFamily="18" charset="2"/>
                        </a:rPr>
                        <a:t></a:t>
                      </a:r>
                      <a:endParaRPr lang="en-US" sz="2400" b="0" kern="1200" dirty="0">
                        <a:solidFill>
                          <a:srgbClr val="ED8B00"/>
                        </a:solidFill>
                        <a:latin typeface="+mn-lt"/>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dirty="0">
                        <a:ln>
                          <a:noFill/>
                        </a:ln>
                        <a:solidFill>
                          <a:srgbClr val="86BC25">
                            <a:lumMod val="60000"/>
                            <a:lumOff val="40000"/>
                          </a:srgbClr>
                        </a:solidFill>
                        <a:effectLst/>
                        <a:uLnTx/>
                        <a:uFillTx/>
                        <a:latin typeface="Calibri"/>
                        <a:ea typeface="+mn-ea"/>
                        <a:cs typeface="+mn-cs"/>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anchor="ctr">
                    <a:lnL w="12700" cap="flat" cmpd="sng" algn="ctr">
                      <a:solidFill>
                        <a:schemeClr val="accent6"/>
                      </a:solidFill>
                      <a:prstDash val="solid"/>
                      <a:round/>
                      <a:headEnd type="none" w="med" len="med"/>
                      <a:tailEnd type="none" w="med" len="med"/>
                    </a:lnL>
                    <a:lnR w="12700" cap="flat" cmpd="sng" algn="ctr">
                      <a:solidFill>
                        <a:schemeClr val="accent6"/>
                      </a:solidFill>
                      <a:prstDash val="solid"/>
                      <a:round/>
                      <a:headEnd type="none" w="med" len="med"/>
                      <a:tailEnd type="none" w="med" len="med"/>
                    </a:lnR>
                    <a:lnT w="12700" cap="flat" cmpd="sng" algn="ctr">
                      <a:solidFill>
                        <a:schemeClr val="accent6"/>
                      </a:solidFill>
                      <a:prstDash val="solid"/>
                      <a:round/>
                      <a:headEnd type="none" w="med" len="med"/>
                      <a:tailEnd type="none" w="med" len="med"/>
                    </a:lnT>
                    <a:lnB w="12700" cap="flat" cmpd="sng" algn="ctr">
                      <a:solidFill>
                        <a:schemeClr val="accent6"/>
                      </a:solidFill>
                      <a:prstDash val="solid"/>
                      <a:round/>
                      <a:headEnd type="none" w="med" len="med"/>
                      <a:tailEnd type="none" w="med" len="med"/>
                    </a:lnB>
                    <a:noFill/>
                  </a:tcPr>
                </a:tc>
                <a:extLst>
                  <a:ext uri="{0D108BD9-81ED-4DB2-BD59-A6C34878D82A}">
                    <a16:rowId xmlns:a16="http://schemas.microsoft.com/office/drawing/2014/main" val="1595747327"/>
                  </a:ext>
                </a:extLst>
              </a:tr>
            </a:tbl>
          </a:graphicData>
        </a:graphic>
      </p:graphicFrame>
      <p:sp>
        <p:nvSpPr>
          <p:cNvPr id="6" name="Title 5"/>
          <p:cNvSpPr>
            <a:spLocks noGrp="1"/>
          </p:cNvSpPr>
          <p:nvPr>
            <p:ph type="title"/>
          </p:nvPr>
        </p:nvSpPr>
        <p:spPr>
          <a:xfrm>
            <a:off x="501650" y="134620"/>
            <a:ext cx="11188700" cy="334099"/>
          </a:xfrm>
          <a:noFill/>
        </p:spPr>
        <p:txBody>
          <a:bodyPr/>
          <a:lstStyle/>
          <a:p>
            <a:pPr algn="just"/>
            <a:r>
              <a:rPr lang="en-US" sz="2800" b="1" dirty="0"/>
              <a:t>Comparison of Various Options for Surplus Power Selling of SECL</a:t>
            </a:r>
            <a:endParaRPr lang="en-GB" sz="2800" b="1" dirty="0"/>
          </a:p>
        </p:txBody>
      </p:sp>
      <p:sp>
        <p:nvSpPr>
          <p:cNvPr id="8" name="Rectangle: Rounded Corners 7">
            <a:extLst>
              <a:ext uri="{FF2B5EF4-FFF2-40B4-BE49-F238E27FC236}">
                <a16:creationId xmlns:a16="http://schemas.microsoft.com/office/drawing/2014/main" id="{45D01AB5-A9F7-4F94-869B-7B9A284B52C5}"/>
              </a:ext>
            </a:extLst>
          </p:cNvPr>
          <p:cNvSpPr/>
          <p:nvPr/>
        </p:nvSpPr>
        <p:spPr bwMode="gray">
          <a:xfrm>
            <a:off x="537236" y="5704114"/>
            <a:ext cx="11188702" cy="886071"/>
          </a:xfrm>
          <a:prstGeom prst="roundRect">
            <a:avLst/>
          </a:prstGeom>
          <a:solidFill>
            <a:srgbClr val="75787B">
              <a:lumMod val="20000"/>
              <a:lumOff val="80000"/>
            </a:srgbClr>
          </a:solidFill>
          <a:ln w="19050" algn="ctr">
            <a:noFill/>
            <a:miter lim="800000"/>
            <a:headEnd/>
            <a:tailEnd/>
          </a:ln>
        </p:spPr>
        <p:txBody>
          <a:bodyPr wrap="square" lIns="88900" tIns="88900" rIns="88900" bIns="88900" rtlCol="0" anchor="ctr"/>
          <a:lstStyle/>
          <a:p>
            <a:pPr marL="0"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r>
              <a:rPr kumimoji="0" lang="en-US" sz="16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Key Takeaways</a:t>
            </a:r>
          </a:p>
          <a:p>
            <a:pPr marL="171450" marR="0" lvl="0" indent="-17145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6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Energy Sale to discoms </a:t>
            </a:r>
            <a:r>
              <a:rPr kumimoji="0" lang="en-US" sz="16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is the lowest risk option followed by </a:t>
            </a:r>
            <a:r>
              <a:rPr kumimoji="0" lang="en-US" sz="16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Energy Banking</a:t>
            </a:r>
            <a:r>
              <a:rPr kumimoji="0" lang="en-US" sz="1600" b="0"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 However, the willingness and conventional practice of the discoms will play a key role in selling the surplus power sell of SECL.</a:t>
            </a:r>
            <a:endParaRPr kumimoji="0" lang="en-US" sz="1600" b="1" i="0" u="none" strike="noStrike" kern="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endParaRPr>
          </a:p>
        </p:txBody>
      </p:sp>
      <p:graphicFrame>
        <p:nvGraphicFramePr>
          <p:cNvPr id="4" name="Table 3">
            <a:extLst>
              <a:ext uri="{FF2B5EF4-FFF2-40B4-BE49-F238E27FC236}">
                <a16:creationId xmlns:a16="http://schemas.microsoft.com/office/drawing/2014/main" id="{CA0F09A7-DE20-40E2-A0AD-1C2EDB890224}"/>
              </a:ext>
            </a:extLst>
          </p:cNvPr>
          <p:cNvGraphicFramePr>
            <a:graphicFrameLocks noGrp="1"/>
          </p:cNvGraphicFramePr>
          <p:nvPr>
            <p:extLst>
              <p:ext uri="{D42A27DB-BD31-4B8C-83A1-F6EECF244321}">
                <p14:modId xmlns:p14="http://schemas.microsoft.com/office/powerpoint/2010/main" val="1655395286"/>
              </p:ext>
            </p:extLst>
          </p:nvPr>
        </p:nvGraphicFramePr>
        <p:xfrm>
          <a:off x="537236" y="713045"/>
          <a:ext cx="11188700" cy="4122151"/>
        </p:xfrm>
        <a:graphic>
          <a:graphicData uri="http://schemas.openxmlformats.org/drawingml/2006/table">
            <a:tbl>
              <a:tblPr firstRow="1" bandRow="1"/>
              <a:tblGrid>
                <a:gridCol w="3099656">
                  <a:extLst>
                    <a:ext uri="{9D8B030D-6E8A-4147-A177-3AD203B41FA5}">
                      <a16:colId xmlns:a16="http://schemas.microsoft.com/office/drawing/2014/main" val="85661148"/>
                    </a:ext>
                  </a:extLst>
                </a:gridCol>
                <a:gridCol w="1348174">
                  <a:extLst>
                    <a:ext uri="{9D8B030D-6E8A-4147-A177-3AD203B41FA5}">
                      <a16:colId xmlns:a16="http://schemas.microsoft.com/office/drawing/2014/main" val="3819264135"/>
                    </a:ext>
                  </a:extLst>
                </a:gridCol>
                <a:gridCol w="1348174">
                  <a:extLst>
                    <a:ext uri="{9D8B030D-6E8A-4147-A177-3AD203B41FA5}">
                      <a16:colId xmlns:a16="http://schemas.microsoft.com/office/drawing/2014/main" val="3939374353"/>
                    </a:ext>
                  </a:extLst>
                </a:gridCol>
                <a:gridCol w="1348174">
                  <a:extLst>
                    <a:ext uri="{9D8B030D-6E8A-4147-A177-3AD203B41FA5}">
                      <a16:colId xmlns:a16="http://schemas.microsoft.com/office/drawing/2014/main" val="1068500480"/>
                    </a:ext>
                  </a:extLst>
                </a:gridCol>
                <a:gridCol w="1348174">
                  <a:extLst>
                    <a:ext uri="{9D8B030D-6E8A-4147-A177-3AD203B41FA5}">
                      <a16:colId xmlns:a16="http://schemas.microsoft.com/office/drawing/2014/main" val="992371851"/>
                    </a:ext>
                  </a:extLst>
                </a:gridCol>
                <a:gridCol w="1348174">
                  <a:extLst>
                    <a:ext uri="{9D8B030D-6E8A-4147-A177-3AD203B41FA5}">
                      <a16:colId xmlns:a16="http://schemas.microsoft.com/office/drawing/2014/main" val="1522871897"/>
                    </a:ext>
                  </a:extLst>
                </a:gridCol>
                <a:gridCol w="1348174">
                  <a:extLst>
                    <a:ext uri="{9D8B030D-6E8A-4147-A177-3AD203B41FA5}">
                      <a16:colId xmlns:a16="http://schemas.microsoft.com/office/drawing/2014/main" val="2688745397"/>
                    </a:ext>
                  </a:extLst>
                </a:gridCol>
              </a:tblGrid>
              <a:tr h="921751">
                <a:tc>
                  <a:txBody>
                    <a:bodyPr/>
                    <a:lstStyle/>
                    <a:p>
                      <a:pPr algn="l" rtl="0" fontAlgn="ctr"/>
                      <a:r>
                        <a:rPr lang="en-US" sz="1400" b="1" i="0" u="none" strike="noStrike">
                          <a:solidFill>
                            <a:srgbClr val="000000"/>
                          </a:solidFill>
                          <a:effectLst/>
                          <a:latin typeface="Calibri" panose="020F0502020204030204" pitchFamily="34" charset="0"/>
                        </a:rPr>
                        <a:t>Land Ownership -&gt;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dirty="0">
                          <a:solidFill>
                            <a:srgbClr val="000000"/>
                          </a:solidFill>
                          <a:effectLst/>
                          <a:latin typeface="Calibri" panose="020F0502020204030204" pitchFamily="34" charset="0"/>
                        </a:rPr>
                        <a:t>Energy Sale to Discoms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Energy Banking</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through Energy Exchanges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through Trading Licensees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Sell to Open Access Consumers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400" b="1" i="0" u="none" strike="noStrike">
                          <a:solidFill>
                            <a:srgbClr val="000000"/>
                          </a:solidFill>
                          <a:effectLst/>
                          <a:latin typeface="Calibri" panose="020F0502020204030204" pitchFamily="34" charset="0"/>
                        </a:rPr>
                        <a:t>Renewable Energy Certificate (REC)</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078216"/>
                  </a:ext>
                </a:extLst>
              </a:tr>
              <a:tr h="353886">
                <a:tc>
                  <a:txBody>
                    <a:bodyPr/>
                    <a:lstStyle/>
                    <a:p>
                      <a:pPr algn="l" rtl="0" fontAlgn="ctr"/>
                      <a:r>
                        <a:rPr lang="en-US" sz="1400" b="0" i="1" u="none" strike="noStrike">
                          <a:solidFill>
                            <a:srgbClr val="000000"/>
                          </a:solidFill>
                          <a:effectLst/>
                          <a:latin typeface="Calibri" panose="020F0502020204030204" pitchFamily="34" charset="0"/>
                        </a:rPr>
                        <a:t>Off-take / Volume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4682123"/>
                  </a:ext>
                </a:extLst>
              </a:tr>
              <a:tr h="353886">
                <a:tc>
                  <a:txBody>
                    <a:bodyPr/>
                    <a:lstStyle/>
                    <a:p>
                      <a:pPr algn="l" rtl="0" fontAlgn="ctr"/>
                      <a:r>
                        <a:rPr lang="en-US" sz="1400" b="0" i="1" u="none" strike="noStrike">
                          <a:solidFill>
                            <a:srgbClr val="000000"/>
                          </a:solidFill>
                          <a:effectLst/>
                          <a:latin typeface="Calibri" panose="020F0502020204030204" pitchFamily="34" charset="0"/>
                        </a:rPr>
                        <a:t>Price Volatility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4774519"/>
                  </a:ext>
                </a:extLst>
              </a:tr>
              <a:tr h="353886">
                <a:tc>
                  <a:txBody>
                    <a:bodyPr/>
                    <a:lstStyle/>
                    <a:p>
                      <a:pPr algn="l" rtl="0" fontAlgn="ctr"/>
                      <a:r>
                        <a:rPr lang="en-US" sz="1400" b="0" i="1" u="none" strike="noStrike">
                          <a:solidFill>
                            <a:srgbClr val="000000"/>
                          </a:solidFill>
                          <a:effectLst/>
                          <a:latin typeface="Calibri" panose="020F0502020204030204" pitchFamily="34" charset="0"/>
                        </a:rPr>
                        <a:t>Regulatory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accent1">
                              <a:lumMod val="60000"/>
                              <a:lumOff val="40000"/>
                            </a:schemeClr>
                          </a:solidFill>
                          <a:sym typeface="Wingdings 2" panose="05020102010507070707" pitchFamily="18" charset="2"/>
                        </a:rPr>
                        <a:t></a:t>
                      </a:r>
                      <a:endParaRPr lang="en-US" sz="2400" b="0" dirty="0">
                        <a:solidFill>
                          <a:schemeClr val="accent1">
                            <a:lumMod val="60000"/>
                            <a:lumOff val="40000"/>
                          </a:schemeClr>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91227049"/>
                  </a:ext>
                </a:extLst>
              </a:tr>
              <a:tr h="353886">
                <a:tc>
                  <a:txBody>
                    <a:bodyPr/>
                    <a:lstStyle/>
                    <a:p>
                      <a:pPr algn="l" rtl="0" fontAlgn="ctr"/>
                      <a:r>
                        <a:rPr lang="en-US" sz="1400" b="0" i="1" u="none" strike="noStrike">
                          <a:solidFill>
                            <a:srgbClr val="000000"/>
                          </a:solidFill>
                          <a:effectLst/>
                          <a:latin typeface="Calibri" panose="020F0502020204030204" pitchFamily="34" charset="0"/>
                        </a:rPr>
                        <a:t>Open Access Availability Challenges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ED8B0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ED8B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D8B0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ED8B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400" b="0" i="0" u="none" strike="noStrike" dirty="0">
                          <a:solidFill>
                            <a:srgbClr val="000000"/>
                          </a:solidFill>
                          <a:effectLst/>
                          <a:latin typeface="Calibri" panose="020F0502020204030204" pitchFamily="34" charset="0"/>
                        </a:rPr>
                        <a:t> Absent</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67456242"/>
                  </a:ext>
                </a:extLst>
              </a:tr>
              <a:tr h="403266">
                <a:tc>
                  <a:txBody>
                    <a:bodyPr/>
                    <a:lstStyle/>
                    <a:p>
                      <a:pPr algn="l" rtl="0" fontAlgn="ctr"/>
                      <a:r>
                        <a:rPr lang="en-US" sz="1400" b="0" i="1" u="none" strike="noStrike">
                          <a:solidFill>
                            <a:srgbClr val="000000"/>
                          </a:solidFill>
                          <a:effectLst/>
                          <a:latin typeface="Calibri" panose="020F0502020204030204" pitchFamily="34" charset="0"/>
                        </a:rPr>
                        <a:t>Multiple Consumer Management Risk</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00B050"/>
                          </a:solidFill>
                          <a:sym typeface="Wingdings 2" panose="05020102010507070707" pitchFamily="18" charset="2"/>
                        </a:rPr>
                        <a:t></a:t>
                      </a:r>
                      <a:endParaRPr lang="en-US" sz="2400" b="0" dirty="0">
                        <a:solidFill>
                          <a:srgbClr val="C000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3615046"/>
                  </a:ext>
                </a:extLst>
              </a:tr>
              <a:tr h="353886">
                <a:tc>
                  <a:txBody>
                    <a:bodyPr/>
                    <a:lstStyle/>
                    <a:p>
                      <a:pPr algn="l" rtl="0" fontAlgn="ctr"/>
                      <a:r>
                        <a:rPr lang="en-US" sz="1400" b="0" i="1" u="none" strike="noStrike">
                          <a:solidFill>
                            <a:srgbClr val="000000"/>
                          </a:solidFill>
                          <a:effectLst/>
                          <a:latin typeface="Calibri" panose="020F0502020204030204" pitchFamily="34" charset="0"/>
                        </a:rPr>
                        <a:t>Overall Operational Complexity</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3484188"/>
                  </a:ext>
                </a:extLst>
              </a:tr>
              <a:tr h="353886">
                <a:tc>
                  <a:txBody>
                    <a:bodyPr/>
                    <a:lstStyle/>
                    <a:p>
                      <a:pPr algn="l" rtl="0" fontAlgn="ctr"/>
                      <a:r>
                        <a:rPr lang="en-US" sz="1400" b="0" i="1" u="none" strike="noStrike">
                          <a:solidFill>
                            <a:srgbClr val="000000"/>
                          </a:solidFill>
                          <a:effectLst/>
                          <a:latin typeface="Calibri" panose="020F0502020204030204" pitchFamily="34" charset="0"/>
                        </a:rPr>
                        <a:t>Consumer Willingness</a:t>
                      </a: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DA291C"/>
                          </a:solidFill>
                          <a:sym typeface="Wingdings 2" panose="05020102010507070707" pitchFamily="18" charset="2"/>
                        </a:rPr>
                        <a:t></a:t>
                      </a:r>
                      <a:endParaRPr lang="en-US" sz="2400" b="0" dirty="0">
                        <a:solidFill>
                          <a:srgbClr val="DA291C"/>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C00000"/>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86BC25">
                            <a:lumMod val="60000"/>
                            <a:lumOff val="40000"/>
                          </a:srgbClr>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DA291C"/>
                          </a:solidFill>
                          <a:effectLst/>
                          <a:uLnTx/>
                          <a:uFillTx/>
                          <a:latin typeface="Calibri"/>
                          <a:ea typeface="+mn-ea"/>
                          <a:cs typeface="+mn-cs"/>
                          <a:sym typeface="Wingdings 2" panose="05020102010507070707" pitchFamily="18" charset="2"/>
                        </a:rPr>
                        <a:t></a:t>
                      </a:r>
                      <a:endParaRPr kumimoji="0" lang="en-US" sz="2400" b="0" i="0" u="none" strike="noStrike" kern="1200" cap="none" spc="0" normalizeH="0" baseline="0" noProof="0" dirty="0">
                        <a:ln>
                          <a:noFill/>
                        </a:ln>
                        <a:solidFill>
                          <a:srgbClr val="DA291C"/>
                        </a:solidFill>
                        <a:effectLst/>
                        <a:uLnTx/>
                        <a:uFillTx/>
                        <a:latin typeface="Calibri"/>
                        <a:ea typeface="+mn-ea"/>
                        <a:cs typeface="+mn-cs"/>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rgbClr val="ED8B00"/>
                          </a:solidFill>
                          <a:sym typeface="Wingdings 2" panose="05020102010507070707" pitchFamily="18" charset="2"/>
                        </a:rPr>
                        <a:t></a:t>
                      </a:r>
                      <a:endParaRPr lang="en-US" sz="2400" b="0" dirty="0">
                        <a:solidFill>
                          <a:srgbClr val="ED8B00"/>
                        </a:solidFill>
                      </a:endParaRPr>
                    </a:p>
                  </a:txBody>
                  <a:tcPr marL="45720" marR="4572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15153192"/>
                  </a:ext>
                </a:extLst>
              </a:tr>
            </a:tbl>
          </a:graphicData>
        </a:graphic>
      </p:graphicFrame>
    </p:spTree>
    <p:extLst>
      <p:ext uri="{BB962C8B-B14F-4D97-AF65-F5344CB8AC3E}">
        <p14:creationId xmlns:p14="http://schemas.microsoft.com/office/powerpoint/2010/main" val="896660480"/>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483520" cy="469086"/>
          </a:xfrm>
          <a:noFill/>
        </p:spPr>
        <p:txBody>
          <a:bodyPr/>
          <a:lstStyle/>
          <a:p>
            <a:r>
              <a:rPr lang="en-US" sz="2800" b="1" dirty="0"/>
              <a:t>Recommendations for SECL for choice of Options for Sale of Surplus Power</a:t>
            </a:r>
            <a:endParaRPr lang="en-GB" sz="2800" b="1" dirty="0"/>
          </a:p>
        </p:txBody>
      </p:sp>
      <p:sp>
        <p:nvSpPr>
          <p:cNvPr id="7" name="TextBox 6">
            <a:extLst>
              <a:ext uri="{FF2B5EF4-FFF2-40B4-BE49-F238E27FC236}">
                <a16:creationId xmlns:a16="http://schemas.microsoft.com/office/drawing/2014/main" id="{3B2E3D4D-B85A-42D8-9876-69F21ACFB95E}"/>
              </a:ext>
            </a:extLst>
          </p:cNvPr>
          <p:cNvSpPr txBox="1"/>
          <p:nvPr/>
        </p:nvSpPr>
        <p:spPr>
          <a:xfrm>
            <a:off x="501650" y="947056"/>
            <a:ext cx="11483520" cy="4525332"/>
          </a:xfrm>
          <a:prstGeom prst="rect">
            <a:avLst/>
          </a:prstGeom>
          <a:noFill/>
          <a:ln>
            <a:solidFill>
              <a:schemeClr val="accent6"/>
            </a:solidFill>
          </a:ln>
        </p:spPr>
        <p:txBody>
          <a:bodyPr wrap="square" lIns="72000" tIns="36000" rIns="72000" bIns="36000" rtlCol="0" anchor="t" anchorCtr="0">
            <a:spAutoFit/>
          </a:bodyPr>
          <a:lstStyle/>
          <a:p>
            <a:pPr marL="285750" indent="-285750" algn="just">
              <a:lnSpc>
                <a:spcPct val="114000"/>
              </a:lnSpc>
              <a:spcAft>
                <a:spcPts val="600"/>
              </a:spcAft>
              <a:buSzPct val="100000"/>
              <a:buFont typeface="Arial" panose="020B0604020202020204" pitchFamily="34" charset="0"/>
              <a:buChar char="•"/>
            </a:pPr>
            <a:r>
              <a:rPr lang="en-US" sz="1600" dirty="0"/>
              <a:t>Three models are evaluated to be the most preferred ones:</a:t>
            </a:r>
          </a:p>
          <a:p>
            <a:pPr marL="800100" lvl="1" indent="-342900" algn="just">
              <a:lnSpc>
                <a:spcPct val="114000"/>
              </a:lnSpc>
              <a:spcAft>
                <a:spcPts val="600"/>
              </a:spcAft>
              <a:buSzPct val="100000"/>
              <a:buFont typeface="+mj-lt"/>
              <a:buAutoNum type="alphaLcParenR"/>
            </a:pPr>
            <a:r>
              <a:rPr lang="en-US" sz="1600" dirty="0"/>
              <a:t>Sale of solar power to the discoms in Chhattisgarh and Madhya Pradesh;</a:t>
            </a:r>
          </a:p>
          <a:p>
            <a:pPr marL="800100" lvl="1" indent="-342900" algn="just">
              <a:lnSpc>
                <a:spcPct val="114000"/>
              </a:lnSpc>
              <a:spcAft>
                <a:spcPts val="600"/>
              </a:spcAft>
              <a:buSzPct val="100000"/>
              <a:buFont typeface="+mj-lt"/>
              <a:buAutoNum type="alphaLcParenR"/>
            </a:pPr>
            <a:r>
              <a:rPr lang="en-US" sz="1600" dirty="0"/>
              <a:t>Banking of Solar Energy in Chhattisgarh and Madhya Pradesh;</a:t>
            </a:r>
          </a:p>
          <a:p>
            <a:pPr marL="800100" lvl="1" indent="-342900" algn="just">
              <a:lnSpc>
                <a:spcPct val="114000"/>
              </a:lnSpc>
              <a:spcAft>
                <a:spcPts val="600"/>
              </a:spcAft>
              <a:buSzPct val="100000"/>
              <a:buFont typeface="+mj-lt"/>
              <a:buAutoNum type="alphaLcParenR"/>
            </a:pPr>
            <a:r>
              <a:rPr lang="en-US" sz="1600" dirty="0"/>
              <a:t>Sale of solar power to trading licensees.</a:t>
            </a:r>
          </a:p>
          <a:p>
            <a:pPr marL="285750" indent="-285750" algn="just">
              <a:lnSpc>
                <a:spcPct val="114000"/>
              </a:lnSpc>
              <a:spcAft>
                <a:spcPts val="600"/>
              </a:spcAft>
              <a:buSzPct val="100000"/>
              <a:buFont typeface="Arial" panose="020B0604020202020204" pitchFamily="34" charset="0"/>
              <a:buChar char="•"/>
            </a:pPr>
            <a:r>
              <a:rPr lang="en-US" sz="1600" dirty="0"/>
              <a:t>Energy Sale to Discoms is the best feasible model for selling surplus power. However, CG Discom has expressed that they will not buy any solar power except from SECI. SECL can initiate communication with MP-Discoms (or MPPMCL) for the possibility to sale solar power.</a:t>
            </a:r>
          </a:p>
          <a:p>
            <a:pPr marL="285750" indent="-285750" algn="just">
              <a:lnSpc>
                <a:spcPct val="114000"/>
              </a:lnSpc>
              <a:spcAft>
                <a:spcPts val="600"/>
              </a:spcAft>
              <a:buSzPct val="100000"/>
              <a:buFont typeface="Arial" panose="020B0604020202020204" pitchFamily="34" charset="0"/>
              <a:buChar char="•"/>
            </a:pPr>
            <a:r>
              <a:rPr lang="en-US" sz="1600" dirty="0"/>
              <a:t>SECL can start communication channel with the discoms in CG and MP for Energy Banking and necessary procedures.</a:t>
            </a:r>
          </a:p>
          <a:p>
            <a:pPr marL="285750" indent="-285750" algn="just">
              <a:lnSpc>
                <a:spcPct val="114000"/>
              </a:lnSpc>
              <a:spcAft>
                <a:spcPts val="600"/>
              </a:spcAft>
              <a:buSzPct val="100000"/>
              <a:buFont typeface="Arial" panose="020B0604020202020204" pitchFamily="34" charset="0"/>
              <a:buChar char="•"/>
            </a:pPr>
            <a:r>
              <a:rPr lang="en-US" sz="1600" dirty="0"/>
              <a:t>SECL should start liaising with Energy Traders (such as PTC, NVVN, etc.) to find long-term contract rates and exploring the opportunity to enter into arrangements with the Traders for sale of solar power.</a:t>
            </a:r>
          </a:p>
          <a:p>
            <a:pPr marL="285750" indent="-285750" algn="just">
              <a:lnSpc>
                <a:spcPct val="114000"/>
              </a:lnSpc>
              <a:spcAft>
                <a:spcPts val="600"/>
              </a:spcAft>
              <a:buSzPct val="100000"/>
              <a:buFont typeface="Arial" panose="020B0604020202020204" pitchFamily="34" charset="0"/>
              <a:buChar char="•"/>
            </a:pPr>
            <a:r>
              <a:rPr lang="en-US" sz="1600" dirty="0"/>
              <a:t>At the same time, SECL will also need to assess the suitability of available land parcels in CG and MP (including availability of sub-stations with spare capacities) for solar project development. SECL will need to liaise with the STU and State Discoms for assessing available evacuation capacities. For the balance land, if any, SECL will need to explore the availability of purchasing suitable land in CG and MP.</a:t>
            </a:r>
          </a:p>
        </p:txBody>
      </p:sp>
    </p:spTree>
    <p:extLst>
      <p:ext uri="{BB962C8B-B14F-4D97-AF65-F5344CB8AC3E}">
        <p14:creationId xmlns:p14="http://schemas.microsoft.com/office/powerpoint/2010/main" val="3289115710"/>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Conclusion and Way Forward</a:t>
            </a:r>
            <a:endParaRPr lang="en-US" sz="2800" dirty="0">
              <a:solidFill>
                <a:schemeClr val="bg1"/>
              </a:solidFill>
            </a:endParaRPr>
          </a:p>
        </p:txBody>
      </p:sp>
    </p:spTree>
    <p:extLst>
      <p:ext uri="{BB962C8B-B14F-4D97-AF65-F5344CB8AC3E}">
        <p14:creationId xmlns:p14="http://schemas.microsoft.com/office/powerpoint/2010/main" val="2930549604"/>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6D75C525-6CC3-479C-B026-C57E062F7440}"/>
              </a:ext>
            </a:extLst>
          </p:cNvPr>
          <p:cNvGraphicFramePr>
            <a:graphicFrameLocks noGrp="1"/>
          </p:cNvGraphicFramePr>
          <p:nvPr>
            <p:extLst>
              <p:ext uri="{D42A27DB-BD31-4B8C-83A1-F6EECF244321}">
                <p14:modId xmlns:p14="http://schemas.microsoft.com/office/powerpoint/2010/main" val="111020061"/>
              </p:ext>
            </p:extLst>
          </p:nvPr>
        </p:nvGraphicFramePr>
        <p:xfrm>
          <a:off x="608974" y="1226383"/>
          <a:ext cx="10974051" cy="4217487"/>
        </p:xfrm>
        <a:graphic>
          <a:graphicData uri="http://schemas.openxmlformats.org/drawingml/2006/table">
            <a:tbl>
              <a:tblPr firstRow="1" bandRow="1">
                <a:tableStyleId>{5C22544A-7EE6-4342-B048-85BDC9FD1C3A}</a:tableStyleId>
              </a:tblPr>
              <a:tblGrid>
                <a:gridCol w="1382141">
                  <a:extLst>
                    <a:ext uri="{9D8B030D-6E8A-4147-A177-3AD203B41FA5}">
                      <a16:colId xmlns:a16="http://schemas.microsoft.com/office/drawing/2014/main" val="3975474829"/>
                    </a:ext>
                  </a:extLst>
                </a:gridCol>
                <a:gridCol w="1623955">
                  <a:extLst>
                    <a:ext uri="{9D8B030D-6E8A-4147-A177-3AD203B41FA5}">
                      <a16:colId xmlns:a16="http://schemas.microsoft.com/office/drawing/2014/main" val="844568499"/>
                    </a:ext>
                  </a:extLst>
                </a:gridCol>
                <a:gridCol w="7967955">
                  <a:extLst>
                    <a:ext uri="{9D8B030D-6E8A-4147-A177-3AD203B41FA5}">
                      <a16:colId xmlns:a16="http://schemas.microsoft.com/office/drawing/2014/main" val="1868331620"/>
                    </a:ext>
                  </a:extLst>
                </a:gridCol>
              </a:tblGrid>
              <a:tr h="90230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STU/ Discoms Spare Capacity Check</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Deliberations need to be made with the STU and Discoms in Chhattisgarh and Madhya Pradesh to explore spare evacuation capacities at their existing and upcoming sub-stations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841469">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accent1"/>
                          </a:solidFill>
                          <a:latin typeface="+mn-lt"/>
                          <a:ea typeface="Verdana" panose="020B0604030504040204" pitchFamily="34" charset="0"/>
                          <a:cs typeface="Verdana" panose="020B0604030504040204" pitchFamily="34" charset="0"/>
                        </a:rPr>
                        <a:t>Check Availability of Own Land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Availability of own land near those identified substations need to be explored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78064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Land Suitability Assessment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Suitability for development of solar power plant in those own land need to be assessed, keeping in consideration the voltage and capacity limits as per regulations for grid connectivity</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670558"/>
                  </a:ext>
                </a:extLst>
              </a:tr>
              <a:tr h="824806">
                <a:tc>
                  <a:txBody>
                    <a:bodyPr/>
                    <a:lstStyle/>
                    <a:p>
                      <a:pPr algn="l"/>
                      <a:endParaRPr lang="en-US" sz="1400" b="0" dirty="0">
                        <a:solidFill>
                          <a:schemeClr val="tx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accent1"/>
                          </a:solidFill>
                          <a:latin typeface="+mn-lt"/>
                          <a:ea typeface="Verdana" panose="020B0604030504040204" pitchFamily="34" charset="0"/>
                          <a:cs typeface="Verdana" panose="020B0604030504040204" pitchFamily="34" charset="0"/>
                        </a:rPr>
                        <a:t>Finding Other Private Suitable Land, if required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If availability of own land is not adequate, then availability of other lands close to the identified substations of STU and Discoms need to be explored</a:t>
                      </a:r>
                    </a:p>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Suitability for development of solar power plant in those land parcels need to be assessed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r h="868272">
                <a:tc>
                  <a:txBody>
                    <a:bodyPr/>
                    <a:lstStyle/>
                    <a:p>
                      <a:pPr algn="l"/>
                      <a:endParaRPr lang="en-US" sz="1400" b="0" dirty="0">
                        <a:solidFill>
                          <a:schemeClr val="tx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Finding Untied Solar Capacity from CPSU Scheme</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Simultaneously, untied solar capacities already commissioned or about to be commissioned under the CPSU scheme Phase-II can be explored</a:t>
                      </a:r>
                    </a:p>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The potential for procuring those untied solar capacities can be assessed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2064739"/>
                  </a:ext>
                </a:extLst>
              </a:tr>
            </a:tbl>
          </a:graphicData>
        </a:graphic>
      </p:graphicFrame>
      <p:pic>
        <p:nvPicPr>
          <p:cNvPr id="9" name="Picture 8">
            <a:extLst>
              <a:ext uri="{FF2B5EF4-FFF2-40B4-BE49-F238E27FC236}">
                <a16:creationId xmlns:a16="http://schemas.microsoft.com/office/drawing/2014/main" id="{108B95CB-C967-435E-9654-3316BE9B8D24}"/>
              </a:ext>
            </a:extLst>
          </p:cNvPr>
          <p:cNvPicPr>
            <a:picLocks noChangeAspect="1"/>
          </p:cNvPicPr>
          <p:nvPr/>
        </p:nvPicPr>
        <p:blipFill rotWithShape="1">
          <a:blip r:embed="rId2"/>
          <a:srcRect l="50479" t="26425" r="45512" b="69011"/>
          <a:stretch/>
        </p:blipFill>
        <p:spPr>
          <a:xfrm>
            <a:off x="795661" y="2386486"/>
            <a:ext cx="448987" cy="328477"/>
          </a:xfrm>
          <a:prstGeom prst="rect">
            <a:avLst/>
          </a:prstGeom>
        </p:spPr>
      </p:pic>
      <p:pic>
        <p:nvPicPr>
          <p:cNvPr id="10" name="Picture 9">
            <a:extLst>
              <a:ext uri="{FF2B5EF4-FFF2-40B4-BE49-F238E27FC236}">
                <a16:creationId xmlns:a16="http://schemas.microsoft.com/office/drawing/2014/main" id="{A435E9EA-A6C1-4897-9377-319236816E4F}"/>
              </a:ext>
            </a:extLst>
          </p:cNvPr>
          <p:cNvPicPr>
            <a:picLocks noChangeAspect="1"/>
          </p:cNvPicPr>
          <p:nvPr/>
        </p:nvPicPr>
        <p:blipFill rotWithShape="1">
          <a:blip r:embed="rId2"/>
          <a:srcRect l="50658" t="39548" r="45735" b="55388"/>
          <a:stretch/>
        </p:blipFill>
        <p:spPr>
          <a:xfrm>
            <a:off x="849554" y="3970012"/>
            <a:ext cx="356122" cy="321379"/>
          </a:xfrm>
          <a:prstGeom prst="rect">
            <a:avLst/>
          </a:prstGeom>
        </p:spPr>
      </p:pic>
      <p:pic>
        <p:nvPicPr>
          <p:cNvPr id="11" name="Picture 10">
            <a:extLst>
              <a:ext uri="{FF2B5EF4-FFF2-40B4-BE49-F238E27FC236}">
                <a16:creationId xmlns:a16="http://schemas.microsoft.com/office/drawing/2014/main" id="{B3D325F9-5BA1-45F6-B3F1-ECDBB67B871C}"/>
              </a:ext>
            </a:extLst>
          </p:cNvPr>
          <p:cNvPicPr>
            <a:picLocks noChangeAspect="1"/>
          </p:cNvPicPr>
          <p:nvPr/>
        </p:nvPicPr>
        <p:blipFill rotWithShape="1">
          <a:blip r:embed="rId2"/>
          <a:srcRect l="50142" t="53678" r="44972" b="38547"/>
          <a:stretch/>
        </p:blipFill>
        <p:spPr>
          <a:xfrm>
            <a:off x="810168" y="3121992"/>
            <a:ext cx="434894" cy="444737"/>
          </a:xfrm>
          <a:prstGeom prst="rect">
            <a:avLst/>
          </a:prstGeom>
          <a:solidFill>
            <a:schemeClr val="accent1"/>
          </a:solidFill>
        </p:spPr>
      </p:pic>
      <p:pic>
        <p:nvPicPr>
          <p:cNvPr id="12" name="Picture 11">
            <a:extLst>
              <a:ext uri="{FF2B5EF4-FFF2-40B4-BE49-F238E27FC236}">
                <a16:creationId xmlns:a16="http://schemas.microsoft.com/office/drawing/2014/main" id="{336447DE-DCD9-426A-BCFA-778397C816C0}"/>
              </a:ext>
            </a:extLst>
          </p:cNvPr>
          <p:cNvPicPr>
            <a:picLocks noChangeAspect="1"/>
          </p:cNvPicPr>
          <p:nvPr/>
        </p:nvPicPr>
        <p:blipFill rotWithShape="1">
          <a:blip r:embed="rId2"/>
          <a:srcRect l="50342" t="68735" r="45356" b="25892"/>
          <a:stretch/>
        </p:blipFill>
        <p:spPr>
          <a:xfrm>
            <a:off x="844230" y="4848917"/>
            <a:ext cx="400418" cy="321379"/>
          </a:xfrm>
          <a:prstGeom prst="rect">
            <a:avLst/>
          </a:prstGeom>
        </p:spPr>
      </p:pic>
      <p:pic>
        <p:nvPicPr>
          <p:cNvPr id="13" name="Picture 12">
            <a:extLst>
              <a:ext uri="{FF2B5EF4-FFF2-40B4-BE49-F238E27FC236}">
                <a16:creationId xmlns:a16="http://schemas.microsoft.com/office/drawing/2014/main" id="{1A9F59ED-025A-41D0-8AB5-B19BFC9E7499}"/>
              </a:ext>
            </a:extLst>
          </p:cNvPr>
          <p:cNvPicPr>
            <a:picLocks noChangeAspect="1"/>
          </p:cNvPicPr>
          <p:nvPr/>
        </p:nvPicPr>
        <p:blipFill rotWithShape="1">
          <a:blip r:embed="rId2"/>
          <a:srcRect l="49946" t="82082" r="44944" b="10583"/>
          <a:stretch/>
        </p:blipFill>
        <p:spPr>
          <a:xfrm>
            <a:off x="812029" y="1486427"/>
            <a:ext cx="464820" cy="428845"/>
          </a:xfrm>
          <a:prstGeom prst="rect">
            <a:avLst/>
          </a:prstGeom>
          <a:solidFill>
            <a:schemeClr val="accent1"/>
          </a:solidFill>
        </p:spPr>
      </p:pic>
      <p:sp>
        <p:nvSpPr>
          <p:cNvPr id="14" name="Title 5">
            <a:extLst>
              <a:ext uri="{FF2B5EF4-FFF2-40B4-BE49-F238E27FC236}">
                <a16:creationId xmlns:a16="http://schemas.microsoft.com/office/drawing/2014/main" id="{5F6BAC8F-63C0-4595-AAED-CA4DB3FE0636}"/>
              </a:ext>
            </a:extLst>
          </p:cNvPr>
          <p:cNvSpPr>
            <a:spLocks noGrp="1"/>
          </p:cNvSpPr>
          <p:nvPr>
            <p:ph type="title"/>
          </p:nvPr>
        </p:nvSpPr>
        <p:spPr>
          <a:xfrm>
            <a:off x="501650" y="134620"/>
            <a:ext cx="11188700" cy="334099"/>
          </a:xfrm>
          <a:noFill/>
        </p:spPr>
        <p:txBody>
          <a:bodyPr/>
          <a:lstStyle/>
          <a:p>
            <a:pPr algn="just"/>
            <a:r>
              <a:rPr lang="en-US" sz="2800" b="1" dirty="0"/>
              <a:t>Way Forward for establishing solar power plant for self consumption</a:t>
            </a:r>
          </a:p>
        </p:txBody>
      </p:sp>
    </p:spTree>
    <p:extLst>
      <p:ext uri="{BB962C8B-B14F-4D97-AF65-F5344CB8AC3E}">
        <p14:creationId xmlns:p14="http://schemas.microsoft.com/office/powerpoint/2010/main" val="382531513"/>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6D75C525-6CC3-479C-B026-C57E062F7440}"/>
              </a:ext>
            </a:extLst>
          </p:cNvPr>
          <p:cNvGraphicFramePr>
            <a:graphicFrameLocks noGrp="1"/>
          </p:cNvGraphicFramePr>
          <p:nvPr>
            <p:extLst>
              <p:ext uri="{D42A27DB-BD31-4B8C-83A1-F6EECF244321}">
                <p14:modId xmlns:p14="http://schemas.microsoft.com/office/powerpoint/2010/main" val="1331522575"/>
              </p:ext>
            </p:extLst>
          </p:nvPr>
        </p:nvGraphicFramePr>
        <p:xfrm>
          <a:off x="608974" y="1226383"/>
          <a:ext cx="10974051" cy="4260067"/>
        </p:xfrm>
        <a:graphic>
          <a:graphicData uri="http://schemas.openxmlformats.org/drawingml/2006/table">
            <a:tbl>
              <a:tblPr firstRow="1" bandRow="1">
                <a:tableStyleId>{5C22544A-7EE6-4342-B048-85BDC9FD1C3A}</a:tableStyleId>
              </a:tblPr>
              <a:tblGrid>
                <a:gridCol w="1382141">
                  <a:extLst>
                    <a:ext uri="{9D8B030D-6E8A-4147-A177-3AD203B41FA5}">
                      <a16:colId xmlns:a16="http://schemas.microsoft.com/office/drawing/2014/main" val="3975474829"/>
                    </a:ext>
                  </a:extLst>
                </a:gridCol>
                <a:gridCol w="1623955">
                  <a:extLst>
                    <a:ext uri="{9D8B030D-6E8A-4147-A177-3AD203B41FA5}">
                      <a16:colId xmlns:a16="http://schemas.microsoft.com/office/drawing/2014/main" val="844568499"/>
                    </a:ext>
                  </a:extLst>
                </a:gridCol>
                <a:gridCol w="7967955">
                  <a:extLst>
                    <a:ext uri="{9D8B030D-6E8A-4147-A177-3AD203B41FA5}">
                      <a16:colId xmlns:a16="http://schemas.microsoft.com/office/drawing/2014/main" val="1868331620"/>
                    </a:ext>
                  </a:extLst>
                </a:gridCol>
              </a:tblGrid>
              <a:tr h="90230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STU/ Discoms Spare Capacity Check and Land Assessment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Similar to establishing solar power plant for self-consumption, availability for spare evacuation capacities of STU and </a:t>
                      </a:r>
                      <a:r>
                        <a:rPr lang="en-US" sz="1400" b="0" dirty="0" err="1">
                          <a:solidFill>
                            <a:schemeClr val="tx1"/>
                          </a:solidFill>
                          <a:latin typeface="+mn-lt"/>
                          <a:ea typeface="Verdana" panose="020B0604030504040204" pitchFamily="34" charset="0"/>
                          <a:cs typeface="Verdana" panose="020B0604030504040204" pitchFamily="34" charset="0"/>
                        </a:rPr>
                        <a:t>discoms</a:t>
                      </a:r>
                      <a:r>
                        <a:rPr lang="en-US" sz="1400" b="0" dirty="0">
                          <a:solidFill>
                            <a:schemeClr val="tx1"/>
                          </a:solidFill>
                          <a:latin typeface="+mn-lt"/>
                          <a:ea typeface="Verdana" panose="020B0604030504040204" pitchFamily="34" charset="0"/>
                          <a:cs typeface="Verdana" panose="020B0604030504040204" pitchFamily="34" charset="0"/>
                        </a:rPr>
                        <a:t> sub-stations in Chhattisgarh and Madhya Pradesh </a:t>
                      </a:r>
                      <a:r>
                        <a:rPr lang="en-US" sz="1400" b="0" dirty="0" err="1">
                          <a:solidFill>
                            <a:schemeClr val="tx1"/>
                          </a:solidFill>
                          <a:latin typeface="+mn-lt"/>
                          <a:ea typeface="Verdana" panose="020B0604030504040204" pitchFamily="34" charset="0"/>
                          <a:cs typeface="Verdana" panose="020B0604030504040204" pitchFamily="34" charset="0"/>
                        </a:rPr>
                        <a:t>alongwith</a:t>
                      </a:r>
                      <a:r>
                        <a:rPr lang="en-US" sz="1400" b="0" dirty="0">
                          <a:solidFill>
                            <a:schemeClr val="tx1"/>
                          </a:solidFill>
                          <a:latin typeface="+mn-lt"/>
                          <a:ea typeface="Verdana" panose="020B0604030504040204" pitchFamily="34" charset="0"/>
                          <a:cs typeface="Verdana" panose="020B0604030504040204" pitchFamily="34" charset="0"/>
                        </a:rPr>
                        <a:t> availability of land (own/ others) suitable for solar power plants need to be explored</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841469">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accent1"/>
                          </a:solidFill>
                          <a:latin typeface="+mn-lt"/>
                          <a:ea typeface="Verdana" panose="020B0604030504040204" pitchFamily="34" charset="0"/>
                          <a:cs typeface="Verdana" panose="020B0604030504040204" pitchFamily="34" charset="0"/>
                        </a:rPr>
                        <a:t>MP Discoms Appetite Assessment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Opportunity may be explored with MPPMCL to assess the requirement to procure solar power by MP Discoms.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78064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Checking Energy Banking Steps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Deliberations to be made with </a:t>
                      </a:r>
                      <a:r>
                        <a:rPr lang="en-US" sz="1400" b="0" dirty="0" err="1">
                          <a:solidFill>
                            <a:schemeClr val="tx1"/>
                          </a:solidFill>
                          <a:latin typeface="+mn-lt"/>
                          <a:ea typeface="Verdana" panose="020B0604030504040204" pitchFamily="34" charset="0"/>
                          <a:cs typeface="Verdana" panose="020B0604030504040204" pitchFamily="34" charset="0"/>
                        </a:rPr>
                        <a:t>discoms</a:t>
                      </a:r>
                      <a:r>
                        <a:rPr lang="en-US" sz="1400" b="0" dirty="0">
                          <a:solidFill>
                            <a:schemeClr val="tx1"/>
                          </a:solidFill>
                          <a:latin typeface="+mn-lt"/>
                          <a:ea typeface="Verdana" panose="020B0604030504040204" pitchFamily="34" charset="0"/>
                          <a:cs typeface="Verdana" panose="020B0604030504040204" pitchFamily="34" charset="0"/>
                        </a:rPr>
                        <a:t> and regulatory commissions of CG and MP to discuss the next steps for energy banking</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670558"/>
                  </a:ext>
                </a:extLst>
              </a:tr>
              <a:tr h="824806">
                <a:tc>
                  <a:txBody>
                    <a:bodyPr/>
                    <a:lstStyle/>
                    <a:p>
                      <a:pPr algn="l"/>
                      <a:endParaRPr lang="en-US" sz="1400" b="0" dirty="0">
                        <a:solidFill>
                          <a:schemeClr val="tx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accent1"/>
                          </a:solidFill>
                          <a:latin typeface="+mn-lt"/>
                          <a:ea typeface="Verdana" panose="020B0604030504040204" pitchFamily="34" charset="0"/>
                          <a:cs typeface="Verdana" panose="020B0604030504040204" pitchFamily="34" charset="0"/>
                        </a:rPr>
                        <a:t>Sale to Power Traders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Deliberations may be made with the leading power traders to understand the opportunity for power sale through the traders.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1345550"/>
                  </a:ext>
                </a:extLst>
              </a:tr>
              <a:tr h="868272">
                <a:tc>
                  <a:txBody>
                    <a:bodyPr/>
                    <a:lstStyle/>
                    <a:p>
                      <a:pPr algn="l"/>
                      <a:endParaRPr lang="en-US" sz="1400" b="0" dirty="0">
                        <a:solidFill>
                          <a:schemeClr val="tx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Finding Large Open Access Consumers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Exploring potential for sell to large industrial Open Access consumers in Chhattisgarh and Madhya Pradesh as the capacity is of significantly high amount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2064739"/>
                  </a:ext>
                </a:extLst>
              </a:tr>
            </a:tbl>
          </a:graphicData>
        </a:graphic>
      </p:graphicFrame>
      <p:pic>
        <p:nvPicPr>
          <p:cNvPr id="9" name="Picture 8">
            <a:extLst>
              <a:ext uri="{FF2B5EF4-FFF2-40B4-BE49-F238E27FC236}">
                <a16:creationId xmlns:a16="http://schemas.microsoft.com/office/drawing/2014/main" id="{108B95CB-C967-435E-9654-3316BE9B8D24}"/>
              </a:ext>
            </a:extLst>
          </p:cNvPr>
          <p:cNvPicPr>
            <a:picLocks noChangeAspect="1"/>
          </p:cNvPicPr>
          <p:nvPr/>
        </p:nvPicPr>
        <p:blipFill rotWithShape="1">
          <a:blip r:embed="rId2"/>
          <a:srcRect l="50479" t="26425" r="45512" b="69011"/>
          <a:stretch/>
        </p:blipFill>
        <p:spPr>
          <a:xfrm>
            <a:off x="795661" y="2386486"/>
            <a:ext cx="448987" cy="328477"/>
          </a:xfrm>
          <a:prstGeom prst="rect">
            <a:avLst/>
          </a:prstGeom>
        </p:spPr>
      </p:pic>
      <p:pic>
        <p:nvPicPr>
          <p:cNvPr id="10" name="Picture 9">
            <a:extLst>
              <a:ext uri="{FF2B5EF4-FFF2-40B4-BE49-F238E27FC236}">
                <a16:creationId xmlns:a16="http://schemas.microsoft.com/office/drawing/2014/main" id="{A435E9EA-A6C1-4897-9377-319236816E4F}"/>
              </a:ext>
            </a:extLst>
          </p:cNvPr>
          <p:cNvPicPr>
            <a:picLocks noChangeAspect="1"/>
          </p:cNvPicPr>
          <p:nvPr/>
        </p:nvPicPr>
        <p:blipFill rotWithShape="1">
          <a:blip r:embed="rId2"/>
          <a:srcRect l="50658" t="39548" r="45735" b="55388"/>
          <a:stretch/>
        </p:blipFill>
        <p:spPr>
          <a:xfrm>
            <a:off x="849554" y="3970012"/>
            <a:ext cx="356122" cy="321379"/>
          </a:xfrm>
          <a:prstGeom prst="rect">
            <a:avLst/>
          </a:prstGeom>
        </p:spPr>
      </p:pic>
      <p:pic>
        <p:nvPicPr>
          <p:cNvPr id="11" name="Picture 10">
            <a:extLst>
              <a:ext uri="{FF2B5EF4-FFF2-40B4-BE49-F238E27FC236}">
                <a16:creationId xmlns:a16="http://schemas.microsoft.com/office/drawing/2014/main" id="{B3D325F9-5BA1-45F6-B3F1-ECDBB67B871C}"/>
              </a:ext>
            </a:extLst>
          </p:cNvPr>
          <p:cNvPicPr>
            <a:picLocks noChangeAspect="1"/>
          </p:cNvPicPr>
          <p:nvPr/>
        </p:nvPicPr>
        <p:blipFill rotWithShape="1">
          <a:blip r:embed="rId2"/>
          <a:srcRect l="50142" t="53678" r="44972" b="38547"/>
          <a:stretch/>
        </p:blipFill>
        <p:spPr>
          <a:xfrm>
            <a:off x="810168" y="3121992"/>
            <a:ext cx="434894" cy="444737"/>
          </a:xfrm>
          <a:prstGeom prst="rect">
            <a:avLst/>
          </a:prstGeom>
          <a:solidFill>
            <a:schemeClr val="accent1"/>
          </a:solidFill>
        </p:spPr>
      </p:pic>
      <p:pic>
        <p:nvPicPr>
          <p:cNvPr id="12" name="Picture 11">
            <a:extLst>
              <a:ext uri="{FF2B5EF4-FFF2-40B4-BE49-F238E27FC236}">
                <a16:creationId xmlns:a16="http://schemas.microsoft.com/office/drawing/2014/main" id="{336447DE-DCD9-426A-BCFA-778397C816C0}"/>
              </a:ext>
            </a:extLst>
          </p:cNvPr>
          <p:cNvPicPr>
            <a:picLocks noChangeAspect="1"/>
          </p:cNvPicPr>
          <p:nvPr/>
        </p:nvPicPr>
        <p:blipFill rotWithShape="1">
          <a:blip r:embed="rId2"/>
          <a:srcRect l="50342" t="68735" r="45356" b="25892"/>
          <a:stretch/>
        </p:blipFill>
        <p:spPr>
          <a:xfrm>
            <a:off x="844230" y="4848917"/>
            <a:ext cx="400418" cy="321379"/>
          </a:xfrm>
          <a:prstGeom prst="rect">
            <a:avLst/>
          </a:prstGeom>
        </p:spPr>
      </p:pic>
      <p:pic>
        <p:nvPicPr>
          <p:cNvPr id="13" name="Picture 12">
            <a:extLst>
              <a:ext uri="{FF2B5EF4-FFF2-40B4-BE49-F238E27FC236}">
                <a16:creationId xmlns:a16="http://schemas.microsoft.com/office/drawing/2014/main" id="{1A9F59ED-025A-41D0-8AB5-B19BFC9E7499}"/>
              </a:ext>
            </a:extLst>
          </p:cNvPr>
          <p:cNvPicPr>
            <a:picLocks noChangeAspect="1"/>
          </p:cNvPicPr>
          <p:nvPr/>
        </p:nvPicPr>
        <p:blipFill rotWithShape="1">
          <a:blip r:embed="rId2"/>
          <a:srcRect l="49946" t="82082" r="44944" b="10583"/>
          <a:stretch/>
        </p:blipFill>
        <p:spPr>
          <a:xfrm>
            <a:off x="812029" y="1486427"/>
            <a:ext cx="464820" cy="428845"/>
          </a:xfrm>
          <a:prstGeom prst="rect">
            <a:avLst/>
          </a:prstGeom>
        </p:spPr>
      </p:pic>
      <p:sp>
        <p:nvSpPr>
          <p:cNvPr id="14" name="Title 5">
            <a:extLst>
              <a:ext uri="{FF2B5EF4-FFF2-40B4-BE49-F238E27FC236}">
                <a16:creationId xmlns:a16="http://schemas.microsoft.com/office/drawing/2014/main" id="{5F6BAC8F-63C0-4595-AAED-CA4DB3FE0636}"/>
              </a:ext>
            </a:extLst>
          </p:cNvPr>
          <p:cNvSpPr>
            <a:spLocks noGrp="1"/>
          </p:cNvSpPr>
          <p:nvPr>
            <p:ph type="title"/>
          </p:nvPr>
        </p:nvSpPr>
        <p:spPr>
          <a:xfrm>
            <a:off x="501650" y="134620"/>
            <a:ext cx="11188700" cy="334099"/>
          </a:xfrm>
          <a:noFill/>
        </p:spPr>
        <p:txBody>
          <a:bodyPr/>
          <a:lstStyle/>
          <a:p>
            <a:pPr algn="just"/>
            <a:r>
              <a:rPr lang="en-US" sz="2800" b="1" dirty="0"/>
              <a:t>Way Forward for establishing solar power plant for sale to other parties</a:t>
            </a:r>
          </a:p>
        </p:txBody>
      </p:sp>
    </p:spTree>
    <p:extLst>
      <p:ext uri="{BB962C8B-B14F-4D97-AF65-F5344CB8AC3E}">
        <p14:creationId xmlns:p14="http://schemas.microsoft.com/office/powerpoint/2010/main" val="3919392768"/>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6D75C525-6CC3-479C-B026-C57E062F7440}"/>
              </a:ext>
            </a:extLst>
          </p:cNvPr>
          <p:cNvGraphicFramePr>
            <a:graphicFrameLocks noGrp="1"/>
          </p:cNvGraphicFramePr>
          <p:nvPr>
            <p:extLst>
              <p:ext uri="{D42A27DB-BD31-4B8C-83A1-F6EECF244321}">
                <p14:modId xmlns:p14="http://schemas.microsoft.com/office/powerpoint/2010/main" val="392676675"/>
              </p:ext>
            </p:extLst>
          </p:nvPr>
        </p:nvGraphicFramePr>
        <p:xfrm>
          <a:off x="608974" y="1226383"/>
          <a:ext cx="10974051" cy="4114800"/>
        </p:xfrm>
        <a:graphic>
          <a:graphicData uri="http://schemas.openxmlformats.org/drawingml/2006/table">
            <a:tbl>
              <a:tblPr firstRow="1" bandRow="1">
                <a:tableStyleId>{5C22544A-7EE6-4342-B048-85BDC9FD1C3A}</a:tableStyleId>
              </a:tblPr>
              <a:tblGrid>
                <a:gridCol w="1382141">
                  <a:extLst>
                    <a:ext uri="{9D8B030D-6E8A-4147-A177-3AD203B41FA5}">
                      <a16:colId xmlns:a16="http://schemas.microsoft.com/office/drawing/2014/main" val="3975474829"/>
                    </a:ext>
                  </a:extLst>
                </a:gridCol>
                <a:gridCol w="1623955">
                  <a:extLst>
                    <a:ext uri="{9D8B030D-6E8A-4147-A177-3AD203B41FA5}">
                      <a16:colId xmlns:a16="http://schemas.microsoft.com/office/drawing/2014/main" val="844568499"/>
                    </a:ext>
                  </a:extLst>
                </a:gridCol>
                <a:gridCol w="7967955">
                  <a:extLst>
                    <a:ext uri="{9D8B030D-6E8A-4147-A177-3AD203B41FA5}">
                      <a16:colId xmlns:a16="http://schemas.microsoft.com/office/drawing/2014/main" val="1868331620"/>
                    </a:ext>
                  </a:extLst>
                </a:gridCol>
              </a:tblGrid>
              <a:tr h="90230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Organizational Strengthening and Capacity development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Solar-specific functions like Engineering, Project management, Contract management, Commercial and Regulatory, etc. need to be developed and strengthened within SECL. </a:t>
                      </a:r>
                    </a:p>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The need for capacity development of SECL’s internal workforce may be envisaged in order to undertake the necessary activities for managing the solar business in a market-driven environment that involves liaison with state utilities and Regulators, handling the sale of solar energy to third-parties, power exchanges, REC-s, managing the commercial and regulatory aspects.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0636766"/>
                  </a:ext>
                </a:extLst>
              </a:tr>
              <a:tr h="841469">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accent1"/>
                          </a:solidFill>
                          <a:latin typeface="+mn-lt"/>
                          <a:ea typeface="Verdana" panose="020B0604030504040204" pitchFamily="34" charset="0"/>
                          <a:cs typeface="Verdana" panose="020B0604030504040204" pitchFamily="34" charset="0"/>
                        </a:rPr>
                        <a:t>Deployment of Owner’s Engineer and Project Management Consultants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Possibility to deploy Owner’s Engineer and Project Management Consultants to obtain support in engineering, procurement, construction, commissioning and plant operations needs to be explored. A list of the names of the leading Owner’s Engineer and Project Management Consultants and EPC-cum-O&amp;M players are provided in </a:t>
                      </a:r>
                      <a:r>
                        <a:rPr lang="en-US" sz="1400" b="0" dirty="0">
                          <a:solidFill>
                            <a:schemeClr val="tx1"/>
                          </a:solidFill>
                          <a:latin typeface="+mn-lt"/>
                          <a:ea typeface="Verdana" panose="020B0604030504040204" pitchFamily="34" charset="0"/>
                          <a:cs typeface="Verdana" panose="020B0604030504040204" pitchFamily="34" charset="0"/>
                          <a:hlinkClick r:id="rId2" action="ppaction://hlinksldjump"/>
                        </a:rPr>
                        <a:t>Annexure-5</a:t>
                      </a:r>
                      <a:r>
                        <a:rPr lang="en-US" sz="1400" b="0" dirty="0">
                          <a:solidFill>
                            <a:schemeClr val="tx1"/>
                          </a:solidFill>
                          <a:latin typeface="+mn-lt"/>
                          <a:ea typeface="Verdana" panose="020B0604030504040204" pitchFamily="34" charset="0"/>
                          <a:cs typeface="Verdana" panose="020B0604030504040204" pitchFamily="34" charset="0"/>
                        </a:rPr>
                        <a:t>.</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062843"/>
                  </a:ext>
                </a:extLst>
              </a:tr>
              <a:tr h="780640">
                <a:tc>
                  <a:txBody>
                    <a:bodyPr/>
                    <a:lstStyle/>
                    <a:p>
                      <a:pPr algn="l"/>
                      <a:endParaRPr lang="en-US" sz="1400" b="0" dirty="0">
                        <a:solidFill>
                          <a:schemeClr val="accent1"/>
                        </a:solidFill>
                        <a:latin typeface="+mn-lt"/>
                        <a:ea typeface="Verdana" panose="020B0604030504040204" pitchFamily="34" charset="0"/>
                        <a:cs typeface="Verdana" panose="020B0604030504040204" pitchFamily="34" charset="0"/>
                      </a:endParaRP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400" b="1" dirty="0">
                          <a:solidFill>
                            <a:schemeClr val="tx1"/>
                          </a:solidFill>
                          <a:latin typeface="+mn-lt"/>
                          <a:ea typeface="Verdana" panose="020B0604030504040204" pitchFamily="34" charset="0"/>
                          <a:cs typeface="Verdana" panose="020B0604030504040204" pitchFamily="34" charset="0"/>
                        </a:rPr>
                        <a:t>Capital cost optimization</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Capital cost optimization is a major lever to achieve project financial viability. SECL needs to evaluate various avenues to optimize capital cost, which may include negotiations with OEMs / EPC players, direct procurement of major components of solar power plant instead of turnkey procurement. </a:t>
                      </a:r>
                    </a:p>
                    <a:p>
                      <a:pPr marL="171450" indent="-171450" algn="l">
                        <a:buFont typeface="Arial" panose="020B0604020202020204" pitchFamily="34" charset="0"/>
                        <a:buChar char="•"/>
                      </a:pPr>
                      <a:r>
                        <a:rPr lang="en-US" sz="1400" b="0" dirty="0">
                          <a:solidFill>
                            <a:schemeClr val="tx1"/>
                          </a:solidFill>
                          <a:latin typeface="+mn-lt"/>
                          <a:ea typeface="Verdana" panose="020B0604030504040204" pitchFamily="34" charset="0"/>
                          <a:cs typeface="Verdana" panose="020B0604030504040204" pitchFamily="34" charset="0"/>
                        </a:rPr>
                        <a:t>A structured vendor-management mechanism may be developed within SECL, wherein periodic empanelment of leading vendors/OEMs may be carried out by SECL, and database of vendors/OEMs of major components (along with their technical specs and latest prices) may be maintained through regular coordination with vendors.</a:t>
                      </a:r>
                    </a:p>
                  </a:txBody>
                  <a:tcPr anchor="ctr">
                    <a:lnL w="12700" cmpd="sng">
                      <a:noFill/>
                    </a:lnL>
                    <a:lnR w="12700" cmpd="sng">
                      <a:noFill/>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670558"/>
                  </a:ext>
                </a:extLst>
              </a:tr>
            </a:tbl>
          </a:graphicData>
        </a:graphic>
      </p:graphicFrame>
      <p:pic>
        <p:nvPicPr>
          <p:cNvPr id="9" name="Picture 8">
            <a:extLst>
              <a:ext uri="{FF2B5EF4-FFF2-40B4-BE49-F238E27FC236}">
                <a16:creationId xmlns:a16="http://schemas.microsoft.com/office/drawing/2014/main" id="{108B95CB-C967-435E-9654-3316BE9B8D24}"/>
              </a:ext>
            </a:extLst>
          </p:cNvPr>
          <p:cNvPicPr>
            <a:picLocks noChangeAspect="1"/>
          </p:cNvPicPr>
          <p:nvPr/>
        </p:nvPicPr>
        <p:blipFill rotWithShape="1">
          <a:blip r:embed="rId3"/>
          <a:srcRect l="50479" t="26425" r="45512" b="69011"/>
          <a:stretch/>
        </p:blipFill>
        <p:spPr>
          <a:xfrm>
            <a:off x="784775" y="2985205"/>
            <a:ext cx="448987" cy="328477"/>
          </a:xfrm>
          <a:prstGeom prst="rect">
            <a:avLst/>
          </a:prstGeom>
        </p:spPr>
      </p:pic>
      <p:pic>
        <p:nvPicPr>
          <p:cNvPr id="11" name="Picture 10">
            <a:extLst>
              <a:ext uri="{FF2B5EF4-FFF2-40B4-BE49-F238E27FC236}">
                <a16:creationId xmlns:a16="http://schemas.microsoft.com/office/drawing/2014/main" id="{B3D325F9-5BA1-45F6-B3F1-ECDBB67B871C}"/>
              </a:ext>
            </a:extLst>
          </p:cNvPr>
          <p:cNvPicPr>
            <a:picLocks noChangeAspect="1"/>
          </p:cNvPicPr>
          <p:nvPr/>
        </p:nvPicPr>
        <p:blipFill rotWithShape="1">
          <a:blip r:embed="rId3"/>
          <a:srcRect l="50142" t="53678" r="44972" b="38547"/>
          <a:stretch/>
        </p:blipFill>
        <p:spPr>
          <a:xfrm>
            <a:off x="798868" y="4327950"/>
            <a:ext cx="434894" cy="444737"/>
          </a:xfrm>
          <a:prstGeom prst="rect">
            <a:avLst/>
          </a:prstGeom>
          <a:solidFill>
            <a:schemeClr val="accent1"/>
          </a:solidFill>
        </p:spPr>
      </p:pic>
      <p:pic>
        <p:nvPicPr>
          <p:cNvPr id="13" name="Picture 12">
            <a:extLst>
              <a:ext uri="{FF2B5EF4-FFF2-40B4-BE49-F238E27FC236}">
                <a16:creationId xmlns:a16="http://schemas.microsoft.com/office/drawing/2014/main" id="{1A9F59ED-025A-41D0-8AB5-B19BFC9E7499}"/>
              </a:ext>
            </a:extLst>
          </p:cNvPr>
          <p:cNvPicPr>
            <a:picLocks noChangeAspect="1"/>
          </p:cNvPicPr>
          <p:nvPr/>
        </p:nvPicPr>
        <p:blipFill rotWithShape="1">
          <a:blip r:embed="rId3"/>
          <a:srcRect l="49946" t="82082" r="44944" b="10583"/>
          <a:stretch/>
        </p:blipFill>
        <p:spPr>
          <a:xfrm>
            <a:off x="801143" y="1638828"/>
            <a:ext cx="464820" cy="428845"/>
          </a:xfrm>
          <a:prstGeom prst="rect">
            <a:avLst/>
          </a:prstGeom>
        </p:spPr>
      </p:pic>
      <p:sp>
        <p:nvSpPr>
          <p:cNvPr id="14" name="Title 5">
            <a:extLst>
              <a:ext uri="{FF2B5EF4-FFF2-40B4-BE49-F238E27FC236}">
                <a16:creationId xmlns:a16="http://schemas.microsoft.com/office/drawing/2014/main" id="{5F6BAC8F-63C0-4595-AAED-CA4DB3FE0636}"/>
              </a:ext>
            </a:extLst>
          </p:cNvPr>
          <p:cNvSpPr>
            <a:spLocks noGrp="1"/>
          </p:cNvSpPr>
          <p:nvPr>
            <p:ph type="title"/>
          </p:nvPr>
        </p:nvSpPr>
        <p:spPr>
          <a:xfrm>
            <a:off x="501650" y="134620"/>
            <a:ext cx="11188700" cy="334099"/>
          </a:xfrm>
          <a:noFill/>
        </p:spPr>
        <p:txBody>
          <a:bodyPr/>
          <a:lstStyle/>
          <a:p>
            <a:pPr algn="just"/>
            <a:r>
              <a:rPr lang="en-US" sz="2800" b="1" dirty="0"/>
              <a:t>Way forward in terms of Institutional Readiness</a:t>
            </a:r>
          </a:p>
        </p:txBody>
      </p:sp>
    </p:spTree>
    <p:extLst>
      <p:ext uri="{BB962C8B-B14F-4D97-AF65-F5344CB8AC3E}">
        <p14:creationId xmlns:p14="http://schemas.microsoft.com/office/powerpoint/2010/main" val="2661388892"/>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5">
            <a:extLst>
              <a:ext uri="{FF2B5EF4-FFF2-40B4-BE49-F238E27FC236}">
                <a16:creationId xmlns:a16="http://schemas.microsoft.com/office/drawing/2014/main" id="{5F6BAC8F-63C0-4595-AAED-CA4DB3FE0636}"/>
              </a:ext>
            </a:extLst>
          </p:cNvPr>
          <p:cNvSpPr>
            <a:spLocks noGrp="1"/>
          </p:cNvSpPr>
          <p:nvPr>
            <p:ph type="title"/>
          </p:nvPr>
        </p:nvSpPr>
        <p:spPr>
          <a:xfrm>
            <a:off x="501650" y="134620"/>
            <a:ext cx="11188700" cy="334099"/>
          </a:xfrm>
          <a:noFill/>
        </p:spPr>
        <p:txBody>
          <a:bodyPr/>
          <a:lstStyle/>
          <a:p>
            <a:pPr algn="just"/>
            <a:r>
              <a:rPr lang="en-US" sz="2800" b="1" dirty="0"/>
              <a:t>Summary of Recommendation and Key Steps to be Undertaken</a:t>
            </a:r>
          </a:p>
        </p:txBody>
      </p:sp>
      <p:grpSp>
        <p:nvGrpSpPr>
          <p:cNvPr id="28" name="Group 574">
            <a:extLst>
              <a:ext uri="{FF2B5EF4-FFF2-40B4-BE49-F238E27FC236}">
                <a16:creationId xmlns:a16="http://schemas.microsoft.com/office/drawing/2014/main" id="{9B997E27-0EB3-463D-9922-92363BD4BA3B}"/>
              </a:ext>
            </a:extLst>
          </p:cNvPr>
          <p:cNvGrpSpPr>
            <a:grpSpLocks noChangeAspect="1"/>
          </p:cNvGrpSpPr>
          <p:nvPr/>
        </p:nvGrpSpPr>
        <p:grpSpPr bwMode="auto">
          <a:xfrm>
            <a:off x="4342273" y="1730604"/>
            <a:ext cx="611634" cy="664390"/>
            <a:chOff x="1921" y="1949"/>
            <a:chExt cx="340" cy="341"/>
          </a:xfrm>
          <a:solidFill>
            <a:schemeClr val="accent5"/>
          </a:solidFill>
        </p:grpSpPr>
        <p:sp>
          <p:nvSpPr>
            <p:cNvPr id="96" name="Freeform 575">
              <a:extLst>
                <a:ext uri="{FF2B5EF4-FFF2-40B4-BE49-F238E27FC236}">
                  <a16:creationId xmlns:a16="http://schemas.microsoft.com/office/drawing/2014/main" id="{F99ECB0C-D4D9-4D82-856A-D0DC16CE6B6D}"/>
                </a:ext>
              </a:extLst>
            </p:cNvPr>
            <p:cNvSpPr>
              <a:spLocks noEditPoints="1"/>
            </p:cNvSpPr>
            <p:nvPr/>
          </p:nvSpPr>
          <p:spPr bwMode="auto">
            <a:xfrm>
              <a:off x="1921" y="1949"/>
              <a:ext cx="340" cy="341"/>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style>
            <a:lnRef idx="2">
              <a:schemeClr val="accent5"/>
            </a:lnRef>
            <a:fillRef idx="1">
              <a:schemeClr val="lt1"/>
            </a:fillRef>
            <a:effectRef idx="0">
              <a:schemeClr val="accent5"/>
            </a:effectRef>
            <a:fontRef idx="minor">
              <a:schemeClr val="dk1"/>
            </a:fontRef>
          </p:style>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7" name="Freeform 576">
              <a:extLst>
                <a:ext uri="{FF2B5EF4-FFF2-40B4-BE49-F238E27FC236}">
                  <a16:creationId xmlns:a16="http://schemas.microsoft.com/office/drawing/2014/main" id="{25858C40-CF09-407D-B5BB-3D0A2275ACC5}"/>
                </a:ext>
              </a:extLst>
            </p:cNvPr>
            <p:cNvSpPr>
              <a:spLocks noEditPoints="1"/>
            </p:cNvSpPr>
            <p:nvPr/>
          </p:nvSpPr>
          <p:spPr bwMode="auto">
            <a:xfrm>
              <a:off x="1985" y="2041"/>
              <a:ext cx="212" cy="156"/>
            </a:xfrm>
            <a:custGeom>
              <a:avLst/>
              <a:gdLst>
                <a:gd name="T0" fmla="*/ 309 w 320"/>
                <a:gd name="T1" fmla="*/ 43 h 235"/>
                <a:gd name="T2" fmla="*/ 234 w 320"/>
                <a:gd name="T3" fmla="*/ 43 h 235"/>
                <a:gd name="T4" fmla="*/ 192 w 320"/>
                <a:gd name="T5" fmla="*/ 0 h 235"/>
                <a:gd name="T6" fmla="*/ 128 w 320"/>
                <a:gd name="T7" fmla="*/ 0 h 235"/>
                <a:gd name="T8" fmla="*/ 85 w 320"/>
                <a:gd name="T9" fmla="*/ 43 h 235"/>
                <a:gd name="T10" fmla="*/ 10 w 320"/>
                <a:gd name="T11" fmla="*/ 43 h 235"/>
                <a:gd name="T12" fmla="*/ 0 w 320"/>
                <a:gd name="T13" fmla="*/ 54 h 235"/>
                <a:gd name="T14" fmla="*/ 0 w 320"/>
                <a:gd name="T15" fmla="*/ 118 h 235"/>
                <a:gd name="T16" fmla="*/ 10 w 320"/>
                <a:gd name="T17" fmla="*/ 128 h 235"/>
                <a:gd name="T18" fmla="*/ 21 w 320"/>
                <a:gd name="T19" fmla="*/ 128 h 235"/>
                <a:gd name="T20" fmla="*/ 21 w 320"/>
                <a:gd name="T21" fmla="*/ 224 h 235"/>
                <a:gd name="T22" fmla="*/ 32 w 320"/>
                <a:gd name="T23" fmla="*/ 235 h 235"/>
                <a:gd name="T24" fmla="*/ 288 w 320"/>
                <a:gd name="T25" fmla="*/ 235 h 235"/>
                <a:gd name="T26" fmla="*/ 298 w 320"/>
                <a:gd name="T27" fmla="*/ 224 h 235"/>
                <a:gd name="T28" fmla="*/ 298 w 320"/>
                <a:gd name="T29" fmla="*/ 128 h 235"/>
                <a:gd name="T30" fmla="*/ 309 w 320"/>
                <a:gd name="T31" fmla="*/ 128 h 235"/>
                <a:gd name="T32" fmla="*/ 320 w 320"/>
                <a:gd name="T33" fmla="*/ 118 h 235"/>
                <a:gd name="T34" fmla="*/ 320 w 320"/>
                <a:gd name="T35" fmla="*/ 54 h 235"/>
                <a:gd name="T36" fmla="*/ 309 w 320"/>
                <a:gd name="T37" fmla="*/ 43 h 235"/>
                <a:gd name="T38" fmla="*/ 128 w 320"/>
                <a:gd name="T39" fmla="*/ 22 h 235"/>
                <a:gd name="T40" fmla="*/ 192 w 320"/>
                <a:gd name="T41" fmla="*/ 22 h 235"/>
                <a:gd name="T42" fmla="*/ 213 w 320"/>
                <a:gd name="T43" fmla="*/ 43 h 235"/>
                <a:gd name="T44" fmla="*/ 106 w 320"/>
                <a:gd name="T45" fmla="*/ 43 h 235"/>
                <a:gd name="T46" fmla="*/ 128 w 320"/>
                <a:gd name="T47" fmla="*/ 22 h 235"/>
                <a:gd name="T48" fmla="*/ 277 w 320"/>
                <a:gd name="T49" fmla="*/ 214 h 235"/>
                <a:gd name="T50" fmla="*/ 42 w 320"/>
                <a:gd name="T51" fmla="*/ 214 h 235"/>
                <a:gd name="T52" fmla="*/ 42 w 320"/>
                <a:gd name="T53" fmla="*/ 128 h 235"/>
                <a:gd name="T54" fmla="*/ 128 w 320"/>
                <a:gd name="T55" fmla="*/ 128 h 235"/>
                <a:gd name="T56" fmla="*/ 128 w 320"/>
                <a:gd name="T57" fmla="*/ 139 h 235"/>
                <a:gd name="T58" fmla="*/ 138 w 320"/>
                <a:gd name="T59" fmla="*/ 150 h 235"/>
                <a:gd name="T60" fmla="*/ 181 w 320"/>
                <a:gd name="T61" fmla="*/ 150 h 235"/>
                <a:gd name="T62" fmla="*/ 192 w 320"/>
                <a:gd name="T63" fmla="*/ 139 h 235"/>
                <a:gd name="T64" fmla="*/ 192 w 320"/>
                <a:gd name="T65" fmla="*/ 128 h 235"/>
                <a:gd name="T66" fmla="*/ 277 w 320"/>
                <a:gd name="T67" fmla="*/ 128 h 235"/>
                <a:gd name="T68" fmla="*/ 277 w 320"/>
                <a:gd name="T69" fmla="*/ 214 h 235"/>
                <a:gd name="T70" fmla="*/ 170 w 320"/>
                <a:gd name="T71" fmla="*/ 128 h 235"/>
                <a:gd name="T72" fmla="*/ 149 w 320"/>
                <a:gd name="T73" fmla="*/ 128 h 235"/>
                <a:gd name="T74" fmla="*/ 149 w 320"/>
                <a:gd name="T75" fmla="*/ 107 h 235"/>
                <a:gd name="T76" fmla="*/ 170 w 320"/>
                <a:gd name="T77" fmla="*/ 107 h 235"/>
                <a:gd name="T78" fmla="*/ 170 w 320"/>
                <a:gd name="T79" fmla="*/ 128 h 235"/>
                <a:gd name="T80" fmla="*/ 298 w 320"/>
                <a:gd name="T81" fmla="*/ 107 h 235"/>
                <a:gd name="T82" fmla="*/ 192 w 320"/>
                <a:gd name="T83" fmla="*/ 107 h 235"/>
                <a:gd name="T84" fmla="*/ 192 w 320"/>
                <a:gd name="T85" fmla="*/ 96 h 235"/>
                <a:gd name="T86" fmla="*/ 181 w 320"/>
                <a:gd name="T87" fmla="*/ 86 h 235"/>
                <a:gd name="T88" fmla="*/ 138 w 320"/>
                <a:gd name="T89" fmla="*/ 86 h 235"/>
                <a:gd name="T90" fmla="*/ 128 w 320"/>
                <a:gd name="T91" fmla="*/ 96 h 235"/>
                <a:gd name="T92" fmla="*/ 128 w 320"/>
                <a:gd name="T93" fmla="*/ 107 h 235"/>
                <a:gd name="T94" fmla="*/ 21 w 320"/>
                <a:gd name="T95" fmla="*/ 107 h 235"/>
                <a:gd name="T96" fmla="*/ 21 w 320"/>
                <a:gd name="T97" fmla="*/ 64 h 235"/>
                <a:gd name="T98" fmla="*/ 298 w 320"/>
                <a:gd name="T99" fmla="*/ 64 h 235"/>
                <a:gd name="T100" fmla="*/ 298 w 320"/>
                <a:gd name="T101" fmla="*/ 10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235">
                  <a:moveTo>
                    <a:pt x="309" y="43"/>
                  </a:moveTo>
                  <a:cubicBezTo>
                    <a:pt x="234" y="43"/>
                    <a:pt x="234" y="43"/>
                    <a:pt x="234" y="43"/>
                  </a:cubicBezTo>
                  <a:cubicBezTo>
                    <a:pt x="234" y="19"/>
                    <a:pt x="215" y="0"/>
                    <a:pt x="192" y="0"/>
                  </a:cubicBezTo>
                  <a:cubicBezTo>
                    <a:pt x="128" y="0"/>
                    <a:pt x="128" y="0"/>
                    <a:pt x="128" y="0"/>
                  </a:cubicBezTo>
                  <a:cubicBezTo>
                    <a:pt x="104" y="0"/>
                    <a:pt x="85" y="19"/>
                    <a:pt x="85" y="43"/>
                  </a:cubicBezTo>
                  <a:cubicBezTo>
                    <a:pt x="10" y="43"/>
                    <a:pt x="10" y="43"/>
                    <a:pt x="10" y="43"/>
                  </a:cubicBezTo>
                  <a:cubicBezTo>
                    <a:pt x="4" y="43"/>
                    <a:pt x="0" y="48"/>
                    <a:pt x="0" y="54"/>
                  </a:cubicBezTo>
                  <a:cubicBezTo>
                    <a:pt x="0" y="118"/>
                    <a:pt x="0" y="118"/>
                    <a:pt x="0" y="118"/>
                  </a:cubicBezTo>
                  <a:cubicBezTo>
                    <a:pt x="0" y="124"/>
                    <a:pt x="4" y="128"/>
                    <a:pt x="10" y="128"/>
                  </a:cubicBezTo>
                  <a:cubicBezTo>
                    <a:pt x="21" y="128"/>
                    <a:pt x="21" y="128"/>
                    <a:pt x="21" y="128"/>
                  </a:cubicBezTo>
                  <a:cubicBezTo>
                    <a:pt x="21" y="224"/>
                    <a:pt x="21" y="224"/>
                    <a:pt x="21" y="224"/>
                  </a:cubicBezTo>
                  <a:cubicBezTo>
                    <a:pt x="21" y="230"/>
                    <a:pt x="26" y="235"/>
                    <a:pt x="32" y="235"/>
                  </a:cubicBezTo>
                  <a:cubicBezTo>
                    <a:pt x="288" y="235"/>
                    <a:pt x="288" y="235"/>
                    <a:pt x="288" y="235"/>
                  </a:cubicBezTo>
                  <a:cubicBezTo>
                    <a:pt x="294" y="235"/>
                    <a:pt x="298" y="230"/>
                    <a:pt x="298" y="224"/>
                  </a:cubicBezTo>
                  <a:cubicBezTo>
                    <a:pt x="298" y="128"/>
                    <a:pt x="298" y="128"/>
                    <a:pt x="298" y="128"/>
                  </a:cubicBezTo>
                  <a:cubicBezTo>
                    <a:pt x="309" y="128"/>
                    <a:pt x="309" y="128"/>
                    <a:pt x="309" y="128"/>
                  </a:cubicBezTo>
                  <a:cubicBezTo>
                    <a:pt x="315" y="128"/>
                    <a:pt x="320" y="124"/>
                    <a:pt x="320" y="118"/>
                  </a:cubicBezTo>
                  <a:cubicBezTo>
                    <a:pt x="320" y="54"/>
                    <a:pt x="320" y="54"/>
                    <a:pt x="320" y="54"/>
                  </a:cubicBezTo>
                  <a:cubicBezTo>
                    <a:pt x="320" y="48"/>
                    <a:pt x="315" y="43"/>
                    <a:pt x="309" y="43"/>
                  </a:cubicBezTo>
                  <a:close/>
                  <a:moveTo>
                    <a:pt x="128" y="22"/>
                  </a:moveTo>
                  <a:cubicBezTo>
                    <a:pt x="192" y="22"/>
                    <a:pt x="192" y="22"/>
                    <a:pt x="192" y="22"/>
                  </a:cubicBezTo>
                  <a:cubicBezTo>
                    <a:pt x="203" y="22"/>
                    <a:pt x="213" y="31"/>
                    <a:pt x="213" y="43"/>
                  </a:cubicBezTo>
                  <a:cubicBezTo>
                    <a:pt x="106" y="43"/>
                    <a:pt x="106" y="43"/>
                    <a:pt x="106" y="43"/>
                  </a:cubicBezTo>
                  <a:cubicBezTo>
                    <a:pt x="106" y="31"/>
                    <a:pt x="116" y="22"/>
                    <a:pt x="128" y="22"/>
                  </a:cubicBezTo>
                  <a:close/>
                  <a:moveTo>
                    <a:pt x="277" y="214"/>
                  </a:moveTo>
                  <a:cubicBezTo>
                    <a:pt x="42" y="214"/>
                    <a:pt x="42" y="214"/>
                    <a:pt x="42" y="214"/>
                  </a:cubicBezTo>
                  <a:cubicBezTo>
                    <a:pt x="42" y="128"/>
                    <a:pt x="42" y="128"/>
                    <a:pt x="42" y="128"/>
                  </a:cubicBezTo>
                  <a:cubicBezTo>
                    <a:pt x="128" y="128"/>
                    <a:pt x="128" y="128"/>
                    <a:pt x="128" y="128"/>
                  </a:cubicBezTo>
                  <a:cubicBezTo>
                    <a:pt x="128" y="139"/>
                    <a:pt x="128" y="139"/>
                    <a:pt x="128" y="139"/>
                  </a:cubicBezTo>
                  <a:cubicBezTo>
                    <a:pt x="128" y="145"/>
                    <a:pt x="132" y="150"/>
                    <a:pt x="138" y="150"/>
                  </a:cubicBezTo>
                  <a:cubicBezTo>
                    <a:pt x="181" y="150"/>
                    <a:pt x="181" y="150"/>
                    <a:pt x="181" y="150"/>
                  </a:cubicBezTo>
                  <a:cubicBezTo>
                    <a:pt x="187" y="150"/>
                    <a:pt x="192" y="145"/>
                    <a:pt x="192" y="139"/>
                  </a:cubicBezTo>
                  <a:cubicBezTo>
                    <a:pt x="192" y="128"/>
                    <a:pt x="192" y="128"/>
                    <a:pt x="192" y="128"/>
                  </a:cubicBezTo>
                  <a:cubicBezTo>
                    <a:pt x="277" y="128"/>
                    <a:pt x="277" y="128"/>
                    <a:pt x="277" y="128"/>
                  </a:cubicBezTo>
                  <a:lnTo>
                    <a:pt x="277" y="214"/>
                  </a:lnTo>
                  <a:close/>
                  <a:moveTo>
                    <a:pt x="170" y="128"/>
                  </a:moveTo>
                  <a:cubicBezTo>
                    <a:pt x="149" y="128"/>
                    <a:pt x="149" y="128"/>
                    <a:pt x="149" y="128"/>
                  </a:cubicBezTo>
                  <a:cubicBezTo>
                    <a:pt x="149" y="107"/>
                    <a:pt x="149" y="107"/>
                    <a:pt x="149" y="107"/>
                  </a:cubicBezTo>
                  <a:cubicBezTo>
                    <a:pt x="170" y="107"/>
                    <a:pt x="170" y="107"/>
                    <a:pt x="170" y="107"/>
                  </a:cubicBezTo>
                  <a:lnTo>
                    <a:pt x="170" y="128"/>
                  </a:lnTo>
                  <a:close/>
                  <a:moveTo>
                    <a:pt x="298" y="107"/>
                  </a:moveTo>
                  <a:cubicBezTo>
                    <a:pt x="192" y="107"/>
                    <a:pt x="192" y="107"/>
                    <a:pt x="192" y="107"/>
                  </a:cubicBezTo>
                  <a:cubicBezTo>
                    <a:pt x="192" y="96"/>
                    <a:pt x="192" y="96"/>
                    <a:pt x="192" y="96"/>
                  </a:cubicBezTo>
                  <a:cubicBezTo>
                    <a:pt x="192" y="90"/>
                    <a:pt x="187" y="86"/>
                    <a:pt x="181" y="86"/>
                  </a:cubicBezTo>
                  <a:cubicBezTo>
                    <a:pt x="138" y="86"/>
                    <a:pt x="138" y="86"/>
                    <a:pt x="138" y="86"/>
                  </a:cubicBezTo>
                  <a:cubicBezTo>
                    <a:pt x="132" y="86"/>
                    <a:pt x="128" y="90"/>
                    <a:pt x="128" y="96"/>
                  </a:cubicBezTo>
                  <a:cubicBezTo>
                    <a:pt x="128" y="107"/>
                    <a:pt x="128" y="107"/>
                    <a:pt x="128" y="107"/>
                  </a:cubicBezTo>
                  <a:cubicBezTo>
                    <a:pt x="21" y="107"/>
                    <a:pt x="21" y="107"/>
                    <a:pt x="21" y="107"/>
                  </a:cubicBezTo>
                  <a:cubicBezTo>
                    <a:pt x="21" y="64"/>
                    <a:pt x="21" y="64"/>
                    <a:pt x="21" y="64"/>
                  </a:cubicBezTo>
                  <a:cubicBezTo>
                    <a:pt x="298" y="64"/>
                    <a:pt x="298" y="64"/>
                    <a:pt x="298" y="64"/>
                  </a:cubicBezTo>
                  <a:lnTo>
                    <a:pt x="298" y="107"/>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style>
            <a:lnRef idx="2">
              <a:schemeClr val="accent5"/>
            </a:lnRef>
            <a:fillRef idx="1">
              <a:schemeClr val="lt1"/>
            </a:fillRef>
            <a:effectRef idx="0">
              <a:schemeClr val="accent5"/>
            </a:effectRef>
            <a:fontRef idx="minor">
              <a:schemeClr val="dk1"/>
            </a:fontRef>
          </p:style>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dirty="0">
                <a:ln>
                  <a:noFill/>
                </a:ln>
                <a:solidFill>
                  <a:prstClr val="black"/>
                </a:solidFill>
                <a:effectLst/>
                <a:uLnTx/>
                <a:uFillTx/>
                <a:latin typeface="Calibri Light"/>
                <a:ea typeface="+mn-ea"/>
                <a:cs typeface="+mn-cs"/>
              </a:endParaRPr>
            </a:p>
          </p:txBody>
        </p:sp>
      </p:grpSp>
      <p:grpSp>
        <p:nvGrpSpPr>
          <p:cNvPr id="29" name="Group 489">
            <a:extLst>
              <a:ext uri="{FF2B5EF4-FFF2-40B4-BE49-F238E27FC236}">
                <a16:creationId xmlns:a16="http://schemas.microsoft.com/office/drawing/2014/main" id="{0CA57423-9342-43E2-93FC-1F6BD6120E1E}"/>
              </a:ext>
            </a:extLst>
          </p:cNvPr>
          <p:cNvGrpSpPr>
            <a:grpSpLocks noChangeAspect="1"/>
          </p:cNvGrpSpPr>
          <p:nvPr/>
        </p:nvGrpSpPr>
        <p:grpSpPr bwMode="auto">
          <a:xfrm>
            <a:off x="1488588" y="1730604"/>
            <a:ext cx="619221" cy="664390"/>
            <a:chOff x="2920" y="2264"/>
            <a:chExt cx="340" cy="340"/>
          </a:xfrm>
          <a:solidFill>
            <a:schemeClr val="accent5"/>
          </a:solidFill>
        </p:grpSpPr>
        <p:sp>
          <p:nvSpPr>
            <p:cNvPr id="93" name="Freeform 490">
              <a:extLst>
                <a:ext uri="{FF2B5EF4-FFF2-40B4-BE49-F238E27FC236}">
                  <a16:creationId xmlns:a16="http://schemas.microsoft.com/office/drawing/2014/main" id="{D6ACAD96-39CE-4821-9F53-F8972F656D4C}"/>
                </a:ext>
              </a:extLst>
            </p:cNvPr>
            <p:cNvSpPr>
              <a:spLocks noEditPoints="1"/>
            </p:cNvSpPr>
            <p:nvPr/>
          </p:nvSpPr>
          <p:spPr bwMode="auto">
            <a:xfrm>
              <a:off x="2998" y="2363"/>
              <a:ext cx="184" cy="113"/>
            </a:xfrm>
            <a:custGeom>
              <a:avLst/>
              <a:gdLst>
                <a:gd name="T0" fmla="*/ 11 w 277"/>
                <a:gd name="T1" fmla="*/ 171 h 171"/>
                <a:gd name="T2" fmla="*/ 267 w 277"/>
                <a:gd name="T3" fmla="*/ 171 h 171"/>
                <a:gd name="T4" fmla="*/ 277 w 277"/>
                <a:gd name="T5" fmla="*/ 160 h 171"/>
                <a:gd name="T6" fmla="*/ 277 w 277"/>
                <a:gd name="T7" fmla="*/ 11 h 171"/>
                <a:gd name="T8" fmla="*/ 267 w 277"/>
                <a:gd name="T9" fmla="*/ 0 h 171"/>
                <a:gd name="T10" fmla="*/ 11 w 277"/>
                <a:gd name="T11" fmla="*/ 0 h 171"/>
                <a:gd name="T12" fmla="*/ 0 w 277"/>
                <a:gd name="T13" fmla="*/ 11 h 171"/>
                <a:gd name="T14" fmla="*/ 0 w 277"/>
                <a:gd name="T15" fmla="*/ 160 h 171"/>
                <a:gd name="T16" fmla="*/ 11 w 277"/>
                <a:gd name="T17" fmla="*/ 171 h 171"/>
                <a:gd name="T18" fmla="*/ 21 w 277"/>
                <a:gd name="T19" fmla="*/ 21 h 171"/>
                <a:gd name="T20" fmla="*/ 256 w 277"/>
                <a:gd name="T21" fmla="*/ 21 h 171"/>
                <a:gd name="T22" fmla="*/ 256 w 277"/>
                <a:gd name="T23" fmla="*/ 149 h 171"/>
                <a:gd name="T24" fmla="*/ 21 w 277"/>
                <a:gd name="T25" fmla="*/ 149 h 171"/>
                <a:gd name="T26" fmla="*/ 21 w 277"/>
                <a:gd name="T27" fmla="*/ 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 h="171">
                  <a:moveTo>
                    <a:pt x="11" y="171"/>
                  </a:moveTo>
                  <a:cubicBezTo>
                    <a:pt x="267" y="171"/>
                    <a:pt x="267" y="171"/>
                    <a:pt x="267" y="171"/>
                  </a:cubicBezTo>
                  <a:cubicBezTo>
                    <a:pt x="273" y="171"/>
                    <a:pt x="277" y="166"/>
                    <a:pt x="277" y="160"/>
                  </a:cubicBezTo>
                  <a:cubicBezTo>
                    <a:pt x="277" y="11"/>
                    <a:pt x="277" y="11"/>
                    <a:pt x="277" y="11"/>
                  </a:cubicBezTo>
                  <a:cubicBezTo>
                    <a:pt x="277" y="5"/>
                    <a:pt x="273" y="0"/>
                    <a:pt x="267" y="0"/>
                  </a:cubicBezTo>
                  <a:cubicBezTo>
                    <a:pt x="11" y="0"/>
                    <a:pt x="11" y="0"/>
                    <a:pt x="11" y="0"/>
                  </a:cubicBezTo>
                  <a:cubicBezTo>
                    <a:pt x="5" y="0"/>
                    <a:pt x="0" y="5"/>
                    <a:pt x="0" y="11"/>
                  </a:cubicBezTo>
                  <a:cubicBezTo>
                    <a:pt x="0" y="160"/>
                    <a:pt x="0" y="160"/>
                    <a:pt x="0" y="160"/>
                  </a:cubicBezTo>
                  <a:cubicBezTo>
                    <a:pt x="0" y="166"/>
                    <a:pt x="5" y="171"/>
                    <a:pt x="11" y="171"/>
                  </a:cubicBezTo>
                  <a:close/>
                  <a:moveTo>
                    <a:pt x="21" y="21"/>
                  </a:moveTo>
                  <a:cubicBezTo>
                    <a:pt x="256" y="21"/>
                    <a:pt x="256" y="21"/>
                    <a:pt x="256" y="21"/>
                  </a:cubicBezTo>
                  <a:cubicBezTo>
                    <a:pt x="256" y="149"/>
                    <a:pt x="256" y="149"/>
                    <a:pt x="256" y="149"/>
                  </a:cubicBezTo>
                  <a:cubicBezTo>
                    <a:pt x="21" y="149"/>
                    <a:pt x="21" y="149"/>
                    <a:pt x="21" y="149"/>
                  </a:cubicBezTo>
                  <a:lnTo>
                    <a:pt x="21" y="21"/>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4" name="Freeform 491">
              <a:extLst>
                <a:ext uri="{FF2B5EF4-FFF2-40B4-BE49-F238E27FC236}">
                  <a16:creationId xmlns:a16="http://schemas.microsoft.com/office/drawing/2014/main" id="{C1DBAD9A-A780-4ED4-B3BB-6405880D529C}"/>
                </a:ext>
              </a:extLst>
            </p:cNvPr>
            <p:cNvSpPr>
              <a:spLocks/>
            </p:cNvSpPr>
            <p:nvPr/>
          </p:nvSpPr>
          <p:spPr bwMode="auto">
            <a:xfrm>
              <a:off x="2984" y="2490"/>
              <a:ext cx="212" cy="14"/>
            </a:xfrm>
            <a:custGeom>
              <a:avLst/>
              <a:gdLst>
                <a:gd name="T0" fmla="*/ 309 w 320"/>
                <a:gd name="T1" fmla="*/ 0 h 21"/>
                <a:gd name="T2" fmla="*/ 10 w 320"/>
                <a:gd name="T3" fmla="*/ 0 h 21"/>
                <a:gd name="T4" fmla="*/ 0 w 320"/>
                <a:gd name="T5" fmla="*/ 11 h 21"/>
                <a:gd name="T6" fmla="*/ 10 w 320"/>
                <a:gd name="T7" fmla="*/ 21 h 21"/>
                <a:gd name="T8" fmla="*/ 309 w 320"/>
                <a:gd name="T9" fmla="*/ 21 h 21"/>
                <a:gd name="T10" fmla="*/ 320 w 320"/>
                <a:gd name="T11" fmla="*/ 11 h 21"/>
                <a:gd name="T12" fmla="*/ 309 w 3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20" h="21">
                  <a:moveTo>
                    <a:pt x="309" y="0"/>
                  </a:moveTo>
                  <a:cubicBezTo>
                    <a:pt x="10" y="0"/>
                    <a:pt x="10" y="0"/>
                    <a:pt x="10" y="0"/>
                  </a:cubicBezTo>
                  <a:cubicBezTo>
                    <a:pt x="4" y="0"/>
                    <a:pt x="0" y="5"/>
                    <a:pt x="0" y="11"/>
                  </a:cubicBezTo>
                  <a:cubicBezTo>
                    <a:pt x="0" y="17"/>
                    <a:pt x="4" y="21"/>
                    <a:pt x="10" y="21"/>
                  </a:cubicBezTo>
                  <a:cubicBezTo>
                    <a:pt x="309" y="21"/>
                    <a:pt x="309" y="21"/>
                    <a:pt x="309" y="21"/>
                  </a:cubicBezTo>
                  <a:cubicBezTo>
                    <a:pt x="315" y="21"/>
                    <a:pt x="320" y="17"/>
                    <a:pt x="320" y="11"/>
                  </a:cubicBezTo>
                  <a:cubicBezTo>
                    <a:pt x="320" y="5"/>
                    <a:pt x="315" y="0"/>
                    <a:pt x="309"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5" name="Freeform 492">
              <a:extLst>
                <a:ext uri="{FF2B5EF4-FFF2-40B4-BE49-F238E27FC236}">
                  <a16:creationId xmlns:a16="http://schemas.microsoft.com/office/drawing/2014/main" id="{0F7B1378-3684-4E24-B948-E606485F79B8}"/>
                </a:ext>
              </a:extLst>
            </p:cNvPr>
            <p:cNvSpPr>
              <a:spLocks noEditPoints="1"/>
            </p:cNvSpPr>
            <p:nvPr/>
          </p:nvSpPr>
          <p:spPr bwMode="auto">
            <a:xfrm>
              <a:off x="2920" y="2264"/>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style>
            <a:lnRef idx="2">
              <a:schemeClr val="accent2"/>
            </a:lnRef>
            <a:fillRef idx="1">
              <a:schemeClr val="lt1"/>
            </a:fillRef>
            <a:effectRef idx="0">
              <a:schemeClr val="accent2"/>
            </a:effectRef>
            <a:fontRef idx="minor">
              <a:schemeClr val="dk1"/>
            </a:fontRef>
          </p:style>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100" b="0" i="0" u="none" strike="noStrike" kern="1200" cap="none" spc="0" normalizeH="0" baseline="0" noProof="0" dirty="0">
                <a:ln>
                  <a:noFill/>
                </a:ln>
                <a:solidFill>
                  <a:prstClr val="black"/>
                </a:solidFill>
                <a:effectLst/>
                <a:uLnTx/>
                <a:uFillTx/>
                <a:latin typeface="Calibri Light"/>
                <a:ea typeface="+mn-ea"/>
                <a:cs typeface="+mn-cs"/>
              </a:endParaRPr>
            </a:p>
          </p:txBody>
        </p:sp>
      </p:grpSp>
      <p:grpSp>
        <p:nvGrpSpPr>
          <p:cNvPr id="30" name="Group 29">
            <a:extLst>
              <a:ext uri="{FF2B5EF4-FFF2-40B4-BE49-F238E27FC236}">
                <a16:creationId xmlns:a16="http://schemas.microsoft.com/office/drawing/2014/main" id="{17778BD7-079D-4FAA-B3A7-90CA74AA9C44}"/>
              </a:ext>
            </a:extLst>
          </p:cNvPr>
          <p:cNvGrpSpPr/>
          <p:nvPr/>
        </p:nvGrpSpPr>
        <p:grpSpPr>
          <a:xfrm>
            <a:off x="501650" y="1067320"/>
            <a:ext cx="2593097" cy="517639"/>
            <a:chOff x="413228" y="1371600"/>
            <a:chExt cx="1947702" cy="476173"/>
          </a:xfrm>
        </p:grpSpPr>
        <p:sp>
          <p:nvSpPr>
            <p:cNvPr id="90" name="Right Triangle 49">
              <a:extLst>
                <a:ext uri="{FF2B5EF4-FFF2-40B4-BE49-F238E27FC236}">
                  <a16:creationId xmlns:a16="http://schemas.microsoft.com/office/drawing/2014/main" id="{14C353B9-FAB4-47E7-8C63-DF06B1BE3A13}"/>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1" name="Right Triangle 49">
              <a:extLst>
                <a:ext uri="{FF2B5EF4-FFF2-40B4-BE49-F238E27FC236}">
                  <a16:creationId xmlns:a16="http://schemas.microsoft.com/office/drawing/2014/main" id="{43818136-693A-4C88-AA36-1AF3DE528CF2}"/>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2" name="Round Same Side Corner Rectangle 43">
              <a:extLst>
                <a:ext uri="{FF2B5EF4-FFF2-40B4-BE49-F238E27FC236}">
                  <a16:creationId xmlns:a16="http://schemas.microsoft.com/office/drawing/2014/main" id="{13A0C5D1-8B4F-442C-BEEA-CE15B3A9F0A6}"/>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66675" tIns="66675" rIns="66675" bIns="81000" rtlCol="0" anchor="ctr"/>
            <a:lstStyle/>
            <a:p>
              <a:pPr lvl="0" algn="ctr"/>
              <a:r>
                <a:rPr lang="en-US" sz="1100" b="1" dirty="0">
                  <a:solidFill>
                    <a:prstClr val="white"/>
                  </a:solidFill>
                  <a:latin typeface="Calibri" panose="020F0502020204030204" pitchFamily="34" charset="0"/>
                  <a:cs typeface="Calibri" panose="020F0502020204030204" pitchFamily="34" charset="0"/>
                </a:rPr>
                <a:t>Selection of Business Model</a:t>
              </a:r>
              <a:endParaRPr kumimoji="0" lang="en-US" sz="11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grpSp>
      <p:grpSp>
        <p:nvGrpSpPr>
          <p:cNvPr id="31" name="Group 30">
            <a:extLst>
              <a:ext uri="{FF2B5EF4-FFF2-40B4-BE49-F238E27FC236}">
                <a16:creationId xmlns:a16="http://schemas.microsoft.com/office/drawing/2014/main" id="{267C23C9-AF4A-4C58-9B6B-0A93A02FFDA7}"/>
              </a:ext>
            </a:extLst>
          </p:cNvPr>
          <p:cNvGrpSpPr/>
          <p:nvPr/>
        </p:nvGrpSpPr>
        <p:grpSpPr>
          <a:xfrm>
            <a:off x="501650" y="3143586"/>
            <a:ext cx="2593097" cy="3398728"/>
            <a:chOff x="582909" y="4047068"/>
            <a:chExt cx="2642778" cy="3211966"/>
          </a:xfrm>
        </p:grpSpPr>
        <p:sp>
          <p:nvSpPr>
            <p:cNvPr id="88" name="Rectangle 87">
              <a:extLst>
                <a:ext uri="{FF2B5EF4-FFF2-40B4-BE49-F238E27FC236}">
                  <a16:creationId xmlns:a16="http://schemas.microsoft.com/office/drawing/2014/main" id="{BA270AC6-7AB4-45CF-9C26-F13A2A54A8F2}"/>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40500" tIns="40500" rIns="27000" bIns="27000" rtlCol="0" anchor="t"/>
            <a:lstStyle/>
            <a:p>
              <a:pPr marL="128588" marR="0" lvl="0" indent="-10287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Light"/>
                  <a:ea typeface="+mn-ea"/>
                  <a:cs typeface="+mn-cs"/>
                </a:rPr>
                <a:t>Capex model plant on own land  is the most financially viable option with overall second rank</a:t>
              </a:r>
            </a:p>
            <a:p>
              <a:pPr marL="128588" marR="0" lvl="0" indent="-10287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Light"/>
                  <a:ea typeface="+mn-ea"/>
                  <a:cs typeface="+mn-cs"/>
                </a:rPr>
                <a:t>Amongst Capex model options, plants located in CG and MP supplying power to respective states is most financially viable option</a:t>
              </a:r>
            </a:p>
            <a:p>
              <a:pPr marL="128588" marR="0" lvl="0" indent="-10287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lang="en-US" sz="1100" dirty="0">
                  <a:solidFill>
                    <a:prstClr val="black"/>
                  </a:solidFill>
                  <a:latin typeface="Calibri Light"/>
                </a:rPr>
                <a:t>However, this model will be successful subject to availability of suitable own land</a:t>
              </a: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a:p>
              <a:pPr marL="128588" marR="0" lvl="0" indent="-10287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lang="en-US" sz="1100" dirty="0">
                  <a:solidFill>
                    <a:prstClr val="black"/>
                  </a:solidFill>
                  <a:latin typeface="Calibri Light"/>
                </a:rPr>
                <a:t>Government Scheme e.g. CPSU Ph-II Scheme (un-tied capacity) although ranks low in financial viability but ranks highest in terms of overall attractiveness</a:t>
              </a:r>
            </a:p>
            <a:p>
              <a:pPr marL="128588" marR="0" lvl="0" indent="-102870" algn="l" defTabSz="914400" rtl="0" eaLnBrk="1" fontAlgn="auto" latinLnBrk="0" hangingPunct="1">
                <a:lnSpc>
                  <a:spcPct val="100000"/>
                </a:lnSpc>
                <a:spcBef>
                  <a:spcPts val="450"/>
                </a:spcBef>
                <a:spcAft>
                  <a:spcPts val="0"/>
                </a:spcAft>
                <a:buClrTx/>
                <a:buSzTx/>
                <a:buFont typeface="Arial" panose="020B0604020202020204" pitchFamily="34" charset="0"/>
                <a:buChar char="•"/>
                <a:tabLst/>
                <a:defRPr/>
              </a:pPr>
              <a:r>
                <a:rPr kumimoji="0" lang="en-US" sz="1100" b="1" i="0" u="none" strike="noStrike" kern="1200" cap="none" spc="0" normalizeH="0" baseline="0" noProof="0" dirty="0">
                  <a:ln>
                    <a:noFill/>
                  </a:ln>
                  <a:solidFill>
                    <a:prstClr val="black"/>
                  </a:solidFill>
                  <a:effectLst/>
                  <a:uLnTx/>
                  <a:uFillTx/>
                  <a:latin typeface="Calibri Light"/>
                  <a:ea typeface="+mn-ea"/>
                  <a:cs typeface="+mn-cs"/>
                </a:rPr>
                <a:t>SECL </a:t>
              </a:r>
              <a:r>
                <a:rPr lang="en-US" sz="1100" b="1" dirty="0">
                  <a:solidFill>
                    <a:prstClr val="black"/>
                  </a:solidFill>
                  <a:latin typeface="Calibri Light"/>
                </a:rPr>
                <a:t>will need to </a:t>
              </a:r>
              <a:r>
                <a:rPr kumimoji="0" lang="en-US" sz="1100" b="1" i="0" u="none" strike="noStrike" kern="1200" cap="none" spc="0" normalizeH="0" baseline="0" noProof="0" dirty="0">
                  <a:ln>
                    <a:noFill/>
                  </a:ln>
                  <a:solidFill>
                    <a:prstClr val="black"/>
                  </a:solidFill>
                  <a:effectLst/>
                  <a:uLnTx/>
                  <a:uFillTx/>
                  <a:latin typeface="Calibri Light"/>
                  <a:ea typeface="+mn-ea"/>
                  <a:cs typeface="+mn-cs"/>
                </a:rPr>
                <a:t>explore both the above business models</a:t>
              </a:r>
            </a:p>
          </p:txBody>
        </p:sp>
        <p:sp>
          <p:nvSpPr>
            <p:cNvPr id="89" name="Rectangle 88">
              <a:extLst>
                <a:ext uri="{FF2B5EF4-FFF2-40B4-BE49-F238E27FC236}">
                  <a16:creationId xmlns:a16="http://schemas.microsoft.com/office/drawing/2014/main" id="{591404A7-321D-4E48-A961-B3A390DACCC4}"/>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2" name="Group 31">
            <a:extLst>
              <a:ext uri="{FF2B5EF4-FFF2-40B4-BE49-F238E27FC236}">
                <a16:creationId xmlns:a16="http://schemas.microsoft.com/office/drawing/2014/main" id="{748865EC-F429-4649-8045-54532364A2A9}"/>
              </a:ext>
            </a:extLst>
          </p:cNvPr>
          <p:cNvGrpSpPr/>
          <p:nvPr/>
        </p:nvGrpSpPr>
        <p:grpSpPr>
          <a:xfrm>
            <a:off x="1372971" y="1584959"/>
            <a:ext cx="850454" cy="1523130"/>
            <a:chOff x="757805" y="1635343"/>
            <a:chExt cx="1185062" cy="2012973"/>
          </a:xfrm>
        </p:grpSpPr>
        <p:sp>
          <p:nvSpPr>
            <p:cNvPr id="83" name="Freeform 36">
              <a:extLst>
                <a:ext uri="{FF2B5EF4-FFF2-40B4-BE49-F238E27FC236}">
                  <a16:creationId xmlns:a16="http://schemas.microsoft.com/office/drawing/2014/main" id="{E9134A9D-C001-4A4F-BE7D-AF998E9CE6FF}"/>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84" name="Round Same Side Corner Rectangle 37">
              <a:extLst>
                <a:ext uri="{FF2B5EF4-FFF2-40B4-BE49-F238E27FC236}">
                  <a16:creationId xmlns:a16="http://schemas.microsoft.com/office/drawing/2014/main" id="{59454F14-20B9-429B-8924-9C3C58E74D84}"/>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5" name="Round Same Side Corner Rectangle 38">
              <a:extLst>
                <a:ext uri="{FF2B5EF4-FFF2-40B4-BE49-F238E27FC236}">
                  <a16:creationId xmlns:a16="http://schemas.microsoft.com/office/drawing/2014/main" id="{12923DDE-052D-4C46-B2DE-68B0707DC42F}"/>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6" name="Round Same Side Corner Rectangle 39">
              <a:extLst>
                <a:ext uri="{FF2B5EF4-FFF2-40B4-BE49-F238E27FC236}">
                  <a16:creationId xmlns:a16="http://schemas.microsoft.com/office/drawing/2014/main" id="{AB0937D3-CC24-4F05-9281-D9261D44CC65}"/>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7" name="Oval 86">
              <a:extLst>
                <a:ext uri="{FF2B5EF4-FFF2-40B4-BE49-F238E27FC236}">
                  <a16:creationId xmlns:a16="http://schemas.microsoft.com/office/drawing/2014/main" id="{5C0C1037-D329-420B-B360-910FBC461670}"/>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3" name="Group 32">
            <a:extLst>
              <a:ext uri="{FF2B5EF4-FFF2-40B4-BE49-F238E27FC236}">
                <a16:creationId xmlns:a16="http://schemas.microsoft.com/office/drawing/2014/main" id="{B78FAEFB-FF0F-46B3-9C6A-3FFC218E2C75}"/>
              </a:ext>
            </a:extLst>
          </p:cNvPr>
          <p:cNvGrpSpPr/>
          <p:nvPr/>
        </p:nvGrpSpPr>
        <p:grpSpPr>
          <a:xfrm>
            <a:off x="3351543" y="1067320"/>
            <a:ext cx="2593097" cy="517639"/>
            <a:chOff x="413228" y="1371600"/>
            <a:chExt cx="1947702" cy="476173"/>
          </a:xfrm>
        </p:grpSpPr>
        <p:sp>
          <p:nvSpPr>
            <p:cNvPr id="80" name="Right Triangle 49">
              <a:extLst>
                <a:ext uri="{FF2B5EF4-FFF2-40B4-BE49-F238E27FC236}">
                  <a16:creationId xmlns:a16="http://schemas.microsoft.com/office/drawing/2014/main" id="{3C7580A4-2F39-4CBD-80EA-968314E67761}"/>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1" name="Right Triangle 49">
              <a:extLst>
                <a:ext uri="{FF2B5EF4-FFF2-40B4-BE49-F238E27FC236}">
                  <a16:creationId xmlns:a16="http://schemas.microsoft.com/office/drawing/2014/main" id="{F06CF185-6C3F-4208-AC44-3636BE9011FF}"/>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2" name="Round Same Side Corner Rectangle 43">
              <a:extLst>
                <a:ext uri="{FF2B5EF4-FFF2-40B4-BE49-F238E27FC236}">
                  <a16:creationId xmlns:a16="http://schemas.microsoft.com/office/drawing/2014/main" id="{89B51166-00C5-4A9D-AE46-06959DA06E18}"/>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66675" tIns="66675" rIns="66675" bIns="81000" rtlCol="0" anchor="ctr"/>
            <a:lstStyle/>
            <a:p>
              <a:pPr lvl="0" algn="ctr"/>
              <a:r>
                <a:rPr lang="en-US" sz="1100" b="1" dirty="0">
                  <a:solidFill>
                    <a:prstClr val="white"/>
                  </a:solidFill>
                  <a:latin typeface="Calibri" panose="020F0502020204030204" pitchFamily="34" charset="0"/>
                  <a:cs typeface="Calibri" panose="020F0502020204030204" pitchFamily="34" charset="0"/>
                </a:rPr>
                <a:t>Actionable Items for Capex Mode (Own Land) and GoI Scheme</a:t>
              </a:r>
            </a:p>
          </p:txBody>
        </p:sp>
      </p:grpSp>
      <p:grpSp>
        <p:nvGrpSpPr>
          <p:cNvPr id="34" name="Group 33">
            <a:extLst>
              <a:ext uri="{FF2B5EF4-FFF2-40B4-BE49-F238E27FC236}">
                <a16:creationId xmlns:a16="http://schemas.microsoft.com/office/drawing/2014/main" id="{2B4C0ABB-B0D3-40EA-B9E9-B380359550EC}"/>
              </a:ext>
            </a:extLst>
          </p:cNvPr>
          <p:cNvGrpSpPr/>
          <p:nvPr/>
        </p:nvGrpSpPr>
        <p:grpSpPr>
          <a:xfrm>
            <a:off x="3351543" y="3143586"/>
            <a:ext cx="2593097" cy="3398728"/>
            <a:chOff x="582909" y="4047068"/>
            <a:chExt cx="2642778" cy="3211966"/>
          </a:xfrm>
        </p:grpSpPr>
        <p:sp>
          <p:nvSpPr>
            <p:cNvPr id="78" name="Rectangle 77">
              <a:extLst>
                <a:ext uri="{FF2B5EF4-FFF2-40B4-BE49-F238E27FC236}">
                  <a16:creationId xmlns:a16="http://schemas.microsoft.com/office/drawing/2014/main" id="{55043DBF-B01B-4E32-868C-EC4005D4DCE2}"/>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40500" tIns="40500" rIns="27000" bIns="27000" rtlCol="0" anchor="t"/>
            <a:lstStyle/>
            <a:p>
              <a:pPr marL="25718" lvl="0">
                <a:spcBef>
                  <a:spcPts val="450"/>
                </a:spcBef>
                <a:defRPr/>
              </a:pPr>
              <a:r>
                <a:rPr lang="en-US" sz="1100" b="1" dirty="0">
                  <a:solidFill>
                    <a:prstClr val="black"/>
                  </a:solidFill>
                </a:rPr>
                <a:t>Capex Mode (Own Land)</a:t>
              </a:r>
            </a:p>
            <a:p>
              <a:pPr marL="128588" lvl="0" indent="-102870">
                <a:spcBef>
                  <a:spcPts val="450"/>
                </a:spcBef>
                <a:buFont typeface="Arial" panose="020B0604020202020204" pitchFamily="34" charset="0"/>
                <a:buChar char="•"/>
                <a:defRPr/>
              </a:pPr>
              <a:r>
                <a:rPr lang="en-US" sz="1100" dirty="0">
                  <a:solidFill>
                    <a:prstClr val="black"/>
                  </a:solidFill>
                </a:rPr>
                <a:t>Initiate suitability assessment of identified own lands for solar PV plant development</a:t>
              </a:r>
            </a:p>
            <a:p>
              <a:pPr marL="128588" lvl="0" indent="-102870">
                <a:spcBef>
                  <a:spcPts val="450"/>
                </a:spcBef>
                <a:buFont typeface="Arial" panose="020B0604020202020204" pitchFamily="34" charset="0"/>
                <a:buChar char="•"/>
                <a:defRPr/>
              </a:pPr>
              <a:r>
                <a:rPr lang="en-US" sz="1100" dirty="0">
                  <a:solidFill>
                    <a:prstClr val="black"/>
                  </a:solidFill>
                </a:rPr>
                <a:t>Initiate discussion with STU and Discoms for details of nearest desired sub-stations / availability of evacuation capacity</a:t>
              </a:r>
            </a:p>
            <a:p>
              <a:pPr marL="128588" lvl="0" indent="-102870">
                <a:spcBef>
                  <a:spcPts val="450"/>
                </a:spcBef>
                <a:buFont typeface="Arial" panose="020B0604020202020204" pitchFamily="34" charset="0"/>
                <a:buChar char="•"/>
                <a:defRPr/>
              </a:pPr>
              <a:r>
                <a:rPr lang="en-US" sz="1100" dirty="0">
                  <a:solidFill>
                    <a:prstClr val="black"/>
                  </a:solidFill>
                </a:rPr>
                <a:t>Based on the identified land parcel’s suitability study report, initiate additional land parcel procurement process at CG and MP (if required) near STU/ Discoms with available evacuation capacities</a:t>
              </a:r>
            </a:p>
            <a:p>
              <a:pPr marL="128588" lvl="0" indent="-102870">
                <a:spcBef>
                  <a:spcPts val="450"/>
                </a:spcBef>
                <a:buFont typeface="Arial" panose="020B0604020202020204" pitchFamily="34" charset="0"/>
                <a:buChar char="•"/>
                <a:defRPr/>
              </a:pPr>
              <a:r>
                <a:rPr lang="en-US" sz="1100" dirty="0">
                  <a:solidFill>
                    <a:prstClr val="black"/>
                  </a:solidFill>
                </a:rPr>
                <a:t>Application for connectivity at nearby available and suitable sub-stations</a:t>
              </a:r>
            </a:p>
            <a:p>
              <a:pPr marL="25718" lvl="0">
                <a:spcBef>
                  <a:spcPts val="450"/>
                </a:spcBef>
                <a:defRPr/>
              </a:pPr>
              <a:r>
                <a:rPr lang="en-US" sz="1100" b="1" dirty="0" err="1">
                  <a:solidFill>
                    <a:prstClr val="black"/>
                  </a:solidFill>
                </a:rPr>
                <a:t>GoI</a:t>
              </a:r>
              <a:r>
                <a:rPr lang="en-US" sz="1100" b="1" dirty="0">
                  <a:solidFill>
                    <a:prstClr val="black"/>
                  </a:solidFill>
                </a:rPr>
                <a:t> Scheme (CPSU Scheme Phase-II)</a:t>
              </a:r>
            </a:p>
            <a:p>
              <a:pPr marL="128588" lvl="0" indent="-102870">
                <a:spcBef>
                  <a:spcPts val="450"/>
                </a:spcBef>
                <a:buFont typeface="Arial" panose="020B0604020202020204" pitchFamily="34" charset="0"/>
                <a:buChar char="•"/>
                <a:defRPr/>
              </a:pPr>
              <a:r>
                <a:rPr lang="en-US" sz="1100" dirty="0">
                  <a:solidFill>
                    <a:prstClr val="black"/>
                  </a:solidFill>
                </a:rPr>
                <a:t>Un-tied solar capacities already commissioned/under-construction can be explored</a:t>
              </a:r>
            </a:p>
          </p:txBody>
        </p:sp>
        <p:sp>
          <p:nvSpPr>
            <p:cNvPr id="79" name="Rectangle 78">
              <a:extLst>
                <a:ext uri="{FF2B5EF4-FFF2-40B4-BE49-F238E27FC236}">
                  <a16:creationId xmlns:a16="http://schemas.microsoft.com/office/drawing/2014/main" id="{076FBACF-12DC-47E9-908C-136D3F27AE40}"/>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5" name="Group 34">
            <a:extLst>
              <a:ext uri="{FF2B5EF4-FFF2-40B4-BE49-F238E27FC236}">
                <a16:creationId xmlns:a16="http://schemas.microsoft.com/office/drawing/2014/main" id="{0AA9770F-FD7D-41B1-85F7-FF5A5344C46D}"/>
              </a:ext>
            </a:extLst>
          </p:cNvPr>
          <p:cNvGrpSpPr/>
          <p:nvPr/>
        </p:nvGrpSpPr>
        <p:grpSpPr>
          <a:xfrm>
            <a:off x="4222864" y="1584959"/>
            <a:ext cx="850454" cy="1523130"/>
            <a:chOff x="757805" y="1635343"/>
            <a:chExt cx="1185062" cy="2012973"/>
          </a:xfrm>
        </p:grpSpPr>
        <p:sp>
          <p:nvSpPr>
            <p:cNvPr id="73" name="Freeform 36">
              <a:extLst>
                <a:ext uri="{FF2B5EF4-FFF2-40B4-BE49-F238E27FC236}">
                  <a16:creationId xmlns:a16="http://schemas.microsoft.com/office/drawing/2014/main" id="{47911BFA-4B86-4BD4-A475-93CE83D3D3A2}"/>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74" name="Round Same Side Corner Rectangle 37">
              <a:extLst>
                <a:ext uri="{FF2B5EF4-FFF2-40B4-BE49-F238E27FC236}">
                  <a16:creationId xmlns:a16="http://schemas.microsoft.com/office/drawing/2014/main" id="{3942C7E6-9487-4B23-982A-1EBDC9F35066}"/>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5" name="Round Same Side Corner Rectangle 38">
              <a:extLst>
                <a:ext uri="{FF2B5EF4-FFF2-40B4-BE49-F238E27FC236}">
                  <a16:creationId xmlns:a16="http://schemas.microsoft.com/office/drawing/2014/main" id="{C7E56DD8-029B-497D-AEC2-4BBA023755C6}"/>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6" name="Round Same Side Corner Rectangle 39">
              <a:extLst>
                <a:ext uri="{FF2B5EF4-FFF2-40B4-BE49-F238E27FC236}">
                  <a16:creationId xmlns:a16="http://schemas.microsoft.com/office/drawing/2014/main" id="{0CF8D6F6-C0FA-4A80-BF5E-3F7A4FD90896}"/>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7" name="Oval 76">
              <a:extLst>
                <a:ext uri="{FF2B5EF4-FFF2-40B4-BE49-F238E27FC236}">
                  <a16:creationId xmlns:a16="http://schemas.microsoft.com/office/drawing/2014/main" id="{3918F854-1671-4211-A233-B8C71E69532A}"/>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6" name="Group 35">
            <a:extLst>
              <a:ext uri="{FF2B5EF4-FFF2-40B4-BE49-F238E27FC236}">
                <a16:creationId xmlns:a16="http://schemas.microsoft.com/office/drawing/2014/main" id="{9A310EB0-E60A-421E-BCF0-6309571D9537}"/>
              </a:ext>
            </a:extLst>
          </p:cNvPr>
          <p:cNvGrpSpPr/>
          <p:nvPr/>
        </p:nvGrpSpPr>
        <p:grpSpPr>
          <a:xfrm>
            <a:off x="6201436" y="1067320"/>
            <a:ext cx="2593097" cy="517639"/>
            <a:chOff x="413228" y="1371600"/>
            <a:chExt cx="1947702" cy="476173"/>
          </a:xfrm>
        </p:grpSpPr>
        <p:sp>
          <p:nvSpPr>
            <p:cNvPr id="70" name="Right Triangle 49">
              <a:extLst>
                <a:ext uri="{FF2B5EF4-FFF2-40B4-BE49-F238E27FC236}">
                  <a16:creationId xmlns:a16="http://schemas.microsoft.com/office/drawing/2014/main" id="{60EB4D8C-3B27-4300-8467-760D43D12C2E}"/>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1" name="Right Triangle 49">
              <a:extLst>
                <a:ext uri="{FF2B5EF4-FFF2-40B4-BE49-F238E27FC236}">
                  <a16:creationId xmlns:a16="http://schemas.microsoft.com/office/drawing/2014/main" id="{09B2DFED-C771-455E-92C3-CFAD9EEC9F31}"/>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2" name="Round Same Side Corner Rectangle 43">
              <a:extLst>
                <a:ext uri="{FF2B5EF4-FFF2-40B4-BE49-F238E27FC236}">
                  <a16:creationId xmlns:a16="http://schemas.microsoft.com/office/drawing/2014/main" id="{6893A48B-B450-4FE8-9986-38C369558742}"/>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66675" tIns="66675" rIns="66675" bIns="81000" rtlCol="0" anchor="ctr"/>
            <a:lstStyle/>
            <a:p>
              <a:pPr lvl="0" algn="ctr"/>
              <a:r>
                <a:rPr lang="en-US" sz="1100" b="1" dirty="0">
                  <a:solidFill>
                    <a:prstClr val="white"/>
                  </a:solidFill>
                  <a:latin typeface="Calibri" panose="020F0502020204030204" pitchFamily="34" charset="0"/>
                  <a:cs typeface="Calibri" panose="020F0502020204030204" pitchFamily="34" charset="0"/>
                </a:rPr>
                <a:t>Implementation Activities</a:t>
              </a:r>
            </a:p>
          </p:txBody>
        </p:sp>
      </p:grpSp>
      <p:grpSp>
        <p:nvGrpSpPr>
          <p:cNvPr id="37" name="Group 36">
            <a:extLst>
              <a:ext uri="{FF2B5EF4-FFF2-40B4-BE49-F238E27FC236}">
                <a16:creationId xmlns:a16="http://schemas.microsoft.com/office/drawing/2014/main" id="{394DB4DF-8FF6-40E2-8DE2-E9D152A072E6}"/>
              </a:ext>
            </a:extLst>
          </p:cNvPr>
          <p:cNvGrpSpPr/>
          <p:nvPr/>
        </p:nvGrpSpPr>
        <p:grpSpPr>
          <a:xfrm>
            <a:off x="6201436" y="3143586"/>
            <a:ext cx="2593097" cy="3398728"/>
            <a:chOff x="582909" y="4047068"/>
            <a:chExt cx="2642778" cy="3211966"/>
          </a:xfrm>
          <a:solidFill>
            <a:schemeClr val="bg1">
              <a:lumMod val="95000"/>
            </a:schemeClr>
          </a:solidFill>
        </p:grpSpPr>
        <p:sp>
          <p:nvSpPr>
            <p:cNvPr id="68" name="Rectangle 67">
              <a:extLst>
                <a:ext uri="{FF2B5EF4-FFF2-40B4-BE49-F238E27FC236}">
                  <a16:creationId xmlns:a16="http://schemas.microsoft.com/office/drawing/2014/main" id="{9C1B7BE9-2C25-444D-B995-6BE8326CA34E}"/>
                </a:ext>
              </a:extLst>
            </p:cNvPr>
            <p:cNvSpPr/>
            <p:nvPr/>
          </p:nvSpPr>
          <p:spPr bwMode="gray">
            <a:xfrm>
              <a:off x="582909" y="4047068"/>
              <a:ext cx="2642778" cy="3124270"/>
            </a:xfrm>
            <a:prstGeom prst="rect">
              <a:avLst/>
            </a:prstGeom>
            <a:grpFill/>
            <a:ln w="19050" algn="ctr">
              <a:noFill/>
              <a:miter lim="800000"/>
              <a:headEnd/>
              <a:tailEnd/>
            </a:ln>
          </p:spPr>
          <p:txBody>
            <a:bodyPr wrap="square" lIns="40500" tIns="40500" rIns="27000" bIns="27000" rtlCol="0" anchor="t"/>
            <a:lstStyle/>
            <a:p>
              <a:pPr marL="128588" lvl="0" indent="-102870">
                <a:spcBef>
                  <a:spcPts val="450"/>
                </a:spcBef>
                <a:buFont typeface="Arial" panose="020B0604020202020204" pitchFamily="34" charset="0"/>
                <a:buChar char="•"/>
                <a:defRPr/>
              </a:pPr>
              <a:r>
                <a:rPr lang="en-US" sz="1100" dirty="0">
                  <a:solidFill>
                    <a:prstClr val="black"/>
                  </a:solidFill>
                </a:rPr>
                <a:t>SECL may consider selection of the Owner’s Engineer-cum-PMC consultant to obtain assistance for carrying out the land suitability assessment, engineering/ design, costing, procurement, project management, O&amp;M management </a:t>
              </a:r>
            </a:p>
            <a:p>
              <a:pPr marL="128588" lvl="0" indent="-102870">
                <a:spcBef>
                  <a:spcPts val="450"/>
                </a:spcBef>
                <a:buFont typeface="Arial" panose="020B0604020202020204" pitchFamily="34" charset="0"/>
                <a:buChar char="•"/>
                <a:defRPr/>
              </a:pPr>
              <a:r>
                <a:rPr lang="en-US" sz="1100" dirty="0">
                  <a:solidFill>
                    <a:prstClr val="black"/>
                  </a:solidFill>
                </a:rPr>
                <a:t>Development and strengthening of solar specific function</a:t>
              </a:r>
            </a:p>
            <a:p>
              <a:pPr marL="128588" lvl="0" indent="-102870">
                <a:spcBef>
                  <a:spcPts val="450"/>
                </a:spcBef>
                <a:buFont typeface="Arial" panose="020B0604020202020204" pitchFamily="34" charset="0"/>
                <a:buChar char="•"/>
                <a:defRPr/>
              </a:pPr>
              <a:r>
                <a:rPr lang="en-US" sz="1100" dirty="0">
                  <a:solidFill>
                    <a:prstClr val="black"/>
                  </a:solidFill>
                </a:rPr>
                <a:t>SECL needs to evaluate various avenues to optimize capital cost, which may include negotiations with OEMs / EPC players, direct procurement of major components of solar power plant etc.</a:t>
              </a:r>
            </a:p>
          </p:txBody>
        </p:sp>
        <p:sp>
          <p:nvSpPr>
            <p:cNvPr id="69" name="Rectangle 68">
              <a:extLst>
                <a:ext uri="{FF2B5EF4-FFF2-40B4-BE49-F238E27FC236}">
                  <a16:creationId xmlns:a16="http://schemas.microsoft.com/office/drawing/2014/main" id="{D5664BC5-CCFD-4E0E-AF1A-F0ECBB580415}"/>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8" name="Group 37">
            <a:extLst>
              <a:ext uri="{FF2B5EF4-FFF2-40B4-BE49-F238E27FC236}">
                <a16:creationId xmlns:a16="http://schemas.microsoft.com/office/drawing/2014/main" id="{577C8613-882C-41C9-91D0-8F1972B6549F}"/>
              </a:ext>
            </a:extLst>
          </p:cNvPr>
          <p:cNvGrpSpPr/>
          <p:nvPr/>
        </p:nvGrpSpPr>
        <p:grpSpPr>
          <a:xfrm>
            <a:off x="7072757" y="1584959"/>
            <a:ext cx="850454" cy="1523130"/>
            <a:chOff x="757805" y="1635343"/>
            <a:chExt cx="1185062" cy="2012973"/>
          </a:xfrm>
        </p:grpSpPr>
        <p:sp>
          <p:nvSpPr>
            <p:cNvPr id="63" name="Freeform 36">
              <a:extLst>
                <a:ext uri="{FF2B5EF4-FFF2-40B4-BE49-F238E27FC236}">
                  <a16:creationId xmlns:a16="http://schemas.microsoft.com/office/drawing/2014/main" id="{FFAC0DD4-2383-4269-9600-9DC09CD71752}"/>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4" name="Round Same Side Corner Rectangle 37">
              <a:extLst>
                <a:ext uri="{FF2B5EF4-FFF2-40B4-BE49-F238E27FC236}">
                  <a16:creationId xmlns:a16="http://schemas.microsoft.com/office/drawing/2014/main" id="{C2950691-AA14-4C22-8170-29DCABC60166}"/>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5" name="Round Same Side Corner Rectangle 38">
              <a:extLst>
                <a:ext uri="{FF2B5EF4-FFF2-40B4-BE49-F238E27FC236}">
                  <a16:creationId xmlns:a16="http://schemas.microsoft.com/office/drawing/2014/main" id="{781FD2A2-80AC-4D83-A197-65D376413FB0}"/>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6" name="Round Same Side Corner Rectangle 39">
              <a:extLst>
                <a:ext uri="{FF2B5EF4-FFF2-40B4-BE49-F238E27FC236}">
                  <a16:creationId xmlns:a16="http://schemas.microsoft.com/office/drawing/2014/main" id="{FA2BF0D3-1CD3-49DF-BC9D-A8F62E529466}"/>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7" name="Oval 66">
              <a:extLst>
                <a:ext uri="{FF2B5EF4-FFF2-40B4-BE49-F238E27FC236}">
                  <a16:creationId xmlns:a16="http://schemas.microsoft.com/office/drawing/2014/main" id="{D3DC8644-6C87-492A-8C22-8279F00481A8}"/>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39" name="Group 38">
            <a:extLst>
              <a:ext uri="{FF2B5EF4-FFF2-40B4-BE49-F238E27FC236}">
                <a16:creationId xmlns:a16="http://schemas.microsoft.com/office/drawing/2014/main" id="{FB22E360-1F5D-40D9-8CB8-52CA8A450A0F}"/>
              </a:ext>
            </a:extLst>
          </p:cNvPr>
          <p:cNvGrpSpPr/>
          <p:nvPr/>
        </p:nvGrpSpPr>
        <p:grpSpPr>
          <a:xfrm>
            <a:off x="9051329" y="1067320"/>
            <a:ext cx="2593097" cy="517639"/>
            <a:chOff x="413228" y="1371600"/>
            <a:chExt cx="1947702" cy="476173"/>
          </a:xfrm>
        </p:grpSpPr>
        <p:sp>
          <p:nvSpPr>
            <p:cNvPr id="60" name="Right Triangle 49">
              <a:extLst>
                <a:ext uri="{FF2B5EF4-FFF2-40B4-BE49-F238E27FC236}">
                  <a16:creationId xmlns:a16="http://schemas.microsoft.com/office/drawing/2014/main" id="{7F3EEAC1-A06E-498B-A5B7-648668A82B15}"/>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1" name="Right Triangle 49">
              <a:extLst>
                <a:ext uri="{FF2B5EF4-FFF2-40B4-BE49-F238E27FC236}">
                  <a16:creationId xmlns:a16="http://schemas.microsoft.com/office/drawing/2014/main" id="{C75CC90D-01B4-4F35-B696-7ECB7577840B}"/>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2" name="Round Same Side Corner Rectangle 43">
              <a:extLst>
                <a:ext uri="{FF2B5EF4-FFF2-40B4-BE49-F238E27FC236}">
                  <a16:creationId xmlns:a16="http://schemas.microsoft.com/office/drawing/2014/main" id="{E0707901-2F03-4D7E-9E3F-29A5FB67FBAB}"/>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6"/>
            </a:solidFill>
            <a:ln w="19050" algn="ctr">
              <a:noFill/>
              <a:miter lim="800000"/>
              <a:headEnd/>
              <a:tailEnd/>
            </a:ln>
          </p:spPr>
          <p:txBody>
            <a:bodyPr wrap="square" lIns="66675" tIns="66675" rIns="66675" bIns="81000" rtlCol="0" anchor="ctr"/>
            <a:lstStyle/>
            <a:p>
              <a:pPr lvl="0" algn="ctr"/>
              <a:r>
                <a:rPr lang="en-US" sz="1100" b="1" dirty="0">
                  <a:solidFill>
                    <a:prstClr val="white"/>
                  </a:solidFill>
                  <a:latin typeface="Calibri" panose="020F0502020204030204" pitchFamily="34" charset="0"/>
                  <a:cs typeface="Calibri" panose="020F0502020204030204" pitchFamily="34" charset="0"/>
                </a:rPr>
                <a:t>Actionable for Surplus Power Sale</a:t>
              </a:r>
            </a:p>
          </p:txBody>
        </p:sp>
      </p:grpSp>
      <p:grpSp>
        <p:nvGrpSpPr>
          <p:cNvPr id="40" name="Group 39">
            <a:extLst>
              <a:ext uri="{FF2B5EF4-FFF2-40B4-BE49-F238E27FC236}">
                <a16:creationId xmlns:a16="http://schemas.microsoft.com/office/drawing/2014/main" id="{AF4453B4-2DCF-4037-86A8-B6D297D1B557}"/>
              </a:ext>
            </a:extLst>
          </p:cNvPr>
          <p:cNvGrpSpPr/>
          <p:nvPr/>
        </p:nvGrpSpPr>
        <p:grpSpPr>
          <a:xfrm>
            <a:off x="9051329" y="3143586"/>
            <a:ext cx="2728946" cy="3398728"/>
            <a:chOff x="582909" y="4047068"/>
            <a:chExt cx="2642778" cy="3211966"/>
          </a:xfrm>
        </p:grpSpPr>
        <p:sp>
          <p:nvSpPr>
            <p:cNvPr id="58" name="Rectangle 57">
              <a:extLst>
                <a:ext uri="{FF2B5EF4-FFF2-40B4-BE49-F238E27FC236}">
                  <a16:creationId xmlns:a16="http://schemas.microsoft.com/office/drawing/2014/main" id="{196B976E-15C4-46D1-AA8E-87607E610E20}"/>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40500" tIns="40500" rIns="27000" bIns="27000" rtlCol="0" anchor="t"/>
            <a:lstStyle/>
            <a:p>
              <a:pPr marL="128588" lvl="0" indent="-102870">
                <a:spcBef>
                  <a:spcPts val="450"/>
                </a:spcBef>
                <a:buFont typeface="Arial" panose="020B0604020202020204" pitchFamily="34" charset="0"/>
                <a:buChar char="•"/>
                <a:defRPr/>
              </a:pPr>
              <a:r>
                <a:rPr lang="en-US" sz="1100" dirty="0">
                  <a:solidFill>
                    <a:prstClr val="black"/>
                  </a:solidFill>
                </a:rPr>
                <a:t>Energy Sale to Discoms is the best feasible model for selling surplus. However, CG Discom has expressed that they will not buy any surplus power. SECL can initiate communication with MP-Discoms.</a:t>
              </a:r>
            </a:p>
            <a:p>
              <a:pPr marL="128588" lvl="0" indent="-102870">
                <a:spcBef>
                  <a:spcPts val="450"/>
                </a:spcBef>
                <a:buFont typeface="Arial" panose="020B0604020202020204" pitchFamily="34" charset="0"/>
                <a:buChar char="•"/>
                <a:defRPr/>
              </a:pPr>
              <a:r>
                <a:rPr lang="en-US" sz="1100" dirty="0">
                  <a:solidFill>
                    <a:prstClr val="black"/>
                  </a:solidFill>
                </a:rPr>
                <a:t>SECL can start communication channel with the discoms in CG and MP for Energy Banking and necessary procedures</a:t>
              </a:r>
            </a:p>
            <a:p>
              <a:pPr marL="128588" indent="-102870">
                <a:spcBef>
                  <a:spcPts val="450"/>
                </a:spcBef>
                <a:buSzPct val="100000"/>
                <a:buFont typeface="Arial" panose="020B0604020202020204" pitchFamily="34" charset="0"/>
                <a:buChar char="•"/>
                <a:defRPr/>
              </a:pPr>
              <a:r>
                <a:rPr lang="en-US" sz="1100" dirty="0">
                  <a:solidFill>
                    <a:prstClr val="black"/>
                  </a:solidFill>
                </a:rPr>
                <a:t>SECL should start liaising with Energy Traders (such as PTC, NVVN, etc.) to find long-term contract rates and exploring the opportunity to enter into arrangements with the Traders for sale of solar power.</a:t>
              </a:r>
            </a:p>
            <a:p>
              <a:pPr marL="128588" indent="-102870">
                <a:spcBef>
                  <a:spcPts val="450"/>
                </a:spcBef>
                <a:buSzPct val="100000"/>
                <a:buFont typeface="Arial" panose="020B0604020202020204" pitchFamily="34" charset="0"/>
                <a:buChar char="•"/>
                <a:defRPr/>
              </a:pPr>
              <a:r>
                <a:rPr lang="en-US" sz="1100" dirty="0">
                  <a:solidFill>
                    <a:prstClr val="black"/>
                  </a:solidFill>
                </a:rPr>
                <a:t>SECL will also need to assess land-suitability, evacuation infra assessment, and balance land purchase (if required) in similar lines as Capex Mode.</a:t>
              </a:r>
            </a:p>
          </p:txBody>
        </p:sp>
        <p:sp>
          <p:nvSpPr>
            <p:cNvPr id="59" name="Rectangle 58">
              <a:extLst>
                <a:ext uri="{FF2B5EF4-FFF2-40B4-BE49-F238E27FC236}">
                  <a16:creationId xmlns:a16="http://schemas.microsoft.com/office/drawing/2014/main" id="{DECB4577-1D79-4F0B-B487-610C6C3619BF}"/>
                </a:ext>
              </a:extLst>
            </p:cNvPr>
            <p:cNvSpPr/>
            <p:nvPr/>
          </p:nvSpPr>
          <p:spPr bwMode="gray">
            <a:xfrm>
              <a:off x="756474" y="7171338"/>
              <a:ext cx="2295650" cy="87696"/>
            </a:xfrm>
            <a:prstGeom prst="rect">
              <a:avLst/>
            </a:prstGeom>
            <a:solidFill>
              <a:schemeClr val="accent6"/>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41" name="Group 40">
            <a:extLst>
              <a:ext uri="{FF2B5EF4-FFF2-40B4-BE49-F238E27FC236}">
                <a16:creationId xmlns:a16="http://schemas.microsoft.com/office/drawing/2014/main" id="{71B36E65-1109-47A0-8DC6-DDED7C0CABD6}"/>
              </a:ext>
            </a:extLst>
          </p:cNvPr>
          <p:cNvGrpSpPr/>
          <p:nvPr/>
        </p:nvGrpSpPr>
        <p:grpSpPr>
          <a:xfrm>
            <a:off x="9922650" y="1584959"/>
            <a:ext cx="850454" cy="1523130"/>
            <a:chOff x="757805" y="1635343"/>
            <a:chExt cx="1185062" cy="2012973"/>
          </a:xfrm>
        </p:grpSpPr>
        <p:sp>
          <p:nvSpPr>
            <p:cNvPr id="53" name="Freeform 36">
              <a:extLst>
                <a:ext uri="{FF2B5EF4-FFF2-40B4-BE49-F238E27FC236}">
                  <a16:creationId xmlns:a16="http://schemas.microsoft.com/office/drawing/2014/main" id="{B9BC724C-14A4-4617-9DE1-74B4D5174EC2}"/>
                </a:ext>
              </a:extLst>
            </p:cNvPr>
            <p:cNvSpPr/>
            <p:nvPr/>
          </p:nvSpPr>
          <p:spPr bwMode="gray">
            <a:xfrm>
              <a:off x="757805" y="1635343"/>
              <a:ext cx="1185062"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6"/>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54" name="Round Same Side Corner Rectangle 37">
              <a:extLst>
                <a:ext uri="{FF2B5EF4-FFF2-40B4-BE49-F238E27FC236}">
                  <a16:creationId xmlns:a16="http://schemas.microsoft.com/office/drawing/2014/main" id="{C10D443C-BDFF-4AD7-8482-52E51062F218}"/>
                </a:ext>
              </a:extLst>
            </p:cNvPr>
            <p:cNvSpPr/>
            <p:nvPr/>
          </p:nvSpPr>
          <p:spPr bwMode="gray">
            <a:xfrm>
              <a:off x="1289779" y="3495046"/>
              <a:ext cx="116350" cy="108039"/>
            </a:xfrm>
            <a:prstGeom prst="round2SameRect">
              <a:avLst>
                <a:gd name="adj1" fmla="val 50000"/>
                <a:gd name="adj2" fmla="val 0"/>
              </a:avLst>
            </a:prstGeom>
            <a:solidFill>
              <a:schemeClr val="accent6"/>
            </a:solidFill>
            <a:ln w="19050" algn="ctr">
              <a:solidFill>
                <a:schemeClr val="accent6">
                  <a:lumMod val="50000"/>
                </a:schemeClr>
              </a:solid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55" name="Round Same Side Corner Rectangle 38">
              <a:extLst>
                <a:ext uri="{FF2B5EF4-FFF2-40B4-BE49-F238E27FC236}">
                  <a16:creationId xmlns:a16="http://schemas.microsoft.com/office/drawing/2014/main" id="{32636A7C-0CB7-4FC0-89F8-8FDD8C54DBC5}"/>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56" name="Round Same Side Corner Rectangle 39">
              <a:extLst>
                <a:ext uri="{FF2B5EF4-FFF2-40B4-BE49-F238E27FC236}">
                  <a16:creationId xmlns:a16="http://schemas.microsoft.com/office/drawing/2014/main" id="{6E10F578-8352-458D-ADC1-CAC7B60258EF}"/>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57" name="Oval 56">
              <a:extLst>
                <a:ext uri="{FF2B5EF4-FFF2-40B4-BE49-F238E27FC236}">
                  <a16:creationId xmlns:a16="http://schemas.microsoft.com/office/drawing/2014/main" id="{A1D7105D-E204-41E4-A641-B67C804D0927}"/>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42" name="Group 41">
            <a:extLst>
              <a:ext uri="{FF2B5EF4-FFF2-40B4-BE49-F238E27FC236}">
                <a16:creationId xmlns:a16="http://schemas.microsoft.com/office/drawing/2014/main" id="{0B6EA1F5-6382-4E0C-AA2F-FA429DB20EDE}"/>
              </a:ext>
            </a:extLst>
          </p:cNvPr>
          <p:cNvGrpSpPr>
            <a:grpSpLocks noChangeAspect="1"/>
          </p:cNvGrpSpPr>
          <p:nvPr/>
        </p:nvGrpSpPr>
        <p:grpSpPr>
          <a:xfrm>
            <a:off x="10032162" y="1715225"/>
            <a:ext cx="631426" cy="679769"/>
            <a:chOff x="6537910" y="4611206"/>
            <a:chExt cx="1849437" cy="1838325"/>
          </a:xfrm>
          <a:solidFill>
            <a:schemeClr val="accent5"/>
          </a:solidFill>
        </p:grpSpPr>
        <p:sp>
          <p:nvSpPr>
            <p:cNvPr id="46" name="Freeform 15">
              <a:extLst>
                <a:ext uri="{FF2B5EF4-FFF2-40B4-BE49-F238E27FC236}">
                  <a16:creationId xmlns:a16="http://schemas.microsoft.com/office/drawing/2014/main" id="{7801F7AF-E5FF-4525-A35C-382189242471}"/>
                </a:ext>
              </a:extLst>
            </p:cNvPr>
            <p:cNvSpPr>
              <a:spLocks noEditPoints="1"/>
            </p:cNvSpPr>
            <p:nvPr/>
          </p:nvSpPr>
          <p:spPr bwMode="auto">
            <a:xfrm>
              <a:off x="7688847" y="5262081"/>
              <a:ext cx="312737" cy="766763"/>
            </a:xfrm>
            <a:custGeom>
              <a:avLst/>
              <a:gdLst>
                <a:gd name="T0" fmla="*/ 41 w 65"/>
                <a:gd name="T1" fmla="*/ 0 h 160"/>
                <a:gd name="T2" fmla="*/ 25 w 65"/>
                <a:gd name="T3" fmla="*/ 0 h 160"/>
                <a:gd name="T4" fmla="*/ 17 w 65"/>
                <a:gd name="T5" fmla="*/ 6 h 160"/>
                <a:gd name="T6" fmla="*/ 1 w 65"/>
                <a:gd name="T7" fmla="*/ 86 h 160"/>
                <a:gd name="T8" fmla="*/ 2 w 65"/>
                <a:gd name="T9" fmla="*/ 93 h 160"/>
                <a:gd name="T10" fmla="*/ 9 w 65"/>
                <a:gd name="T11" fmla="*/ 96 h 160"/>
                <a:gd name="T12" fmla="*/ 9 w 65"/>
                <a:gd name="T13" fmla="*/ 152 h 160"/>
                <a:gd name="T14" fmla="*/ 17 w 65"/>
                <a:gd name="T15" fmla="*/ 160 h 160"/>
                <a:gd name="T16" fmla="*/ 25 w 65"/>
                <a:gd name="T17" fmla="*/ 152 h 160"/>
                <a:gd name="T18" fmla="*/ 25 w 65"/>
                <a:gd name="T19" fmla="*/ 96 h 160"/>
                <a:gd name="T20" fmla="*/ 41 w 65"/>
                <a:gd name="T21" fmla="*/ 96 h 160"/>
                <a:gd name="T22" fmla="*/ 41 w 65"/>
                <a:gd name="T23" fmla="*/ 152 h 160"/>
                <a:gd name="T24" fmla="*/ 49 w 65"/>
                <a:gd name="T25" fmla="*/ 160 h 160"/>
                <a:gd name="T26" fmla="*/ 57 w 65"/>
                <a:gd name="T27" fmla="*/ 152 h 160"/>
                <a:gd name="T28" fmla="*/ 57 w 65"/>
                <a:gd name="T29" fmla="*/ 96 h 160"/>
                <a:gd name="T30" fmla="*/ 63 w 65"/>
                <a:gd name="T31" fmla="*/ 93 h 160"/>
                <a:gd name="T32" fmla="*/ 65 w 65"/>
                <a:gd name="T33" fmla="*/ 86 h 160"/>
                <a:gd name="T34" fmla="*/ 49 w 65"/>
                <a:gd name="T35" fmla="*/ 6 h 160"/>
                <a:gd name="T36" fmla="*/ 41 w 65"/>
                <a:gd name="T37" fmla="*/ 0 h 160"/>
                <a:gd name="T38" fmla="*/ 31 w 65"/>
                <a:gd name="T39" fmla="*/ 16 h 160"/>
                <a:gd name="T40" fmla="*/ 34 w 65"/>
                <a:gd name="T41" fmla="*/ 16 h 160"/>
                <a:gd name="T42" fmla="*/ 47 w 65"/>
                <a:gd name="T43" fmla="*/ 80 h 160"/>
                <a:gd name="T44" fmla="*/ 18 w 65"/>
                <a:gd name="T45" fmla="*/ 80 h 160"/>
                <a:gd name="T46" fmla="*/ 31 w 65"/>
                <a:gd name="T47"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160">
                  <a:moveTo>
                    <a:pt x="41" y="0"/>
                  </a:moveTo>
                  <a:cubicBezTo>
                    <a:pt x="25" y="0"/>
                    <a:pt x="25" y="0"/>
                    <a:pt x="25" y="0"/>
                  </a:cubicBezTo>
                  <a:cubicBezTo>
                    <a:pt x="21" y="0"/>
                    <a:pt x="18" y="2"/>
                    <a:pt x="17" y="6"/>
                  </a:cubicBezTo>
                  <a:cubicBezTo>
                    <a:pt x="1" y="86"/>
                    <a:pt x="1" y="86"/>
                    <a:pt x="1" y="86"/>
                  </a:cubicBezTo>
                  <a:cubicBezTo>
                    <a:pt x="0" y="88"/>
                    <a:pt x="1" y="91"/>
                    <a:pt x="2" y="93"/>
                  </a:cubicBezTo>
                  <a:cubicBezTo>
                    <a:pt x="4" y="95"/>
                    <a:pt x="6" y="96"/>
                    <a:pt x="9" y="96"/>
                  </a:cubicBezTo>
                  <a:cubicBezTo>
                    <a:pt x="9" y="152"/>
                    <a:pt x="9" y="152"/>
                    <a:pt x="9" y="152"/>
                  </a:cubicBezTo>
                  <a:cubicBezTo>
                    <a:pt x="9" y="156"/>
                    <a:pt x="12" y="160"/>
                    <a:pt x="17" y="160"/>
                  </a:cubicBezTo>
                  <a:cubicBezTo>
                    <a:pt x="21" y="160"/>
                    <a:pt x="25" y="156"/>
                    <a:pt x="25" y="152"/>
                  </a:cubicBezTo>
                  <a:cubicBezTo>
                    <a:pt x="25" y="96"/>
                    <a:pt x="25" y="96"/>
                    <a:pt x="25" y="96"/>
                  </a:cubicBezTo>
                  <a:cubicBezTo>
                    <a:pt x="41" y="96"/>
                    <a:pt x="41" y="96"/>
                    <a:pt x="41" y="96"/>
                  </a:cubicBezTo>
                  <a:cubicBezTo>
                    <a:pt x="41" y="152"/>
                    <a:pt x="41" y="152"/>
                    <a:pt x="41" y="152"/>
                  </a:cubicBezTo>
                  <a:cubicBezTo>
                    <a:pt x="41" y="156"/>
                    <a:pt x="44" y="160"/>
                    <a:pt x="49" y="160"/>
                  </a:cubicBezTo>
                  <a:cubicBezTo>
                    <a:pt x="53" y="160"/>
                    <a:pt x="57" y="156"/>
                    <a:pt x="57" y="152"/>
                  </a:cubicBezTo>
                  <a:cubicBezTo>
                    <a:pt x="57" y="96"/>
                    <a:pt x="57" y="96"/>
                    <a:pt x="57" y="96"/>
                  </a:cubicBezTo>
                  <a:cubicBezTo>
                    <a:pt x="59" y="96"/>
                    <a:pt x="61" y="95"/>
                    <a:pt x="63" y="93"/>
                  </a:cubicBezTo>
                  <a:cubicBezTo>
                    <a:pt x="64" y="91"/>
                    <a:pt x="65" y="88"/>
                    <a:pt x="65" y="86"/>
                  </a:cubicBezTo>
                  <a:cubicBezTo>
                    <a:pt x="49" y="6"/>
                    <a:pt x="49" y="6"/>
                    <a:pt x="49" y="6"/>
                  </a:cubicBezTo>
                  <a:cubicBezTo>
                    <a:pt x="48" y="2"/>
                    <a:pt x="44" y="0"/>
                    <a:pt x="41" y="0"/>
                  </a:cubicBezTo>
                  <a:close/>
                  <a:moveTo>
                    <a:pt x="31" y="16"/>
                  </a:moveTo>
                  <a:cubicBezTo>
                    <a:pt x="34" y="16"/>
                    <a:pt x="34" y="16"/>
                    <a:pt x="34" y="16"/>
                  </a:cubicBezTo>
                  <a:cubicBezTo>
                    <a:pt x="47" y="80"/>
                    <a:pt x="47" y="80"/>
                    <a:pt x="47" y="80"/>
                  </a:cubicBezTo>
                  <a:cubicBezTo>
                    <a:pt x="18" y="80"/>
                    <a:pt x="18" y="80"/>
                    <a:pt x="18" y="80"/>
                  </a:cubicBezTo>
                  <a:lnTo>
                    <a:pt x="31" y="16"/>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47" name="Freeform 16">
              <a:extLst>
                <a:ext uri="{FF2B5EF4-FFF2-40B4-BE49-F238E27FC236}">
                  <a16:creationId xmlns:a16="http://schemas.microsoft.com/office/drawing/2014/main" id="{8DAFD872-0467-453F-A7D1-AA5E4655BEDC}"/>
                </a:ext>
              </a:extLst>
            </p:cNvPr>
            <p:cNvSpPr>
              <a:spLocks noEditPoints="1"/>
            </p:cNvSpPr>
            <p:nvPr/>
          </p:nvSpPr>
          <p:spPr bwMode="auto">
            <a:xfrm>
              <a:off x="7731710"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48" name="Freeform 17">
              <a:extLst>
                <a:ext uri="{FF2B5EF4-FFF2-40B4-BE49-F238E27FC236}">
                  <a16:creationId xmlns:a16="http://schemas.microsoft.com/office/drawing/2014/main" id="{4F97E4C3-D86A-448F-9E68-526163CECBFD}"/>
                </a:ext>
              </a:extLst>
            </p:cNvPr>
            <p:cNvSpPr>
              <a:spLocks noEditPoints="1"/>
            </p:cNvSpPr>
            <p:nvPr/>
          </p:nvSpPr>
          <p:spPr bwMode="auto">
            <a:xfrm>
              <a:off x="6923672" y="5262081"/>
              <a:ext cx="307975"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49" name="Freeform 18">
              <a:extLst>
                <a:ext uri="{FF2B5EF4-FFF2-40B4-BE49-F238E27FC236}">
                  <a16:creationId xmlns:a16="http://schemas.microsoft.com/office/drawing/2014/main" id="{94AA5895-AE3D-4654-A1D8-D1508785252F}"/>
                </a:ext>
              </a:extLst>
            </p:cNvPr>
            <p:cNvSpPr>
              <a:spLocks noEditPoints="1"/>
            </p:cNvSpPr>
            <p:nvPr/>
          </p:nvSpPr>
          <p:spPr bwMode="auto">
            <a:xfrm>
              <a:off x="6961772" y="4955694"/>
              <a:ext cx="231775"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50" name="Freeform 19">
              <a:extLst>
                <a:ext uri="{FF2B5EF4-FFF2-40B4-BE49-F238E27FC236}">
                  <a16:creationId xmlns:a16="http://schemas.microsoft.com/office/drawing/2014/main" id="{BCD1B35D-C94E-4B30-AD6F-EB10845C27AF}"/>
                </a:ext>
              </a:extLst>
            </p:cNvPr>
            <p:cNvSpPr>
              <a:spLocks noEditPoints="1"/>
            </p:cNvSpPr>
            <p:nvPr/>
          </p:nvSpPr>
          <p:spPr bwMode="auto">
            <a:xfrm>
              <a:off x="7307847" y="5262081"/>
              <a:ext cx="309562" cy="766763"/>
            </a:xfrm>
            <a:custGeom>
              <a:avLst/>
              <a:gdLst>
                <a:gd name="T0" fmla="*/ 56 w 64"/>
                <a:gd name="T1" fmla="*/ 0 h 160"/>
                <a:gd name="T2" fmla="*/ 8 w 64"/>
                <a:gd name="T3" fmla="*/ 0 h 160"/>
                <a:gd name="T4" fmla="*/ 0 w 64"/>
                <a:gd name="T5" fmla="*/ 8 h 160"/>
                <a:gd name="T6" fmla="*/ 0 w 64"/>
                <a:gd name="T7" fmla="*/ 72 h 160"/>
                <a:gd name="T8" fmla="*/ 8 w 64"/>
                <a:gd name="T9" fmla="*/ 80 h 160"/>
                <a:gd name="T10" fmla="*/ 8 w 64"/>
                <a:gd name="T11" fmla="*/ 152 h 160"/>
                <a:gd name="T12" fmla="*/ 16 w 64"/>
                <a:gd name="T13" fmla="*/ 160 h 160"/>
                <a:gd name="T14" fmla="*/ 24 w 64"/>
                <a:gd name="T15" fmla="*/ 152 h 160"/>
                <a:gd name="T16" fmla="*/ 24 w 64"/>
                <a:gd name="T17" fmla="*/ 80 h 160"/>
                <a:gd name="T18" fmla="*/ 40 w 64"/>
                <a:gd name="T19" fmla="*/ 80 h 160"/>
                <a:gd name="T20" fmla="*/ 40 w 64"/>
                <a:gd name="T21" fmla="*/ 152 h 160"/>
                <a:gd name="T22" fmla="*/ 48 w 64"/>
                <a:gd name="T23" fmla="*/ 160 h 160"/>
                <a:gd name="T24" fmla="*/ 56 w 64"/>
                <a:gd name="T25" fmla="*/ 152 h 160"/>
                <a:gd name="T26" fmla="*/ 56 w 64"/>
                <a:gd name="T27" fmla="*/ 80 h 160"/>
                <a:gd name="T28" fmla="*/ 64 w 64"/>
                <a:gd name="T29" fmla="*/ 72 h 160"/>
                <a:gd name="T30" fmla="*/ 64 w 64"/>
                <a:gd name="T31" fmla="*/ 8 h 160"/>
                <a:gd name="T32" fmla="*/ 56 w 64"/>
                <a:gd name="T33" fmla="*/ 0 h 160"/>
                <a:gd name="T34" fmla="*/ 16 w 64"/>
                <a:gd name="T35" fmla="*/ 16 h 160"/>
                <a:gd name="T36" fmla="*/ 48 w 64"/>
                <a:gd name="T37" fmla="*/ 16 h 160"/>
                <a:gd name="T38" fmla="*/ 48 w 64"/>
                <a:gd name="T39" fmla="*/ 64 h 160"/>
                <a:gd name="T40" fmla="*/ 16 w 64"/>
                <a:gd name="T41" fmla="*/ 64 h 160"/>
                <a:gd name="T42" fmla="*/ 16 w 64"/>
                <a:gd name="T43"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60">
                  <a:moveTo>
                    <a:pt x="56" y="0"/>
                  </a:moveTo>
                  <a:cubicBezTo>
                    <a:pt x="8" y="0"/>
                    <a:pt x="8" y="0"/>
                    <a:pt x="8" y="0"/>
                  </a:cubicBezTo>
                  <a:cubicBezTo>
                    <a:pt x="3" y="0"/>
                    <a:pt x="0" y="3"/>
                    <a:pt x="0" y="8"/>
                  </a:cubicBezTo>
                  <a:cubicBezTo>
                    <a:pt x="0" y="72"/>
                    <a:pt x="0" y="72"/>
                    <a:pt x="0" y="72"/>
                  </a:cubicBezTo>
                  <a:cubicBezTo>
                    <a:pt x="0" y="76"/>
                    <a:pt x="3" y="80"/>
                    <a:pt x="8" y="80"/>
                  </a:cubicBezTo>
                  <a:cubicBezTo>
                    <a:pt x="8" y="152"/>
                    <a:pt x="8" y="152"/>
                    <a:pt x="8" y="152"/>
                  </a:cubicBezTo>
                  <a:cubicBezTo>
                    <a:pt x="8" y="156"/>
                    <a:pt x="11" y="160"/>
                    <a:pt x="16" y="160"/>
                  </a:cubicBezTo>
                  <a:cubicBezTo>
                    <a:pt x="20" y="160"/>
                    <a:pt x="24" y="156"/>
                    <a:pt x="24" y="152"/>
                  </a:cubicBezTo>
                  <a:cubicBezTo>
                    <a:pt x="24" y="80"/>
                    <a:pt x="24" y="80"/>
                    <a:pt x="24" y="80"/>
                  </a:cubicBezTo>
                  <a:cubicBezTo>
                    <a:pt x="40" y="80"/>
                    <a:pt x="40" y="80"/>
                    <a:pt x="40" y="80"/>
                  </a:cubicBezTo>
                  <a:cubicBezTo>
                    <a:pt x="40" y="152"/>
                    <a:pt x="40" y="152"/>
                    <a:pt x="40" y="152"/>
                  </a:cubicBezTo>
                  <a:cubicBezTo>
                    <a:pt x="40" y="156"/>
                    <a:pt x="43" y="160"/>
                    <a:pt x="48" y="160"/>
                  </a:cubicBezTo>
                  <a:cubicBezTo>
                    <a:pt x="52" y="160"/>
                    <a:pt x="56" y="156"/>
                    <a:pt x="56" y="152"/>
                  </a:cubicBezTo>
                  <a:cubicBezTo>
                    <a:pt x="56" y="80"/>
                    <a:pt x="56" y="80"/>
                    <a:pt x="56" y="80"/>
                  </a:cubicBezTo>
                  <a:cubicBezTo>
                    <a:pt x="60" y="80"/>
                    <a:pt x="64" y="76"/>
                    <a:pt x="64" y="72"/>
                  </a:cubicBezTo>
                  <a:cubicBezTo>
                    <a:pt x="64" y="8"/>
                    <a:pt x="64" y="8"/>
                    <a:pt x="64" y="8"/>
                  </a:cubicBezTo>
                  <a:cubicBezTo>
                    <a:pt x="64" y="3"/>
                    <a:pt x="60" y="0"/>
                    <a:pt x="56" y="0"/>
                  </a:cubicBezTo>
                  <a:close/>
                  <a:moveTo>
                    <a:pt x="16" y="16"/>
                  </a:moveTo>
                  <a:cubicBezTo>
                    <a:pt x="48" y="16"/>
                    <a:pt x="48" y="16"/>
                    <a:pt x="48" y="16"/>
                  </a:cubicBezTo>
                  <a:cubicBezTo>
                    <a:pt x="48" y="64"/>
                    <a:pt x="48" y="64"/>
                    <a:pt x="48" y="64"/>
                  </a:cubicBezTo>
                  <a:cubicBezTo>
                    <a:pt x="16" y="64"/>
                    <a:pt x="16" y="64"/>
                    <a:pt x="16" y="64"/>
                  </a:cubicBezTo>
                  <a:lnTo>
                    <a:pt x="16" y="16"/>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51" name="Freeform 20">
              <a:extLst>
                <a:ext uri="{FF2B5EF4-FFF2-40B4-BE49-F238E27FC236}">
                  <a16:creationId xmlns:a16="http://schemas.microsoft.com/office/drawing/2014/main" id="{2A38E467-3355-460A-856D-44183BA98D1C}"/>
                </a:ext>
              </a:extLst>
            </p:cNvPr>
            <p:cNvSpPr>
              <a:spLocks noEditPoints="1"/>
            </p:cNvSpPr>
            <p:nvPr/>
          </p:nvSpPr>
          <p:spPr bwMode="auto">
            <a:xfrm>
              <a:off x="7347535" y="4955694"/>
              <a:ext cx="230187" cy="230188"/>
            </a:xfrm>
            <a:custGeom>
              <a:avLst/>
              <a:gdLst>
                <a:gd name="T0" fmla="*/ 24 w 48"/>
                <a:gd name="T1" fmla="*/ 48 h 48"/>
                <a:gd name="T2" fmla="*/ 48 w 48"/>
                <a:gd name="T3" fmla="*/ 24 h 48"/>
                <a:gd name="T4" fmla="*/ 24 w 48"/>
                <a:gd name="T5" fmla="*/ 0 h 48"/>
                <a:gd name="T6" fmla="*/ 0 w 48"/>
                <a:gd name="T7" fmla="*/ 24 h 48"/>
                <a:gd name="T8" fmla="*/ 24 w 48"/>
                <a:gd name="T9" fmla="*/ 48 h 48"/>
                <a:gd name="T10" fmla="*/ 24 w 48"/>
                <a:gd name="T11" fmla="*/ 16 h 48"/>
                <a:gd name="T12" fmla="*/ 32 w 48"/>
                <a:gd name="T13" fmla="*/ 24 h 48"/>
                <a:gd name="T14" fmla="*/ 24 w 48"/>
                <a:gd name="T15" fmla="*/ 32 h 48"/>
                <a:gd name="T16" fmla="*/ 16 w 48"/>
                <a:gd name="T17" fmla="*/ 24 h 48"/>
                <a:gd name="T18" fmla="*/ 24 w 48"/>
                <a:gd name="T1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37" y="48"/>
                    <a:pt x="48" y="37"/>
                    <a:pt x="48" y="24"/>
                  </a:cubicBezTo>
                  <a:cubicBezTo>
                    <a:pt x="48" y="10"/>
                    <a:pt x="37" y="0"/>
                    <a:pt x="24" y="0"/>
                  </a:cubicBezTo>
                  <a:cubicBezTo>
                    <a:pt x="10" y="0"/>
                    <a:pt x="0" y="10"/>
                    <a:pt x="0" y="24"/>
                  </a:cubicBezTo>
                  <a:cubicBezTo>
                    <a:pt x="0" y="37"/>
                    <a:pt x="10" y="48"/>
                    <a:pt x="24" y="48"/>
                  </a:cubicBezTo>
                  <a:close/>
                  <a:moveTo>
                    <a:pt x="24" y="16"/>
                  </a:moveTo>
                  <a:cubicBezTo>
                    <a:pt x="28" y="16"/>
                    <a:pt x="32" y="19"/>
                    <a:pt x="32" y="24"/>
                  </a:cubicBezTo>
                  <a:cubicBezTo>
                    <a:pt x="32" y="28"/>
                    <a:pt x="28" y="32"/>
                    <a:pt x="24" y="32"/>
                  </a:cubicBezTo>
                  <a:cubicBezTo>
                    <a:pt x="19" y="32"/>
                    <a:pt x="16" y="28"/>
                    <a:pt x="16" y="24"/>
                  </a:cubicBezTo>
                  <a:cubicBezTo>
                    <a:pt x="16" y="19"/>
                    <a:pt x="19" y="16"/>
                    <a:pt x="24" y="1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52" name="Freeform 21">
              <a:extLst>
                <a:ext uri="{FF2B5EF4-FFF2-40B4-BE49-F238E27FC236}">
                  <a16:creationId xmlns:a16="http://schemas.microsoft.com/office/drawing/2014/main" id="{4292CD9C-2BF4-490E-A96B-62592B626EAF}"/>
                </a:ext>
              </a:extLst>
            </p:cNvPr>
            <p:cNvSpPr>
              <a:spLocks noEditPoints="1"/>
            </p:cNvSpPr>
            <p:nvPr/>
          </p:nvSpPr>
          <p:spPr bwMode="auto">
            <a:xfrm>
              <a:off x="6537910" y="4611206"/>
              <a:ext cx="1849437" cy="18383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68 h 384"/>
                <a:gd name="T12" fmla="*/ 16 w 384"/>
                <a:gd name="T13" fmla="*/ 192 h 384"/>
                <a:gd name="T14" fmla="*/ 192 w 384"/>
                <a:gd name="T15" fmla="*/ 16 h 384"/>
                <a:gd name="T16" fmla="*/ 368 w 384"/>
                <a:gd name="T17" fmla="*/ 192 h 384"/>
                <a:gd name="T18" fmla="*/ 192 w 384"/>
                <a:gd name="T19" fmla="*/ 36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68"/>
                  </a:moveTo>
                  <a:cubicBezTo>
                    <a:pt x="95" y="368"/>
                    <a:pt x="16" y="289"/>
                    <a:pt x="16" y="192"/>
                  </a:cubicBezTo>
                  <a:cubicBezTo>
                    <a:pt x="16" y="95"/>
                    <a:pt x="95" y="16"/>
                    <a:pt x="192" y="16"/>
                  </a:cubicBezTo>
                  <a:cubicBezTo>
                    <a:pt x="289" y="16"/>
                    <a:pt x="368" y="95"/>
                    <a:pt x="368" y="192"/>
                  </a:cubicBezTo>
                  <a:cubicBezTo>
                    <a:pt x="368" y="289"/>
                    <a:pt x="289" y="368"/>
                    <a:pt x="192" y="36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libri Light"/>
                <a:ea typeface="+mn-ea"/>
                <a:cs typeface="+mn-cs"/>
              </a:endParaRPr>
            </a:p>
          </p:txBody>
        </p:sp>
      </p:grpSp>
      <p:grpSp>
        <p:nvGrpSpPr>
          <p:cNvPr id="43" name="Group 569">
            <a:extLst>
              <a:ext uri="{FF2B5EF4-FFF2-40B4-BE49-F238E27FC236}">
                <a16:creationId xmlns:a16="http://schemas.microsoft.com/office/drawing/2014/main" id="{37DABB10-FDC8-4221-A78E-CD785686CB01}"/>
              </a:ext>
            </a:extLst>
          </p:cNvPr>
          <p:cNvGrpSpPr>
            <a:grpSpLocks noChangeAspect="1"/>
          </p:cNvGrpSpPr>
          <p:nvPr/>
        </p:nvGrpSpPr>
        <p:grpSpPr bwMode="auto">
          <a:xfrm>
            <a:off x="7190011" y="1727882"/>
            <a:ext cx="615945" cy="667111"/>
            <a:chOff x="5648" y="3248"/>
            <a:chExt cx="340" cy="340"/>
          </a:xfrm>
          <a:solidFill>
            <a:schemeClr val="accent5"/>
          </a:solidFill>
        </p:grpSpPr>
        <p:sp>
          <p:nvSpPr>
            <p:cNvPr id="44" name="Freeform 570">
              <a:extLst>
                <a:ext uri="{FF2B5EF4-FFF2-40B4-BE49-F238E27FC236}">
                  <a16:creationId xmlns:a16="http://schemas.microsoft.com/office/drawing/2014/main" id="{A6F94FD6-90E0-4FBD-8E18-634082D1C290}"/>
                </a:ext>
              </a:extLst>
            </p:cNvPr>
            <p:cNvSpPr>
              <a:spLocks noEditPoints="1"/>
            </p:cNvSpPr>
            <p:nvPr/>
          </p:nvSpPr>
          <p:spPr bwMode="auto">
            <a:xfrm>
              <a:off x="5712" y="3326"/>
              <a:ext cx="212" cy="170"/>
            </a:xfrm>
            <a:custGeom>
              <a:avLst/>
              <a:gdLst>
                <a:gd name="T0" fmla="*/ 288 w 320"/>
                <a:gd name="T1" fmla="*/ 9 h 256"/>
                <a:gd name="T2" fmla="*/ 277 w 320"/>
                <a:gd name="T3" fmla="*/ 0 h 256"/>
                <a:gd name="T4" fmla="*/ 224 w 320"/>
                <a:gd name="T5" fmla="*/ 0 h 256"/>
                <a:gd name="T6" fmla="*/ 213 w 320"/>
                <a:gd name="T7" fmla="*/ 10 h 256"/>
                <a:gd name="T8" fmla="*/ 201 w 320"/>
                <a:gd name="T9" fmla="*/ 146 h 256"/>
                <a:gd name="T10" fmla="*/ 112 w 320"/>
                <a:gd name="T11" fmla="*/ 87 h 256"/>
                <a:gd name="T12" fmla="*/ 101 w 320"/>
                <a:gd name="T13" fmla="*/ 87 h 256"/>
                <a:gd name="T14" fmla="*/ 96 w 320"/>
                <a:gd name="T15" fmla="*/ 96 h 256"/>
                <a:gd name="T16" fmla="*/ 96 w 320"/>
                <a:gd name="T17" fmla="*/ 140 h 256"/>
                <a:gd name="T18" fmla="*/ 16 w 320"/>
                <a:gd name="T19" fmla="*/ 87 h 256"/>
                <a:gd name="T20" fmla="*/ 5 w 320"/>
                <a:gd name="T21" fmla="*/ 87 h 256"/>
                <a:gd name="T22" fmla="*/ 0 w 320"/>
                <a:gd name="T23" fmla="*/ 96 h 256"/>
                <a:gd name="T24" fmla="*/ 0 w 320"/>
                <a:gd name="T25" fmla="*/ 245 h 256"/>
                <a:gd name="T26" fmla="*/ 10 w 320"/>
                <a:gd name="T27" fmla="*/ 256 h 256"/>
                <a:gd name="T28" fmla="*/ 309 w 320"/>
                <a:gd name="T29" fmla="*/ 256 h 256"/>
                <a:gd name="T30" fmla="*/ 317 w 320"/>
                <a:gd name="T31" fmla="*/ 252 h 256"/>
                <a:gd name="T32" fmla="*/ 320 w 320"/>
                <a:gd name="T33" fmla="*/ 244 h 256"/>
                <a:gd name="T34" fmla="*/ 288 w 320"/>
                <a:gd name="T35" fmla="*/ 9 h 256"/>
                <a:gd name="T36" fmla="*/ 196 w 320"/>
                <a:gd name="T37" fmla="*/ 169 h 256"/>
                <a:gd name="T38" fmla="*/ 198 w 320"/>
                <a:gd name="T39" fmla="*/ 170 h 256"/>
                <a:gd name="T40" fmla="*/ 193 w 320"/>
                <a:gd name="T41" fmla="*/ 235 h 256"/>
                <a:gd name="T42" fmla="*/ 117 w 320"/>
                <a:gd name="T43" fmla="*/ 235 h 256"/>
                <a:gd name="T44" fmla="*/ 117 w 320"/>
                <a:gd name="T45" fmla="*/ 116 h 256"/>
                <a:gd name="T46" fmla="*/ 196 w 320"/>
                <a:gd name="T47" fmla="*/ 169 h 256"/>
                <a:gd name="T48" fmla="*/ 96 w 320"/>
                <a:gd name="T49" fmla="*/ 166 h 256"/>
                <a:gd name="T50" fmla="*/ 96 w 320"/>
                <a:gd name="T51" fmla="*/ 235 h 256"/>
                <a:gd name="T52" fmla="*/ 21 w 320"/>
                <a:gd name="T53" fmla="*/ 235 h 256"/>
                <a:gd name="T54" fmla="*/ 21 w 320"/>
                <a:gd name="T55" fmla="*/ 116 h 256"/>
                <a:gd name="T56" fmla="*/ 96 w 320"/>
                <a:gd name="T57" fmla="*/ 166 h 256"/>
                <a:gd name="T58" fmla="*/ 214 w 320"/>
                <a:gd name="T59" fmla="*/ 235 h 256"/>
                <a:gd name="T60" fmla="*/ 233 w 320"/>
                <a:gd name="T61" fmla="*/ 21 h 256"/>
                <a:gd name="T62" fmla="*/ 268 w 320"/>
                <a:gd name="T63" fmla="*/ 21 h 256"/>
                <a:gd name="T64" fmla="*/ 297 w 320"/>
                <a:gd name="T65" fmla="*/ 235 h 256"/>
                <a:gd name="T66" fmla="*/ 214 w 320"/>
                <a:gd name="T67"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0" h="256">
                  <a:moveTo>
                    <a:pt x="288" y="9"/>
                  </a:moveTo>
                  <a:cubicBezTo>
                    <a:pt x="287" y="4"/>
                    <a:pt x="282" y="0"/>
                    <a:pt x="277" y="0"/>
                  </a:cubicBezTo>
                  <a:cubicBezTo>
                    <a:pt x="224" y="0"/>
                    <a:pt x="224" y="0"/>
                    <a:pt x="224" y="0"/>
                  </a:cubicBezTo>
                  <a:cubicBezTo>
                    <a:pt x="218" y="0"/>
                    <a:pt x="214" y="4"/>
                    <a:pt x="213" y="10"/>
                  </a:cubicBezTo>
                  <a:cubicBezTo>
                    <a:pt x="201" y="146"/>
                    <a:pt x="201" y="146"/>
                    <a:pt x="201" y="146"/>
                  </a:cubicBezTo>
                  <a:cubicBezTo>
                    <a:pt x="112" y="87"/>
                    <a:pt x="112" y="87"/>
                    <a:pt x="112" y="87"/>
                  </a:cubicBezTo>
                  <a:cubicBezTo>
                    <a:pt x="109" y="85"/>
                    <a:pt x="105" y="85"/>
                    <a:pt x="101" y="87"/>
                  </a:cubicBezTo>
                  <a:cubicBezTo>
                    <a:pt x="98" y="88"/>
                    <a:pt x="96" y="92"/>
                    <a:pt x="96" y="96"/>
                  </a:cubicBezTo>
                  <a:cubicBezTo>
                    <a:pt x="96" y="140"/>
                    <a:pt x="96" y="140"/>
                    <a:pt x="96" y="140"/>
                  </a:cubicBezTo>
                  <a:cubicBezTo>
                    <a:pt x="16" y="87"/>
                    <a:pt x="16" y="87"/>
                    <a:pt x="16" y="87"/>
                  </a:cubicBezTo>
                  <a:cubicBezTo>
                    <a:pt x="13" y="85"/>
                    <a:pt x="9" y="85"/>
                    <a:pt x="5" y="87"/>
                  </a:cubicBezTo>
                  <a:cubicBezTo>
                    <a:pt x="2" y="88"/>
                    <a:pt x="0" y="92"/>
                    <a:pt x="0" y="96"/>
                  </a:cubicBezTo>
                  <a:cubicBezTo>
                    <a:pt x="0" y="245"/>
                    <a:pt x="0" y="245"/>
                    <a:pt x="0" y="245"/>
                  </a:cubicBezTo>
                  <a:cubicBezTo>
                    <a:pt x="0" y="251"/>
                    <a:pt x="4" y="256"/>
                    <a:pt x="10" y="256"/>
                  </a:cubicBezTo>
                  <a:cubicBezTo>
                    <a:pt x="309" y="256"/>
                    <a:pt x="309" y="256"/>
                    <a:pt x="309" y="256"/>
                  </a:cubicBezTo>
                  <a:cubicBezTo>
                    <a:pt x="312" y="256"/>
                    <a:pt x="315" y="255"/>
                    <a:pt x="317" y="252"/>
                  </a:cubicBezTo>
                  <a:cubicBezTo>
                    <a:pt x="319" y="250"/>
                    <a:pt x="320" y="247"/>
                    <a:pt x="320" y="244"/>
                  </a:cubicBezTo>
                  <a:lnTo>
                    <a:pt x="288" y="9"/>
                  </a:lnTo>
                  <a:close/>
                  <a:moveTo>
                    <a:pt x="196" y="169"/>
                  </a:moveTo>
                  <a:cubicBezTo>
                    <a:pt x="197" y="169"/>
                    <a:pt x="198" y="169"/>
                    <a:pt x="198" y="170"/>
                  </a:cubicBezTo>
                  <a:cubicBezTo>
                    <a:pt x="193" y="235"/>
                    <a:pt x="193" y="235"/>
                    <a:pt x="193" y="235"/>
                  </a:cubicBezTo>
                  <a:cubicBezTo>
                    <a:pt x="117" y="235"/>
                    <a:pt x="117" y="235"/>
                    <a:pt x="117" y="235"/>
                  </a:cubicBezTo>
                  <a:cubicBezTo>
                    <a:pt x="117" y="116"/>
                    <a:pt x="117" y="116"/>
                    <a:pt x="117" y="116"/>
                  </a:cubicBezTo>
                  <a:lnTo>
                    <a:pt x="196" y="169"/>
                  </a:lnTo>
                  <a:close/>
                  <a:moveTo>
                    <a:pt x="96" y="166"/>
                  </a:moveTo>
                  <a:cubicBezTo>
                    <a:pt x="96" y="235"/>
                    <a:pt x="96" y="235"/>
                    <a:pt x="96" y="235"/>
                  </a:cubicBezTo>
                  <a:cubicBezTo>
                    <a:pt x="21" y="235"/>
                    <a:pt x="21" y="235"/>
                    <a:pt x="21" y="235"/>
                  </a:cubicBezTo>
                  <a:cubicBezTo>
                    <a:pt x="21" y="116"/>
                    <a:pt x="21" y="116"/>
                    <a:pt x="21" y="116"/>
                  </a:cubicBezTo>
                  <a:lnTo>
                    <a:pt x="96" y="166"/>
                  </a:lnTo>
                  <a:close/>
                  <a:moveTo>
                    <a:pt x="214" y="235"/>
                  </a:moveTo>
                  <a:cubicBezTo>
                    <a:pt x="233" y="21"/>
                    <a:pt x="233" y="21"/>
                    <a:pt x="233" y="21"/>
                  </a:cubicBezTo>
                  <a:cubicBezTo>
                    <a:pt x="268" y="21"/>
                    <a:pt x="268" y="21"/>
                    <a:pt x="268" y="21"/>
                  </a:cubicBezTo>
                  <a:cubicBezTo>
                    <a:pt x="297" y="235"/>
                    <a:pt x="297" y="235"/>
                    <a:pt x="297" y="235"/>
                  </a:cubicBezTo>
                  <a:lnTo>
                    <a:pt x="214" y="235"/>
                  </a:ln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black"/>
                </a:solidFill>
                <a:effectLst/>
                <a:uLnTx/>
                <a:uFillTx/>
                <a:latin typeface="Calibri Light"/>
                <a:ea typeface="+mn-ea"/>
                <a:cs typeface="+mn-cs"/>
              </a:endParaRPr>
            </a:p>
          </p:txBody>
        </p:sp>
        <p:sp>
          <p:nvSpPr>
            <p:cNvPr id="45" name="Freeform 571">
              <a:extLst>
                <a:ext uri="{FF2B5EF4-FFF2-40B4-BE49-F238E27FC236}">
                  <a16:creationId xmlns:a16="http://schemas.microsoft.com/office/drawing/2014/main" id="{391AA2C0-C857-40A2-ADEA-AA362C27D62A}"/>
                </a:ext>
              </a:extLst>
            </p:cNvPr>
            <p:cNvSpPr>
              <a:spLocks noEditPoints="1"/>
            </p:cNvSpPr>
            <p:nvPr/>
          </p:nvSpPr>
          <p:spPr bwMode="auto">
            <a:xfrm>
              <a:off x="5648" y="324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black"/>
                </a:solidFill>
                <a:effectLst/>
                <a:uLnTx/>
                <a:uFillTx/>
                <a:latin typeface="Calibri Light"/>
                <a:ea typeface="+mn-ea"/>
                <a:cs typeface="+mn-cs"/>
              </a:endParaRPr>
            </a:p>
          </p:txBody>
        </p:sp>
      </p:grpSp>
      <p:cxnSp>
        <p:nvCxnSpPr>
          <p:cNvPr id="99" name="Straight Arrow Connector 98">
            <a:extLst>
              <a:ext uri="{FF2B5EF4-FFF2-40B4-BE49-F238E27FC236}">
                <a16:creationId xmlns:a16="http://schemas.microsoft.com/office/drawing/2014/main" id="{B923EBBF-4354-4B23-A648-7BF7EE8E2DE2}"/>
              </a:ext>
            </a:extLst>
          </p:cNvPr>
          <p:cNvCxnSpPr/>
          <p:nvPr/>
        </p:nvCxnSpPr>
        <p:spPr>
          <a:xfrm>
            <a:off x="501650" y="838201"/>
            <a:ext cx="8292883"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Rectangle: Rounded Corners 99">
            <a:extLst>
              <a:ext uri="{FF2B5EF4-FFF2-40B4-BE49-F238E27FC236}">
                <a16:creationId xmlns:a16="http://schemas.microsoft.com/office/drawing/2014/main" id="{CE8DE57B-56BD-471B-898D-1787A2394CBF}"/>
              </a:ext>
            </a:extLst>
          </p:cNvPr>
          <p:cNvSpPr/>
          <p:nvPr/>
        </p:nvSpPr>
        <p:spPr bwMode="gray">
          <a:xfrm>
            <a:off x="3521845" y="673909"/>
            <a:ext cx="2252495" cy="286281"/>
          </a:xfrm>
          <a:prstGeom prst="roundRect">
            <a:avLst/>
          </a:prstGeom>
          <a:solidFill>
            <a:schemeClr val="bg1"/>
          </a:solidFill>
          <a:ln w="19050" algn="ctr">
            <a:solidFill>
              <a:schemeClr val="accent1"/>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t>Self-Consumption &amp; Plant Set-up</a:t>
            </a:r>
          </a:p>
        </p:txBody>
      </p:sp>
      <p:cxnSp>
        <p:nvCxnSpPr>
          <p:cNvPr id="101" name="Straight Arrow Connector 100">
            <a:extLst>
              <a:ext uri="{FF2B5EF4-FFF2-40B4-BE49-F238E27FC236}">
                <a16:creationId xmlns:a16="http://schemas.microsoft.com/office/drawing/2014/main" id="{C5881EE9-F251-4303-BEEC-F8FCE3B962A1}"/>
              </a:ext>
            </a:extLst>
          </p:cNvPr>
          <p:cNvCxnSpPr>
            <a:cxnSpLocks/>
          </p:cNvCxnSpPr>
          <p:nvPr/>
        </p:nvCxnSpPr>
        <p:spPr>
          <a:xfrm>
            <a:off x="9051329" y="838201"/>
            <a:ext cx="2601979" cy="0"/>
          </a:xfrm>
          <a:prstGeom prst="straightConnector1">
            <a:avLst/>
          </a:prstGeom>
          <a:ln w="28575">
            <a:solidFill>
              <a:schemeClr val="accent6"/>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3" name="Rectangle: Rounded Corners 102">
            <a:extLst>
              <a:ext uri="{FF2B5EF4-FFF2-40B4-BE49-F238E27FC236}">
                <a16:creationId xmlns:a16="http://schemas.microsoft.com/office/drawing/2014/main" id="{47857CD2-C430-465C-94D9-07DF9162ED91}"/>
              </a:ext>
            </a:extLst>
          </p:cNvPr>
          <p:cNvSpPr/>
          <p:nvPr/>
        </p:nvSpPr>
        <p:spPr bwMode="gray">
          <a:xfrm>
            <a:off x="9440222" y="673909"/>
            <a:ext cx="1833075" cy="296545"/>
          </a:xfrm>
          <a:prstGeom prst="roundRect">
            <a:avLst/>
          </a:prstGeom>
          <a:solidFill>
            <a:schemeClr val="bg1"/>
          </a:solidFill>
          <a:ln w="19050" algn="ctr">
            <a:solidFill>
              <a:schemeClr val="accent6"/>
            </a:solidFill>
            <a:prstDash val="dash"/>
            <a:miter lim="800000"/>
            <a:headEnd/>
            <a:tailEnd/>
          </a:ln>
        </p:spPr>
        <p:txBody>
          <a:bodyPr wrap="square" lIns="88900" tIns="88900" rIns="88900" bIns="88900" rtlCol="0" anchor="ctr"/>
          <a:lstStyle/>
          <a:p>
            <a:pPr algn="ctr">
              <a:lnSpc>
                <a:spcPct val="106000"/>
              </a:lnSpc>
              <a:buFont typeface="Wingdings 2" pitchFamily="18" charset="2"/>
              <a:buNone/>
            </a:pPr>
            <a:r>
              <a:rPr lang="en-US" sz="1100" b="1" dirty="0"/>
              <a:t>Surplus Power Sale</a:t>
            </a:r>
          </a:p>
        </p:txBody>
      </p:sp>
    </p:spTree>
    <p:extLst>
      <p:ext uri="{BB962C8B-B14F-4D97-AF65-F5344CB8AC3E}">
        <p14:creationId xmlns:p14="http://schemas.microsoft.com/office/powerpoint/2010/main" val="2405212393"/>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5">
            <a:extLst>
              <a:ext uri="{FF2B5EF4-FFF2-40B4-BE49-F238E27FC236}">
                <a16:creationId xmlns:a16="http://schemas.microsoft.com/office/drawing/2014/main" id="{5F6BAC8F-63C0-4595-AAED-CA4DB3FE0636}"/>
              </a:ext>
            </a:extLst>
          </p:cNvPr>
          <p:cNvSpPr>
            <a:spLocks noGrp="1"/>
          </p:cNvSpPr>
          <p:nvPr>
            <p:ph type="title"/>
          </p:nvPr>
        </p:nvSpPr>
        <p:spPr>
          <a:xfrm>
            <a:off x="501650" y="134620"/>
            <a:ext cx="11188700" cy="334099"/>
          </a:xfrm>
          <a:noFill/>
        </p:spPr>
        <p:txBody>
          <a:bodyPr/>
          <a:lstStyle/>
          <a:p>
            <a:pPr algn="just"/>
            <a:r>
              <a:rPr lang="en-US" sz="2800" b="1" dirty="0"/>
              <a:t>Alternatives for SECL</a:t>
            </a:r>
          </a:p>
        </p:txBody>
      </p:sp>
      <p:sp>
        <p:nvSpPr>
          <p:cNvPr id="8" name="Rectangle 7">
            <a:extLst>
              <a:ext uri="{FF2B5EF4-FFF2-40B4-BE49-F238E27FC236}">
                <a16:creationId xmlns:a16="http://schemas.microsoft.com/office/drawing/2014/main" id="{BE72FF1B-77D8-4605-91D3-42445427F2B7}"/>
              </a:ext>
            </a:extLst>
          </p:cNvPr>
          <p:cNvSpPr/>
          <p:nvPr/>
        </p:nvSpPr>
        <p:spPr>
          <a:xfrm>
            <a:off x="2073098" y="3869827"/>
            <a:ext cx="9590901" cy="2269716"/>
          </a:xfrm>
          <a:prstGeom prst="rect">
            <a:avLst/>
          </a:prstGeom>
          <a:ln w="12700">
            <a:solidFill>
              <a:schemeClr val="accent3"/>
            </a:solidFill>
          </a:ln>
        </p:spPr>
        <p:txBody>
          <a:bodyPr wrap="square" lIns="162000" tIns="54000" rIns="72000" bIns="54000" anchor="ctr">
            <a:noAutofit/>
          </a:bodyPr>
          <a:lstStyle/>
          <a:p>
            <a:pPr lvl="0">
              <a:lnSpc>
                <a:spcPct val="110000"/>
              </a:lnSpc>
            </a:pPr>
            <a:r>
              <a:rPr lang="en-IE" sz="1200" b="1" dirty="0">
                <a:solidFill>
                  <a:prstClr val="black"/>
                </a:solidFill>
                <a:latin typeface="+mj-lt"/>
                <a:ea typeface="Open Sans Semibold" panose="020B0706030804020204" pitchFamily="34" charset="0"/>
                <a:cs typeface="Calibri" panose="020F0502020204030204" pitchFamily="34" charset="0"/>
              </a:rPr>
              <a:t>Battery Storage</a:t>
            </a:r>
          </a:p>
          <a:p>
            <a:pPr marL="171450" lvl="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As per market standard, Battery storage capacity at the plant increases the landed cost of the Solar Energy by almost </a:t>
            </a:r>
            <a:r>
              <a:rPr lang="en-IE" sz="1200" b="1" dirty="0">
                <a:solidFill>
                  <a:prstClr val="black"/>
                </a:solidFill>
                <a:latin typeface="+mj-lt"/>
                <a:ea typeface="Open Sans Light" panose="020B0306030504020204" pitchFamily="34" charset="0"/>
                <a:cs typeface="Open Sans Light" panose="020B0306030504020204" pitchFamily="34" charset="0"/>
              </a:rPr>
              <a:t>Rs. 7-8/ kwh. </a:t>
            </a:r>
            <a:r>
              <a:rPr lang="en-IE" sz="1200" dirty="0">
                <a:solidFill>
                  <a:prstClr val="black"/>
                </a:solidFill>
                <a:latin typeface="+mj-lt"/>
                <a:ea typeface="Open Sans Light" panose="020B0306030504020204" pitchFamily="34" charset="0"/>
                <a:cs typeface="Open Sans Light" panose="020B0306030504020204" pitchFamily="34" charset="0"/>
              </a:rPr>
              <a:t>Apparently, the additional cost is not viable for setting up the battery storage unit under any model or any location for implementation</a:t>
            </a:r>
          </a:p>
          <a:p>
            <a:pPr marL="17145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If the capacity of Battery Energy Storage System (BESS) is such that it can store all the surplus solar energy produced during day-time and the same fully caters SECL’s requirement during the night time, then SECL will not need to procure any further electricity from the discom. In such a case, SECL will no longer need to remain a consumer of the discom</a:t>
            </a:r>
          </a:p>
          <a:p>
            <a:pPr marL="17145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A cost-benefit analysis need to be undertaken to compare the landed cost of solar plus BESS energy Vs </a:t>
            </a:r>
            <a:r>
              <a:rPr lang="en-IE" sz="1200" dirty="0" err="1">
                <a:solidFill>
                  <a:prstClr val="black"/>
                </a:solidFill>
                <a:latin typeface="+mj-lt"/>
                <a:ea typeface="Open Sans Light" panose="020B0306030504020204" pitchFamily="34" charset="0"/>
                <a:cs typeface="Open Sans Light" panose="020B0306030504020204" pitchFamily="34" charset="0"/>
              </a:rPr>
              <a:t>discoms</a:t>
            </a:r>
            <a:r>
              <a:rPr lang="en-IE" sz="1200" dirty="0">
                <a:solidFill>
                  <a:prstClr val="black"/>
                </a:solidFill>
                <a:latin typeface="+mj-lt"/>
                <a:ea typeface="Open Sans Light" panose="020B0306030504020204" pitchFamily="34" charset="0"/>
                <a:cs typeface="Open Sans Light" panose="020B0306030504020204" pitchFamily="34" charset="0"/>
              </a:rPr>
              <a:t> charge (energy Charge + fixed charge + open access charges) to assess the commercial viability of the BESS model </a:t>
            </a:r>
          </a:p>
          <a:p>
            <a:pPr marL="17145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Open Access charges can be avoided if solar PV plant and BESS system is co-located at individual consumption points of SECL</a:t>
            </a:r>
          </a:p>
          <a:p>
            <a:pPr marL="17145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SECL may explore the viability of Solar PV + BESS system</a:t>
            </a:r>
          </a:p>
        </p:txBody>
      </p:sp>
      <p:sp>
        <p:nvSpPr>
          <p:cNvPr id="10" name="Oval 9">
            <a:extLst>
              <a:ext uri="{FF2B5EF4-FFF2-40B4-BE49-F238E27FC236}">
                <a16:creationId xmlns:a16="http://schemas.microsoft.com/office/drawing/2014/main" id="{C81A5179-4B5C-403D-A6F7-AD03A75364BA}"/>
              </a:ext>
            </a:extLst>
          </p:cNvPr>
          <p:cNvSpPr/>
          <p:nvPr/>
        </p:nvSpPr>
        <p:spPr bwMode="gray">
          <a:xfrm>
            <a:off x="1562778" y="4148608"/>
            <a:ext cx="548640" cy="548640"/>
          </a:xfrm>
          <a:prstGeom prst="ellipse">
            <a:avLst/>
          </a:prstGeom>
          <a:solidFill>
            <a:schemeClr val="accent3"/>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r>
              <a:rPr kumimoji="0" lang="en-IE" sz="1100" b="1" i="0" u="none" strike="noStrike" kern="1200" cap="none" spc="0" normalizeH="0" baseline="0" noProof="0" dirty="0">
                <a:ln>
                  <a:noFill/>
                </a:ln>
                <a:solidFill>
                  <a:prstClr val="white"/>
                </a:solidFill>
                <a:effectLst/>
                <a:uLnTx/>
                <a:uFillTx/>
                <a:latin typeface="Calibri"/>
                <a:ea typeface="Open Sans Semibold" panose="020B0706030804020204" pitchFamily="34" charset="0"/>
                <a:cs typeface="Open Sans Semibold" panose="020B0706030804020204" pitchFamily="34" charset="0"/>
              </a:rPr>
              <a:t>02</a:t>
            </a:r>
          </a:p>
        </p:txBody>
      </p:sp>
      <p:sp>
        <p:nvSpPr>
          <p:cNvPr id="12" name="Rectangle 11">
            <a:extLst>
              <a:ext uri="{FF2B5EF4-FFF2-40B4-BE49-F238E27FC236}">
                <a16:creationId xmlns:a16="http://schemas.microsoft.com/office/drawing/2014/main" id="{9917EDC6-B1DA-4F6E-BAC7-DA308F08F095}"/>
              </a:ext>
            </a:extLst>
          </p:cNvPr>
          <p:cNvSpPr/>
          <p:nvPr/>
        </p:nvSpPr>
        <p:spPr>
          <a:xfrm>
            <a:off x="2073098" y="1668437"/>
            <a:ext cx="9590901" cy="1727909"/>
          </a:xfrm>
          <a:prstGeom prst="rect">
            <a:avLst/>
          </a:prstGeom>
          <a:ln w="12700">
            <a:solidFill>
              <a:schemeClr val="accent2"/>
            </a:solidFill>
          </a:ln>
        </p:spPr>
        <p:txBody>
          <a:bodyPr wrap="square" lIns="162000" tIns="54000" rIns="72000" bIns="54000" anchor="ctr">
            <a:noAutofit/>
          </a:bodyPr>
          <a:lstStyle/>
          <a:p>
            <a:pPr lvl="0">
              <a:lnSpc>
                <a:spcPct val="110000"/>
              </a:lnSpc>
            </a:pPr>
            <a:r>
              <a:rPr lang="en-IE" sz="1200" b="1" dirty="0">
                <a:solidFill>
                  <a:prstClr val="black"/>
                </a:solidFill>
                <a:latin typeface="+mj-lt"/>
                <a:ea typeface="Open Sans Semibold" panose="020B0706030804020204" pitchFamily="34" charset="0"/>
                <a:cs typeface="Calibri" panose="020F0502020204030204" pitchFamily="34" charset="0"/>
              </a:rPr>
              <a:t>Rooftop Solar Projects</a:t>
            </a:r>
          </a:p>
          <a:p>
            <a:pPr marL="171450" lvl="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SECL is already implementing 4.38 MWp of rooftop solar project at its non-residential buildings.</a:t>
            </a:r>
          </a:p>
          <a:p>
            <a:pPr marL="171450" lvl="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SECL can further evaluate feasibility of setting up additional rooftop solar projects at available spaces.</a:t>
            </a:r>
          </a:p>
          <a:p>
            <a:pPr marL="171450" lvl="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A rooftop solar project will be financially viable only when the cost of generation from rooftop the solar project is economical compared to the applicable discom energy charge rate. Accordingly, a techno-commercial viability analysis needs to be undertaken taking into consideration the available and suitable rooftop spaces with SECL. </a:t>
            </a:r>
          </a:p>
          <a:p>
            <a:pPr marL="171450" lvl="0" indent="-171450">
              <a:lnSpc>
                <a:spcPct val="110000"/>
              </a:lnSpc>
              <a:buFont typeface="Arial" panose="020B0604020202020204" pitchFamily="34" charset="0"/>
              <a:buChar char="•"/>
            </a:pPr>
            <a:r>
              <a:rPr lang="en-IE" sz="1200" dirty="0">
                <a:solidFill>
                  <a:prstClr val="black"/>
                </a:solidFill>
                <a:latin typeface="+mj-lt"/>
                <a:ea typeface="Open Sans Light" panose="020B0306030504020204" pitchFamily="34" charset="0"/>
                <a:cs typeface="Open Sans Light" panose="020B0306030504020204" pitchFamily="34" charset="0"/>
              </a:rPr>
              <a:t>Such rooftop solar projects, although at much smaller capacity compared to ground-mounted solar projects, will contribute to achieving Net-Surplus status of SECL.</a:t>
            </a:r>
          </a:p>
        </p:txBody>
      </p:sp>
      <p:sp>
        <p:nvSpPr>
          <p:cNvPr id="15" name="Oval 14">
            <a:extLst>
              <a:ext uri="{FF2B5EF4-FFF2-40B4-BE49-F238E27FC236}">
                <a16:creationId xmlns:a16="http://schemas.microsoft.com/office/drawing/2014/main" id="{A9E87E62-1979-47A0-8BCA-1F431BEF90DC}"/>
              </a:ext>
            </a:extLst>
          </p:cNvPr>
          <p:cNvSpPr/>
          <p:nvPr/>
        </p:nvSpPr>
        <p:spPr bwMode="gray">
          <a:xfrm>
            <a:off x="1562778" y="1924491"/>
            <a:ext cx="548640" cy="548640"/>
          </a:xfrm>
          <a:prstGeom prst="ellipse">
            <a:avLst/>
          </a:prstGeom>
          <a:solidFill>
            <a:schemeClr val="accent2"/>
          </a:solidFill>
          <a:ln w="19050" algn="ctr">
            <a:noFill/>
            <a:miter lim="800000"/>
            <a:headEnd/>
            <a:tailEnd/>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 typeface="Wingdings 2" pitchFamily="18" charset="2"/>
              <a:buNone/>
              <a:tabLst/>
              <a:defRPr/>
            </a:pPr>
            <a:r>
              <a:rPr kumimoji="0" lang="en-IE" sz="1100" b="1" i="0" u="none" strike="noStrike" kern="1200" cap="none" spc="0" normalizeH="0" baseline="0" noProof="0" dirty="0">
                <a:ln>
                  <a:noFill/>
                </a:ln>
                <a:solidFill>
                  <a:prstClr val="white"/>
                </a:solidFill>
                <a:effectLst/>
                <a:uLnTx/>
                <a:uFillTx/>
                <a:latin typeface="Calibri"/>
                <a:ea typeface="Open Sans Semibold" panose="020B0706030804020204" pitchFamily="34" charset="0"/>
                <a:cs typeface="Open Sans Semibold" panose="020B0706030804020204" pitchFamily="34" charset="0"/>
              </a:rPr>
              <a:t>01</a:t>
            </a:r>
          </a:p>
        </p:txBody>
      </p:sp>
      <p:grpSp>
        <p:nvGrpSpPr>
          <p:cNvPr id="16" name="Group 360">
            <a:extLst>
              <a:ext uri="{FF2B5EF4-FFF2-40B4-BE49-F238E27FC236}">
                <a16:creationId xmlns:a16="http://schemas.microsoft.com/office/drawing/2014/main" id="{75864F91-53C9-4B04-9AE7-B3BF7334FF9B}"/>
              </a:ext>
            </a:extLst>
          </p:cNvPr>
          <p:cNvGrpSpPr>
            <a:grpSpLocks/>
          </p:cNvGrpSpPr>
          <p:nvPr/>
        </p:nvGrpSpPr>
        <p:grpSpPr bwMode="auto">
          <a:xfrm>
            <a:off x="642900" y="790072"/>
            <a:ext cx="640080" cy="640080"/>
            <a:chOff x="1935" y="1199"/>
            <a:chExt cx="341" cy="340"/>
          </a:xfrm>
          <a:solidFill>
            <a:schemeClr val="accent1"/>
          </a:solidFill>
        </p:grpSpPr>
        <p:sp>
          <p:nvSpPr>
            <p:cNvPr id="17" name="Freeform 361">
              <a:extLst>
                <a:ext uri="{FF2B5EF4-FFF2-40B4-BE49-F238E27FC236}">
                  <a16:creationId xmlns:a16="http://schemas.microsoft.com/office/drawing/2014/main" id="{3E427E6A-CBA3-4AFD-A604-7A54E532DAC7}"/>
                </a:ext>
              </a:extLst>
            </p:cNvPr>
            <p:cNvSpPr>
              <a:spLocks noEditPoints="1"/>
            </p:cNvSpPr>
            <p:nvPr/>
          </p:nvSpPr>
          <p:spPr bwMode="auto">
            <a:xfrm>
              <a:off x="1998" y="1263"/>
              <a:ext cx="214" cy="206"/>
            </a:xfrm>
            <a:custGeom>
              <a:avLst/>
              <a:gdLst>
                <a:gd name="T0" fmla="*/ 257 w 321"/>
                <a:gd name="T1" fmla="*/ 309 h 310"/>
                <a:gd name="T2" fmla="*/ 251 w 321"/>
                <a:gd name="T3" fmla="*/ 308 h 310"/>
                <a:gd name="T4" fmla="*/ 161 w 321"/>
                <a:gd name="T5" fmla="*/ 257 h 310"/>
                <a:gd name="T6" fmla="*/ 70 w 321"/>
                <a:gd name="T7" fmla="*/ 308 h 310"/>
                <a:gd name="T8" fmla="*/ 58 w 321"/>
                <a:gd name="T9" fmla="*/ 307 h 310"/>
                <a:gd name="T10" fmla="*/ 54 w 321"/>
                <a:gd name="T11" fmla="*/ 296 h 310"/>
                <a:gd name="T12" fmla="*/ 74 w 321"/>
                <a:gd name="T13" fmla="*/ 195 h 310"/>
                <a:gd name="T14" fmla="*/ 4 w 321"/>
                <a:gd name="T15" fmla="*/ 125 h 310"/>
                <a:gd name="T16" fmla="*/ 1 w 321"/>
                <a:gd name="T17" fmla="*/ 113 h 310"/>
                <a:gd name="T18" fmla="*/ 10 w 321"/>
                <a:gd name="T19" fmla="*/ 106 h 310"/>
                <a:gd name="T20" fmla="*/ 111 w 321"/>
                <a:gd name="T21" fmla="*/ 96 h 310"/>
                <a:gd name="T22" fmla="*/ 151 w 321"/>
                <a:gd name="T23" fmla="*/ 6 h 310"/>
                <a:gd name="T24" fmla="*/ 161 w 321"/>
                <a:gd name="T25" fmla="*/ 0 h 310"/>
                <a:gd name="T26" fmla="*/ 170 w 321"/>
                <a:gd name="T27" fmla="*/ 6 h 310"/>
                <a:gd name="T28" fmla="*/ 211 w 321"/>
                <a:gd name="T29" fmla="*/ 96 h 310"/>
                <a:gd name="T30" fmla="*/ 311 w 321"/>
                <a:gd name="T31" fmla="*/ 106 h 310"/>
                <a:gd name="T32" fmla="*/ 320 w 321"/>
                <a:gd name="T33" fmla="*/ 113 h 310"/>
                <a:gd name="T34" fmla="*/ 318 w 321"/>
                <a:gd name="T35" fmla="*/ 125 h 310"/>
                <a:gd name="T36" fmla="*/ 247 w 321"/>
                <a:gd name="T37" fmla="*/ 195 h 310"/>
                <a:gd name="T38" fmla="*/ 267 w 321"/>
                <a:gd name="T39" fmla="*/ 296 h 310"/>
                <a:gd name="T40" fmla="*/ 263 w 321"/>
                <a:gd name="T41" fmla="*/ 307 h 310"/>
                <a:gd name="T42" fmla="*/ 257 w 321"/>
                <a:gd name="T43" fmla="*/ 309 h 310"/>
                <a:gd name="T44" fmla="*/ 161 w 321"/>
                <a:gd name="T45" fmla="*/ 234 h 310"/>
                <a:gd name="T46" fmla="*/ 166 w 321"/>
                <a:gd name="T47" fmla="*/ 236 h 310"/>
                <a:gd name="T48" fmla="*/ 242 w 321"/>
                <a:gd name="T49" fmla="*/ 278 h 310"/>
                <a:gd name="T50" fmla="*/ 225 w 321"/>
                <a:gd name="T51" fmla="*/ 194 h 310"/>
                <a:gd name="T52" fmla="*/ 228 w 321"/>
                <a:gd name="T53" fmla="*/ 184 h 310"/>
                <a:gd name="T54" fmla="*/ 287 w 321"/>
                <a:gd name="T55" fmla="*/ 125 h 310"/>
                <a:gd name="T56" fmla="*/ 202 w 321"/>
                <a:gd name="T57" fmla="*/ 117 h 310"/>
                <a:gd name="T58" fmla="*/ 194 w 321"/>
                <a:gd name="T59" fmla="*/ 111 h 310"/>
                <a:gd name="T60" fmla="*/ 161 w 321"/>
                <a:gd name="T61" fmla="*/ 37 h 310"/>
                <a:gd name="T62" fmla="*/ 128 w 321"/>
                <a:gd name="T63" fmla="*/ 111 h 310"/>
                <a:gd name="T64" fmla="*/ 119 w 321"/>
                <a:gd name="T65" fmla="*/ 117 h 310"/>
                <a:gd name="T66" fmla="*/ 35 w 321"/>
                <a:gd name="T67" fmla="*/ 125 h 310"/>
                <a:gd name="T68" fmla="*/ 94 w 321"/>
                <a:gd name="T69" fmla="*/ 184 h 310"/>
                <a:gd name="T70" fmla="*/ 96 w 321"/>
                <a:gd name="T71" fmla="*/ 194 h 310"/>
                <a:gd name="T72" fmla="*/ 80 w 321"/>
                <a:gd name="T73" fmla="*/ 278 h 310"/>
                <a:gd name="T74" fmla="*/ 155 w 321"/>
                <a:gd name="T75" fmla="*/ 236 h 310"/>
                <a:gd name="T76" fmla="*/ 161 w 321"/>
                <a:gd name="T77" fmla="*/ 23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310">
                  <a:moveTo>
                    <a:pt x="257" y="309"/>
                  </a:moveTo>
                  <a:cubicBezTo>
                    <a:pt x="255" y="309"/>
                    <a:pt x="253" y="309"/>
                    <a:pt x="251" y="308"/>
                  </a:cubicBezTo>
                  <a:cubicBezTo>
                    <a:pt x="161" y="257"/>
                    <a:pt x="161" y="257"/>
                    <a:pt x="161" y="257"/>
                  </a:cubicBezTo>
                  <a:cubicBezTo>
                    <a:pt x="70" y="308"/>
                    <a:pt x="70" y="308"/>
                    <a:pt x="70" y="308"/>
                  </a:cubicBezTo>
                  <a:cubicBezTo>
                    <a:pt x="66" y="310"/>
                    <a:pt x="62" y="309"/>
                    <a:pt x="58" y="307"/>
                  </a:cubicBezTo>
                  <a:cubicBezTo>
                    <a:pt x="55" y="305"/>
                    <a:pt x="53" y="300"/>
                    <a:pt x="54" y="296"/>
                  </a:cubicBezTo>
                  <a:cubicBezTo>
                    <a:pt x="74" y="195"/>
                    <a:pt x="74" y="195"/>
                    <a:pt x="74" y="195"/>
                  </a:cubicBezTo>
                  <a:cubicBezTo>
                    <a:pt x="4" y="125"/>
                    <a:pt x="4" y="125"/>
                    <a:pt x="4" y="125"/>
                  </a:cubicBezTo>
                  <a:cubicBezTo>
                    <a:pt x="1" y="122"/>
                    <a:pt x="0" y="117"/>
                    <a:pt x="1" y="113"/>
                  </a:cubicBezTo>
                  <a:cubicBezTo>
                    <a:pt x="3" y="110"/>
                    <a:pt x="6" y="107"/>
                    <a:pt x="10" y="106"/>
                  </a:cubicBezTo>
                  <a:cubicBezTo>
                    <a:pt x="111" y="96"/>
                    <a:pt x="111" y="96"/>
                    <a:pt x="111" y="96"/>
                  </a:cubicBezTo>
                  <a:cubicBezTo>
                    <a:pt x="151" y="6"/>
                    <a:pt x="151" y="6"/>
                    <a:pt x="151" y="6"/>
                  </a:cubicBezTo>
                  <a:cubicBezTo>
                    <a:pt x="153" y="2"/>
                    <a:pt x="156" y="0"/>
                    <a:pt x="161" y="0"/>
                  </a:cubicBezTo>
                  <a:cubicBezTo>
                    <a:pt x="165" y="0"/>
                    <a:pt x="169" y="2"/>
                    <a:pt x="170" y="6"/>
                  </a:cubicBezTo>
                  <a:cubicBezTo>
                    <a:pt x="211" y="96"/>
                    <a:pt x="211" y="96"/>
                    <a:pt x="211" y="96"/>
                  </a:cubicBezTo>
                  <a:cubicBezTo>
                    <a:pt x="311" y="106"/>
                    <a:pt x="311" y="106"/>
                    <a:pt x="311" y="106"/>
                  </a:cubicBezTo>
                  <a:cubicBezTo>
                    <a:pt x="315" y="107"/>
                    <a:pt x="319" y="110"/>
                    <a:pt x="320" y="113"/>
                  </a:cubicBezTo>
                  <a:cubicBezTo>
                    <a:pt x="321" y="117"/>
                    <a:pt x="320" y="122"/>
                    <a:pt x="318" y="125"/>
                  </a:cubicBezTo>
                  <a:cubicBezTo>
                    <a:pt x="247" y="195"/>
                    <a:pt x="247" y="195"/>
                    <a:pt x="247" y="195"/>
                  </a:cubicBezTo>
                  <a:cubicBezTo>
                    <a:pt x="267" y="296"/>
                    <a:pt x="267" y="296"/>
                    <a:pt x="267" y="296"/>
                  </a:cubicBezTo>
                  <a:cubicBezTo>
                    <a:pt x="268" y="300"/>
                    <a:pt x="266" y="305"/>
                    <a:pt x="263" y="307"/>
                  </a:cubicBezTo>
                  <a:cubicBezTo>
                    <a:pt x="261" y="308"/>
                    <a:pt x="259" y="309"/>
                    <a:pt x="257" y="309"/>
                  </a:cubicBezTo>
                  <a:close/>
                  <a:moveTo>
                    <a:pt x="161" y="234"/>
                  </a:moveTo>
                  <a:cubicBezTo>
                    <a:pt x="162" y="234"/>
                    <a:pt x="164" y="235"/>
                    <a:pt x="166" y="236"/>
                  </a:cubicBezTo>
                  <a:cubicBezTo>
                    <a:pt x="242" y="278"/>
                    <a:pt x="242" y="278"/>
                    <a:pt x="242" y="278"/>
                  </a:cubicBezTo>
                  <a:cubicBezTo>
                    <a:pt x="225" y="194"/>
                    <a:pt x="225" y="194"/>
                    <a:pt x="225" y="194"/>
                  </a:cubicBezTo>
                  <a:cubicBezTo>
                    <a:pt x="224" y="190"/>
                    <a:pt x="225" y="187"/>
                    <a:pt x="228" y="184"/>
                  </a:cubicBezTo>
                  <a:cubicBezTo>
                    <a:pt x="287" y="125"/>
                    <a:pt x="287" y="125"/>
                    <a:pt x="287" y="125"/>
                  </a:cubicBezTo>
                  <a:cubicBezTo>
                    <a:pt x="202" y="117"/>
                    <a:pt x="202" y="117"/>
                    <a:pt x="202" y="117"/>
                  </a:cubicBezTo>
                  <a:cubicBezTo>
                    <a:pt x="198" y="117"/>
                    <a:pt x="195" y="114"/>
                    <a:pt x="194" y="111"/>
                  </a:cubicBezTo>
                  <a:cubicBezTo>
                    <a:pt x="161" y="37"/>
                    <a:pt x="161" y="37"/>
                    <a:pt x="161" y="37"/>
                  </a:cubicBezTo>
                  <a:cubicBezTo>
                    <a:pt x="128" y="111"/>
                    <a:pt x="128" y="111"/>
                    <a:pt x="128" y="111"/>
                  </a:cubicBezTo>
                  <a:cubicBezTo>
                    <a:pt x="126" y="114"/>
                    <a:pt x="123" y="117"/>
                    <a:pt x="119" y="117"/>
                  </a:cubicBezTo>
                  <a:cubicBezTo>
                    <a:pt x="35" y="125"/>
                    <a:pt x="35" y="125"/>
                    <a:pt x="35" y="125"/>
                  </a:cubicBezTo>
                  <a:cubicBezTo>
                    <a:pt x="94" y="184"/>
                    <a:pt x="94" y="184"/>
                    <a:pt x="94" y="184"/>
                  </a:cubicBezTo>
                  <a:cubicBezTo>
                    <a:pt x="96" y="187"/>
                    <a:pt x="97" y="190"/>
                    <a:pt x="96" y="194"/>
                  </a:cubicBezTo>
                  <a:cubicBezTo>
                    <a:pt x="80" y="278"/>
                    <a:pt x="80" y="278"/>
                    <a:pt x="80" y="278"/>
                  </a:cubicBezTo>
                  <a:cubicBezTo>
                    <a:pt x="155" y="236"/>
                    <a:pt x="155" y="236"/>
                    <a:pt x="155" y="236"/>
                  </a:cubicBezTo>
                  <a:cubicBezTo>
                    <a:pt x="157" y="235"/>
                    <a:pt x="159" y="234"/>
                    <a:pt x="161" y="2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 name="Freeform 362">
              <a:extLst>
                <a:ext uri="{FF2B5EF4-FFF2-40B4-BE49-F238E27FC236}">
                  <a16:creationId xmlns:a16="http://schemas.microsoft.com/office/drawing/2014/main" id="{CD13A348-4B3E-4EDD-9A7A-187BF023FF3F}"/>
                </a:ext>
              </a:extLst>
            </p:cNvPr>
            <p:cNvSpPr>
              <a:spLocks noEditPoints="1"/>
            </p:cNvSpPr>
            <p:nvPr/>
          </p:nvSpPr>
          <p:spPr bwMode="auto">
            <a:xfrm>
              <a:off x="1935" y="1199"/>
              <a:ext cx="341"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prstClr val="black"/>
                </a:solidFill>
                <a:effectLst/>
                <a:uLnTx/>
                <a:uFillTx/>
                <a:latin typeface="Calibri Light"/>
                <a:ea typeface="+mn-ea"/>
                <a:cs typeface="+mn-cs"/>
              </a:endParaRPr>
            </a:p>
          </p:txBody>
        </p:sp>
      </p:grpSp>
      <p:sp>
        <p:nvSpPr>
          <p:cNvPr id="19" name="Rectangle 18">
            <a:extLst>
              <a:ext uri="{FF2B5EF4-FFF2-40B4-BE49-F238E27FC236}">
                <a16:creationId xmlns:a16="http://schemas.microsoft.com/office/drawing/2014/main" id="{F00ACFC6-78FA-46A2-A08D-DD187AA2F0F2}"/>
              </a:ext>
            </a:extLst>
          </p:cNvPr>
          <p:cNvSpPr/>
          <p:nvPr/>
        </p:nvSpPr>
        <p:spPr>
          <a:xfrm>
            <a:off x="1562778" y="1068086"/>
            <a:ext cx="5748535" cy="209032"/>
          </a:xfrm>
          <a:prstGeom prst="rect">
            <a:avLst/>
          </a:prstGeom>
        </p:spPr>
        <p:txBody>
          <a:bodyPr wrap="square" lIns="0" tIns="0" rIns="0" bIns="0">
            <a:spAutoFit/>
          </a:bodyPr>
          <a:lstStyle/>
          <a:p>
            <a:pPr lvl="0">
              <a:lnSpc>
                <a:spcPct val="110000"/>
              </a:lnSpc>
            </a:pPr>
            <a:r>
              <a:rPr lang="en-IE" sz="1300" b="1" dirty="0">
                <a:solidFill>
                  <a:prstClr val="black"/>
                </a:solidFill>
                <a:latin typeface="Calibri" panose="020F0502020204030204" pitchFamily="34" charset="0"/>
                <a:ea typeface="Open Sans Semibold" panose="020B0706030804020204" pitchFamily="34" charset="0"/>
                <a:cs typeface="Calibri" panose="020F0502020204030204" pitchFamily="34" charset="0"/>
              </a:rPr>
              <a:t>SECL may explore some additional / alternate options for the Net Surplus Strategy</a:t>
            </a:r>
          </a:p>
        </p:txBody>
      </p:sp>
      <p:cxnSp>
        <p:nvCxnSpPr>
          <p:cNvPr id="3" name="Connector: Elbow 2">
            <a:extLst>
              <a:ext uri="{FF2B5EF4-FFF2-40B4-BE49-F238E27FC236}">
                <a16:creationId xmlns:a16="http://schemas.microsoft.com/office/drawing/2014/main" id="{14A3D2C8-AE05-468B-9826-E2EE89A0BC36}"/>
              </a:ext>
            </a:extLst>
          </p:cNvPr>
          <p:cNvCxnSpPr>
            <a:stCxn id="18" idx="7"/>
            <a:endCxn id="15" idx="2"/>
          </p:cNvCxnSpPr>
          <p:nvPr/>
        </p:nvCxnSpPr>
        <p:spPr>
          <a:xfrm>
            <a:off x="962940" y="1430152"/>
            <a:ext cx="599838" cy="768659"/>
          </a:xfrm>
          <a:prstGeom prst="bentConnector3">
            <a:avLst>
              <a:gd name="adj1" fmla="val -814"/>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9F783276-3553-43C2-BC75-53D90B6FFE98}"/>
              </a:ext>
            </a:extLst>
          </p:cNvPr>
          <p:cNvCxnSpPr>
            <a:cxnSpLocks/>
            <a:stCxn id="18" idx="2"/>
            <a:endCxn id="10" idx="2"/>
          </p:cNvCxnSpPr>
          <p:nvPr/>
        </p:nvCxnSpPr>
        <p:spPr>
          <a:xfrm>
            <a:off x="962940" y="1402649"/>
            <a:ext cx="599838" cy="3020279"/>
          </a:xfrm>
          <a:prstGeom prst="bentConnector3">
            <a:avLst>
              <a:gd name="adj1" fmla="val -814"/>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0503464"/>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CEC15BA-A42E-4901-9659-60745DDE0A8C}"/>
              </a:ext>
            </a:extLst>
          </p:cNvPr>
          <p:cNvSpPr>
            <a:spLocks noGrp="1"/>
          </p:cNvSpPr>
          <p:nvPr>
            <p:ph type="title"/>
          </p:nvPr>
        </p:nvSpPr>
        <p:spPr>
          <a:xfrm>
            <a:off x="571224" y="3086256"/>
            <a:ext cx="11188700" cy="976899"/>
          </a:xfrm>
        </p:spPr>
        <p:txBody>
          <a:bodyPr/>
          <a:lstStyle/>
          <a:p>
            <a:r>
              <a:rPr lang="en-US" sz="3600" b="1" dirty="0">
                <a:solidFill>
                  <a:schemeClr val="bg1"/>
                </a:solidFill>
              </a:rPr>
              <a:t>Annexures</a:t>
            </a:r>
            <a:endParaRPr lang="en-US" sz="2800" dirty="0">
              <a:solidFill>
                <a:schemeClr val="bg1"/>
              </a:solidFill>
            </a:endParaRPr>
          </a:p>
        </p:txBody>
      </p:sp>
    </p:spTree>
    <p:extLst>
      <p:ext uri="{BB962C8B-B14F-4D97-AF65-F5344CB8AC3E}">
        <p14:creationId xmlns:p14="http://schemas.microsoft.com/office/powerpoint/2010/main" val="2848239734"/>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5" y="3154119"/>
            <a:ext cx="11298464" cy="66172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ANNEXURE-1: CPSU SCHEME PHASE-II</a:t>
            </a:r>
            <a:endParaRPr lang="en-US" sz="4000" b="1" cap="all"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4963035"/>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CPSU Scheme Phase-II</a:t>
            </a:r>
            <a:endParaRPr lang="en-GB" sz="2800" b="1" dirty="0"/>
          </a:p>
        </p:txBody>
      </p:sp>
      <p:sp>
        <p:nvSpPr>
          <p:cNvPr id="10" name="Rectangle 9">
            <a:extLst>
              <a:ext uri="{FF2B5EF4-FFF2-40B4-BE49-F238E27FC236}">
                <a16:creationId xmlns:a16="http://schemas.microsoft.com/office/drawing/2014/main" id="{14C3D7BD-977E-471C-9C26-6EA751909BFD}"/>
              </a:ext>
            </a:extLst>
          </p:cNvPr>
          <p:cNvSpPr/>
          <p:nvPr/>
        </p:nvSpPr>
        <p:spPr>
          <a:xfrm>
            <a:off x="401820" y="562748"/>
            <a:ext cx="11288530"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Government of India, through Ministry of New &amp; Renewable Energy (MNRE) has approved the implementation of CPSU Scheme Phase-II for setting up 12,000 MW grid-connected Solar Photovoltaic (PV) Power Projects by CPSUs/ State PSUs/ Government Organizations, with Viability Gap Funding (VGF) support for self-use or use by Government/ Government entities, either directly or through Distribution Companies (DISCOMS).</a:t>
            </a:r>
            <a:endParaRPr kumimoji="0" lang="en-IN"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 name="Group 1">
            <a:extLst>
              <a:ext uri="{FF2B5EF4-FFF2-40B4-BE49-F238E27FC236}">
                <a16:creationId xmlns:a16="http://schemas.microsoft.com/office/drawing/2014/main" id="{F7EB8989-00D8-4271-9F44-AC2D5AC2F2B4}"/>
              </a:ext>
            </a:extLst>
          </p:cNvPr>
          <p:cNvGrpSpPr/>
          <p:nvPr/>
        </p:nvGrpSpPr>
        <p:grpSpPr>
          <a:xfrm>
            <a:off x="501650" y="1885240"/>
            <a:ext cx="11188695" cy="4068994"/>
            <a:chOff x="501650" y="1885239"/>
            <a:chExt cx="11188695" cy="4242429"/>
          </a:xfrm>
        </p:grpSpPr>
        <p:grpSp>
          <p:nvGrpSpPr>
            <p:cNvPr id="16" name="Group 15">
              <a:extLst>
                <a:ext uri="{FF2B5EF4-FFF2-40B4-BE49-F238E27FC236}">
                  <a16:creationId xmlns:a16="http://schemas.microsoft.com/office/drawing/2014/main" id="{B5C380B4-FD08-4C13-B773-B1F4970BB9E4}"/>
                </a:ext>
              </a:extLst>
            </p:cNvPr>
            <p:cNvGrpSpPr/>
            <p:nvPr/>
          </p:nvGrpSpPr>
          <p:grpSpPr>
            <a:xfrm>
              <a:off x="501650" y="1889994"/>
              <a:ext cx="2372179" cy="4237674"/>
              <a:chOff x="1009996" y="765175"/>
              <a:chExt cx="2857801" cy="4693878"/>
            </a:xfrm>
          </p:grpSpPr>
          <p:sp>
            <p:nvSpPr>
              <p:cNvPr id="17" name="Rounded Rectangle 19">
                <a:extLst>
                  <a:ext uri="{FF2B5EF4-FFF2-40B4-BE49-F238E27FC236}">
                    <a16:creationId xmlns:a16="http://schemas.microsoft.com/office/drawing/2014/main" id="{C1EA315B-6783-467E-8469-9174C06BDDEF}"/>
                  </a:ext>
                </a:extLst>
              </p:cNvPr>
              <p:cNvSpPr/>
              <p:nvPr/>
            </p:nvSpPr>
            <p:spPr bwMode="gray">
              <a:xfrm>
                <a:off x="1214847" y="878314"/>
                <a:ext cx="2440155" cy="4004814"/>
              </a:xfrm>
              <a:prstGeom prst="roundRect">
                <a:avLst>
                  <a:gd name="adj" fmla="val 4667"/>
                </a:avLst>
              </a:prstGeom>
              <a:solidFill>
                <a:schemeClr val="accent5"/>
              </a:solid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nvGrpSpPr>
              <p:cNvPr id="18" name="Group 17">
                <a:extLst>
                  <a:ext uri="{FF2B5EF4-FFF2-40B4-BE49-F238E27FC236}">
                    <a16:creationId xmlns:a16="http://schemas.microsoft.com/office/drawing/2014/main" id="{FB0826E0-DAF4-4171-AB75-1AF66809EBCF}"/>
                  </a:ext>
                </a:extLst>
              </p:cNvPr>
              <p:cNvGrpSpPr/>
              <p:nvPr/>
            </p:nvGrpSpPr>
            <p:grpSpPr>
              <a:xfrm>
                <a:off x="1009996" y="765175"/>
                <a:ext cx="2857801" cy="4693878"/>
                <a:chOff x="1009996" y="765175"/>
                <a:chExt cx="2857801" cy="4693878"/>
              </a:xfrm>
            </p:grpSpPr>
            <p:sp>
              <p:nvSpPr>
                <p:cNvPr id="19" name="Rounded Rectangle 4">
                  <a:extLst>
                    <a:ext uri="{FF2B5EF4-FFF2-40B4-BE49-F238E27FC236}">
                      <a16:creationId xmlns:a16="http://schemas.microsoft.com/office/drawing/2014/main" id="{68EF60D6-FB2F-4212-9335-295E2924D54F}"/>
                    </a:ext>
                  </a:extLst>
                </p:cNvPr>
                <p:cNvSpPr/>
                <p:nvPr/>
              </p:nvSpPr>
              <p:spPr bwMode="gray">
                <a:xfrm>
                  <a:off x="1089205" y="765175"/>
                  <a:ext cx="2697823" cy="4693878"/>
                </a:xfrm>
                <a:prstGeom prst="roundRect">
                  <a:avLst>
                    <a:gd name="adj" fmla="val 4667"/>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20" name="Oval 19">
                  <a:extLst>
                    <a:ext uri="{FF2B5EF4-FFF2-40B4-BE49-F238E27FC236}">
                      <a16:creationId xmlns:a16="http://schemas.microsoft.com/office/drawing/2014/main" id="{E2986849-9FB7-4E9A-AAAE-319B90D23651}"/>
                    </a:ext>
                  </a:extLst>
                </p:cNvPr>
                <p:cNvSpPr/>
                <p:nvPr/>
              </p:nvSpPr>
              <p:spPr bwMode="gray">
                <a:xfrm>
                  <a:off x="2313483" y="4979919"/>
                  <a:ext cx="327923" cy="327923"/>
                </a:xfrm>
                <a:prstGeom prst="ellipse">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21" name="Rectangle 20">
                  <a:extLst>
                    <a:ext uri="{FF2B5EF4-FFF2-40B4-BE49-F238E27FC236}">
                      <a16:creationId xmlns:a16="http://schemas.microsoft.com/office/drawing/2014/main" id="{59371BE7-9C53-4D90-81C4-65674E3B8058}"/>
                    </a:ext>
                  </a:extLst>
                </p:cNvPr>
                <p:cNvSpPr/>
                <p:nvPr/>
              </p:nvSpPr>
              <p:spPr bwMode="gray">
                <a:xfrm>
                  <a:off x="1009996"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22" name="Rectangle 21">
                  <a:extLst>
                    <a:ext uri="{FF2B5EF4-FFF2-40B4-BE49-F238E27FC236}">
                      <a16:creationId xmlns:a16="http://schemas.microsoft.com/office/drawing/2014/main" id="{CA874C24-1F47-4D45-B56D-6073F1B55842}"/>
                    </a:ext>
                  </a:extLst>
                </p:cNvPr>
                <p:cNvSpPr/>
                <p:nvPr/>
              </p:nvSpPr>
              <p:spPr bwMode="gray">
                <a:xfrm>
                  <a:off x="1009996" y="1501171"/>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23" name="Rectangle 22">
                  <a:extLst>
                    <a:ext uri="{FF2B5EF4-FFF2-40B4-BE49-F238E27FC236}">
                      <a16:creationId xmlns:a16="http://schemas.microsoft.com/office/drawing/2014/main" id="{64B068D3-9CFC-486E-81BE-05740B94E6C5}"/>
                    </a:ext>
                  </a:extLst>
                </p:cNvPr>
                <p:cNvSpPr/>
                <p:nvPr/>
              </p:nvSpPr>
              <p:spPr bwMode="gray">
                <a:xfrm>
                  <a:off x="3788003"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sp>
          <p:nvSpPr>
            <p:cNvPr id="24" name="TextBox 23">
              <a:extLst>
                <a:ext uri="{FF2B5EF4-FFF2-40B4-BE49-F238E27FC236}">
                  <a16:creationId xmlns:a16="http://schemas.microsoft.com/office/drawing/2014/main" id="{DA672C81-C57B-4380-BC40-CA585F134B44}"/>
                </a:ext>
              </a:extLst>
            </p:cNvPr>
            <p:cNvSpPr txBox="1"/>
            <p:nvPr/>
          </p:nvSpPr>
          <p:spPr>
            <a:xfrm>
              <a:off x="774274" y="2065243"/>
              <a:ext cx="1856139" cy="849107"/>
            </a:xfrm>
            <a:prstGeom prst="rect">
              <a:avLst/>
            </a:prstGeom>
            <a:noFill/>
          </p:spPr>
          <p:txBody>
            <a:bodyPr wrap="square" lIns="0" tIns="0" rIns="0" bIns="0" rtlCol="0">
              <a:noAutofit/>
            </a:bodyPr>
            <a:lstStyle/>
            <a:p>
              <a:r>
                <a:rPr lang="en-GB" sz="2000" b="1" dirty="0">
                  <a:solidFill>
                    <a:schemeClr val="bg1"/>
                  </a:solidFill>
                </a:rPr>
                <a:t>12000 MW Grid Connected Solar PV</a:t>
              </a:r>
              <a:endParaRPr lang="en-GB" sz="2000" dirty="0">
                <a:solidFill>
                  <a:schemeClr val="bg1"/>
                </a:solidFill>
              </a:endParaRPr>
            </a:p>
          </p:txBody>
        </p:sp>
        <p:grpSp>
          <p:nvGrpSpPr>
            <p:cNvPr id="25" name="Group 24">
              <a:extLst>
                <a:ext uri="{FF2B5EF4-FFF2-40B4-BE49-F238E27FC236}">
                  <a16:creationId xmlns:a16="http://schemas.microsoft.com/office/drawing/2014/main" id="{008A41E5-037A-4C4F-8E62-8FA2068DC243}"/>
                </a:ext>
              </a:extLst>
            </p:cNvPr>
            <p:cNvGrpSpPr/>
            <p:nvPr/>
          </p:nvGrpSpPr>
          <p:grpSpPr>
            <a:xfrm>
              <a:off x="1215515" y="2993481"/>
              <a:ext cx="1011237" cy="1011237"/>
              <a:chOff x="5009507" y="3352896"/>
              <a:chExt cx="1194615" cy="1194615"/>
            </a:xfrm>
            <a:solidFill>
              <a:schemeClr val="bg1"/>
            </a:solidFill>
          </p:grpSpPr>
          <p:sp>
            <p:nvSpPr>
              <p:cNvPr id="26" name="Freeform 22">
                <a:extLst>
                  <a:ext uri="{FF2B5EF4-FFF2-40B4-BE49-F238E27FC236}">
                    <a16:creationId xmlns:a16="http://schemas.microsoft.com/office/drawing/2014/main" id="{449F6155-76C2-4EF3-90FF-13F72B524114}"/>
                  </a:ext>
                </a:extLst>
              </p:cNvPr>
              <p:cNvSpPr>
                <a:spLocks noEditPoints="1"/>
              </p:cNvSpPr>
              <p:nvPr/>
            </p:nvSpPr>
            <p:spPr bwMode="auto">
              <a:xfrm>
                <a:off x="5246176" y="3589565"/>
                <a:ext cx="721277" cy="721277"/>
              </a:xfrm>
              <a:custGeom>
                <a:avLst/>
                <a:gdLst>
                  <a:gd name="T0" fmla="*/ 96 w 192"/>
                  <a:gd name="T1" fmla="*/ 0 h 192"/>
                  <a:gd name="T2" fmla="*/ 0 w 192"/>
                  <a:gd name="T3" fmla="*/ 96 h 192"/>
                  <a:gd name="T4" fmla="*/ 96 w 192"/>
                  <a:gd name="T5" fmla="*/ 192 h 192"/>
                  <a:gd name="T6" fmla="*/ 192 w 192"/>
                  <a:gd name="T7" fmla="*/ 96 h 192"/>
                  <a:gd name="T8" fmla="*/ 96 w 192"/>
                  <a:gd name="T9" fmla="*/ 0 h 192"/>
                  <a:gd name="T10" fmla="*/ 96 w 192"/>
                  <a:gd name="T11" fmla="*/ 170 h 192"/>
                  <a:gd name="T12" fmla="*/ 21 w 192"/>
                  <a:gd name="T13" fmla="*/ 96 h 192"/>
                  <a:gd name="T14" fmla="*/ 96 w 192"/>
                  <a:gd name="T15" fmla="*/ 21 h 192"/>
                  <a:gd name="T16" fmla="*/ 170 w 192"/>
                  <a:gd name="T17" fmla="*/ 96 h 192"/>
                  <a:gd name="T18" fmla="*/ 96 w 192"/>
                  <a:gd name="T19" fmla="*/ 17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0"/>
                    </a:moveTo>
                    <a:cubicBezTo>
                      <a:pt x="43" y="0"/>
                      <a:pt x="0" y="43"/>
                      <a:pt x="0" y="96"/>
                    </a:cubicBezTo>
                    <a:cubicBezTo>
                      <a:pt x="0" y="149"/>
                      <a:pt x="43" y="192"/>
                      <a:pt x="96" y="192"/>
                    </a:cubicBezTo>
                    <a:cubicBezTo>
                      <a:pt x="149" y="192"/>
                      <a:pt x="192" y="149"/>
                      <a:pt x="192" y="96"/>
                    </a:cubicBezTo>
                    <a:cubicBezTo>
                      <a:pt x="192" y="43"/>
                      <a:pt x="149" y="0"/>
                      <a:pt x="96" y="0"/>
                    </a:cubicBezTo>
                    <a:close/>
                    <a:moveTo>
                      <a:pt x="96" y="170"/>
                    </a:moveTo>
                    <a:cubicBezTo>
                      <a:pt x="54" y="170"/>
                      <a:pt x="21" y="137"/>
                      <a:pt x="21" y="96"/>
                    </a:cubicBezTo>
                    <a:cubicBezTo>
                      <a:pt x="21" y="54"/>
                      <a:pt x="54" y="21"/>
                      <a:pt x="96" y="21"/>
                    </a:cubicBezTo>
                    <a:cubicBezTo>
                      <a:pt x="137" y="21"/>
                      <a:pt x="170" y="54"/>
                      <a:pt x="170" y="96"/>
                    </a:cubicBezTo>
                    <a:cubicBezTo>
                      <a:pt x="170" y="137"/>
                      <a:pt x="137" y="170"/>
                      <a:pt x="96"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7" name="Freeform 23">
                <a:extLst>
                  <a:ext uri="{FF2B5EF4-FFF2-40B4-BE49-F238E27FC236}">
                    <a16:creationId xmlns:a16="http://schemas.microsoft.com/office/drawing/2014/main" id="{CAB16CF5-FAAD-4676-86F4-95CB54348F6F}"/>
                  </a:ext>
                </a:extLst>
              </p:cNvPr>
              <p:cNvSpPr>
                <a:spLocks/>
              </p:cNvSpPr>
              <p:nvPr/>
            </p:nvSpPr>
            <p:spPr bwMode="auto">
              <a:xfrm>
                <a:off x="6046343" y="3910759"/>
                <a:ext cx="157779" cy="78890"/>
              </a:xfrm>
              <a:custGeom>
                <a:avLst/>
                <a:gdLst>
                  <a:gd name="T0" fmla="*/ 32 w 43"/>
                  <a:gd name="T1" fmla="*/ 0 h 21"/>
                  <a:gd name="T2" fmla="*/ 11 w 43"/>
                  <a:gd name="T3" fmla="*/ 0 h 21"/>
                  <a:gd name="T4" fmla="*/ 0 w 43"/>
                  <a:gd name="T5" fmla="*/ 11 h 21"/>
                  <a:gd name="T6" fmla="*/ 11 w 43"/>
                  <a:gd name="T7" fmla="*/ 21 h 21"/>
                  <a:gd name="T8" fmla="*/ 32 w 43"/>
                  <a:gd name="T9" fmla="*/ 21 h 21"/>
                  <a:gd name="T10" fmla="*/ 43 w 43"/>
                  <a:gd name="T11" fmla="*/ 11 h 21"/>
                  <a:gd name="T12" fmla="*/ 32 w 4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3" h="21">
                    <a:moveTo>
                      <a:pt x="32" y="0"/>
                    </a:moveTo>
                    <a:cubicBezTo>
                      <a:pt x="11" y="0"/>
                      <a:pt x="11" y="0"/>
                      <a:pt x="11" y="0"/>
                    </a:cubicBezTo>
                    <a:cubicBezTo>
                      <a:pt x="5" y="0"/>
                      <a:pt x="0" y="5"/>
                      <a:pt x="0" y="11"/>
                    </a:cubicBezTo>
                    <a:cubicBezTo>
                      <a:pt x="0" y="17"/>
                      <a:pt x="5" y="21"/>
                      <a:pt x="11" y="21"/>
                    </a:cubicBezTo>
                    <a:cubicBezTo>
                      <a:pt x="32" y="21"/>
                      <a:pt x="32" y="21"/>
                      <a:pt x="32" y="21"/>
                    </a:cubicBezTo>
                    <a:cubicBezTo>
                      <a:pt x="38" y="21"/>
                      <a:pt x="43" y="17"/>
                      <a:pt x="43" y="11"/>
                    </a:cubicBezTo>
                    <a:cubicBezTo>
                      <a:pt x="43" y="5"/>
                      <a:pt x="38"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 name="Freeform 24">
                <a:extLst>
                  <a:ext uri="{FF2B5EF4-FFF2-40B4-BE49-F238E27FC236}">
                    <a16:creationId xmlns:a16="http://schemas.microsoft.com/office/drawing/2014/main" id="{E21C426E-A4B3-47B9-A8F6-7DB8EB69454E}"/>
                  </a:ext>
                </a:extLst>
              </p:cNvPr>
              <p:cNvSpPr>
                <a:spLocks/>
              </p:cNvSpPr>
              <p:nvPr/>
            </p:nvSpPr>
            <p:spPr bwMode="auto">
              <a:xfrm>
                <a:off x="5009507" y="3910759"/>
                <a:ext cx="157779" cy="78890"/>
              </a:xfrm>
              <a:custGeom>
                <a:avLst/>
                <a:gdLst>
                  <a:gd name="T0" fmla="*/ 32 w 42"/>
                  <a:gd name="T1" fmla="*/ 0 h 21"/>
                  <a:gd name="T2" fmla="*/ 10 w 42"/>
                  <a:gd name="T3" fmla="*/ 0 h 21"/>
                  <a:gd name="T4" fmla="*/ 0 w 42"/>
                  <a:gd name="T5" fmla="*/ 11 h 21"/>
                  <a:gd name="T6" fmla="*/ 10 w 42"/>
                  <a:gd name="T7" fmla="*/ 21 h 21"/>
                  <a:gd name="T8" fmla="*/ 32 w 42"/>
                  <a:gd name="T9" fmla="*/ 21 h 21"/>
                  <a:gd name="T10" fmla="*/ 42 w 42"/>
                  <a:gd name="T11" fmla="*/ 11 h 21"/>
                  <a:gd name="T12" fmla="*/ 32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32" y="0"/>
                    </a:moveTo>
                    <a:cubicBezTo>
                      <a:pt x="10" y="0"/>
                      <a:pt x="10" y="0"/>
                      <a:pt x="10" y="0"/>
                    </a:cubicBezTo>
                    <a:cubicBezTo>
                      <a:pt x="4" y="0"/>
                      <a:pt x="0" y="5"/>
                      <a:pt x="0" y="11"/>
                    </a:cubicBezTo>
                    <a:cubicBezTo>
                      <a:pt x="0" y="17"/>
                      <a:pt x="4" y="21"/>
                      <a:pt x="10" y="21"/>
                    </a:cubicBezTo>
                    <a:cubicBezTo>
                      <a:pt x="32" y="21"/>
                      <a:pt x="32" y="21"/>
                      <a:pt x="32" y="21"/>
                    </a:cubicBezTo>
                    <a:cubicBezTo>
                      <a:pt x="38" y="21"/>
                      <a:pt x="42" y="17"/>
                      <a:pt x="42" y="11"/>
                    </a:cubicBezTo>
                    <a:cubicBezTo>
                      <a:pt x="42" y="5"/>
                      <a:pt x="38"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 name="Freeform 25">
                <a:extLst>
                  <a:ext uri="{FF2B5EF4-FFF2-40B4-BE49-F238E27FC236}">
                    <a16:creationId xmlns:a16="http://schemas.microsoft.com/office/drawing/2014/main" id="{1F99DBA0-8281-46A1-B8A0-7D4B7772B8A2}"/>
                  </a:ext>
                </a:extLst>
              </p:cNvPr>
              <p:cNvSpPr>
                <a:spLocks/>
              </p:cNvSpPr>
              <p:nvPr/>
            </p:nvSpPr>
            <p:spPr bwMode="auto">
              <a:xfrm>
                <a:off x="5567370" y="3352896"/>
                <a:ext cx="78890" cy="157779"/>
              </a:xfrm>
              <a:custGeom>
                <a:avLst/>
                <a:gdLst>
                  <a:gd name="T0" fmla="*/ 11 w 21"/>
                  <a:gd name="T1" fmla="*/ 42 h 42"/>
                  <a:gd name="T2" fmla="*/ 21 w 21"/>
                  <a:gd name="T3" fmla="*/ 32 h 42"/>
                  <a:gd name="T4" fmla="*/ 21 w 21"/>
                  <a:gd name="T5" fmla="*/ 10 h 42"/>
                  <a:gd name="T6" fmla="*/ 11 w 21"/>
                  <a:gd name="T7" fmla="*/ 0 h 42"/>
                  <a:gd name="T8" fmla="*/ 0 w 21"/>
                  <a:gd name="T9" fmla="*/ 10 h 42"/>
                  <a:gd name="T10" fmla="*/ 0 w 21"/>
                  <a:gd name="T11" fmla="*/ 32 h 42"/>
                  <a:gd name="T12" fmla="*/ 11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11" y="42"/>
                    </a:moveTo>
                    <a:cubicBezTo>
                      <a:pt x="17" y="42"/>
                      <a:pt x="21" y="38"/>
                      <a:pt x="21" y="32"/>
                    </a:cubicBezTo>
                    <a:cubicBezTo>
                      <a:pt x="21" y="10"/>
                      <a:pt x="21" y="10"/>
                      <a:pt x="21" y="10"/>
                    </a:cubicBezTo>
                    <a:cubicBezTo>
                      <a:pt x="21" y="4"/>
                      <a:pt x="17" y="0"/>
                      <a:pt x="11" y="0"/>
                    </a:cubicBezTo>
                    <a:cubicBezTo>
                      <a:pt x="5" y="0"/>
                      <a:pt x="0" y="4"/>
                      <a:pt x="0" y="10"/>
                    </a:cubicBezTo>
                    <a:cubicBezTo>
                      <a:pt x="0" y="32"/>
                      <a:pt x="0" y="32"/>
                      <a:pt x="0" y="32"/>
                    </a:cubicBezTo>
                    <a:cubicBezTo>
                      <a:pt x="0" y="38"/>
                      <a:pt x="5" y="42"/>
                      <a:pt x="1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 name="Freeform 26">
                <a:extLst>
                  <a:ext uri="{FF2B5EF4-FFF2-40B4-BE49-F238E27FC236}">
                    <a16:creationId xmlns:a16="http://schemas.microsoft.com/office/drawing/2014/main" id="{ECA6691D-C9D7-4A38-A75C-94BBBEAF776A}"/>
                  </a:ext>
                </a:extLst>
              </p:cNvPr>
              <p:cNvSpPr>
                <a:spLocks/>
              </p:cNvSpPr>
              <p:nvPr/>
            </p:nvSpPr>
            <p:spPr bwMode="auto">
              <a:xfrm>
                <a:off x="5567370" y="4389732"/>
                <a:ext cx="78890" cy="157779"/>
              </a:xfrm>
              <a:custGeom>
                <a:avLst/>
                <a:gdLst>
                  <a:gd name="T0" fmla="*/ 11 w 21"/>
                  <a:gd name="T1" fmla="*/ 0 h 43"/>
                  <a:gd name="T2" fmla="*/ 0 w 21"/>
                  <a:gd name="T3" fmla="*/ 11 h 43"/>
                  <a:gd name="T4" fmla="*/ 0 w 21"/>
                  <a:gd name="T5" fmla="*/ 32 h 43"/>
                  <a:gd name="T6" fmla="*/ 11 w 21"/>
                  <a:gd name="T7" fmla="*/ 43 h 43"/>
                  <a:gd name="T8" fmla="*/ 21 w 21"/>
                  <a:gd name="T9" fmla="*/ 32 h 43"/>
                  <a:gd name="T10" fmla="*/ 21 w 21"/>
                  <a:gd name="T11" fmla="*/ 11 h 43"/>
                  <a:gd name="T12" fmla="*/ 11 w 21"/>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11" y="0"/>
                    </a:moveTo>
                    <a:cubicBezTo>
                      <a:pt x="5" y="0"/>
                      <a:pt x="0" y="5"/>
                      <a:pt x="0" y="11"/>
                    </a:cubicBezTo>
                    <a:cubicBezTo>
                      <a:pt x="0" y="32"/>
                      <a:pt x="0" y="32"/>
                      <a:pt x="0" y="32"/>
                    </a:cubicBezTo>
                    <a:cubicBezTo>
                      <a:pt x="0" y="38"/>
                      <a:pt x="5" y="43"/>
                      <a:pt x="11" y="43"/>
                    </a:cubicBezTo>
                    <a:cubicBezTo>
                      <a:pt x="17" y="43"/>
                      <a:pt x="21" y="38"/>
                      <a:pt x="21" y="32"/>
                    </a:cubicBezTo>
                    <a:cubicBezTo>
                      <a:pt x="21" y="11"/>
                      <a:pt x="21" y="11"/>
                      <a:pt x="21" y="11"/>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 name="Freeform 27">
                <a:extLst>
                  <a:ext uri="{FF2B5EF4-FFF2-40B4-BE49-F238E27FC236}">
                    <a16:creationId xmlns:a16="http://schemas.microsoft.com/office/drawing/2014/main" id="{A1B3BDAF-AB1C-4079-AEE7-EB40532FCB46}"/>
                  </a:ext>
                </a:extLst>
              </p:cNvPr>
              <p:cNvSpPr>
                <a:spLocks/>
              </p:cNvSpPr>
              <p:nvPr/>
            </p:nvSpPr>
            <p:spPr bwMode="auto">
              <a:xfrm>
                <a:off x="5899833" y="3510675"/>
                <a:ext cx="146509" cy="140874"/>
              </a:xfrm>
              <a:custGeom>
                <a:avLst/>
                <a:gdLst>
                  <a:gd name="T0" fmla="*/ 20 w 39"/>
                  <a:gd name="T1" fmla="*/ 5 h 38"/>
                  <a:gd name="T2" fmla="*/ 5 w 39"/>
                  <a:gd name="T3" fmla="*/ 20 h 38"/>
                  <a:gd name="T4" fmla="*/ 5 w 39"/>
                  <a:gd name="T5" fmla="*/ 35 h 38"/>
                  <a:gd name="T6" fmla="*/ 12 w 39"/>
                  <a:gd name="T7" fmla="*/ 38 h 38"/>
                  <a:gd name="T8" fmla="*/ 20 w 39"/>
                  <a:gd name="T9" fmla="*/ 35 h 38"/>
                  <a:gd name="T10" fmla="*/ 35 w 39"/>
                  <a:gd name="T11" fmla="*/ 20 h 38"/>
                  <a:gd name="T12" fmla="*/ 35 w 39"/>
                  <a:gd name="T13" fmla="*/ 5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5" y="20"/>
                      <a:pt x="5" y="20"/>
                      <a:pt x="5" y="20"/>
                    </a:cubicBezTo>
                    <a:cubicBezTo>
                      <a:pt x="0" y="24"/>
                      <a:pt x="0" y="31"/>
                      <a:pt x="5" y="35"/>
                    </a:cubicBezTo>
                    <a:cubicBezTo>
                      <a:pt x="7" y="37"/>
                      <a:pt x="9" y="38"/>
                      <a:pt x="12" y="38"/>
                    </a:cubicBezTo>
                    <a:cubicBezTo>
                      <a:pt x="15" y="38"/>
                      <a:pt x="18" y="37"/>
                      <a:pt x="20" y="35"/>
                    </a:cubicBezTo>
                    <a:cubicBezTo>
                      <a:pt x="35" y="20"/>
                      <a:pt x="35" y="20"/>
                      <a:pt x="35" y="20"/>
                    </a:cubicBezTo>
                    <a:cubicBezTo>
                      <a:pt x="39" y="15"/>
                      <a:pt x="39" y="9"/>
                      <a:pt x="35" y="5"/>
                    </a:cubicBezTo>
                    <a:cubicBezTo>
                      <a:pt x="31" y="0"/>
                      <a:pt x="24" y="0"/>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 name="Freeform 28">
                <a:extLst>
                  <a:ext uri="{FF2B5EF4-FFF2-40B4-BE49-F238E27FC236}">
                    <a16:creationId xmlns:a16="http://schemas.microsoft.com/office/drawing/2014/main" id="{546712F9-0DAB-43B7-88B6-9C4D82C28759}"/>
                  </a:ext>
                </a:extLst>
              </p:cNvPr>
              <p:cNvSpPr>
                <a:spLocks/>
              </p:cNvSpPr>
              <p:nvPr/>
            </p:nvSpPr>
            <p:spPr bwMode="auto">
              <a:xfrm>
                <a:off x="5167286" y="4243222"/>
                <a:ext cx="146509" cy="140874"/>
              </a:xfrm>
              <a:custGeom>
                <a:avLst/>
                <a:gdLst>
                  <a:gd name="T0" fmla="*/ 20 w 39"/>
                  <a:gd name="T1" fmla="*/ 5 h 38"/>
                  <a:gd name="T2" fmla="*/ 5 w 39"/>
                  <a:gd name="T3" fmla="*/ 20 h 38"/>
                  <a:gd name="T4" fmla="*/ 5 w 39"/>
                  <a:gd name="T5" fmla="*/ 35 h 38"/>
                  <a:gd name="T6" fmla="*/ 12 w 39"/>
                  <a:gd name="T7" fmla="*/ 38 h 38"/>
                  <a:gd name="T8" fmla="*/ 20 w 39"/>
                  <a:gd name="T9" fmla="*/ 35 h 38"/>
                  <a:gd name="T10" fmla="*/ 35 w 39"/>
                  <a:gd name="T11" fmla="*/ 20 h 38"/>
                  <a:gd name="T12" fmla="*/ 35 w 39"/>
                  <a:gd name="T13" fmla="*/ 5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5" y="20"/>
                      <a:pt x="5" y="20"/>
                      <a:pt x="5" y="20"/>
                    </a:cubicBezTo>
                    <a:cubicBezTo>
                      <a:pt x="0" y="24"/>
                      <a:pt x="0" y="31"/>
                      <a:pt x="5" y="35"/>
                    </a:cubicBezTo>
                    <a:cubicBezTo>
                      <a:pt x="7" y="37"/>
                      <a:pt x="9" y="38"/>
                      <a:pt x="12" y="38"/>
                    </a:cubicBezTo>
                    <a:cubicBezTo>
                      <a:pt x="15" y="38"/>
                      <a:pt x="18" y="37"/>
                      <a:pt x="20" y="35"/>
                    </a:cubicBezTo>
                    <a:cubicBezTo>
                      <a:pt x="35" y="20"/>
                      <a:pt x="35" y="20"/>
                      <a:pt x="35" y="20"/>
                    </a:cubicBezTo>
                    <a:cubicBezTo>
                      <a:pt x="39" y="16"/>
                      <a:pt x="39" y="9"/>
                      <a:pt x="35" y="5"/>
                    </a:cubicBezTo>
                    <a:cubicBezTo>
                      <a:pt x="31" y="0"/>
                      <a:pt x="24" y="0"/>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3" name="Freeform 29">
                <a:extLst>
                  <a:ext uri="{FF2B5EF4-FFF2-40B4-BE49-F238E27FC236}">
                    <a16:creationId xmlns:a16="http://schemas.microsoft.com/office/drawing/2014/main" id="{E3213AF7-018D-4866-A406-F90E9F5EFB40}"/>
                  </a:ext>
                </a:extLst>
              </p:cNvPr>
              <p:cNvSpPr>
                <a:spLocks/>
              </p:cNvSpPr>
              <p:nvPr/>
            </p:nvSpPr>
            <p:spPr bwMode="auto">
              <a:xfrm>
                <a:off x="5167286" y="3510675"/>
                <a:ext cx="146509" cy="140874"/>
              </a:xfrm>
              <a:custGeom>
                <a:avLst/>
                <a:gdLst>
                  <a:gd name="T0" fmla="*/ 20 w 39"/>
                  <a:gd name="T1" fmla="*/ 35 h 38"/>
                  <a:gd name="T2" fmla="*/ 27 w 39"/>
                  <a:gd name="T3" fmla="*/ 38 h 38"/>
                  <a:gd name="T4" fmla="*/ 35 w 39"/>
                  <a:gd name="T5" fmla="*/ 35 h 38"/>
                  <a:gd name="T6" fmla="*/ 35 w 39"/>
                  <a:gd name="T7" fmla="*/ 20 h 38"/>
                  <a:gd name="T8" fmla="*/ 20 w 39"/>
                  <a:gd name="T9" fmla="*/ 5 h 38"/>
                  <a:gd name="T10" fmla="*/ 5 w 39"/>
                  <a:gd name="T11" fmla="*/ 5 h 38"/>
                  <a:gd name="T12" fmla="*/ 5 w 39"/>
                  <a:gd name="T13" fmla="*/ 20 h 38"/>
                  <a:gd name="T14" fmla="*/ 20 w 39"/>
                  <a:gd name="T15" fmla="*/ 3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35"/>
                    </a:moveTo>
                    <a:cubicBezTo>
                      <a:pt x="22" y="37"/>
                      <a:pt x="24" y="38"/>
                      <a:pt x="27" y="38"/>
                    </a:cubicBezTo>
                    <a:cubicBezTo>
                      <a:pt x="30" y="38"/>
                      <a:pt x="33" y="37"/>
                      <a:pt x="35" y="35"/>
                    </a:cubicBezTo>
                    <a:cubicBezTo>
                      <a:pt x="39" y="31"/>
                      <a:pt x="39" y="24"/>
                      <a:pt x="35" y="20"/>
                    </a:cubicBezTo>
                    <a:cubicBezTo>
                      <a:pt x="20" y="5"/>
                      <a:pt x="20" y="5"/>
                      <a:pt x="20" y="5"/>
                    </a:cubicBezTo>
                    <a:cubicBezTo>
                      <a:pt x="15" y="0"/>
                      <a:pt x="9" y="0"/>
                      <a:pt x="5" y="5"/>
                    </a:cubicBezTo>
                    <a:cubicBezTo>
                      <a:pt x="0" y="9"/>
                      <a:pt x="0" y="15"/>
                      <a:pt x="5" y="20"/>
                    </a:cubicBezTo>
                    <a:lnTo>
                      <a:pt x="2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4" name="Freeform 30">
                <a:extLst>
                  <a:ext uri="{FF2B5EF4-FFF2-40B4-BE49-F238E27FC236}">
                    <a16:creationId xmlns:a16="http://schemas.microsoft.com/office/drawing/2014/main" id="{6042B854-3277-4EFB-AEED-35A704C8106A}"/>
                  </a:ext>
                </a:extLst>
              </p:cNvPr>
              <p:cNvSpPr>
                <a:spLocks/>
              </p:cNvSpPr>
              <p:nvPr/>
            </p:nvSpPr>
            <p:spPr bwMode="auto">
              <a:xfrm>
                <a:off x="5899833" y="4243222"/>
                <a:ext cx="146509" cy="140874"/>
              </a:xfrm>
              <a:custGeom>
                <a:avLst/>
                <a:gdLst>
                  <a:gd name="T0" fmla="*/ 20 w 39"/>
                  <a:gd name="T1" fmla="*/ 5 h 38"/>
                  <a:gd name="T2" fmla="*/ 5 w 39"/>
                  <a:gd name="T3" fmla="*/ 5 h 38"/>
                  <a:gd name="T4" fmla="*/ 5 w 39"/>
                  <a:gd name="T5" fmla="*/ 20 h 38"/>
                  <a:gd name="T6" fmla="*/ 20 w 39"/>
                  <a:gd name="T7" fmla="*/ 35 h 38"/>
                  <a:gd name="T8" fmla="*/ 27 w 39"/>
                  <a:gd name="T9" fmla="*/ 38 h 38"/>
                  <a:gd name="T10" fmla="*/ 35 w 39"/>
                  <a:gd name="T11" fmla="*/ 35 h 38"/>
                  <a:gd name="T12" fmla="*/ 35 w 39"/>
                  <a:gd name="T13" fmla="*/ 20 h 38"/>
                  <a:gd name="T14" fmla="*/ 20 w 39"/>
                  <a:gd name="T15" fmla="*/ 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8">
                    <a:moveTo>
                      <a:pt x="20" y="5"/>
                    </a:moveTo>
                    <a:cubicBezTo>
                      <a:pt x="16" y="0"/>
                      <a:pt x="9" y="0"/>
                      <a:pt x="5" y="5"/>
                    </a:cubicBezTo>
                    <a:cubicBezTo>
                      <a:pt x="0" y="9"/>
                      <a:pt x="0" y="16"/>
                      <a:pt x="5" y="20"/>
                    </a:cubicBezTo>
                    <a:cubicBezTo>
                      <a:pt x="20" y="35"/>
                      <a:pt x="20" y="35"/>
                      <a:pt x="20" y="35"/>
                    </a:cubicBezTo>
                    <a:cubicBezTo>
                      <a:pt x="22" y="37"/>
                      <a:pt x="25" y="38"/>
                      <a:pt x="27" y="38"/>
                    </a:cubicBezTo>
                    <a:cubicBezTo>
                      <a:pt x="30" y="38"/>
                      <a:pt x="33" y="37"/>
                      <a:pt x="35" y="35"/>
                    </a:cubicBezTo>
                    <a:cubicBezTo>
                      <a:pt x="39" y="31"/>
                      <a:pt x="39" y="24"/>
                      <a:pt x="35" y="20"/>
                    </a:cubicBezTo>
                    <a:lnTo>
                      <a:pt x="2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5" name="TextBox 34">
              <a:extLst>
                <a:ext uri="{FF2B5EF4-FFF2-40B4-BE49-F238E27FC236}">
                  <a16:creationId xmlns:a16="http://schemas.microsoft.com/office/drawing/2014/main" id="{9A844BF2-BF42-428E-991C-E04F112359E9}"/>
                </a:ext>
              </a:extLst>
            </p:cNvPr>
            <p:cNvSpPr txBox="1"/>
            <p:nvPr/>
          </p:nvSpPr>
          <p:spPr>
            <a:xfrm>
              <a:off x="772883" y="4047717"/>
              <a:ext cx="1858919" cy="651460"/>
            </a:xfrm>
            <a:prstGeom prst="rect">
              <a:avLst/>
            </a:prstGeom>
            <a:noFill/>
          </p:spPr>
          <p:txBody>
            <a:bodyPr wrap="square" lIns="0" tIns="0" rIns="0" bIns="0" rtlCol="0">
              <a:noAutofit/>
            </a:bodyPr>
            <a:lstStyle/>
            <a:p>
              <a:r>
                <a:rPr lang="en-GB" sz="1050" i="1" dirty="0">
                  <a:solidFill>
                    <a:schemeClr val="bg1"/>
                  </a:solidFill>
                </a:rPr>
                <a:t>“</a:t>
              </a:r>
              <a:r>
                <a:rPr lang="en-US" sz="1200" i="1" dirty="0">
                  <a:solidFill>
                    <a:schemeClr val="bg1"/>
                  </a:solidFill>
                </a:rPr>
                <a:t>Indian Renewable Energy Development Agency Limited (IREDA) is the Implementation Agency which will allocate the VGF fund by bidding using bucket filling method”</a:t>
              </a:r>
              <a:endParaRPr lang="en-GB" sz="1200" i="1" dirty="0">
                <a:solidFill>
                  <a:schemeClr val="bg1"/>
                </a:solidFill>
              </a:endParaRPr>
            </a:p>
          </p:txBody>
        </p:sp>
        <p:grpSp>
          <p:nvGrpSpPr>
            <p:cNvPr id="42" name="Group 41">
              <a:extLst>
                <a:ext uri="{FF2B5EF4-FFF2-40B4-BE49-F238E27FC236}">
                  <a16:creationId xmlns:a16="http://schemas.microsoft.com/office/drawing/2014/main" id="{69ECECDA-6381-479F-B965-9924B5DB6459}"/>
                </a:ext>
              </a:extLst>
            </p:cNvPr>
            <p:cNvGrpSpPr/>
            <p:nvPr/>
          </p:nvGrpSpPr>
          <p:grpSpPr>
            <a:xfrm>
              <a:off x="3440489" y="1885239"/>
              <a:ext cx="2372179" cy="4237674"/>
              <a:chOff x="1009996" y="765175"/>
              <a:chExt cx="2857801" cy="4693878"/>
            </a:xfrm>
          </p:grpSpPr>
          <p:sp>
            <p:nvSpPr>
              <p:cNvPr id="43" name="Rounded Rectangle 19">
                <a:extLst>
                  <a:ext uri="{FF2B5EF4-FFF2-40B4-BE49-F238E27FC236}">
                    <a16:creationId xmlns:a16="http://schemas.microsoft.com/office/drawing/2014/main" id="{AB23CDC6-8DA1-48B6-86D9-9D23ED4CA6F7}"/>
                  </a:ext>
                </a:extLst>
              </p:cNvPr>
              <p:cNvSpPr/>
              <p:nvPr/>
            </p:nvSpPr>
            <p:spPr bwMode="gray">
              <a:xfrm>
                <a:off x="1214847" y="878314"/>
                <a:ext cx="2440155" cy="4004814"/>
              </a:xfrm>
              <a:prstGeom prst="roundRect">
                <a:avLst>
                  <a:gd name="adj" fmla="val 4667"/>
                </a:avLst>
              </a:prstGeom>
              <a:solidFill>
                <a:srgbClr val="CFE4A8"/>
              </a:solid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nvGrpSpPr>
              <p:cNvPr id="44" name="Group 43">
                <a:extLst>
                  <a:ext uri="{FF2B5EF4-FFF2-40B4-BE49-F238E27FC236}">
                    <a16:creationId xmlns:a16="http://schemas.microsoft.com/office/drawing/2014/main" id="{CE37F10F-C66C-4663-8DCD-934AD7E07C20}"/>
                  </a:ext>
                </a:extLst>
              </p:cNvPr>
              <p:cNvGrpSpPr/>
              <p:nvPr/>
            </p:nvGrpSpPr>
            <p:grpSpPr>
              <a:xfrm>
                <a:off x="1009996" y="765175"/>
                <a:ext cx="2857801" cy="4693878"/>
                <a:chOff x="1009996" y="765175"/>
                <a:chExt cx="2857801" cy="4693878"/>
              </a:xfrm>
            </p:grpSpPr>
            <p:sp>
              <p:nvSpPr>
                <p:cNvPr id="45" name="Rounded Rectangle 4">
                  <a:extLst>
                    <a:ext uri="{FF2B5EF4-FFF2-40B4-BE49-F238E27FC236}">
                      <a16:creationId xmlns:a16="http://schemas.microsoft.com/office/drawing/2014/main" id="{FEDA860C-D9DF-4176-B503-50E66FD2C8F9}"/>
                    </a:ext>
                  </a:extLst>
                </p:cNvPr>
                <p:cNvSpPr/>
                <p:nvPr/>
              </p:nvSpPr>
              <p:spPr bwMode="gray">
                <a:xfrm>
                  <a:off x="1089205" y="765175"/>
                  <a:ext cx="2697823" cy="4693878"/>
                </a:xfrm>
                <a:prstGeom prst="roundRect">
                  <a:avLst>
                    <a:gd name="adj" fmla="val 4667"/>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46" name="Oval 45">
                  <a:extLst>
                    <a:ext uri="{FF2B5EF4-FFF2-40B4-BE49-F238E27FC236}">
                      <a16:creationId xmlns:a16="http://schemas.microsoft.com/office/drawing/2014/main" id="{0FC2A86A-92F3-4041-8054-6F0DB0FCD0D1}"/>
                    </a:ext>
                  </a:extLst>
                </p:cNvPr>
                <p:cNvSpPr/>
                <p:nvPr/>
              </p:nvSpPr>
              <p:spPr bwMode="gray">
                <a:xfrm>
                  <a:off x="2313483" y="4979919"/>
                  <a:ext cx="327923" cy="327923"/>
                </a:xfrm>
                <a:prstGeom prst="ellipse">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47" name="Rectangle 46">
                  <a:extLst>
                    <a:ext uri="{FF2B5EF4-FFF2-40B4-BE49-F238E27FC236}">
                      <a16:creationId xmlns:a16="http://schemas.microsoft.com/office/drawing/2014/main" id="{AE27F3B9-F5A9-4566-8A45-5FC749B343F1}"/>
                    </a:ext>
                  </a:extLst>
                </p:cNvPr>
                <p:cNvSpPr/>
                <p:nvPr/>
              </p:nvSpPr>
              <p:spPr bwMode="gray">
                <a:xfrm>
                  <a:off x="1009996"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48" name="Rectangle 47">
                  <a:extLst>
                    <a:ext uri="{FF2B5EF4-FFF2-40B4-BE49-F238E27FC236}">
                      <a16:creationId xmlns:a16="http://schemas.microsoft.com/office/drawing/2014/main" id="{B5467CA9-AC60-42B8-8792-E482B81DB137}"/>
                    </a:ext>
                  </a:extLst>
                </p:cNvPr>
                <p:cNvSpPr/>
                <p:nvPr/>
              </p:nvSpPr>
              <p:spPr bwMode="gray">
                <a:xfrm>
                  <a:off x="1009996" y="1501171"/>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49" name="Rectangle 48">
                  <a:extLst>
                    <a:ext uri="{FF2B5EF4-FFF2-40B4-BE49-F238E27FC236}">
                      <a16:creationId xmlns:a16="http://schemas.microsoft.com/office/drawing/2014/main" id="{4EF100C6-07D2-41C8-B67B-FA842CEE6826}"/>
                    </a:ext>
                  </a:extLst>
                </p:cNvPr>
                <p:cNvSpPr/>
                <p:nvPr/>
              </p:nvSpPr>
              <p:spPr bwMode="gray">
                <a:xfrm>
                  <a:off x="3788003"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grpSp>
          <p:nvGrpSpPr>
            <p:cNvPr id="50" name="Group 49">
              <a:extLst>
                <a:ext uri="{FF2B5EF4-FFF2-40B4-BE49-F238E27FC236}">
                  <a16:creationId xmlns:a16="http://schemas.microsoft.com/office/drawing/2014/main" id="{37474B0A-CD8E-408E-8840-F6FD5CDC15C6}"/>
                </a:ext>
              </a:extLst>
            </p:cNvPr>
            <p:cNvGrpSpPr/>
            <p:nvPr/>
          </p:nvGrpSpPr>
          <p:grpSpPr>
            <a:xfrm>
              <a:off x="6379328" y="1885239"/>
              <a:ext cx="2372179" cy="4237674"/>
              <a:chOff x="1009996" y="765175"/>
              <a:chExt cx="2857801" cy="4693878"/>
            </a:xfrm>
          </p:grpSpPr>
          <p:sp>
            <p:nvSpPr>
              <p:cNvPr id="51" name="Rounded Rectangle 19">
                <a:extLst>
                  <a:ext uri="{FF2B5EF4-FFF2-40B4-BE49-F238E27FC236}">
                    <a16:creationId xmlns:a16="http://schemas.microsoft.com/office/drawing/2014/main" id="{A9A6871D-49AF-4EB8-8456-A626AC613A0A}"/>
                  </a:ext>
                </a:extLst>
              </p:cNvPr>
              <p:cNvSpPr/>
              <p:nvPr/>
            </p:nvSpPr>
            <p:spPr bwMode="gray">
              <a:xfrm>
                <a:off x="1214847" y="878314"/>
                <a:ext cx="2440155" cy="4004814"/>
              </a:xfrm>
              <a:prstGeom prst="roundRect">
                <a:avLst>
                  <a:gd name="adj" fmla="val 4667"/>
                </a:avLst>
              </a:prstGeom>
              <a:solidFill>
                <a:schemeClr val="accent4">
                  <a:lumMod val="20000"/>
                  <a:lumOff val="80000"/>
                </a:schemeClr>
              </a:solid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nvGrpSpPr>
              <p:cNvPr id="52" name="Group 51">
                <a:extLst>
                  <a:ext uri="{FF2B5EF4-FFF2-40B4-BE49-F238E27FC236}">
                    <a16:creationId xmlns:a16="http://schemas.microsoft.com/office/drawing/2014/main" id="{347D58D1-3F60-4C4C-B9CA-04AC28B593D8}"/>
                  </a:ext>
                </a:extLst>
              </p:cNvPr>
              <p:cNvGrpSpPr/>
              <p:nvPr/>
            </p:nvGrpSpPr>
            <p:grpSpPr>
              <a:xfrm>
                <a:off x="1009996" y="765175"/>
                <a:ext cx="2857801" cy="4693878"/>
                <a:chOff x="1009996" y="765175"/>
                <a:chExt cx="2857801" cy="4693878"/>
              </a:xfrm>
            </p:grpSpPr>
            <p:sp>
              <p:nvSpPr>
                <p:cNvPr id="53" name="Rounded Rectangle 4">
                  <a:extLst>
                    <a:ext uri="{FF2B5EF4-FFF2-40B4-BE49-F238E27FC236}">
                      <a16:creationId xmlns:a16="http://schemas.microsoft.com/office/drawing/2014/main" id="{33CD81F0-F569-4A6D-B720-7B014742C284}"/>
                    </a:ext>
                  </a:extLst>
                </p:cNvPr>
                <p:cNvSpPr/>
                <p:nvPr/>
              </p:nvSpPr>
              <p:spPr bwMode="gray">
                <a:xfrm>
                  <a:off x="1089205" y="765175"/>
                  <a:ext cx="2697823" cy="4693878"/>
                </a:xfrm>
                <a:prstGeom prst="roundRect">
                  <a:avLst>
                    <a:gd name="adj" fmla="val 4667"/>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54" name="Oval 53">
                  <a:extLst>
                    <a:ext uri="{FF2B5EF4-FFF2-40B4-BE49-F238E27FC236}">
                      <a16:creationId xmlns:a16="http://schemas.microsoft.com/office/drawing/2014/main" id="{0CBD66D4-E4A1-4D07-B0CC-0FCBA18456E7}"/>
                    </a:ext>
                  </a:extLst>
                </p:cNvPr>
                <p:cNvSpPr/>
                <p:nvPr/>
              </p:nvSpPr>
              <p:spPr bwMode="gray">
                <a:xfrm>
                  <a:off x="2313483" y="4979919"/>
                  <a:ext cx="327923" cy="327923"/>
                </a:xfrm>
                <a:prstGeom prst="ellipse">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55" name="Rectangle 54">
                  <a:extLst>
                    <a:ext uri="{FF2B5EF4-FFF2-40B4-BE49-F238E27FC236}">
                      <a16:creationId xmlns:a16="http://schemas.microsoft.com/office/drawing/2014/main" id="{0A0482B9-9148-49F2-86F0-795CC7348091}"/>
                    </a:ext>
                  </a:extLst>
                </p:cNvPr>
                <p:cNvSpPr/>
                <p:nvPr/>
              </p:nvSpPr>
              <p:spPr bwMode="gray">
                <a:xfrm>
                  <a:off x="1009996"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56" name="Rectangle 55">
                  <a:extLst>
                    <a:ext uri="{FF2B5EF4-FFF2-40B4-BE49-F238E27FC236}">
                      <a16:creationId xmlns:a16="http://schemas.microsoft.com/office/drawing/2014/main" id="{D4BC7245-504A-4A9C-941E-0C51BBC1E2EC}"/>
                    </a:ext>
                  </a:extLst>
                </p:cNvPr>
                <p:cNvSpPr/>
                <p:nvPr/>
              </p:nvSpPr>
              <p:spPr bwMode="gray">
                <a:xfrm>
                  <a:off x="1009996" y="1501171"/>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57" name="Rectangle 56">
                  <a:extLst>
                    <a:ext uri="{FF2B5EF4-FFF2-40B4-BE49-F238E27FC236}">
                      <a16:creationId xmlns:a16="http://schemas.microsoft.com/office/drawing/2014/main" id="{E733A69B-892A-4C9F-9617-B869F6DF137A}"/>
                    </a:ext>
                  </a:extLst>
                </p:cNvPr>
                <p:cNvSpPr/>
                <p:nvPr/>
              </p:nvSpPr>
              <p:spPr bwMode="gray">
                <a:xfrm>
                  <a:off x="3788003"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grpSp>
          <p:nvGrpSpPr>
            <p:cNvPr id="58" name="Group 57">
              <a:extLst>
                <a:ext uri="{FF2B5EF4-FFF2-40B4-BE49-F238E27FC236}">
                  <a16:creationId xmlns:a16="http://schemas.microsoft.com/office/drawing/2014/main" id="{CFC9377C-89A8-47E5-8D6F-BF24CB5EB8D2}"/>
                </a:ext>
              </a:extLst>
            </p:cNvPr>
            <p:cNvGrpSpPr/>
            <p:nvPr/>
          </p:nvGrpSpPr>
          <p:grpSpPr>
            <a:xfrm>
              <a:off x="9318166" y="1885881"/>
              <a:ext cx="2372179" cy="4237674"/>
              <a:chOff x="1009996" y="765175"/>
              <a:chExt cx="2857801" cy="4693878"/>
            </a:xfrm>
          </p:grpSpPr>
          <p:sp>
            <p:nvSpPr>
              <p:cNvPr id="59" name="Rounded Rectangle 19">
                <a:extLst>
                  <a:ext uri="{FF2B5EF4-FFF2-40B4-BE49-F238E27FC236}">
                    <a16:creationId xmlns:a16="http://schemas.microsoft.com/office/drawing/2014/main" id="{CEBD3396-9886-41CC-A419-A374D1C063E8}"/>
                  </a:ext>
                </a:extLst>
              </p:cNvPr>
              <p:cNvSpPr/>
              <p:nvPr/>
            </p:nvSpPr>
            <p:spPr bwMode="gray">
              <a:xfrm>
                <a:off x="1214847" y="878314"/>
                <a:ext cx="2440155" cy="4004814"/>
              </a:xfrm>
              <a:prstGeom prst="roundRect">
                <a:avLst>
                  <a:gd name="adj" fmla="val 4667"/>
                </a:avLst>
              </a:prstGeom>
              <a:solidFill>
                <a:schemeClr val="accent6">
                  <a:lumMod val="20000"/>
                  <a:lumOff val="80000"/>
                </a:schemeClr>
              </a:solid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nvGrpSpPr>
              <p:cNvPr id="60" name="Group 59">
                <a:extLst>
                  <a:ext uri="{FF2B5EF4-FFF2-40B4-BE49-F238E27FC236}">
                    <a16:creationId xmlns:a16="http://schemas.microsoft.com/office/drawing/2014/main" id="{4D890308-08E9-4553-9567-4402153C0D93}"/>
                  </a:ext>
                </a:extLst>
              </p:cNvPr>
              <p:cNvGrpSpPr/>
              <p:nvPr/>
            </p:nvGrpSpPr>
            <p:grpSpPr>
              <a:xfrm>
                <a:off x="1009996" y="765175"/>
                <a:ext cx="2857801" cy="4693878"/>
                <a:chOff x="1009996" y="765175"/>
                <a:chExt cx="2857801" cy="4693878"/>
              </a:xfrm>
            </p:grpSpPr>
            <p:sp>
              <p:nvSpPr>
                <p:cNvPr id="61" name="Rounded Rectangle 4">
                  <a:extLst>
                    <a:ext uri="{FF2B5EF4-FFF2-40B4-BE49-F238E27FC236}">
                      <a16:creationId xmlns:a16="http://schemas.microsoft.com/office/drawing/2014/main" id="{B7AC9B30-206C-4D86-B08F-04C724055C22}"/>
                    </a:ext>
                  </a:extLst>
                </p:cNvPr>
                <p:cNvSpPr/>
                <p:nvPr/>
              </p:nvSpPr>
              <p:spPr bwMode="gray">
                <a:xfrm>
                  <a:off x="1089205" y="765175"/>
                  <a:ext cx="2697823" cy="4693878"/>
                </a:xfrm>
                <a:prstGeom prst="roundRect">
                  <a:avLst>
                    <a:gd name="adj" fmla="val 4667"/>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62" name="Oval 61">
                  <a:extLst>
                    <a:ext uri="{FF2B5EF4-FFF2-40B4-BE49-F238E27FC236}">
                      <a16:creationId xmlns:a16="http://schemas.microsoft.com/office/drawing/2014/main" id="{85E96A40-C16D-4CE8-9ED3-B17816FFE1F4}"/>
                    </a:ext>
                  </a:extLst>
                </p:cNvPr>
                <p:cNvSpPr/>
                <p:nvPr/>
              </p:nvSpPr>
              <p:spPr bwMode="gray">
                <a:xfrm>
                  <a:off x="2313483" y="4979919"/>
                  <a:ext cx="327923" cy="327923"/>
                </a:xfrm>
                <a:prstGeom prst="ellipse">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63" name="Rectangle 62">
                  <a:extLst>
                    <a:ext uri="{FF2B5EF4-FFF2-40B4-BE49-F238E27FC236}">
                      <a16:creationId xmlns:a16="http://schemas.microsoft.com/office/drawing/2014/main" id="{701544C9-DEA1-4020-B31F-09F142903A31}"/>
                    </a:ext>
                  </a:extLst>
                </p:cNvPr>
                <p:cNvSpPr/>
                <p:nvPr/>
              </p:nvSpPr>
              <p:spPr bwMode="gray">
                <a:xfrm>
                  <a:off x="1009996"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64" name="Rectangle 63">
                  <a:extLst>
                    <a:ext uri="{FF2B5EF4-FFF2-40B4-BE49-F238E27FC236}">
                      <a16:creationId xmlns:a16="http://schemas.microsoft.com/office/drawing/2014/main" id="{DC62C532-FD36-4756-A978-FBA002A3CEEF}"/>
                    </a:ext>
                  </a:extLst>
                </p:cNvPr>
                <p:cNvSpPr/>
                <p:nvPr/>
              </p:nvSpPr>
              <p:spPr bwMode="gray">
                <a:xfrm>
                  <a:off x="1009996" y="1501171"/>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sp>
              <p:nvSpPr>
                <p:cNvPr id="65" name="Rectangle 64">
                  <a:extLst>
                    <a:ext uri="{FF2B5EF4-FFF2-40B4-BE49-F238E27FC236}">
                      <a16:creationId xmlns:a16="http://schemas.microsoft.com/office/drawing/2014/main" id="{28D1745D-E0C9-45E7-8139-F6C83ADAFD12}"/>
                    </a:ext>
                  </a:extLst>
                </p:cNvPr>
                <p:cNvSpPr/>
                <p:nvPr/>
              </p:nvSpPr>
              <p:spPr bwMode="gray">
                <a:xfrm>
                  <a:off x="3788003" y="1133173"/>
                  <a:ext cx="79794" cy="321617"/>
                </a:xfrm>
                <a:prstGeom prst="rect">
                  <a:avLst/>
                </a:prstGeom>
                <a:noFill/>
                <a:ln w="6350" algn="ctr">
                  <a:solidFill>
                    <a:schemeClr val="tx1"/>
                  </a:solidFill>
                  <a:miter lim="800000"/>
                  <a:headEnd/>
                  <a:tailEnd/>
                </a:ln>
              </p:spPr>
              <p:txBody>
                <a:bodyPr wrap="square" lIns="88900" tIns="88900" rIns="88900" bIns="88900" rtlCol="0" anchor="ctr"/>
                <a:lstStyle/>
                <a:p>
                  <a:pPr algn="ctr">
                    <a:lnSpc>
                      <a:spcPct val="106000"/>
                    </a:lnSpc>
                    <a:buFont typeface="Wingdings 2" pitchFamily="18" charset="2"/>
                    <a:buNone/>
                  </a:pPr>
                  <a:endParaRPr lang="en-GB" sz="1600" b="1" dirty="0">
                    <a:solidFill>
                      <a:schemeClr val="bg1"/>
                    </a:solidFill>
                  </a:endParaRPr>
                </a:p>
              </p:txBody>
            </p:sp>
          </p:grpSp>
        </p:grpSp>
        <p:sp>
          <p:nvSpPr>
            <p:cNvPr id="66" name="TextBox 65">
              <a:extLst>
                <a:ext uri="{FF2B5EF4-FFF2-40B4-BE49-F238E27FC236}">
                  <a16:creationId xmlns:a16="http://schemas.microsoft.com/office/drawing/2014/main" id="{F1F8F937-DD51-4C89-A78D-77B8A48928C9}"/>
                </a:ext>
              </a:extLst>
            </p:cNvPr>
            <p:cNvSpPr txBox="1"/>
            <p:nvPr/>
          </p:nvSpPr>
          <p:spPr>
            <a:xfrm>
              <a:off x="3675958" y="2065243"/>
              <a:ext cx="1935482" cy="774820"/>
            </a:xfrm>
            <a:prstGeom prst="rect">
              <a:avLst/>
            </a:prstGeom>
            <a:noFill/>
          </p:spPr>
          <p:txBody>
            <a:bodyPr wrap="square" lIns="0" tIns="0" rIns="0" bIns="0" rtlCol="0">
              <a:noAutofit/>
            </a:bodyPr>
            <a:lstStyle/>
            <a:p>
              <a:r>
                <a:rPr lang="en-GB" sz="1600" b="1" dirty="0">
                  <a:solidFill>
                    <a:schemeClr val="accent3"/>
                  </a:solidFill>
                </a:rPr>
                <a:t>Only for Government Producers</a:t>
              </a:r>
              <a:endParaRPr lang="en-GB" sz="1600" dirty="0">
                <a:solidFill>
                  <a:schemeClr val="accent3"/>
                </a:solidFill>
              </a:endParaRPr>
            </a:p>
          </p:txBody>
        </p:sp>
        <p:sp>
          <p:nvSpPr>
            <p:cNvPr id="67" name="Freeform 81">
              <a:extLst>
                <a:ext uri="{FF2B5EF4-FFF2-40B4-BE49-F238E27FC236}">
                  <a16:creationId xmlns:a16="http://schemas.microsoft.com/office/drawing/2014/main" id="{2856DE4C-399D-427A-BD5E-D0DC85CE128F}"/>
                </a:ext>
              </a:extLst>
            </p:cNvPr>
            <p:cNvSpPr>
              <a:spLocks noEditPoints="1"/>
            </p:cNvSpPr>
            <p:nvPr/>
          </p:nvSpPr>
          <p:spPr bwMode="auto">
            <a:xfrm>
              <a:off x="4098484" y="2840062"/>
              <a:ext cx="1012900" cy="933743"/>
            </a:xfrm>
            <a:custGeom>
              <a:avLst/>
              <a:gdLst>
                <a:gd name="T0" fmla="*/ 297 w 320"/>
                <a:gd name="T1" fmla="*/ 181 h 277"/>
                <a:gd name="T2" fmla="*/ 192 w 320"/>
                <a:gd name="T3" fmla="*/ 32 h 277"/>
                <a:gd name="T4" fmla="*/ 170 w 320"/>
                <a:gd name="T5" fmla="*/ 21 h 277"/>
                <a:gd name="T6" fmla="*/ 160 w 320"/>
                <a:gd name="T7" fmla="*/ 0 h 277"/>
                <a:gd name="T8" fmla="*/ 149 w 320"/>
                <a:gd name="T9" fmla="*/ 21 h 277"/>
                <a:gd name="T10" fmla="*/ 128 w 320"/>
                <a:gd name="T11" fmla="*/ 32 h 277"/>
                <a:gd name="T12" fmla="*/ 23 w 320"/>
                <a:gd name="T13" fmla="*/ 181 h 277"/>
                <a:gd name="T14" fmla="*/ 0 w 320"/>
                <a:gd name="T15" fmla="*/ 192 h 277"/>
                <a:gd name="T16" fmla="*/ 10 w 320"/>
                <a:gd name="T17" fmla="*/ 277 h 277"/>
                <a:gd name="T18" fmla="*/ 21 w 320"/>
                <a:gd name="T19" fmla="*/ 202 h 277"/>
                <a:gd name="T20" fmla="*/ 298 w 320"/>
                <a:gd name="T21" fmla="*/ 266 h 277"/>
                <a:gd name="T22" fmla="*/ 320 w 320"/>
                <a:gd name="T23" fmla="*/ 266 h 277"/>
                <a:gd name="T24" fmla="*/ 309 w 320"/>
                <a:gd name="T25" fmla="*/ 181 h 277"/>
                <a:gd name="T26" fmla="*/ 170 w 320"/>
                <a:gd name="T27" fmla="*/ 42 h 277"/>
                <a:gd name="T28" fmla="*/ 160 w 320"/>
                <a:gd name="T29" fmla="*/ 64 h 277"/>
                <a:gd name="T30" fmla="*/ 149 w 320"/>
                <a:gd name="T31" fmla="*/ 42 h 277"/>
                <a:gd name="T32" fmla="*/ 140 w 320"/>
                <a:gd name="T33" fmla="*/ 87 h 277"/>
                <a:gd name="T34" fmla="*/ 160 w 320"/>
                <a:gd name="T35" fmla="*/ 85 h 277"/>
                <a:gd name="T36" fmla="*/ 179 w 320"/>
                <a:gd name="T37" fmla="*/ 87 h 277"/>
                <a:gd name="T38" fmla="*/ 44 w 320"/>
                <a:gd name="T39" fmla="*/ 181 h 277"/>
                <a:gd name="T40" fmla="*/ 106 w 320"/>
                <a:gd name="T41" fmla="*/ 266 h 277"/>
                <a:gd name="T42" fmla="*/ 85 w 320"/>
                <a:gd name="T43" fmla="*/ 266 h 277"/>
                <a:gd name="T44" fmla="*/ 96 w 320"/>
                <a:gd name="T45" fmla="*/ 224 h 277"/>
                <a:gd name="T46" fmla="*/ 64 w 320"/>
                <a:gd name="T47" fmla="*/ 234 h 277"/>
                <a:gd name="T48" fmla="*/ 53 w 320"/>
                <a:gd name="T49" fmla="*/ 277 h 277"/>
                <a:gd name="T50" fmla="*/ 42 w 320"/>
                <a:gd name="T51" fmla="*/ 234 h 277"/>
                <a:gd name="T52" fmla="*/ 64 w 320"/>
                <a:gd name="T53" fmla="*/ 234 h 277"/>
                <a:gd name="T54" fmla="*/ 192 w 320"/>
                <a:gd name="T55" fmla="*/ 266 h 277"/>
                <a:gd name="T56" fmla="*/ 170 w 320"/>
                <a:gd name="T57" fmla="*/ 266 h 277"/>
                <a:gd name="T58" fmla="*/ 181 w 320"/>
                <a:gd name="T59" fmla="*/ 224 h 277"/>
                <a:gd name="T60" fmla="*/ 149 w 320"/>
                <a:gd name="T61" fmla="*/ 234 h 277"/>
                <a:gd name="T62" fmla="*/ 138 w 320"/>
                <a:gd name="T63" fmla="*/ 277 h 277"/>
                <a:gd name="T64" fmla="*/ 128 w 320"/>
                <a:gd name="T65" fmla="*/ 234 h 277"/>
                <a:gd name="T66" fmla="*/ 149 w 320"/>
                <a:gd name="T67" fmla="*/ 234 h 277"/>
                <a:gd name="T68" fmla="*/ 277 w 320"/>
                <a:gd name="T69" fmla="*/ 266 h 277"/>
                <a:gd name="T70" fmla="*/ 256 w 320"/>
                <a:gd name="T71" fmla="*/ 266 h 277"/>
                <a:gd name="T72" fmla="*/ 266 w 320"/>
                <a:gd name="T73" fmla="*/ 224 h 277"/>
                <a:gd name="T74" fmla="*/ 234 w 320"/>
                <a:gd name="T75" fmla="*/ 234 h 277"/>
                <a:gd name="T76" fmla="*/ 224 w 320"/>
                <a:gd name="T77" fmla="*/ 277 h 277"/>
                <a:gd name="T78" fmla="*/ 213 w 320"/>
                <a:gd name="T79" fmla="*/ 234 h 277"/>
                <a:gd name="T80" fmla="*/ 234 w 320"/>
                <a:gd name="T81" fmla="*/ 23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0" h="277">
                  <a:moveTo>
                    <a:pt x="309" y="181"/>
                  </a:moveTo>
                  <a:cubicBezTo>
                    <a:pt x="297" y="181"/>
                    <a:pt x="297" y="181"/>
                    <a:pt x="297" y="181"/>
                  </a:cubicBezTo>
                  <a:cubicBezTo>
                    <a:pt x="288" y="125"/>
                    <a:pt x="246" y="81"/>
                    <a:pt x="192" y="68"/>
                  </a:cubicBezTo>
                  <a:cubicBezTo>
                    <a:pt x="192" y="32"/>
                    <a:pt x="192" y="32"/>
                    <a:pt x="192" y="32"/>
                  </a:cubicBezTo>
                  <a:cubicBezTo>
                    <a:pt x="192" y="26"/>
                    <a:pt x="187" y="21"/>
                    <a:pt x="181" y="21"/>
                  </a:cubicBezTo>
                  <a:cubicBezTo>
                    <a:pt x="170" y="21"/>
                    <a:pt x="170" y="21"/>
                    <a:pt x="170" y="21"/>
                  </a:cubicBezTo>
                  <a:cubicBezTo>
                    <a:pt x="170" y="10"/>
                    <a:pt x="170" y="10"/>
                    <a:pt x="170" y="10"/>
                  </a:cubicBezTo>
                  <a:cubicBezTo>
                    <a:pt x="170" y="4"/>
                    <a:pt x="166" y="0"/>
                    <a:pt x="160" y="0"/>
                  </a:cubicBezTo>
                  <a:cubicBezTo>
                    <a:pt x="154" y="0"/>
                    <a:pt x="149" y="4"/>
                    <a:pt x="149" y="10"/>
                  </a:cubicBezTo>
                  <a:cubicBezTo>
                    <a:pt x="149" y="21"/>
                    <a:pt x="149" y="21"/>
                    <a:pt x="149" y="21"/>
                  </a:cubicBezTo>
                  <a:cubicBezTo>
                    <a:pt x="138" y="21"/>
                    <a:pt x="138" y="21"/>
                    <a:pt x="138" y="21"/>
                  </a:cubicBezTo>
                  <a:cubicBezTo>
                    <a:pt x="132" y="21"/>
                    <a:pt x="128" y="26"/>
                    <a:pt x="128" y="32"/>
                  </a:cubicBezTo>
                  <a:cubicBezTo>
                    <a:pt x="128" y="68"/>
                    <a:pt x="128" y="68"/>
                    <a:pt x="128" y="68"/>
                  </a:cubicBezTo>
                  <a:cubicBezTo>
                    <a:pt x="73" y="81"/>
                    <a:pt x="31" y="125"/>
                    <a:pt x="23" y="181"/>
                  </a:cubicBezTo>
                  <a:cubicBezTo>
                    <a:pt x="10" y="181"/>
                    <a:pt x="10" y="181"/>
                    <a:pt x="10" y="181"/>
                  </a:cubicBezTo>
                  <a:cubicBezTo>
                    <a:pt x="4" y="181"/>
                    <a:pt x="0" y="186"/>
                    <a:pt x="0" y="192"/>
                  </a:cubicBezTo>
                  <a:cubicBezTo>
                    <a:pt x="0" y="266"/>
                    <a:pt x="0" y="266"/>
                    <a:pt x="0" y="266"/>
                  </a:cubicBezTo>
                  <a:cubicBezTo>
                    <a:pt x="0" y="272"/>
                    <a:pt x="4" y="277"/>
                    <a:pt x="10" y="277"/>
                  </a:cubicBezTo>
                  <a:cubicBezTo>
                    <a:pt x="16" y="277"/>
                    <a:pt x="21" y="272"/>
                    <a:pt x="21" y="266"/>
                  </a:cubicBezTo>
                  <a:cubicBezTo>
                    <a:pt x="21" y="202"/>
                    <a:pt x="21" y="202"/>
                    <a:pt x="21" y="202"/>
                  </a:cubicBezTo>
                  <a:cubicBezTo>
                    <a:pt x="298" y="202"/>
                    <a:pt x="298" y="202"/>
                    <a:pt x="298" y="202"/>
                  </a:cubicBezTo>
                  <a:cubicBezTo>
                    <a:pt x="298" y="266"/>
                    <a:pt x="298" y="266"/>
                    <a:pt x="298" y="266"/>
                  </a:cubicBezTo>
                  <a:cubicBezTo>
                    <a:pt x="298" y="272"/>
                    <a:pt x="303" y="277"/>
                    <a:pt x="309" y="277"/>
                  </a:cubicBezTo>
                  <a:cubicBezTo>
                    <a:pt x="315" y="277"/>
                    <a:pt x="320" y="272"/>
                    <a:pt x="320" y="266"/>
                  </a:cubicBezTo>
                  <a:cubicBezTo>
                    <a:pt x="320" y="192"/>
                    <a:pt x="320" y="192"/>
                    <a:pt x="320" y="192"/>
                  </a:cubicBezTo>
                  <a:cubicBezTo>
                    <a:pt x="320" y="186"/>
                    <a:pt x="315" y="181"/>
                    <a:pt x="309" y="181"/>
                  </a:cubicBezTo>
                  <a:close/>
                  <a:moveTo>
                    <a:pt x="149" y="42"/>
                  </a:moveTo>
                  <a:cubicBezTo>
                    <a:pt x="170" y="42"/>
                    <a:pt x="170" y="42"/>
                    <a:pt x="170" y="42"/>
                  </a:cubicBezTo>
                  <a:cubicBezTo>
                    <a:pt x="170" y="64"/>
                    <a:pt x="170" y="64"/>
                    <a:pt x="170" y="64"/>
                  </a:cubicBezTo>
                  <a:cubicBezTo>
                    <a:pt x="170" y="64"/>
                    <a:pt x="164" y="64"/>
                    <a:pt x="160" y="64"/>
                  </a:cubicBezTo>
                  <a:cubicBezTo>
                    <a:pt x="155" y="64"/>
                    <a:pt x="149" y="64"/>
                    <a:pt x="149" y="64"/>
                  </a:cubicBezTo>
                  <a:lnTo>
                    <a:pt x="149" y="42"/>
                  </a:lnTo>
                  <a:close/>
                  <a:moveTo>
                    <a:pt x="44" y="181"/>
                  </a:moveTo>
                  <a:cubicBezTo>
                    <a:pt x="53" y="133"/>
                    <a:pt x="91" y="95"/>
                    <a:pt x="140" y="87"/>
                  </a:cubicBezTo>
                  <a:cubicBezTo>
                    <a:pt x="147" y="86"/>
                    <a:pt x="147" y="86"/>
                    <a:pt x="147" y="86"/>
                  </a:cubicBezTo>
                  <a:cubicBezTo>
                    <a:pt x="152" y="85"/>
                    <a:pt x="155" y="85"/>
                    <a:pt x="160" y="85"/>
                  </a:cubicBezTo>
                  <a:cubicBezTo>
                    <a:pt x="164" y="85"/>
                    <a:pt x="167" y="85"/>
                    <a:pt x="172" y="86"/>
                  </a:cubicBezTo>
                  <a:cubicBezTo>
                    <a:pt x="179" y="87"/>
                    <a:pt x="179" y="87"/>
                    <a:pt x="179" y="87"/>
                  </a:cubicBezTo>
                  <a:cubicBezTo>
                    <a:pt x="228" y="95"/>
                    <a:pt x="266" y="133"/>
                    <a:pt x="275" y="181"/>
                  </a:cubicBezTo>
                  <a:lnTo>
                    <a:pt x="44" y="181"/>
                  </a:lnTo>
                  <a:close/>
                  <a:moveTo>
                    <a:pt x="106" y="234"/>
                  </a:moveTo>
                  <a:cubicBezTo>
                    <a:pt x="106" y="266"/>
                    <a:pt x="106" y="266"/>
                    <a:pt x="106" y="266"/>
                  </a:cubicBezTo>
                  <a:cubicBezTo>
                    <a:pt x="106" y="272"/>
                    <a:pt x="102" y="277"/>
                    <a:pt x="96" y="277"/>
                  </a:cubicBezTo>
                  <a:cubicBezTo>
                    <a:pt x="90" y="277"/>
                    <a:pt x="85" y="272"/>
                    <a:pt x="85" y="266"/>
                  </a:cubicBezTo>
                  <a:cubicBezTo>
                    <a:pt x="85" y="234"/>
                    <a:pt x="85" y="234"/>
                    <a:pt x="85" y="234"/>
                  </a:cubicBezTo>
                  <a:cubicBezTo>
                    <a:pt x="85" y="228"/>
                    <a:pt x="90" y="224"/>
                    <a:pt x="96" y="224"/>
                  </a:cubicBezTo>
                  <a:cubicBezTo>
                    <a:pt x="102" y="224"/>
                    <a:pt x="106" y="228"/>
                    <a:pt x="106" y="234"/>
                  </a:cubicBezTo>
                  <a:close/>
                  <a:moveTo>
                    <a:pt x="64" y="234"/>
                  </a:moveTo>
                  <a:cubicBezTo>
                    <a:pt x="64" y="266"/>
                    <a:pt x="64" y="266"/>
                    <a:pt x="64" y="266"/>
                  </a:cubicBezTo>
                  <a:cubicBezTo>
                    <a:pt x="64" y="272"/>
                    <a:pt x="59" y="277"/>
                    <a:pt x="53" y="277"/>
                  </a:cubicBezTo>
                  <a:cubicBezTo>
                    <a:pt x="47" y="277"/>
                    <a:pt x="42" y="272"/>
                    <a:pt x="42" y="266"/>
                  </a:cubicBezTo>
                  <a:cubicBezTo>
                    <a:pt x="42" y="234"/>
                    <a:pt x="42" y="234"/>
                    <a:pt x="42" y="234"/>
                  </a:cubicBezTo>
                  <a:cubicBezTo>
                    <a:pt x="42" y="228"/>
                    <a:pt x="47" y="224"/>
                    <a:pt x="53" y="224"/>
                  </a:cubicBezTo>
                  <a:cubicBezTo>
                    <a:pt x="59" y="224"/>
                    <a:pt x="64" y="228"/>
                    <a:pt x="64" y="234"/>
                  </a:cubicBezTo>
                  <a:close/>
                  <a:moveTo>
                    <a:pt x="192" y="234"/>
                  </a:moveTo>
                  <a:cubicBezTo>
                    <a:pt x="192" y="266"/>
                    <a:pt x="192" y="266"/>
                    <a:pt x="192" y="266"/>
                  </a:cubicBezTo>
                  <a:cubicBezTo>
                    <a:pt x="192" y="272"/>
                    <a:pt x="187" y="277"/>
                    <a:pt x="181" y="277"/>
                  </a:cubicBezTo>
                  <a:cubicBezTo>
                    <a:pt x="175" y="277"/>
                    <a:pt x="170" y="272"/>
                    <a:pt x="170" y="266"/>
                  </a:cubicBezTo>
                  <a:cubicBezTo>
                    <a:pt x="170" y="234"/>
                    <a:pt x="170" y="234"/>
                    <a:pt x="170" y="234"/>
                  </a:cubicBezTo>
                  <a:cubicBezTo>
                    <a:pt x="170" y="228"/>
                    <a:pt x="175" y="224"/>
                    <a:pt x="181" y="224"/>
                  </a:cubicBezTo>
                  <a:cubicBezTo>
                    <a:pt x="187" y="224"/>
                    <a:pt x="192" y="228"/>
                    <a:pt x="192" y="234"/>
                  </a:cubicBezTo>
                  <a:close/>
                  <a:moveTo>
                    <a:pt x="149" y="234"/>
                  </a:moveTo>
                  <a:cubicBezTo>
                    <a:pt x="149" y="266"/>
                    <a:pt x="149" y="266"/>
                    <a:pt x="149" y="266"/>
                  </a:cubicBezTo>
                  <a:cubicBezTo>
                    <a:pt x="149" y="272"/>
                    <a:pt x="144" y="277"/>
                    <a:pt x="138" y="277"/>
                  </a:cubicBezTo>
                  <a:cubicBezTo>
                    <a:pt x="132" y="277"/>
                    <a:pt x="128" y="272"/>
                    <a:pt x="128" y="266"/>
                  </a:cubicBezTo>
                  <a:cubicBezTo>
                    <a:pt x="128" y="234"/>
                    <a:pt x="128" y="234"/>
                    <a:pt x="128" y="234"/>
                  </a:cubicBezTo>
                  <a:cubicBezTo>
                    <a:pt x="128" y="228"/>
                    <a:pt x="132" y="224"/>
                    <a:pt x="138" y="224"/>
                  </a:cubicBezTo>
                  <a:cubicBezTo>
                    <a:pt x="144" y="224"/>
                    <a:pt x="149" y="228"/>
                    <a:pt x="149" y="234"/>
                  </a:cubicBezTo>
                  <a:close/>
                  <a:moveTo>
                    <a:pt x="277" y="234"/>
                  </a:moveTo>
                  <a:cubicBezTo>
                    <a:pt x="277" y="266"/>
                    <a:pt x="277" y="266"/>
                    <a:pt x="277" y="266"/>
                  </a:cubicBezTo>
                  <a:cubicBezTo>
                    <a:pt x="277" y="272"/>
                    <a:pt x="272" y="277"/>
                    <a:pt x="266" y="277"/>
                  </a:cubicBezTo>
                  <a:cubicBezTo>
                    <a:pt x="260" y="277"/>
                    <a:pt x="256" y="272"/>
                    <a:pt x="256" y="266"/>
                  </a:cubicBezTo>
                  <a:cubicBezTo>
                    <a:pt x="256" y="234"/>
                    <a:pt x="256" y="234"/>
                    <a:pt x="256" y="234"/>
                  </a:cubicBezTo>
                  <a:cubicBezTo>
                    <a:pt x="256" y="228"/>
                    <a:pt x="260" y="224"/>
                    <a:pt x="266" y="224"/>
                  </a:cubicBezTo>
                  <a:cubicBezTo>
                    <a:pt x="272" y="224"/>
                    <a:pt x="277" y="228"/>
                    <a:pt x="277" y="234"/>
                  </a:cubicBezTo>
                  <a:close/>
                  <a:moveTo>
                    <a:pt x="234" y="234"/>
                  </a:moveTo>
                  <a:cubicBezTo>
                    <a:pt x="234" y="266"/>
                    <a:pt x="234" y="266"/>
                    <a:pt x="234" y="266"/>
                  </a:cubicBezTo>
                  <a:cubicBezTo>
                    <a:pt x="234" y="272"/>
                    <a:pt x="230" y="277"/>
                    <a:pt x="224" y="277"/>
                  </a:cubicBezTo>
                  <a:cubicBezTo>
                    <a:pt x="218" y="277"/>
                    <a:pt x="213" y="272"/>
                    <a:pt x="213" y="266"/>
                  </a:cubicBezTo>
                  <a:cubicBezTo>
                    <a:pt x="213" y="234"/>
                    <a:pt x="213" y="234"/>
                    <a:pt x="213" y="234"/>
                  </a:cubicBezTo>
                  <a:cubicBezTo>
                    <a:pt x="213" y="228"/>
                    <a:pt x="218" y="224"/>
                    <a:pt x="224" y="224"/>
                  </a:cubicBezTo>
                  <a:cubicBezTo>
                    <a:pt x="230" y="224"/>
                    <a:pt x="234" y="228"/>
                    <a:pt x="234" y="234"/>
                  </a:cubicBezTo>
                  <a:close/>
                </a:path>
              </a:pathLst>
            </a:custGeom>
            <a:solidFill>
              <a:schemeClr val="accent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8" name="TextBox 67">
              <a:extLst>
                <a:ext uri="{FF2B5EF4-FFF2-40B4-BE49-F238E27FC236}">
                  <a16:creationId xmlns:a16="http://schemas.microsoft.com/office/drawing/2014/main" id="{2CCFB7EB-58A2-42F2-8B96-53EA8F3E2033}"/>
                </a:ext>
              </a:extLst>
            </p:cNvPr>
            <p:cNvSpPr txBox="1"/>
            <p:nvPr/>
          </p:nvSpPr>
          <p:spPr>
            <a:xfrm>
              <a:off x="3700956" y="3858832"/>
              <a:ext cx="1935481" cy="1516909"/>
            </a:xfrm>
            <a:prstGeom prst="rect">
              <a:avLst/>
            </a:prstGeom>
            <a:noFill/>
          </p:spPr>
          <p:txBody>
            <a:bodyPr wrap="square" lIns="0" tIns="0" rIns="0" bIns="0" rtlCol="0">
              <a:noAutofit/>
            </a:bodyPr>
            <a:lstStyle/>
            <a:p>
              <a:r>
                <a:rPr lang="en-GB" sz="1050" b="1" i="1" dirty="0">
                  <a:solidFill>
                    <a:schemeClr val="accent3"/>
                  </a:solidFill>
                </a:rPr>
                <a:t>“</a:t>
              </a:r>
              <a:r>
                <a:rPr lang="en-US" sz="1200" b="1" i="1" dirty="0">
                  <a:solidFill>
                    <a:schemeClr val="accent3"/>
                  </a:solidFill>
                </a:rPr>
                <a:t>a) </a:t>
              </a:r>
              <a:r>
                <a:rPr lang="en-US" sz="1200" i="1" dirty="0">
                  <a:solidFill>
                    <a:schemeClr val="accent3"/>
                  </a:solidFill>
                </a:rPr>
                <a:t>directly controlled by the Central or State Government or</a:t>
              </a:r>
            </a:p>
            <a:p>
              <a:r>
                <a:rPr lang="en-US" sz="1200" b="1" i="1" dirty="0">
                  <a:solidFill>
                    <a:schemeClr val="accent3"/>
                  </a:solidFill>
                </a:rPr>
                <a:t>b) </a:t>
              </a:r>
              <a:r>
                <a:rPr lang="en-US" sz="1200" i="1" dirty="0">
                  <a:solidFill>
                    <a:schemeClr val="accent3"/>
                  </a:solidFill>
                </a:rPr>
                <a:t>is under the administrative control of Central or State Government or</a:t>
              </a:r>
            </a:p>
            <a:p>
              <a:r>
                <a:rPr lang="en-US" sz="1200" b="1" i="1" dirty="0">
                  <a:solidFill>
                    <a:schemeClr val="accent3"/>
                  </a:solidFill>
                </a:rPr>
                <a:t>c) </a:t>
              </a:r>
              <a:r>
                <a:rPr lang="en-US" sz="1200" i="1" dirty="0">
                  <a:solidFill>
                    <a:schemeClr val="accent3"/>
                  </a:solidFill>
                </a:rPr>
                <a:t>a company in which Government is having more than 50% shareholding.</a:t>
              </a:r>
            </a:p>
            <a:p>
              <a:endParaRPr lang="en-GB" sz="1400" i="1" dirty="0">
                <a:solidFill>
                  <a:schemeClr val="accent3"/>
                </a:solidFill>
              </a:endParaRPr>
            </a:p>
          </p:txBody>
        </p:sp>
        <p:sp>
          <p:nvSpPr>
            <p:cNvPr id="69" name="TextBox 68">
              <a:extLst>
                <a:ext uri="{FF2B5EF4-FFF2-40B4-BE49-F238E27FC236}">
                  <a16:creationId xmlns:a16="http://schemas.microsoft.com/office/drawing/2014/main" id="{1397DBC2-DBA1-49BC-912A-01A050B2156C}"/>
                </a:ext>
              </a:extLst>
            </p:cNvPr>
            <p:cNvSpPr txBox="1"/>
            <p:nvPr/>
          </p:nvSpPr>
          <p:spPr>
            <a:xfrm>
              <a:off x="6645984" y="2102386"/>
              <a:ext cx="1935482" cy="774820"/>
            </a:xfrm>
            <a:prstGeom prst="rect">
              <a:avLst/>
            </a:prstGeom>
            <a:noFill/>
          </p:spPr>
          <p:txBody>
            <a:bodyPr wrap="square" lIns="0" tIns="0" rIns="0" bIns="0" rtlCol="0">
              <a:noAutofit/>
            </a:bodyPr>
            <a:lstStyle/>
            <a:p>
              <a:r>
                <a:rPr lang="en-GB" sz="1600" b="1" dirty="0">
                  <a:solidFill>
                    <a:schemeClr val="accent3">
                      <a:lumMod val="75000"/>
                    </a:schemeClr>
                  </a:solidFill>
                </a:rPr>
                <a:t>For Self/ Govt. Entities’ Consumption</a:t>
              </a:r>
              <a:endParaRPr lang="en-GB" sz="1600" dirty="0">
                <a:solidFill>
                  <a:schemeClr val="accent3">
                    <a:lumMod val="75000"/>
                  </a:schemeClr>
                </a:solidFill>
              </a:endParaRPr>
            </a:p>
          </p:txBody>
        </p:sp>
        <p:sp>
          <p:nvSpPr>
            <p:cNvPr id="70" name="Freeform 209">
              <a:extLst>
                <a:ext uri="{FF2B5EF4-FFF2-40B4-BE49-F238E27FC236}">
                  <a16:creationId xmlns:a16="http://schemas.microsoft.com/office/drawing/2014/main" id="{86298271-20C7-42F4-8D85-AAE6B8831A3E}"/>
                </a:ext>
              </a:extLst>
            </p:cNvPr>
            <p:cNvSpPr>
              <a:spLocks/>
            </p:cNvSpPr>
            <p:nvPr/>
          </p:nvSpPr>
          <p:spPr bwMode="auto">
            <a:xfrm>
              <a:off x="7143215" y="2840062"/>
              <a:ext cx="843109" cy="1018769"/>
            </a:xfrm>
            <a:custGeom>
              <a:avLst/>
              <a:gdLst>
                <a:gd name="T0" fmla="*/ 254 w 258"/>
                <a:gd name="T1" fmla="*/ 62 h 321"/>
                <a:gd name="T2" fmla="*/ 246 w 258"/>
                <a:gd name="T3" fmla="*/ 65 h 321"/>
                <a:gd name="T4" fmla="*/ 238 w 258"/>
                <a:gd name="T5" fmla="*/ 62 h 321"/>
                <a:gd name="T6" fmla="*/ 214 w 258"/>
                <a:gd name="T7" fmla="*/ 37 h 321"/>
                <a:gd name="T8" fmla="*/ 214 w 258"/>
                <a:gd name="T9" fmla="*/ 107 h 321"/>
                <a:gd name="T10" fmla="*/ 153 w 258"/>
                <a:gd name="T11" fmla="*/ 207 h 321"/>
                <a:gd name="T12" fmla="*/ 148 w 258"/>
                <a:gd name="T13" fmla="*/ 211 h 321"/>
                <a:gd name="T14" fmla="*/ 139 w 258"/>
                <a:gd name="T15" fmla="*/ 225 h 321"/>
                <a:gd name="T16" fmla="*/ 139 w 258"/>
                <a:gd name="T17" fmla="*/ 225 h 321"/>
                <a:gd name="T18" fmla="*/ 139 w 258"/>
                <a:gd name="T19" fmla="*/ 310 h 321"/>
                <a:gd name="T20" fmla="*/ 129 w 258"/>
                <a:gd name="T21" fmla="*/ 321 h 321"/>
                <a:gd name="T22" fmla="*/ 118 w 258"/>
                <a:gd name="T23" fmla="*/ 310 h 321"/>
                <a:gd name="T24" fmla="*/ 118 w 258"/>
                <a:gd name="T25" fmla="*/ 225 h 321"/>
                <a:gd name="T26" fmla="*/ 118 w 258"/>
                <a:gd name="T27" fmla="*/ 224 h 321"/>
                <a:gd name="T28" fmla="*/ 109 w 258"/>
                <a:gd name="T29" fmla="*/ 211 h 321"/>
                <a:gd name="T30" fmla="*/ 104 w 258"/>
                <a:gd name="T31" fmla="*/ 207 h 321"/>
                <a:gd name="T32" fmla="*/ 43 w 258"/>
                <a:gd name="T33" fmla="*/ 107 h 321"/>
                <a:gd name="T34" fmla="*/ 43 w 258"/>
                <a:gd name="T35" fmla="*/ 37 h 321"/>
                <a:gd name="T36" fmla="*/ 19 w 258"/>
                <a:gd name="T37" fmla="*/ 62 h 321"/>
                <a:gd name="T38" fmla="*/ 11 w 258"/>
                <a:gd name="T39" fmla="*/ 65 h 321"/>
                <a:gd name="T40" fmla="*/ 4 w 258"/>
                <a:gd name="T41" fmla="*/ 62 h 321"/>
                <a:gd name="T42" fmla="*/ 4 w 258"/>
                <a:gd name="T43" fmla="*/ 46 h 321"/>
                <a:gd name="T44" fmla="*/ 46 w 258"/>
                <a:gd name="T45" fmla="*/ 4 h 321"/>
                <a:gd name="T46" fmla="*/ 50 w 258"/>
                <a:gd name="T47" fmla="*/ 1 h 321"/>
                <a:gd name="T48" fmla="*/ 58 w 258"/>
                <a:gd name="T49" fmla="*/ 1 h 321"/>
                <a:gd name="T50" fmla="*/ 62 w 258"/>
                <a:gd name="T51" fmla="*/ 4 h 321"/>
                <a:gd name="T52" fmla="*/ 104 w 258"/>
                <a:gd name="T53" fmla="*/ 46 h 321"/>
                <a:gd name="T54" fmla="*/ 104 w 258"/>
                <a:gd name="T55" fmla="*/ 62 h 321"/>
                <a:gd name="T56" fmla="*/ 97 w 258"/>
                <a:gd name="T57" fmla="*/ 65 h 321"/>
                <a:gd name="T58" fmla="*/ 89 w 258"/>
                <a:gd name="T59" fmla="*/ 62 h 321"/>
                <a:gd name="T60" fmla="*/ 65 w 258"/>
                <a:gd name="T61" fmla="*/ 37 h 321"/>
                <a:gd name="T62" fmla="*/ 65 w 258"/>
                <a:gd name="T63" fmla="*/ 107 h 321"/>
                <a:gd name="T64" fmla="*/ 118 w 258"/>
                <a:gd name="T65" fmla="*/ 191 h 321"/>
                <a:gd name="T66" fmla="*/ 124 w 258"/>
                <a:gd name="T67" fmla="*/ 195 h 321"/>
                <a:gd name="T68" fmla="*/ 129 w 258"/>
                <a:gd name="T69" fmla="*/ 200 h 321"/>
                <a:gd name="T70" fmla="*/ 134 w 258"/>
                <a:gd name="T71" fmla="*/ 195 h 321"/>
                <a:gd name="T72" fmla="*/ 139 w 258"/>
                <a:gd name="T73" fmla="*/ 191 h 321"/>
                <a:gd name="T74" fmla="*/ 193 w 258"/>
                <a:gd name="T75" fmla="*/ 107 h 321"/>
                <a:gd name="T76" fmla="*/ 193 w 258"/>
                <a:gd name="T77" fmla="*/ 37 h 321"/>
                <a:gd name="T78" fmla="*/ 168 w 258"/>
                <a:gd name="T79" fmla="*/ 62 h 321"/>
                <a:gd name="T80" fmla="*/ 161 w 258"/>
                <a:gd name="T81" fmla="*/ 65 h 321"/>
                <a:gd name="T82" fmla="*/ 153 w 258"/>
                <a:gd name="T83" fmla="*/ 62 h 321"/>
                <a:gd name="T84" fmla="*/ 153 w 258"/>
                <a:gd name="T85" fmla="*/ 46 h 321"/>
                <a:gd name="T86" fmla="*/ 196 w 258"/>
                <a:gd name="T87" fmla="*/ 4 h 321"/>
                <a:gd name="T88" fmla="*/ 199 w 258"/>
                <a:gd name="T89" fmla="*/ 1 h 321"/>
                <a:gd name="T90" fmla="*/ 207 w 258"/>
                <a:gd name="T91" fmla="*/ 1 h 321"/>
                <a:gd name="T92" fmla="*/ 211 w 258"/>
                <a:gd name="T93" fmla="*/ 4 h 321"/>
                <a:gd name="T94" fmla="*/ 254 w 258"/>
                <a:gd name="T95" fmla="*/ 46 h 321"/>
                <a:gd name="T96" fmla="*/ 254 w 258"/>
                <a:gd name="T97" fmla="*/ 6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8" h="321">
                  <a:moveTo>
                    <a:pt x="254" y="62"/>
                  </a:moveTo>
                  <a:cubicBezTo>
                    <a:pt x="251" y="64"/>
                    <a:pt x="249" y="65"/>
                    <a:pt x="246" y="65"/>
                  </a:cubicBezTo>
                  <a:cubicBezTo>
                    <a:pt x="243" y="65"/>
                    <a:pt x="241" y="64"/>
                    <a:pt x="238" y="62"/>
                  </a:cubicBezTo>
                  <a:cubicBezTo>
                    <a:pt x="214" y="37"/>
                    <a:pt x="214" y="37"/>
                    <a:pt x="214" y="37"/>
                  </a:cubicBezTo>
                  <a:cubicBezTo>
                    <a:pt x="214" y="107"/>
                    <a:pt x="214" y="107"/>
                    <a:pt x="214" y="107"/>
                  </a:cubicBezTo>
                  <a:cubicBezTo>
                    <a:pt x="214" y="153"/>
                    <a:pt x="176" y="187"/>
                    <a:pt x="153" y="207"/>
                  </a:cubicBezTo>
                  <a:cubicBezTo>
                    <a:pt x="148" y="211"/>
                    <a:pt x="148" y="211"/>
                    <a:pt x="148" y="211"/>
                  </a:cubicBezTo>
                  <a:cubicBezTo>
                    <a:pt x="139" y="219"/>
                    <a:pt x="139" y="223"/>
                    <a:pt x="139" y="225"/>
                  </a:cubicBezTo>
                  <a:cubicBezTo>
                    <a:pt x="139" y="225"/>
                    <a:pt x="139" y="225"/>
                    <a:pt x="139" y="225"/>
                  </a:cubicBezTo>
                  <a:cubicBezTo>
                    <a:pt x="139" y="310"/>
                    <a:pt x="139" y="310"/>
                    <a:pt x="139" y="310"/>
                  </a:cubicBezTo>
                  <a:cubicBezTo>
                    <a:pt x="139" y="316"/>
                    <a:pt x="135" y="321"/>
                    <a:pt x="129" y="321"/>
                  </a:cubicBezTo>
                  <a:cubicBezTo>
                    <a:pt x="123" y="321"/>
                    <a:pt x="118" y="316"/>
                    <a:pt x="118" y="310"/>
                  </a:cubicBezTo>
                  <a:cubicBezTo>
                    <a:pt x="118" y="225"/>
                    <a:pt x="118" y="225"/>
                    <a:pt x="118" y="225"/>
                  </a:cubicBezTo>
                  <a:cubicBezTo>
                    <a:pt x="118" y="224"/>
                    <a:pt x="118" y="224"/>
                    <a:pt x="118" y="224"/>
                  </a:cubicBezTo>
                  <a:cubicBezTo>
                    <a:pt x="118" y="223"/>
                    <a:pt x="118" y="219"/>
                    <a:pt x="109" y="211"/>
                  </a:cubicBezTo>
                  <a:cubicBezTo>
                    <a:pt x="104" y="207"/>
                    <a:pt x="104" y="207"/>
                    <a:pt x="104" y="207"/>
                  </a:cubicBezTo>
                  <a:cubicBezTo>
                    <a:pt x="81" y="187"/>
                    <a:pt x="43" y="153"/>
                    <a:pt x="43" y="107"/>
                  </a:cubicBezTo>
                  <a:cubicBezTo>
                    <a:pt x="43" y="37"/>
                    <a:pt x="43" y="37"/>
                    <a:pt x="43" y="37"/>
                  </a:cubicBezTo>
                  <a:cubicBezTo>
                    <a:pt x="19" y="62"/>
                    <a:pt x="19" y="62"/>
                    <a:pt x="19" y="62"/>
                  </a:cubicBezTo>
                  <a:cubicBezTo>
                    <a:pt x="17" y="64"/>
                    <a:pt x="14" y="65"/>
                    <a:pt x="11" y="65"/>
                  </a:cubicBezTo>
                  <a:cubicBezTo>
                    <a:pt x="9" y="65"/>
                    <a:pt x="6" y="64"/>
                    <a:pt x="4" y="62"/>
                  </a:cubicBezTo>
                  <a:cubicBezTo>
                    <a:pt x="0" y="57"/>
                    <a:pt x="0" y="51"/>
                    <a:pt x="4" y="46"/>
                  </a:cubicBezTo>
                  <a:cubicBezTo>
                    <a:pt x="46" y="4"/>
                    <a:pt x="46" y="4"/>
                    <a:pt x="46" y="4"/>
                  </a:cubicBezTo>
                  <a:cubicBezTo>
                    <a:pt x="47" y="3"/>
                    <a:pt x="49" y="2"/>
                    <a:pt x="50" y="1"/>
                  </a:cubicBezTo>
                  <a:cubicBezTo>
                    <a:pt x="53" y="0"/>
                    <a:pt x="55" y="0"/>
                    <a:pt x="58" y="1"/>
                  </a:cubicBezTo>
                  <a:cubicBezTo>
                    <a:pt x="59" y="2"/>
                    <a:pt x="61" y="3"/>
                    <a:pt x="62" y="4"/>
                  </a:cubicBezTo>
                  <a:cubicBezTo>
                    <a:pt x="104" y="46"/>
                    <a:pt x="104" y="46"/>
                    <a:pt x="104" y="46"/>
                  </a:cubicBezTo>
                  <a:cubicBezTo>
                    <a:pt x="108" y="51"/>
                    <a:pt x="108" y="57"/>
                    <a:pt x="104" y="62"/>
                  </a:cubicBezTo>
                  <a:cubicBezTo>
                    <a:pt x="102" y="64"/>
                    <a:pt x="99" y="65"/>
                    <a:pt x="97" y="65"/>
                  </a:cubicBezTo>
                  <a:cubicBezTo>
                    <a:pt x="94" y="65"/>
                    <a:pt x="91" y="64"/>
                    <a:pt x="89" y="62"/>
                  </a:cubicBezTo>
                  <a:cubicBezTo>
                    <a:pt x="65" y="37"/>
                    <a:pt x="65" y="37"/>
                    <a:pt x="65" y="37"/>
                  </a:cubicBezTo>
                  <a:cubicBezTo>
                    <a:pt x="65" y="107"/>
                    <a:pt x="65" y="107"/>
                    <a:pt x="65" y="107"/>
                  </a:cubicBezTo>
                  <a:cubicBezTo>
                    <a:pt x="65" y="143"/>
                    <a:pt x="97" y="172"/>
                    <a:pt x="118" y="191"/>
                  </a:cubicBezTo>
                  <a:cubicBezTo>
                    <a:pt x="124" y="195"/>
                    <a:pt x="124" y="195"/>
                    <a:pt x="124" y="195"/>
                  </a:cubicBezTo>
                  <a:cubicBezTo>
                    <a:pt x="125" y="197"/>
                    <a:pt x="127" y="199"/>
                    <a:pt x="129" y="200"/>
                  </a:cubicBezTo>
                  <a:cubicBezTo>
                    <a:pt x="130" y="199"/>
                    <a:pt x="132" y="197"/>
                    <a:pt x="134" y="195"/>
                  </a:cubicBezTo>
                  <a:cubicBezTo>
                    <a:pt x="139" y="191"/>
                    <a:pt x="139" y="191"/>
                    <a:pt x="139" y="191"/>
                  </a:cubicBezTo>
                  <a:cubicBezTo>
                    <a:pt x="160" y="172"/>
                    <a:pt x="193" y="143"/>
                    <a:pt x="193" y="107"/>
                  </a:cubicBezTo>
                  <a:cubicBezTo>
                    <a:pt x="193" y="37"/>
                    <a:pt x="193" y="37"/>
                    <a:pt x="193" y="37"/>
                  </a:cubicBezTo>
                  <a:cubicBezTo>
                    <a:pt x="168" y="62"/>
                    <a:pt x="168" y="62"/>
                    <a:pt x="168" y="62"/>
                  </a:cubicBezTo>
                  <a:cubicBezTo>
                    <a:pt x="166" y="64"/>
                    <a:pt x="163" y="65"/>
                    <a:pt x="161" y="65"/>
                  </a:cubicBezTo>
                  <a:cubicBezTo>
                    <a:pt x="158" y="65"/>
                    <a:pt x="155" y="64"/>
                    <a:pt x="153" y="62"/>
                  </a:cubicBezTo>
                  <a:cubicBezTo>
                    <a:pt x="149" y="57"/>
                    <a:pt x="149" y="51"/>
                    <a:pt x="153" y="46"/>
                  </a:cubicBezTo>
                  <a:cubicBezTo>
                    <a:pt x="196" y="4"/>
                    <a:pt x="196" y="4"/>
                    <a:pt x="196" y="4"/>
                  </a:cubicBezTo>
                  <a:cubicBezTo>
                    <a:pt x="197" y="3"/>
                    <a:pt x="198" y="2"/>
                    <a:pt x="199" y="1"/>
                  </a:cubicBezTo>
                  <a:cubicBezTo>
                    <a:pt x="202" y="0"/>
                    <a:pt x="205" y="0"/>
                    <a:pt x="207" y="1"/>
                  </a:cubicBezTo>
                  <a:cubicBezTo>
                    <a:pt x="209" y="2"/>
                    <a:pt x="210" y="3"/>
                    <a:pt x="211" y="4"/>
                  </a:cubicBezTo>
                  <a:cubicBezTo>
                    <a:pt x="254" y="46"/>
                    <a:pt x="254" y="46"/>
                    <a:pt x="254" y="46"/>
                  </a:cubicBezTo>
                  <a:cubicBezTo>
                    <a:pt x="258" y="51"/>
                    <a:pt x="258" y="57"/>
                    <a:pt x="254" y="62"/>
                  </a:cubicBezTo>
                  <a:close/>
                </a:path>
              </a:pathLst>
            </a:custGeom>
            <a:solidFill>
              <a:schemeClr val="accent3">
                <a:lumMod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 name="TextBox 70">
              <a:extLst>
                <a:ext uri="{FF2B5EF4-FFF2-40B4-BE49-F238E27FC236}">
                  <a16:creationId xmlns:a16="http://schemas.microsoft.com/office/drawing/2014/main" id="{B8F1FD54-A6D3-4162-8DFD-E137082C6325}"/>
                </a:ext>
              </a:extLst>
            </p:cNvPr>
            <p:cNvSpPr txBox="1"/>
            <p:nvPr/>
          </p:nvSpPr>
          <p:spPr>
            <a:xfrm>
              <a:off x="6629674" y="3866388"/>
              <a:ext cx="1935481" cy="1516909"/>
            </a:xfrm>
            <a:prstGeom prst="rect">
              <a:avLst/>
            </a:prstGeom>
            <a:noFill/>
          </p:spPr>
          <p:txBody>
            <a:bodyPr wrap="square" lIns="0" tIns="0" rIns="0" bIns="0" rtlCol="0">
              <a:noAutofit/>
            </a:bodyPr>
            <a:lstStyle/>
            <a:p>
              <a:r>
                <a:rPr lang="en-GB" sz="1050" b="1" i="1" dirty="0">
                  <a:solidFill>
                    <a:schemeClr val="accent3"/>
                  </a:solidFill>
                </a:rPr>
                <a:t>“</a:t>
              </a:r>
              <a:r>
                <a:rPr lang="en-US" sz="1200" b="1" i="1" dirty="0">
                  <a:solidFill>
                    <a:schemeClr val="accent3"/>
                  </a:solidFill>
                </a:rPr>
                <a:t>a) </a:t>
              </a:r>
              <a:r>
                <a:rPr lang="en-US" sz="1200" i="1" dirty="0">
                  <a:solidFill>
                    <a:schemeClr val="accent3"/>
                  </a:solidFill>
                </a:rPr>
                <a:t>directly controlled by the Central or State Government or</a:t>
              </a:r>
            </a:p>
            <a:p>
              <a:r>
                <a:rPr lang="en-US" sz="1200" b="1" i="1" dirty="0">
                  <a:solidFill>
                    <a:schemeClr val="accent3"/>
                  </a:solidFill>
                </a:rPr>
                <a:t>b) </a:t>
              </a:r>
              <a:r>
                <a:rPr lang="en-US" sz="1200" i="1" dirty="0">
                  <a:solidFill>
                    <a:schemeClr val="accent3"/>
                  </a:solidFill>
                </a:rPr>
                <a:t>is under the administrative control of Central or State Government or</a:t>
              </a:r>
            </a:p>
            <a:p>
              <a:r>
                <a:rPr lang="en-US" sz="1200" b="1" i="1" dirty="0">
                  <a:solidFill>
                    <a:schemeClr val="accent3"/>
                  </a:solidFill>
                </a:rPr>
                <a:t>c) </a:t>
              </a:r>
              <a:r>
                <a:rPr lang="en-US" sz="1200" i="1" dirty="0">
                  <a:solidFill>
                    <a:schemeClr val="accent3"/>
                  </a:solidFill>
                </a:rPr>
                <a:t>a company in which Government is having more than 50% shareholding.</a:t>
              </a:r>
            </a:p>
            <a:p>
              <a:endParaRPr lang="en-GB" sz="1400" i="1" dirty="0">
                <a:solidFill>
                  <a:schemeClr val="accent3"/>
                </a:solidFill>
              </a:endParaRPr>
            </a:p>
          </p:txBody>
        </p:sp>
        <p:sp>
          <p:nvSpPr>
            <p:cNvPr id="72" name="TextBox 71">
              <a:extLst>
                <a:ext uri="{FF2B5EF4-FFF2-40B4-BE49-F238E27FC236}">
                  <a16:creationId xmlns:a16="http://schemas.microsoft.com/office/drawing/2014/main" id="{9E1B8A6B-5929-4822-839B-83E21199AFD2}"/>
                </a:ext>
              </a:extLst>
            </p:cNvPr>
            <p:cNvSpPr txBox="1"/>
            <p:nvPr/>
          </p:nvSpPr>
          <p:spPr>
            <a:xfrm>
              <a:off x="9588626" y="2105293"/>
              <a:ext cx="1935482" cy="774820"/>
            </a:xfrm>
            <a:prstGeom prst="rect">
              <a:avLst/>
            </a:prstGeom>
            <a:noFill/>
          </p:spPr>
          <p:txBody>
            <a:bodyPr wrap="square" lIns="0" tIns="0" rIns="0" bIns="0" rtlCol="0">
              <a:noAutofit/>
            </a:bodyPr>
            <a:lstStyle/>
            <a:p>
              <a:r>
                <a:rPr lang="en-GB" sz="1600" b="1" dirty="0">
                  <a:solidFill>
                    <a:schemeClr val="accent6"/>
                  </a:solidFill>
                </a:rPr>
                <a:t>Bidding by IREDA based on Viability Gap Funding (VGF)</a:t>
              </a:r>
              <a:endParaRPr lang="en-GB" sz="1600" dirty="0">
                <a:solidFill>
                  <a:schemeClr val="accent6"/>
                </a:solidFill>
              </a:endParaRPr>
            </a:p>
          </p:txBody>
        </p:sp>
        <p:sp>
          <p:nvSpPr>
            <p:cNvPr id="73" name="TextBox 72">
              <a:extLst>
                <a:ext uri="{FF2B5EF4-FFF2-40B4-BE49-F238E27FC236}">
                  <a16:creationId xmlns:a16="http://schemas.microsoft.com/office/drawing/2014/main" id="{1D1D5D80-B1ED-47F1-91D7-389FE280B728}"/>
                </a:ext>
              </a:extLst>
            </p:cNvPr>
            <p:cNvSpPr txBox="1"/>
            <p:nvPr/>
          </p:nvSpPr>
          <p:spPr>
            <a:xfrm>
              <a:off x="9533217" y="3822861"/>
              <a:ext cx="1935481" cy="1516909"/>
            </a:xfrm>
            <a:prstGeom prst="rect">
              <a:avLst/>
            </a:prstGeom>
            <a:noFill/>
          </p:spPr>
          <p:txBody>
            <a:bodyPr wrap="square" lIns="0" tIns="0" rIns="0" bIns="0" rtlCol="0">
              <a:noAutofit/>
            </a:bodyPr>
            <a:lstStyle/>
            <a:p>
              <a:r>
                <a:rPr lang="en-GB" sz="1050" b="1" i="1" dirty="0">
                  <a:solidFill>
                    <a:schemeClr val="accent6"/>
                  </a:solidFill>
                </a:rPr>
                <a:t>“</a:t>
              </a:r>
              <a:r>
                <a:rPr lang="en-US" sz="1200" b="1" i="1" dirty="0">
                  <a:solidFill>
                    <a:schemeClr val="accent6"/>
                  </a:solidFill>
                </a:rPr>
                <a:t>a) </a:t>
              </a:r>
              <a:r>
                <a:rPr lang="en-US" sz="1200" i="1" dirty="0">
                  <a:solidFill>
                    <a:schemeClr val="accent6"/>
                  </a:solidFill>
                </a:rPr>
                <a:t>Maximum Rs. 0.55 Cr /MW, to be decided through bidding</a:t>
              </a:r>
            </a:p>
            <a:p>
              <a:r>
                <a:rPr lang="en-US" sz="1200" b="1" i="1" dirty="0">
                  <a:solidFill>
                    <a:schemeClr val="accent6"/>
                  </a:solidFill>
                </a:rPr>
                <a:t>b) </a:t>
              </a:r>
              <a:r>
                <a:rPr lang="en-US" sz="1200" i="1" dirty="0">
                  <a:solidFill>
                    <a:schemeClr val="accent6"/>
                  </a:solidFill>
                </a:rPr>
                <a:t>VGF will be released in two tranches as follows:</a:t>
              </a:r>
            </a:p>
            <a:p>
              <a:r>
                <a:rPr lang="en-US" sz="1200" i="1" dirty="0">
                  <a:solidFill>
                    <a:schemeClr val="accent6"/>
                  </a:solidFill>
                </a:rPr>
                <a:t>i.50% on Award of contract to the EPC contractor</a:t>
              </a:r>
            </a:p>
            <a:p>
              <a:r>
                <a:rPr lang="en-US" sz="1200" i="1" dirty="0">
                  <a:solidFill>
                    <a:schemeClr val="accent6"/>
                  </a:solidFill>
                </a:rPr>
                <a:t>ii. Balance 50% on successful commissioning of the full capacity of the project</a:t>
              </a:r>
            </a:p>
            <a:p>
              <a:endParaRPr lang="en-GB" sz="1400" i="1" dirty="0">
                <a:solidFill>
                  <a:schemeClr val="accent3"/>
                </a:solidFill>
              </a:endParaRPr>
            </a:p>
          </p:txBody>
        </p:sp>
        <p:sp>
          <p:nvSpPr>
            <p:cNvPr id="74" name="Freeform 915">
              <a:extLst>
                <a:ext uri="{FF2B5EF4-FFF2-40B4-BE49-F238E27FC236}">
                  <a16:creationId xmlns:a16="http://schemas.microsoft.com/office/drawing/2014/main" id="{C671E175-1C29-4936-898E-8D69516AB236}"/>
                </a:ext>
              </a:extLst>
            </p:cNvPr>
            <p:cNvSpPr>
              <a:spLocks noEditPoints="1"/>
            </p:cNvSpPr>
            <p:nvPr/>
          </p:nvSpPr>
          <p:spPr bwMode="auto">
            <a:xfrm>
              <a:off x="10154319" y="2980223"/>
              <a:ext cx="822166" cy="766915"/>
            </a:xfrm>
            <a:custGeom>
              <a:avLst/>
              <a:gdLst>
                <a:gd name="T0" fmla="*/ 224 w 256"/>
                <a:gd name="T1" fmla="*/ 240 h 312"/>
                <a:gd name="T2" fmla="*/ 199 w 256"/>
                <a:gd name="T3" fmla="*/ 32 h 312"/>
                <a:gd name="T4" fmla="*/ 188 w 256"/>
                <a:gd name="T5" fmla="*/ 6 h 312"/>
                <a:gd name="T6" fmla="*/ 67 w 256"/>
                <a:gd name="T7" fmla="*/ 6 h 312"/>
                <a:gd name="T8" fmla="*/ 56 w 256"/>
                <a:gd name="T9" fmla="*/ 32 h 312"/>
                <a:gd name="T10" fmla="*/ 32 w 256"/>
                <a:gd name="T11" fmla="*/ 240 h 312"/>
                <a:gd name="T12" fmla="*/ 12 w 256"/>
                <a:gd name="T13" fmla="*/ 307 h 312"/>
                <a:gd name="T14" fmla="*/ 234 w 256"/>
                <a:gd name="T15" fmla="*/ 312 h 312"/>
                <a:gd name="T16" fmla="*/ 244 w 256"/>
                <a:gd name="T17" fmla="*/ 297 h 312"/>
                <a:gd name="T18" fmla="*/ 132 w 256"/>
                <a:gd name="T19" fmla="*/ 34 h 312"/>
                <a:gd name="T20" fmla="*/ 177 w 256"/>
                <a:gd name="T21" fmla="*/ 24 h 312"/>
                <a:gd name="T22" fmla="*/ 109 w 256"/>
                <a:gd name="T23" fmla="*/ 56 h 312"/>
                <a:gd name="T24" fmla="*/ 123 w 256"/>
                <a:gd name="T25" fmla="*/ 34 h 312"/>
                <a:gd name="T26" fmla="*/ 53 w 256"/>
                <a:gd name="T27" fmla="*/ 238 h 312"/>
                <a:gd name="T28" fmla="*/ 108 w 256"/>
                <a:gd name="T29" fmla="*/ 78 h 312"/>
                <a:gd name="T30" fmla="*/ 203 w 256"/>
                <a:gd name="T31" fmla="*/ 233 h 312"/>
                <a:gd name="T32" fmla="*/ 218 w 256"/>
                <a:gd name="T33" fmla="*/ 291 h 312"/>
                <a:gd name="T34" fmla="*/ 163 w 256"/>
                <a:gd name="T35" fmla="*/ 203 h 312"/>
                <a:gd name="T36" fmla="*/ 157 w 256"/>
                <a:gd name="T37" fmla="*/ 234 h 312"/>
                <a:gd name="T38" fmla="*/ 133 w 256"/>
                <a:gd name="T39" fmla="*/ 259 h 312"/>
                <a:gd name="T40" fmla="*/ 122 w 256"/>
                <a:gd name="T41" fmla="*/ 244 h 312"/>
                <a:gd name="T42" fmla="*/ 89 w 256"/>
                <a:gd name="T43" fmla="*/ 217 h 312"/>
                <a:gd name="T44" fmla="*/ 122 w 256"/>
                <a:gd name="T45" fmla="*/ 226 h 312"/>
                <a:gd name="T46" fmla="*/ 133 w 256"/>
                <a:gd name="T47" fmla="*/ 225 h 312"/>
                <a:gd name="T48" fmla="*/ 140 w 256"/>
                <a:gd name="T49" fmla="*/ 211 h 312"/>
                <a:gd name="T50" fmla="*/ 122 w 256"/>
                <a:gd name="T51" fmla="*/ 202 h 312"/>
                <a:gd name="T52" fmla="*/ 95 w 256"/>
                <a:gd name="T53" fmla="*/ 187 h 312"/>
                <a:gd name="T54" fmla="*/ 98 w 256"/>
                <a:gd name="T55" fmla="*/ 151 h 312"/>
                <a:gd name="T56" fmla="*/ 122 w 256"/>
                <a:gd name="T57" fmla="*/ 131 h 312"/>
                <a:gd name="T58" fmla="*/ 133 w 256"/>
                <a:gd name="T59" fmla="*/ 142 h 312"/>
                <a:gd name="T60" fmla="*/ 157 w 256"/>
                <a:gd name="T61" fmla="*/ 167 h 312"/>
                <a:gd name="T62" fmla="*/ 128 w 256"/>
                <a:gd name="T63" fmla="*/ 161 h 312"/>
                <a:gd name="T64" fmla="*/ 112 w 256"/>
                <a:gd name="T65" fmla="*/ 170 h 312"/>
                <a:gd name="T66" fmla="*/ 122 w 256"/>
                <a:gd name="T67" fmla="*/ 180 h 312"/>
                <a:gd name="T68" fmla="*/ 154 w 256"/>
                <a:gd name="T69" fmla="*/ 19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2">
                  <a:moveTo>
                    <a:pt x="244" y="297"/>
                  </a:moveTo>
                  <a:cubicBezTo>
                    <a:pt x="237" y="281"/>
                    <a:pt x="225" y="253"/>
                    <a:pt x="224" y="240"/>
                  </a:cubicBezTo>
                  <a:cubicBezTo>
                    <a:pt x="230" y="224"/>
                    <a:pt x="256" y="145"/>
                    <a:pt x="167" y="66"/>
                  </a:cubicBezTo>
                  <a:cubicBezTo>
                    <a:pt x="199" y="32"/>
                    <a:pt x="199" y="32"/>
                    <a:pt x="199" y="32"/>
                  </a:cubicBezTo>
                  <a:cubicBezTo>
                    <a:pt x="202" y="29"/>
                    <a:pt x="203" y="25"/>
                    <a:pt x="202" y="22"/>
                  </a:cubicBezTo>
                  <a:cubicBezTo>
                    <a:pt x="202" y="20"/>
                    <a:pt x="199" y="11"/>
                    <a:pt x="188" y="6"/>
                  </a:cubicBezTo>
                  <a:cubicBezTo>
                    <a:pt x="174" y="0"/>
                    <a:pt x="154" y="2"/>
                    <a:pt x="128" y="13"/>
                  </a:cubicBezTo>
                  <a:cubicBezTo>
                    <a:pt x="101" y="2"/>
                    <a:pt x="81" y="0"/>
                    <a:pt x="67" y="6"/>
                  </a:cubicBezTo>
                  <a:cubicBezTo>
                    <a:pt x="57" y="11"/>
                    <a:pt x="54" y="20"/>
                    <a:pt x="53" y="22"/>
                  </a:cubicBezTo>
                  <a:cubicBezTo>
                    <a:pt x="52" y="25"/>
                    <a:pt x="53" y="29"/>
                    <a:pt x="56" y="32"/>
                  </a:cubicBezTo>
                  <a:cubicBezTo>
                    <a:pt x="89" y="66"/>
                    <a:pt x="89" y="66"/>
                    <a:pt x="89" y="66"/>
                  </a:cubicBezTo>
                  <a:cubicBezTo>
                    <a:pt x="0" y="145"/>
                    <a:pt x="25" y="224"/>
                    <a:pt x="32" y="240"/>
                  </a:cubicBezTo>
                  <a:cubicBezTo>
                    <a:pt x="30" y="253"/>
                    <a:pt x="19" y="281"/>
                    <a:pt x="11" y="297"/>
                  </a:cubicBezTo>
                  <a:cubicBezTo>
                    <a:pt x="10" y="300"/>
                    <a:pt x="10" y="304"/>
                    <a:pt x="12" y="307"/>
                  </a:cubicBezTo>
                  <a:cubicBezTo>
                    <a:pt x="14" y="310"/>
                    <a:pt x="17" y="312"/>
                    <a:pt x="21" y="312"/>
                  </a:cubicBezTo>
                  <a:cubicBezTo>
                    <a:pt x="234" y="312"/>
                    <a:pt x="234" y="312"/>
                    <a:pt x="234" y="312"/>
                  </a:cubicBezTo>
                  <a:cubicBezTo>
                    <a:pt x="238" y="312"/>
                    <a:pt x="241" y="310"/>
                    <a:pt x="243" y="307"/>
                  </a:cubicBezTo>
                  <a:cubicBezTo>
                    <a:pt x="245" y="304"/>
                    <a:pt x="246" y="300"/>
                    <a:pt x="244" y="297"/>
                  </a:cubicBezTo>
                  <a:close/>
                  <a:moveTo>
                    <a:pt x="123" y="34"/>
                  </a:moveTo>
                  <a:cubicBezTo>
                    <a:pt x="126" y="35"/>
                    <a:pt x="129" y="35"/>
                    <a:pt x="132" y="34"/>
                  </a:cubicBezTo>
                  <a:cubicBezTo>
                    <a:pt x="132" y="34"/>
                    <a:pt x="132" y="34"/>
                    <a:pt x="132" y="34"/>
                  </a:cubicBezTo>
                  <a:cubicBezTo>
                    <a:pt x="157" y="23"/>
                    <a:pt x="171" y="23"/>
                    <a:pt x="177" y="24"/>
                  </a:cubicBezTo>
                  <a:cubicBezTo>
                    <a:pt x="147" y="56"/>
                    <a:pt x="147" y="56"/>
                    <a:pt x="147" y="56"/>
                  </a:cubicBezTo>
                  <a:cubicBezTo>
                    <a:pt x="109" y="56"/>
                    <a:pt x="109" y="56"/>
                    <a:pt x="109" y="56"/>
                  </a:cubicBezTo>
                  <a:cubicBezTo>
                    <a:pt x="79" y="25"/>
                    <a:pt x="79" y="25"/>
                    <a:pt x="79" y="25"/>
                  </a:cubicBezTo>
                  <a:cubicBezTo>
                    <a:pt x="84" y="23"/>
                    <a:pt x="97" y="22"/>
                    <a:pt x="123" y="34"/>
                  </a:cubicBezTo>
                  <a:close/>
                  <a:moveTo>
                    <a:pt x="37" y="291"/>
                  </a:moveTo>
                  <a:cubicBezTo>
                    <a:pt x="44" y="275"/>
                    <a:pt x="53" y="252"/>
                    <a:pt x="53" y="238"/>
                  </a:cubicBezTo>
                  <a:cubicBezTo>
                    <a:pt x="53" y="236"/>
                    <a:pt x="53" y="234"/>
                    <a:pt x="52" y="233"/>
                  </a:cubicBezTo>
                  <a:cubicBezTo>
                    <a:pt x="50" y="230"/>
                    <a:pt x="15" y="155"/>
                    <a:pt x="108" y="78"/>
                  </a:cubicBezTo>
                  <a:cubicBezTo>
                    <a:pt x="147" y="78"/>
                    <a:pt x="147" y="78"/>
                    <a:pt x="147" y="78"/>
                  </a:cubicBezTo>
                  <a:cubicBezTo>
                    <a:pt x="240" y="155"/>
                    <a:pt x="205" y="230"/>
                    <a:pt x="203" y="233"/>
                  </a:cubicBezTo>
                  <a:cubicBezTo>
                    <a:pt x="203" y="234"/>
                    <a:pt x="202" y="236"/>
                    <a:pt x="202" y="238"/>
                  </a:cubicBezTo>
                  <a:cubicBezTo>
                    <a:pt x="202" y="252"/>
                    <a:pt x="211" y="275"/>
                    <a:pt x="218" y="291"/>
                  </a:cubicBezTo>
                  <a:lnTo>
                    <a:pt x="37" y="291"/>
                  </a:lnTo>
                  <a:close/>
                  <a:moveTo>
                    <a:pt x="163" y="203"/>
                  </a:moveTo>
                  <a:cubicBezTo>
                    <a:pt x="165" y="207"/>
                    <a:pt x="166" y="210"/>
                    <a:pt x="166" y="215"/>
                  </a:cubicBezTo>
                  <a:cubicBezTo>
                    <a:pt x="166" y="223"/>
                    <a:pt x="163" y="230"/>
                    <a:pt x="157" y="234"/>
                  </a:cubicBezTo>
                  <a:cubicBezTo>
                    <a:pt x="151" y="239"/>
                    <a:pt x="143" y="242"/>
                    <a:pt x="133" y="243"/>
                  </a:cubicBezTo>
                  <a:cubicBezTo>
                    <a:pt x="133" y="259"/>
                    <a:pt x="133" y="259"/>
                    <a:pt x="133" y="259"/>
                  </a:cubicBezTo>
                  <a:cubicBezTo>
                    <a:pt x="122" y="259"/>
                    <a:pt x="122" y="259"/>
                    <a:pt x="122" y="259"/>
                  </a:cubicBezTo>
                  <a:cubicBezTo>
                    <a:pt x="122" y="244"/>
                    <a:pt x="122" y="244"/>
                    <a:pt x="122" y="244"/>
                  </a:cubicBezTo>
                  <a:cubicBezTo>
                    <a:pt x="110" y="243"/>
                    <a:pt x="99" y="241"/>
                    <a:pt x="89" y="237"/>
                  </a:cubicBezTo>
                  <a:cubicBezTo>
                    <a:pt x="89" y="217"/>
                    <a:pt x="89" y="217"/>
                    <a:pt x="89" y="217"/>
                  </a:cubicBezTo>
                  <a:cubicBezTo>
                    <a:pt x="94" y="219"/>
                    <a:pt x="99" y="221"/>
                    <a:pt x="105" y="223"/>
                  </a:cubicBezTo>
                  <a:cubicBezTo>
                    <a:pt x="112" y="224"/>
                    <a:pt x="117" y="225"/>
                    <a:pt x="122" y="226"/>
                  </a:cubicBezTo>
                  <a:cubicBezTo>
                    <a:pt x="122" y="226"/>
                    <a:pt x="125" y="226"/>
                    <a:pt x="128" y="226"/>
                  </a:cubicBezTo>
                  <a:cubicBezTo>
                    <a:pt x="130" y="226"/>
                    <a:pt x="133" y="225"/>
                    <a:pt x="133" y="225"/>
                  </a:cubicBezTo>
                  <a:cubicBezTo>
                    <a:pt x="140" y="224"/>
                    <a:pt x="143" y="221"/>
                    <a:pt x="143" y="216"/>
                  </a:cubicBezTo>
                  <a:cubicBezTo>
                    <a:pt x="143" y="214"/>
                    <a:pt x="142" y="212"/>
                    <a:pt x="140" y="211"/>
                  </a:cubicBezTo>
                  <a:cubicBezTo>
                    <a:pt x="139" y="209"/>
                    <a:pt x="136" y="208"/>
                    <a:pt x="133" y="206"/>
                  </a:cubicBezTo>
                  <a:cubicBezTo>
                    <a:pt x="122" y="202"/>
                    <a:pt x="122" y="202"/>
                    <a:pt x="122" y="202"/>
                  </a:cubicBezTo>
                  <a:cubicBezTo>
                    <a:pt x="117" y="200"/>
                    <a:pt x="117" y="200"/>
                    <a:pt x="117" y="200"/>
                  </a:cubicBezTo>
                  <a:cubicBezTo>
                    <a:pt x="107" y="196"/>
                    <a:pt x="100" y="192"/>
                    <a:pt x="95" y="187"/>
                  </a:cubicBezTo>
                  <a:cubicBezTo>
                    <a:pt x="91" y="182"/>
                    <a:pt x="89" y="177"/>
                    <a:pt x="89" y="170"/>
                  </a:cubicBezTo>
                  <a:cubicBezTo>
                    <a:pt x="89" y="162"/>
                    <a:pt x="92" y="156"/>
                    <a:pt x="98" y="151"/>
                  </a:cubicBezTo>
                  <a:cubicBezTo>
                    <a:pt x="104" y="147"/>
                    <a:pt x="112" y="144"/>
                    <a:pt x="122" y="143"/>
                  </a:cubicBezTo>
                  <a:cubicBezTo>
                    <a:pt x="122" y="131"/>
                    <a:pt x="122" y="131"/>
                    <a:pt x="122" y="131"/>
                  </a:cubicBezTo>
                  <a:cubicBezTo>
                    <a:pt x="133" y="131"/>
                    <a:pt x="133" y="131"/>
                    <a:pt x="133" y="131"/>
                  </a:cubicBezTo>
                  <a:cubicBezTo>
                    <a:pt x="133" y="142"/>
                    <a:pt x="133" y="142"/>
                    <a:pt x="133" y="142"/>
                  </a:cubicBezTo>
                  <a:cubicBezTo>
                    <a:pt x="144" y="143"/>
                    <a:pt x="155" y="145"/>
                    <a:pt x="164" y="149"/>
                  </a:cubicBezTo>
                  <a:cubicBezTo>
                    <a:pt x="157" y="167"/>
                    <a:pt x="157" y="167"/>
                    <a:pt x="157" y="167"/>
                  </a:cubicBezTo>
                  <a:cubicBezTo>
                    <a:pt x="149" y="164"/>
                    <a:pt x="141" y="162"/>
                    <a:pt x="133" y="161"/>
                  </a:cubicBezTo>
                  <a:cubicBezTo>
                    <a:pt x="133" y="161"/>
                    <a:pt x="131" y="161"/>
                    <a:pt x="128" y="161"/>
                  </a:cubicBezTo>
                  <a:cubicBezTo>
                    <a:pt x="125" y="161"/>
                    <a:pt x="122" y="162"/>
                    <a:pt x="122" y="162"/>
                  </a:cubicBezTo>
                  <a:cubicBezTo>
                    <a:pt x="116" y="163"/>
                    <a:pt x="112" y="165"/>
                    <a:pt x="112" y="170"/>
                  </a:cubicBezTo>
                  <a:cubicBezTo>
                    <a:pt x="112" y="172"/>
                    <a:pt x="113" y="174"/>
                    <a:pt x="115" y="175"/>
                  </a:cubicBezTo>
                  <a:cubicBezTo>
                    <a:pt x="116" y="177"/>
                    <a:pt x="119" y="178"/>
                    <a:pt x="122" y="180"/>
                  </a:cubicBezTo>
                  <a:cubicBezTo>
                    <a:pt x="133" y="184"/>
                    <a:pt x="133" y="184"/>
                    <a:pt x="133" y="184"/>
                  </a:cubicBezTo>
                  <a:cubicBezTo>
                    <a:pt x="143" y="188"/>
                    <a:pt x="150" y="191"/>
                    <a:pt x="154" y="194"/>
                  </a:cubicBezTo>
                  <a:cubicBezTo>
                    <a:pt x="158" y="197"/>
                    <a:pt x="161" y="200"/>
                    <a:pt x="163" y="203"/>
                  </a:cubicBezTo>
                  <a:close/>
                </a:path>
              </a:pathLst>
            </a:custGeom>
            <a:solidFill>
              <a:schemeClr val="accent4"/>
            </a:solidFill>
            <a:ln>
              <a:solidFill>
                <a:schemeClr val="accent6"/>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75" name="Rectangle: Rounded Corners 74">
            <a:extLst>
              <a:ext uri="{FF2B5EF4-FFF2-40B4-BE49-F238E27FC236}">
                <a16:creationId xmlns:a16="http://schemas.microsoft.com/office/drawing/2014/main" id="{9A1AB317-ED66-45AC-92F9-3D2E590D9570}"/>
              </a:ext>
            </a:extLst>
          </p:cNvPr>
          <p:cNvSpPr/>
          <p:nvPr/>
        </p:nvSpPr>
        <p:spPr>
          <a:xfrm>
            <a:off x="597871" y="6037293"/>
            <a:ext cx="5398891" cy="518395"/>
          </a:xfrm>
          <a:prstGeom prst="roundRect">
            <a:avLst/>
          </a:prstGeom>
          <a:solidFill>
            <a:schemeClr val="accent3">
              <a:lumMod val="20000"/>
              <a:lumOff val="80000"/>
            </a:schemeClr>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0" cap="all" spc="200" normalizeH="0" baseline="0" noProof="0" dirty="0">
                <a:ln>
                  <a:noFill/>
                </a:ln>
                <a:solidFill>
                  <a:srgbClr val="000000"/>
                </a:solidFill>
                <a:effectLst/>
                <a:uLnTx/>
                <a:uFillTx/>
                <a:ea typeface="Open Sans" charset="0"/>
                <a:cs typeface="Open Sans" charset="0"/>
              </a:rPr>
              <a:t>Rs. 2.45/kWh</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ea typeface="Open Sans Light" panose="020B0306030504020204" pitchFamily="34" charset="0"/>
                <a:cs typeface="Open Sans Light" panose="020B0306030504020204" pitchFamily="34" charset="0"/>
              </a:rPr>
              <a:t>Capping for Tariff</a:t>
            </a:r>
          </a:p>
        </p:txBody>
      </p:sp>
      <p:sp>
        <p:nvSpPr>
          <p:cNvPr id="76" name="Rectangle: Rounded Corners 75">
            <a:extLst>
              <a:ext uri="{FF2B5EF4-FFF2-40B4-BE49-F238E27FC236}">
                <a16:creationId xmlns:a16="http://schemas.microsoft.com/office/drawing/2014/main" id="{A8C180F8-3951-4E73-85FC-B83E3F447FA4}"/>
              </a:ext>
            </a:extLst>
          </p:cNvPr>
          <p:cNvSpPr/>
          <p:nvPr/>
        </p:nvSpPr>
        <p:spPr>
          <a:xfrm>
            <a:off x="6224410" y="6033484"/>
            <a:ext cx="5398891" cy="518395"/>
          </a:xfrm>
          <a:prstGeom prst="roundRect">
            <a:avLst/>
          </a:prstGeom>
          <a:solidFill>
            <a:srgbClr val="DDEFE8"/>
          </a:solidFill>
          <a:ln w="76200">
            <a:solidFill>
              <a:srgbClr val="6FC2B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0" cap="all" spc="200" normalizeH="0" baseline="0" noProof="0" dirty="0">
                <a:ln>
                  <a:noFill/>
                </a:ln>
                <a:solidFill>
                  <a:srgbClr val="000000"/>
                </a:solidFill>
                <a:effectLst/>
                <a:uLnTx/>
                <a:uFillTx/>
                <a:ea typeface="Open Sans" charset="0"/>
                <a:cs typeface="Open Sans" charset="0"/>
              </a:rPr>
              <a:t>30 months</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ea typeface="Open Sans Light" panose="020B0306030504020204" pitchFamily="34" charset="0"/>
                <a:cs typeface="Open Sans Light" panose="020B0306030504020204" pitchFamily="34" charset="0"/>
              </a:rPr>
              <a:t>Commissioning Timeline</a:t>
            </a:r>
          </a:p>
        </p:txBody>
      </p:sp>
    </p:spTree>
    <p:extLst>
      <p:ext uri="{BB962C8B-B14F-4D97-AF65-F5344CB8AC3E}">
        <p14:creationId xmlns:p14="http://schemas.microsoft.com/office/powerpoint/2010/main" val="2668984590"/>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History of award of solar projects under CPSU Scheme Phase-II</a:t>
            </a:r>
            <a:endParaRPr lang="en-GB" sz="2800" b="1" dirty="0"/>
          </a:p>
        </p:txBody>
      </p:sp>
      <p:graphicFrame>
        <p:nvGraphicFramePr>
          <p:cNvPr id="3" name="Table 2">
            <a:extLst>
              <a:ext uri="{FF2B5EF4-FFF2-40B4-BE49-F238E27FC236}">
                <a16:creationId xmlns:a16="http://schemas.microsoft.com/office/drawing/2014/main" id="{55304EBB-156F-488D-8D43-95A12DDB20B6}"/>
              </a:ext>
            </a:extLst>
          </p:cNvPr>
          <p:cNvGraphicFramePr>
            <a:graphicFrameLocks noGrp="1"/>
          </p:cNvGraphicFramePr>
          <p:nvPr>
            <p:extLst>
              <p:ext uri="{D42A27DB-BD31-4B8C-83A1-F6EECF244321}">
                <p14:modId xmlns:p14="http://schemas.microsoft.com/office/powerpoint/2010/main" val="1826047916"/>
              </p:ext>
            </p:extLst>
          </p:nvPr>
        </p:nvGraphicFramePr>
        <p:xfrm>
          <a:off x="501649" y="664030"/>
          <a:ext cx="11188701" cy="5736779"/>
        </p:xfrm>
        <a:graphic>
          <a:graphicData uri="http://schemas.openxmlformats.org/drawingml/2006/table">
            <a:tbl>
              <a:tblPr firstRow="1">
                <a:tableStyleId>{93296810-A885-4BE3-A3E7-6D5BEEA58F35}</a:tableStyleId>
              </a:tblPr>
              <a:tblGrid>
                <a:gridCol w="789791">
                  <a:extLst>
                    <a:ext uri="{9D8B030D-6E8A-4147-A177-3AD203B41FA5}">
                      <a16:colId xmlns:a16="http://schemas.microsoft.com/office/drawing/2014/main" val="1496364036"/>
                    </a:ext>
                  </a:extLst>
                </a:gridCol>
                <a:gridCol w="789791">
                  <a:extLst>
                    <a:ext uri="{9D8B030D-6E8A-4147-A177-3AD203B41FA5}">
                      <a16:colId xmlns:a16="http://schemas.microsoft.com/office/drawing/2014/main" val="3326026780"/>
                    </a:ext>
                  </a:extLst>
                </a:gridCol>
                <a:gridCol w="4310939">
                  <a:extLst>
                    <a:ext uri="{9D8B030D-6E8A-4147-A177-3AD203B41FA5}">
                      <a16:colId xmlns:a16="http://schemas.microsoft.com/office/drawing/2014/main" val="4245807419"/>
                    </a:ext>
                  </a:extLst>
                </a:gridCol>
                <a:gridCol w="1316317">
                  <a:extLst>
                    <a:ext uri="{9D8B030D-6E8A-4147-A177-3AD203B41FA5}">
                      <a16:colId xmlns:a16="http://schemas.microsoft.com/office/drawing/2014/main" val="178215685"/>
                    </a:ext>
                  </a:extLst>
                </a:gridCol>
                <a:gridCol w="1184687">
                  <a:extLst>
                    <a:ext uri="{9D8B030D-6E8A-4147-A177-3AD203B41FA5}">
                      <a16:colId xmlns:a16="http://schemas.microsoft.com/office/drawing/2014/main" val="2043184353"/>
                    </a:ext>
                  </a:extLst>
                </a:gridCol>
                <a:gridCol w="1398588">
                  <a:extLst>
                    <a:ext uri="{9D8B030D-6E8A-4147-A177-3AD203B41FA5}">
                      <a16:colId xmlns:a16="http://schemas.microsoft.com/office/drawing/2014/main" val="3614645046"/>
                    </a:ext>
                  </a:extLst>
                </a:gridCol>
                <a:gridCol w="1398588">
                  <a:extLst>
                    <a:ext uri="{9D8B030D-6E8A-4147-A177-3AD203B41FA5}">
                      <a16:colId xmlns:a16="http://schemas.microsoft.com/office/drawing/2014/main" val="2129791454"/>
                    </a:ext>
                  </a:extLst>
                </a:gridCol>
              </a:tblGrid>
              <a:tr h="621179">
                <a:tc>
                  <a:txBody>
                    <a:bodyPr/>
                    <a:lstStyle/>
                    <a:p>
                      <a:pPr algn="ctr" fontAlgn="ctr"/>
                      <a:r>
                        <a:rPr lang="en-US" sz="1400" u="none" strike="noStrike" dirty="0">
                          <a:solidFill>
                            <a:schemeClr val="bg1"/>
                          </a:solidFill>
                          <a:effectLst/>
                        </a:rPr>
                        <a:t>Tranche</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ctr" fontAlgn="ctr"/>
                      <a:r>
                        <a:rPr lang="en-US" sz="1400" b="1" u="none" strike="noStrike" dirty="0">
                          <a:solidFill>
                            <a:schemeClr val="bg1"/>
                          </a:solidFill>
                          <a:effectLst/>
                        </a:rPr>
                        <a:t>Nodal Agency</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l" fontAlgn="ctr"/>
                      <a:r>
                        <a:rPr lang="en-US" sz="1400" u="none" strike="noStrike" dirty="0">
                          <a:solidFill>
                            <a:schemeClr val="bg1"/>
                          </a:solidFill>
                          <a:effectLst/>
                        </a:rPr>
                        <a:t>Bidder's Name</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a:solidFill>
                            <a:schemeClr val="bg1"/>
                          </a:solidFill>
                          <a:effectLst/>
                        </a:rPr>
                        <a:t>Awarded Capacity (MW)</a:t>
                      </a:r>
                      <a:endParaRPr lang="en-US" sz="1400" b="1" i="0" u="none" strike="noStrike">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a:solidFill>
                            <a:schemeClr val="bg1"/>
                          </a:solidFill>
                          <a:effectLst/>
                        </a:rPr>
                        <a:t>VGF (INR/MW)</a:t>
                      </a:r>
                      <a:endParaRPr lang="en-US" sz="1400" b="1" i="0" u="none" strike="noStrike">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a:solidFill>
                            <a:schemeClr val="bg1"/>
                          </a:solidFill>
                          <a:effectLst/>
                        </a:rPr>
                        <a:t>Date of E-Reverse Auction</a:t>
                      </a:r>
                      <a:endParaRPr lang="en-US" sz="1400" b="1" i="0" u="none" strike="noStrike">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dirty="0">
                          <a:solidFill>
                            <a:schemeClr val="bg1"/>
                          </a:solidFill>
                          <a:effectLst/>
                        </a:rPr>
                        <a:t>Ceiling Tariff (Rs/kWh)</a:t>
                      </a:r>
                      <a:endParaRPr lang="en-US" sz="1400" b="1" i="0" u="none" strike="noStrike" dirty="0">
                        <a:solidFill>
                          <a:schemeClr val="bg1"/>
                        </a:solidFill>
                        <a:effectLst/>
                        <a:latin typeface="Calibri" panose="020F0502020204030204" pitchFamily="34" charset="0"/>
                      </a:endParaRPr>
                    </a:p>
                  </a:txBody>
                  <a:tcPr marL="45720" marR="45720" anchor="ctr"/>
                </a:tc>
                <a:extLst>
                  <a:ext uri="{0D108BD9-81ED-4DB2-BD59-A6C34878D82A}">
                    <a16:rowId xmlns:a16="http://schemas.microsoft.com/office/drawing/2014/main" val="2693855415"/>
                  </a:ext>
                </a:extLst>
              </a:tr>
              <a:tr h="365400">
                <a:tc rowSpan="6">
                  <a:txBody>
                    <a:bodyPr/>
                    <a:lstStyle/>
                    <a:p>
                      <a:pPr algn="ctr" fontAlgn="ctr"/>
                      <a:r>
                        <a:rPr lang="en-US" sz="1400" u="none" strike="noStrike" dirty="0">
                          <a:effectLst/>
                        </a:rPr>
                        <a:t>I</a:t>
                      </a:r>
                      <a:endParaRPr lang="en-US" sz="1400" b="0" i="0" u="none" strike="noStrike" dirty="0">
                        <a:solidFill>
                          <a:srgbClr val="000000"/>
                        </a:solidFill>
                        <a:effectLst/>
                        <a:latin typeface="Calibri" panose="020F0502020204030204" pitchFamily="34" charset="0"/>
                      </a:endParaRPr>
                    </a:p>
                  </a:txBody>
                  <a:tcPr marL="45720" marR="45720" anchor="ctr"/>
                </a:tc>
                <a:tc rowSpan="6">
                  <a:txBody>
                    <a:bodyPr/>
                    <a:lstStyle/>
                    <a:p>
                      <a:pPr algn="ctr" fontAlgn="ctr"/>
                      <a:r>
                        <a:rPr lang="en-US" sz="1400" b="0" u="none" strike="noStrike" dirty="0">
                          <a:solidFill>
                            <a:srgbClr val="000000"/>
                          </a:solidFill>
                          <a:effectLst/>
                        </a:rPr>
                        <a:t>SECI</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l" fontAlgn="ctr"/>
                      <a:r>
                        <a:rPr lang="en-US" sz="1400" u="none" strike="noStrike" dirty="0">
                          <a:effectLst/>
                        </a:rPr>
                        <a:t>NHDC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25</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5500000</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20.08.2019</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3.50</a:t>
                      </a:r>
                      <a:endParaRPr lang="en-US" sz="1400" b="0" i="0" u="none" strike="noStrike" dirty="0">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571120798"/>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THE SINGARENI COLLIERIES COMPANY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90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6000000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20.08.2019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3555663021"/>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ASSAM POWER DISTRIBUTION COMPANY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6800000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20.08.2019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3288489647"/>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it-IT" sz="1400" u="none" strike="noStrike">
                          <a:effectLst/>
                        </a:rPr>
                        <a:t>DELHI METRO RAIL CORPORATION LIMITED</a:t>
                      </a:r>
                      <a:endParaRPr lang="it-IT"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6975000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20.08.2019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2913321330"/>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NALANDA UNIVERSITY</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5</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6995555</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20.08.2019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3127185534"/>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NTPC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769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7000000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20.08.2019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4294787673"/>
                  </a:ext>
                </a:extLst>
              </a:tr>
              <a:tr h="365400">
                <a:tc rowSpan="3">
                  <a:txBody>
                    <a:bodyPr/>
                    <a:lstStyle/>
                    <a:p>
                      <a:pPr algn="ctr" fontAlgn="ctr"/>
                      <a:r>
                        <a:rPr lang="en-US" sz="1400" u="none" strike="noStrike" dirty="0">
                          <a:effectLst/>
                        </a:rPr>
                        <a:t>II</a:t>
                      </a:r>
                      <a:endParaRPr lang="en-US" sz="1400" b="0" i="0" u="none" strike="noStrike" dirty="0">
                        <a:solidFill>
                          <a:srgbClr val="000000"/>
                        </a:solidFill>
                        <a:effectLst/>
                        <a:latin typeface="Calibri" panose="020F0502020204030204" pitchFamily="34" charset="0"/>
                      </a:endParaRPr>
                    </a:p>
                  </a:txBody>
                  <a:tcPr marL="45720" marR="45720" anchor="ctr"/>
                </a:tc>
                <a:tc rowSpan="3">
                  <a:txBody>
                    <a:bodyPr/>
                    <a:lstStyle/>
                    <a:p>
                      <a:pPr algn="ctr" fontAlgn="ctr"/>
                      <a:r>
                        <a:rPr lang="en-US" sz="1400" b="0" u="none" strike="noStrike" dirty="0">
                          <a:solidFill>
                            <a:srgbClr val="000000"/>
                          </a:solidFill>
                          <a:effectLst/>
                        </a:rPr>
                        <a:t>SECI</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l" fontAlgn="ctr"/>
                      <a:r>
                        <a:rPr lang="en-US" sz="1400" u="none" strike="noStrike">
                          <a:effectLst/>
                        </a:rPr>
                        <a:t>THE SINGARENI COLLIERIES COMPANY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81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6800000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08.11.2019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2605518560"/>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Indore Municipal Corporation</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100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6880000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08.11.2019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1680807699"/>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NTPC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923</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7000000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08.11.2019</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3.50</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3033968205"/>
                  </a:ext>
                </a:extLst>
              </a:tr>
              <a:tr h="365400">
                <a:tc rowSpan="5">
                  <a:txBody>
                    <a:bodyPr/>
                    <a:lstStyle/>
                    <a:p>
                      <a:pPr algn="ctr" fontAlgn="ctr"/>
                      <a:r>
                        <a:rPr lang="en-US" sz="1400" u="none" strike="noStrike" dirty="0">
                          <a:effectLst/>
                        </a:rPr>
                        <a:t>III</a:t>
                      </a:r>
                      <a:endParaRPr lang="en-US" sz="1400" b="0" i="0" u="none" strike="noStrike" dirty="0">
                        <a:solidFill>
                          <a:srgbClr val="000000"/>
                        </a:solidFill>
                        <a:effectLst/>
                        <a:latin typeface="Calibri" panose="020F0502020204030204" pitchFamily="34" charset="0"/>
                      </a:endParaRPr>
                    </a:p>
                  </a:txBody>
                  <a:tcPr marL="45720" marR="45720" anchor="ctr"/>
                </a:tc>
                <a:tc rowSpan="5">
                  <a:txBody>
                    <a:bodyPr/>
                    <a:lstStyle/>
                    <a:p>
                      <a:pPr algn="ctr" fontAlgn="ctr"/>
                      <a:r>
                        <a:rPr lang="en-US" sz="1400" b="0" u="none" strike="noStrike" dirty="0">
                          <a:solidFill>
                            <a:srgbClr val="000000"/>
                          </a:solidFill>
                          <a:effectLst/>
                        </a:rPr>
                        <a:t>IREDA</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l" fontAlgn="ctr"/>
                      <a:r>
                        <a:rPr lang="en-US" sz="1400" u="none" strike="noStrike" dirty="0">
                          <a:effectLst/>
                        </a:rPr>
                        <a:t>SJVN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1000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4472000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23.09.2021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2.45</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3875669510"/>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NLC India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510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4474990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23.09.2021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2.45</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2919903049"/>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NHPC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1000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4490000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23.09.2021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2.45</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4181765405"/>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IRCON International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500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4494000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23.09.2021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2.45</a:t>
                      </a:r>
                      <a:endParaRPr lang="en-US" sz="1400" b="0" i="0" u="none" strike="noStrike">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1884809881"/>
                  </a:ext>
                </a:extLst>
              </a:tr>
              <a:tr h="36540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NTPC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1990</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4495000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23.09.2021</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2.45</a:t>
                      </a:r>
                      <a:endParaRPr lang="en-US" sz="1400" b="0" i="0" u="none" strike="noStrike" dirty="0">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4288822455"/>
                  </a:ext>
                </a:extLst>
              </a:tr>
            </a:tbl>
          </a:graphicData>
        </a:graphic>
      </p:graphicFrame>
    </p:spTree>
    <p:extLst>
      <p:ext uri="{BB962C8B-B14F-4D97-AF65-F5344CB8AC3E}">
        <p14:creationId xmlns:p14="http://schemas.microsoft.com/office/powerpoint/2010/main" val="128417683"/>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5" y="2457429"/>
            <a:ext cx="11298464" cy="136345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ANNEXURE-2: SECL’S ENERGY CONSERVATION PLAN TILL FY23</a:t>
            </a:r>
            <a:endParaRPr lang="en-US" sz="4000" b="1"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6639450"/>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 name="Object 108" hidden="1"/>
          <p:cNvGraphicFramePr>
            <a:graphicFrameLocks noChangeAspect="1"/>
          </p:cNvGraphicFramePr>
          <p:nvPr>
            <p:custDataLst>
              <p:tags r:id="rId2"/>
            </p:custDataLst>
          </p:nvPr>
        </p:nvGraphicFramePr>
        <p:xfrm>
          <a:off x="1144589" y="1589"/>
          <a:ext cx="1587" cy="1587"/>
        </p:xfrm>
        <a:graphic>
          <a:graphicData uri="http://schemas.openxmlformats.org/presentationml/2006/ole">
            <mc:AlternateContent xmlns:mc="http://schemas.openxmlformats.org/markup-compatibility/2006">
              <mc:Choice xmlns:v="urn:schemas-microsoft-com:vml" Requires="v">
                <p:oleObj spid="_x0000_s744646" name="think-cell Slide" r:id="rId6" imgW="530" imgH="531" progId="TCLayout.ActiveDocument.1">
                  <p:embed/>
                </p:oleObj>
              </mc:Choice>
              <mc:Fallback>
                <p:oleObj name="think-cell Slide" r:id="rId6" imgW="530" imgH="531" progId="TCLayout.ActiveDocument.1">
                  <p:embed/>
                  <p:pic>
                    <p:nvPicPr>
                      <p:cNvPr id="109" name="Object 108" hidden="1"/>
                      <p:cNvPicPr/>
                      <p:nvPr/>
                    </p:nvPicPr>
                    <p:blipFill>
                      <a:blip r:embed="rId7"/>
                      <a:stretch>
                        <a:fillRect/>
                      </a:stretch>
                    </p:blipFill>
                    <p:spPr>
                      <a:xfrm>
                        <a:off x="1144589" y="1589"/>
                        <a:ext cx="1587" cy="1587"/>
                      </a:xfrm>
                      <a:prstGeom prst="rect">
                        <a:avLst/>
                      </a:prstGeom>
                    </p:spPr>
                  </p:pic>
                </p:oleObj>
              </mc:Fallback>
            </mc:AlternateContent>
          </a:graphicData>
        </a:graphic>
      </p:graphicFrame>
      <p:sp>
        <p:nvSpPr>
          <p:cNvPr id="2" name="Rectangle 1" hidden="1"/>
          <p:cNvSpPr/>
          <p:nvPr>
            <p:custDataLst>
              <p:tags r:id="rId3"/>
            </p:custDataLst>
          </p:nvPr>
        </p:nvSpPr>
        <p:spPr bwMode="gray">
          <a:xfrm>
            <a:off x="1143000" y="0"/>
            <a:ext cx="158750" cy="158750"/>
          </a:xfrm>
          <a:prstGeom prst="rect">
            <a:avLst/>
          </a:prstGeom>
          <a:solidFill>
            <a:schemeClr val="accent3"/>
          </a:solidFill>
          <a:ln w="19050" algn="ctr">
            <a:noFill/>
            <a:miter lim="800000"/>
            <a:headEnd/>
            <a:tailEnd/>
          </a:ln>
        </p:spPr>
        <p:txBody>
          <a:bodyPr vert="horz" wrap="none" lIns="0" tIns="0" rIns="0" bIns="0" numCol="1" spcCol="0" rtlCol="0" anchor="ctr" anchorCtr="0">
            <a:noAutofit/>
          </a:bodyPr>
          <a:lstStyle/>
          <a:p>
            <a:pPr algn="ctr">
              <a:spcBef>
                <a:spcPct val="0"/>
              </a:spcBef>
              <a:spcAft>
                <a:spcPct val="0"/>
              </a:spcAft>
              <a:buFont typeface="Wingdings 2" pitchFamily="18" charset="2"/>
              <a:buNone/>
            </a:pPr>
            <a:endParaRPr lang="en-US" sz="2000" dirty="0">
              <a:solidFill>
                <a:schemeClr val="bg1"/>
              </a:solidFill>
              <a:latin typeface="Verdana" panose="020B0604030504040204" pitchFamily="34" charset="0"/>
              <a:ea typeface="+mj-ea"/>
              <a:cs typeface="+mj-cs"/>
              <a:sym typeface="Verdana" panose="020B0604030504040204" pitchFamily="34" charset="0"/>
            </a:endParaRPr>
          </a:p>
        </p:txBody>
      </p:sp>
      <p:sp>
        <p:nvSpPr>
          <p:cNvPr id="25" name="Title 5">
            <a:extLst>
              <a:ext uri="{FF2B5EF4-FFF2-40B4-BE49-F238E27FC236}">
                <a16:creationId xmlns:a16="http://schemas.microsoft.com/office/drawing/2014/main" id="{C54331A9-0A8E-40FE-AFD7-C4F02E86065F}"/>
              </a:ext>
            </a:extLst>
          </p:cNvPr>
          <p:cNvSpPr txBox="1">
            <a:spLocks/>
          </p:cNvSpPr>
          <p:nvPr/>
        </p:nvSpPr>
        <p:spPr bwMode="gray">
          <a:xfrm>
            <a:off x="501650" y="134620"/>
            <a:ext cx="11188700" cy="334099"/>
          </a:xfrm>
          <a:prstGeom prst="rect">
            <a:avLst/>
          </a:prstGeom>
          <a:noFill/>
        </p:spPr>
        <p:txBody>
          <a:bodyPr vert="horz" lIns="0" tIns="0" rIns="0" bIns="0" rtlCol="0" anchor="t" anchorCtr="0">
            <a:noAutofit/>
          </a:bodyPr>
          <a:lstStyle>
            <a:lvl1pPr algn="l" defTabSz="914400" rtl="0" eaLnBrk="1" latinLnBrk="0" hangingPunct="1">
              <a:spcBef>
                <a:spcPct val="0"/>
              </a:spcBef>
              <a:buNone/>
              <a:defRPr sz="2100" kern="1200">
                <a:solidFill>
                  <a:schemeClr val="tx1"/>
                </a:solidFill>
                <a:latin typeface="+mj-lt"/>
                <a:ea typeface="+mj-ea"/>
                <a:cs typeface="Calibri Light" panose="020F030202020403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rPr>
              <a:t>SECL’s Energy Conservation Plan till FY23</a:t>
            </a:r>
            <a:endParaRPr kumimoji="0" lang="en-GB" sz="2800" b="1" i="0" u="none" strike="noStrike" kern="1200" cap="none" spc="0" normalizeH="0" baseline="0" noProof="0" dirty="0">
              <a:ln>
                <a:noFill/>
              </a:ln>
              <a:solidFill>
                <a:sysClr val="windowText" lastClr="000000"/>
              </a:solidFill>
              <a:effectLst/>
              <a:uLnTx/>
              <a:uFillTx/>
              <a:latin typeface="Calibri"/>
              <a:ea typeface="+mj-ea"/>
              <a:cs typeface="Calibri Light" panose="020F0302020204030204" pitchFamily="34" charset="0"/>
            </a:endParaRPr>
          </a:p>
        </p:txBody>
      </p:sp>
      <p:graphicFrame>
        <p:nvGraphicFramePr>
          <p:cNvPr id="3" name="Table 3">
            <a:extLst>
              <a:ext uri="{FF2B5EF4-FFF2-40B4-BE49-F238E27FC236}">
                <a16:creationId xmlns:a16="http://schemas.microsoft.com/office/drawing/2014/main" id="{9ACD8D15-AEDA-49B0-8AC2-D1F060B89927}"/>
              </a:ext>
            </a:extLst>
          </p:cNvPr>
          <p:cNvGraphicFramePr>
            <a:graphicFrameLocks noGrp="1"/>
          </p:cNvGraphicFramePr>
          <p:nvPr>
            <p:extLst>
              <p:ext uri="{D42A27DB-BD31-4B8C-83A1-F6EECF244321}">
                <p14:modId xmlns:p14="http://schemas.microsoft.com/office/powerpoint/2010/main" val="3506377558"/>
              </p:ext>
            </p:extLst>
          </p:nvPr>
        </p:nvGraphicFramePr>
        <p:xfrm>
          <a:off x="501650" y="1423079"/>
          <a:ext cx="3238062" cy="3111018"/>
        </p:xfrm>
        <a:graphic>
          <a:graphicData uri="http://schemas.openxmlformats.org/drawingml/2006/table">
            <a:tbl>
              <a:tblPr firstRow="1" bandRow="1">
                <a:tableStyleId>{9D7B26C5-4107-4FEC-AEDC-1716B250A1EF}</a:tableStyleId>
              </a:tblPr>
              <a:tblGrid>
                <a:gridCol w="1619031">
                  <a:extLst>
                    <a:ext uri="{9D8B030D-6E8A-4147-A177-3AD203B41FA5}">
                      <a16:colId xmlns:a16="http://schemas.microsoft.com/office/drawing/2014/main" val="1408040734"/>
                    </a:ext>
                  </a:extLst>
                </a:gridCol>
                <a:gridCol w="1619031">
                  <a:extLst>
                    <a:ext uri="{9D8B030D-6E8A-4147-A177-3AD203B41FA5}">
                      <a16:colId xmlns:a16="http://schemas.microsoft.com/office/drawing/2014/main" val="1547099119"/>
                    </a:ext>
                  </a:extLst>
                </a:gridCol>
              </a:tblGrid>
              <a:tr h="561240">
                <a:tc>
                  <a:txBody>
                    <a:bodyPr/>
                    <a:lstStyle/>
                    <a:p>
                      <a:r>
                        <a:rPr lang="en-US" sz="1400" dirty="0"/>
                        <a:t>Measure</a:t>
                      </a:r>
                    </a:p>
                  </a:txBody>
                  <a:tcPr/>
                </a:tc>
                <a:tc>
                  <a:txBody>
                    <a:bodyPr/>
                    <a:lstStyle/>
                    <a:p>
                      <a:pPr algn="ctr"/>
                      <a:r>
                        <a:rPr lang="en-US" sz="1400" dirty="0"/>
                        <a:t>Energy Saving Potential (MU)</a:t>
                      </a:r>
                    </a:p>
                  </a:txBody>
                  <a:tcPr/>
                </a:tc>
                <a:extLst>
                  <a:ext uri="{0D108BD9-81ED-4DB2-BD59-A6C34878D82A}">
                    <a16:rowId xmlns:a16="http://schemas.microsoft.com/office/drawing/2014/main" val="1358383922"/>
                  </a:ext>
                </a:extLst>
              </a:tr>
              <a:tr h="364254">
                <a:tc>
                  <a:txBody>
                    <a:bodyPr/>
                    <a:lstStyle/>
                    <a:p>
                      <a:r>
                        <a:rPr lang="en-US" sz="1400" dirty="0"/>
                        <a:t>LED Lights</a:t>
                      </a:r>
                    </a:p>
                  </a:txBody>
                  <a:tcPr/>
                </a:tc>
                <a:tc>
                  <a:txBody>
                    <a:bodyPr/>
                    <a:lstStyle/>
                    <a:p>
                      <a:pPr algn="ctr"/>
                      <a:r>
                        <a:rPr lang="en-US" sz="1400" dirty="0"/>
                        <a:t>6.62</a:t>
                      </a:r>
                    </a:p>
                  </a:txBody>
                  <a:tcPr/>
                </a:tc>
                <a:extLst>
                  <a:ext uri="{0D108BD9-81ED-4DB2-BD59-A6C34878D82A}">
                    <a16:rowId xmlns:a16="http://schemas.microsoft.com/office/drawing/2014/main" val="2320381069"/>
                  </a:ext>
                </a:extLst>
              </a:tr>
              <a:tr h="364254">
                <a:tc>
                  <a:txBody>
                    <a:bodyPr/>
                    <a:lstStyle/>
                    <a:p>
                      <a:r>
                        <a:rPr lang="en-US" sz="1400" dirty="0"/>
                        <a:t>EE Fans</a:t>
                      </a:r>
                    </a:p>
                  </a:txBody>
                  <a:tcPr/>
                </a:tc>
                <a:tc>
                  <a:txBody>
                    <a:bodyPr/>
                    <a:lstStyle/>
                    <a:p>
                      <a:pPr algn="ctr"/>
                      <a:r>
                        <a:rPr lang="en-US" sz="1400" dirty="0"/>
                        <a:t>3.84</a:t>
                      </a:r>
                    </a:p>
                  </a:txBody>
                  <a:tcPr/>
                </a:tc>
                <a:extLst>
                  <a:ext uri="{0D108BD9-81ED-4DB2-BD59-A6C34878D82A}">
                    <a16:rowId xmlns:a16="http://schemas.microsoft.com/office/drawing/2014/main" val="2697403203"/>
                  </a:ext>
                </a:extLst>
              </a:tr>
              <a:tr h="364254">
                <a:tc>
                  <a:txBody>
                    <a:bodyPr/>
                    <a:lstStyle/>
                    <a:p>
                      <a:r>
                        <a:rPr lang="en-US" sz="1400" dirty="0"/>
                        <a:t>EE Motors</a:t>
                      </a:r>
                    </a:p>
                  </a:txBody>
                  <a:tcPr/>
                </a:tc>
                <a:tc>
                  <a:txBody>
                    <a:bodyPr/>
                    <a:lstStyle/>
                    <a:p>
                      <a:pPr algn="ctr"/>
                      <a:r>
                        <a:rPr lang="en-US" sz="1400" dirty="0"/>
                        <a:t>3.94</a:t>
                      </a:r>
                    </a:p>
                  </a:txBody>
                  <a:tcPr/>
                </a:tc>
                <a:extLst>
                  <a:ext uri="{0D108BD9-81ED-4DB2-BD59-A6C34878D82A}">
                    <a16:rowId xmlns:a16="http://schemas.microsoft.com/office/drawing/2014/main" val="3700155859"/>
                  </a:ext>
                </a:extLst>
              </a:tr>
              <a:tr h="364254">
                <a:tc>
                  <a:txBody>
                    <a:bodyPr/>
                    <a:lstStyle/>
                    <a:p>
                      <a:r>
                        <a:rPr lang="en-US" sz="1400" dirty="0"/>
                        <a:t>EE ACs</a:t>
                      </a:r>
                    </a:p>
                  </a:txBody>
                  <a:tcPr/>
                </a:tc>
                <a:tc>
                  <a:txBody>
                    <a:bodyPr/>
                    <a:lstStyle/>
                    <a:p>
                      <a:pPr algn="ctr"/>
                      <a:r>
                        <a:rPr lang="en-US" sz="1400" dirty="0"/>
                        <a:t>0.76</a:t>
                      </a:r>
                    </a:p>
                  </a:txBody>
                  <a:tcPr/>
                </a:tc>
                <a:extLst>
                  <a:ext uri="{0D108BD9-81ED-4DB2-BD59-A6C34878D82A}">
                    <a16:rowId xmlns:a16="http://schemas.microsoft.com/office/drawing/2014/main" val="1640889884"/>
                  </a:ext>
                </a:extLst>
              </a:tr>
              <a:tr h="364254">
                <a:tc>
                  <a:txBody>
                    <a:bodyPr/>
                    <a:lstStyle/>
                    <a:p>
                      <a:r>
                        <a:rPr lang="en-US" sz="1400" dirty="0"/>
                        <a:t>EE Water Heaters</a:t>
                      </a:r>
                    </a:p>
                  </a:txBody>
                  <a:tcPr/>
                </a:tc>
                <a:tc>
                  <a:txBody>
                    <a:bodyPr/>
                    <a:lstStyle/>
                    <a:p>
                      <a:pPr algn="ctr"/>
                      <a:r>
                        <a:rPr lang="en-US" sz="1400" dirty="0"/>
                        <a:t>0.09</a:t>
                      </a:r>
                    </a:p>
                  </a:txBody>
                  <a:tcPr/>
                </a:tc>
                <a:extLst>
                  <a:ext uri="{0D108BD9-81ED-4DB2-BD59-A6C34878D82A}">
                    <a16:rowId xmlns:a16="http://schemas.microsoft.com/office/drawing/2014/main" val="2006595136"/>
                  </a:ext>
                </a:extLst>
              </a:tr>
              <a:tr h="364254">
                <a:tc>
                  <a:txBody>
                    <a:bodyPr/>
                    <a:lstStyle/>
                    <a:p>
                      <a:r>
                        <a:rPr lang="en-US" sz="1400" dirty="0"/>
                        <a:t>Auto Timers</a:t>
                      </a:r>
                    </a:p>
                  </a:txBody>
                  <a:tcPr/>
                </a:tc>
                <a:tc>
                  <a:txBody>
                    <a:bodyPr/>
                    <a:lstStyle/>
                    <a:p>
                      <a:pPr algn="ctr"/>
                      <a:r>
                        <a:rPr lang="en-US" sz="1400" dirty="0"/>
                        <a:t>Not Assessed</a:t>
                      </a:r>
                    </a:p>
                  </a:txBody>
                  <a:tcPr/>
                </a:tc>
                <a:extLst>
                  <a:ext uri="{0D108BD9-81ED-4DB2-BD59-A6C34878D82A}">
                    <a16:rowId xmlns:a16="http://schemas.microsoft.com/office/drawing/2014/main" val="2168705192"/>
                  </a:ext>
                </a:extLst>
              </a:tr>
              <a:tr h="364254">
                <a:tc>
                  <a:txBody>
                    <a:bodyPr/>
                    <a:lstStyle/>
                    <a:p>
                      <a:r>
                        <a:rPr lang="en-US" sz="1400" b="1" dirty="0"/>
                        <a:t>Total</a:t>
                      </a:r>
                    </a:p>
                  </a:txBody>
                  <a:tcPr/>
                </a:tc>
                <a:tc>
                  <a:txBody>
                    <a:bodyPr/>
                    <a:lstStyle/>
                    <a:p>
                      <a:pPr algn="ctr"/>
                      <a:r>
                        <a:rPr lang="en-US" sz="1400" b="1" dirty="0"/>
                        <a:t>15.24</a:t>
                      </a:r>
                    </a:p>
                  </a:txBody>
                  <a:tcPr/>
                </a:tc>
                <a:extLst>
                  <a:ext uri="{0D108BD9-81ED-4DB2-BD59-A6C34878D82A}">
                    <a16:rowId xmlns:a16="http://schemas.microsoft.com/office/drawing/2014/main" val="2940642080"/>
                  </a:ext>
                </a:extLst>
              </a:tr>
            </a:tbl>
          </a:graphicData>
        </a:graphic>
      </p:graphicFrame>
      <p:sp>
        <p:nvSpPr>
          <p:cNvPr id="15" name="TextBox 14">
            <a:extLst>
              <a:ext uri="{FF2B5EF4-FFF2-40B4-BE49-F238E27FC236}">
                <a16:creationId xmlns:a16="http://schemas.microsoft.com/office/drawing/2014/main" id="{3FBFB469-5EE6-486E-833A-8076CF06DF1D}"/>
              </a:ext>
            </a:extLst>
          </p:cNvPr>
          <p:cNvSpPr txBox="1"/>
          <p:nvPr/>
        </p:nvSpPr>
        <p:spPr>
          <a:xfrm>
            <a:off x="606176" y="4852176"/>
            <a:ext cx="1777796" cy="184666"/>
          </a:xfrm>
          <a:prstGeom prst="rect">
            <a:avLst/>
          </a:prstGeom>
          <a:noFill/>
        </p:spPr>
        <p:txBody>
          <a:bodyPr wrap="square" lIns="0" tIns="0" rIns="0" bIns="0" rtlCol="0">
            <a:spAutoFit/>
          </a:bodyPr>
          <a:lstStyle/>
          <a:p>
            <a:pPr>
              <a:spcBef>
                <a:spcPts val="600"/>
              </a:spcBef>
              <a:buSzPct val="100000"/>
            </a:pPr>
            <a:r>
              <a:rPr lang="en-US" sz="1200" dirty="0">
                <a:solidFill>
                  <a:srgbClr val="313131"/>
                </a:solidFill>
              </a:rPr>
              <a:t>Source: SECL</a:t>
            </a:r>
          </a:p>
        </p:txBody>
      </p:sp>
    </p:spTree>
    <p:extLst>
      <p:ext uri="{BB962C8B-B14F-4D97-AF65-F5344CB8AC3E}">
        <p14:creationId xmlns:p14="http://schemas.microsoft.com/office/powerpoint/2010/main" val="3970515284"/>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5" y="3154117"/>
            <a:ext cx="11298464" cy="66172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ANNEXURE-3: CRITERIA FOR CAPTIVE POWER PLANT</a:t>
            </a:r>
            <a:endParaRPr lang="en-US" sz="4000" b="1"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4733673"/>
      </p:ext>
    </p:extLst>
  </p:cSld>
  <p:clrMapOvr>
    <a:masterClrMapping/>
  </p:clrMapOvr>
  <p:transition>
    <p:fade/>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lowchart: Process 22"/>
          <p:cNvSpPr/>
          <p:nvPr/>
        </p:nvSpPr>
        <p:spPr bwMode="gray">
          <a:xfrm>
            <a:off x="1790275" y="993547"/>
            <a:ext cx="466090" cy="5295917"/>
          </a:xfrm>
          <a:prstGeom prst="flowChartProcess">
            <a:avLst/>
          </a:prstGeom>
          <a:solidFill>
            <a:schemeClr val="bg1"/>
          </a:solidFill>
          <a:ln w="19050" algn="ctr">
            <a:solidFill>
              <a:schemeClr val="bg1"/>
            </a:solid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dirty="0">
              <a:ln>
                <a:noFill/>
              </a:ln>
              <a:solidFill>
                <a:prstClr val="white"/>
              </a:solidFill>
              <a:effectLst/>
              <a:uLnTx/>
              <a:uFillTx/>
              <a:latin typeface="Calibri Light"/>
              <a:ea typeface="+mn-ea"/>
              <a:cs typeface="+mn-cs"/>
            </a:endParaRPr>
          </a:p>
        </p:txBody>
      </p:sp>
      <p:sp>
        <p:nvSpPr>
          <p:cNvPr id="40" name="Title 5">
            <a:extLst>
              <a:ext uri="{FF2B5EF4-FFF2-40B4-BE49-F238E27FC236}">
                <a16:creationId xmlns:a16="http://schemas.microsoft.com/office/drawing/2014/main" id="{F15F9B16-B1DA-4441-A639-59FE4C41C326}"/>
              </a:ext>
            </a:extLst>
          </p:cNvPr>
          <p:cNvSpPr>
            <a:spLocks noGrp="1"/>
          </p:cNvSpPr>
          <p:nvPr>
            <p:ph type="title"/>
          </p:nvPr>
        </p:nvSpPr>
        <p:spPr>
          <a:xfrm>
            <a:off x="501651" y="317501"/>
            <a:ext cx="11188700" cy="389865"/>
          </a:xfrm>
        </p:spPr>
        <p:txBody>
          <a:bodyPr/>
          <a:lstStyle/>
          <a:p>
            <a:r>
              <a:rPr lang="en-US" sz="2000" b="1" dirty="0">
                <a:latin typeface="Verdana" panose="020B0604030504040204" pitchFamily="34" charset="0"/>
                <a:ea typeface="Verdana" panose="020B0604030504040204" pitchFamily="34" charset="0"/>
              </a:rPr>
              <a:t>Criteria for CPP as per the Electricity Rules 2005</a:t>
            </a:r>
            <a:br>
              <a:rPr lang="en-US" sz="2000" b="1" dirty="0">
                <a:latin typeface="Verdana" panose="020B0604030504040204" pitchFamily="34" charset="0"/>
                <a:ea typeface="Verdana" panose="020B0604030504040204" pitchFamily="34" charset="0"/>
              </a:rPr>
            </a:br>
            <a:r>
              <a:rPr lang="en-US" sz="1800" dirty="0">
                <a:solidFill>
                  <a:prstClr val="black"/>
                </a:solidFill>
                <a:latin typeface="Calibri"/>
                <a:ea typeface="+mn-ea"/>
                <a:cs typeface="+mn-cs"/>
              </a:rPr>
              <a:t>CPP Plants have some critical criteria and hence CPP plant needs to be segregated from the surplus sales plant</a:t>
            </a:r>
            <a:endParaRPr lang="en-IN" sz="1800" dirty="0">
              <a:solidFill>
                <a:prstClr val="black"/>
              </a:solidFill>
              <a:latin typeface="Calibri"/>
              <a:ea typeface="+mn-ea"/>
              <a:cs typeface="+mn-cs"/>
            </a:endParaRPr>
          </a:p>
        </p:txBody>
      </p:sp>
      <p:grpSp>
        <p:nvGrpSpPr>
          <p:cNvPr id="2" name="Group 1">
            <a:extLst>
              <a:ext uri="{FF2B5EF4-FFF2-40B4-BE49-F238E27FC236}">
                <a16:creationId xmlns:a16="http://schemas.microsoft.com/office/drawing/2014/main" id="{8794BCFC-6A88-4152-A859-0218B614F45F}"/>
              </a:ext>
            </a:extLst>
          </p:cNvPr>
          <p:cNvGrpSpPr/>
          <p:nvPr/>
        </p:nvGrpSpPr>
        <p:grpSpPr>
          <a:xfrm>
            <a:off x="575220" y="1618594"/>
            <a:ext cx="10737821" cy="4245859"/>
            <a:chOff x="575221" y="1618594"/>
            <a:chExt cx="7224502" cy="4319278"/>
          </a:xfrm>
        </p:grpSpPr>
        <p:grpSp>
          <p:nvGrpSpPr>
            <p:cNvPr id="44" name="Group 43">
              <a:extLst>
                <a:ext uri="{FF2B5EF4-FFF2-40B4-BE49-F238E27FC236}">
                  <a16:creationId xmlns:a16="http://schemas.microsoft.com/office/drawing/2014/main" id="{648D6542-F5A6-4271-A321-4012662AA23B}"/>
                </a:ext>
              </a:extLst>
            </p:cNvPr>
            <p:cNvGrpSpPr/>
            <p:nvPr/>
          </p:nvGrpSpPr>
          <p:grpSpPr>
            <a:xfrm>
              <a:off x="575221" y="1618594"/>
              <a:ext cx="3441828" cy="449480"/>
              <a:chOff x="413228" y="1371600"/>
              <a:chExt cx="1947702" cy="476173"/>
            </a:xfrm>
          </p:grpSpPr>
          <p:sp>
            <p:nvSpPr>
              <p:cNvPr id="108" name="Right Triangle 49">
                <a:extLst>
                  <a:ext uri="{FF2B5EF4-FFF2-40B4-BE49-F238E27FC236}">
                    <a16:creationId xmlns:a16="http://schemas.microsoft.com/office/drawing/2014/main" id="{29868CD8-0A6F-49B7-84C9-1CC24AF99002}"/>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6">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09" name="Right Triangle 49">
                <a:extLst>
                  <a:ext uri="{FF2B5EF4-FFF2-40B4-BE49-F238E27FC236}">
                    <a16:creationId xmlns:a16="http://schemas.microsoft.com/office/drawing/2014/main" id="{AD495C6B-75E6-4804-92F2-9B7BF9C4E44B}"/>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6">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10" name="Round Same Side Corner Rectangle 43">
                <a:extLst>
                  <a:ext uri="{FF2B5EF4-FFF2-40B4-BE49-F238E27FC236}">
                    <a16:creationId xmlns:a16="http://schemas.microsoft.com/office/drawing/2014/main" id="{061E7905-79A6-499A-8D5D-704DFF1259AB}"/>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6"/>
              </a:solidFill>
              <a:ln w="19050" algn="ctr">
                <a:noFill/>
                <a:miter lim="800000"/>
                <a:headEnd/>
                <a:tailEnd/>
              </a:ln>
            </p:spPr>
            <p:txBody>
              <a:bodyPr wrap="square" lIns="66675" tIns="66675" rIns="66675" bIns="81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Calibri" panose="020F0502020204030204" pitchFamily="34" charset="0"/>
                  </a:rPr>
                  <a:t>Ownership Criteria</a:t>
                </a:r>
              </a:p>
            </p:txBody>
          </p:sp>
        </p:grpSp>
        <p:grpSp>
          <p:nvGrpSpPr>
            <p:cNvPr id="45" name="Group 44">
              <a:extLst>
                <a:ext uri="{FF2B5EF4-FFF2-40B4-BE49-F238E27FC236}">
                  <a16:creationId xmlns:a16="http://schemas.microsoft.com/office/drawing/2014/main" id="{DFD3E7B2-3428-4824-A54D-B24C483AB07C}"/>
                </a:ext>
              </a:extLst>
            </p:cNvPr>
            <p:cNvGrpSpPr/>
            <p:nvPr/>
          </p:nvGrpSpPr>
          <p:grpSpPr>
            <a:xfrm>
              <a:off x="575221" y="3421473"/>
              <a:ext cx="3441828" cy="2516399"/>
              <a:chOff x="582909" y="4047068"/>
              <a:chExt cx="2642778" cy="3211966"/>
            </a:xfrm>
          </p:grpSpPr>
          <p:sp>
            <p:nvSpPr>
              <p:cNvPr id="106" name="Rectangle 105">
                <a:extLst>
                  <a:ext uri="{FF2B5EF4-FFF2-40B4-BE49-F238E27FC236}">
                    <a16:creationId xmlns:a16="http://schemas.microsoft.com/office/drawing/2014/main" id="{FF36E524-1298-445B-81CC-5F5266C44617}"/>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40500" tIns="40500" rIns="27000" bIns="27000" rtlCol="0" anchor="t"/>
              <a:lstStyle/>
              <a:p>
                <a:pPr marL="342900" marR="0" lvl="0"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Single Captive User- </a:t>
                </a:r>
                <a:r>
                  <a:rPr kumimoji="0" lang="en-US" sz="1100" b="0" i="0" u="none" strike="noStrike" kern="1200" cap="none" spc="0" normalizeH="0" baseline="0" noProof="0" dirty="0">
                    <a:ln>
                      <a:noFill/>
                    </a:ln>
                    <a:solidFill>
                      <a:prstClr val="black"/>
                    </a:solidFill>
                    <a:effectLst/>
                    <a:uLnTx/>
                    <a:uFillTx/>
                    <a:latin typeface="Verdana"/>
                    <a:ea typeface="+mn-ea"/>
                    <a:cs typeface="+mn-cs"/>
                  </a:rPr>
                  <a:t>Holding of Minimum </a:t>
                </a:r>
                <a:r>
                  <a:rPr kumimoji="0" lang="en-US" sz="1100" b="1" i="0" u="none" strike="noStrike" kern="1200" cap="none" spc="0" normalizeH="0" baseline="0" noProof="0" dirty="0">
                    <a:ln>
                      <a:noFill/>
                    </a:ln>
                    <a:solidFill>
                      <a:prstClr val="black"/>
                    </a:solidFill>
                    <a:effectLst/>
                    <a:uLnTx/>
                    <a:uFillTx/>
                    <a:latin typeface="Verdana"/>
                    <a:ea typeface="+mn-ea"/>
                    <a:cs typeface="+mn-cs"/>
                  </a:rPr>
                  <a:t>26%</a:t>
                </a:r>
                <a:r>
                  <a:rPr kumimoji="0" lang="en-US" sz="1100" b="0" i="0" u="none" strike="noStrike" kern="1200" cap="none" spc="0" normalizeH="0" baseline="0" noProof="0" dirty="0">
                    <a:ln>
                      <a:noFill/>
                    </a:ln>
                    <a:solidFill>
                      <a:prstClr val="black"/>
                    </a:solidFill>
                    <a:effectLst/>
                    <a:uLnTx/>
                    <a:uFillTx/>
                    <a:latin typeface="Verdana"/>
                    <a:ea typeface="+mn-ea"/>
                    <a:cs typeface="+mn-cs"/>
                  </a:rPr>
                  <a:t> Ownership of the CPP.</a:t>
                </a:r>
              </a:p>
              <a:p>
                <a:pPr marL="342900" marR="0" lvl="0"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dirty="0">
                    <a:ln>
                      <a:noFill/>
                    </a:ln>
                    <a:solidFill>
                      <a:prstClr val="black"/>
                    </a:solidFill>
                    <a:effectLst/>
                    <a:uLnTx/>
                    <a:uFillTx/>
                    <a:latin typeface="Verdana"/>
                    <a:ea typeface="+mn-ea"/>
                    <a:cs typeface="+mn-cs"/>
                  </a:rPr>
                  <a:t>Group Captive User- </a:t>
                </a:r>
                <a:r>
                  <a:rPr kumimoji="0" lang="en-US" sz="1100" b="0" i="0" u="none" strike="noStrike" kern="1200" cap="none" spc="0" normalizeH="0" baseline="0" noProof="0" dirty="0">
                    <a:ln>
                      <a:noFill/>
                    </a:ln>
                    <a:solidFill>
                      <a:prstClr val="black"/>
                    </a:solidFill>
                    <a:effectLst/>
                    <a:uLnTx/>
                    <a:uFillTx/>
                    <a:latin typeface="Verdana"/>
                    <a:ea typeface="+mn-ea"/>
                    <a:cs typeface="+mn-cs"/>
                  </a:rPr>
                  <a:t>Collective holding of  minimum </a:t>
                </a:r>
                <a:r>
                  <a:rPr kumimoji="0" lang="en-US" sz="1100" b="1" i="0" u="none" strike="noStrike" kern="1200" cap="none" spc="0" normalizeH="0" baseline="0" noProof="0" dirty="0">
                    <a:ln>
                      <a:noFill/>
                    </a:ln>
                    <a:solidFill>
                      <a:prstClr val="black"/>
                    </a:solidFill>
                    <a:effectLst/>
                    <a:uLnTx/>
                    <a:uFillTx/>
                    <a:latin typeface="Verdana"/>
                    <a:ea typeface="+mn-ea"/>
                    <a:cs typeface="+mn-cs"/>
                  </a:rPr>
                  <a:t>26%</a:t>
                </a:r>
                <a:r>
                  <a:rPr kumimoji="0" lang="en-US" sz="1100" b="0" i="0" u="none" strike="noStrike" kern="1200" cap="none" spc="0" normalizeH="0" baseline="0" noProof="0" dirty="0">
                    <a:ln>
                      <a:noFill/>
                    </a:ln>
                    <a:solidFill>
                      <a:prstClr val="black"/>
                    </a:solidFill>
                    <a:effectLst/>
                    <a:uLnTx/>
                    <a:uFillTx/>
                    <a:latin typeface="Verdana"/>
                    <a:ea typeface="+mn-ea"/>
                    <a:cs typeface="+mn-cs"/>
                  </a:rPr>
                  <a:t> ownership of the CPP</a:t>
                </a:r>
              </a:p>
              <a:p>
                <a:pPr marL="0" marR="0" lvl="0" indent="0" algn="l" defTabSz="914400" rtl="0" eaLnBrk="1" fontAlgn="auto" latinLnBrk="0" hangingPunct="1">
                  <a:lnSpc>
                    <a:spcPct val="106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Verdana"/>
                    <a:ea typeface="+mn-ea"/>
                    <a:cs typeface="+mn-cs"/>
                  </a:rPr>
                  <a:t>(“Ownership” means equity share capital with voting rights)</a:t>
                </a:r>
              </a:p>
            </p:txBody>
          </p:sp>
          <p:sp>
            <p:nvSpPr>
              <p:cNvPr id="107" name="Rectangle 106">
                <a:extLst>
                  <a:ext uri="{FF2B5EF4-FFF2-40B4-BE49-F238E27FC236}">
                    <a16:creationId xmlns:a16="http://schemas.microsoft.com/office/drawing/2014/main" id="{875A85C2-DD85-4D2D-9BAB-86FD318B6471}"/>
                  </a:ext>
                </a:extLst>
              </p:cNvPr>
              <p:cNvSpPr/>
              <p:nvPr/>
            </p:nvSpPr>
            <p:spPr bwMode="gray">
              <a:xfrm>
                <a:off x="756474" y="7171338"/>
                <a:ext cx="2295650" cy="87696"/>
              </a:xfrm>
              <a:prstGeom prst="rect">
                <a:avLst/>
              </a:prstGeom>
              <a:solidFill>
                <a:schemeClr val="accent6">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46" name="Group 45">
              <a:extLst>
                <a:ext uri="{FF2B5EF4-FFF2-40B4-BE49-F238E27FC236}">
                  <a16:creationId xmlns:a16="http://schemas.microsoft.com/office/drawing/2014/main" id="{D1192240-DB18-4602-BC96-F713F51F5EA2}"/>
                </a:ext>
              </a:extLst>
            </p:cNvPr>
            <p:cNvGrpSpPr/>
            <p:nvPr/>
          </p:nvGrpSpPr>
          <p:grpSpPr>
            <a:xfrm>
              <a:off x="1963764" y="2068074"/>
              <a:ext cx="664743" cy="1322575"/>
              <a:chOff x="884934" y="1635343"/>
              <a:chExt cx="916236" cy="2012973"/>
            </a:xfrm>
          </p:grpSpPr>
          <p:sp>
            <p:nvSpPr>
              <p:cNvPr id="101" name="Freeform 36">
                <a:extLst>
                  <a:ext uri="{FF2B5EF4-FFF2-40B4-BE49-F238E27FC236}">
                    <a16:creationId xmlns:a16="http://schemas.microsoft.com/office/drawing/2014/main" id="{68DB2047-3620-45A5-8E31-F5A368E64683}"/>
                  </a:ext>
                </a:extLst>
              </p:cNvPr>
              <p:cNvSpPr/>
              <p:nvPr/>
            </p:nvSpPr>
            <p:spPr bwMode="gray">
              <a:xfrm>
                <a:off x="884934" y="1635343"/>
                <a:ext cx="916236"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6"/>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02" name="Round Same Side Corner Rectangle 37">
                <a:extLst>
                  <a:ext uri="{FF2B5EF4-FFF2-40B4-BE49-F238E27FC236}">
                    <a16:creationId xmlns:a16="http://schemas.microsoft.com/office/drawing/2014/main" id="{226606D2-0E15-4F08-959B-39AC659D24D8}"/>
                  </a:ext>
                </a:extLst>
              </p:cNvPr>
              <p:cNvSpPr/>
              <p:nvPr/>
            </p:nvSpPr>
            <p:spPr bwMode="gray">
              <a:xfrm>
                <a:off x="1289779" y="3495046"/>
                <a:ext cx="116350" cy="108039"/>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03" name="Round Same Side Corner Rectangle 38">
                <a:extLst>
                  <a:ext uri="{FF2B5EF4-FFF2-40B4-BE49-F238E27FC236}">
                    <a16:creationId xmlns:a16="http://schemas.microsoft.com/office/drawing/2014/main" id="{1A9107EB-116E-43C6-8BF0-1B951A4E8FBE}"/>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04" name="Round Same Side Corner Rectangle 39">
                <a:extLst>
                  <a:ext uri="{FF2B5EF4-FFF2-40B4-BE49-F238E27FC236}">
                    <a16:creationId xmlns:a16="http://schemas.microsoft.com/office/drawing/2014/main" id="{E5978045-D442-4BBC-85F5-15BAD92B52C6}"/>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05" name="Oval 104">
                <a:extLst>
                  <a:ext uri="{FF2B5EF4-FFF2-40B4-BE49-F238E27FC236}">
                    <a16:creationId xmlns:a16="http://schemas.microsoft.com/office/drawing/2014/main" id="{AAA32C12-EC01-4C5A-A527-B7D8D8AE00DB}"/>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47" name="Group 46">
              <a:extLst>
                <a:ext uri="{FF2B5EF4-FFF2-40B4-BE49-F238E27FC236}">
                  <a16:creationId xmlns:a16="http://schemas.microsoft.com/office/drawing/2014/main" id="{C63C369F-B30A-43DD-BA9C-C30E916A68BD}"/>
                </a:ext>
              </a:extLst>
            </p:cNvPr>
            <p:cNvGrpSpPr/>
            <p:nvPr/>
          </p:nvGrpSpPr>
          <p:grpSpPr>
            <a:xfrm>
              <a:off x="4357895" y="1618594"/>
              <a:ext cx="3441828" cy="449480"/>
              <a:chOff x="413228" y="1371600"/>
              <a:chExt cx="1947702" cy="476173"/>
            </a:xfrm>
          </p:grpSpPr>
          <p:sp>
            <p:nvSpPr>
              <p:cNvPr id="98" name="Right Triangle 49">
                <a:extLst>
                  <a:ext uri="{FF2B5EF4-FFF2-40B4-BE49-F238E27FC236}">
                    <a16:creationId xmlns:a16="http://schemas.microsoft.com/office/drawing/2014/main" id="{F41533BE-89DA-4E41-96E0-E4AF200A1CDA}"/>
                  </a:ext>
                </a:extLst>
              </p:cNvPr>
              <p:cNvSpPr/>
              <p:nvPr/>
            </p:nvSpPr>
            <p:spPr bwMode="gray">
              <a:xfrm flipH="1" flipV="1">
                <a:off x="492373"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9" name="Right Triangle 49">
                <a:extLst>
                  <a:ext uri="{FF2B5EF4-FFF2-40B4-BE49-F238E27FC236}">
                    <a16:creationId xmlns:a16="http://schemas.microsoft.com/office/drawing/2014/main" id="{FC06442C-6DD5-414C-B6A7-89E29FC581F4}"/>
                  </a:ext>
                </a:extLst>
              </p:cNvPr>
              <p:cNvSpPr/>
              <p:nvPr/>
            </p:nvSpPr>
            <p:spPr bwMode="gray">
              <a:xfrm flipV="1">
                <a:off x="1976664" y="1760934"/>
                <a:ext cx="294795" cy="86839"/>
              </a:xfrm>
              <a:custGeom>
                <a:avLst/>
                <a:gdLst>
                  <a:gd name="connsiteX0" fmla="*/ 0 w 253605"/>
                  <a:gd name="connsiteY0" fmla="*/ 102317 h 102317"/>
                  <a:gd name="connsiteX1" fmla="*/ 0 w 253605"/>
                  <a:gd name="connsiteY1" fmla="*/ 0 h 102317"/>
                  <a:gd name="connsiteX2" fmla="*/ 253605 w 253605"/>
                  <a:gd name="connsiteY2" fmla="*/ 102317 h 102317"/>
                  <a:gd name="connsiteX3" fmla="*/ 0 w 253605"/>
                  <a:gd name="connsiteY3" fmla="*/ 102317 h 102317"/>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42862 w 296467"/>
                  <a:gd name="connsiteY0" fmla="*/ 92792 h 92792"/>
                  <a:gd name="connsiteX1" fmla="*/ 0 w 296467"/>
                  <a:gd name="connsiteY1" fmla="*/ 0 h 92792"/>
                  <a:gd name="connsiteX2" fmla="*/ 296467 w 296467"/>
                  <a:gd name="connsiteY2" fmla="*/ 92792 h 92792"/>
                  <a:gd name="connsiteX3" fmla="*/ 42862 w 296467"/>
                  <a:gd name="connsiteY3" fmla="*/ 92792 h 92792"/>
                  <a:gd name="connsiteX0" fmla="*/ 52387 w 305992"/>
                  <a:gd name="connsiteY0" fmla="*/ 86839 h 86839"/>
                  <a:gd name="connsiteX1" fmla="*/ 0 w 305992"/>
                  <a:gd name="connsiteY1" fmla="*/ 0 h 86839"/>
                  <a:gd name="connsiteX2" fmla="*/ 305992 w 305992"/>
                  <a:gd name="connsiteY2" fmla="*/ 86839 h 86839"/>
                  <a:gd name="connsiteX3" fmla="*/ 52387 w 305992"/>
                  <a:gd name="connsiteY3" fmla="*/ 86839 h 86839"/>
                </a:gdLst>
                <a:ahLst/>
                <a:cxnLst>
                  <a:cxn ang="0">
                    <a:pos x="connsiteX0" y="connsiteY0"/>
                  </a:cxn>
                  <a:cxn ang="0">
                    <a:pos x="connsiteX1" y="connsiteY1"/>
                  </a:cxn>
                  <a:cxn ang="0">
                    <a:pos x="connsiteX2" y="connsiteY2"/>
                  </a:cxn>
                  <a:cxn ang="0">
                    <a:pos x="connsiteX3" y="connsiteY3"/>
                  </a:cxn>
                </a:cxnLst>
                <a:rect l="l" t="t" r="r" b="b"/>
                <a:pathLst>
                  <a:path w="305992" h="86839">
                    <a:moveTo>
                      <a:pt x="52387" y="86839"/>
                    </a:moveTo>
                    <a:lnTo>
                      <a:pt x="0" y="0"/>
                    </a:lnTo>
                    <a:lnTo>
                      <a:pt x="305992" y="86839"/>
                    </a:lnTo>
                    <a:lnTo>
                      <a:pt x="52387" y="86839"/>
                    </a:lnTo>
                    <a:close/>
                  </a:path>
                </a:pathLst>
              </a:custGeom>
              <a:solidFill>
                <a:schemeClr val="accent5">
                  <a:lumMod val="50000"/>
                </a:schemeClr>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100" name="Round Same Side Corner Rectangle 43">
                <a:extLst>
                  <a:ext uri="{FF2B5EF4-FFF2-40B4-BE49-F238E27FC236}">
                    <a16:creationId xmlns:a16="http://schemas.microsoft.com/office/drawing/2014/main" id="{43A258F9-4BBE-4BC4-A384-C7ACF3644F2B}"/>
                  </a:ext>
                </a:extLst>
              </p:cNvPr>
              <p:cNvSpPr/>
              <p:nvPr/>
            </p:nvSpPr>
            <p:spPr bwMode="gray">
              <a:xfrm>
                <a:off x="413228" y="1371600"/>
                <a:ext cx="1947702" cy="389334"/>
              </a:xfrm>
              <a:custGeom>
                <a:avLst/>
                <a:gdLst>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105025 w 2105025"/>
                  <a:gd name="connsiteY4" fmla="*/ 390526 h 390526"/>
                  <a:gd name="connsiteX5" fmla="*/ 2006203 w 2105025"/>
                  <a:gd name="connsiteY5" fmla="*/ 389334 h 390526"/>
                  <a:gd name="connsiteX6" fmla="*/ 84534 w 2105025"/>
                  <a:gd name="connsiteY6" fmla="*/ 389334 h 390526"/>
                  <a:gd name="connsiteX7" fmla="*/ 0 w 2105025"/>
                  <a:gd name="connsiteY7" fmla="*/ 390526 h 390526"/>
                  <a:gd name="connsiteX8" fmla="*/ 0 w 2105025"/>
                  <a:gd name="connsiteY8" fmla="*/ 390526 h 390526"/>
                  <a:gd name="connsiteX9" fmla="*/ 0 w 2105025"/>
                  <a:gd name="connsiteY9" fmla="*/ 61035 h 390526"/>
                  <a:gd name="connsiteX10" fmla="*/ 61035 w 2105025"/>
                  <a:gd name="connsiteY10" fmla="*/ 0 h 390526"/>
                  <a:gd name="connsiteX0" fmla="*/ 61035 w 2105025"/>
                  <a:gd name="connsiteY0" fmla="*/ 0 h 390526"/>
                  <a:gd name="connsiteX1" fmla="*/ 2043990 w 2105025"/>
                  <a:gd name="connsiteY1" fmla="*/ 0 h 390526"/>
                  <a:gd name="connsiteX2" fmla="*/ 2105025 w 2105025"/>
                  <a:gd name="connsiteY2" fmla="*/ 61035 h 390526"/>
                  <a:gd name="connsiteX3" fmla="*/ 2105025 w 2105025"/>
                  <a:gd name="connsiteY3" fmla="*/ 390526 h 390526"/>
                  <a:gd name="connsiteX4" fmla="*/ 2006203 w 2105025"/>
                  <a:gd name="connsiteY4" fmla="*/ 389334 h 390526"/>
                  <a:gd name="connsiteX5" fmla="*/ 84534 w 2105025"/>
                  <a:gd name="connsiteY5" fmla="*/ 389334 h 390526"/>
                  <a:gd name="connsiteX6" fmla="*/ 0 w 2105025"/>
                  <a:gd name="connsiteY6" fmla="*/ 390526 h 390526"/>
                  <a:gd name="connsiteX7" fmla="*/ 0 w 2105025"/>
                  <a:gd name="connsiteY7" fmla="*/ 390526 h 390526"/>
                  <a:gd name="connsiteX8" fmla="*/ 0 w 2105025"/>
                  <a:gd name="connsiteY8" fmla="*/ 61035 h 390526"/>
                  <a:gd name="connsiteX9" fmla="*/ 61035 w 2105025"/>
                  <a:gd name="connsiteY9"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390526 h 390526"/>
                  <a:gd name="connsiteX7" fmla="*/ 0 w 2105025"/>
                  <a:gd name="connsiteY7" fmla="*/ 61035 h 390526"/>
                  <a:gd name="connsiteX8" fmla="*/ 61035 w 2105025"/>
                  <a:gd name="connsiteY8" fmla="*/ 0 h 390526"/>
                  <a:gd name="connsiteX0" fmla="*/ 61035 w 2105025"/>
                  <a:gd name="connsiteY0" fmla="*/ 0 h 390526"/>
                  <a:gd name="connsiteX1" fmla="*/ 2043990 w 2105025"/>
                  <a:gd name="connsiteY1" fmla="*/ 0 h 390526"/>
                  <a:gd name="connsiteX2" fmla="*/ 2105025 w 2105025"/>
                  <a:gd name="connsiteY2" fmla="*/ 61035 h 390526"/>
                  <a:gd name="connsiteX3" fmla="*/ 2006203 w 2105025"/>
                  <a:gd name="connsiteY3" fmla="*/ 389334 h 390526"/>
                  <a:gd name="connsiteX4" fmla="*/ 84534 w 2105025"/>
                  <a:gd name="connsiteY4" fmla="*/ 389334 h 390526"/>
                  <a:gd name="connsiteX5" fmla="*/ 0 w 2105025"/>
                  <a:gd name="connsiteY5" fmla="*/ 390526 h 390526"/>
                  <a:gd name="connsiteX6" fmla="*/ 0 w 2105025"/>
                  <a:gd name="connsiteY6" fmla="*/ 61035 h 390526"/>
                  <a:gd name="connsiteX7" fmla="*/ 61035 w 2105025"/>
                  <a:gd name="connsiteY7" fmla="*/ 0 h 390526"/>
                  <a:gd name="connsiteX0" fmla="*/ 61035 w 2105025"/>
                  <a:gd name="connsiteY0" fmla="*/ 0 h 389334"/>
                  <a:gd name="connsiteX1" fmla="*/ 2043990 w 2105025"/>
                  <a:gd name="connsiteY1" fmla="*/ 0 h 389334"/>
                  <a:gd name="connsiteX2" fmla="*/ 2105025 w 2105025"/>
                  <a:gd name="connsiteY2" fmla="*/ 61035 h 389334"/>
                  <a:gd name="connsiteX3" fmla="*/ 2006203 w 2105025"/>
                  <a:gd name="connsiteY3" fmla="*/ 389334 h 389334"/>
                  <a:gd name="connsiteX4" fmla="*/ 84534 w 2105025"/>
                  <a:gd name="connsiteY4" fmla="*/ 389334 h 389334"/>
                  <a:gd name="connsiteX5" fmla="*/ 0 w 2105025"/>
                  <a:gd name="connsiteY5" fmla="*/ 61035 h 389334"/>
                  <a:gd name="connsiteX6" fmla="*/ 61035 w 2105025"/>
                  <a:gd name="connsiteY6" fmla="*/ 0 h 38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5025" h="389334">
                    <a:moveTo>
                      <a:pt x="61035" y="0"/>
                    </a:moveTo>
                    <a:lnTo>
                      <a:pt x="2043990" y="0"/>
                    </a:lnTo>
                    <a:cubicBezTo>
                      <a:pt x="2077699" y="0"/>
                      <a:pt x="2105025" y="27326"/>
                      <a:pt x="2105025" y="61035"/>
                    </a:cubicBezTo>
                    <a:lnTo>
                      <a:pt x="2006203" y="389334"/>
                    </a:lnTo>
                    <a:lnTo>
                      <a:pt x="84534" y="389334"/>
                    </a:lnTo>
                    <a:lnTo>
                      <a:pt x="0" y="61035"/>
                    </a:lnTo>
                    <a:cubicBezTo>
                      <a:pt x="0" y="27326"/>
                      <a:pt x="27326" y="0"/>
                      <a:pt x="61035" y="0"/>
                    </a:cubicBezTo>
                    <a:close/>
                  </a:path>
                </a:pathLst>
              </a:custGeom>
              <a:solidFill>
                <a:schemeClr val="accent1"/>
              </a:solidFill>
              <a:ln w="19050" algn="ctr">
                <a:noFill/>
                <a:miter lim="800000"/>
                <a:headEnd/>
                <a:tailEnd/>
              </a:ln>
            </p:spPr>
            <p:txBody>
              <a:bodyPr wrap="square" lIns="66675" tIns="66675" rIns="66675" bIns="81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Calibri" panose="020F0502020204030204" pitchFamily="34" charset="0"/>
                  </a:rPr>
                  <a:t>Energy Consumption Criteria</a:t>
                </a:r>
              </a:p>
            </p:txBody>
          </p:sp>
        </p:grpSp>
        <p:grpSp>
          <p:nvGrpSpPr>
            <p:cNvPr id="48" name="Group 47">
              <a:extLst>
                <a:ext uri="{FF2B5EF4-FFF2-40B4-BE49-F238E27FC236}">
                  <a16:creationId xmlns:a16="http://schemas.microsoft.com/office/drawing/2014/main" id="{04C096D6-9225-47B1-BFFD-8BEF50232340}"/>
                </a:ext>
              </a:extLst>
            </p:cNvPr>
            <p:cNvGrpSpPr/>
            <p:nvPr/>
          </p:nvGrpSpPr>
          <p:grpSpPr>
            <a:xfrm>
              <a:off x="4357895" y="3421473"/>
              <a:ext cx="3441828" cy="2516399"/>
              <a:chOff x="582909" y="4047068"/>
              <a:chExt cx="2642778" cy="3211966"/>
            </a:xfrm>
          </p:grpSpPr>
          <p:sp>
            <p:nvSpPr>
              <p:cNvPr id="96" name="Rectangle 95">
                <a:extLst>
                  <a:ext uri="{FF2B5EF4-FFF2-40B4-BE49-F238E27FC236}">
                    <a16:creationId xmlns:a16="http://schemas.microsoft.com/office/drawing/2014/main" id="{9E41F92B-813E-43D6-B4EF-EBB54FF154B3}"/>
                  </a:ext>
                </a:extLst>
              </p:cNvPr>
              <p:cNvSpPr/>
              <p:nvPr/>
            </p:nvSpPr>
            <p:spPr bwMode="gray">
              <a:xfrm>
                <a:off x="582909" y="4047068"/>
                <a:ext cx="2642778" cy="3124270"/>
              </a:xfrm>
              <a:prstGeom prst="rect">
                <a:avLst/>
              </a:prstGeom>
              <a:solidFill>
                <a:schemeClr val="bg1">
                  <a:lumMod val="95000"/>
                </a:schemeClr>
              </a:solidFill>
              <a:ln w="19050" algn="ctr">
                <a:noFill/>
                <a:miter lim="800000"/>
                <a:headEnd/>
                <a:tailEnd/>
              </a:ln>
            </p:spPr>
            <p:txBody>
              <a:bodyPr wrap="square" lIns="40500" tIns="40500" rIns="27000" bIns="27000" rtlCol="0" anchor="t"/>
              <a:lstStyle/>
              <a:p>
                <a:pPr marL="342900" marR="0" lvl="0"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Single Captive User- Consumption of minimum </a:t>
                </a:r>
                <a:r>
                  <a:rPr kumimoji="0" lang="en-US" sz="1100" b="1" i="0" u="none" strike="noStrike" kern="1200" cap="none" spc="0" normalizeH="0" baseline="0" noProof="0" dirty="0">
                    <a:ln>
                      <a:noFill/>
                    </a:ln>
                    <a:solidFill>
                      <a:prstClr val="black"/>
                    </a:solidFill>
                    <a:effectLst/>
                    <a:uLnTx/>
                    <a:uFillTx/>
                    <a:latin typeface="Verdana"/>
                    <a:ea typeface="+mn-ea"/>
                    <a:cs typeface="+mn-cs"/>
                  </a:rPr>
                  <a:t>51% </a:t>
                </a:r>
                <a:r>
                  <a:rPr kumimoji="0" lang="en-US" sz="1100" b="0" i="0" u="none" strike="noStrike" kern="1200" cap="none" spc="0" normalizeH="0" baseline="0" noProof="0" dirty="0">
                    <a:ln>
                      <a:noFill/>
                    </a:ln>
                    <a:solidFill>
                      <a:prstClr val="black"/>
                    </a:solidFill>
                    <a:effectLst/>
                    <a:uLnTx/>
                    <a:uFillTx/>
                    <a:latin typeface="Verdana"/>
                    <a:ea typeface="+mn-ea"/>
                    <a:cs typeface="+mn-cs"/>
                  </a:rPr>
                  <a:t>of the annual electricity</a:t>
                </a:r>
                <a:r>
                  <a:rPr kumimoji="0" lang="en-US" sz="1100" b="1" i="0" u="none" strike="noStrike" kern="1200" cap="none" spc="0" normalizeH="0" baseline="0" noProof="0" dirty="0">
                    <a:ln>
                      <a:noFill/>
                    </a:ln>
                    <a:solidFill>
                      <a:prstClr val="black"/>
                    </a:solidFill>
                    <a:effectLst/>
                    <a:uLnTx/>
                    <a:uFillTx/>
                    <a:latin typeface="Verdana"/>
                    <a:ea typeface="+mn-ea"/>
                    <a:cs typeface="+mn-cs"/>
                  </a:rPr>
                  <a:t> </a:t>
                </a:r>
                <a:r>
                  <a:rPr kumimoji="0" lang="en-US" sz="1100" b="0" i="0" u="none" strike="noStrike" kern="1200" cap="none" spc="0" normalizeH="0" baseline="0" noProof="0" dirty="0">
                    <a:ln>
                      <a:noFill/>
                    </a:ln>
                    <a:solidFill>
                      <a:prstClr val="black"/>
                    </a:solidFill>
                    <a:effectLst/>
                    <a:uLnTx/>
                    <a:uFillTx/>
                    <a:latin typeface="Verdana"/>
                    <a:ea typeface="+mn-ea"/>
                    <a:cs typeface="+mn-cs"/>
                  </a:rPr>
                  <a:t>generated by the CPP.</a:t>
                </a:r>
                <a:endParaRPr kumimoji="0" lang="en-US" sz="1100" b="1" i="0" u="none" strike="noStrike" kern="1200" cap="none" spc="0" normalizeH="0" baseline="0" noProof="0" dirty="0">
                  <a:ln>
                    <a:noFill/>
                  </a:ln>
                  <a:solidFill>
                    <a:prstClr val="black"/>
                  </a:solidFill>
                  <a:effectLst/>
                  <a:uLnTx/>
                  <a:uFillTx/>
                  <a:latin typeface="Verdana"/>
                  <a:ea typeface="+mn-ea"/>
                  <a:cs typeface="+mn-cs"/>
                </a:endParaRPr>
              </a:p>
              <a:p>
                <a:pPr marL="342900" marR="0" lvl="0"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Group Captive Users (Association of Persons)- </a:t>
                </a:r>
              </a:p>
              <a:p>
                <a:pPr marL="800100" marR="0" lvl="1"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Collective consumption of minimum</a:t>
                </a:r>
                <a:r>
                  <a:rPr kumimoji="0" lang="en-US" sz="1100" b="1" i="0" u="none" strike="noStrike" kern="1200" cap="none" spc="0" normalizeH="0" baseline="0" noProof="0" dirty="0">
                    <a:ln>
                      <a:noFill/>
                    </a:ln>
                    <a:solidFill>
                      <a:prstClr val="black"/>
                    </a:solidFill>
                    <a:effectLst/>
                    <a:uLnTx/>
                    <a:uFillTx/>
                    <a:latin typeface="Verdana"/>
                    <a:ea typeface="+mn-ea"/>
                    <a:cs typeface="+mn-cs"/>
                  </a:rPr>
                  <a:t> 51% </a:t>
                </a:r>
                <a:r>
                  <a:rPr kumimoji="0" lang="en-US" sz="1100" b="0" i="0" u="none" strike="noStrike" kern="1200" cap="none" spc="0" normalizeH="0" baseline="0" noProof="0" dirty="0">
                    <a:ln>
                      <a:noFill/>
                    </a:ln>
                    <a:solidFill>
                      <a:prstClr val="black"/>
                    </a:solidFill>
                    <a:effectLst/>
                    <a:uLnTx/>
                    <a:uFillTx/>
                    <a:latin typeface="Verdana"/>
                    <a:ea typeface="+mn-ea"/>
                    <a:cs typeface="+mn-cs"/>
                  </a:rPr>
                  <a:t>of the annual electricity generated by the CPP.</a:t>
                </a:r>
              </a:p>
              <a:p>
                <a:pPr marL="800100" marR="0" lvl="1" indent="-342900" algn="l" defTabSz="914400" rtl="0" eaLnBrk="1" fontAlgn="auto" latinLnBrk="0" hangingPunct="1">
                  <a:lnSpc>
                    <a:spcPct val="106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Verdana"/>
                    <a:ea typeface="+mn-ea"/>
                    <a:cs typeface="+mn-cs"/>
                  </a:rPr>
                  <a:t>Individual Group Captive User to annually consume electricity in proportion to its  shareholding with a permissible variation of </a:t>
                </a:r>
                <a:r>
                  <a:rPr kumimoji="0" lang="en-US" sz="1100" b="1" i="0" u="none" strike="noStrike" kern="1200" cap="none" spc="0" normalizeH="0" baseline="0" noProof="0" dirty="0">
                    <a:ln>
                      <a:noFill/>
                    </a:ln>
                    <a:solidFill>
                      <a:prstClr val="black"/>
                    </a:solidFill>
                    <a:effectLst/>
                    <a:uLnTx/>
                    <a:uFillTx/>
                    <a:latin typeface="Verdana"/>
                    <a:ea typeface="+mn-ea"/>
                    <a:cs typeface="+mn-cs"/>
                  </a:rPr>
                  <a:t>+/- 10%.</a:t>
                </a:r>
              </a:p>
            </p:txBody>
          </p:sp>
          <p:sp>
            <p:nvSpPr>
              <p:cNvPr id="97" name="Rectangle 96">
                <a:extLst>
                  <a:ext uri="{FF2B5EF4-FFF2-40B4-BE49-F238E27FC236}">
                    <a16:creationId xmlns:a16="http://schemas.microsoft.com/office/drawing/2014/main" id="{6896661A-997A-4EF9-85B9-EB21D6EE5824}"/>
                  </a:ext>
                </a:extLst>
              </p:cNvPr>
              <p:cNvSpPr/>
              <p:nvPr/>
            </p:nvSpPr>
            <p:spPr bwMode="gray">
              <a:xfrm>
                <a:off x="756474" y="7171338"/>
                <a:ext cx="2295650" cy="87696"/>
              </a:xfrm>
              <a:prstGeom prst="rect">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49" name="Group 48">
              <a:extLst>
                <a:ext uri="{FF2B5EF4-FFF2-40B4-BE49-F238E27FC236}">
                  <a16:creationId xmlns:a16="http://schemas.microsoft.com/office/drawing/2014/main" id="{CF172FDE-EB05-4D90-A754-B15132CD7012}"/>
                </a:ext>
              </a:extLst>
            </p:cNvPr>
            <p:cNvGrpSpPr/>
            <p:nvPr/>
          </p:nvGrpSpPr>
          <p:grpSpPr>
            <a:xfrm>
              <a:off x="5853797" y="2046806"/>
              <a:ext cx="667356" cy="1343841"/>
              <a:chOff x="930177" y="1602975"/>
              <a:chExt cx="905871" cy="2045341"/>
            </a:xfrm>
          </p:grpSpPr>
          <p:sp>
            <p:nvSpPr>
              <p:cNvPr id="91" name="Freeform 36">
                <a:extLst>
                  <a:ext uri="{FF2B5EF4-FFF2-40B4-BE49-F238E27FC236}">
                    <a16:creationId xmlns:a16="http://schemas.microsoft.com/office/drawing/2014/main" id="{724A29E2-8A47-4F31-9236-E47ACD3BA472}"/>
                  </a:ext>
                </a:extLst>
              </p:cNvPr>
              <p:cNvSpPr/>
              <p:nvPr/>
            </p:nvSpPr>
            <p:spPr bwMode="gray">
              <a:xfrm>
                <a:off x="930177" y="1602975"/>
                <a:ext cx="905871" cy="1921248"/>
              </a:xfrm>
              <a:custGeom>
                <a:avLst/>
                <a:gdLst>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73050 w 1162050"/>
                  <a:gd name="connsiteY26" fmla="*/ 87312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200 w 1162050"/>
                  <a:gd name="connsiteY0" fmla="*/ 1890712 h 1890712"/>
                  <a:gd name="connsiteX1" fmla="*/ 581025 w 1162050"/>
                  <a:gd name="connsiteY1" fmla="*/ 1760537 h 1890712"/>
                  <a:gd name="connsiteX2" fmla="*/ 508000 w 1162050"/>
                  <a:gd name="connsiteY2" fmla="*/ 1716087 h 1890712"/>
                  <a:gd name="connsiteX3" fmla="*/ 474662 w 1162050"/>
                  <a:gd name="connsiteY3" fmla="*/ 1676400 h 1890712"/>
                  <a:gd name="connsiteX4" fmla="*/ 504825 w 1162050"/>
                  <a:gd name="connsiteY4" fmla="*/ 1636712 h 1890712"/>
                  <a:gd name="connsiteX5" fmla="*/ 717550 w 1162050"/>
                  <a:gd name="connsiteY5" fmla="*/ 1636712 h 1890712"/>
                  <a:gd name="connsiteX6" fmla="*/ 746125 w 1162050"/>
                  <a:gd name="connsiteY6" fmla="*/ 1589087 h 1890712"/>
                  <a:gd name="connsiteX7" fmla="*/ 715962 w 1162050"/>
                  <a:gd name="connsiteY7" fmla="*/ 1552575 h 1890712"/>
                  <a:gd name="connsiteX8" fmla="*/ 398462 w 1162050"/>
                  <a:gd name="connsiteY8" fmla="*/ 1552575 h 1890712"/>
                  <a:gd name="connsiteX9" fmla="*/ 360362 w 1162050"/>
                  <a:gd name="connsiteY9" fmla="*/ 1514475 h 1890712"/>
                  <a:gd name="connsiteX10" fmla="*/ 382587 w 1162050"/>
                  <a:gd name="connsiteY10" fmla="*/ 1466850 h 1890712"/>
                  <a:gd name="connsiteX11" fmla="*/ 796925 w 1162050"/>
                  <a:gd name="connsiteY11" fmla="*/ 1466850 h 1890712"/>
                  <a:gd name="connsiteX12" fmla="*/ 830262 w 1162050"/>
                  <a:gd name="connsiteY12" fmla="*/ 1419225 h 1890712"/>
                  <a:gd name="connsiteX13" fmla="*/ 795337 w 1162050"/>
                  <a:gd name="connsiteY13" fmla="*/ 1376362 h 1890712"/>
                  <a:gd name="connsiteX14" fmla="*/ 385762 w 1162050"/>
                  <a:gd name="connsiteY14" fmla="*/ 1376362 h 1890712"/>
                  <a:gd name="connsiteX15" fmla="*/ 322262 w 1162050"/>
                  <a:gd name="connsiteY15" fmla="*/ 1344612 h 1890712"/>
                  <a:gd name="connsiteX16" fmla="*/ 279400 w 1162050"/>
                  <a:gd name="connsiteY16" fmla="*/ 1293812 h 1890712"/>
                  <a:gd name="connsiteX17" fmla="*/ 271462 w 1162050"/>
                  <a:gd name="connsiteY17" fmla="*/ 1200150 h 1890712"/>
                  <a:gd name="connsiteX18" fmla="*/ 260350 w 1162050"/>
                  <a:gd name="connsiteY18" fmla="*/ 1120775 h 1890712"/>
                  <a:gd name="connsiteX19" fmla="*/ 204787 w 1162050"/>
                  <a:gd name="connsiteY19" fmla="*/ 1030287 h 1890712"/>
                  <a:gd name="connsiteX20" fmla="*/ 130175 w 1162050"/>
                  <a:gd name="connsiteY20" fmla="*/ 947737 h 1890712"/>
                  <a:gd name="connsiteX21" fmla="*/ 57150 w 1162050"/>
                  <a:gd name="connsiteY21" fmla="*/ 831850 h 1890712"/>
                  <a:gd name="connsiteX22" fmla="*/ 20637 w 1162050"/>
                  <a:gd name="connsiteY22" fmla="*/ 727075 h 1890712"/>
                  <a:gd name="connsiteX23" fmla="*/ 0 w 1162050"/>
                  <a:gd name="connsiteY23" fmla="*/ 593725 h 1890712"/>
                  <a:gd name="connsiteX24" fmla="*/ 11112 w 1162050"/>
                  <a:gd name="connsiteY24" fmla="*/ 468312 h 1890712"/>
                  <a:gd name="connsiteX25" fmla="*/ 80962 w 1162050"/>
                  <a:gd name="connsiteY25" fmla="*/ 277812 h 1890712"/>
                  <a:gd name="connsiteX26" fmla="*/ 265112 w 1162050"/>
                  <a:gd name="connsiteY26" fmla="*/ 85724 h 1890712"/>
                  <a:gd name="connsiteX27" fmla="*/ 519112 w 1162050"/>
                  <a:gd name="connsiteY27" fmla="*/ 0 h 1890712"/>
                  <a:gd name="connsiteX28" fmla="*/ 704850 w 1162050"/>
                  <a:gd name="connsiteY28" fmla="*/ 3175 h 1890712"/>
                  <a:gd name="connsiteX29" fmla="*/ 942975 w 1162050"/>
                  <a:gd name="connsiteY29" fmla="*/ 114300 h 1890712"/>
                  <a:gd name="connsiteX30" fmla="*/ 1100137 w 1162050"/>
                  <a:gd name="connsiteY30" fmla="*/ 303212 h 1890712"/>
                  <a:gd name="connsiteX31" fmla="*/ 1162050 w 1162050"/>
                  <a:gd name="connsiteY31" fmla="*/ 506412 h 1890712"/>
                  <a:gd name="connsiteX32" fmla="*/ 1158875 w 1162050"/>
                  <a:gd name="connsiteY32" fmla="*/ 676275 h 1890712"/>
                  <a:gd name="connsiteX33" fmla="*/ 1090612 w 1162050"/>
                  <a:gd name="connsiteY33" fmla="*/ 882650 h 1890712"/>
                  <a:gd name="connsiteX34" fmla="*/ 957262 w 1162050"/>
                  <a:gd name="connsiteY34" fmla="*/ 1050925 h 1890712"/>
                  <a:gd name="connsiteX35" fmla="*/ 914400 w 1162050"/>
                  <a:gd name="connsiteY35" fmla="*/ 1111250 h 1890712"/>
                  <a:gd name="connsiteX36" fmla="*/ 904875 w 1162050"/>
                  <a:gd name="connsiteY36" fmla="*/ 1168400 h 1890712"/>
                  <a:gd name="connsiteX37" fmla="*/ 904875 w 1162050"/>
                  <a:gd name="connsiteY37" fmla="*/ 1257300 h 1890712"/>
                  <a:gd name="connsiteX38" fmla="*/ 868362 w 1162050"/>
                  <a:gd name="connsiteY38" fmla="*/ 1293812 h 1890712"/>
                  <a:gd name="connsiteX39" fmla="*/ 641350 w 1162050"/>
                  <a:gd name="connsiteY39" fmla="*/ 1293812 h 1890712"/>
                  <a:gd name="connsiteX40" fmla="*/ 590550 w 1162050"/>
                  <a:gd name="connsiteY40" fmla="*/ 1271587 h 1890712"/>
                  <a:gd name="connsiteX41" fmla="*/ 590550 w 1162050"/>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21005 w 1162418"/>
                  <a:gd name="connsiteY22" fmla="*/ 727075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7518 w 1162418"/>
                  <a:gd name="connsiteY21" fmla="*/ 831850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79768 w 1162418"/>
                  <a:gd name="connsiteY16" fmla="*/ 129381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0712 h 1890712"/>
                  <a:gd name="connsiteX1" fmla="*/ 581393 w 1162418"/>
                  <a:gd name="connsiteY1" fmla="*/ 1760537 h 1890712"/>
                  <a:gd name="connsiteX2" fmla="*/ 508368 w 1162418"/>
                  <a:gd name="connsiteY2" fmla="*/ 1716087 h 1890712"/>
                  <a:gd name="connsiteX3" fmla="*/ 475030 w 1162418"/>
                  <a:gd name="connsiteY3" fmla="*/ 1676400 h 1890712"/>
                  <a:gd name="connsiteX4" fmla="*/ 505193 w 1162418"/>
                  <a:gd name="connsiteY4" fmla="*/ 1636712 h 1890712"/>
                  <a:gd name="connsiteX5" fmla="*/ 717918 w 1162418"/>
                  <a:gd name="connsiteY5" fmla="*/ 1636712 h 1890712"/>
                  <a:gd name="connsiteX6" fmla="*/ 746493 w 1162418"/>
                  <a:gd name="connsiteY6" fmla="*/ 1589087 h 1890712"/>
                  <a:gd name="connsiteX7" fmla="*/ 716330 w 1162418"/>
                  <a:gd name="connsiteY7" fmla="*/ 1552575 h 1890712"/>
                  <a:gd name="connsiteX8" fmla="*/ 398830 w 1162418"/>
                  <a:gd name="connsiteY8" fmla="*/ 1552575 h 1890712"/>
                  <a:gd name="connsiteX9" fmla="*/ 360730 w 1162418"/>
                  <a:gd name="connsiteY9" fmla="*/ 1514475 h 1890712"/>
                  <a:gd name="connsiteX10" fmla="*/ 382955 w 1162418"/>
                  <a:gd name="connsiteY10" fmla="*/ 1466850 h 1890712"/>
                  <a:gd name="connsiteX11" fmla="*/ 797293 w 1162418"/>
                  <a:gd name="connsiteY11" fmla="*/ 1466850 h 1890712"/>
                  <a:gd name="connsiteX12" fmla="*/ 830630 w 1162418"/>
                  <a:gd name="connsiteY12" fmla="*/ 1419225 h 1890712"/>
                  <a:gd name="connsiteX13" fmla="*/ 795705 w 1162418"/>
                  <a:gd name="connsiteY13" fmla="*/ 1376362 h 1890712"/>
                  <a:gd name="connsiteX14" fmla="*/ 386130 w 1162418"/>
                  <a:gd name="connsiteY14" fmla="*/ 1376362 h 1890712"/>
                  <a:gd name="connsiteX15" fmla="*/ 322630 w 1162418"/>
                  <a:gd name="connsiteY15" fmla="*/ 1344612 h 1890712"/>
                  <a:gd name="connsiteX16" fmla="*/ 283340 w 1162418"/>
                  <a:gd name="connsiteY16" fmla="*/ 1292622 h 1890712"/>
                  <a:gd name="connsiteX17" fmla="*/ 271830 w 1162418"/>
                  <a:gd name="connsiteY17" fmla="*/ 1200150 h 1890712"/>
                  <a:gd name="connsiteX18" fmla="*/ 260718 w 1162418"/>
                  <a:gd name="connsiteY18" fmla="*/ 1120775 h 1890712"/>
                  <a:gd name="connsiteX19" fmla="*/ 205155 w 1162418"/>
                  <a:gd name="connsiteY19" fmla="*/ 1030287 h 1890712"/>
                  <a:gd name="connsiteX20" fmla="*/ 130543 w 1162418"/>
                  <a:gd name="connsiteY20" fmla="*/ 947737 h 1890712"/>
                  <a:gd name="connsiteX21" fmla="*/ 55137 w 1162418"/>
                  <a:gd name="connsiteY21" fmla="*/ 837803 h 1890712"/>
                  <a:gd name="connsiteX22" fmla="*/ 13861 w 1162418"/>
                  <a:gd name="connsiteY22" fmla="*/ 728266 h 1890712"/>
                  <a:gd name="connsiteX23" fmla="*/ 368 w 1162418"/>
                  <a:gd name="connsiteY23" fmla="*/ 593725 h 1890712"/>
                  <a:gd name="connsiteX24" fmla="*/ 11480 w 1162418"/>
                  <a:gd name="connsiteY24" fmla="*/ 468312 h 1890712"/>
                  <a:gd name="connsiteX25" fmla="*/ 81330 w 1162418"/>
                  <a:gd name="connsiteY25" fmla="*/ 277812 h 1890712"/>
                  <a:gd name="connsiteX26" fmla="*/ 265480 w 1162418"/>
                  <a:gd name="connsiteY26" fmla="*/ 85724 h 1890712"/>
                  <a:gd name="connsiteX27" fmla="*/ 519480 w 1162418"/>
                  <a:gd name="connsiteY27" fmla="*/ 0 h 1890712"/>
                  <a:gd name="connsiteX28" fmla="*/ 705218 w 1162418"/>
                  <a:gd name="connsiteY28" fmla="*/ 3175 h 1890712"/>
                  <a:gd name="connsiteX29" fmla="*/ 943343 w 1162418"/>
                  <a:gd name="connsiteY29" fmla="*/ 114300 h 1890712"/>
                  <a:gd name="connsiteX30" fmla="*/ 1100505 w 1162418"/>
                  <a:gd name="connsiteY30" fmla="*/ 303212 h 1890712"/>
                  <a:gd name="connsiteX31" fmla="*/ 1162418 w 1162418"/>
                  <a:gd name="connsiteY31" fmla="*/ 506412 h 1890712"/>
                  <a:gd name="connsiteX32" fmla="*/ 1159243 w 1162418"/>
                  <a:gd name="connsiteY32" fmla="*/ 676275 h 1890712"/>
                  <a:gd name="connsiteX33" fmla="*/ 1090980 w 1162418"/>
                  <a:gd name="connsiteY33" fmla="*/ 882650 h 1890712"/>
                  <a:gd name="connsiteX34" fmla="*/ 957630 w 1162418"/>
                  <a:gd name="connsiteY34" fmla="*/ 1050925 h 1890712"/>
                  <a:gd name="connsiteX35" fmla="*/ 914768 w 1162418"/>
                  <a:gd name="connsiteY35" fmla="*/ 1111250 h 1890712"/>
                  <a:gd name="connsiteX36" fmla="*/ 905243 w 1162418"/>
                  <a:gd name="connsiteY36" fmla="*/ 1168400 h 1890712"/>
                  <a:gd name="connsiteX37" fmla="*/ 905243 w 1162418"/>
                  <a:gd name="connsiteY37" fmla="*/ 1257300 h 1890712"/>
                  <a:gd name="connsiteX38" fmla="*/ 868730 w 1162418"/>
                  <a:gd name="connsiteY38" fmla="*/ 1293812 h 1890712"/>
                  <a:gd name="connsiteX39" fmla="*/ 641718 w 1162418"/>
                  <a:gd name="connsiteY39" fmla="*/ 1293812 h 1890712"/>
                  <a:gd name="connsiteX40" fmla="*/ 590918 w 1162418"/>
                  <a:gd name="connsiteY40" fmla="*/ 1271587 h 1890712"/>
                  <a:gd name="connsiteX41" fmla="*/ 590918 w 1162418"/>
                  <a:gd name="connsiteY41" fmla="*/ 1204912 h 1890712"/>
                  <a:gd name="connsiteX0" fmla="*/ 584568 w 1162418"/>
                  <a:gd name="connsiteY0" fmla="*/ 1892938 h 1892938"/>
                  <a:gd name="connsiteX1" fmla="*/ 581393 w 1162418"/>
                  <a:gd name="connsiteY1" fmla="*/ 1762763 h 1892938"/>
                  <a:gd name="connsiteX2" fmla="*/ 508368 w 1162418"/>
                  <a:gd name="connsiteY2" fmla="*/ 1718313 h 1892938"/>
                  <a:gd name="connsiteX3" fmla="*/ 475030 w 1162418"/>
                  <a:gd name="connsiteY3" fmla="*/ 1678626 h 1892938"/>
                  <a:gd name="connsiteX4" fmla="*/ 505193 w 1162418"/>
                  <a:gd name="connsiteY4" fmla="*/ 1638938 h 1892938"/>
                  <a:gd name="connsiteX5" fmla="*/ 717918 w 1162418"/>
                  <a:gd name="connsiteY5" fmla="*/ 1638938 h 1892938"/>
                  <a:gd name="connsiteX6" fmla="*/ 746493 w 1162418"/>
                  <a:gd name="connsiteY6" fmla="*/ 1591313 h 1892938"/>
                  <a:gd name="connsiteX7" fmla="*/ 716330 w 1162418"/>
                  <a:gd name="connsiteY7" fmla="*/ 1554801 h 1892938"/>
                  <a:gd name="connsiteX8" fmla="*/ 398830 w 1162418"/>
                  <a:gd name="connsiteY8" fmla="*/ 1554801 h 1892938"/>
                  <a:gd name="connsiteX9" fmla="*/ 360730 w 1162418"/>
                  <a:gd name="connsiteY9" fmla="*/ 1516701 h 1892938"/>
                  <a:gd name="connsiteX10" fmla="*/ 382955 w 1162418"/>
                  <a:gd name="connsiteY10" fmla="*/ 1469076 h 1892938"/>
                  <a:gd name="connsiteX11" fmla="*/ 797293 w 1162418"/>
                  <a:gd name="connsiteY11" fmla="*/ 1469076 h 1892938"/>
                  <a:gd name="connsiteX12" fmla="*/ 830630 w 1162418"/>
                  <a:gd name="connsiteY12" fmla="*/ 1421451 h 1892938"/>
                  <a:gd name="connsiteX13" fmla="*/ 795705 w 1162418"/>
                  <a:gd name="connsiteY13" fmla="*/ 1378588 h 1892938"/>
                  <a:gd name="connsiteX14" fmla="*/ 386130 w 1162418"/>
                  <a:gd name="connsiteY14" fmla="*/ 1378588 h 1892938"/>
                  <a:gd name="connsiteX15" fmla="*/ 322630 w 1162418"/>
                  <a:gd name="connsiteY15" fmla="*/ 1346838 h 1892938"/>
                  <a:gd name="connsiteX16" fmla="*/ 283340 w 1162418"/>
                  <a:gd name="connsiteY16" fmla="*/ 1294848 h 1892938"/>
                  <a:gd name="connsiteX17" fmla="*/ 271830 w 1162418"/>
                  <a:gd name="connsiteY17" fmla="*/ 1202376 h 1892938"/>
                  <a:gd name="connsiteX18" fmla="*/ 260718 w 1162418"/>
                  <a:gd name="connsiteY18" fmla="*/ 1123001 h 1892938"/>
                  <a:gd name="connsiteX19" fmla="*/ 205155 w 1162418"/>
                  <a:gd name="connsiteY19" fmla="*/ 1032513 h 1892938"/>
                  <a:gd name="connsiteX20" fmla="*/ 130543 w 1162418"/>
                  <a:gd name="connsiteY20" fmla="*/ 949963 h 1892938"/>
                  <a:gd name="connsiteX21" fmla="*/ 55137 w 1162418"/>
                  <a:gd name="connsiteY21" fmla="*/ 840029 h 1892938"/>
                  <a:gd name="connsiteX22" fmla="*/ 13861 w 1162418"/>
                  <a:gd name="connsiteY22" fmla="*/ 730492 h 1892938"/>
                  <a:gd name="connsiteX23" fmla="*/ 368 w 1162418"/>
                  <a:gd name="connsiteY23" fmla="*/ 595951 h 1892938"/>
                  <a:gd name="connsiteX24" fmla="*/ 11480 w 1162418"/>
                  <a:gd name="connsiteY24" fmla="*/ 470538 h 1892938"/>
                  <a:gd name="connsiteX25" fmla="*/ 81330 w 1162418"/>
                  <a:gd name="connsiteY25" fmla="*/ 280038 h 1892938"/>
                  <a:gd name="connsiteX26" fmla="*/ 265480 w 1162418"/>
                  <a:gd name="connsiteY26" fmla="*/ 87950 h 1892938"/>
                  <a:gd name="connsiteX27" fmla="*/ 519480 w 1162418"/>
                  <a:gd name="connsiteY27" fmla="*/ 2226 h 1892938"/>
                  <a:gd name="connsiteX28" fmla="*/ 705218 w 1162418"/>
                  <a:gd name="connsiteY28" fmla="*/ 5401 h 1892938"/>
                  <a:gd name="connsiteX29" fmla="*/ 943343 w 1162418"/>
                  <a:gd name="connsiteY29" fmla="*/ 116526 h 1892938"/>
                  <a:gd name="connsiteX30" fmla="*/ 1100505 w 1162418"/>
                  <a:gd name="connsiteY30" fmla="*/ 305438 h 1892938"/>
                  <a:gd name="connsiteX31" fmla="*/ 1162418 w 1162418"/>
                  <a:gd name="connsiteY31" fmla="*/ 508638 h 1892938"/>
                  <a:gd name="connsiteX32" fmla="*/ 1159243 w 1162418"/>
                  <a:gd name="connsiteY32" fmla="*/ 678501 h 1892938"/>
                  <a:gd name="connsiteX33" fmla="*/ 1090980 w 1162418"/>
                  <a:gd name="connsiteY33" fmla="*/ 884876 h 1892938"/>
                  <a:gd name="connsiteX34" fmla="*/ 957630 w 1162418"/>
                  <a:gd name="connsiteY34" fmla="*/ 1053151 h 1892938"/>
                  <a:gd name="connsiteX35" fmla="*/ 914768 w 1162418"/>
                  <a:gd name="connsiteY35" fmla="*/ 1113476 h 1892938"/>
                  <a:gd name="connsiteX36" fmla="*/ 905243 w 1162418"/>
                  <a:gd name="connsiteY36" fmla="*/ 1170626 h 1892938"/>
                  <a:gd name="connsiteX37" fmla="*/ 905243 w 1162418"/>
                  <a:gd name="connsiteY37" fmla="*/ 1259526 h 1892938"/>
                  <a:gd name="connsiteX38" fmla="*/ 868730 w 1162418"/>
                  <a:gd name="connsiteY38" fmla="*/ 1296038 h 1892938"/>
                  <a:gd name="connsiteX39" fmla="*/ 641718 w 1162418"/>
                  <a:gd name="connsiteY39" fmla="*/ 1296038 h 1892938"/>
                  <a:gd name="connsiteX40" fmla="*/ 590918 w 1162418"/>
                  <a:gd name="connsiteY40" fmla="*/ 1273813 h 1892938"/>
                  <a:gd name="connsiteX41" fmla="*/ 590918 w 1162418"/>
                  <a:gd name="connsiteY41" fmla="*/ 1207138 h 1892938"/>
                  <a:gd name="connsiteX0" fmla="*/ 584568 w 1162418"/>
                  <a:gd name="connsiteY0" fmla="*/ 1895823 h 1895823"/>
                  <a:gd name="connsiteX1" fmla="*/ 581393 w 1162418"/>
                  <a:gd name="connsiteY1" fmla="*/ 1765648 h 1895823"/>
                  <a:gd name="connsiteX2" fmla="*/ 508368 w 1162418"/>
                  <a:gd name="connsiteY2" fmla="*/ 1721198 h 1895823"/>
                  <a:gd name="connsiteX3" fmla="*/ 475030 w 1162418"/>
                  <a:gd name="connsiteY3" fmla="*/ 1681511 h 1895823"/>
                  <a:gd name="connsiteX4" fmla="*/ 505193 w 1162418"/>
                  <a:gd name="connsiteY4" fmla="*/ 1641823 h 1895823"/>
                  <a:gd name="connsiteX5" fmla="*/ 717918 w 1162418"/>
                  <a:gd name="connsiteY5" fmla="*/ 1641823 h 1895823"/>
                  <a:gd name="connsiteX6" fmla="*/ 746493 w 1162418"/>
                  <a:gd name="connsiteY6" fmla="*/ 1594198 h 1895823"/>
                  <a:gd name="connsiteX7" fmla="*/ 716330 w 1162418"/>
                  <a:gd name="connsiteY7" fmla="*/ 1557686 h 1895823"/>
                  <a:gd name="connsiteX8" fmla="*/ 398830 w 1162418"/>
                  <a:gd name="connsiteY8" fmla="*/ 1557686 h 1895823"/>
                  <a:gd name="connsiteX9" fmla="*/ 360730 w 1162418"/>
                  <a:gd name="connsiteY9" fmla="*/ 1519586 h 1895823"/>
                  <a:gd name="connsiteX10" fmla="*/ 382955 w 1162418"/>
                  <a:gd name="connsiteY10" fmla="*/ 1471961 h 1895823"/>
                  <a:gd name="connsiteX11" fmla="*/ 797293 w 1162418"/>
                  <a:gd name="connsiteY11" fmla="*/ 1471961 h 1895823"/>
                  <a:gd name="connsiteX12" fmla="*/ 830630 w 1162418"/>
                  <a:gd name="connsiteY12" fmla="*/ 1424336 h 1895823"/>
                  <a:gd name="connsiteX13" fmla="*/ 795705 w 1162418"/>
                  <a:gd name="connsiteY13" fmla="*/ 1381473 h 1895823"/>
                  <a:gd name="connsiteX14" fmla="*/ 386130 w 1162418"/>
                  <a:gd name="connsiteY14" fmla="*/ 1381473 h 1895823"/>
                  <a:gd name="connsiteX15" fmla="*/ 322630 w 1162418"/>
                  <a:gd name="connsiteY15" fmla="*/ 1349723 h 1895823"/>
                  <a:gd name="connsiteX16" fmla="*/ 283340 w 1162418"/>
                  <a:gd name="connsiteY16" fmla="*/ 1297733 h 1895823"/>
                  <a:gd name="connsiteX17" fmla="*/ 271830 w 1162418"/>
                  <a:gd name="connsiteY17" fmla="*/ 1205261 h 1895823"/>
                  <a:gd name="connsiteX18" fmla="*/ 260718 w 1162418"/>
                  <a:gd name="connsiteY18" fmla="*/ 1125886 h 1895823"/>
                  <a:gd name="connsiteX19" fmla="*/ 205155 w 1162418"/>
                  <a:gd name="connsiteY19" fmla="*/ 1035398 h 1895823"/>
                  <a:gd name="connsiteX20" fmla="*/ 130543 w 1162418"/>
                  <a:gd name="connsiteY20" fmla="*/ 952848 h 1895823"/>
                  <a:gd name="connsiteX21" fmla="*/ 55137 w 1162418"/>
                  <a:gd name="connsiteY21" fmla="*/ 842914 h 1895823"/>
                  <a:gd name="connsiteX22" fmla="*/ 13861 w 1162418"/>
                  <a:gd name="connsiteY22" fmla="*/ 733377 h 1895823"/>
                  <a:gd name="connsiteX23" fmla="*/ 368 w 1162418"/>
                  <a:gd name="connsiteY23" fmla="*/ 598836 h 1895823"/>
                  <a:gd name="connsiteX24" fmla="*/ 11480 w 1162418"/>
                  <a:gd name="connsiteY24" fmla="*/ 473423 h 1895823"/>
                  <a:gd name="connsiteX25" fmla="*/ 81330 w 1162418"/>
                  <a:gd name="connsiteY25" fmla="*/ 282923 h 1895823"/>
                  <a:gd name="connsiteX26" fmla="*/ 265480 w 1162418"/>
                  <a:gd name="connsiteY26" fmla="*/ 90835 h 1895823"/>
                  <a:gd name="connsiteX27" fmla="*/ 519480 w 1162418"/>
                  <a:gd name="connsiteY27" fmla="*/ 5111 h 1895823"/>
                  <a:gd name="connsiteX28" fmla="*/ 705218 w 1162418"/>
                  <a:gd name="connsiteY28" fmla="*/ 8286 h 1895823"/>
                  <a:gd name="connsiteX29" fmla="*/ 943343 w 1162418"/>
                  <a:gd name="connsiteY29" fmla="*/ 119411 h 1895823"/>
                  <a:gd name="connsiteX30" fmla="*/ 1100505 w 1162418"/>
                  <a:gd name="connsiteY30" fmla="*/ 308323 h 1895823"/>
                  <a:gd name="connsiteX31" fmla="*/ 1162418 w 1162418"/>
                  <a:gd name="connsiteY31" fmla="*/ 511523 h 1895823"/>
                  <a:gd name="connsiteX32" fmla="*/ 1159243 w 1162418"/>
                  <a:gd name="connsiteY32" fmla="*/ 681386 h 1895823"/>
                  <a:gd name="connsiteX33" fmla="*/ 1090980 w 1162418"/>
                  <a:gd name="connsiteY33" fmla="*/ 887761 h 1895823"/>
                  <a:gd name="connsiteX34" fmla="*/ 957630 w 1162418"/>
                  <a:gd name="connsiteY34" fmla="*/ 1056036 h 1895823"/>
                  <a:gd name="connsiteX35" fmla="*/ 914768 w 1162418"/>
                  <a:gd name="connsiteY35" fmla="*/ 1116361 h 1895823"/>
                  <a:gd name="connsiteX36" fmla="*/ 905243 w 1162418"/>
                  <a:gd name="connsiteY36" fmla="*/ 1173511 h 1895823"/>
                  <a:gd name="connsiteX37" fmla="*/ 905243 w 1162418"/>
                  <a:gd name="connsiteY37" fmla="*/ 1262411 h 1895823"/>
                  <a:gd name="connsiteX38" fmla="*/ 868730 w 1162418"/>
                  <a:gd name="connsiteY38" fmla="*/ 1298923 h 1895823"/>
                  <a:gd name="connsiteX39" fmla="*/ 641718 w 1162418"/>
                  <a:gd name="connsiteY39" fmla="*/ 1298923 h 1895823"/>
                  <a:gd name="connsiteX40" fmla="*/ 590918 w 1162418"/>
                  <a:gd name="connsiteY40" fmla="*/ 1276698 h 1895823"/>
                  <a:gd name="connsiteX41" fmla="*/ 590918 w 1162418"/>
                  <a:gd name="connsiteY41" fmla="*/ 1210023 h 1895823"/>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7931 h 1897931"/>
                  <a:gd name="connsiteX1" fmla="*/ 581393 w 1162418"/>
                  <a:gd name="connsiteY1" fmla="*/ 1767756 h 1897931"/>
                  <a:gd name="connsiteX2" fmla="*/ 508368 w 1162418"/>
                  <a:gd name="connsiteY2" fmla="*/ 1723306 h 1897931"/>
                  <a:gd name="connsiteX3" fmla="*/ 475030 w 1162418"/>
                  <a:gd name="connsiteY3" fmla="*/ 1683619 h 1897931"/>
                  <a:gd name="connsiteX4" fmla="*/ 505193 w 1162418"/>
                  <a:gd name="connsiteY4" fmla="*/ 1643931 h 1897931"/>
                  <a:gd name="connsiteX5" fmla="*/ 717918 w 1162418"/>
                  <a:gd name="connsiteY5" fmla="*/ 1643931 h 1897931"/>
                  <a:gd name="connsiteX6" fmla="*/ 746493 w 1162418"/>
                  <a:gd name="connsiteY6" fmla="*/ 1596306 h 1897931"/>
                  <a:gd name="connsiteX7" fmla="*/ 716330 w 1162418"/>
                  <a:gd name="connsiteY7" fmla="*/ 1559794 h 1897931"/>
                  <a:gd name="connsiteX8" fmla="*/ 398830 w 1162418"/>
                  <a:gd name="connsiteY8" fmla="*/ 1559794 h 1897931"/>
                  <a:gd name="connsiteX9" fmla="*/ 360730 w 1162418"/>
                  <a:gd name="connsiteY9" fmla="*/ 1521694 h 1897931"/>
                  <a:gd name="connsiteX10" fmla="*/ 382955 w 1162418"/>
                  <a:gd name="connsiteY10" fmla="*/ 1474069 h 1897931"/>
                  <a:gd name="connsiteX11" fmla="*/ 797293 w 1162418"/>
                  <a:gd name="connsiteY11" fmla="*/ 1474069 h 1897931"/>
                  <a:gd name="connsiteX12" fmla="*/ 830630 w 1162418"/>
                  <a:gd name="connsiteY12" fmla="*/ 1426444 h 1897931"/>
                  <a:gd name="connsiteX13" fmla="*/ 795705 w 1162418"/>
                  <a:gd name="connsiteY13" fmla="*/ 1383581 h 1897931"/>
                  <a:gd name="connsiteX14" fmla="*/ 386130 w 1162418"/>
                  <a:gd name="connsiteY14" fmla="*/ 1383581 h 1897931"/>
                  <a:gd name="connsiteX15" fmla="*/ 322630 w 1162418"/>
                  <a:gd name="connsiteY15" fmla="*/ 1351831 h 1897931"/>
                  <a:gd name="connsiteX16" fmla="*/ 283340 w 1162418"/>
                  <a:gd name="connsiteY16" fmla="*/ 1299841 h 1897931"/>
                  <a:gd name="connsiteX17" fmla="*/ 271830 w 1162418"/>
                  <a:gd name="connsiteY17" fmla="*/ 1207369 h 1897931"/>
                  <a:gd name="connsiteX18" fmla="*/ 260718 w 1162418"/>
                  <a:gd name="connsiteY18" fmla="*/ 1127994 h 1897931"/>
                  <a:gd name="connsiteX19" fmla="*/ 205155 w 1162418"/>
                  <a:gd name="connsiteY19" fmla="*/ 1037506 h 1897931"/>
                  <a:gd name="connsiteX20" fmla="*/ 130543 w 1162418"/>
                  <a:gd name="connsiteY20" fmla="*/ 954956 h 1897931"/>
                  <a:gd name="connsiteX21" fmla="*/ 55137 w 1162418"/>
                  <a:gd name="connsiteY21" fmla="*/ 845022 h 1897931"/>
                  <a:gd name="connsiteX22" fmla="*/ 13861 w 1162418"/>
                  <a:gd name="connsiteY22" fmla="*/ 735485 h 1897931"/>
                  <a:gd name="connsiteX23" fmla="*/ 368 w 1162418"/>
                  <a:gd name="connsiteY23" fmla="*/ 600944 h 1897931"/>
                  <a:gd name="connsiteX24" fmla="*/ 11480 w 1162418"/>
                  <a:gd name="connsiteY24" fmla="*/ 475531 h 1897931"/>
                  <a:gd name="connsiteX25" fmla="*/ 81330 w 1162418"/>
                  <a:gd name="connsiteY25" fmla="*/ 285031 h 1897931"/>
                  <a:gd name="connsiteX26" fmla="*/ 265480 w 1162418"/>
                  <a:gd name="connsiteY26" fmla="*/ 92943 h 1897931"/>
                  <a:gd name="connsiteX27" fmla="*/ 519480 w 1162418"/>
                  <a:gd name="connsiteY27" fmla="*/ 3648 h 1897931"/>
                  <a:gd name="connsiteX28" fmla="*/ 705218 w 1162418"/>
                  <a:gd name="connsiteY28" fmla="*/ 10394 h 1897931"/>
                  <a:gd name="connsiteX29" fmla="*/ 943343 w 1162418"/>
                  <a:gd name="connsiteY29" fmla="*/ 121519 h 1897931"/>
                  <a:gd name="connsiteX30" fmla="*/ 1100505 w 1162418"/>
                  <a:gd name="connsiteY30" fmla="*/ 310431 h 1897931"/>
                  <a:gd name="connsiteX31" fmla="*/ 1162418 w 1162418"/>
                  <a:gd name="connsiteY31" fmla="*/ 513631 h 1897931"/>
                  <a:gd name="connsiteX32" fmla="*/ 1159243 w 1162418"/>
                  <a:gd name="connsiteY32" fmla="*/ 683494 h 1897931"/>
                  <a:gd name="connsiteX33" fmla="*/ 1090980 w 1162418"/>
                  <a:gd name="connsiteY33" fmla="*/ 889869 h 1897931"/>
                  <a:gd name="connsiteX34" fmla="*/ 957630 w 1162418"/>
                  <a:gd name="connsiteY34" fmla="*/ 1058144 h 1897931"/>
                  <a:gd name="connsiteX35" fmla="*/ 914768 w 1162418"/>
                  <a:gd name="connsiteY35" fmla="*/ 1118469 h 1897931"/>
                  <a:gd name="connsiteX36" fmla="*/ 905243 w 1162418"/>
                  <a:gd name="connsiteY36" fmla="*/ 1175619 h 1897931"/>
                  <a:gd name="connsiteX37" fmla="*/ 905243 w 1162418"/>
                  <a:gd name="connsiteY37" fmla="*/ 1264519 h 1897931"/>
                  <a:gd name="connsiteX38" fmla="*/ 868730 w 1162418"/>
                  <a:gd name="connsiteY38" fmla="*/ 1301031 h 1897931"/>
                  <a:gd name="connsiteX39" fmla="*/ 641718 w 1162418"/>
                  <a:gd name="connsiteY39" fmla="*/ 1301031 h 1897931"/>
                  <a:gd name="connsiteX40" fmla="*/ 590918 w 1162418"/>
                  <a:gd name="connsiteY40" fmla="*/ 1278806 h 1897931"/>
                  <a:gd name="connsiteX41" fmla="*/ 590918 w 1162418"/>
                  <a:gd name="connsiteY41" fmla="*/ 1212131 h 1897931"/>
                  <a:gd name="connsiteX0" fmla="*/ 584568 w 1162418"/>
                  <a:gd name="connsiteY0" fmla="*/ 1894283 h 1894283"/>
                  <a:gd name="connsiteX1" fmla="*/ 581393 w 1162418"/>
                  <a:gd name="connsiteY1" fmla="*/ 1764108 h 1894283"/>
                  <a:gd name="connsiteX2" fmla="*/ 508368 w 1162418"/>
                  <a:gd name="connsiteY2" fmla="*/ 1719658 h 1894283"/>
                  <a:gd name="connsiteX3" fmla="*/ 475030 w 1162418"/>
                  <a:gd name="connsiteY3" fmla="*/ 1679971 h 1894283"/>
                  <a:gd name="connsiteX4" fmla="*/ 505193 w 1162418"/>
                  <a:gd name="connsiteY4" fmla="*/ 1640283 h 1894283"/>
                  <a:gd name="connsiteX5" fmla="*/ 717918 w 1162418"/>
                  <a:gd name="connsiteY5" fmla="*/ 1640283 h 1894283"/>
                  <a:gd name="connsiteX6" fmla="*/ 746493 w 1162418"/>
                  <a:gd name="connsiteY6" fmla="*/ 1592658 h 1894283"/>
                  <a:gd name="connsiteX7" fmla="*/ 716330 w 1162418"/>
                  <a:gd name="connsiteY7" fmla="*/ 1556146 h 1894283"/>
                  <a:gd name="connsiteX8" fmla="*/ 398830 w 1162418"/>
                  <a:gd name="connsiteY8" fmla="*/ 1556146 h 1894283"/>
                  <a:gd name="connsiteX9" fmla="*/ 360730 w 1162418"/>
                  <a:gd name="connsiteY9" fmla="*/ 1518046 h 1894283"/>
                  <a:gd name="connsiteX10" fmla="*/ 382955 w 1162418"/>
                  <a:gd name="connsiteY10" fmla="*/ 1470421 h 1894283"/>
                  <a:gd name="connsiteX11" fmla="*/ 797293 w 1162418"/>
                  <a:gd name="connsiteY11" fmla="*/ 1470421 h 1894283"/>
                  <a:gd name="connsiteX12" fmla="*/ 830630 w 1162418"/>
                  <a:gd name="connsiteY12" fmla="*/ 1422796 h 1894283"/>
                  <a:gd name="connsiteX13" fmla="*/ 795705 w 1162418"/>
                  <a:gd name="connsiteY13" fmla="*/ 1379933 h 1894283"/>
                  <a:gd name="connsiteX14" fmla="*/ 386130 w 1162418"/>
                  <a:gd name="connsiteY14" fmla="*/ 1379933 h 1894283"/>
                  <a:gd name="connsiteX15" fmla="*/ 322630 w 1162418"/>
                  <a:gd name="connsiteY15" fmla="*/ 1348183 h 1894283"/>
                  <a:gd name="connsiteX16" fmla="*/ 283340 w 1162418"/>
                  <a:gd name="connsiteY16" fmla="*/ 1296193 h 1894283"/>
                  <a:gd name="connsiteX17" fmla="*/ 271830 w 1162418"/>
                  <a:gd name="connsiteY17" fmla="*/ 1203721 h 1894283"/>
                  <a:gd name="connsiteX18" fmla="*/ 260718 w 1162418"/>
                  <a:gd name="connsiteY18" fmla="*/ 1124346 h 1894283"/>
                  <a:gd name="connsiteX19" fmla="*/ 205155 w 1162418"/>
                  <a:gd name="connsiteY19" fmla="*/ 1033858 h 1894283"/>
                  <a:gd name="connsiteX20" fmla="*/ 130543 w 1162418"/>
                  <a:gd name="connsiteY20" fmla="*/ 951308 h 1894283"/>
                  <a:gd name="connsiteX21" fmla="*/ 55137 w 1162418"/>
                  <a:gd name="connsiteY21" fmla="*/ 841374 h 1894283"/>
                  <a:gd name="connsiteX22" fmla="*/ 13861 w 1162418"/>
                  <a:gd name="connsiteY22" fmla="*/ 731837 h 1894283"/>
                  <a:gd name="connsiteX23" fmla="*/ 368 w 1162418"/>
                  <a:gd name="connsiteY23" fmla="*/ 597296 h 1894283"/>
                  <a:gd name="connsiteX24" fmla="*/ 11480 w 1162418"/>
                  <a:gd name="connsiteY24" fmla="*/ 471883 h 1894283"/>
                  <a:gd name="connsiteX25" fmla="*/ 81330 w 1162418"/>
                  <a:gd name="connsiteY25" fmla="*/ 281383 h 1894283"/>
                  <a:gd name="connsiteX26" fmla="*/ 265480 w 1162418"/>
                  <a:gd name="connsiteY26" fmla="*/ 89295 h 1894283"/>
                  <a:gd name="connsiteX27" fmla="*/ 519480 w 1162418"/>
                  <a:gd name="connsiteY27" fmla="*/ 0 h 1894283"/>
                  <a:gd name="connsiteX28" fmla="*/ 705218 w 1162418"/>
                  <a:gd name="connsiteY28" fmla="*/ 6746 h 1894283"/>
                  <a:gd name="connsiteX29" fmla="*/ 943343 w 1162418"/>
                  <a:gd name="connsiteY29" fmla="*/ 117871 h 1894283"/>
                  <a:gd name="connsiteX30" fmla="*/ 1100505 w 1162418"/>
                  <a:gd name="connsiteY30" fmla="*/ 306783 h 1894283"/>
                  <a:gd name="connsiteX31" fmla="*/ 1162418 w 1162418"/>
                  <a:gd name="connsiteY31" fmla="*/ 509983 h 1894283"/>
                  <a:gd name="connsiteX32" fmla="*/ 1159243 w 1162418"/>
                  <a:gd name="connsiteY32" fmla="*/ 679846 h 1894283"/>
                  <a:gd name="connsiteX33" fmla="*/ 1090980 w 1162418"/>
                  <a:gd name="connsiteY33" fmla="*/ 886221 h 1894283"/>
                  <a:gd name="connsiteX34" fmla="*/ 957630 w 1162418"/>
                  <a:gd name="connsiteY34" fmla="*/ 1054496 h 1894283"/>
                  <a:gd name="connsiteX35" fmla="*/ 914768 w 1162418"/>
                  <a:gd name="connsiteY35" fmla="*/ 1114821 h 1894283"/>
                  <a:gd name="connsiteX36" fmla="*/ 905243 w 1162418"/>
                  <a:gd name="connsiteY36" fmla="*/ 1171971 h 1894283"/>
                  <a:gd name="connsiteX37" fmla="*/ 905243 w 1162418"/>
                  <a:gd name="connsiteY37" fmla="*/ 1260871 h 1894283"/>
                  <a:gd name="connsiteX38" fmla="*/ 868730 w 1162418"/>
                  <a:gd name="connsiteY38" fmla="*/ 1297383 h 1894283"/>
                  <a:gd name="connsiteX39" fmla="*/ 641718 w 1162418"/>
                  <a:gd name="connsiteY39" fmla="*/ 1297383 h 1894283"/>
                  <a:gd name="connsiteX40" fmla="*/ 590918 w 1162418"/>
                  <a:gd name="connsiteY40" fmla="*/ 1275158 h 1894283"/>
                  <a:gd name="connsiteX41" fmla="*/ 590918 w 1162418"/>
                  <a:gd name="connsiteY41" fmla="*/ 1208483 h 1894283"/>
                  <a:gd name="connsiteX0" fmla="*/ 584568 w 1162418"/>
                  <a:gd name="connsiteY0" fmla="*/ 1896145 h 1896145"/>
                  <a:gd name="connsiteX1" fmla="*/ 581393 w 1162418"/>
                  <a:gd name="connsiteY1" fmla="*/ 1765970 h 1896145"/>
                  <a:gd name="connsiteX2" fmla="*/ 508368 w 1162418"/>
                  <a:gd name="connsiteY2" fmla="*/ 1721520 h 1896145"/>
                  <a:gd name="connsiteX3" fmla="*/ 475030 w 1162418"/>
                  <a:gd name="connsiteY3" fmla="*/ 1681833 h 1896145"/>
                  <a:gd name="connsiteX4" fmla="*/ 505193 w 1162418"/>
                  <a:gd name="connsiteY4" fmla="*/ 1642145 h 1896145"/>
                  <a:gd name="connsiteX5" fmla="*/ 717918 w 1162418"/>
                  <a:gd name="connsiteY5" fmla="*/ 1642145 h 1896145"/>
                  <a:gd name="connsiteX6" fmla="*/ 746493 w 1162418"/>
                  <a:gd name="connsiteY6" fmla="*/ 1594520 h 1896145"/>
                  <a:gd name="connsiteX7" fmla="*/ 716330 w 1162418"/>
                  <a:gd name="connsiteY7" fmla="*/ 1558008 h 1896145"/>
                  <a:gd name="connsiteX8" fmla="*/ 398830 w 1162418"/>
                  <a:gd name="connsiteY8" fmla="*/ 1558008 h 1896145"/>
                  <a:gd name="connsiteX9" fmla="*/ 360730 w 1162418"/>
                  <a:gd name="connsiteY9" fmla="*/ 1519908 h 1896145"/>
                  <a:gd name="connsiteX10" fmla="*/ 382955 w 1162418"/>
                  <a:gd name="connsiteY10" fmla="*/ 1472283 h 1896145"/>
                  <a:gd name="connsiteX11" fmla="*/ 797293 w 1162418"/>
                  <a:gd name="connsiteY11" fmla="*/ 1472283 h 1896145"/>
                  <a:gd name="connsiteX12" fmla="*/ 830630 w 1162418"/>
                  <a:gd name="connsiteY12" fmla="*/ 1424658 h 1896145"/>
                  <a:gd name="connsiteX13" fmla="*/ 795705 w 1162418"/>
                  <a:gd name="connsiteY13" fmla="*/ 1381795 h 1896145"/>
                  <a:gd name="connsiteX14" fmla="*/ 386130 w 1162418"/>
                  <a:gd name="connsiteY14" fmla="*/ 1381795 h 1896145"/>
                  <a:gd name="connsiteX15" fmla="*/ 322630 w 1162418"/>
                  <a:gd name="connsiteY15" fmla="*/ 1350045 h 1896145"/>
                  <a:gd name="connsiteX16" fmla="*/ 283340 w 1162418"/>
                  <a:gd name="connsiteY16" fmla="*/ 1298055 h 1896145"/>
                  <a:gd name="connsiteX17" fmla="*/ 271830 w 1162418"/>
                  <a:gd name="connsiteY17" fmla="*/ 1205583 h 1896145"/>
                  <a:gd name="connsiteX18" fmla="*/ 260718 w 1162418"/>
                  <a:gd name="connsiteY18" fmla="*/ 1126208 h 1896145"/>
                  <a:gd name="connsiteX19" fmla="*/ 205155 w 1162418"/>
                  <a:gd name="connsiteY19" fmla="*/ 1035720 h 1896145"/>
                  <a:gd name="connsiteX20" fmla="*/ 130543 w 1162418"/>
                  <a:gd name="connsiteY20" fmla="*/ 953170 h 1896145"/>
                  <a:gd name="connsiteX21" fmla="*/ 55137 w 1162418"/>
                  <a:gd name="connsiteY21" fmla="*/ 843236 h 1896145"/>
                  <a:gd name="connsiteX22" fmla="*/ 13861 w 1162418"/>
                  <a:gd name="connsiteY22" fmla="*/ 733699 h 1896145"/>
                  <a:gd name="connsiteX23" fmla="*/ 368 w 1162418"/>
                  <a:gd name="connsiteY23" fmla="*/ 599158 h 1896145"/>
                  <a:gd name="connsiteX24" fmla="*/ 11480 w 1162418"/>
                  <a:gd name="connsiteY24" fmla="*/ 473745 h 1896145"/>
                  <a:gd name="connsiteX25" fmla="*/ 81330 w 1162418"/>
                  <a:gd name="connsiteY25" fmla="*/ 283245 h 1896145"/>
                  <a:gd name="connsiteX26" fmla="*/ 265480 w 1162418"/>
                  <a:gd name="connsiteY26" fmla="*/ 91157 h 1896145"/>
                  <a:gd name="connsiteX27" fmla="*/ 519480 w 1162418"/>
                  <a:gd name="connsiteY27" fmla="*/ 1862 h 1896145"/>
                  <a:gd name="connsiteX28" fmla="*/ 705218 w 1162418"/>
                  <a:gd name="connsiteY28" fmla="*/ 8608 h 1896145"/>
                  <a:gd name="connsiteX29" fmla="*/ 943343 w 1162418"/>
                  <a:gd name="connsiteY29" fmla="*/ 119733 h 1896145"/>
                  <a:gd name="connsiteX30" fmla="*/ 1100505 w 1162418"/>
                  <a:gd name="connsiteY30" fmla="*/ 308645 h 1896145"/>
                  <a:gd name="connsiteX31" fmla="*/ 1162418 w 1162418"/>
                  <a:gd name="connsiteY31" fmla="*/ 511845 h 1896145"/>
                  <a:gd name="connsiteX32" fmla="*/ 1159243 w 1162418"/>
                  <a:gd name="connsiteY32" fmla="*/ 681708 h 1896145"/>
                  <a:gd name="connsiteX33" fmla="*/ 1090980 w 1162418"/>
                  <a:gd name="connsiteY33" fmla="*/ 888083 h 1896145"/>
                  <a:gd name="connsiteX34" fmla="*/ 957630 w 1162418"/>
                  <a:gd name="connsiteY34" fmla="*/ 1056358 h 1896145"/>
                  <a:gd name="connsiteX35" fmla="*/ 914768 w 1162418"/>
                  <a:gd name="connsiteY35" fmla="*/ 1116683 h 1896145"/>
                  <a:gd name="connsiteX36" fmla="*/ 905243 w 1162418"/>
                  <a:gd name="connsiteY36" fmla="*/ 1173833 h 1896145"/>
                  <a:gd name="connsiteX37" fmla="*/ 905243 w 1162418"/>
                  <a:gd name="connsiteY37" fmla="*/ 1262733 h 1896145"/>
                  <a:gd name="connsiteX38" fmla="*/ 868730 w 1162418"/>
                  <a:gd name="connsiteY38" fmla="*/ 1299245 h 1896145"/>
                  <a:gd name="connsiteX39" fmla="*/ 641718 w 1162418"/>
                  <a:gd name="connsiteY39" fmla="*/ 1299245 h 1896145"/>
                  <a:gd name="connsiteX40" fmla="*/ 590918 w 1162418"/>
                  <a:gd name="connsiteY40" fmla="*/ 1277020 h 1896145"/>
                  <a:gd name="connsiteX41" fmla="*/ 590918 w 1162418"/>
                  <a:gd name="connsiteY41" fmla="*/ 1210345 h 1896145"/>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2418"/>
                  <a:gd name="connsiteY0" fmla="*/ 1898273 h 1898273"/>
                  <a:gd name="connsiteX1" fmla="*/ 581393 w 1162418"/>
                  <a:gd name="connsiteY1" fmla="*/ 1768098 h 1898273"/>
                  <a:gd name="connsiteX2" fmla="*/ 508368 w 1162418"/>
                  <a:gd name="connsiteY2" fmla="*/ 1723648 h 1898273"/>
                  <a:gd name="connsiteX3" fmla="*/ 475030 w 1162418"/>
                  <a:gd name="connsiteY3" fmla="*/ 1683961 h 1898273"/>
                  <a:gd name="connsiteX4" fmla="*/ 505193 w 1162418"/>
                  <a:gd name="connsiteY4" fmla="*/ 1644273 h 1898273"/>
                  <a:gd name="connsiteX5" fmla="*/ 717918 w 1162418"/>
                  <a:gd name="connsiteY5" fmla="*/ 1644273 h 1898273"/>
                  <a:gd name="connsiteX6" fmla="*/ 746493 w 1162418"/>
                  <a:gd name="connsiteY6" fmla="*/ 1596648 h 1898273"/>
                  <a:gd name="connsiteX7" fmla="*/ 716330 w 1162418"/>
                  <a:gd name="connsiteY7" fmla="*/ 1560136 h 1898273"/>
                  <a:gd name="connsiteX8" fmla="*/ 398830 w 1162418"/>
                  <a:gd name="connsiteY8" fmla="*/ 1560136 h 1898273"/>
                  <a:gd name="connsiteX9" fmla="*/ 360730 w 1162418"/>
                  <a:gd name="connsiteY9" fmla="*/ 1522036 h 1898273"/>
                  <a:gd name="connsiteX10" fmla="*/ 382955 w 1162418"/>
                  <a:gd name="connsiteY10" fmla="*/ 1474411 h 1898273"/>
                  <a:gd name="connsiteX11" fmla="*/ 797293 w 1162418"/>
                  <a:gd name="connsiteY11" fmla="*/ 1474411 h 1898273"/>
                  <a:gd name="connsiteX12" fmla="*/ 830630 w 1162418"/>
                  <a:gd name="connsiteY12" fmla="*/ 1426786 h 1898273"/>
                  <a:gd name="connsiteX13" fmla="*/ 795705 w 1162418"/>
                  <a:gd name="connsiteY13" fmla="*/ 1383923 h 1898273"/>
                  <a:gd name="connsiteX14" fmla="*/ 386130 w 1162418"/>
                  <a:gd name="connsiteY14" fmla="*/ 1383923 h 1898273"/>
                  <a:gd name="connsiteX15" fmla="*/ 322630 w 1162418"/>
                  <a:gd name="connsiteY15" fmla="*/ 1352173 h 1898273"/>
                  <a:gd name="connsiteX16" fmla="*/ 283340 w 1162418"/>
                  <a:gd name="connsiteY16" fmla="*/ 1300183 h 1898273"/>
                  <a:gd name="connsiteX17" fmla="*/ 271830 w 1162418"/>
                  <a:gd name="connsiteY17" fmla="*/ 1207711 h 1898273"/>
                  <a:gd name="connsiteX18" fmla="*/ 260718 w 1162418"/>
                  <a:gd name="connsiteY18" fmla="*/ 1128336 h 1898273"/>
                  <a:gd name="connsiteX19" fmla="*/ 205155 w 1162418"/>
                  <a:gd name="connsiteY19" fmla="*/ 1037848 h 1898273"/>
                  <a:gd name="connsiteX20" fmla="*/ 130543 w 1162418"/>
                  <a:gd name="connsiteY20" fmla="*/ 955298 h 1898273"/>
                  <a:gd name="connsiteX21" fmla="*/ 55137 w 1162418"/>
                  <a:gd name="connsiteY21" fmla="*/ 845364 h 1898273"/>
                  <a:gd name="connsiteX22" fmla="*/ 13861 w 1162418"/>
                  <a:gd name="connsiteY22" fmla="*/ 735827 h 1898273"/>
                  <a:gd name="connsiteX23" fmla="*/ 368 w 1162418"/>
                  <a:gd name="connsiteY23" fmla="*/ 601286 h 1898273"/>
                  <a:gd name="connsiteX24" fmla="*/ 11480 w 1162418"/>
                  <a:gd name="connsiteY24" fmla="*/ 475873 h 1898273"/>
                  <a:gd name="connsiteX25" fmla="*/ 81330 w 1162418"/>
                  <a:gd name="connsiteY25" fmla="*/ 285373 h 1898273"/>
                  <a:gd name="connsiteX26" fmla="*/ 265480 w 1162418"/>
                  <a:gd name="connsiteY26" fmla="*/ 93285 h 1898273"/>
                  <a:gd name="connsiteX27" fmla="*/ 519480 w 1162418"/>
                  <a:gd name="connsiteY27" fmla="*/ 3990 h 1898273"/>
                  <a:gd name="connsiteX28" fmla="*/ 705218 w 1162418"/>
                  <a:gd name="connsiteY28" fmla="*/ 10736 h 1898273"/>
                  <a:gd name="connsiteX29" fmla="*/ 943343 w 1162418"/>
                  <a:gd name="connsiteY29" fmla="*/ 121861 h 1898273"/>
                  <a:gd name="connsiteX30" fmla="*/ 1100505 w 1162418"/>
                  <a:gd name="connsiteY30" fmla="*/ 310773 h 1898273"/>
                  <a:gd name="connsiteX31" fmla="*/ 1162418 w 1162418"/>
                  <a:gd name="connsiteY31" fmla="*/ 513973 h 1898273"/>
                  <a:gd name="connsiteX32" fmla="*/ 1159243 w 1162418"/>
                  <a:gd name="connsiteY32" fmla="*/ 683836 h 1898273"/>
                  <a:gd name="connsiteX33" fmla="*/ 1090980 w 1162418"/>
                  <a:gd name="connsiteY33" fmla="*/ 890211 h 1898273"/>
                  <a:gd name="connsiteX34" fmla="*/ 957630 w 1162418"/>
                  <a:gd name="connsiteY34" fmla="*/ 1058486 h 1898273"/>
                  <a:gd name="connsiteX35" fmla="*/ 914768 w 1162418"/>
                  <a:gd name="connsiteY35" fmla="*/ 1118811 h 1898273"/>
                  <a:gd name="connsiteX36" fmla="*/ 905243 w 1162418"/>
                  <a:gd name="connsiteY36" fmla="*/ 1175961 h 1898273"/>
                  <a:gd name="connsiteX37" fmla="*/ 905243 w 1162418"/>
                  <a:gd name="connsiteY37" fmla="*/ 1264861 h 1898273"/>
                  <a:gd name="connsiteX38" fmla="*/ 868730 w 1162418"/>
                  <a:gd name="connsiteY38" fmla="*/ 1301373 h 1898273"/>
                  <a:gd name="connsiteX39" fmla="*/ 641718 w 1162418"/>
                  <a:gd name="connsiteY39" fmla="*/ 1301373 h 1898273"/>
                  <a:gd name="connsiteX40" fmla="*/ 590918 w 1162418"/>
                  <a:gd name="connsiteY40" fmla="*/ 1279148 h 1898273"/>
                  <a:gd name="connsiteX41" fmla="*/ 590918 w 1162418"/>
                  <a:gd name="connsiteY41" fmla="*/ 1212473 h 1898273"/>
                  <a:gd name="connsiteX0" fmla="*/ 584568 w 1166196"/>
                  <a:gd name="connsiteY0" fmla="*/ 1898273 h 1898273"/>
                  <a:gd name="connsiteX1" fmla="*/ 581393 w 1166196"/>
                  <a:gd name="connsiteY1" fmla="*/ 1768098 h 1898273"/>
                  <a:gd name="connsiteX2" fmla="*/ 508368 w 1166196"/>
                  <a:gd name="connsiteY2" fmla="*/ 1723648 h 1898273"/>
                  <a:gd name="connsiteX3" fmla="*/ 475030 w 1166196"/>
                  <a:gd name="connsiteY3" fmla="*/ 1683961 h 1898273"/>
                  <a:gd name="connsiteX4" fmla="*/ 505193 w 1166196"/>
                  <a:gd name="connsiteY4" fmla="*/ 1644273 h 1898273"/>
                  <a:gd name="connsiteX5" fmla="*/ 717918 w 1166196"/>
                  <a:gd name="connsiteY5" fmla="*/ 1644273 h 1898273"/>
                  <a:gd name="connsiteX6" fmla="*/ 746493 w 1166196"/>
                  <a:gd name="connsiteY6" fmla="*/ 1596648 h 1898273"/>
                  <a:gd name="connsiteX7" fmla="*/ 716330 w 1166196"/>
                  <a:gd name="connsiteY7" fmla="*/ 1560136 h 1898273"/>
                  <a:gd name="connsiteX8" fmla="*/ 398830 w 1166196"/>
                  <a:gd name="connsiteY8" fmla="*/ 1560136 h 1898273"/>
                  <a:gd name="connsiteX9" fmla="*/ 360730 w 1166196"/>
                  <a:gd name="connsiteY9" fmla="*/ 1522036 h 1898273"/>
                  <a:gd name="connsiteX10" fmla="*/ 382955 w 1166196"/>
                  <a:gd name="connsiteY10" fmla="*/ 1474411 h 1898273"/>
                  <a:gd name="connsiteX11" fmla="*/ 797293 w 1166196"/>
                  <a:gd name="connsiteY11" fmla="*/ 1474411 h 1898273"/>
                  <a:gd name="connsiteX12" fmla="*/ 830630 w 1166196"/>
                  <a:gd name="connsiteY12" fmla="*/ 1426786 h 1898273"/>
                  <a:gd name="connsiteX13" fmla="*/ 795705 w 1166196"/>
                  <a:gd name="connsiteY13" fmla="*/ 1383923 h 1898273"/>
                  <a:gd name="connsiteX14" fmla="*/ 386130 w 1166196"/>
                  <a:gd name="connsiteY14" fmla="*/ 1383923 h 1898273"/>
                  <a:gd name="connsiteX15" fmla="*/ 322630 w 1166196"/>
                  <a:gd name="connsiteY15" fmla="*/ 1352173 h 1898273"/>
                  <a:gd name="connsiteX16" fmla="*/ 283340 w 1166196"/>
                  <a:gd name="connsiteY16" fmla="*/ 1300183 h 1898273"/>
                  <a:gd name="connsiteX17" fmla="*/ 271830 w 1166196"/>
                  <a:gd name="connsiteY17" fmla="*/ 1207711 h 1898273"/>
                  <a:gd name="connsiteX18" fmla="*/ 260718 w 1166196"/>
                  <a:gd name="connsiteY18" fmla="*/ 1128336 h 1898273"/>
                  <a:gd name="connsiteX19" fmla="*/ 205155 w 1166196"/>
                  <a:gd name="connsiteY19" fmla="*/ 1037848 h 1898273"/>
                  <a:gd name="connsiteX20" fmla="*/ 130543 w 1166196"/>
                  <a:gd name="connsiteY20" fmla="*/ 955298 h 1898273"/>
                  <a:gd name="connsiteX21" fmla="*/ 55137 w 1166196"/>
                  <a:gd name="connsiteY21" fmla="*/ 845364 h 1898273"/>
                  <a:gd name="connsiteX22" fmla="*/ 13861 w 1166196"/>
                  <a:gd name="connsiteY22" fmla="*/ 735827 h 1898273"/>
                  <a:gd name="connsiteX23" fmla="*/ 368 w 1166196"/>
                  <a:gd name="connsiteY23" fmla="*/ 601286 h 1898273"/>
                  <a:gd name="connsiteX24" fmla="*/ 11480 w 1166196"/>
                  <a:gd name="connsiteY24" fmla="*/ 475873 h 1898273"/>
                  <a:gd name="connsiteX25" fmla="*/ 81330 w 1166196"/>
                  <a:gd name="connsiteY25" fmla="*/ 285373 h 1898273"/>
                  <a:gd name="connsiteX26" fmla="*/ 265480 w 1166196"/>
                  <a:gd name="connsiteY26" fmla="*/ 93285 h 1898273"/>
                  <a:gd name="connsiteX27" fmla="*/ 519480 w 1166196"/>
                  <a:gd name="connsiteY27" fmla="*/ 3990 h 1898273"/>
                  <a:gd name="connsiteX28" fmla="*/ 705218 w 1166196"/>
                  <a:gd name="connsiteY28" fmla="*/ 10736 h 1898273"/>
                  <a:gd name="connsiteX29" fmla="*/ 943343 w 1166196"/>
                  <a:gd name="connsiteY29" fmla="*/ 121861 h 1898273"/>
                  <a:gd name="connsiteX30" fmla="*/ 1100505 w 1166196"/>
                  <a:gd name="connsiteY30" fmla="*/ 310773 h 1898273"/>
                  <a:gd name="connsiteX31" fmla="*/ 1162418 w 1166196"/>
                  <a:gd name="connsiteY31" fmla="*/ 513973 h 1898273"/>
                  <a:gd name="connsiteX32" fmla="*/ 1159243 w 1166196"/>
                  <a:gd name="connsiteY32" fmla="*/ 683836 h 1898273"/>
                  <a:gd name="connsiteX33" fmla="*/ 1090980 w 1166196"/>
                  <a:gd name="connsiteY33" fmla="*/ 890211 h 1898273"/>
                  <a:gd name="connsiteX34" fmla="*/ 957630 w 1166196"/>
                  <a:gd name="connsiteY34" fmla="*/ 1058486 h 1898273"/>
                  <a:gd name="connsiteX35" fmla="*/ 914768 w 1166196"/>
                  <a:gd name="connsiteY35" fmla="*/ 1118811 h 1898273"/>
                  <a:gd name="connsiteX36" fmla="*/ 905243 w 1166196"/>
                  <a:gd name="connsiteY36" fmla="*/ 1175961 h 1898273"/>
                  <a:gd name="connsiteX37" fmla="*/ 905243 w 1166196"/>
                  <a:gd name="connsiteY37" fmla="*/ 1264861 h 1898273"/>
                  <a:gd name="connsiteX38" fmla="*/ 868730 w 1166196"/>
                  <a:gd name="connsiteY38" fmla="*/ 1301373 h 1898273"/>
                  <a:gd name="connsiteX39" fmla="*/ 641718 w 1166196"/>
                  <a:gd name="connsiteY39" fmla="*/ 1301373 h 1898273"/>
                  <a:gd name="connsiteX40" fmla="*/ 590918 w 1166196"/>
                  <a:gd name="connsiteY40" fmla="*/ 1279148 h 1898273"/>
                  <a:gd name="connsiteX41" fmla="*/ 590918 w 1166196"/>
                  <a:gd name="connsiteY41" fmla="*/ 1212473 h 1898273"/>
                  <a:gd name="connsiteX0" fmla="*/ 584568 w 1170207"/>
                  <a:gd name="connsiteY0" fmla="*/ 1898273 h 1898273"/>
                  <a:gd name="connsiteX1" fmla="*/ 581393 w 1170207"/>
                  <a:gd name="connsiteY1" fmla="*/ 1768098 h 1898273"/>
                  <a:gd name="connsiteX2" fmla="*/ 508368 w 1170207"/>
                  <a:gd name="connsiteY2" fmla="*/ 1723648 h 1898273"/>
                  <a:gd name="connsiteX3" fmla="*/ 475030 w 1170207"/>
                  <a:gd name="connsiteY3" fmla="*/ 1683961 h 1898273"/>
                  <a:gd name="connsiteX4" fmla="*/ 505193 w 1170207"/>
                  <a:gd name="connsiteY4" fmla="*/ 1644273 h 1898273"/>
                  <a:gd name="connsiteX5" fmla="*/ 717918 w 1170207"/>
                  <a:gd name="connsiteY5" fmla="*/ 1644273 h 1898273"/>
                  <a:gd name="connsiteX6" fmla="*/ 746493 w 1170207"/>
                  <a:gd name="connsiteY6" fmla="*/ 1596648 h 1898273"/>
                  <a:gd name="connsiteX7" fmla="*/ 716330 w 1170207"/>
                  <a:gd name="connsiteY7" fmla="*/ 1560136 h 1898273"/>
                  <a:gd name="connsiteX8" fmla="*/ 398830 w 1170207"/>
                  <a:gd name="connsiteY8" fmla="*/ 1560136 h 1898273"/>
                  <a:gd name="connsiteX9" fmla="*/ 360730 w 1170207"/>
                  <a:gd name="connsiteY9" fmla="*/ 1522036 h 1898273"/>
                  <a:gd name="connsiteX10" fmla="*/ 382955 w 1170207"/>
                  <a:gd name="connsiteY10" fmla="*/ 1474411 h 1898273"/>
                  <a:gd name="connsiteX11" fmla="*/ 797293 w 1170207"/>
                  <a:gd name="connsiteY11" fmla="*/ 1474411 h 1898273"/>
                  <a:gd name="connsiteX12" fmla="*/ 830630 w 1170207"/>
                  <a:gd name="connsiteY12" fmla="*/ 1426786 h 1898273"/>
                  <a:gd name="connsiteX13" fmla="*/ 795705 w 1170207"/>
                  <a:gd name="connsiteY13" fmla="*/ 1383923 h 1898273"/>
                  <a:gd name="connsiteX14" fmla="*/ 386130 w 1170207"/>
                  <a:gd name="connsiteY14" fmla="*/ 1383923 h 1898273"/>
                  <a:gd name="connsiteX15" fmla="*/ 322630 w 1170207"/>
                  <a:gd name="connsiteY15" fmla="*/ 1352173 h 1898273"/>
                  <a:gd name="connsiteX16" fmla="*/ 283340 w 1170207"/>
                  <a:gd name="connsiteY16" fmla="*/ 1300183 h 1898273"/>
                  <a:gd name="connsiteX17" fmla="*/ 271830 w 1170207"/>
                  <a:gd name="connsiteY17" fmla="*/ 1207711 h 1898273"/>
                  <a:gd name="connsiteX18" fmla="*/ 260718 w 1170207"/>
                  <a:gd name="connsiteY18" fmla="*/ 1128336 h 1898273"/>
                  <a:gd name="connsiteX19" fmla="*/ 205155 w 1170207"/>
                  <a:gd name="connsiteY19" fmla="*/ 1037848 h 1898273"/>
                  <a:gd name="connsiteX20" fmla="*/ 130543 w 1170207"/>
                  <a:gd name="connsiteY20" fmla="*/ 955298 h 1898273"/>
                  <a:gd name="connsiteX21" fmla="*/ 55137 w 1170207"/>
                  <a:gd name="connsiteY21" fmla="*/ 845364 h 1898273"/>
                  <a:gd name="connsiteX22" fmla="*/ 13861 w 1170207"/>
                  <a:gd name="connsiteY22" fmla="*/ 735827 h 1898273"/>
                  <a:gd name="connsiteX23" fmla="*/ 368 w 1170207"/>
                  <a:gd name="connsiteY23" fmla="*/ 601286 h 1898273"/>
                  <a:gd name="connsiteX24" fmla="*/ 11480 w 1170207"/>
                  <a:gd name="connsiteY24" fmla="*/ 475873 h 1898273"/>
                  <a:gd name="connsiteX25" fmla="*/ 81330 w 1170207"/>
                  <a:gd name="connsiteY25" fmla="*/ 285373 h 1898273"/>
                  <a:gd name="connsiteX26" fmla="*/ 265480 w 1170207"/>
                  <a:gd name="connsiteY26" fmla="*/ 93285 h 1898273"/>
                  <a:gd name="connsiteX27" fmla="*/ 519480 w 1170207"/>
                  <a:gd name="connsiteY27" fmla="*/ 3990 h 1898273"/>
                  <a:gd name="connsiteX28" fmla="*/ 705218 w 1170207"/>
                  <a:gd name="connsiteY28" fmla="*/ 10736 h 1898273"/>
                  <a:gd name="connsiteX29" fmla="*/ 943343 w 1170207"/>
                  <a:gd name="connsiteY29" fmla="*/ 121861 h 1898273"/>
                  <a:gd name="connsiteX30" fmla="*/ 1100505 w 1170207"/>
                  <a:gd name="connsiteY30" fmla="*/ 310773 h 1898273"/>
                  <a:gd name="connsiteX31" fmla="*/ 1162418 w 1170207"/>
                  <a:gd name="connsiteY31" fmla="*/ 513973 h 1898273"/>
                  <a:gd name="connsiteX32" fmla="*/ 1159243 w 1170207"/>
                  <a:gd name="connsiteY32" fmla="*/ 683836 h 1898273"/>
                  <a:gd name="connsiteX33" fmla="*/ 1090980 w 1170207"/>
                  <a:gd name="connsiteY33" fmla="*/ 890211 h 1898273"/>
                  <a:gd name="connsiteX34" fmla="*/ 957630 w 1170207"/>
                  <a:gd name="connsiteY34" fmla="*/ 1058486 h 1898273"/>
                  <a:gd name="connsiteX35" fmla="*/ 914768 w 1170207"/>
                  <a:gd name="connsiteY35" fmla="*/ 1118811 h 1898273"/>
                  <a:gd name="connsiteX36" fmla="*/ 905243 w 1170207"/>
                  <a:gd name="connsiteY36" fmla="*/ 1175961 h 1898273"/>
                  <a:gd name="connsiteX37" fmla="*/ 905243 w 1170207"/>
                  <a:gd name="connsiteY37" fmla="*/ 1264861 h 1898273"/>
                  <a:gd name="connsiteX38" fmla="*/ 868730 w 1170207"/>
                  <a:gd name="connsiteY38" fmla="*/ 1301373 h 1898273"/>
                  <a:gd name="connsiteX39" fmla="*/ 641718 w 1170207"/>
                  <a:gd name="connsiteY39" fmla="*/ 1301373 h 1898273"/>
                  <a:gd name="connsiteX40" fmla="*/ 590918 w 1170207"/>
                  <a:gd name="connsiteY40" fmla="*/ 1279148 h 1898273"/>
                  <a:gd name="connsiteX41" fmla="*/ 590918 w 1170207"/>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67505"/>
                  <a:gd name="connsiteY0" fmla="*/ 1898273 h 1898273"/>
                  <a:gd name="connsiteX1" fmla="*/ 581393 w 1167505"/>
                  <a:gd name="connsiteY1" fmla="*/ 1768098 h 1898273"/>
                  <a:gd name="connsiteX2" fmla="*/ 508368 w 1167505"/>
                  <a:gd name="connsiteY2" fmla="*/ 1723648 h 1898273"/>
                  <a:gd name="connsiteX3" fmla="*/ 475030 w 1167505"/>
                  <a:gd name="connsiteY3" fmla="*/ 1683961 h 1898273"/>
                  <a:gd name="connsiteX4" fmla="*/ 505193 w 1167505"/>
                  <a:gd name="connsiteY4" fmla="*/ 1644273 h 1898273"/>
                  <a:gd name="connsiteX5" fmla="*/ 717918 w 1167505"/>
                  <a:gd name="connsiteY5" fmla="*/ 1644273 h 1898273"/>
                  <a:gd name="connsiteX6" fmla="*/ 746493 w 1167505"/>
                  <a:gd name="connsiteY6" fmla="*/ 1596648 h 1898273"/>
                  <a:gd name="connsiteX7" fmla="*/ 716330 w 1167505"/>
                  <a:gd name="connsiteY7" fmla="*/ 1560136 h 1898273"/>
                  <a:gd name="connsiteX8" fmla="*/ 398830 w 1167505"/>
                  <a:gd name="connsiteY8" fmla="*/ 1560136 h 1898273"/>
                  <a:gd name="connsiteX9" fmla="*/ 360730 w 1167505"/>
                  <a:gd name="connsiteY9" fmla="*/ 1522036 h 1898273"/>
                  <a:gd name="connsiteX10" fmla="*/ 382955 w 1167505"/>
                  <a:gd name="connsiteY10" fmla="*/ 1474411 h 1898273"/>
                  <a:gd name="connsiteX11" fmla="*/ 797293 w 1167505"/>
                  <a:gd name="connsiteY11" fmla="*/ 1474411 h 1898273"/>
                  <a:gd name="connsiteX12" fmla="*/ 830630 w 1167505"/>
                  <a:gd name="connsiteY12" fmla="*/ 1426786 h 1898273"/>
                  <a:gd name="connsiteX13" fmla="*/ 795705 w 1167505"/>
                  <a:gd name="connsiteY13" fmla="*/ 1383923 h 1898273"/>
                  <a:gd name="connsiteX14" fmla="*/ 386130 w 1167505"/>
                  <a:gd name="connsiteY14" fmla="*/ 1383923 h 1898273"/>
                  <a:gd name="connsiteX15" fmla="*/ 322630 w 1167505"/>
                  <a:gd name="connsiteY15" fmla="*/ 1352173 h 1898273"/>
                  <a:gd name="connsiteX16" fmla="*/ 283340 w 1167505"/>
                  <a:gd name="connsiteY16" fmla="*/ 1300183 h 1898273"/>
                  <a:gd name="connsiteX17" fmla="*/ 271830 w 1167505"/>
                  <a:gd name="connsiteY17" fmla="*/ 1207711 h 1898273"/>
                  <a:gd name="connsiteX18" fmla="*/ 260718 w 1167505"/>
                  <a:gd name="connsiteY18" fmla="*/ 1128336 h 1898273"/>
                  <a:gd name="connsiteX19" fmla="*/ 205155 w 1167505"/>
                  <a:gd name="connsiteY19" fmla="*/ 1037848 h 1898273"/>
                  <a:gd name="connsiteX20" fmla="*/ 130543 w 1167505"/>
                  <a:gd name="connsiteY20" fmla="*/ 955298 h 1898273"/>
                  <a:gd name="connsiteX21" fmla="*/ 55137 w 1167505"/>
                  <a:gd name="connsiteY21" fmla="*/ 845364 h 1898273"/>
                  <a:gd name="connsiteX22" fmla="*/ 13861 w 1167505"/>
                  <a:gd name="connsiteY22" fmla="*/ 735827 h 1898273"/>
                  <a:gd name="connsiteX23" fmla="*/ 368 w 1167505"/>
                  <a:gd name="connsiteY23" fmla="*/ 601286 h 1898273"/>
                  <a:gd name="connsiteX24" fmla="*/ 11480 w 1167505"/>
                  <a:gd name="connsiteY24" fmla="*/ 475873 h 1898273"/>
                  <a:gd name="connsiteX25" fmla="*/ 81330 w 1167505"/>
                  <a:gd name="connsiteY25" fmla="*/ 285373 h 1898273"/>
                  <a:gd name="connsiteX26" fmla="*/ 265480 w 1167505"/>
                  <a:gd name="connsiteY26" fmla="*/ 93285 h 1898273"/>
                  <a:gd name="connsiteX27" fmla="*/ 519480 w 1167505"/>
                  <a:gd name="connsiteY27" fmla="*/ 3990 h 1898273"/>
                  <a:gd name="connsiteX28" fmla="*/ 705218 w 1167505"/>
                  <a:gd name="connsiteY28" fmla="*/ 10736 h 1898273"/>
                  <a:gd name="connsiteX29" fmla="*/ 943343 w 1167505"/>
                  <a:gd name="connsiteY29" fmla="*/ 121861 h 1898273"/>
                  <a:gd name="connsiteX30" fmla="*/ 1100505 w 1167505"/>
                  <a:gd name="connsiteY30" fmla="*/ 310773 h 1898273"/>
                  <a:gd name="connsiteX31" fmla="*/ 1162418 w 1167505"/>
                  <a:gd name="connsiteY31" fmla="*/ 513973 h 1898273"/>
                  <a:gd name="connsiteX32" fmla="*/ 1159243 w 1167505"/>
                  <a:gd name="connsiteY32" fmla="*/ 683836 h 1898273"/>
                  <a:gd name="connsiteX33" fmla="*/ 1090980 w 1167505"/>
                  <a:gd name="connsiteY33" fmla="*/ 890211 h 1898273"/>
                  <a:gd name="connsiteX34" fmla="*/ 957630 w 1167505"/>
                  <a:gd name="connsiteY34" fmla="*/ 1058486 h 1898273"/>
                  <a:gd name="connsiteX35" fmla="*/ 914768 w 1167505"/>
                  <a:gd name="connsiteY35" fmla="*/ 1118811 h 1898273"/>
                  <a:gd name="connsiteX36" fmla="*/ 905243 w 1167505"/>
                  <a:gd name="connsiteY36" fmla="*/ 1175961 h 1898273"/>
                  <a:gd name="connsiteX37" fmla="*/ 905243 w 1167505"/>
                  <a:gd name="connsiteY37" fmla="*/ 1264861 h 1898273"/>
                  <a:gd name="connsiteX38" fmla="*/ 868730 w 1167505"/>
                  <a:gd name="connsiteY38" fmla="*/ 1301373 h 1898273"/>
                  <a:gd name="connsiteX39" fmla="*/ 641718 w 1167505"/>
                  <a:gd name="connsiteY39" fmla="*/ 1301373 h 1898273"/>
                  <a:gd name="connsiteX40" fmla="*/ 590918 w 1167505"/>
                  <a:gd name="connsiteY40" fmla="*/ 1279148 h 1898273"/>
                  <a:gd name="connsiteX41" fmla="*/ 590918 w 1167505"/>
                  <a:gd name="connsiteY41" fmla="*/ 1212473 h 1898273"/>
                  <a:gd name="connsiteX0" fmla="*/ 584568 w 1170104"/>
                  <a:gd name="connsiteY0" fmla="*/ 1898273 h 1898273"/>
                  <a:gd name="connsiteX1" fmla="*/ 581393 w 1170104"/>
                  <a:gd name="connsiteY1" fmla="*/ 1768098 h 1898273"/>
                  <a:gd name="connsiteX2" fmla="*/ 508368 w 1170104"/>
                  <a:gd name="connsiteY2" fmla="*/ 1723648 h 1898273"/>
                  <a:gd name="connsiteX3" fmla="*/ 475030 w 1170104"/>
                  <a:gd name="connsiteY3" fmla="*/ 1683961 h 1898273"/>
                  <a:gd name="connsiteX4" fmla="*/ 505193 w 1170104"/>
                  <a:gd name="connsiteY4" fmla="*/ 1644273 h 1898273"/>
                  <a:gd name="connsiteX5" fmla="*/ 717918 w 1170104"/>
                  <a:gd name="connsiteY5" fmla="*/ 1644273 h 1898273"/>
                  <a:gd name="connsiteX6" fmla="*/ 746493 w 1170104"/>
                  <a:gd name="connsiteY6" fmla="*/ 1596648 h 1898273"/>
                  <a:gd name="connsiteX7" fmla="*/ 716330 w 1170104"/>
                  <a:gd name="connsiteY7" fmla="*/ 1560136 h 1898273"/>
                  <a:gd name="connsiteX8" fmla="*/ 398830 w 1170104"/>
                  <a:gd name="connsiteY8" fmla="*/ 1560136 h 1898273"/>
                  <a:gd name="connsiteX9" fmla="*/ 360730 w 1170104"/>
                  <a:gd name="connsiteY9" fmla="*/ 1522036 h 1898273"/>
                  <a:gd name="connsiteX10" fmla="*/ 382955 w 1170104"/>
                  <a:gd name="connsiteY10" fmla="*/ 1474411 h 1898273"/>
                  <a:gd name="connsiteX11" fmla="*/ 797293 w 1170104"/>
                  <a:gd name="connsiteY11" fmla="*/ 1474411 h 1898273"/>
                  <a:gd name="connsiteX12" fmla="*/ 830630 w 1170104"/>
                  <a:gd name="connsiteY12" fmla="*/ 1426786 h 1898273"/>
                  <a:gd name="connsiteX13" fmla="*/ 795705 w 1170104"/>
                  <a:gd name="connsiteY13" fmla="*/ 1383923 h 1898273"/>
                  <a:gd name="connsiteX14" fmla="*/ 386130 w 1170104"/>
                  <a:gd name="connsiteY14" fmla="*/ 1383923 h 1898273"/>
                  <a:gd name="connsiteX15" fmla="*/ 322630 w 1170104"/>
                  <a:gd name="connsiteY15" fmla="*/ 1352173 h 1898273"/>
                  <a:gd name="connsiteX16" fmla="*/ 283340 w 1170104"/>
                  <a:gd name="connsiteY16" fmla="*/ 1300183 h 1898273"/>
                  <a:gd name="connsiteX17" fmla="*/ 271830 w 1170104"/>
                  <a:gd name="connsiteY17" fmla="*/ 1207711 h 1898273"/>
                  <a:gd name="connsiteX18" fmla="*/ 260718 w 1170104"/>
                  <a:gd name="connsiteY18" fmla="*/ 1128336 h 1898273"/>
                  <a:gd name="connsiteX19" fmla="*/ 205155 w 1170104"/>
                  <a:gd name="connsiteY19" fmla="*/ 1037848 h 1898273"/>
                  <a:gd name="connsiteX20" fmla="*/ 130543 w 1170104"/>
                  <a:gd name="connsiteY20" fmla="*/ 955298 h 1898273"/>
                  <a:gd name="connsiteX21" fmla="*/ 55137 w 1170104"/>
                  <a:gd name="connsiteY21" fmla="*/ 845364 h 1898273"/>
                  <a:gd name="connsiteX22" fmla="*/ 13861 w 1170104"/>
                  <a:gd name="connsiteY22" fmla="*/ 735827 h 1898273"/>
                  <a:gd name="connsiteX23" fmla="*/ 368 w 1170104"/>
                  <a:gd name="connsiteY23" fmla="*/ 601286 h 1898273"/>
                  <a:gd name="connsiteX24" fmla="*/ 11480 w 1170104"/>
                  <a:gd name="connsiteY24" fmla="*/ 475873 h 1898273"/>
                  <a:gd name="connsiteX25" fmla="*/ 81330 w 1170104"/>
                  <a:gd name="connsiteY25" fmla="*/ 285373 h 1898273"/>
                  <a:gd name="connsiteX26" fmla="*/ 265480 w 1170104"/>
                  <a:gd name="connsiteY26" fmla="*/ 93285 h 1898273"/>
                  <a:gd name="connsiteX27" fmla="*/ 519480 w 1170104"/>
                  <a:gd name="connsiteY27" fmla="*/ 3990 h 1898273"/>
                  <a:gd name="connsiteX28" fmla="*/ 705218 w 1170104"/>
                  <a:gd name="connsiteY28" fmla="*/ 10736 h 1898273"/>
                  <a:gd name="connsiteX29" fmla="*/ 943343 w 1170104"/>
                  <a:gd name="connsiteY29" fmla="*/ 121861 h 1898273"/>
                  <a:gd name="connsiteX30" fmla="*/ 1100505 w 1170104"/>
                  <a:gd name="connsiteY30" fmla="*/ 310773 h 1898273"/>
                  <a:gd name="connsiteX31" fmla="*/ 1162418 w 1170104"/>
                  <a:gd name="connsiteY31" fmla="*/ 513973 h 1898273"/>
                  <a:gd name="connsiteX32" fmla="*/ 1165196 w 1170104"/>
                  <a:gd name="connsiteY32" fmla="*/ 683836 h 1898273"/>
                  <a:gd name="connsiteX33" fmla="*/ 1090980 w 1170104"/>
                  <a:gd name="connsiteY33" fmla="*/ 890211 h 1898273"/>
                  <a:gd name="connsiteX34" fmla="*/ 957630 w 1170104"/>
                  <a:gd name="connsiteY34" fmla="*/ 1058486 h 1898273"/>
                  <a:gd name="connsiteX35" fmla="*/ 914768 w 1170104"/>
                  <a:gd name="connsiteY35" fmla="*/ 1118811 h 1898273"/>
                  <a:gd name="connsiteX36" fmla="*/ 905243 w 1170104"/>
                  <a:gd name="connsiteY36" fmla="*/ 1175961 h 1898273"/>
                  <a:gd name="connsiteX37" fmla="*/ 905243 w 1170104"/>
                  <a:gd name="connsiteY37" fmla="*/ 1264861 h 1898273"/>
                  <a:gd name="connsiteX38" fmla="*/ 868730 w 1170104"/>
                  <a:gd name="connsiteY38" fmla="*/ 1301373 h 1898273"/>
                  <a:gd name="connsiteX39" fmla="*/ 641718 w 1170104"/>
                  <a:gd name="connsiteY39" fmla="*/ 1301373 h 1898273"/>
                  <a:gd name="connsiteX40" fmla="*/ 590918 w 1170104"/>
                  <a:gd name="connsiteY40" fmla="*/ 1279148 h 1898273"/>
                  <a:gd name="connsiteX41" fmla="*/ 590918 w 1170104"/>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90980 w 1167899"/>
                  <a:gd name="connsiteY33" fmla="*/ 890211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7630 w 1167899"/>
                  <a:gd name="connsiteY34" fmla="*/ 1058486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5243 w 1167899"/>
                  <a:gd name="connsiteY37" fmla="*/ 1264861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902862 w 1167899"/>
                  <a:gd name="connsiteY37" fmla="*/ 1261289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5243 w 1167899"/>
                  <a:gd name="connsiteY36" fmla="*/ 1175961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2955 w 1167899"/>
                  <a:gd name="connsiteY10" fmla="*/ 1474411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5030 w 1167899"/>
                  <a:gd name="connsiteY3" fmla="*/ 1683961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8368 w 1167899"/>
                  <a:gd name="connsiteY2" fmla="*/ 1723648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00033 w 1167899"/>
                  <a:gd name="connsiteY2" fmla="*/ 1728411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6493 w 1167899"/>
                  <a:gd name="connsiteY6" fmla="*/ 1596648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60718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9527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30630 w 1167899"/>
                  <a:gd name="connsiteY12" fmla="*/ 1426786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0136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68730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2868 w 1167899"/>
                  <a:gd name="connsiteY34" fmla="*/ 1056105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7899"/>
                  <a:gd name="connsiteY0" fmla="*/ 1898273 h 1898273"/>
                  <a:gd name="connsiteX1" fmla="*/ 581393 w 1167899"/>
                  <a:gd name="connsiteY1" fmla="*/ 1768098 h 1898273"/>
                  <a:gd name="connsiteX2" fmla="*/ 513130 w 1167899"/>
                  <a:gd name="connsiteY2" fmla="*/ 1726030 h 1898273"/>
                  <a:gd name="connsiteX3" fmla="*/ 470268 w 1167899"/>
                  <a:gd name="connsiteY3" fmla="*/ 1680389 h 1898273"/>
                  <a:gd name="connsiteX4" fmla="*/ 505193 w 1167899"/>
                  <a:gd name="connsiteY4" fmla="*/ 1644273 h 1898273"/>
                  <a:gd name="connsiteX5" fmla="*/ 717918 w 1167899"/>
                  <a:gd name="connsiteY5" fmla="*/ 1644273 h 1898273"/>
                  <a:gd name="connsiteX6" fmla="*/ 748874 w 1167899"/>
                  <a:gd name="connsiteY6" fmla="*/ 1603792 h 1898273"/>
                  <a:gd name="connsiteX7" fmla="*/ 716330 w 1167899"/>
                  <a:gd name="connsiteY7" fmla="*/ 1561327 h 1898273"/>
                  <a:gd name="connsiteX8" fmla="*/ 398830 w 1167899"/>
                  <a:gd name="connsiteY8" fmla="*/ 1560136 h 1898273"/>
                  <a:gd name="connsiteX9" fmla="*/ 360730 w 1167899"/>
                  <a:gd name="connsiteY9" fmla="*/ 1522036 h 1898273"/>
                  <a:gd name="connsiteX10" fmla="*/ 387717 w 1167899"/>
                  <a:gd name="connsiteY10" fmla="*/ 1476793 h 1898273"/>
                  <a:gd name="connsiteX11" fmla="*/ 797293 w 1167899"/>
                  <a:gd name="connsiteY11" fmla="*/ 1474411 h 1898273"/>
                  <a:gd name="connsiteX12" fmla="*/ 828249 w 1167899"/>
                  <a:gd name="connsiteY12" fmla="*/ 1425595 h 1898273"/>
                  <a:gd name="connsiteX13" fmla="*/ 795705 w 1167899"/>
                  <a:gd name="connsiteY13" fmla="*/ 1383923 h 1898273"/>
                  <a:gd name="connsiteX14" fmla="*/ 386130 w 1167899"/>
                  <a:gd name="connsiteY14" fmla="*/ 1383923 h 1898273"/>
                  <a:gd name="connsiteX15" fmla="*/ 322630 w 1167899"/>
                  <a:gd name="connsiteY15" fmla="*/ 1352173 h 1898273"/>
                  <a:gd name="connsiteX16" fmla="*/ 283340 w 1167899"/>
                  <a:gd name="connsiteY16" fmla="*/ 1300183 h 1898273"/>
                  <a:gd name="connsiteX17" fmla="*/ 271830 w 1167899"/>
                  <a:gd name="connsiteY17" fmla="*/ 1207711 h 1898273"/>
                  <a:gd name="connsiteX18" fmla="*/ 255955 w 1167899"/>
                  <a:gd name="connsiteY18" fmla="*/ 1128336 h 1898273"/>
                  <a:gd name="connsiteX19" fmla="*/ 205155 w 1167899"/>
                  <a:gd name="connsiteY19" fmla="*/ 1037848 h 1898273"/>
                  <a:gd name="connsiteX20" fmla="*/ 130543 w 1167899"/>
                  <a:gd name="connsiteY20" fmla="*/ 955298 h 1898273"/>
                  <a:gd name="connsiteX21" fmla="*/ 55137 w 1167899"/>
                  <a:gd name="connsiteY21" fmla="*/ 845364 h 1898273"/>
                  <a:gd name="connsiteX22" fmla="*/ 13861 w 1167899"/>
                  <a:gd name="connsiteY22" fmla="*/ 735827 h 1898273"/>
                  <a:gd name="connsiteX23" fmla="*/ 368 w 1167899"/>
                  <a:gd name="connsiteY23" fmla="*/ 601286 h 1898273"/>
                  <a:gd name="connsiteX24" fmla="*/ 11480 w 1167899"/>
                  <a:gd name="connsiteY24" fmla="*/ 475873 h 1898273"/>
                  <a:gd name="connsiteX25" fmla="*/ 81330 w 1167899"/>
                  <a:gd name="connsiteY25" fmla="*/ 285373 h 1898273"/>
                  <a:gd name="connsiteX26" fmla="*/ 265480 w 1167899"/>
                  <a:gd name="connsiteY26" fmla="*/ 93285 h 1898273"/>
                  <a:gd name="connsiteX27" fmla="*/ 519480 w 1167899"/>
                  <a:gd name="connsiteY27" fmla="*/ 3990 h 1898273"/>
                  <a:gd name="connsiteX28" fmla="*/ 705218 w 1167899"/>
                  <a:gd name="connsiteY28" fmla="*/ 10736 h 1898273"/>
                  <a:gd name="connsiteX29" fmla="*/ 943343 w 1167899"/>
                  <a:gd name="connsiteY29" fmla="*/ 121861 h 1898273"/>
                  <a:gd name="connsiteX30" fmla="*/ 1100505 w 1167899"/>
                  <a:gd name="connsiteY30" fmla="*/ 310773 h 1898273"/>
                  <a:gd name="connsiteX31" fmla="*/ 1162418 w 1167899"/>
                  <a:gd name="connsiteY31" fmla="*/ 513973 h 1898273"/>
                  <a:gd name="connsiteX32" fmla="*/ 1165196 w 1167899"/>
                  <a:gd name="connsiteY32" fmla="*/ 683836 h 1898273"/>
                  <a:gd name="connsiteX33" fmla="*/ 1085027 w 1167899"/>
                  <a:gd name="connsiteY33" fmla="*/ 889020 h 1898273"/>
                  <a:gd name="connsiteX34" fmla="*/ 950487 w 1167899"/>
                  <a:gd name="connsiteY34" fmla="*/ 1054914 h 1898273"/>
                  <a:gd name="connsiteX35" fmla="*/ 914768 w 1167899"/>
                  <a:gd name="connsiteY35" fmla="*/ 1118811 h 1898273"/>
                  <a:gd name="connsiteX36" fmla="*/ 900480 w 1167899"/>
                  <a:gd name="connsiteY36" fmla="*/ 1177152 h 1898273"/>
                  <a:gd name="connsiteX37" fmla="*/ 898100 w 1167899"/>
                  <a:gd name="connsiteY37" fmla="*/ 1258908 h 1898273"/>
                  <a:gd name="connsiteX38" fmla="*/ 858014 w 1167899"/>
                  <a:gd name="connsiteY38" fmla="*/ 1301373 h 1898273"/>
                  <a:gd name="connsiteX39" fmla="*/ 641718 w 1167899"/>
                  <a:gd name="connsiteY39" fmla="*/ 1301373 h 1898273"/>
                  <a:gd name="connsiteX40" fmla="*/ 590918 w 1167899"/>
                  <a:gd name="connsiteY40" fmla="*/ 1279148 h 1898273"/>
                  <a:gd name="connsiteX41" fmla="*/ 590918 w 1167899"/>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69166"/>
                  <a:gd name="connsiteY0" fmla="*/ 1898273 h 1898273"/>
                  <a:gd name="connsiteX1" fmla="*/ 581393 w 1169166"/>
                  <a:gd name="connsiteY1" fmla="*/ 1768098 h 1898273"/>
                  <a:gd name="connsiteX2" fmla="*/ 513130 w 1169166"/>
                  <a:gd name="connsiteY2" fmla="*/ 1726030 h 1898273"/>
                  <a:gd name="connsiteX3" fmla="*/ 470268 w 1169166"/>
                  <a:gd name="connsiteY3" fmla="*/ 1680389 h 1898273"/>
                  <a:gd name="connsiteX4" fmla="*/ 505193 w 1169166"/>
                  <a:gd name="connsiteY4" fmla="*/ 1644273 h 1898273"/>
                  <a:gd name="connsiteX5" fmla="*/ 717918 w 1169166"/>
                  <a:gd name="connsiteY5" fmla="*/ 1644273 h 1898273"/>
                  <a:gd name="connsiteX6" fmla="*/ 748874 w 1169166"/>
                  <a:gd name="connsiteY6" fmla="*/ 1603792 h 1898273"/>
                  <a:gd name="connsiteX7" fmla="*/ 716330 w 1169166"/>
                  <a:gd name="connsiteY7" fmla="*/ 1561327 h 1898273"/>
                  <a:gd name="connsiteX8" fmla="*/ 398830 w 1169166"/>
                  <a:gd name="connsiteY8" fmla="*/ 1560136 h 1898273"/>
                  <a:gd name="connsiteX9" fmla="*/ 360730 w 1169166"/>
                  <a:gd name="connsiteY9" fmla="*/ 1522036 h 1898273"/>
                  <a:gd name="connsiteX10" fmla="*/ 387717 w 1169166"/>
                  <a:gd name="connsiteY10" fmla="*/ 1476793 h 1898273"/>
                  <a:gd name="connsiteX11" fmla="*/ 797293 w 1169166"/>
                  <a:gd name="connsiteY11" fmla="*/ 1474411 h 1898273"/>
                  <a:gd name="connsiteX12" fmla="*/ 828249 w 1169166"/>
                  <a:gd name="connsiteY12" fmla="*/ 1425595 h 1898273"/>
                  <a:gd name="connsiteX13" fmla="*/ 795705 w 1169166"/>
                  <a:gd name="connsiteY13" fmla="*/ 1383923 h 1898273"/>
                  <a:gd name="connsiteX14" fmla="*/ 386130 w 1169166"/>
                  <a:gd name="connsiteY14" fmla="*/ 1383923 h 1898273"/>
                  <a:gd name="connsiteX15" fmla="*/ 322630 w 1169166"/>
                  <a:gd name="connsiteY15" fmla="*/ 1352173 h 1898273"/>
                  <a:gd name="connsiteX16" fmla="*/ 283340 w 1169166"/>
                  <a:gd name="connsiteY16" fmla="*/ 1300183 h 1898273"/>
                  <a:gd name="connsiteX17" fmla="*/ 271830 w 1169166"/>
                  <a:gd name="connsiteY17" fmla="*/ 1207711 h 1898273"/>
                  <a:gd name="connsiteX18" fmla="*/ 255955 w 1169166"/>
                  <a:gd name="connsiteY18" fmla="*/ 1128336 h 1898273"/>
                  <a:gd name="connsiteX19" fmla="*/ 205155 w 1169166"/>
                  <a:gd name="connsiteY19" fmla="*/ 1037848 h 1898273"/>
                  <a:gd name="connsiteX20" fmla="*/ 130543 w 1169166"/>
                  <a:gd name="connsiteY20" fmla="*/ 955298 h 1898273"/>
                  <a:gd name="connsiteX21" fmla="*/ 55137 w 1169166"/>
                  <a:gd name="connsiteY21" fmla="*/ 845364 h 1898273"/>
                  <a:gd name="connsiteX22" fmla="*/ 13861 w 1169166"/>
                  <a:gd name="connsiteY22" fmla="*/ 735827 h 1898273"/>
                  <a:gd name="connsiteX23" fmla="*/ 368 w 1169166"/>
                  <a:gd name="connsiteY23" fmla="*/ 601286 h 1898273"/>
                  <a:gd name="connsiteX24" fmla="*/ 11480 w 1169166"/>
                  <a:gd name="connsiteY24" fmla="*/ 475873 h 1898273"/>
                  <a:gd name="connsiteX25" fmla="*/ 81330 w 1169166"/>
                  <a:gd name="connsiteY25" fmla="*/ 285373 h 1898273"/>
                  <a:gd name="connsiteX26" fmla="*/ 265480 w 1169166"/>
                  <a:gd name="connsiteY26" fmla="*/ 93285 h 1898273"/>
                  <a:gd name="connsiteX27" fmla="*/ 519480 w 1169166"/>
                  <a:gd name="connsiteY27" fmla="*/ 3990 h 1898273"/>
                  <a:gd name="connsiteX28" fmla="*/ 705218 w 1169166"/>
                  <a:gd name="connsiteY28" fmla="*/ 10736 h 1898273"/>
                  <a:gd name="connsiteX29" fmla="*/ 943343 w 1169166"/>
                  <a:gd name="connsiteY29" fmla="*/ 121861 h 1898273"/>
                  <a:gd name="connsiteX30" fmla="*/ 1100505 w 1169166"/>
                  <a:gd name="connsiteY30" fmla="*/ 310773 h 1898273"/>
                  <a:gd name="connsiteX31" fmla="*/ 1162418 w 1169166"/>
                  <a:gd name="connsiteY31" fmla="*/ 513973 h 1898273"/>
                  <a:gd name="connsiteX32" fmla="*/ 1165196 w 1169166"/>
                  <a:gd name="connsiteY32" fmla="*/ 683836 h 1898273"/>
                  <a:gd name="connsiteX33" fmla="*/ 1085027 w 1169166"/>
                  <a:gd name="connsiteY33" fmla="*/ 889020 h 1898273"/>
                  <a:gd name="connsiteX34" fmla="*/ 950487 w 1169166"/>
                  <a:gd name="connsiteY34" fmla="*/ 1054914 h 1898273"/>
                  <a:gd name="connsiteX35" fmla="*/ 914768 w 1169166"/>
                  <a:gd name="connsiteY35" fmla="*/ 1118811 h 1898273"/>
                  <a:gd name="connsiteX36" fmla="*/ 900480 w 1169166"/>
                  <a:gd name="connsiteY36" fmla="*/ 1177152 h 1898273"/>
                  <a:gd name="connsiteX37" fmla="*/ 898100 w 1169166"/>
                  <a:gd name="connsiteY37" fmla="*/ 1258908 h 1898273"/>
                  <a:gd name="connsiteX38" fmla="*/ 858014 w 1169166"/>
                  <a:gd name="connsiteY38" fmla="*/ 1301373 h 1898273"/>
                  <a:gd name="connsiteX39" fmla="*/ 641718 w 1169166"/>
                  <a:gd name="connsiteY39" fmla="*/ 1301373 h 1898273"/>
                  <a:gd name="connsiteX40" fmla="*/ 590918 w 1169166"/>
                  <a:gd name="connsiteY40" fmla="*/ 1279148 h 1898273"/>
                  <a:gd name="connsiteX41" fmla="*/ 590918 w 1169166"/>
                  <a:gd name="connsiteY41" fmla="*/ 1212473 h 1898273"/>
                  <a:gd name="connsiteX0" fmla="*/ 584568 w 1170467"/>
                  <a:gd name="connsiteY0" fmla="*/ 1898273 h 1898273"/>
                  <a:gd name="connsiteX1" fmla="*/ 581393 w 1170467"/>
                  <a:gd name="connsiteY1" fmla="*/ 1768098 h 1898273"/>
                  <a:gd name="connsiteX2" fmla="*/ 513130 w 1170467"/>
                  <a:gd name="connsiteY2" fmla="*/ 1726030 h 1898273"/>
                  <a:gd name="connsiteX3" fmla="*/ 470268 w 1170467"/>
                  <a:gd name="connsiteY3" fmla="*/ 1680389 h 1898273"/>
                  <a:gd name="connsiteX4" fmla="*/ 505193 w 1170467"/>
                  <a:gd name="connsiteY4" fmla="*/ 1644273 h 1898273"/>
                  <a:gd name="connsiteX5" fmla="*/ 717918 w 1170467"/>
                  <a:gd name="connsiteY5" fmla="*/ 1644273 h 1898273"/>
                  <a:gd name="connsiteX6" fmla="*/ 748874 w 1170467"/>
                  <a:gd name="connsiteY6" fmla="*/ 1603792 h 1898273"/>
                  <a:gd name="connsiteX7" fmla="*/ 716330 w 1170467"/>
                  <a:gd name="connsiteY7" fmla="*/ 1561327 h 1898273"/>
                  <a:gd name="connsiteX8" fmla="*/ 398830 w 1170467"/>
                  <a:gd name="connsiteY8" fmla="*/ 1560136 h 1898273"/>
                  <a:gd name="connsiteX9" fmla="*/ 360730 w 1170467"/>
                  <a:gd name="connsiteY9" fmla="*/ 1522036 h 1898273"/>
                  <a:gd name="connsiteX10" fmla="*/ 387717 w 1170467"/>
                  <a:gd name="connsiteY10" fmla="*/ 1476793 h 1898273"/>
                  <a:gd name="connsiteX11" fmla="*/ 797293 w 1170467"/>
                  <a:gd name="connsiteY11" fmla="*/ 1474411 h 1898273"/>
                  <a:gd name="connsiteX12" fmla="*/ 828249 w 1170467"/>
                  <a:gd name="connsiteY12" fmla="*/ 1425595 h 1898273"/>
                  <a:gd name="connsiteX13" fmla="*/ 795705 w 1170467"/>
                  <a:gd name="connsiteY13" fmla="*/ 1383923 h 1898273"/>
                  <a:gd name="connsiteX14" fmla="*/ 386130 w 1170467"/>
                  <a:gd name="connsiteY14" fmla="*/ 1383923 h 1898273"/>
                  <a:gd name="connsiteX15" fmla="*/ 322630 w 1170467"/>
                  <a:gd name="connsiteY15" fmla="*/ 1352173 h 1898273"/>
                  <a:gd name="connsiteX16" fmla="*/ 283340 w 1170467"/>
                  <a:gd name="connsiteY16" fmla="*/ 1300183 h 1898273"/>
                  <a:gd name="connsiteX17" fmla="*/ 271830 w 1170467"/>
                  <a:gd name="connsiteY17" fmla="*/ 1207711 h 1898273"/>
                  <a:gd name="connsiteX18" fmla="*/ 255955 w 1170467"/>
                  <a:gd name="connsiteY18" fmla="*/ 1128336 h 1898273"/>
                  <a:gd name="connsiteX19" fmla="*/ 205155 w 1170467"/>
                  <a:gd name="connsiteY19" fmla="*/ 1037848 h 1898273"/>
                  <a:gd name="connsiteX20" fmla="*/ 130543 w 1170467"/>
                  <a:gd name="connsiteY20" fmla="*/ 955298 h 1898273"/>
                  <a:gd name="connsiteX21" fmla="*/ 55137 w 1170467"/>
                  <a:gd name="connsiteY21" fmla="*/ 845364 h 1898273"/>
                  <a:gd name="connsiteX22" fmla="*/ 13861 w 1170467"/>
                  <a:gd name="connsiteY22" fmla="*/ 735827 h 1898273"/>
                  <a:gd name="connsiteX23" fmla="*/ 368 w 1170467"/>
                  <a:gd name="connsiteY23" fmla="*/ 601286 h 1898273"/>
                  <a:gd name="connsiteX24" fmla="*/ 11480 w 1170467"/>
                  <a:gd name="connsiteY24" fmla="*/ 475873 h 1898273"/>
                  <a:gd name="connsiteX25" fmla="*/ 81330 w 1170467"/>
                  <a:gd name="connsiteY25" fmla="*/ 285373 h 1898273"/>
                  <a:gd name="connsiteX26" fmla="*/ 265480 w 1170467"/>
                  <a:gd name="connsiteY26" fmla="*/ 93285 h 1898273"/>
                  <a:gd name="connsiteX27" fmla="*/ 519480 w 1170467"/>
                  <a:gd name="connsiteY27" fmla="*/ 3990 h 1898273"/>
                  <a:gd name="connsiteX28" fmla="*/ 705218 w 1170467"/>
                  <a:gd name="connsiteY28" fmla="*/ 10736 h 1898273"/>
                  <a:gd name="connsiteX29" fmla="*/ 943343 w 1170467"/>
                  <a:gd name="connsiteY29" fmla="*/ 121861 h 1898273"/>
                  <a:gd name="connsiteX30" fmla="*/ 1100505 w 1170467"/>
                  <a:gd name="connsiteY30" fmla="*/ 310773 h 1898273"/>
                  <a:gd name="connsiteX31" fmla="*/ 1164799 w 1170467"/>
                  <a:gd name="connsiteY31" fmla="*/ 512783 h 1898273"/>
                  <a:gd name="connsiteX32" fmla="*/ 1165196 w 1170467"/>
                  <a:gd name="connsiteY32" fmla="*/ 683836 h 1898273"/>
                  <a:gd name="connsiteX33" fmla="*/ 1085027 w 1170467"/>
                  <a:gd name="connsiteY33" fmla="*/ 889020 h 1898273"/>
                  <a:gd name="connsiteX34" fmla="*/ 950487 w 1170467"/>
                  <a:gd name="connsiteY34" fmla="*/ 1054914 h 1898273"/>
                  <a:gd name="connsiteX35" fmla="*/ 914768 w 1170467"/>
                  <a:gd name="connsiteY35" fmla="*/ 1118811 h 1898273"/>
                  <a:gd name="connsiteX36" fmla="*/ 900480 w 1170467"/>
                  <a:gd name="connsiteY36" fmla="*/ 1177152 h 1898273"/>
                  <a:gd name="connsiteX37" fmla="*/ 898100 w 1170467"/>
                  <a:gd name="connsiteY37" fmla="*/ 1258908 h 1898273"/>
                  <a:gd name="connsiteX38" fmla="*/ 858014 w 1170467"/>
                  <a:gd name="connsiteY38" fmla="*/ 1301373 h 1898273"/>
                  <a:gd name="connsiteX39" fmla="*/ 641718 w 1170467"/>
                  <a:gd name="connsiteY39" fmla="*/ 1301373 h 1898273"/>
                  <a:gd name="connsiteX40" fmla="*/ 590918 w 1170467"/>
                  <a:gd name="connsiteY40" fmla="*/ 1279148 h 1898273"/>
                  <a:gd name="connsiteX41" fmla="*/ 590918 w 1170467"/>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88142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 name="connsiteX0" fmla="*/ 584993 w 1170892"/>
                  <a:gd name="connsiteY0" fmla="*/ 1898273 h 1898273"/>
                  <a:gd name="connsiteX1" fmla="*/ 581818 w 1170892"/>
                  <a:gd name="connsiteY1" fmla="*/ 1768098 h 1898273"/>
                  <a:gd name="connsiteX2" fmla="*/ 513555 w 1170892"/>
                  <a:gd name="connsiteY2" fmla="*/ 1726030 h 1898273"/>
                  <a:gd name="connsiteX3" fmla="*/ 470693 w 1170892"/>
                  <a:gd name="connsiteY3" fmla="*/ 1680389 h 1898273"/>
                  <a:gd name="connsiteX4" fmla="*/ 505618 w 1170892"/>
                  <a:gd name="connsiteY4" fmla="*/ 1644273 h 1898273"/>
                  <a:gd name="connsiteX5" fmla="*/ 718343 w 1170892"/>
                  <a:gd name="connsiteY5" fmla="*/ 1644273 h 1898273"/>
                  <a:gd name="connsiteX6" fmla="*/ 749299 w 1170892"/>
                  <a:gd name="connsiteY6" fmla="*/ 1603792 h 1898273"/>
                  <a:gd name="connsiteX7" fmla="*/ 716755 w 1170892"/>
                  <a:gd name="connsiteY7" fmla="*/ 1561327 h 1898273"/>
                  <a:gd name="connsiteX8" fmla="*/ 399255 w 1170892"/>
                  <a:gd name="connsiteY8" fmla="*/ 1560136 h 1898273"/>
                  <a:gd name="connsiteX9" fmla="*/ 361155 w 1170892"/>
                  <a:gd name="connsiteY9" fmla="*/ 1522036 h 1898273"/>
                  <a:gd name="connsiteX10" fmla="*/ 394095 w 1170892"/>
                  <a:gd name="connsiteY10" fmla="*/ 1476793 h 1898273"/>
                  <a:gd name="connsiteX11" fmla="*/ 797718 w 1170892"/>
                  <a:gd name="connsiteY11" fmla="*/ 1474411 h 1898273"/>
                  <a:gd name="connsiteX12" fmla="*/ 828674 w 1170892"/>
                  <a:gd name="connsiteY12" fmla="*/ 1425595 h 1898273"/>
                  <a:gd name="connsiteX13" fmla="*/ 796130 w 1170892"/>
                  <a:gd name="connsiteY13" fmla="*/ 1383923 h 1898273"/>
                  <a:gd name="connsiteX14" fmla="*/ 386555 w 1170892"/>
                  <a:gd name="connsiteY14" fmla="*/ 1383923 h 1898273"/>
                  <a:gd name="connsiteX15" fmla="*/ 323055 w 1170892"/>
                  <a:gd name="connsiteY15" fmla="*/ 1352173 h 1898273"/>
                  <a:gd name="connsiteX16" fmla="*/ 283765 w 1170892"/>
                  <a:gd name="connsiteY16" fmla="*/ 1300183 h 1898273"/>
                  <a:gd name="connsiteX17" fmla="*/ 272255 w 1170892"/>
                  <a:gd name="connsiteY17" fmla="*/ 1207711 h 1898273"/>
                  <a:gd name="connsiteX18" fmla="*/ 256380 w 1170892"/>
                  <a:gd name="connsiteY18" fmla="*/ 1128336 h 1898273"/>
                  <a:gd name="connsiteX19" fmla="*/ 205580 w 1170892"/>
                  <a:gd name="connsiteY19" fmla="*/ 1037848 h 1898273"/>
                  <a:gd name="connsiteX20" fmla="*/ 130968 w 1170892"/>
                  <a:gd name="connsiteY20" fmla="*/ 955298 h 1898273"/>
                  <a:gd name="connsiteX21" fmla="*/ 55562 w 1170892"/>
                  <a:gd name="connsiteY21" fmla="*/ 845364 h 1898273"/>
                  <a:gd name="connsiteX22" fmla="*/ 14286 w 1170892"/>
                  <a:gd name="connsiteY22" fmla="*/ 735827 h 1898273"/>
                  <a:gd name="connsiteX23" fmla="*/ 793 w 1170892"/>
                  <a:gd name="connsiteY23" fmla="*/ 601286 h 1898273"/>
                  <a:gd name="connsiteX24" fmla="*/ 9524 w 1170892"/>
                  <a:gd name="connsiteY24" fmla="*/ 475873 h 1898273"/>
                  <a:gd name="connsiteX25" fmla="*/ 81755 w 1170892"/>
                  <a:gd name="connsiteY25" fmla="*/ 285373 h 1898273"/>
                  <a:gd name="connsiteX26" fmla="*/ 265905 w 1170892"/>
                  <a:gd name="connsiteY26" fmla="*/ 93285 h 1898273"/>
                  <a:gd name="connsiteX27" fmla="*/ 519905 w 1170892"/>
                  <a:gd name="connsiteY27" fmla="*/ 3990 h 1898273"/>
                  <a:gd name="connsiteX28" fmla="*/ 705643 w 1170892"/>
                  <a:gd name="connsiteY28" fmla="*/ 10736 h 1898273"/>
                  <a:gd name="connsiteX29" fmla="*/ 943768 w 1170892"/>
                  <a:gd name="connsiteY29" fmla="*/ 121861 h 1898273"/>
                  <a:gd name="connsiteX30" fmla="*/ 1100930 w 1170892"/>
                  <a:gd name="connsiteY30" fmla="*/ 310773 h 1898273"/>
                  <a:gd name="connsiteX31" fmla="*/ 1165224 w 1170892"/>
                  <a:gd name="connsiteY31" fmla="*/ 512783 h 1898273"/>
                  <a:gd name="connsiteX32" fmla="*/ 1165621 w 1170892"/>
                  <a:gd name="connsiteY32" fmla="*/ 683836 h 1898273"/>
                  <a:gd name="connsiteX33" fmla="*/ 1085452 w 1170892"/>
                  <a:gd name="connsiteY33" fmla="*/ 889020 h 1898273"/>
                  <a:gd name="connsiteX34" fmla="*/ 950912 w 1170892"/>
                  <a:gd name="connsiteY34" fmla="*/ 1054914 h 1898273"/>
                  <a:gd name="connsiteX35" fmla="*/ 915193 w 1170892"/>
                  <a:gd name="connsiteY35" fmla="*/ 1118811 h 1898273"/>
                  <a:gd name="connsiteX36" fmla="*/ 900905 w 1170892"/>
                  <a:gd name="connsiteY36" fmla="*/ 1177152 h 1898273"/>
                  <a:gd name="connsiteX37" fmla="*/ 898525 w 1170892"/>
                  <a:gd name="connsiteY37" fmla="*/ 1258908 h 1898273"/>
                  <a:gd name="connsiteX38" fmla="*/ 858439 w 1170892"/>
                  <a:gd name="connsiteY38" fmla="*/ 1301373 h 1898273"/>
                  <a:gd name="connsiteX39" fmla="*/ 642143 w 1170892"/>
                  <a:gd name="connsiteY39" fmla="*/ 1301373 h 1898273"/>
                  <a:gd name="connsiteX40" fmla="*/ 591343 w 1170892"/>
                  <a:gd name="connsiteY40" fmla="*/ 1279148 h 1898273"/>
                  <a:gd name="connsiteX41" fmla="*/ 591343 w 1170892"/>
                  <a:gd name="connsiteY41" fmla="*/ 1212473 h 189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0892" h="1898273">
                    <a:moveTo>
                      <a:pt x="584993" y="1898273"/>
                    </a:moveTo>
                    <a:cubicBezTo>
                      <a:pt x="583935" y="1854881"/>
                      <a:pt x="582876" y="1811490"/>
                      <a:pt x="581818" y="1768098"/>
                    </a:cubicBezTo>
                    <a:cubicBezTo>
                      <a:pt x="573352" y="1746931"/>
                      <a:pt x="562503" y="1729338"/>
                      <a:pt x="513555" y="1726030"/>
                    </a:cubicBezTo>
                    <a:cubicBezTo>
                      <a:pt x="487759" y="1721135"/>
                      <a:pt x="471487" y="1707906"/>
                      <a:pt x="470693" y="1680389"/>
                    </a:cubicBezTo>
                    <a:cubicBezTo>
                      <a:pt x="474793" y="1662398"/>
                      <a:pt x="478895" y="1650358"/>
                      <a:pt x="505618" y="1644273"/>
                    </a:cubicBezTo>
                    <a:lnTo>
                      <a:pt x="718343" y="1644273"/>
                    </a:lnTo>
                    <a:cubicBezTo>
                      <a:pt x="736202" y="1631970"/>
                      <a:pt x="744536" y="1626810"/>
                      <a:pt x="749299" y="1603792"/>
                    </a:cubicBezTo>
                    <a:cubicBezTo>
                      <a:pt x="745198" y="1586858"/>
                      <a:pt x="741097" y="1572308"/>
                      <a:pt x="716755" y="1561327"/>
                    </a:cubicBezTo>
                    <a:lnTo>
                      <a:pt x="399255" y="1560136"/>
                    </a:lnTo>
                    <a:cubicBezTo>
                      <a:pt x="375839" y="1555770"/>
                      <a:pt x="367902" y="1546642"/>
                      <a:pt x="361155" y="1522036"/>
                    </a:cubicBezTo>
                    <a:cubicBezTo>
                      <a:pt x="362610" y="1506161"/>
                      <a:pt x="365255" y="1491478"/>
                      <a:pt x="394095" y="1476793"/>
                    </a:cubicBezTo>
                    <a:lnTo>
                      <a:pt x="797718" y="1474411"/>
                    </a:lnTo>
                    <a:cubicBezTo>
                      <a:pt x="819546" y="1463299"/>
                      <a:pt x="827088" y="1449805"/>
                      <a:pt x="828674" y="1425595"/>
                    </a:cubicBezTo>
                    <a:cubicBezTo>
                      <a:pt x="824177" y="1402972"/>
                      <a:pt x="825632" y="1399402"/>
                      <a:pt x="796130" y="1383923"/>
                    </a:cubicBezTo>
                    <a:lnTo>
                      <a:pt x="386555" y="1383923"/>
                    </a:lnTo>
                    <a:cubicBezTo>
                      <a:pt x="360625" y="1374530"/>
                      <a:pt x="343031" y="1368709"/>
                      <a:pt x="323055" y="1352173"/>
                    </a:cubicBezTo>
                    <a:cubicBezTo>
                      <a:pt x="314721" y="1341193"/>
                      <a:pt x="295670" y="1327832"/>
                      <a:pt x="283765" y="1300183"/>
                    </a:cubicBezTo>
                    <a:cubicBezTo>
                      <a:pt x="275166" y="1267772"/>
                      <a:pt x="274901" y="1238932"/>
                      <a:pt x="272255" y="1207711"/>
                    </a:cubicBezTo>
                    <a:lnTo>
                      <a:pt x="256380" y="1128336"/>
                    </a:lnTo>
                    <a:cubicBezTo>
                      <a:pt x="240241" y="1093410"/>
                      <a:pt x="227673" y="1070392"/>
                      <a:pt x="205580" y="1037848"/>
                    </a:cubicBezTo>
                    <a:cubicBezTo>
                      <a:pt x="184281" y="1006760"/>
                      <a:pt x="162982" y="981625"/>
                      <a:pt x="130968" y="955298"/>
                    </a:cubicBezTo>
                    <a:cubicBezTo>
                      <a:pt x="101071" y="924606"/>
                      <a:pt x="77125" y="886771"/>
                      <a:pt x="55562" y="845364"/>
                    </a:cubicBezTo>
                    <a:cubicBezTo>
                      <a:pt x="23150" y="783054"/>
                      <a:pt x="26457" y="770752"/>
                      <a:pt x="14286" y="735827"/>
                    </a:cubicBezTo>
                    <a:cubicBezTo>
                      <a:pt x="6217" y="686615"/>
                      <a:pt x="1322" y="648911"/>
                      <a:pt x="793" y="601286"/>
                    </a:cubicBezTo>
                    <a:cubicBezTo>
                      <a:pt x="-265" y="557894"/>
                      <a:pt x="-2118" y="514502"/>
                      <a:pt x="9524" y="475873"/>
                    </a:cubicBezTo>
                    <a:cubicBezTo>
                      <a:pt x="20107" y="409198"/>
                      <a:pt x="44184" y="347286"/>
                      <a:pt x="81755" y="285373"/>
                    </a:cubicBezTo>
                    <a:cubicBezTo>
                      <a:pt x="130438" y="213406"/>
                      <a:pt x="185472" y="143027"/>
                      <a:pt x="265905" y="93285"/>
                    </a:cubicBezTo>
                    <a:cubicBezTo>
                      <a:pt x="333638" y="48306"/>
                      <a:pt x="420819" y="15632"/>
                      <a:pt x="519905" y="3990"/>
                    </a:cubicBezTo>
                    <a:cubicBezTo>
                      <a:pt x="584200" y="-2095"/>
                      <a:pt x="644921" y="-2228"/>
                      <a:pt x="705643" y="10736"/>
                    </a:cubicBezTo>
                    <a:cubicBezTo>
                      <a:pt x="805259" y="37062"/>
                      <a:pt x="872727" y="72912"/>
                      <a:pt x="943768" y="121861"/>
                    </a:cubicBezTo>
                    <a:cubicBezTo>
                      <a:pt x="1009252" y="178879"/>
                      <a:pt x="1058067" y="229942"/>
                      <a:pt x="1100930" y="310773"/>
                    </a:cubicBezTo>
                    <a:cubicBezTo>
                      <a:pt x="1137046" y="378506"/>
                      <a:pt x="1160063" y="439096"/>
                      <a:pt x="1165224" y="512783"/>
                    </a:cubicBezTo>
                    <a:cubicBezTo>
                      <a:pt x="1174881" y="568213"/>
                      <a:pt x="1170250" y="629597"/>
                      <a:pt x="1165621" y="683836"/>
                    </a:cubicBezTo>
                    <a:cubicBezTo>
                      <a:pt x="1151202" y="755009"/>
                      <a:pt x="1129637" y="822609"/>
                      <a:pt x="1085452" y="889020"/>
                    </a:cubicBezTo>
                    <a:cubicBezTo>
                      <a:pt x="1047749" y="946699"/>
                      <a:pt x="994569" y="992472"/>
                      <a:pt x="950912" y="1054914"/>
                    </a:cubicBezTo>
                    <a:cubicBezTo>
                      <a:pt x="937021" y="1078197"/>
                      <a:pt x="923130" y="1091956"/>
                      <a:pt x="915193" y="1118811"/>
                    </a:cubicBezTo>
                    <a:cubicBezTo>
                      <a:pt x="906065" y="1147386"/>
                      <a:pt x="904080" y="1158102"/>
                      <a:pt x="900905" y="1177152"/>
                    </a:cubicBezTo>
                    <a:cubicBezTo>
                      <a:pt x="898920" y="1217501"/>
                      <a:pt x="899319" y="1230465"/>
                      <a:pt x="898525" y="1258908"/>
                    </a:cubicBezTo>
                    <a:cubicBezTo>
                      <a:pt x="898260" y="1276635"/>
                      <a:pt x="886089" y="1291981"/>
                      <a:pt x="858439" y="1301373"/>
                    </a:cubicBezTo>
                    <a:lnTo>
                      <a:pt x="642143" y="1301373"/>
                    </a:lnTo>
                    <a:cubicBezTo>
                      <a:pt x="604968" y="1298728"/>
                      <a:pt x="601133" y="1297271"/>
                      <a:pt x="591343" y="1279148"/>
                    </a:cubicBezTo>
                    <a:lnTo>
                      <a:pt x="591343" y="1212473"/>
                    </a:lnTo>
                  </a:path>
                </a:pathLst>
              </a:custGeom>
              <a:noFill/>
              <a:ln w="25400" algn="ctr">
                <a:solidFill>
                  <a:schemeClr val="accent1"/>
                </a:solidFill>
                <a:miter lim="800000"/>
                <a:headEnd type="none" w="sm" len="sm"/>
                <a:tailEnd type="oval" w="sm" len="sm"/>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2" name="Round Same Side Corner Rectangle 37">
                <a:extLst>
                  <a:ext uri="{FF2B5EF4-FFF2-40B4-BE49-F238E27FC236}">
                    <a16:creationId xmlns:a16="http://schemas.microsoft.com/office/drawing/2014/main" id="{6A9BBCDF-0A82-4E87-858F-4EED61B77558}"/>
                  </a:ext>
                </a:extLst>
              </p:cNvPr>
              <p:cNvSpPr/>
              <p:nvPr/>
            </p:nvSpPr>
            <p:spPr bwMode="gray">
              <a:xfrm>
                <a:off x="1309201" y="3495046"/>
                <a:ext cx="116350" cy="108038"/>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3" name="Round Same Side Corner Rectangle 38">
                <a:extLst>
                  <a:ext uri="{FF2B5EF4-FFF2-40B4-BE49-F238E27FC236}">
                    <a16:creationId xmlns:a16="http://schemas.microsoft.com/office/drawing/2014/main" id="{7A71E38C-DEF5-492B-91EF-F10981600333}"/>
                  </a:ext>
                </a:extLst>
              </p:cNvPr>
              <p:cNvSpPr/>
              <p:nvPr/>
            </p:nvSpPr>
            <p:spPr bwMode="gray">
              <a:xfrm flipV="1">
                <a:off x="1312850"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4" name="Round Same Side Corner Rectangle 39">
                <a:extLst>
                  <a:ext uri="{FF2B5EF4-FFF2-40B4-BE49-F238E27FC236}">
                    <a16:creationId xmlns:a16="http://schemas.microsoft.com/office/drawing/2014/main" id="{F13957A4-6B9C-47D5-AD2B-2BEE686BBBD1}"/>
                  </a:ext>
                </a:extLst>
              </p:cNvPr>
              <p:cNvSpPr/>
              <p:nvPr/>
            </p:nvSpPr>
            <p:spPr bwMode="gray">
              <a:xfrm flipV="1">
                <a:off x="1362714" y="3603085"/>
                <a:ext cx="21108" cy="45231"/>
              </a:xfrm>
              <a:prstGeom prst="round2SameRect">
                <a:avLst>
                  <a:gd name="adj1" fmla="val 50000"/>
                  <a:gd name="adj2" fmla="val 0"/>
                </a:avLst>
              </a:prstGeom>
              <a:solidFill>
                <a:schemeClr val="accent3"/>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95" name="Oval 94">
                <a:extLst>
                  <a:ext uri="{FF2B5EF4-FFF2-40B4-BE49-F238E27FC236}">
                    <a16:creationId xmlns:a16="http://schemas.microsoft.com/office/drawing/2014/main" id="{A720272A-36BE-42F0-861A-0E8C10ED3A07}"/>
                  </a:ext>
                </a:extLst>
              </p:cNvPr>
              <p:cNvSpPr/>
              <p:nvPr/>
            </p:nvSpPr>
            <p:spPr bwMode="gray">
              <a:xfrm>
                <a:off x="1329954" y="3531065"/>
                <a:ext cx="36000" cy="36000"/>
              </a:xfrm>
              <a:prstGeom prst="ellipse">
                <a:avLst/>
              </a:prstGeom>
              <a:solidFill>
                <a:schemeClr val="bg1"/>
              </a:solidFill>
              <a:ln w="19050" algn="ctr">
                <a:noFill/>
                <a:miter lim="800000"/>
                <a:headEnd/>
                <a:tailEnd/>
              </a:ln>
            </p:spPr>
            <p:txBody>
              <a:bodyPr wrap="square" lIns="66675" tIns="66675" rIns="66675" bIns="66675"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1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117" name="Group 116"/>
            <p:cNvGrpSpPr/>
            <p:nvPr/>
          </p:nvGrpSpPr>
          <p:grpSpPr>
            <a:xfrm>
              <a:off x="5911028" y="2181025"/>
              <a:ext cx="550836" cy="528421"/>
              <a:chOff x="1740158" y="2390775"/>
              <a:chExt cx="482342" cy="400050"/>
            </a:xfrm>
            <a:solidFill>
              <a:schemeClr val="accent1">
                <a:lumMod val="75000"/>
              </a:schemeClr>
            </a:solidFill>
          </p:grpSpPr>
          <p:sp>
            <p:nvSpPr>
              <p:cNvPr id="118" name="Freeform 5"/>
              <p:cNvSpPr>
                <a:spLocks noEditPoints="1"/>
              </p:cNvSpPr>
              <p:nvPr/>
            </p:nvSpPr>
            <p:spPr bwMode="auto">
              <a:xfrm>
                <a:off x="1740158" y="2390775"/>
                <a:ext cx="476250" cy="400050"/>
              </a:xfrm>
              <a:custGeom>
                <a:avLst/>
                <a:gdLst>
                  <a:gd name="T0" fmla="*/ 16 w 81"/>
                  <a:gd name="T1" fmla="*/ 10 h 68"/>
                  <a:gd name="T2" fmla="*/ 10 w 81"/>
                  <a:gd name="T3" fmla="*/ 4 h 68"/>
                  <a:gd name="T4" fmla="*/ 9 w 81"/>
                  <a:gd name="T5" fmla="*/ 6 h 68"/>
                  <a:gd name="T6" fmla="*/ 11 w 81"/>
                  <a:gd name="T7" fmla="*/ 6 h 68"/>
                  <a:gd name="T8" fmla="*/ 10 w 81"/>
                  <a:gd name="T9" fmla="*/ 19 h 68"/>
                  <a:gd name="T10" fmla="*/ 13 w 81"/>
                  <a:gd name="T11" fmla="*/ 20 h 68"/>
                  <a:gd name="T12" fmla="*/ 10 w 81"/>
                  <a:gd name="T13" fmla="*/ 23 h 68"/>
                  <a:gd name="T14" fmla="*/ 10 w 81"/>
                  <a:gd name="T15" fmla="*/ 42 h 68"/>
                  <a:gd name="T16" fmla="*/ 12 w 81"/>
                  <a:gd name="T17" fmla="*/ 43 h 68"/>
                  <a:gd name="T18" fmla="*/ 10 w 81"/>
                  <a:gd name="T19" fmla="*/ 45 h 68"/>
                  <a:gd name="T20" fmla="*/ 9 w 81"/>
                  <a:gd name="T21" fmla="*/ 62 h 68"/>
                  <a:gd name="T22" fmla="*/ 26 w 81"/>
                  <a:gd name="T23" fmla="*/ 62 h 68"/>
                  <a:gd name="T24" fmla="*/ 29 w 81"/>
                  <a:gd name="T25" fmla="*/ 59 h 68"/>
                  <a:gd name="T26" fmla="*/ 30 w 81"/>
                  <a:gd name="T27" fmla="*/ 62 h 68"/>
                  <a:gd name="T28" fmla="*/ 52 w 81"/>
                  <a:gd name="T29" fmla="*/ 61 h 68"/>
                  <a:gd name="T30" fmla="*/ 54 w 81"/>
                  <a:gd name="T31" fmla="*/ 59 h 68"/>
                  <a:gd name="T32" fmla="*/ 56 w 81"/>
                  <a:gd name="T33" fmla="*/ 62 h 68"/>
                  <a:gd name="T34" fmla="*/ 75 w 81"/>
                  <a:gd name="T35" fmla="*/ 62 h 68"/>
                  <a:gd name="T36" fmla="*/ 70 w 81"/>
                  <a:gd name="T37" fmla="*/ 60 h 68"/>
                  <a:gd name="T38" fmla="*/ 68 w 81"/>
                  <a:gd name="T39" fmla="*/ 61 h 68"/>
                  <a:gd name="T40" fmla="*/ 68 w 81"/>
                  <a:gd name="T41" fmla="*/ 57 h 68"/>
                  <a:gd name="T42" fmla="*/ 81 w 81"/>
                  <a:gd name="T43" fmla="*/ 64 h 68"/>
                  <a:gd name="T44" fmla="*/ 70 w 81"/>
                  <a:gd name="T45" fmla="*/ 68 h 68"/>
                  <a:gd name="T46" fmla="*/ 74 w 81"/>
                  <a:gd name="T47" fmla="*/ 64 h 68"/>
                  <a:gd name="T48" fmla="*/ 55 w 81"/>
                  <a:gd name="T49" fmla="*/ 63 h 68"/>
                  <a:gd name="T50" fmla="*/ 54 w 81"/>
                  <a:gd name="T51" fmla="*/ 66 h 68"/>
                  <a:gd name="T52" fmla="*/ 52 w 81"/>
                  <a:gd name="T53" fmla="*/ 63 h 68"/>
                  <a:gd name="T54" fmla="*/ 28 w 81"/>
                  <a:gd name="T55" fmla="*/ 66 h 68"/>
                  <a:gd name="T56" fmla="*/ 27 w 81"/>
                  <a:gd name="T57" fmla="*/ 63 h 68"/>
                  <a:gd name="T58" fmla="*/ 9 w 81"/>
                  <a:gd name="T59" fmla="*/ 64 h 68"/>
                  <a:gd name="T60" fmla="*/ 9 w 81"/>
                  <a:gd name="T61" fmla="*/ 68 h 68"/>
                  <a:gd name="T62" fmla="*/ 7 w 81"/>
                  <a:gd name="T63" fmla="*/ 64 h 68"/>
                  <a:gd name="T64" fmla="*/ 3 w 81"/>
                  <a:gd name="T65" fmla="*/ 63 h 68"/>
                  <a:gd name="T66" fmla="*/ 7 w 81"/>
                  <a:gd name="T67" fmla="*/ 62 h 68"/>
                  <a:gd name="T68" fmla="*/ 7 w 81"/>
                  <a:gd name="T69" fmla="*/ 46 h 68"/>
                  <a:gd name="T70" fmla="*/ 5 w 81"/>
                  <a:gd name="T71" fmla="*/ 44 h 68"/>
                  <a:gd name="T72" fmla="*/ 8 w 81"/>
                  <a:gd name="T73" fmla="*/ 42 h 68"/>
                  <a:gd name="T74" fmla="*/ 8 w 81"/>
                  <a:gd name="T75" fmla="*/ 23 h 68"/>
                  <a:gd name="T76" fmla="*/ 5 w 81"/>
                  <a:gd name="T77" fmla="*/ 21 h 68"/>
                  <a:gd name="T78" fmla="*/ 8 w 81"/>
                  <a:gd name="T79" fmla="*/ 20 h 68"/>
                  <a:gd name="T80" fmla="*/ 7 w 81"/>
                  <a:gd name="T81" fmla="*/ 5 h 68"/>
                  <a:gd name="T82" fmla="*/ 0 w 81"/>
                  <a:gd name="T83" fmla="*/ 14 h 68"/>
                  <a:gd name="T84" fmla="*/ 8 w 81"/>
                  <a:gd name="T85" fmla="*/ 0 h 68"/>
                  <a:gd name="T86" fmla="*/ 9 w 81"/>
                  <a:gd name="T87" fmla="*/ 0 h 68"/>
                  <a:gd name="T88" fmla="*/ 13 w 81"/>
                  <a:gd name="T89" fmla="*/ 5 h 68"/>
                  <a:gd name="T90" fmla="*/ 16 w 81"/>
                  <a:gd name="T91" fmla="*/ 10 h 68"/>
                  <a:gd name="T92" fmla="*/ 9 w 81"/>
                  <a:gd name="T93" fmla="*/ 20 h 68"/>
                  <a:gd name="T94" fmla="*/ 9 w 81"/>
                  <a:gd name="T95" fmla="*/ 8 h 68"/>
                  <a:gd name="T96" fmla="*/ 9 w 81"/>
                  <a:gd name="T97" fmla="*/ 20 h 68"/>
                  <a:gd name="T98" fmla="*/ 9 w 81"/>
                  <a:gd name="T99" fmla="*/ 23 h 68"/>
                  <a:gd name="T100" fmla="*/ 9 w 81"/>
                  <a:gd name="T101" fmla="*/ 36 h 68"/>
                  <a:gd name="T102" fmla="*/ 9 w 81"/>
                  <a:gd name="T103" fmla="*/ 23 h 68"/>
                  <a:gd name="T104" fmla="*/ 9 w 81"/>
                  <a:gd name="T105" fmla="*/ 23 h 68"/>
                  <a:gd name="T106" fmla="*/ 9 w 81"/>
                  <a:gd name="T107" fmla="*/ 23 h 68"/>
                  <a:gd name="T108" fmla="*/ 8 w 81"/>
                  <a:gd name="T109" fmla="*/ 39 h 68"/>
                  <a:gd name="T110" fmla="*/ 8 w 81"/>
                  <a:gd name="T111" fmla="*/ 3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68">
                    <a:moveTo>
                      <a:pt x="16" y="10"/>
                    </a:moveTo>
                    <a:cubicBezTo>
                      <a:pt x="13" y="9"/>
                      <a:pt x="12" y="5"/>
                      <a:pt x="10" y="4"/>
                    </a:cubicBezTo>
                    <a:cubicBezTo>
                      <a:pt x="9" y="4"/>
                      <a:pt x="9" y="5"/>
                      <a:pt x="9" y="6"/>
                    </a:cubicBezTo>
                    <a:cubicBezTo>
                      <a:pt x="10" y="7"/>
                      <a:pt x="10" y="6"/>
                      <a:pt x="11" y="6"/>
                    </a:cubicBezTo>
                    <a:cubicBezTo>
                      <a:pt x="12" y="11"/>
                      <a:pt x="10" y="15"/>
                      <a:pt x="10" y="19"/>
                    </a:cubicBezTo>
                    <a:cubicBezTo>
                      <a:pt x="11" y="20"/>
                      <a:pt x="12" y="19"/>
                      <a:pt x="13" y="20"/>
                    </a:cubicBezTo>
                    <a:cubicBezTo>
                      <a:pt x="13" y="22"/>
                      <a:pt x="11" y="21"/>
                      <a:pt x="10" y="23"/>
                    </a:cubicBezTo>
                    <a:cubicBezTo>
                      <a:pt x="10" y="29"/>
                      <a:pt x="10" y="35"/>
                      <a:pt x="10" y="42"/>
                    </a:cubicBezTo>
                    <a:cubicBezTo>
                      <a:pt x="10" y="43"/>
                      <a:pt x="11" y="42"/>
                      <a:pt x="12" y="43"/>
                    </a:cubicBezTo>
                    <a:cubicBezTo>
                      <a:pt x="12" y="45"/>
                      <a:pt x="11" y="45"/>
                      <a:pt x="10" y="45"/>
                    </a:cubicBezTo>
                    <a:cubicBezTo>
                      <a:pt x="9" y="50"/>
                      <a:pt x="9" y="57"/>
                      <a:pt x="9" y="62"/>
                    </a:cubicBezTo>
                    <a:cubicBezTo>
                      <a:pt x="14" y="63"/>
                      <a:pt x="21" y="62"/>
                      <a:pt x="26" y="62"/>
                    </a:cubicBezTo>
                    <a:cubicBezTo>
                      <a:pt x="26" y="60"/>
                      <a:pt x="28" y="60"/>
                      <a:pt x="29" y="59"/>
                    </a:cubicBezTo>
                    <a:cubicBezTo>
                      <a:pt x="30" y="59"/>
                      <a:pt x="30" y="60"/>
                      <a:pt x="30" y="62"/>
                    </a:cubicBezTo>
                    <a:cubicBezTo>
                      <a:pt x="37" y="61"/>
                      <a:pt x="45" y="61"/>
                      <a:pt x="52" y="61"/>
                    </a:cubicBezTo>
                    <a:cubicBezTo>
                      <a:pt x="53" y="61"/>
                      <a:pt x="52" y="59"/>
                      <a:pt x="54" y="59"/>
                    </a:cubicBezTo>
                    <a:cubicBezTo>
                      <a:pt x="55" y="59"/>
                      <a:pt x="55" y="61"/>
                      <a:pt x="56" y="62"/>
                    </a:cubicBezTo>
                    <a:cubicBezTo>
                      <a:pt x="63" y="61"/>
                      <a:pt x="69" y="63"/>
                      <a:pt x="75" y="62"/>
                    </a:cubicBezTo>
                    <a:cubicBezTo>
                      <a:pt x="74" y="61"/>
                      <a:pt x="71" y="61"/>
                      <a:pt x="70" y="60"/>
                    </a:cubicBezTo>
                    <a:cubicBezTo>
                      <a:pt x="69" y="59"/>
                      <a:pt x="69" y="61"/>
                      <a:pt x="68" y="61"/>
                    </a:cubicBezTo>
                    <a:cubicBezTo>
                      <a:pt x="68" y="59"/>
                      <a:pt x="67" y="58"/>
                      <a:pt x="68" y="57"/>
                    </a:cubicBezTo>
                    <a:cubicBezTo>
                      <a:pt x="72" y="59"/>
                      <a:pt x="79" y="59"/>
                      <a:pt x="81" y="64"/>
                    </a:cubicBezTo>
                    <a:cubicBezTo>
                      <a:pt x="76" y="64"/>
                      <a:pt x="74" y="68"/>
                      <a:pt x="70" y="68"/>
                    </a:cubicBezTo>
                    <a:cubicBezTo>
                      <a:pt x="70" y="66"/>
                      <a:pt x="73" y="66"/>
                      <a:pt x="74" y="64"/>
                    </a:cubicBezTo>
                    <a:cubicBezTo>
                      <a:pt x="67" y="64"/>
                      <a:pt x="61" y="63"/>
                      <a:pt x="55" y="63"/>
                    </a:cubicBezTo>
                    <a:cubicBezTo>
                      <a:pt x="54" y="64"/>
                      <a:pt x="54" y="65"/>
                      <a:pt x="54" y="66"/>
                    </a:cubicBezTo>
                    <a:cubicBezTo>
                      <a:pt x="53" y="66"/>
                      <a:pt x="53" y="64"/>
                      <a:pt x="52" y="63"/>
                    </a:cubicBezTo>
                    <a:cubicBezTo>
                      <a:pt x="44" y="63"/>
                      <a:pt x="32" y="60"/>
                      <a:pt x="28" y="66"/>
                    </a:cubicBezTo>
                    <a:cubicBezTo>
                      <a:pt x="27" y="65"/>
                      <a:pt x="27" y="64"/>
                      <a:pt x="27" y="63"/>
                    </a:cubicBezTo>
                    <a:cubicBezTo>
                      <a:pt x="21" y="64"/>
                      <a:pt x="15" y="64"/>
                      <a:pt x="9" y="64"/>
                    </a:cubicBezTo>
                    <a:cubicBezTo>
                      <a:pt x="8" y="65"/>
                      <a:pt x="10" y="67"/>
                      <a:pt x="9" y="68"/>
                    </a:cubicBezTo>
                    <a:cubicBezTo>
                      <a:pt x="6" y="68"/>
                      <a:pt x="8" y="65"/>
                      <a:pt x="7" y="64"/>
                    </a:cubicBezTo>
                    <a:cubicBezTo>
                      <a:pt x="6" y="63"/>
                      <a:pt x="4" y="64"/>
                      <a:pt x="3" y="63"/>
                    </a:cubicBezTo>
                    <a:cubicBezTo>
                      <a:pt x="3" y="61"/>
                      <a:pt x="6" y="62"/>
                      <a:pt x="7" y="62"/>
                    </a:cubicBezTo>
                    <a:cubicBezTo>
                      <a:pt x="8" y="57"/>
                      <a:pt x="8" y="50"/>
                      <a:pt x="7" y="46"/>
                    </a:cubicBezTo>
                    <a:cubicBezTo>
                      <a:pt x="7" y="45"/>
                      <a:pt x="5" y="45"/>
                      <a:pt x="5" y="44"/>
                    </a:cubicBezTo>
                    <a:cubicBezTo>
                      <a:pt x="6" y="43"/>
                      <a:pt x="7" y="43"/>
                      <a:pt x="8" y="42"/>
                    </a:cubicBezTo>
                    <a:cubicBezTo>
                      <a:pt x="8" y="36"/>
                      <a:pt x="8" y="29"/>
                      <a:pt x="8" y="23"/>
                    </a:cubicBezTo>
                    <a:cubicBezTo>
                      <a:pt x="7" y="22"/>
                      <a:pt x="5" y="22"/>
                      <a:pt x="5" y="21"/>
                    </a:cubicBezTo>
                    <a:cubicBezTo>
                      <a:pt x="5" y="20"/>
                      <a:pt x="6" y="20"/>
                      <a:pt x="8" y="20"/>
                    </a:cubicBezTo>
                    <a:cubicBezTo>
                      <a:pt x="8" y="15"/>
                      <a:pt x="7" y="10"/>
                      <a:pt x="7" y="5"/>
                    </a:cubicBezTo>
                    <a:cubicBezTo>
                      <a:pt x="3" y="6"/>
                      <a:pt x="4" y="13"/>
                      <a:pt x="0" y="14"/>
                    </a:cubicBezTo>
                    <a:cubicBezTo>
                      <a:pt x="2" y="9"/>
                      <a:pt x="5" y="4"/>
                      <a:pt x="8" y="0"/>
                    </a:cubicBezTo>
                    <a:cubicBezTo>
                      <a:pt x="8" y="0"/>
                      <a:pt x="8" y="0"/>
                      <a:pt x="9" y="0"/>
                    </a:cubicBezTo>
                    <a:cubicBezTo>
                      <a:pt x="10" y="1"/>
                      <a:pt x="11" y="3"/>
                      <a:pt x="13" y="5"/>
                    </a:cubicBezTo>
                    <a:cubicBezTo>
                      <a:pt x="14" y="7"/>
                      <a:pt x="17" y="8"/>
                      <a:pt x="16" y="10"/>
                    </a:cubicBezTo>
                    <a:close/>
                    <a:moveTo>
                      <a:pt x="9" y="20"/>
                    </a:moveTo>
                    <a:cubicBezTo>
                      <a:pt x="9" y="17"/>
                      <a:pt x="10" y="11"/>
                      <a:pt x="9" y="8"/>
                    </a:cubicBezTo>
                    <a:cubicBezTo>
                      <a:pt x="8" y="12"/>
                      <a:pt x="8" y="17"/>
                      <a:pt x="9" y="20"/>
                    </a:cubicBezTo>
                    <a:close/>
                    <a:moveTo>
                      <a:pt x="9" y="23"/>
                    </a:moveTo>
                    <a:cubicBezTo>
                      <a:pt x="9" y="29"/>
                      <a:pt x="8" y="34"/>
                      <a:pt x="9" y="36"/>
                    </a:cubicBezTo>
                    <a:cubicBezTo>
                      <a:pt x="8" y="34"/>
                      <a:pt x="10" y="26"/>
                      <a:pt x="9" y="23"/>
                    </a:cubicBezTo>
                    <a:cubicBezTo>
                      <a:pt x="9" y="23"/>
                      <a:pt x="9" y="22"/>
                      <a:pt x="9" y="23"/>
                    </a:cubicBezTo>
                    <a:cubicBezTo>
                      <a:pt x="9" y="23"/>
                      <a:pt x="9" y="23"/>
                      <a:pt x="9" y="23"/>
                    </a:cubicBezTo>
                    <a:close/>
                    <a:moveTo>
                      <a:pt x="8" y="39"/>
                    </a:moveTo>
                    <a:cubicBezTo>
                      <a:pt x="9" y="41"/>
                      <a:pt x="9" y="38"/>
                      <a:pt x="8"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19" name="Freeform 6"/>
              <p:cNvSpPr>
                <a:spLocks/>
              </p:cNvSpPr>
              <p:nvPr/>
            </p:nvSpPr>
            <p:spPr bwMode="auto">
              <a:xfrm>
                <a:off x="1835150" y="2408238"/>
                <a:ext cx="387350" cy="293688"/>
              </a:xfrm>
              <a:custGeom>
                <a:avLst/>
                <a:gdLst>
                  <a:gd name="T0" fmla="*/ 65 w 66"/>
                  <a:gd name="T1" fmla="*/ 1 h 50"/>
                  <a:gd name="T2" fmla="*/ 60 w 66"/>
                  <a:gd name="T3" fmla="*/ 5 h 50"/>
                  <a:gd name="T4" fmla="*/ 49 w 66"/>
                  <a:gd name="T5" fmla="*/ 14 h 50"/>
                  <a:gd name="T6" fmla="*/ 38 w 66"/>
                  <a:gd name="T7" fmla="*/ 27 h 50"/>
                  <a:gd name="T8" fmla="*/ 25 w 66"/>
                  <a:gd name="T9" fmla="*/ 20 h 50"/>
                  <a:gd name="T10" fmla="*/ 19 w 66"/>
                  <a:gd name="T11" fmla="*/ 26 h 50"/>
                  <a:gd name="T12" fmla="*/ 1 w 66"/>
                  <a:gd name="T13" fmla="*/ 50 h 50"/>
                  <a:gd name="T14" fmla="*/ 2 w 66"/>
                  <a:gd name="T15" fmla="*/ 45 h 50"/>
                  <a:gd name="T16" fmla="*/ 18 w 66"/>
                  <a:gd name="T17" fmla="*/ 25 h 50"/>
                  <a:gd name="T18" fmla="*/ 25 w 66"/>
                  <a:gd name="T19" fmla="*/ 18 h 50"/>
                  <a:gd name="T20" fmla="*/ 33 w 66"/>
                  <a:gd name="T21" fmla="*/ 22 h 50"/>
                  <a:gd name="T22" fmla="*/ 37 w 66"/>
                  <a:gd name="T23" fmla="*/ 24 h 50"/>
                  <a:gd name="T24" fmla="*/ 44 w 66"/>
                  <a:gd name="T25" fmla="*/ 18 h 50"/>
                  <a:gd name="T26" fmla="*/ 50 w 66"/>
                  <a:gd name="T27" fmla="*/ 12 h 50"/>
                  <a:gd name="T28" fmla="*/ 54 w 66"/>
                  <a:gd name="T29" fmla="*/ 10 h 50"/>
                  <a:gd name="T30" fmla="*/ 56 w 66"/>
                  <a:gd name="T31" fmla="*/ 7 h 50"/>
                  <a:gd name="T32" fmla="*/ 64 w 66"/>
                  <a:gd name="T33" fmla="*/ 0 h 50"/>
                  <a:gd name="T34" fmla="*/ 65 w 66"/>
                  <a:gd name="T35"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50">
                    <a:moveTo>
                      <a:pt x="65" y="1"/>
                    </a:moveTo>
                    <a:cubicBezTo>
                      <a:pt x="66" y="3"/>
                      <a:pt x="62" y="4"/>
                      <a:pt x="60" y="5"/>
                    </a:cubicBezTo>
                    <a:cubicBezTo>
                      <a:pt x="56" y="8"/>
                      <a:pt x="52" y="12"/>
                      <a:pt x="49" y="14"/>
                    </a:cubicBezTo>
                    <a:cubicBezTo>
                      <a:pt x="46" y="19"/>
                      <a:pt x="40" y="22"/>
                      <a:pt x="38" y="27"/>
                    </a:cubicBezTo>
                    <a:cubicBezTo>
                      <a:pt x="33" y="25"/>
                      <a:pt x="30" y="20"/>
                      <a:pt x="25" y="20"/>
                    </a:cubicBezTo>
                    <a:cubicBezTo>
                      <a:pt x="23" y="21"/>
                      <a:pt x="20" y="24"/>
                      <a:pt x="19" y="26"/>
                    </a:cubicBezTo>
                    <a:cubicBezTo>
                      <a:pt x="12" y="33"/>
                      <a:pt x="5" y="41"/>
                      <a:pt x="1" y="50"/>
                    </a:cubicBezTo>
                    <a:cubicBezTo>
                      <a:pt x="0" y="48"/>
                      <a:pt x="2" y="46"/>
                      <a:pt x="2" y="45"/>
                    </a:cubicBezTo>
                    <a:cubicBezTo>
                      <a:pt x="6" y="38"/>
                      <a:pt x="12" y="32"/>
                      <a:pt x="18" y="25"/>
                    </a:cubicBezTo>
                    <a:cubicBezTo>
                      <a:pt x="20" y="23"/>
                      <a:pt x="23" y="19"/>
                      <a:pt x="25" y="18"/>
                    </a:cubicBezTo>
                    <a:cubicBezTo>
                      <a:pt x="27" y="18"/>
                      <a:pt x="31" y="21"/>
                      <a:pt x="33" y="22"/>
                    </a:cubicBezTo>
                    <a:cubicBezTo>
                      <a:pt x="35" y="23"/>
                      <a:pt x="35" y="24"/>
                      <a:pt x="37" y="24"/>
                    </a:cubicBezTo>
                    <a:cubicBezTo>
                      <a:pt x="39" y="24"/>
                      <a:pt x="42" y="20"/>
                      <a:pt x="44" y="18"/>
                    </a:cubicBezTo>
                    <a:cubicBezTo>
                      <a:pt x="46" y="16"/>
                      <a:pt x="48" y="13"/>
                      <a:pt x="50" y="12"/>
                    </a:cubicBezTo>
                    <a:cubicBezTo>
                      <a:pt x="51" y="11"/>
                      <a:pt x="53" y="11"/>
                      <a:pt x="54" y="10"/>
                    </a:cubicBezTo>
                    <a:cubicBezTo>
                      <a:pt x="55" y="9"/>
                      <a:pt x="55" y="8"/>
                      <a:pt x="56" y="7"/>
                    </a:cubicBezTo>
                    <a:cubicBezTo>
                      <a:pt x="59" y="4"/>
                      <a:pt x="62" y="3"/>
                      <a:pt x="64" y="0"/>
                    </a:cubicBezTo>
                    <a:cubicBezTo>
                      <a:pt x="65" y="0"/>
                      <a:pt x="65" y="0"/>
                      <a:pt x="6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0" name="Freeform 7"/>
              <p:cNvSpPr>
                <a:spLocks/>
              </p:cNvSpPr>
              <p:nvPr/>
            </p:nvSpPr>
            <p:spPr bwMode="auto">
              <a:xfrm>
                <a:off x="2152650" y="2473325"/>
                <a:ext cx="11113" cy="28575"/>
              </a:xfrm>
              <a:custGeom>
                <a:avLst/>
                <a:gdLst>
                  <a:gd name="T0" fmla="*/ 1 w 2"/>
                  <a:gd name="T1" fmla="*/ 1 h 5"/>
                  <a:gd name="T2" fmla="*/ 2 w 2"/>
                  <a:gd name="T3" fmla="*/ 1 h 5"/>
                  <a:gd name="T4" fmla="*/ 1 w 2"/>
                  <a:gd name="T5" fmla="*/ 5 h 5"/>
                  <a:gd name="T6" fmla="*/ 1 w 2"/>
                  <a:gd name="T7" fmla="*/ 1 h 5"/>
                </a:gdLst>
                <a:ahLst/>
                <a:cxnLst>
                  <a:cxn ang="0">
                    <a:pos x="T0" y="T1"/>
                  </a:cxn>
                  <a:cxn ang="0">
                    <a:pos x="T2" y="T3"/>
                  </a:cxn>
                  <a:cxn ang="0">
                    <a:pos x="T4" y="T5"/>
                  </a:cxn>
                  <a:cxn ang="0">
                    <a:pos x="T6" y="T7"/>
                  </a:cxn>
                </a:cxnLst>
                <a:rect l="0" t="0" r="r" b="b"/>
                <a:pathLst>
                  <a:path w="2" h="5">
                    <a:moveTo>
                      <a:pt x="1" y="1"/>
                    </a:moveTo>
                    <a:cubicBezTo>
                      <a:pt x="2" y="0"/>
                      <a:pt x="2" y="1"/>
                      <a:pt x="2" y="1"/>
                    </a:cubicBezTo>
                    <a:cubicBezTo>
                      <a:pt x="2" y="2"/>
                      <a:pt x="2" y="4"/>
                      <a:pt x="1" y="5"/>
                    </a:cubicBezTo>
                    <a:cubicBezTo>
                      <a:pt x="0" y="5"/>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1" name="Freeform 8"/>
              <p:cNvSpPr>
                <a:spLocks/>
              </p:cNvSpPr>
              <p:nvPr/>
            </p:nvSpPr>
            <p:spPr bwMode="auto">
              <a:xfrm>
                <a:off x="2152650" y="2525713"/>
                <a:ext cx="11113" cy="17463"/>
              </a:xfrm>
              <a:custGeom>
                <a:avLst/>
                <a:gdLst>
                  <a:gd name="T0" fmla="*/ 0 w 2"/>
                  <a:gd name="T1" fmla="*/ 0 h 3"/>
                  <a:gd name="T2" fmla="*/ 1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0"/>
                      <a:pt x="1" y="0"/>
                    </a:cubicBezTo>
                    <a:cubicBezTo>
                      <a:pt x="2" y="1"/>
                      <a:pt x="2" y="3"/>
                      <a:pt x="1" y="3"/>
                    </a:cubicBezTo>
                    <a:cubicBezTo>
                      <a:pt x="0" y="3"/>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2" name="Freeform 9"/>
              <p:cNvSpPr>
                <a:spLocks/>
              </p:cNvSpPr>
              <p:nvPr/>
            </p:nvSpPr>
            <p:spPr bwMode="auto">
              <a:xfrm>
                <a:off x="1976438" y="2532063"/>
                <a:ext cx="11113" cy="23813"/>
              </a:xfrm>
              <a:custGeom>
                <a:avLst/>
                <a:gdLst>
                  <a:gd name="T0" fmla="*/ 1 w 2"/>
                  <a:gd name="T1" fmla="*/ 0 h 4"/>
                  <a:gd name="T2" fmla="*/ 2 w 2"/>
                  <a:gd name="T3" fmla="*/ 1 h 4"/>
                  <a:gd name="T4" fmla="*/ 2 w 2"/>
                  <a:gd name="T5" fmla="*/ 4 h 4"/>
                  <a:gd name="T6" fmla="*/ 1 w 2"/>
                  <a:gd name="T7" fmla="*/ 0 h 4"/>
                </a:gdLst>
                <a:ahLst/>
                <a:cxnLst>
                  <a:cxn ang="0">
                    <a:pos x="T0" y="T1"/>
                  </a:cxn>
                  <a:cxn ang="0">
                    <a:pos x="T2" y="T3"/>
                  </a:cxn>
                  <a:cxn ang="0">
                    <a:pos x="T4" y="T5"/>
                  </a:cxn>
                  <a:cxn ang="0">
                    <a:pos x="T6" y="T7"/>
                  </a:cxn>
                </a:cxnLst>
                <a:rect l="0" t="0" r="r" b="b"/>
                <a:pathLst>
                  <a:path w="2" h="4">
                    <a:moveTo>
                      <a:pt x="1" y="0"/>
                    </a:moveTo>
                    <a:cubicBezTo>
                      <a:pt x="1" y="0"/>
                      <a:pt x="1" y="1"/>
                      <a:pt x="2" y="1"/>
                    </a:cubicBezTo>
                    <a:cubicBezTo>
                      <a:pt x="2" y="2"/>
                      <a:pt x="2" y="3"/>
                      <a:pt x="2" y="4"/>
                    </a:cubicBezTo>
                    <a:cubicBezTo>
                      <a:pt x="0" y="4"/>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3" name="Freeform 10"/>
              <p:cNvSpPr>
                <a:spLocks/>
              </p:cNvSpPr>
              <p:nvPr/>
            </p:nvSpPr>
            <p:spPr bwMode="auto">
              <a:xfrm>
                <a:off x="2152650" y="2566988"/>
                <a:ext cx="11113" cy="12700"/>
              </a:xfrm>
              <a:custGeom>
                <a:avLst/>
                <a:gdLst>
                  <a:gd name="T0" fmla="*/ 1 w 2"/>
                  <a:gd name="T1" fmla="*/ 0 h 2"/>
                  <a:gd name="T2" fmla="*/ 2 w 2"/>
                  <a:gd name="T3" fmla="*/ 0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2" y="0"/>
                    </a:cubicBezTo>
                    <a:cubicBezTo>
                      <a:pt x="2" y="1"/>
                      <a:pt x="2" y="2"/>
                      <a:pt x="1" y="2"/>
                    </a:cubicBezTo>
                    <a:cubicBezTo>
                      <a:pt x="0" y="2"/>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4" name="Freeform 11"/>
              <p:cNvSpPr>
                <a:spLocks/>
              </p:cNvSpPr>
              <p:nvPr/>
            </p:nvSpPr>
            <p:spPr bwMode="auto">
              <a:xfrm>
                <a:off x="2046288" y="2573338"/>
                <a:ext cx="11113" cy="17463"/>
              </a:xfrm>
              <a:custGeom>
                <a:avLst/>
                <a:gdLst>
                  <a:gd name="T0" fmla="*/ 1 w 2"/>
                  <a:gd name="T1" fmla="*/ 0 h 3"/>
                  <a:gd name="T2" fmla="*/ 2 w 2"/>
                  <a:gd name="T3" fmla="*/ 1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1"/>
                      <a:pt x="1" y="1"/>
                      <a:pt x="2" y="1"/>
                    </a:cubicBezTo>
                    <a:cubicBezTo>
                      <a:pt x="2" y="2"/>
                      <a:pt x="2" y="3"/>
                      <a:pt x="1" y="3"/>
                    </a:cubicBezTo>
                    <a:cubicBezTo>
                      <a:pt x="0" y="3"/>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5" name="Freeform 12"/>
              <p:cNvSpPr>
                <a:spLocks/>
              </p:cNvSpPr>
              <p:nvPr/>
            </p:nvSpPr>
            <p:spPr bwMode="auto">
              <a:xfrm>
                <a:off x="1976438" y="2584450"/>
                <a:ext cx="11113" cy="23813"/>
              </a:xfrm>
              <a:custGeom>
                <a:avLst/>
                <a:gdLst>
                  <a:gd name="T0" fmla="*/ 0 w 2"/>
                  <a:gd name="T1" fmla="*/ 0 h 4"/>
                  <a:gd name="T2" fmla="*/ 2 w 2"/>
                  <a:gd name="T3" fmla="*/ 0 h 4"/>
                  <a:gd name="T4" fmla="*/ 1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1" y="0"/>
                      <a:pt x="1" y="0"/>
                      <a:pt x="2" y="0"/>
                    </a:cubicBezTo>
                    <a:cubicBezTo>
                      <a:pt x="2" y="2"/>
                      <a:pt x="2" y="3"/>
                      <a:pt x="1" y="4"/>
                    </a:cubicBezTo>
                    <a:cubicBezTo>
                      <a:pt x="0" y="4"/>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6" name="Freeform 13"/>
              <p:cNvSpPr>
                <a:spLocks/>
              </p:cNvSpPr>
              <p:nvPr/>
            </p:nvSpPr>
            <p:spPr bwMode="auto">
              <a:xfrm>
                <a:off x="2152650" y="2590800"/>
                <a:ext cx="11113" cy="17463"/>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2" y="0"/>
                      <a:pt x="2" y="3"/>
                      <a:pt x="1" y="3"/>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7" name="Freeform 14"/>
              <p:cNvSpPr>
                <a:spLocks/>
              </p:cNvSpPr>
              <p:nvPr/>
            </p:nvSpPr>
            <p:spPr bwMode="auto">
              <a:xfrm>
                <a:off x="2046288" y="2614613"/>
                <a:ext cx="11113" cy="17463"/>
              </a:xfrm>
              <a:custGeom>
                <a:avLst/>
                <a:gdLst>
                  <a:gd name="T0" fmla="*/ 1 w 2"/>
                  <a:gd name="T1" fmla="*/ 0 h 3"/>
                  <a:gd name="T2" fmla="*/ 2 w 2"/>
                  <a:gd name="T3" fmla="*/ 3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2" y="0"/>
                      <a:pt x="2" y="2"/>
                      <a:pt x="2" y="3"/>
                    </a:cubicBezTo>
                    <a:cubicBezTo>
                      <a:pt x="1" y="3"/>
                      <a:pt x="1" y="3"/>
                      <a:pt x="1" y="3"/>
                    </a:cubicBezTo>
                    <a:cubicBezTo>
                      <a:pt x="0" y="3"/>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8" name="Freeform 15"/>
              <p:cNvSpPr>
                <a:spLocks/>
              </p:cNvSpPr>
              <p:nvPr/>
            </p:nvSpPr>
            <p:spPr bwMode="auto">
              <a:xfrm>
                <a:off x="2152650" y="2632075"/>
                <a:ext cx="11113" cy="23813"/>
              </a:xfrm>
              <a:custGeom>
                <a:avLst/>
                <a:gdLst>
                  <a:gd name="T0" fmla="*/ 1 w 2"/>
                  <a:gd name="T1" fmla="*/ 0 h 4"/>
                  <a:gd name="T2" fmla="*/ 2 w 2"/>
                  <a:gd name="T3" fmla="*/ 3 h 4"/>
                  <a:gd name="T4" fmla="*/ 1 w 2"/>
                  <a:gd name="T5" fmla="*/ 0 h 4"/>
                </a:gdLst>
                <a:ahLst/>
                <a:cxnLst>
                  <a:cxn ang="0">
                    <a:pos x="T0" y="T1"/>
                  </a:cxn>
                  <a:cxn ang="0">
                    <a:pos x="T2" y="T3"/>
                  </a:cxn>
                  <a:cxn ang="0">
                    <a:pos x="T4" y="T5"/>
                  </a:cxn>
                </a:cxnLst>
                <a:rect l="0" t="0" r="r" b="b"/>
                <a:pathLst>
                  <a:path w="2" h="4">
                    <a:moveTo>
                      <a:pt x="1" y="0"/>
                    </a:moveTo>
                    <a:cubicBezTo>
                      <a:pt x="2" y="0"/>
                      <a:pt x="1" y="2"/>
                      <a:pt x="2" y="3"/>
                    </a:cubicBezTo>
                    <a:cubicBezTo>
                      <a:pt x="0" y="4"/>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29" name="Freeform 16"/>
              <p:cNvSpPr>
                <a:spLocks/>
              </p:cNvSpPr>
              <p:nvPr/>
            </p:nvSpPr>
            <p:spPr bwMode="auto">
              <a:xfrm>
                <a:off x="1976438" y="2632075"/>
                <a:ext cx="11113" cy="23813"/>
              </a:xfrm>
              <a:custGeom>
                <a:avLst/>
                <a:gdLst>
                  <a:gd name="T0" fmla="*/ 1 w 2"/>
                  <a:gd name="T1" fmla="*/ 1 h 4"/>
                  <a:gd name="T2" fmla="*/ 0 w 2"/>
                  <a:gd name="T3" fmla="*/ 3 h 4"/>
                  <a:gd name="T4" fmla="*/ 1 w 2"/>
                  <a:gd name="T5" fmla="*/ 1 h 4"/>
                </a:gdLst>
                <a:ahLst/>
                <a:cxnLst>
                  <a:cxn ang="0">
                    <a:pos x="T0" y="T1"/>
                  </a:cxn>
                  <a:cxn ang="0">
                    <a:pos x="T2" y="T3"/>
                  </a:cxn>
                  <a:cxn ang="0">
                    <a:pos x="T4" y="T5"/>
                  </a:cxn>
                </a:cxnLst>
                <a:rect l="0" t="0" r="r" b="b"/>
                <a:pathLst>
                  <a:path w="2" h="4">
                    <a:moveTo>
                      <a:pt x="1" y="1"/>
                    </a:moveTo>
                    <a:cubicBezTo>
                      <a:pt x="2" y="0"/>
                      <a:pt x="2" y="4"/>
                      <a:pt x="0" y="3"/>
                    </a:cubicBezTo>
                    <a:cubicBezTo>
                      <a:pt x="0" y="2"/>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35" name="Freeform 17"/>
              <p:cNvSpPr>
                <a:spLocks/>
              </p:cNvSpPr>
              <p:nvPr/>
            </p:nvSpPr>
            <p:spPr bwMode="auto">
              <a:xfrm>
                <a:off x="2039938" y="2655888"/>
                <a:ext cx="17463" cy="17463"/>
              </a:xfrm>
              <a:custGeom>
                <a:avLst/>
                <a:gdLst>
                  <a:gd name="T0" fmla="*/ 2 w 3"/>
                  <a:gd name="T1" fmla="*/ 0 h 3"/>
                  <a:gd name="T2" fmla="*/ 2 w 3"/>
                  <a:gd name="T3" fmla="*/ 3 h 3"/>
                  <a:gd name="T4" fmla="*/ 2 w 3"/>
                  <a:gd name="T5" fmla="*/ 0 h 3"/>
                </a:gdLst>
                <a:ahLst/>
                <a:cxnLst>
                  <a:cxn ang="0">
                    <a:pos x="T0" y="T1"/>
                  </a:cxn>
                  <a:cxn ang="0">
                    <a:pos x="T2" y="T3"/>
                  </a:cxn>
                  <a:cxn ang="0">
                    <a:pos x="T4" y="T5"/>
                  </a:cxn>
                </a:cxnLst>
                <a:rect l="0" t="0" r="r" b="b"/>
                <a:pathLst>
                  <a:path w="3" h="3">
                    <a:moveTo>
                      <a:pt x="2" y="0"/>
                    </a:moveTo>
                    <a:cubicBezTo>
                      <a:pt x="3" y="0"/>
                      <a:pt x="3" y="3"/>
                      <a:pt x="2" y="3"/>
                    </a:cubicBezTo>
                    <a:cubicBezTo>
                      <a:pt x="0"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36" name="Freeform 18"/>
              <p:cNvSpPr>
                <a:spLocks/>
              </p:cNvSpPr>
              <p:nvPr/>
            </p:nvSpPr>
            <p:spPr bwMode="auto">
              <a:xfrm>
                <a:off x="2157413" y="2667000"/>
                <a:ext cx="12700" cy="11113"/>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2" y="0"/>
                      <a:pt x="1" y="2"/>
                      <a:pt x="1" y="2"/>
                    </a:cubicBezTo>
                    <a:cubicBezTo>
                      <a:pt x="0" y="2"/>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37" name="Freeform 19"/>
              <p:cNvSpPr>
                <a:spLocks/>
              </p:cNvSpPr>
              <p:nvPr/>
            </p:nvSpPr>
            <p:spPr bwMode="auto">
              <a:xfrm>
                <a:off x="1976438" y="2684463"/>
                <a:ext cx="11113" cy="12700"/>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2" y="0"/>
                      <a:pt x="2" y="2"/>
                      <a:pt x="2" y="2"/>
                    </a:cubicBezTo>
                    <a:cubicBezTo>
                      <a:pt x="1" y="2"/>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38" name="Freeform 20"/>
              <p:cNvSpPr>
                <a:spLocks/>
              </p:cNvSpPr>
              <p:nvPr/>
            </p:nvSpPr>
            <p:spPr bwMode="auto">
              <a:xfrm>
                <a:off x="2157413" y="2690813"/>
                <a:ext cx="6350" cy="23813"/>
              </a:xfrm>
              <a:custGeom>
                <a:avLst/>
                <a:gdLst>
                  <a:gd name="T0" fmla="*/ 0 w 1"/>
                  <a:gd name="T1" fmla="*/ 0 h 4"/>
                  <a:gd name="T2" fmla="*/ 0 w 1"/>
                  <a:gd name="T3" fmla="*/ 3 h 4"/>
                  <a:gd name="T4" fmla="*/ 0 w 1"/>
                  <a:gd name="T5" fmla="*/ 0 h 4"/>
                </a:gdLst>
                <a:ahLst/>
                <a:cxnLst>
                  <a:cxn ang="0">
                    <a:pos x="T0" y="T1"/>
                  </a:cxn>
                  <a:cxn ang="0">
                    <a:pos x="T2" y="T3"/>
                  </a:cxn>
                  <a:cxn ang="0">
                    <a:pos x="T4" y="T5"/>
                  </a:cxn>
                </a:cxnLst>
                <a:rect l="0" t="0" r="r" b="b"/>
                <a:pathLst>
                  <a:path w="1" h="4">
                    <a:moveTo>
                      <a:pt x="0" y="0"/>
                    </a:moveTo>
                    <a:cubicBezTo>
                      <a:pt x="1" y="0"/>
                      <a:pt x="1" y="4"/>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39" name="Freeform 21"/>
              <p:cNvSpPr>
                <a:spLocks/>
              </p:cNvSpPr>
              <p:nvPr/>
            </p:nvSpPr>
            <p:spPr bwMode="auto">
              <a:xfrm>
                <a:off x="2046288" y="2701925"/>
                <a:ext cx="11113" cy="12700"/>
              </a:xfrm>
              <a:custGeom>
                <a:avLst/>
                <a:gdLst>
                  <a:gd name="T0" fmla="*/ 0 w 2"/>
                  <a:gd name="T1" fmla="*/ 0 h 2"/>
                  <a:gd name="T2" fmla="*/ 1 w 2"/>
                  <a:gd name="T3" fmla="*/ 0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0"/>
                      <a:pt x="1" y="0"/>
                      <a:pt x="1" y="0"/>
                    </a:cubicBezTo>
                    <a:cubicBezTo>
                      <a:pt x="2" y="1"/>
                      <a:pt x="1" y="1"/>
                      <a:pt x="1" y="2"/>
                    </a:cubicBezTo>
                    <a:cubicBezTo>
                      <a:pt x="0" y="2"/>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40" name="Freeform 22"/>
              <p:cNvSpPr>
                <a:spLocks/>
              </p:cNvSpPr>
              <p:nvPr/>
            </p:nvSpPr>
            <p:spPr bwMode="auto">
              <a:xfrm>
                <a:off x="1839913" y="2719388"/>
                <a:ext cx="0" cy="635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42" name="Freeform 23"/>
              <p:cNvSpPr>
                <a:spLocks/>
              </p:cNvSpPr>
              <p:nvPr/>
            </p:nvSpPr>
            <p:spPr bwMode="auto">
              <a:xfrm>
                <a:off x="1976438" y="2719388"/>
                <a:ext cx="11113" cy="19050"/>
              </a:xfrm>
              <a:custGeom>
                <a:avLst/>
                <a:gdLst>
                  <a:gd name="T0" fmla="*/ 1 w 2"/>
                  <a:gd name="T1" fmla="*/ 0 h 3"/>
                  <a:gd name="T2" fmla="*/ 2 w 2"/>
                  <a:gd name="T3" fmla="*/ 3 h 3"/>
                  <a:gd name="T4" fmla="*/ 1 w 2"/>
                  <a:gd name="T5" fmla="*/ 0 h 3"/>
                </a:gdLst>
                <a:ahLst/>
                <a:cxnLst>
                  <a:cxn ang="0">
                    <a:pos x="T0" y="T1"/>
                  </a:cxn>
                  <a:cxn ang="0">
                    <a:pos x="T2" y="T3"/>
                  </a:cxn>
                  <a:cxn ang="0">
                    <a:pos x="T4" y="T5"/>
                  </a:cxn>
                </a:cxnLst>
                <a:rect l="0" t="0" r="r" b="b"/>
                <a:pathLst>
                  <a:path w="2" h="3">
                    <a:moveTo>
                      <a:pt x="1" y="0"/>
                    </a:moveTo>
                    <a:cubicBezTo>
                      <a:pt x="2" y="0"/>
                      <a:pt x="2" y="2"/>
                      <a:pt x="2" y="3"/>
                    </a:cubicBezTo>
                    <a:cubicBezTo>
                      <a:pt x="0" y="3"/>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43" name="Freeform 24"/>
              <p:cNvSpPr>
                <a:spLocks/>
              </p:cNvSpPr>
              <p:nvPr/>
            </p:nvSpPr>
            <p:spPr bwMode="auto">
              <a:xfrm>
                <a:off x="2046288" y="2732088"/>
                <a:ext cx="11113" cy="17463"/>
              </a:xfrm>
              <a:custGeom>
                <a:avLst/>
                <a:gdLst>
                  <a:gd name="T0" fmla="*/ 1 w 2"/>
                  <a:gd name="T1" fmla="*/ 0 h 3"/>
                  <a:gd name="T2" fmla="*/ 0 w 2"/>
                  <a:gd name="T3" fmla="*/ 2 h 3"/>
                  <a:gd name="T4" fmla="*/ 1 w 2"/>
                  <a:gd name="T5" fmla="*/ 0 h 3"/>
                </a:gdLst>
                <a:ahLst/>
                <a:cxnLst>
                  <a:cxn ang="0">
                    <a:pos x="T0" y="T1"/>
                  </a:cxn>
                  <a:cxn ang="0">
                    <a:pos x="T2" y="T3"/>
                  </a:cxn>
                  <a:cxn ang="0">
                    <a:pos x="T4" y="T5"/>
                  </a:cxn>
                </a:cxnLst>
                <a:rect l="0" t="0" r="r" b="b"/>
                <a:pathLst>
                  <a:path w="2" h="3">
                    <a:moveTo>
                      <a:pt x="1" y="0"/>
                    </a:moveTo>
                    <a:cubicBezTo>
                      <a:pt x="2" y="0"/>
                      <a:pt x="2" y="3"/>
                      <a:pt x="0" y="2"/>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44" name="Freeform 25"/>
              <p:cNvSpPr>
                <a:spLocks/>
              </p:cNvSpPr>
              <p:nvPr/>
            </p:nvSpPr>
            <p:spPr bwMode="auto">
              <a:xfrm>
                <a:off x="1835150" y="2738438"/>
                <a:ext cx="11113" cy="17463"/>
              </a:xfrm>
              <a:custGeom>
                <a:avLst/>
                <a:gdLst>
                  <a:gd name="T0" fmla="*/ 1 w 2"/>
                  <a:gd name="T1" fmla="*/ 0 h 3"/>
                  <a:gd name="T2" fmla="*/ 0 w 2"/>
                  <a:gd name="T3" fmla="*/ 3 h 3"/>
                  <a:gd name="T4" fmla="*/ 1 w 2"/>
                  <a:gd name="T5" fmla="*/ 0 h 3"/>
                </a:gdLst>
                <a:ahLst/>
                <a:cxnLst>
                  <a:cxn ang="0">
                    <a:pos x="T0" y="T1"/>
                  </a:cxn>
                  <a:cxn ang="0">
                    <a:pos x="T2" y="T3"/>
                  </a:cxn>
                  <a:cxn ang="0">
                    <a:pos x="T4" y="T5"/>
                  </a:cxn>
                </a:cxnLst>
                <a:rect l="0" t="0" r="r" b="b"/>
                <a:pathLst>
                  <a:path w="2" h="3">
                    <a:moveTo>
                      <a:pt x="1" y="0"/>
                    </a:moveTo>
                    <a:cubicBezTo>
                      <a:pt x="2" y="0"/>
                      <a:pt x="2" y="3"/>
                      <a:pt x="0" y="3"/>
                    </a:cubicBezTo>
                    <a:cubicBezTo>
                      <a:pt x="0" y="2"/>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1200" cap="none" spc="0" normalizeH="0" baseline="0" noProof="0">
                  <a:ln>
                    <a:noFill/>
                  </a:ln>
                  <a:solidFill>
                    <a:srgbClr val="002776"/>
                  </a:solidFill>
                  <a:effectLst/>
                  <a:uLnTx/>
                  <a:uFillTx/>
                  <a:latin typeface="Arial" pitchFamily="34" charset="0"/>
                  <a:ea typeface="+mn-ea"/>
                  <a:cs typeface="Arial" pitchFamily="34" charset="0"/>
                </a:endParaRPr>
              </a:p>
            </p:txBody>
          </p:sp>
        </p:grpSp>
        <p:grpSp>
          <p:nvGrpSpPr>
            <p:cNvPr id="148" name="Group 147"/>
            <p:cNvGrpSpPr/>
            <p:nvPr/>
          </p:nvGrpSpPr>
          <p:grpSpPr>
            <a:xfrm>
              <a:off x="2119105" y="2192396"/>
              <a:ext cx="382588" cy="632694"/>
              <a:chOff x="1915338" y="1340959"/>
              <a:chExt cx="382588" cy="609600"/>
            </a:xfrm>
            <a:solidFill>
              <a:schemeClr val="accent1">
                <a:lumMod val="75000"/>
              </a:schemeClr>
            </a:solidFill>
          </p:grpSpPr>
          <p:sp>
            <p:nvSpPr>
              <p:cNvPr id="150" name="Freeform 148"/>
              <p:cNvSpPr>
                <a:spLocks/>
              </p:cNvSpPr>
              <p:nvPr/>
            </p:nvSpPr>
            <p:spPr bwMode="auto">
              <a:xfrm>
                <a:off x="1915338"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ea typeface="+mn-ea"/>
                  <a:cs typeface="Arial" pitchFamily="34" charset="0"/>
                </a:endParaRPr>
              </a:p>
            </p:txBody>
          </p:sp>
          <p:sp>
            <p:nvSpPr>
              <p:cNvPr id="152" name="Freeform 149"/>
              <p:cNvSpPr>
                <a:spLocks/>
              </p:cNvSpPr>
              <p:nvPr/>
            </p:nvSpPr>
            <p:spPr bwMode="auto">
              <a:xfrm>
                <a:off x="2042339" y="1361597"/>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1100" b="1" i="0" u="none" strike="noStrike" kern="0" cap="none" spc="0" normalizeH="0" baseline="0" noProof="0">
                  <a:ln>
                    <a:noFill/>
                  </a:ln>
                  <a:solidFill>
                    <a:srgbClr val="002776"/>
                  </a:solidFill>
                  <a:effectLst/>
                  <a:uLnTx/>
                  <a:uFillTx/>
                  <a:latin typeface="Arial" pitchFamily="34" charset="0"/>
                  <a:ea typeface="+mn-ea"/>
                  <a:cs typeface="Arial" pitchFamily="34" charset="0"/>
                </a:endParaRPr>
              </a:p>
            </p:txBody>
          </p:sp>
        </p:grpSp>
      </p:grpSp>
    </p:spTree>
    <p:extLst>
      <p:ext uri="{BB962C8B-B14F-4D97-AF65-F5344CB8AC3E}">
        <p14:creationId xmlns:p14="http://schemas.microsoft.com/office/powerpoint/2010/main" val="1567302603"/>
      </p:ext>
    </p:extLst>
  </p:cSld>
  <p:clrMapOvr>
    <a:masterClrMapping/>
  </p:clrMapOvr>
  <p:transition>
    <p:fade/>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15F9B16-B1DA-4441-A639-59FE4C41C326}"/>
              </a:ext>
            </a:extLst>
          </p:cNvPr>
          <p:cNvSpPr>
            <a:spLocks noGrp="1"/>
          </p:cNvSpPr>
          <p:nvPr>
            <p:ph type="title"/>
          </p:nvPr>
        </p:nvSpPr>
        <p:spPr>
          <a:xfrm>
            <a:off x="501651" y="317501"/>
            <a:ext cx="11188700" cy="389865"/>
          </a:xfrm>
        </p:spPr>
        <p:txBody>
          <a:bodyPr/>
          <a:lstStyle/>
          <a:p>
            <a:r>
              <a:rPr lang="en-US" b="1" dirty="0"/>
              <a:t>Criteria for CPP as per the Electricity Rules 2005 (1/2)</a:t>
            </a:r>
            <a:br>
              <a:rPr lang="en-US" b="1" dirty="0"/>
            </a:br>
            <a:r>
              <a:rPr lang="en-US" b="1" dirty="0">
                <a:solidFill>
                  <a:srgbClr val="86BC25"/>
                </a:solidFill>
              </a:rPr>
              <a:t>1. Ownership Criteria</a:t>
            </a:r>
            <a:endParaRPr lang="en-IN" b="1" dirty="0">
              <a:solidFill>
                <a:srgbClr val="86BC25"/>
              </a:solidFill>
            </a:endParaRPr>
          </a:p>
        </p:txBody>
      </p:sp>
      <p:sp>
        <p:nvSpPr>
          <p:cNvPr id="5" name="TextBox 4"/>
          <p:cNvSpPr txBox="1"/>
          <p:nvPr/>
        </p:nvSpPr>
        <p:spPr>
          <a:xfrm>
            <a:off x="501651" y="2923033"/>
            <a:ext cx="11188700" cy="276999"/>
          </a:xfrm>
          <a:prstGeom prst="rect">
            <a:avLst/>
          </a:prstGeom>
          <a:noFill/>
        </p:spPr>
        <p:txBody>
          <a:bodyPr wrap="square" lIns="0" tIns="0" rIns="0" bIns="0" rtlCol="0">
            <a:spAutoFit/>
          </a:bodyPr>
          <a:lstStyle/>
          <a:p>
            <a:pPr>
              <a:spcBef>
                <a:spcPts val="600"/>
              </a:spcBef>
              <a:buSzPct val="100000"/>
            </a:pPr>
            <a:r>
              <a:rPr lang="en-GB" b="1" dirty="0">
                <a:solidFill>
                  <a:srgbClr val="313131"/>
                </a:solidFill>
              </a:rPr>
              <a:t>Provisions as per the Electricity Rules 2005</a:t>
            </a:r>
          </a:p>
        </p:txBody>
      </p:sp>
      <p:sp>
        <p:nvSpPr>
          <p:cNvPr id="8" name="Rounded Rectangle 1">
            <a:extLst>
              <a:ext uri="{FF2B5EF4-FFF2-40B4-BE49-F238E27FC236}">
                <a16:creationId xmlns:a16="http://schemas.microsoft.com/office/drawing/2014/main" id="{F0ACBA1D-BA57-42F4-A647-0E9C40B0FE0B}"/>
              </a:ext>
            </a:extLst>
          </p:cNvPr>
          <p:cNvSpPr/>
          <p:nvPr/>
        </p:nvSpPr>
        <p:spPr bwMode="gray">
          <a:xfrm>
            <a:off x="501651" y="1088136"/>
            <a:ext cx="11188700" cy="1312823"/>
          </a:xfrm>
          <a:prstGeom prst="roundRect">
            <a:avLst>
              <a:gd name="adj" fmla="val 11355"/>
            </a:avLst>
          </a:prstGeom>
          <a:ln>
            <a:headEnd/>
            <a:tailEnd/>
          </a:ln>
        </p:spPr>
        <p:style>
          <a:lnRef idx="2">
            <a:schemeClr val="accent3"/>
          </a:lnRef>
          <a:fillRef idx="1">
            <a:schemeClr val="lt1"/>
          </a:fillRef>
          <a:effectRef idx="0">
            <a:schemeClr val="accent3"/>
          </a:effectRef>
          <a:fontRef idx="minor">
            <a:schemeClr val="dk1"/>
          </a:fontRef>
        </p:style>
        <p:txBody>
          <a:bodyPr wrap="square" lIns="88900" tIns="88900" rIns="88900" bIns="88900" rtlCol="0" anchor="ctr"/>
          <a:lstStyle/>
          <a:p>
            <a:pPr marL="342900" indent="-342900" algn="just">
              <a:lnSpc>
                <a:spcPct val="106000"/>
              </a:lnSpc>
              <a:buFont typeface="Arial" panose="020B0604020202020204" pitchFamily="34" charset="0"/>
              <a:buChar char="•"/>
            </a:pPr>
            <a:r>
              <a:rPr lang="en-US" sz="1400" dirty="0"/>
              <a:t>Single Captive User- Holding of Minimum </a:t>
            </a:r>
            <a:r>
              <a:rPr lang="en-US" sz="1400" b="1" dirty="0"/>
              <a:t>26%</a:t>
            </a:r>
            <a:r>
              <a:rPr lang="en-US" sz="1400" dirty="0"/>
              <a:t> Ownership of the CPP.</a:t>
            </a:r>
          </a:p>
          <a:p>
            <a:pPr marL="342900" indent="-342900" algn="just">
              <a:lnSpc>
                <a:spcPct val="106000"/>
              </a:lnSpc>
              <a:buFont typeface="Arial" panose="020B0604020202020204" pitchFamily="34" charset="0"/>
              <a:buChar char="•"/>
            </a:pPr>
            <a:r>
              <a:rPr lang="en-US" sz="1400" dirty="0"/>
              <a:t>Group Captive User- Collective holding of minimum </a:t>
            </a:r>
            <a:r>
              <a:rPr lang="en-US" sz="1400" b="1" dirty="0"/>
              <a:t>26%</a:t>
            </a:r>
            <a:r>
              <a:rPr lang="en-US" sz="1400" dirty="0"/>
              <a:t> ownership of the CPP.</a:t>
            </a:r>
          </a:p>
          <a:p>
            <a:pPr algn="just">
              <a:lnSpc>
                <a:spcPct val="106000"/>
              </a:lnSpc>
            </a:pPr>
            <a:endParaRPr lang="en-US" sz="1400" dirty="0">
              <a:solidFill>
                <a:schemeClr val="dk1"/>
              </a:solidFill>
            </a:endParaRPr>
          </a:p>
          <a:p>
            <a:pPr algn="just">
              <a:lnSpc>
                <a:spcPct val="106000"/>
              </a:lnSpc>
            </a:pPr>
            <a:r>
              <a:rPr lang="en-US" sz="1400" i="1" dirty="0">
                <a:solidFill>
                  <a:schemeClr val="dk1"/>
                </a:solidFill>
              </a:rPr>
              <a:t>(“</a:t>
            </a:r>
            <a:r>
              <a:rPr lang="en-US" sz="1400" b="1" i="1" dirty="0">
                <a:solidFill>
                  <a:schemeClr val="dk1"/>
                </a:solidFill>
              </a:rPr>
              <a:t>Ownership</a:t>
            </a:r>
            <a:r>
              <a:rPr lang="en-US" sz="1400" i="1" dirty="0">
                <a:solidFill>
                  <a:schemeClr val="dk1"/>
                </a:solidFill>
              </a:rPr>
              <a:t>” means equity share capital with voting rights)</a:t>
            </a:r>
            <a:endParaRPr lang="en-IN" sz="1400" dirty="0"/>
          </a:p>
        </p:txBody>
      </p:sp>
      <p:graphicFrame>
        <p:nvGraphicFramePr>
          <p:cNvPr id="10" name="Content Placeholder 4">
            <a:extLst>
              <a:ext uri="{FF2B5EF4-FFF2-40B4-BE49-F238E27FC236}">
                <a16:creationId xmlns:a16="http://schemas.microsoft.com/office/drawing/2014/main" id="{4EE67781-1FAA-4E63-9F19-2BE9A590A3A7}"/>
              </a:ext>
            </a:extLst>
          </p:cNvPr>
          <p:cNvGraphicFramePr>
            <a:graphicFrameLocks/>
          </p:cNvGraphicFramePr>
          <p:nvPr/>
        </p:nvGraphicFramePr>
        <p:xfrm>
          <a:off x="525463" y="3286610"/>
          <a:ext cx="11164888" cy="3113636"/>
        </p:xfrm>
        <a:graphic>
          <a:graphicData uri="http://schemas.openxmlformats.org/drawingml/2006/table">
            <a:tbl>
              <a:tblPr firstRow="1" bandRow="1">
                <a:tableStyleId>{8799B23B-EC83-4686-B30A-512413B5E67A}</a:tableStyleId>
              </a:tblPr>
              <a:tblGrid>
                <a:gridCol w="1244956">
                  <a:extLst>
                    <a:ext uri="{9D8B030D-6E8A-4147-A177-3AD203B41FA5}">
                      <a16:colId xmlns:a16="http://schemas.microsoft.com/office/drawing/2014/main" val="3545976050"/>
                    </a:ext>
                  </a:extLst>
                </a:gridCol>
                <a:gridCol w="9919932">
                  <a:extLst>
                    <a:ext uri="{9D8B030D-6E8A-4147-A177-3AD203B41FA5}">
                      <a16:colId xmlns:a16="http://schemas.microsoft.com/office/drawing/2014/main" val="2351891966"/>
                    </a:ext>
                  </a:extLst>
                </a:gridCol>
              </a:tblGrid>
              <a:tr h="296344">
                <a:tc gridSpan="2">
                  <a:txBody>
                    <a:bodyPr/>
                    <a:lstStyle/>
                    <a:p>
                      <a:pPr algn="just"/>
                      <a:r>
                        <a:rPr lang="en-US" sz="1100" u="none" strike="noStrike" kern="1200" baseline="0" dirty="0"/>
                        <a:t>Rule 3. Requirements of Captive Generating Plant.- </a:t>
                      </a:r>
                      <a:endParaRPr lang="en-IN" sz="1100" dirty="0"/>
                    </a:p>
                  </a:txBody>
                  <a:tcPr/>
                </a:tc>
                <a:tc hMerge="1">
                  <a:txBody>
                    <a:bodyPr/>
                    <a:lstStyle/>
                    <a:p>
                      <a:pPr algn="just"/>
                      <a:endParaRPr lang="en-IN" sz="1300" dirty="0"/>
                    </a:p>
                  </a:txBody>
                  <a:tcPr/>
                </a:tc>
                <a:extLst>
                  <a:ext uri="{0D108BD9-81ED-4DB2-BD59-A6C34878D82A}">
                    <a16:rowId xmlns:a16="http://schemas.microsoft.com/office/drawing/2014/main" val="3408639833"/>
                  </a:ext>
                </a:extLst>
              </a:tr>
              <a:tr h="296344">
                <a:tc>
                  <a:txBody>
                    <a:bodyPr/>
                    <a:lstStyle/>
                    <a:p>
                      <a:pPr algn="just"/>
                      <a:r>
                        <a:rPr lang="en-US" sz="1100" b="1" dirty="0"/>
                        <a:t>Rule</a:t>
                      </a:r>
                      <a:endParaRPr lang="en-IN" sz="1100" b="1" dirty="0"/>
                    </a:p>
                  </a:txBody>
                  <a:tcPr/>
                </a:tc>
                <a:tc>
                  <a:txBody>
                    <a:bodyPr/>
                    <a:lstStyle/>
                    <a:p>
                      <a:pPr algn="just"/>
                      <a:r>
                        <a:rPr lang="en-US" sz="1100" b="1" dirty="0"/>
                        <a:t>Statement</a:t>
                      </a:r>
                      <a:endParaRPr lang="en-IN" sz="1100" b="1" dirty="0"/>
                    </a:p>
                  </a:txBody>
                  <a:tcPr/>
                </a:tc>
                <a:extLst>
                  <a:ext uri="{0D108BD9-81ED-4DB2-BD59-A6C34878D82A}">
                    <a16:rowId xmlns:a16="http://schemas.microsoft.com/office/drawing/2014/main" val="2089690242"/>
                  </a:ext>
                </a:extLst>
              </a:tr>
              <a:tr h="389711">
                <a:tc rowSpan="2">
                  <a:txBody>
                    <a:bodyPr/>
                    <a:lstStyle/>
                    <a:p>
                      <a:r>
                        <a:rPr lang="en-US" sz="1100" dirty="0"/>
                        <a:t>Rule 3(1)</a:t>
                      </a:r>
                      <a:endParaRPr lang="en-IN" sz="1100" b="1" dirty="0"/>
                    </a:p>
                  </a:txBody>
                  <a:tcPr/>
                </a:tc>
                <a:tc>
                  <a:txBody>
                    <a:bodyPr/>
                    <a:lstStyle/>
                    <a:p>
                      <a:pPr algn="just"/>
                      <a:r>
                        <a:rPr lang="en-US" sz="1100" u="none" strike="noStrike" kern="1200" baseline="0" dirty="0"/>
                        <a:t>No power plant shall qualify as a ‘captive generating plant’ under section 9 read with clause (8) of section 2 of the Act unless-</a:t>
                      </a:r>
                      <a:endParaRPr lang="en-IN" sz="1100" dirty="0"/>
                    </a:p>
                  </a:txBody>
                  <a:tcPr/>
                </a:tc>
                <a:extLst>
                  <a:ext uri="{0D108BD9-81ED-4DB2-BD59-A6C34878D82A}">
                    <a16:rowId xmlns:a16="http://schemas.microsoft.com/office/drawing/2014/main" val="351065766"/>
                  </a:ext>
                </a:extLst>
              </a:tr>
              <a:tr h="2131237">
                <a:tc vMerge="1">
                  <a:txBody>
                    <a:bodyPr/>
                    <a:lstStyle/>
                    <a:p>
                      <a:endParaRPr lang="en-IN" dirty="0"/>
                    </a:p>
                  </a:txBody>
                  <a:tcPr/>
                </a:tc>
                <a:tc>
                  <a:txBody>
                    <a:bodyPr/>
                    <a:lstStyle/>
                    <a:p>
                      <a:pPr algn="just"/>
                      <a:r>
                        <a:rPr lang="en-US" sz="1100" u="none" strike="noStrike" kern="1200" baseline="0" dirty="0"/>
                        <a:t>(a) in case of a power plant - </a:t>
                      </a:r>
                    </a:p>
                    <a:p>
                      <a:pPr marL="400050" indent="-400050" algn="just">
                        <a:buFont typeface="+mj-lt"/>
                        <a:buAutoNum type="romanLcPeriod"/>
                      </a:pPr>
                      <a:r>
                        <a:rPr lang="en-US" sz="1100" u="none" strike="noStrike" kern="1200" baseline="0" dirty="0"/>
                        <a:t>not less than twenty six percent of the ownership is held by the captive user(s), and </a:t>
                      </a:r>
                    </a:p>
                    <a:p>
                      <a:pPr marL="400050" indent="-400050" algn="just">
                        <a:buFont typeface="+mj-lt"/>
                        <a:buAutoNum type="romanLcPeriod"/>
                      </a:pPr>
                      <a:r>
                        <a:rPr lang="en-US" sz="1100" u="none" strike="noStrike" kern="1200" baseline="0" dirty="0"/>
                        <a:t>not less than fifty one percent of the aggregate electricity generated in such plant, determined on an annual basis, is consumed for the captive use: </a:t>
                      </a:r>
                    </a:p>
                    <a:p>
                      <a:pPr marL="400050" indent="-400050" algn="just">
                        <a:buFont typeface="+mj-lt"/>
                        <a:buAutoNum type="romanLcPeriod"/>
                      </a:pPr>
                      <a:endParaRPr lang="en-US" sz="1100" u="none" strike="noStrike" kern="1200" baseline="0" dirty="0"/>
                    </a:p>
                    <a:p>
                      <a:pPr marL="0" marR="0" lvl="0" indent="0" algn="just" defTabSz="914400" rtl="0" eaLnBrk="1" fontAlgn="auto" latinLnBrk="0" hangingPunct="1">
                        <a:lnSpc>
                          <a:spcPct val="100000"/>
                        </a:lnSpc>
                        <a:spcBef>
                          <a:spcPts val="0"/>
                        </a:spcBef>
                        <a:spcAft>
                          <a:spcPts val="0"/>
                        </a:spcAft>
                        <a:buClrTx/>
                        <a:buSzTx/>
                        <a:buFont typeface="+mj-lt"/>
                        <a:buNone/>
                        <a:tabLst/>
                        <a:defRPr/>
                      </a:pPr>
                      <a:r>
                        <a:rPr lang="en-US" sz="1100" u="none" strike="noStrike" kern="1200" baseline="0" dirty="0"/>
                        <a:t>Provided that in case of power plant set up by registered cooperative society, the conditions mentioned under paragraphs at (i) and (ii) above shall be satisfied collectively by the members of the co-operative society.</a:t>
                      </a:r>
                    </a:p>
                    <a:p>
                      <a:pPr marL="0" marR="0" lvl="0" indent="0" algn="just" defTabSz="914400" rtl="0" eaLnBrk="1" fontAlgn="auto" latinLnBrk="0" hangingPunct="1">
                        <a:lnSpc>
                          <a:spcPct val="100000"/>
                        </a:lnSpc>
                        <a:spcBef>
                          <a:spcPts val="0"/>
                        </a:spcBef>
                        <a:spcAft>
                          <a:spcPts val="0"/>
                        </a:spcAft>
                        <a:buClrTx/>
                        <a:buSzTx/>
                        <a:buFont typeface="+mj-lt"/>
                        <a:buNone/>
                        <a:tabLst/>
                        <a:defRPr/>
                      </a:pPr>
                      <a:r>
                        <a:rPr lang="en-US" sz="1100" u="none" strike="noStrike" kern="1200" baseline="0" dirty="0"/>
                        <a:t>Provided further that in case of association of persons, the captive user(s) shall hold not less than twenty six percent of the ownership of the plant in aggregate and such captive user(s) shall consume not less than fifty one percent of the electricity generated, determined on an annual basis, in proportion to their shares in ownership of the power plant within a variation not exceeding ten percent.</a:t>
                      </a:r>
                      <a:endParaRPr lang="en-US" sz="1100" b="0" u="none" strike="noStrike" kern="1200" baseline="0" dirty="0">
                        <a:solidFill>
                          <a:schemeClr val="tx1"/>
                        </a:solidFill>
                      </a:endParaRPr>
                    </a:p>
                  </a:txBody>
                  <a:tcPr/>
                </a:tc>
                <a:extLst>
                  <a:ext uri="{0D108BD9-81ED-4DB2-BD59-A6C34878D82A}">
                    <a16:rowId xmlns:a16="http://schemas.microsoft.com/office/drawing/2014/main" val="2862666303"/>
                  </a:ext>
                </a:extLst>
              </a:tr>
            </a:tbl>
          </a:graphicData>
        </a:graphic>
      </p:graphicFrame>
    </p:spTree>
    <p:extLst>
      <p:ext uri="{BB962C8B-B14F-4D97-AF65-F5344CB8AC3E}">
        <p14:creationId xmlns:p14="http://schemas.microsoft.com/office/powerpoint/2010/main" val="2981187246"/>
      </p:ext>
    </p:extLst>
  </p:cSld>
  <p:clrMapOvr>
    <a:masterClrMapping/>
  </p:clrMapOvr>
  <p:transition>
    <p:fade/>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15F9B16-B1DA-4441-A639-59FE4C41C326}"/>
              </a:ext>
            </a:extLst>
          </p:cNvPr>
          <p:cNvSpPr>
            <a:spLocks noGrp="1"/>
          </p:cNvSpPr>
          <p:nvPr>
            <p:ph type="title"/>
          </p:nvPr>
        </p:nvSpPr>
        <p:spPr>
          <a:xfrm>
            <a:off x="501651" y="317501"/>
            <a:ext cx="11188700" cy="389865"/>
          </a:xfrm>
        </p:spPr>
        <p:txBody>
          <a:bodyPr/>
          <a:lstStyle/>
          <a:p>
            <a:r>
              <a:rPr lang="en-US" b="1" dirty="0"/>
              <a:t>Criteria for CPP as per the Electricity Rules 2005 (2/2)</a:t>
            </a:r>
            <a:br>
              <a:rPr lang="en-US" b="1" dirty="0"/>
            </a:br>
            <a:r>
              <a:rPr lang="en-US" b="1" dirty="0">
                <a:solidFill>
                  <a:srgbClr val="86BC25"/>
                </a:solidFill>
              </a:rPr>
              <a:t>2. Electricity Consumption Criteria</a:t>
            </a:r>
            <a:endParaRPr lang="en-IN" b="1" dirty="0">
              <a:solidFill>
                <a:srgbClr val="86BC25"/>
              </a:solidFill>
            </a:endParaRPr>
          </a:p>
        </p:txBody>
      </p:sp>
      <p:sp>
        <p:nvSpPr>
          <p:cNvPr id="5" name="TextBox 4"/>
          <p:cNvSpPr txBox="1"/>
          <p:nvPr/>
        </p:nvSpPr>
        <p:spPr>
          <a:xfrm>
            <a:off x="501651" y="2923033"/>
            <a:ext cx="11188700" cy="276999"/>
          </a:xfrm>
          <a:prstGeom prst="rect">
            <a:avLst/>
          </a:prstGeom>
          <a:noFill/>
        </p:spPr>
        <p:txBody>
          <a:bodyPr wrap="square" lIns="0" tIns="0" rIns="0" bIns="0" rtlCol="0">
            <a:spAutoFit/>
          </a:bodyPr>
          <a:lstStyle/>
          <a:p>
            <a:pPr>
              <a:spcBef>
                <a:spcPts val="600"/>
              </a:spcBef>
              <a:buSzPct val="100000"/>
            </a:pPr>
            <a:r>
              <a:rPr lang="en-GB" b="1" dirty="0">
                <a:solidFill>
                  <a:srgbClr val="313131"/>
                </a:solidFill>
              </a:rPr>
              <a:t>Provisions as per the Electricity Rules 2005</a:t>
            </a:r>
          </a:p>
        </p:txBody>
      </p:sp>
      <p:sp>
        <p:nvSpPr>
          <p:cNvPr id="8" name="Rounded Rectangle 20">
            <a:extLst>
              <a:ext uri="{FF2B5EF4-FFF2-40B4-BE49-F238E27FC236}">
                <a16:creationId xmlns:a16="http://schemas.microsoft.com/office/drawing/2014/main" id="{78451F62-5552-426C-84CB-95E08742169D}"/>
              </a:ext>
            </a:extLst>
          </p:cNvPr>
          <p:cNvSpPr/>
          <p:nvPr/>
        </p:nvSpPr>
        <p:spPr bwMode="gray">
          <a:xfrm>
            <a:off x="501651" y="1111765"/>
            <a:ext cx="11188699" cy="1311395"/>
          </a:xfrm>
          <a:prstGeom prst="roundRect">
            <a:avLst>
              <a:gd name="adj" fmla="val 11403"/>
            </a:avLst>
          </a:prstGeom>
          <a:ln>
            <a:headEnd/>
            <a:tailEnd/>
          </a:ln>
        </p:spPr>
        <p:style>
          <a:lnRef idx="2">
            <a:schemeClr val="accent1"/>
          </a:lnRef>
          <a:fillRef idx="1">
            <a:schemeClr val="lt1"/>
          </a:fillRef>
          <a:effectRef idx="0">
            <a:schemeClr val="accent1"/>
          </a:effectRef>
          <a:fontRef idx="minor">
            <a:schemeClr val="dk1"/>
          </a:fontRef>
        </p:style>
        <p:txBody>
          <a:bodyPr wrap="square" lIns="88900" tIns="88900" rIns="88900" bIns="88900" rtlCol="0" anchor="ctr"/>
          <a:lstStyle/>
          <a:p>
            <a:pPr marL="342900" indent="-342900" algn="just">
              <a:lnSpc>
                <a:spcPct val="106000"/>
              </a:lnSpc>
              <a:buFont typeface="Arial" panose="020B0604020202020204" pitchFamily="34" charset="0"/>
              <a:buChar char="•"/>
            </a:pPr>
            <a:r>
              <a:rPr lang="en-US" sz="1300" dirty="0"/>
              <a:t>Single Captive User- Consumption of minimum </a:t>
            </a:r>
            <a:r>
              <a:rPr lang="en-US" sz="1300" b="1" dirty="0"/>
              <a:t>51% </a:t>
            </a:r>
            <a:r>
              <a:rPr lang="en-US" sz="1300" dirty="0"/>
              <a:t>of the annual electricity</a:t>
            </a:r>
            <a:r>
              <a:rPr lang="en-US" sz="1300" b="1" dirty="0"/>
              <a:t> </a:t>
            </a:r>
            <a:r>
              <a:rPr lang="en-US" sz="1300" dirty="0"/>
              <a:t>generated by the CPP.</a:t>
            </a:r>
            <a:endParaRPr lang="en-US" sz="1300" b="1" dirty="0"/>
          </a:p>
          <a:p>
            <a:pPr marL="342900" indent="-342900" algn="just">
              <a:lnSpc>
                <a:spcPct val="106000"/>
              </a:lnSpc>
              <a:buFont typeface="Arial" panose="020B0604020202020204" pitchFamily="34" charset="0"/>
              <a:buChar char="•"/>
            </a:pPr>
            <a:r>
              <a:rPr lang="en-US" sz="1300" dirty="0"/>
              <a:t>Group Captive Users (Association of Persons)- </a:t>
            </a:r>
          </a:p>
          <a:p>
            <a:pPr marL="800100" lvl="1" indent="-342900" algn="just">
              <a:lnSpc>
                <a:spcPct val="106000"/>
              </a:lnSpc>
              <a:buFont typeface="Arial" panose="020B0604020202020204" pitchFamily="34" charset="0"/>
              <a:buChar char="•"/>
            </a:pPr>
            <a:r>
              <a:rPr lang="en-US" sz="1300" dirty="0"/>
              <a:t>Collective consumption of minimum</a:t>
            </a:r>
            <a:r>
              <a:rPr lang="en-US" sz="1300" b="1" dirty="0"/>
              <a:t> 51% </a:t>
            </a:r>
            <a:r>
              <a:rPr lang="en-US" sz="1300" dirty="0"/>
              <a:t>of the annual electricity generated by the CPP.</a:t>
            </a:r>
          </a:p>
          <a:p>
            <a:pPr marL="800100" lvl="1" indent="-342900" algn="just">
              <a:lnSpc>
                <a:spcPct val="106000"/>
              </a:lnSpc>
              <a:buFont typeface="Arial" panose="020B0604020202020204" pitchFamily="34" charset="0"/>
              <a:buChar char="•"/>
            </a:pPr>
            <a:r>
              <a:rPr lang="en-US" sz="1300" dirty="0"/>
              <a:t>Individual Group Captive User to annually consume electricity in proportion to its  shareholding with a permissible variation of </a:t>
            </a:r>
            <a:r>
              <a:rPr lang="en-US" sz="1300" b="1" dirty="0"/>
              <a:t>+/- 10%.</a:t>
            </a:r>
          </a:p>
        </p:txBody>
      </p:sp>
      <p:graphicFrame>
        <p:nvGraphicFramePr>
          <p:cNvPr id="9" name="Content Placeholder 4">
            <a:extLst>
              <a:ext uri="{FF2B5EF4-FFF2-40B4-BE49-F238E27FC236}">
                <a16:creationId xmlns:a16="http://schemas.microsoft.com/office/drawing/2014/main" id="{08A91BC9-80FE-4385-827A-FF0B76D68A1B}"/>
              </a:ext>
            </a:extLst>
          </p:cNvPr>
          <p:cNvGraphicFramePr>
            <a:graphicFrameLocks/>
          </p:cNvGraphicFramePr>
          <p:nvPr/>
        </p:nvGraphicFramePr>
        <p:xfrm>
          <a:off x="525461" y="3308639"/>
          <a:ext cx="11164888" cy="3113636"/>
        </p:xfrm>
        <a:graphic>
          <a:graphicData uri="http://schemas.openxmlformats.org/drawingml/2006/table">
            <a:tbl>
              <a:tblPr firstRow="1" bandRow="1">
                <a:tableStyleId>{BC89EF96-8CEA-46FF-86C4-4CE0E7609802}</a:tableStyleId>
              </a:tblPr>
              <a:tblGrid>
                <a:gridCol w="1244956">
                  <a:extLst>
                    <a:ext uri="{9D8B030D-6E8A-4147-A177-3AD203B41FA5}">
                      <a16:colId xmlns:a16="http://schemas.microsoft.com/office/drawing/2014/main" val="3545976050"/>
                    </a:ext>
                  </a:extLst>
                </a:gridCol>
                <a:gridCol w="9919932">
                  <a:extLst>
                    <a:ext uri="{9D8B030D-6E8A-4147-A177-3AD203B41FA5}">
                      <a16:colId xmlns:a16="http://schemas.microsoft.com/office/drawing/2014/main" val="2351891966"/>
                    </a:ext>
                  </a:extLst>
                </a:gridCol>
              </a:tblGrid>
              <a:tr h="296344">
                <a:tc gridSpan="2">
                  <a:txBody>
                    <a:bodyPr/>
                    <a:lstStyle/>
                    <a:p>
                      <a:pPr algn="just"/>
                      <a:r>
                        <a:rPr lang="en-US" sz="1100" u="none" strike="noStrike" kern="1200" baseline="0" dirty="0"/>
                        <a:t>Rule 3. Requirements of Captive Generating Plant.- </a:t>
                      </a:r>
                      <a:endParaRPr lang="en-IN" sz="1100" dirty="0"/>
                    </a:p>
                  </a:txBody>
                  <a:tcPr/>
                </a:tc>
                <a:tc hMerge="1">
                  <a:txBody>
                    <a:bodyPr/>
                    <a:lstStyle/>
                    <a:p>
                      <a:pPr algn="just"/>
                      <a:endParaRPr lang="en-IN" sz="1300" dirty="0"/>
                    </a:p>
                  </a:txBody>
                  <a:tcPr/>
                </a:tc>
                <a:extLst>
                  <a:ext uri="{0D108BD9-81ED-4DB2-BD59-A6C34878D82A}">
                    <a16:rowId xmlns:a16="http://schemas.microsoft.com/office/drawing/2014/main" val="3408639833"/>
                  </a:ext>
                </a:extLst>
              </a:tr>
              <a:tr h="296344">
                <a:tc>
                  <a:txBody>
                    <a:bodyPr/>
                    <a:lstStyle/>
                    <a:p>
                      <a:pPr algn="just"/>
                      <a:r>
                        <a:rPr lang="en-US" sz="1100" b="1" dirty="0"/>
                        <a:t>Rule</a:t>
                      </a:r>
                      <a:endParaRPr lang="en-IN" sz="1100" b="1" dirty="0"/>
                    </a:p>
                  </a:txBody>
                  <a:tcPr/>
                </a:tc>
                <a:tc>
                  <a:txBody>
                    <a:bodyPr/>
                    <a:lstStyle/>
                    <a:p>
                      <a:pPr algn="just"/>
                      <a:r>
                        <a:rPr lang="en-US" sz="1100" b="1" dirty="0"/>
                        <a:t>Statement</a:t>
                      </a:r>
                      <a:endParaRPr lang="en-IN" sz="1100" b="1" dirty="0"/>
                    </a:p>
                  </a:txBody>
                  <a:tcPr/>
                </a:tc>
                <a:extLst>
                  <a:ext uri="{0D108BD9-81ED-4DB2-BD59-A6C34878D82A}">
                    <a16:rowId xmlns:a16="http://schemas.microsoft.com/office/drawing/2014/main" val="2089690242"/>
                  </a:ext>
                </a:extLst>
              </a:tr>
              <a:tr h="389711">
                <a:tc rowSpan="2">
                  <a:txBody>
                    <a:bodyPr/>
                    <a:lstStyle/>
                    <a:p>
                      <a:r>
                        <a:rPr lang="en-US" sz="1100" dirty="0"/>
                        <a:t>Rule 3(1)</a:t>
                      </a:r>
                      <a:endParaRPr lang="en-IN" sz="1100" b="0" dirty="0"/>
                    </a:p>
                  </a:txBody>
                  <a:tcPr/>
                </a:tc>
                <a:tc>
                  <a:txBody>
                    <a:bodyPr/>
                    <a:lstStyle/>
                    <a:p>
                      <a:pPr algn="just"/>
                      <a:r>
                        <a:rPr lang="en-US" sz="1100" u="none" strike="noStrike" kern="1200" baseline="0" dirty="0"/>
                        <a:t>No power plant shall qualify as a ‘captive generating plant’ under section 9 read with clause (8) of section 2 of the Act unless-</a:t>
                      </a:r>
                      <a:endParaRPr lang="en-IN" sz="1100" b="0" dirty="0"/>
                    </a:p>
                  </a:txBody>
                  <a:tcPr/>
                </a:tc>
                <a:extLst>
                  <a:ext uri="{0D108BD9-81ED-4DB2-BD59-A6C34878D82A}">
                    <a16:rowId xmlns:a16="http://schemas.microsoft.com/office/drawing/2014/main" val="351065766"/>
                  </a:ext>
                </a:extLst>
              </a:tr>
              <a:tr h="2131237">
                <a:tc vMerge="1">
                  <a:txBody>
                    <a:bodyPr/>
                    <a:lstStyle/>
                    <a:p>
                      <a:endParaRPr lang="en-IN" dirty="0"/>
                    </a:p>
                  </a:txBody>
                  <a:tcPr/>
                </a:tc>
                <a:tc>
                  <a:txBody>
                    <a:bodyPr/>
                    <a:lstStyle/>
                    <a:p>
                      <a:pPr algn="just"/>
                      <a:r>
                        <a:rPr lang="en-US" sz="1100" u="none" strike="noStrike" kern="1200" baseline="0" dirty="0"/>
                        <a:t>(a) in case of a power plant - </a:t>
                      </a:r>
                    </a:p>
                    <a:p>
                      <a:pPr marL="400050" indent="-400050" algn="just">
                        <a:buFont typeface="+mj-lt"/>
                        <a:buAutoNum type="romanLcPeriod"/>
                      </a:pPr>
                      <a:r>
                        <a:rPr lang="en-US" sz="1100" u="none" strike="noStrike" kern="1200" baseline="0" dirty="0"/>
                        <a:t>not less than twenty six percent of the ownership is held by the captive user(s), and </a:t>
                      </a:r>
                    </a:p>
                    <a:p>
                      <a:pPr marL="400050" indent="-400050" algn="just">
                        <a:buFont typeface="+mj-lt"/>
                        <a:buAutoNum type="romanLcPeriod"/>
                      </a:pPr>
                      <a:r>
                        <a:rPr lang="en-US" sz="1100" u="none" strike="noStrike" kern="1200" baseline="0" dirty="0"/>
                        <a:t>not less than fifty one percent of the aggregate electricity generated in such plant, determined on an annual basis, is consumed for the captive use: </a:t>
                      </a:r>
                    </a:p>
                    <a:p>
                      <a:pPr marL="400050" indent="-400050" algn="just">
                        <a:buFont typeface="+mj-lt"/>
                        <a:buAutoNum type="romanLcPeriod"/>
                      </a:pPr>
                      <a:endParaRPr lang="en-US" sz="1100" u="none" strike="noStrike" kern="1200" baseline="0" dirty="0"/>
                    </a:p>
                    <a:p>
                      <a:pPr marL="0" marR="0" lvl="0" indent="0" algn="just" defTabSz="914400" rtl="0" eaLnBrk="1" fontAlgn="auto" latinLnBrk="0" hangingPunct="1">
                        <a:lnSpc>
                          <a:spcPct val="100000"/>
                        </a:lnSpc>
                        <a:spcBef>
                          <a:spcPts val="0"/>
                        </a:spcBef>
                        <a:spcAft>
                          <a:spcPts val="0"/>
                        </a:spcAft>
                        <a:buClrTx/>
                        <a:buSzTx/>
                        <a:buFont typeface="+mj-lt"/>
                        <a:buNone/>
                        <a:tabLst/>
                        <a:defRPr/>
                      </a:pPr>
                      <a:r>
                        <a:rPr lang="en-US" sz="1100" u="none" strike="noStrike" kern="1200" baseline="0" dirty="0"/>
                        <a:t>Provided that in case of power plant set up by registered cooperative society, the conditions mentioned under paragraphs at (i) and (ii) above shall be satisfied collectively by the members of the co-operative society.</a:t>
                      </a:r>
                    </a:p>
                    <a:p>
                      <a:pPr marL="0" marR="0" lvl="0" indent="0" algn="just" defTabSz="914400" rtl="0" eaLnBrk="1" fontAlgn="auto" latinLnBrk="0" hangingPunct="1">
                        <a:lnSpc>
                          <a:spcPct val="100000"/>
                        </a:lnSpc>
                        <a:spcBef>
                          <a:spcPts val="0"/>
                        </a:spcBef>
                        <a:spcAft>
                          <a:spcPts val="0"/>
                        </a:spcAft>
                        <a:buClrTx/>
                        <a:buSzTx/>
                        <a:buFont typeface="+mj-lt"/>
                        <a:buNone/>
                        <a:tabLst/>
                        <a:defRPr/>
                      </a:pPr>
                      <a:r>
                        <a:rPr lang="en-US" sz="1100" u="none" strike="noStrike" kern="1200" baseline="0" dirty="0"/>
                        <a:t>Provided further that in case of association of persons, the captive user(s) shall hold not less than twenty six percent of the ownership of the plant in aggregate and such captive user(s) shall consume not less than fifty one percent of the electricity generated, determined on an annual basis, in proportion to their shares in ownership of the power plant within a variation not exceeding ten percent.</a:t>
                      </a:r>
                      <a:endParaRPr lang="en-US" sz="1100" b="0" u="none" strike="noStrike" kern="1200" baseline="0" dirty="0">
                        <a:solidFill>
                          <a:schemeClr val="tx1"/>
                        </a:solidFill>
                      </a:endParaRPr>
                    </a:p>
                  </a:txBody>
                  <a:tcPr/>
                </a:tc>
                <a:extLst>
                  <a:ext uri="{0D108BD9-81ED-4DB2-BD59-A6C34878D82A}">
                    <a16:rowId xmlns:a16="http://schemas.microsoft.com/office/drawing/2014/main" val="2862666303"/>
                  </a:ext>
                </a:extLst>
              </a:tr>
            </a:tbl>
          </a:graphicData>
        </a:graphic>
      </p:graphicFrame>
    </p:spTree>
    <p:extLst>
      <p:ext uri="{BB962C8B-B14F-4D97-AF65-F5344CB8AC3E}">
        <p14:creationId xmlns:p14="http://schemas.microsoft.com/office/powerpoint/2010/main" val="4182930225"/>
      </p:ext>
    </p:extLst>
  </p:cSld>
  <p:clrMapOvr>
    <a:masterClrMapping/>
  </p:clrMapOvr>
  <p:transition>
    <p:fade/>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4" y="2457424"/>
            <a:ext cx="11647261" cy="136345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ANNEXURE-4: POSSIBLE UN-TIED CAPACITIES AWARDED UNDER CPSU SCHEME PHASE-II TRANCHE-III</a:t>
            </a:r>
            <a:endParaRPr lang="en-US" sz="4000" b="1"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2082070"/>
      </p:ext>
    </p:extLst>
  </p:cSld>
  <p:clrMapOvr>
    <a:masterClrMapping/>
  </p:clrMapOvr>
  <p:transition>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Status of tie-up of Solar Projects awarded under CPSU Scheme Ph-II Tranche-III, and probable un-tied capacities</a:t>
            </a:r>
            <a:endParaRPr lang="en-GB" sz="2800" b="1" dirty="0"/>
          </a:p>
        </p:txBody>
      </p:sp>
      <p:graphicFrame>
        <p:nvGraphicFramePr>
          <p:cNvPr id="3" name="Table 2">
            <a:extLst>
              <a:ext uri="{FF2B5EF4-FFF2-40B4-BE49-F238E27FC236}">
                <a16:creationId xmlns:a16="http://schemas.microsoft.com/office/drawing/2014/main" id="{55304EBB-156F-488D-8D43-95A12DDB20B6}"/>
              </a:ext>
            </a:extLst>
          </p:cNvPr>
          <p:cNvGraphicFramePr>
            <a:graphicFrameLocks noGrp="1"/>
          </p:cNvGraphicFramePr>
          <p:nvPr>
            <p:extLst>
              <p:ext uri="{D42A27DB-BD31-4B8C-83A1-F6EECF244321}">
                <p14:modId xmlns:p14="http://schemas.microsoft.com/office/powerpoint/2010/main" val="4186843205"/>
              </p:ext>
            </p:extLst>
          </p:nvPr>
        </p:nvGraphicFramePr>
        <p:xfrm>
          <a:off x="501649" y="1110345"/>
          <a:ext cx="11352894" cy="5399312"/>
        </p:xfrm>
        <a:graphic>
          <a:graphicData uri="http://schemas.openxmlformats.org/drawingml/2006/table">
            <a:tbl>
              <a:tblPr firstRow="1">
                <a:tableStyleId>{93296810-A885-4BE3-A3E7-6D5BEEA58F35}</a:tableStyleId>
              </a:tblPr>
              <a:tblGrid>
                <a:gridCol w="789791">
                  <a:extLst>
                    <a:ext uri="{9D8B030D-6E8A-4147-A177-3AD203B41FA5}">
                      <a16:colId xmlns:a16="http://schemas.microsoft.com/office/drawing/2014/main" val="1496364036"/>
                    </a:ext>
                  </a:extLst>
                </a:gridCol>
                <a:gridCol w="789791">
                  <a:extLst>
                    <a:ext uri="{9D8B030D-6E8A-4147-A177-3AD203B41FA5}">
                      <a16:colId xmlns:a16="http://schemas.microsoft.com/office/drawing/2014/main" val="3326026780"/>
                    </a:ext>
                  </a:extLst>
                </a:gridCol>
                <a:gridCol w="1652569">
                  <a:extLst>
                    <a:ext uri="{9D8B030D-6E8A-4147-A177-3AD203B41FA5}">
                      <a16:colId xmlns:a16="http://schemas.microsoft.com/office/drawing/2014/main" val="4245807419"/>
                    </a:ext>
                  </a:extLst>
                </a:gridCol>
                <a:gridCol w="1338943">
                  <a:extLst>
                    <a:ext uri="{9D8B030D-6E8A-4147-A177-3AD203B41FA5}">
                      <a16:colId xmlns:a16="http://schemas.microsoft.com/office/drawing/2014/main" val="178215685"/>
                    </a:ext>
                  </a:extLst>
                </a:gridCol>
                <a:gridCol w="1273628">
                  <a:extLst>
                    <a:ext uri="{9D8B030D-6E8A-4147-A177-3AD203B41FA5}">
                      <a16:colId xmlns:a16="http://schemas.microsoft.com/office/drawing/2014/main" val="2043184353"/>
                    </a:ext>
                  </a:extLst>
                </a:gridCol>
                <a:gridCol w="5508172">
                  <a:extLst>
                    <a:ext uri="{9D8B030D-6E8A-4147-A177-3AD203B41FA5}">
                      <a16:colId xmlns:a16="http://schemas.microsoft.com/office/drawing/2014/main" val="3614645046"/>
                    </a:ext>
                  </a:extLst>
                </a:gridCol>
              </a:tblGrid>
              <a:tr h="645880">
                <a:tc>
                  <a:txBody>
                    <a:bodyPr/>
                    <a:lstStyle/>
                    <a:p>
                      <a:pPr algn="ctr" fontAlgn="ctr"/>
                      <a:r>
                        <a:rPr lang="en-US" sz="1400" u="none" strike="noStrike" dirty="0">
                          <a:solidFill>
                            <a:schemeClr val="bg1"/>
                          </a:solidFill>
                          <a:effectLst/>
                        </a:rPr>
                        <a:t>Tranche</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ctr" fontAlgn="ctr"/>
                      <a:r>
                        <a:rPr lang="en-US" sz="1400" b="1" u="none" strike="noStrike" dirty="0">
                          <a:solidFill>
                            <a:schemeClr val="bg1"/>
                          </a:solidFill>
                          <a:effectLst/>
                        </a:rPr>
                        <a:t>Nodal Agency</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l" fontAlgn="ctr"/>
                      <a:r>
                        <a:rPr lang="en-US" sz="1400" u="none" strike="noStrike" dirty="0">
                          <a:solidFill>
                            <a:schemeClr val="bg1"/>
                          </a:solidFill>
                          <a:effectLst/>
                        </a:rPr>
                        <a:t>Name of Successful Bidder</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a:solidFill>
                            <a:schemeClr val="bg1"/>
                          </a:solidFill>
                          <a:effectLst/>
                        </a:rPr>
                        <a:t>Awarded Capacity (MW)</a:t>
                      </a:r>
                      <a:endParaRPr lang="en-US" sz="1400" b="1" i="0" u="none" strike="noStrike">
                        <a:solidFill>
                          <a:schemeClr val="bg1"/>
                        </a:solidFill>
                        <a:effectLst/>
                        <a:latin typeface="Calibri" panose="020F0502020204030204" pitchFamily="34" charset="0"/>
                      </a:endParaRPr>
                    </a:p>
                  </a:txBody>
                  <a:tcPr marL="45720" marR="45720" anchor="ctr"/>
                </a:tc>
                <a:tc>
                  <a:txBody>
                    <a:bodyPr/>
                    <a:lstStyle/>
                    <a:p>
                      <a:pPr algn="ctr" fontAlgn="ctr"/>
                      <a:r>
                        <a:rPr lang="en-US" sz="1400" u="none" strike="noStrike" dirty="0">
                          <a:solidFill>
                            <a:schemeClr val="bg1"/>
                          </a:solidFill>
                          <a:effectLst/>
                        </a:rPr>
                        <a:t>Ceiling Tariff (Rs/kWh)</a:t>
                      </a:r>
                      <a:endParaRPr lang="en-US" sz="1400" b="1" i="0" u="none" strike="noStrike" dirty="0">
                        <a:solidFill>
                          <a:schemeClr val="bg1"/>
                        </a:solidFill>
                        <a:effectLst/>
                        <a:latin typeface="Calibri" panose="020F0502020204030204" pitchFamily="34" charset="0"/>
                      </a:endParaRPr>
                    </a:p>
                  </a:txBody>
                  <a:tcPr marL="45720" marR="45720" anchor="ctr"/>
                </a:tc>
                <a:tc>
                  <a:txBody>
                    <a:bodyPr/>
                    <a:lstStyle/>
                    <a:p>
                      <a:pPr algn="ctr" fontAlgn="ctr"/>
                      <a:r>
                        <a:rPr lang="en-US" sz="1400" b="1" i="0" u="none" strike="noStrike" dirty="0">
                          <a:solidFill>
                            <a:schemeClr val="bg1"/>
                          </a:solidFill>
                          <a:effectLst/>
                          <a:latin typeface="Calibri" panose="020F0502020204030204" pitchFamily="34" charset="0"/>
                        </a:rPr>
                        <a:t>Tie-up Status</a:t>
                      </a:r>
                    </a:p>
                  </a:txBody>
                  <a:tcPr marL="45720" marR="45720" anchor="ctr"/>
                </a:tc>
                <a:extLst>
                  <a:ext uri="{0D108BD9-81ED-4DB2-BD59-A6C34878D82A}">
                    <a16:rowId xmlns:a16="http://schemas.microsoft.com/office/drawing/2014/main" val="2693855415"/>
                  </a:ext>
                </a:extLst>
              </a:tr>
              <a:tr h="982453">
                <a:tc rowSpan="5">
                  <a:txBody>
                    <a:bodyPr/>
                    <a:lstStyle/>
                    <a:p>
                      <a:pPr algn="ctr" fontAlgn="ctr"/>
                      <a:r>
                        <a:rPr lang="en-US" sz="1400" u="none" strike="noStrike" dirty="0">
                          <a:effectLst/>
                        </a:rPr>
                        <a:t>III</a:t>
                      </a:r>
                      <a:endParaRPr lang="en-US" sz="1400" b="0" i="0" u="none" strike="noStrike" dirty="0">
                        <a:solidFill>
                          <a:srgbClr val="000000"/>
                        </a:solidFill>
                        <a:effectLst/>
                        <a:latin typeface="Calibri" panose="020F0502020204030204" pitchFamily="34" charset="0"/>
                      </a:endParaRPr>
                    </a:p>
                  </a:txBody>
                  <a:tcPr marL="45720" marR="45720" anchor="ctr"/>
                </a:tc>
                <a:tc rowSpan="5">
                  <a:txBody>
                    <a:bodyPr/>
                    <a:lstStyle/>
                    <a:p>
                      <a:pPr algn="ctr" fontAlgn="ctr"/>
                      <a:r>
                        <a:rPr lang="en-US" sz="1400" b="0" u="none" strike="noStrike" dirty="0">
                          <a:solidFill>
                            <a:srgbClr val="000000"/>
                          </a:solidFill>
                          <a:effectLst/>
                        </a:rPr>
                        <a:t>IREDA</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l" fontAlgn="ctr"/>
                      <a:r>
                        <a:rPr lang="en-US" sz="1400" u="none" strike="noStrike" dirty="0">
                          <a:effectLst/>
                        </a:rPr>
                        <a:t>SJVN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1000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2.45</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Plant to be set up in Bikaner, Rajasthan;</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EPC contract awarded to Tata Power Solar in May 2022;</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Tie up with NDMC for sale of 150 MW power @Rs. 2.44/kWh;</a:t>
                      </a:r>
                    </a:p>
                    <a:p>
                      <a:pPr marL="174625" indent="-174625" algn="l" fontAlgn="ctr">
                        <a:buFont typeface="Arial" panose="020B0604020202020204" pitchFamily="34" charset="0"/>
                        <a:buChar char="•"/>
                      </a:pPr>
                      <a:r>
                        <a:rPr lang="en-US" sz="1400" b="1" i="0" u="none" strike="noStrike" dirty="0">
                          <a:solidFill>
                            <a:srgbClr val="00B050"/>
                          </a:solidFill>
                          <a:effectLst/>
                          <a:latin typeface="Calibri" panose="020F0502020204030204" pitchFamily="34" charset="0"/>
                        </a:rPr>
                        <a:t>Balance capacity that can be explored by SECL: 850 MW</a:t>
                      </a:r>
                    </a:p>
                  </a:txBody>
                  <a:tcPr marL="45720" marR="45720" anchor="ctr"/>
                </a:tc>
                <a:extLst>
                  <a:ext uri="{0D108BD9-81ED-4DB2-BD59-A6C34878D82A}">
                    <a16:rowId xmlns:a16="http://schemas.microsoft.com/office/drawing/2014/main" val="3875669510"/>
                  </a:ext>
                </a:extLst>
              </a:tr>
              <a:tr h="379930">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a:effectLst/>
                        </a:rPr>
                        <a:t>NLC India Limited</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510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2.45</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marL="174625" indent="-174625" algn="l" fontAlgn="ctr">
                        <a:buFont typeface="Arial" panose="020B0604020202020204" pitchFamily="34" charset="0"/>
                        <a:buChar char="•"/>
                      </a:pPr>
                      <a:endParaRPr lang="en-US" sz="1400" b="0" i="0" u="none" strike="noStrike" dirty="0">
                        <a:solidFill>
                          <a:srgbClr val="000000"/>
                        </a:solidFill>
                        <a:effectLst/>
                        <a:latin typeface="Calibri" panose="020F0502020204030204" pitchFamily="34" charset="0"/>
                      </a:endParaRPr>
                    </a:p>
                  </a:txBody>
                  <a:tcPr marL="45720" marR="45720" anchor="ctr"/>
                </a:tc>
                <a:extLst>
                  <a:ext uri="{0D108BD9-81ED-4DB2-BD59-A6C34878D82A}">
                    <a16:rowId xmlns:a16="http://schemas.microsoft.com/office/drawing/2014/main" val="2919903049"/>
                  </a:ext>
                </a:extLst>
              </a:tr>
              <a:tr h="1647986">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NHPC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1000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2.45</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Plant to be set up in Gujarat (600 MW), Rajasthan (300 MW) and Andhra Pradesh (100 MW);</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EPC contract awarded to Adani Infra, Tata Power Solar, and SSEL-ASR JV in May 2022;</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PUA with Telangana Discoms under process for 500 MW @Rs. 2.45/kWh;</a:t>
                      </a:r>
                    </a:p>
                    <a:p>
                      <a:pPr marL="174625" indent="-174625" algn="l" fontAlgn="ctr">
                        <a:buFont typeface="Arial" panose="020B0604020202020204" pitchFamily="34" charset="0"/>
                        <a:buChar char="•"/>
                      </a:pPr>
                      <a:r>
                        <a:rPr lang="en-US" sz="1400" b="1" i="0" u="none" strike="noStrike" dirty="0">
                          <a:solidFill>
                            <a:srgbClr val="00B050"/>
                          </a:solidFill>
                          <a:effectLst/>
                          <a:latin typeface="Calibri" panose="020F0502020204030204" pitchFamily="34" charset="0"/>
                        </a:rPr>
                        <a:t>Balance capacity that can be explored by SECL: 500 MW</a:t>
                      </a:r>
                    </a:p>
                  </a:txBody>
                  <a:tcPr marL="45720" marR="45720" anchor="ctr"/>
                </a:tc>
                <a:extLst>
                  <a:ext uri="{0D108BD9-81ED-4DB2-BD59-A6C34878D82A}">
                    <a16:rowId xmlns:a16="http://schemas.microsoft.com/office/drawing/2014/main" val="4181765405"/>
                  </a:ext>
                </a:extLst>
              </a:tr>
              <a:tr h="538765">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IRCON International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a:effectLst/>
                        </a:rPr>
                        <a:t>500</a:t>
                      </a:r>
                      <a:endParaRPr lang="en-US" sz="1400" b="0" i="0" u="none" strike="noStrike">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2.45</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Plant to be set up at </a:t>
                      </a:r>
                      <a:r>
                        <a:rPr lang="en-US" sz="1400" b="0" i="0" u="none" strike="noStrike" dirty="0" err="1">
                          <a:solidFill>
                            <a:srgbClr val="000000"/>
                          </a:solidFill>
                          <a:effectLst/>
                          <a:latin typeface="Calibri" panose="020F0502020204030204" pitchFamily="34" charset="0"/>
                        </a:rPr>
                        <a:t>Pavagada</a:t>
                      </a:r>
                      <a:r>
                        <a:rPr lang="en-US" sz="1400" b="0" i="0" u="none" strike="noStrike" dirty="0">
                          <a:solidFill>
                            <a:srgbClr val="000000"/>
                          </a:solidFill>
                          <a:effectLst/>
                          <a:latin typeface="Calibri" panose="020F0502020204030204" pitchFamily="34" charset="0"/>
                        </a:rPr>
                        <a:t>, Karnataka;</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PPA for entire capacity signed with South Western Railway in May 2022</a:t>
                      </a:r>
                    </a:p>
                  </a:txBody>
                  <a:tcPr marL="45720" marR="45720" anchor="ctr"/>
                </a:tc>
                <a:extLst>
                  <a:ext uri="{0D108BD9-81ED-4DB2-BD59-A6C34878D82A}">
                    <a16:rowId xmlns:a16="http://schemas.microsoft.com/office/drawing/2014/main" val="1884809881"/>
                  </a:ext>
                </a:extLst>
              </a:tr>
              <a:tr h="1204298">
                <a:tc vMerge="1">
                  <a:txBody>
                    <a:bodyPr/>
                    <a:lstStyle/>
                    <a:p>
                      <a:pPr algn="ctr" fontAlgn="ctr"/>
                      <a:endParaRPr lang="en-US" sz="1400" b="0" i="0" u="none" strike="noStrike" dirty="0">
                        <a:solidFill>
                          <a:srgbClr val="000000"/>
                        </a:solidFill>
                        <a:effectLst/>
                        <a:latin typeface="Calibri" panose="020F0502020204030204" pitchFamily="34" charset="0"/>
                      </a:endParaRPr>
                    </a:p>
                  </a:txBody>
                  <a:tcPr marL="3967" marR="3967" marT="3967" marB="0" anchor="ctr"/>
                </a:tc>
                <a:tc vMerge="1">
                  <a:txBody>
                    <a:bodyPr/>
                    <a:lstStyle/>
                    <a:p>
                      <a:endParaRPr lang="en-US"/>
                    </a:p>
                  </a:txBody>
                  <a:tcPr/>
                </a:tc>
                <a:tc>
                  <a:txBody>
                    <a:bodyPr/>
                    <a:lstStyle/>
                    <a:p>
                      <a:pPr algn="l" fontAlgn="ctr"/>
                      <a:r>
                        <a:rPr lang="en-US" sz="1400" u="none" strike="noStrike" dirty="0">
                          <a:effectLst/>
                        </a:rPr>
                        <a:t>NTPC Limited</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1990</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algn="ctr" fontAlgn="ctr"/>
                      <a:r>
                        <a:rPr lang="en-US" sz="1400" u="none" strike="noStrike" dirty="0">
                          <a:effectLst/>
                        </a:rPr>
                        <a:t>2.45</a:t>
                      </a:r>
                      <a:endParaRPr lang="en-US" sz="1400" b="0" i="0" u="none" strike="noStrike" dirty="0">
                        <a:solidFill>
                          <a:srgbClr val="000000"/>
                        </a:solidFill>
                        <a:effectLst/>
                        <a:latin typeface="Calibri" panose="020F0502020204030204" pitchFamily="34" charset="0"/>
                      </a:endParaRPr>
                    </a:p>
                  </a:txBody>
                  <a:tcPr marL="45720" marR="45720" anchor="ctr"/>
                </a:tc>
                <a:tc>
                  <a:txBody>
                    <a:bodyPr/>
                    <a:lstStyle/>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Plant to be set up at </a:t>
                      </a:r>
                      <a:r>
                        <a:rPr lang="en-US" sz="1400" b="0" i="0" u="none" strike="noStrike" dirty="0" err="1">
                          <a:solidFill>
                            <a:srgbClr val="000000"/>
                          </a:solidFill>
                          <a:effectLst/>
                          <a:latin typeface="Calibri" panose="020F0502020204030204" pitchFamily="34" charset="0"/>
                        </a:rPr>
                        <a:t>Nokh</a:t>
                      </a:r>
                      <a:r>
                        <a:rPr lang="en-US" sz="1400" b="0" i="0" u="none" strike="noStrike" dirty="0">
                          <a:solidFill>
                            <a:srgbClr val="000000"/>
                          </a:solidFill>
                          <a:effectLst/>
                          <a:latin typeface="Calibri" panose="020F0502020204030204" pitchFamily="34" charset="0"/>
                        </a:rPr>
                        <a:t> Solar Park, Rajasthan and </a:t>
                      </a:r>
                      <a:r>
                        <a:rPr lang="en-US" sz="1400" b="0" i="0" u="none" strike="noStrike" dirty="0" err="1">
                          <a:solidFill>
                            <a:srgbClr val="000000"/>
                          </a:solidFill>
                          <a:effectLst/>
                          <a:latin typeface="Calibri" panose="020F0502020204030204" pitchFamily="34" charset="0"/>
                        </a:rPr>
                        <a:t>Khavda</a:t>
                      </a:r>
                      <a:r>
                        <a:rPr lang="en-US" sz="1400" b="0" i="0" u="none" strike="noStrike" dirty="0">
                          <a:solidFill>
                            <a:srgbClr val="000000"/>
                          </a:solidFill>
                          <a:effectLst/>
                          <a:latin typeface="Calibri" panose="020F0502020204030204" pitchFamily="34" charset="0"/>
                        </a:rPr>
                        <a:t> Solar PV Station, Gujarat;</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PUA signed with Telangana Discoms in Dec 2021 for 1045 MW;</a:t>
                      </a:r>
                    </a:p>
                    <a:p>
                      <a:pPr marL="174625" indent="-174625" algn="l" fontAlgn="ctr">
                        <a:buFont typeface="Arial" panose="020B0604020202020204" pitchFamily="34" charset="0"/>
                        <a:buChar char="•"/>
                      </a:pPr>
                      <a:r>
                        <a:rPr lang="en-US" sz="1400" b="0" i="0" u="none" strike="noStrike" dirty="0">
                          <a:solidFill>
                            <a:srgbClr val="000000"/>
                          </a:solidFill>
                          <a:effectLst/>
                          <a:latin typeface="Calibri" panose="020F0502020204030204" pitchFamily="34" charset="0"/>
                        </a:rPr>
                        <a:t>100 MW PUA with DVC</a:t>
                      </a:r>
                    </a:p>
                    <a:p>
                      <a:pPr marL="174625" marR="0" lvl="0" indent="-174625" algn="l" defTabSz="914400" rtl="0" eaLnBrk="1" fontAlgn="ctr" latinLnBrk="0" hangingPunct="1">
                        <a:lnSpc>
                          <a:spcPct val="100000"/>
                        </a:lnSpc>
                        <a:spcBef>
                          <a:spcPts val="0"/>
                        </a:spcBef>
                        <a:spcAft>
                          <a:spcPts val="0"/>
                        </a:spcAft>
                        <a:buClrTx/>
                        <a:buSzTx/>
                        <a:buFont typeface="Arial" panose="020B0604020202020204" pitchFamily="34" charset="0"/>
                        <a:buChar char="•"/>
                        <a:tabLst/>
                        <a:defRPr/>
                      </a:pPr>
                      <a:r>
                        <a:rPr lang="en-US" sz="1400" b="1" i="0" u="none" strike="noStrike" dirty="0">
                          <a:solidFill>
                            <a:srgbClr val="00B050"/>
                          </a:solidFill>
                          <a:effectLst/>
                          <a:latin typeface="Calibri" panose="020F0502020204030204" pitchFamily="34" charset="0"/>
                        </a:rPr>
                        <a:t>Balance capacity that can be explored by SECL: 845 MW</a:t>
                      </a:r>
                    </a:p>
                  </a:txBody>
                  <a:tcPr marL="45720" marR="45720" anchor="ctr"/>
                </a:tc>
                <a:extLst>
                  <a:ext uri="{0D108BD9-81ED-4DB2-BD59-A6C34878D82A}">
                    <a16:rowId xmlns:a16="http://schemas.microsoft.com/office/drawing/2014/main" val="4288822455"/>
                  </a:ext>
                </a:extLst>
              </a:tr>
            </a:tbl>
          </a:graphicData>
        </a:graphic>
      </p:graphicFrame>
    </p:spTree>
    <p:extLst>
      <p:ext uri="{BB962C8B-B14F-4D97-AF65-F5344CB8AC3E}">
        <p14:creationId xmlns:p14="http://schemas.microsoft.com/office/powerpoint/2010/main" val="610212577"/>
      </p:ext>
    </p:extLst>
  </p:cSld>
  <p:clrMapOvr>
    <a:masterClrMapping/>
  </p:clrMapOvr>
  <p:transition>
    <p:fade/>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4" y="2457424"/>
            <a:ext cx="11647261" cy="136345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ANNEXURE-5: LIST OF LEADING EPC-CUM-O&amp;M PLAYERS AND OWNER’S ENGINEER-CUM-PMC PLAYERS</a:t>
            </a:r>
            <a:endParaRPr lang="en-US" sz="4000" b="1"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4472317"/>
      </p:ext>
    </p:extLst>
  </p:cSld>
  <p:clrMapOvr>
    <a:masterClrMapping/>
  </p:clrMapOvr>
  <p:transition>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Details of Leading EPC-cum-O&amp;M Players</a:t>
            </a:r>
            <a:endParaRPr lang="en-GB" sz="2800" b="1" dirty="0"/>
          </a:p>
        </p:txBody>
      </p:sp>
      <p:graphicFrame>
        <p:nvGraphicFramePr>
          <p:cNvPr id="4" name="Table 2">
            <a:extLst>
              <a:ext uri="{FF2B5EF4-FFF2-40B4-BE49-F238E27FC236}">
                <a16:creationId xmlns:a16="http://schemas.microsoft.com/office/drawing/2014/main" id="{82476951-19F3-4D05-B27F-20D7B123C49B}"/>
              </a:ext>
            </a:extLst>
          </p:cNvPr>
          <p:cNvGraphicFramePr>
            <a:graphicFrameLocks noGrp="1"/>
          </p:cNvGraphicFramePr>
          <p:nvPr>
            <p:extLst>
              <p:ext uri="{D42A27DB-BD31-4B8C-83A1-F6EECF244321}">
                <p14:modId xmlns:p14="http://schemas.microsoft.com/office/powerpoint/2010/main" val="1962440115"/>
              </p:ext>
            </p:extLst>
          </p:nvPr>
        </p:nvGraphicFramePr>
        <p:xfrm>
          <a:off x="577516" y="719667"/>
          <a:ext cx="11112836" cy="5212080"/>
        </p:xfrm>
        <a:graphic>
          <a:graphicData uri="http://schemas.openxmlformats.org/drawingml/2006/table">
            <a:tbl>
              <a:tblPr firstRow="1" bandRow="1">
                <a:tableStyleId>{93296810-A885-4BE3-A3E7-6D5BEEA58F35}</a:tableStyleId>
              </a:tblPr>
              <a:tblGrid>
                <a:gridCol w="567890">
                  <a:extLst>
                    <a:ext uri="{9D8B030D-6E8A-4147-A177-3AD203B41FA5}">
                      <a16:colId xmlns:a16="http://schemas.microsoft.com/office/drawing/2014/main" val="860857958"/>
                    </a:ext>
                  </a:extLst>
                </a:gridCol>
                <a:gridCol w="3704890">
                  <a:extLst>
                    <a:ext uri="{9D8B030D-6E8A-4147-A177-3AD203B41FA5}">
                      <a16:colId xmlns:a16="http://schemas.microsoft.com/office/drawing/2014/main" val="374574473"/>
                    </a:ext>
                  </a:extLst>
                </a:gridCol>
                <a:gridCol w="2057400">
                  <a:extLst>
                    <a:ext uri="{9D8B030D-6E8A-4147-A177-3AD203B41FA5}">
                      <a16:colId xmlns:a16="http://schemas.microsoft.com/office/drawing/2014/main" val="3533176507"/>
                    </a:ext>
                  </a:extLst>
                </a:gridCol>
                <a:gridCol w="1898374">
                  <a:extLst>
                    <a:ext uri="{9D8B030D-6E8A-4147-A177-3AD203B41FA5}">
                      <a16:colId xmlns:a16="http://schemas.microsoft.com/office/drawing/2014/main" val="629618124"/>
                    </a:ext>
                  </a:extLst>
                </a:gridCol>
                <a:gridCol w="2884282">
                  <a:extLst>
                    <a:ext uri="{9D8B030D-6E8A-4147-A177-3AD203B41FA5}">
                      <a16:colId xmlns:a16="http://schemas.microsoft.com/office/drawing/2014/main" val="850659549"/>
                    </a:ext>
                  </a:extLst>
                </a:gridCol>
              </a:tblGrid>
              <a:tr h="188934">
                <a:tc>
                  <a:txBody>
                    <a:bodyPr/>
                    <a:lstStyle/>
                    <a:p>
                      <a:r>
                        <a:rPr lang="en-US" sz="1200" dirty="0"/>
                        <a:t>Sl. No</a:t>
                      </a:r>
                    </a:p>
                  </a:txBody>
                  <a:tcPr/>
                </a:tc>
                <a:tc>
                  <a:txBody>
                    <a:bodyPr/>
                    <a:lstStyle/>
                    <a:p>
                      <a:r>
                        <a:rPr lang="en-US" sz="1200" dirty="0"/>
                        <a:t>Name of the Player</a:t>
                      </a:r>
                    </a:p>
                  </a:txBody>
                  <a:tcPr/>
                </a:tc>
                <a:tc>
                  <a:txBody>
                    <a:bodyPr/>
                    <a:lstStyle/>
                    <a:p>
                      <a:r>
                        <a:rPr lang="en-US" sz="1200" dirty="0"/>
                        <a:t>Name of the Key Person</a:t>
                      </a:r>
                    </a:p>
                  </a:txBody>
                  <a:tcPr/>
                </a:tc>
                <a:tc>
                  <a:txBody>
                    <a:bodyPr/>
                    <a:lstStyle/>
                    <a:p>
                      <a:r>
                        <a:rPr lang="en-US" sz="1200" dirty="0"/>
                        <a:t>Contact No</a:t>
                      </a:r>
                    </a:p>
                  </a:txBody>
                  <a:tcPr/>
                </a:tc>
                <a:tc>
                  <a:txBody>
                    <a:bodyPr/>
                    <a:lstStyle/>
                    <a:p>
                      <a:r>
                        <a:rPr lang="en-US" sz="1200" dirty="0"/>
                        <a:t>Email ID</a:t>
                      </a:r>
                    </a:p>
                  </a:txBody>
                  <a:tcPr/>
                </a:tc>
                <a:extLst>
                  <a:ext uri="{0D108BD9-81ED-4DB2-BD59-A6C34878D82A}">
                    <a16:rowId xmlns:a16="http://schemas.microsoft.com/office/drawing/2014/main" val="2642220574"/>
                  </a:ext>
                </a:extLst>
              </a:tr>
              <a:tr h="188934">
                <a:tc>
                  <a:txBody>
                    <a:bodyPr/>
                    <a:lstStyle/>
                    <a:p>
                      <a:r>
                        <a:rPr lang="en-US" sz="1200" dirty="0"/>
                        <a:t>1</a:t>
                      </a:r>
                    </a:p>
                  </a:txBody>
                  <a:tcPr/>
                </a:tc>
                <a:tc>
                  <a:txBody>
                    <a:bodyPr/>
                    <a:lstStyle/>
                    <a:p>
                      <a:r>
                        <a:rPr lang="en-US" sz="1200" dirty="0"/>
                        <a:t>McNally Bharat Engineering Company Limited</a:t>
                      </a:r>
                    </a:p>
                  </a:txBody>
                  <a:tcPr/>
                </a:tc>
                <a:tc>
                  <a:txBody>
                    <a:bodyPr/>
                    <a:lstStyle/>
                    <a:p>
                      <a:r>
                        <a:rPr lang="en-US" sz="1200" dirty="0" err="1"/>
                        <a:t>Babula</a:t>
                      </a:r>
                      <a:r>
                        <a:rPr lang="en-US" sz="1200" dirty="0"/>
                        <a:t> </a:t>
                      </a:r>
                      <a:r>
                        <a:rPr lang="en-US" sz="1200" dirty="0" err="1"/>
                        <a:t>Purnachandra</a:t>
                      </a:r>
                      <a:r>
                        <a:rPr lang="en-US" sz="1200" dirty="0"/>
                        <a:t> Muni</a:t>
                      </a:r>
                    </a:p>
                  </a:txBody>
                  <a:tcPr/>
                </a:tc>
                <a:tc>
                  <a:txBody>
                    <a:bodyPr/>
                    <a:lstStyle/>
                    <a:p>
                      <a:r>
                        <a:rPr lang="en-US" sz="1200" dirty="0"/>
                        <a:t>+918249601030</a:t>
                      </a:r>
                    </a:p>
                  </a:txBody>
                  <a:tcPr/>
                </a:tc>
                <a:tc>
                  <a:txBody>
                    <a:bodyPr/>
                    <a:lstStyle/>
                    <a:p>
                      <a:r>
                        <a:rPr lang="en-US" sz="1200" dirty="0">
                          <a:hlinkClick r:id="rId2"/>
                        </a:rPr>
                        <a:t>Babula.muni@mbecl.co.in</a:t>
                      </a:r>
                      <a:r>
                        <a:rPr lang="en-US" sz="1200" dirty="0"/>
                        <a:t> </a:t>
                      </a:r>
                    </a:p>
                  </a:txBody>
                  <a:tcPr/>
                </a:tc>
                <a:extLst>
                  <a:ext uri="{0D108BD9-81ED-4DB2-BD59-A6C34878D82A}">
                    <a16:rowId xmlns:a16="http://schemas.microsoft.com/office/drawing/2014/main" val="927441123"/>
                  </a:ext>
                </a:extLst>
              </a:tr>
              <a:tr h="188934">
                <a:tc>
                  <a:txBody>
                    <a:bodyPr/>
                    <a:lstStyle/>
                    <a:p>
                      <a:r>
                        <a:rPr lang="en-US" sz="1200" dirty="0"/>
                        <a:t>2</a:t>
                      </a:r>
                    </a:p>
                  </a:txBody>
                  <a:tcPr/>
                </a:tc>
                <a:tc>
                  <a:txBody>
                    <a:bodyPr/>
                    <a:lstStyle/>
                    <a:p>
                      <a:r>
                        <a:rPr lang="en-US" sz="1200" dirty="0" err="1"/>
                        <a:t>Pennar</a:t>
                      </a:r>
                      <a:r>
                        <a:rPr lang="en-US" sz="1200" dirty="0"/>
                        <a:t> Industries Limited</a:t>
                      </a:r>
                    </a:p>
                  </a:txBody>
                  <a:tcPr/>
                </a:tc>
                <a:tc>
                  <a:txBody>
                    <a:bodyPr/>
                    <a:lstStyle/>
                    <a:p>
                      <a:r>
                        <a:rPr lang="en-US" sz="1200" dirty="0"/>
                        <a:t>N. </a:t>
                      </a:r>
                      <a:r>
                        <a:rPr lang="en-US" sz="1200" dirty="0" err="1"/>
                        <a:t>Dayasagar</a:t>
                      </a:r>
                      <a:r>
                        <a:rPr lang="en-US" sz="1200" dirty="0"/>
                        <a:t> Rao</a:t>
                      </a:r>
                    </a:p>
                  </a:txBody>
                  <a:tcPr/>
                </a:tc>
                <a:tc>
                  <a:txBody>
                    <a:bodyPr/>
                    <a:lstStyle/>
                    <a:p>
                      <a:r>
                        <a:rPr lang="en-US" sz="1200" dirty="0"/>
                        <a:t>+919848757755</a:t>
                      </a:r>
                    </a:p>
                  </a:txBody>
                  <a:tcPr/>
                </a:tc>
                <a:tc>
                  <a:txBody>
                    <a:bodyPr/>
                    <a:lstStyle/>
                    <a:p>
                      <a:r>
                        <a:rPr lang="en-US" sz="1200" dirty="0">
                          <a:hlinkClick r:id="rId3"/>
                        </a:rPr>
                        <a:t>Dayasagar.neelagiri@pennarindia.com</a:t>
                      </a:r>
                      <a:r>
                        <a:rPr lang="en-US" sz="1200" dirty="0"/>
                        <a:t> </a:t>
                      </a:r>
                    </a:p>
                  </a:txBody>
                  <a:tcPr/>
                </a:tc>
                <a:extLst>
                  <a:ext uri="{0D108BD9-81ED-4DB2-BD59-A6C34878D82A}">
                    <a16:rowId xmlns:a16="http://schemas.microsoft.com/office/drawing/2014/main" val="980990358"/>
                  </a:ext>
                </a:extLst>
              </a:tr>
              <a:tr h="188934">
                <a:tc>
                  <a:txBody>
                    <a:bodyPr/>
                    <a:lstStyle/>
                    <a:p>
                      <a:r>
                        <a:rPr lang="en-US" sz="1200" dirty="0"/>
                        <a:t>3</a:t>
                      </a:r>
                    </a:p>
                  </a:txBody>
                  <a:tcPr/>
                </a:tc>
                <a:tc>
                  <a:txBody>
                    <a:bodyPr/>
                    <a:lstStyle/>
                    <a:p>
                      <a:r>
                        <a:rPr lang="en-US" sz="1200" dirty="0" err="1"/>
                        <a:t>Hild</a:t>
                      </a:r>
                      <a:r>
                        <a:rPr lang="en-US" sz="1200" dirty="0"/>
                        <a:t> Energy Private Limited</a:t>
                      </a:r>
                    </a:p>
                  </a:txBody>
                  <a:tcPr/>
                </a:tc>
                <a:tc>
                  <a:txBody>
                    <a:bodyPr/>
                    <a:lstStyle/>
                    <a:p>
                      <a:r>
                        <a:rPr lang="en-US" sz="1200" dirty="0"/>
                        <a:t>K.R.M. Prakash Kumar</a:t>
                      </a:r>
                    </a:p>
                  </a:txBody>
                  <a:tcPr/>
                </a:tc>
                <a:tc>
                  <a:txBody>
                    <a:bodyPr/>
                    <a:lstStyle/>
                    <a:p>
                      <a:r>
                        <a:rPr lang="en-US" sz="1200" dirty="0"/>
                        <a:t>+919176628359</a:t>
                      </a:r>
                    </a:p>
                  </a:txBody>
                  <a:tcPr/>
                </a:tc>
                <a:tc>
                  <a:txBody>
                    <a:bodyPr/>
                    <a:lstStyle/>
                    <a:p>
                      <a:r>
                        <a:rPr lang="en-US" sz="1200" dirty="0">
                          <a:hlinkClick r:id="rId4"/>
                        </a:rPr>
                        <a:t>prakash@hildenergy.com</a:t>
                      </a:r>
                      <a:endParaRPr lang="en-US" sz="1200" dirty="0"/>
                    </a:p>
                  </a:txBody>
                  <a:tcPr/>
                </a:tc>
                <a:extLst>
                  <a:ext uri="{0D108BD9-81ED-4DB2-BD59-A6C34878D82A}">
                    <a16:rowId xmlns:a16="http://schemas.microsoft.com/office/drawing/2014/main" val="1519104374"/>
                  </a:ext>
                </a:extLst>
              </a:tr>
              <a:tr h="188934">
                <a:tc>
                  <a:txBody>
                    <a:bodyPr/>
                    <a:lstStyle/>
                    <a:p>
                      <a:r>
                        <a:rPr lang="en-US" sz="1200" dirty="0"/>
                        <a:t>4</a:t>
                      </a:r>
                    </a:p>
                  </a:txBody>
                  <a:tcPr/>
                </a:tc>
                <a:tc>
                  <a:txBody>
                    <a:bodyPr/>
                    <a:lstStyle/>
                    <a:p>
                      <a:r>
                        <a:rPr lang="en-US" sz="1200" dirty="0" err="1"/>
                        <a:t>Waree</a:t>
                      </a:r>
                      <a:r>
                        <a:rPr lang="en-US" sz="1200" dirty="0"/>
                        <a:t> Energies Limited </a:t>
                      </a:r>
                    </a:p>
                  </a:txBody>
                  <a:tcPr/>
                </a:tc>
                <a:tc>
                  <a:txBody>
                    <a:bodyPr/>
                    <a:lstStyle/>
                    <a:p>
                      <a:r>
                        <a:rPr lang="en-US" sz="1200" dirty="0"/>
                        <a:t>Sunil Rathi</a:t>
                      </a:r>
                    </a:p>
                  </a:txBody>
                  <a:tcPr/>
                </a:tc>
                <a:tc>
                  <a:txBody>
                    <a:bodyPr/>
                    <a:lstStyle/>
                    <a:p>
                      <a:r>
                        <a:rPr lang="en-US" sz="1200" dirty="0"/>
                        <a:t>+918291931002</a:t>
                      </a:r>
                    </a:p>
                  </a:txBody>
                  <a:tcPr/>
                </a:tc>
                <a:tc>
                  <a:txBody>
                    <a:bodyPr/>
                    <a:lstStyle/>
                    <a:p>
                      <a:r>
                        <a:rPr lang="en-US" sz="1200" dirty="0">
                          <a:hlinkClick r:id="rId5"/>
                        </a:rPr>
                        <a:t>tender@waree.com</a:t>
                      </a:r>
                      <a:endParaRPr lang="en-US" sz="1200" dirty="0"/>
                    </a:p>
                  </a:txBody>
                  <a:tcPr/>
                </a:tc>
                <a:extLst>
                  <a:ext uri="{0D108BD9-81ED-4DB2-BD59-A6C34878D82A}">
                    <a16:rowId xmlns:a16="http://schemas.microsoft.com/office/drawing/2014/main" val="2025955263"/>
                  </a:ext>
                </a:extLst>
              </a:tr>
              <a:tr h="188934">
                <a:tc>
                  <a:txBody>
                    <a:bodyPr/>
                    <a:lstStyle/>
                    <a:p>
                      <a:r>
                        <a:rPr lang="en-US" sz="1200" dirty="0"/>
                        <a:t>5</a:t>
                      </a:r>
                    </a:p>
                  </a:txBody>
                  <a:tcPr/>
                </a:tc>
                <a:tc>
                  <a:txBody>
                    <a:bodyPr/>
                    <a:lstStyle/>
                    <a:p>
                      <a:r>
                        <a:rPr lang="en-US" sz="1200" dirty="0"/>
                        <a:t>Vikram Solar Limited</a:t>
                      </a:r>
                    </a:p>
                  </a:txBody>
                  <a:tcPr/>
                </a:tc>
                <a:tc>
                  <a:txBody>
                    <a:bodyPr/>
                    <a:lstStyle/>
                    <a:p>
                      <a:r>
                        <a:rPr lang="en-US" sz="1200" dirty="0"/>
                        <a:t>Praveen Kumar Jha</a:t>
                      </a:r>
                    </a:p>
                  </a:txBody>
                  <a:tcPr/>
                </a:tc>
                <a:tc>
                  <a:txBody>
                    <a:bodyPr/>
                    <a:lstStyle/>
                    <a:p>
                      <a:r>
                        <a:rPr lang="en-US" sz="1200" dirty="0"/>
                        <a:t>+919830811197</a:t>
                      </a:r>
                    </a:p>
                  </a:txBody>
                  <a:tcPr/>
                </a:tc>
                <a:tc>
                  <a:txBody>
                    <a:bodyPr/>
                    <a:lstStyle/>
                    <a:p>
                      <a:r>
                        <a:rPr lang="en-US" sz="1200" dirty="0">
                          <a:hlinkClick r:id="rId6"/>
                        </a:rPr>
                        <a:t>praveen.jha@vikramsolar.com</a:t>
                      </a:r>
                      <a:endParaRPr lang="en-US" sz="1200" dirty="0"/>
                    </a:p>
                  </a:txBody>
                  <a:tcPr/>
                </a:tc>
                <a:extLst>
                  <a:ext uri="{0D108BD9-81ED-4DB2-BD59-A6C34878D82A}">
                    <a16:rowId xmlns:a16="http://schemas.microsoft.com/office/drawing/2014/main" val="2419778355"/>
                  </a:ext>
                </a:extLst>
              </a:tr>
              <a:tr h="188934">
                <a:tc>
                  <a:txBody>
                    <a:bodyPr/>
                    <a:lstStyle/>
                    <a:p>
                      <a:r>
                        <a:rPr lang="en-US" sz="1200" dirty="0"/>
                        <a:t>6</a:t>
                      </a:r>
                    </a:p>
                  </a:txBody>
                  <a:tcPr/>
                </a:tc>
                <a:tc>
                  <a:txBody>
                    <a:bodyPr/>
                    <a:lstStyle/>
                    <a:p>
                      <a:r>
                        <a:rPr lang="en-US" sz="1200" dirty="0"/>
                        <a:t>KEC International Limited</a:t>
                      </a:r>
                    </a:p>
                  </a:txBody>
                  <a:tcPr/>
                </a:tc>
                <a:tc>
                  <a:txBody>
                    <a:bodyPr/>
                    <a:lstStyle/>
                    <a:p>
                      <a:r>
                        <a:rPr lang="en-US" sz="1200" dirty="0"/>
                        <a:t>Anupam Gupta</a:t>
                      </a:r>
                    </a:p>
                  </a:txBody>
                  <a:tcPr/>
                </a:tc>
                <a:tc>
                  <a:txBody>
                    <a:bodyPr/>
                    <a:lstStyle/>
                    <a:p>
                      <a:r>
                        <a:rPr lang="en-US" sz="1200" dirty="0"/>
                        <a:t>+919871371628</a:t>
                      </a:r>
                    </a:p>
                  </a:txBody>
                  <a:tcPr/>
                </a:tc>
                <a:tc>
                  <a:txBody>
                    <a:bodyPr/>
                    <a:lstStyle/>
                    <a:p>
                      <a:r>
                        <a:rPr lang="en-US" sz="1200" dirty="0">
                          <a:hlinkClick r:id="rId7"/>
                        </a:rPr>
                        <a:t>guptaanupam@kecrpg.com</a:t>
                      </a:r>
                      <a:r>
                        <a:rPr lang="en-US" sz="1200" dirty="0"/>
                        <a:t> </a:t>
                      </a:r>
                    </a:p>
                  </a:txBody>
                  <a:tcPr/>
                </a:tc>
                <a:extLst>
                  <a:ext uri="{0D108BD9-81ED-4DB2-BD59-A6C34878D82A}">
                    <a16:rowId xmlns:a16="http://schemas.microsoft.com/office/drawing/2014/main" val="1691468026"/>
                  </a:ext>
                </a:extLst>
              </a:tr>
              <a:tr h="188934">
                <a:tc>
                  <a:txBody>
                    <a:bodyPr/>
                    <a:lstStyle/>
                    <a:p>
                      <a:r>
                        <a:rPr lang="en-US" sz="1200" dirty="0"/>
                        <a:t>7</a:t>
                      </a:r>
                    </a:p>
                  </a:txBody>
                  <a:tcPr/>
                </a:tc>
                <a:tc>
                  <a:txBody>
                    <a:bodyPr/>
                    <a:lstStyle/>
                    <a:p>
                      <a:r>
                        <a:rPr lang="en-US" sz="1200" dirty="0"/>
                        <a:t>Larsen &amp; Toubro Limited</a:t>
                      </a:r>
                    </a:p>
                  </a:txBody>
                  <a:tcPr/>
                </a:tc>
                <a:tc>
                  <a:txBody>
                    <a:bodyPr/>
                    <a:lstStyle/>
                    <a:p>
                      <a:r>
                        <a:rPr lang="en-US" sz="1200" dirty="0" err="1"/>
                        <a:t>Shaji</a:t>
                      </a:r>
                      <a:r>
                        <a:rPr lang="en-US" sz="1200" dirty="0"/>
                        <a:t> John</a:t>
                      </a:r>
                    </a:p>
                  </a:txBody>
                  <a:tcPr/>
                </a:tc>
                <a:tc>
                  <a:txBody>
                    <a:bodyPr/>
                    <a:lstStyle/>
                    <a:p>
                      <a:r>
                        <a:rPr lang="en-US" sz="1200" dirty="0"/>
                        <a:t>+919444962878</a:t>
                      </a:r>
                    </a:p>
                  </a:txBody>
                  <a:tcPr/>
                </a:tc>
                <a:tc>
                  <a:txBody>
                    <a:bodyPr/>
                    <a:lstStyle/>
                    <a:p>
                      <a:r>
                        <a:rPr lang="en-US" sz="1200" dirty="0">
                          <a:hlinkClick r:id="rId8"/>
                        </a:rPr>
                        <a:t>sjn@lntecc.com</a:t>
                      </a:r>
                      <a:endParaRPr lang="en-US" sz="1200" dirty="0"/>
                    </a:p>
                  </a:txBody>
                  <a:tcPr/>
                </a:tc>
                <a:extLst>
                  <a:ext uri="{0D108BD9-81ED-4DB2-BD59-A6C34878D82A}">
                    <a16:rowId xmlns:a16="http://schemas.microsoft.com/office/drawing/2014/main" val="1939234774"/>
                  </a:ext>
                </a:extLst>
              </a:tr>
              <a:tr h="188934">
                <a:tc>
                  <a:txBody>
                    <a:bodyPr/>
                    <a:lstStyle/>
                    <a:p>
                      <a:r>
                        <a:rPr lang="en-US" sz="1200" dirty="0"/>
                        <a:t>8</a:t>
                      </a:r>
                    </a:p>
                  </a:txBody>
                  <a:tcPr/>
                </a:tc>
                <a:tc>
                  <a:txBody>
                    <a:bodyPr/>
                    <a:lstStyle/>
                    <a:p>
                      <a:r>
                        <a:rPr lang="en-US" sz="1200" dirty="0"/>
                        <a:t>Sterling and Wilson Solar Limited</a:t>
                      </a:r>
                    </a:p>
                  </a:txBody>
                  <a:tcPr/>
                </a:tc>
                <a:tc>
                  <a:txBody>
                    <a:bodyPr/>
                    <a:lstStyle/>
                    <a:p>
                      <a:r>
                        <a:rPr lang="en-US" sz="1200" dirty="0"/>
                        <a:t>Rahul </a:t>
                      </a:r>
                      <a:r>
                        <a:rPr lang="en-US" sz="1200" dirty="0" err="1"/>
                        <a:t>Kshetrapal</a:t>
                      </a:r>
                      <a:endParaRPr lang="en-US" sz="1200" dirty="0"/>
                    </a:p>
                  </a:txBody>
                  <a:tcPr/>
                </a:tc>
                <a:tc>
                  <a:txBody>
                    <a:bodyPr/>
                    <a:lstStyle/>
                    <a:p>
                      <a:r>
                        <a:rPr lang="en-US" sz="1200" dirty="0"/>
                        <a:t>+919999712733</a:t>
                      </a:r>
                    </a:p>
                  </a:txBody>
                  <a:tcPr/>
                </a:tc>
                <a:tc>
                  <a:txBody>
                    <a:bodyPr/>
                    <a:lstStyle/>
                    <a:p>
                      <a:r>
                        <a:rPr lang="en-US" sz="1200" dirty="0">
                          <a:hlinkClick r:id="rId9"/>
                        </a:rPr>
                        <a:t>Rahul.kshetrapal@sterlingwilson.com</a:t>
                      </a:r>
                      <a:r>
                        <a:rPr lang="en-US" sz="1200" dirty="0"/>
                        <a:t> </a:t>
                      </a:r>
                    </a:p>
                  </a:txBody>
                  <a:tcPr/>
                </a:tc>
                <a:extLst>
                  <a:ext uri="{0D108BD9-81ED-4DB2-BD59-A6C34878D82A}">
                    <a16:rowId xmlns:a16="http://schemas.microsoft.com/office/drawing/2014/main" val="3882460947"/>
                  </a:ext>
                </a:extLst>
              </a:tr>
              <a:tr h="188934">
                <a:tc>
                  <a:txBody>
                    <a:bodyPr/>
                    <a:lstStyle/>
                    <a:p>
                      <a:r>
                        <a:rPr lang="en-US" sz="1200" dirty="0"/>
                        <a:t>9</a:t>
                      </a:r>
                    </a:p>
                  </a:txBody>
                  <a:tcPr/>
                </a:tc>
                <a:tc>
                  <a:txBody>
                    <a:bodyPr/>
                    <a:lstStyle/>
                    <a:p>
                      <a:r>
                        <a:rPr lang="en-US" sz="1200" dirty="0"/>
                        <a:t>Sukhbir </a:t>
                      </a:r>
                      <a:r>
                        <a:rPr lang="en-US" sz="1200" dirty="0" err="1"/>
                        <a:t>Agro</a:t>
                      </a:r>
                      <a:r>
                        <a:rPr lang="en-US" sz="1200" dirty="0"/>
                        <a:t> Energy Limited</a:t>
                      </a:r>
                    </a:p>
                  </a:txBody>
                  <a:tcPr/>
                </a:tc>
                <a:tc>
                  <a:txBody>
                    <a:bodyPr/>
                    <a:lstStyle/>
                    <a:p>
                      <a:r>
                        <a:rPr lang="en-US" sz="1200" dirty="0"/>
                        <a:t>Amit </a:t>
                      </a:r>
                      <a:r>
                        <a:rPr lang="en-US" sz="1200" dirty="0" err="1"/>
                        <a:t>Antil</a:t>
                      </a:r>
                      <a:endParaRPr lang="en-US" sz="1200" dirty="0"/>
                    </a:p>
                  </a:txBody>
                  <a:tcPr/>
                </a:tc>
                <a:tc>
                  <a:txBody>
                    <a:bodyPr/>
                    <a:lstStyle/>
                    <a:p>
                      <a:r>
                        <a:rPr lang="en-US" sz="1200" dirty="0"/>
                        <a:t>+919958949594</a:t>
                      </a:r>
                    </a:p>
                  </a:txBody>
                  <a:tcPr/>
                </a:tc>
                <a:tc>
                  <a:txBody>
                    <a:bodyPr/>
                    <a:lstStyle/>
                    <a:p>
                      <a:r>
                        <a:rPr lang="en-US" sz="1200" dirty="0">
                          <a:hlinkClick r:id="rId10"/>
                        </a:rPr>
                        <a:t>Amit.antil@sael.co</a:t>
                      </a:r>
                      <a:endParaRPr lang="en-US" sz="1200" dirty="0"/>
                    </a:p>
                  </a:txBody>
                  <a:tcPr/>
                </a:tc>
                <a:extLst>
                  <a:ext uri="{0D108BD9-81ED-4DB2-BD59-A6C34878D82A}">
                    <a16:rowId xmlns:a16="http://schemas.microsoft.com/office/drawing/2014/main" val="2110551170"/>
                  </a:ext>
                </a:extLst>
              </a:tr>
              <a:tr h="188934">
                <a:tc>
                  <a:txBody>
                    <a:bodyPr/>
                    <a:lstStyle/>
                    <a:p>
                      <a:r>
                        <a:rPr lang="en-US" sz="1200" dirty="0"/>
                        <a:t>10</a:t>
                      </a:r>
                    </a:p>
                  </a:txBody>
                  <a:tcPr/>
                </a:tc>
                <a:tc>
                  <a:txBody>
                    <a:bodyPr/>
                    <a:lstStyle/>
                    <a:p>
                      <a:r>
                        <a:rPr lang="en-US" sz="1200" dirty="0"/>
                        <a:t>Tata Power Solar Systems Ltd</a:t>
                      </a:r>
                    </a:p>
                  </a:txBody>
                  <a:tcPr/>
                </a:tc>
                <a:tc>
                  <a:txBody>
                    <a:bodyPr/>
                    <a:lstStyle/>
                    <a:p>
                      <a:r>
                        <a:rPr lang="en-US" sz="1200" dirty="0" err="1"/>
                        <a:t>Mintu</a:t>
                      </a:r>
                      <a:r>
                        <a:rPr lang="en-US" sz="1200" dirty="0"/>
                        <a:t> Roy</a:t>
                      </a:r>
                    </a:p>
                  </a:txBody>
                  <a:tcPr/>
                </a:tc>
                <a:tc>
                  <a:txBody>
                    <a:bodyPr/>
                    <a:lstStyle/>
                    <a:p>
                      <a:r>
                        <a:rPr lang="en-US" sz="1200" dirty="0"/>
                        <a:t>+918097141264</a:t>
                      </a:r>
                    </a:p>
                  </a:txBody>
                  <a:tcPr/>
                </a:tc>
                <a:tc>
                  <a:txBody>
                    <a:bodyPr/>
                    <a:lstStyle/>
                    <a:p>
                      <a:r>
                        <a:rPr lang="en-US" sz="1200" dirty="0">
                          <a:hlinkClick r:id="rId11"/>
                        </a:rPr>
                        <a:t>Mintu.roy@tatapowersolar.com</a:t>
                      </a:r>
                      <a:endParaRPr lang="en-US" sz="1200" dirty="0"/>
                    </a:p>
                  </a:txBody>
                  <a:tcPr/>
                </a:tc>
                <a:extLst>
                  <a:ext uri="{0D108BD9-81ED-4DB2-BD59-A6C34878D82A}">
                    <a16:rowId xmlns:a16="http://schemas.microsoft.com/office/drawing/2014/main" val="72988363"/>
                  </a:ext>
                </a:extLst>
              </a:tr>
              <a:tr h="253844">
                <a:tc>
                  <a:txBody>
                    <a:bodyPr/>
                    <a:lstStyle/>
                    <a:p>
                      <a:r>
                        <a:rPr lang="en-US" sz="1200" dirty="0"/>
                        <a:t>11</a:t>
                      </a:r>
                    </a:p>
                  </a:txBody>
                  <a:tcPr/>
                </a:tc>
                <a:tc>
                  <a:txBody>
                    <a:bodyPr/>
                    <a:lstStyle/>
                    <a:p>
                      <a:r>
                        <a:rPr lang="en-US" sz="1200" dirty="0" err="1"/>
                        <a:t>Mytrah</a:t>
                      </a:r>
                      <a:r>
                        <a:rPr lang="en-US" sz="1200" dirty="0"/>
                        <a:t> Energy (India) Private Limited</a:t>
                      </a:r>
                    </a:p>
                  </a:txBody>
                  <a:tcPr/>
                </a:tc>
                <a:tc>
                  <a:txBody>
                    <a:bodyPr/>
                    <a:lstStyle/>
                    <a:p>
                      <a:r>
                        <a:rPr lang="en-US" sz="1200" dirty="0"/>
                        <a:t>Debasish Das</a:t>
                      </a:r>
                    </a:p>
                  </a:txBody>
                  <a:tcPr/>
                </a:tc>
                <a:tc>
                  <a:txBody>
                    <a:bodyPr/>
                    <a:lstStyle/>
                    <a:p>
                      <a:r>
                        <a:rPr lang="en-US" sz="1200" dirty="0"/>
                        <a:t>+919560872323</a:t>
                      </a:r>
                    </a:p>
                  </a:txBody>
                  <a:tcPr/>
                </a:tc>
                <a:tc>
                  <a:txBody>
                    <a:bodyPr/>
                    <a:lstStyle/>
                    <a:p>
                      <a:r>
                        <a:rPr lang="en-US" sz="1200" dirty="0">
                          <a:hlinkClick r:id="rId12"/>
                        </a:rPr>
                        <a:t>Debasish.das@mytrah.com</a:t>
                      </a:r>
                      <a:r>
                        <a:rPr lang="en-US" sz="1200" dirty="0"/>
                        <a:t> </a:t>
                      </a:r>
                    </a:p>
                  </a:txBody>
                  <a:tcPr/>
                </a:tc>
                <a:extLst>
                  <a:ext uri="{0D108BD9-81ED-4DB2-BD59-A6C34878D82A}">
                    <a16:rowId xmlns:a16="http://schemas.microsoft.com/office/drawing/2014/main" val="2189121354"/>
                  </a:ext>
                </a:extLst>
              </a:tr>
              <a:tr h="188934">
                <a:tc>
                  <a:txBody>
                    <a:bodyPr/>
                    <a:lstStyle/>
                    <a:p>
                      <a:r>
                        <a:rPr lang="en-US" sz="1200" dirty="0"/>
                        <a:t>12</a:t>
                      </a:r>
                    </a:p>
                  </a:txBody>
                  <a:tcPr/>
                </a:tc>
                <a:tc>
                  <a:txBody>
                    <a:bodyPr/>
                    <a:lstStyle/>
                    <a:p>
                      <a:r>
                        <a:rPr lang="en-US" sz="1200" dirty="0"/>
                        <a:t>Rays Power Infra Private Limited</a:t>
                      </a:r>
                    </a:p>
                  </a:txBody>
                  <a:tcPr/>
                </a:tc>
                <a:tc>
                  <a:txBody>
                    <a:bodyPr/>
                    <a:lstStyle/>
                    <a:p>
                      <a:r>
                        <a:rPr lang="en-US" sz="1200" dirty="0"/>
                        <a:t>Abhishek </a:t>
                      </a:r>
                      <a:r>
                        <a:rPr lang="en-US" sz="1200" dirty="0" err="1"/>
                        <a:t>Swarnakar</a:t>
                      </a:r>
                      <a:endParaRPr lang="en-US" sz="1200" dirty="0"/>
                    </a:p>
                  </a:txBody>
                  <a:tcPr/>
                </a:tc>
                <a:tc>
                  <a:txBody>
                    <a:bodyPr/>
                    <a:lstStyle/>
                    <a:p>
                      <a:r>
                        <a:rPr lang="en-US" sz="1200" dirty="0"/>
                        <a:t>+917290035777</a:t>
                      </a:r>
                    </a:p>
                  </a:txBody>
                  <a:tcPr/>
                </a:tc>
                <a:tc>
                  <a:txBody>
                    <a:bodyPr/>
                    <a:lstStyle/>
                    <a:p>
                      <a:r>
                        <a:rPr lang="en-US" sz="1200" dirty="0">
                          <a:hlinkClick r:id="rId13"/>
                        </a:rPr>
                        <a:t>Abhishek.swarnakar@rayspowerinfra.com</a:t>
                      </a:r>
                      <a:endParaRPr lang="en-US" sz="1200" dirty="0"/>
                    </a:p>
                  </a:txBody>
                  <a:tcPr/>
                </a:tc>
                <a:extLst>
                  <a:ext uri="{0D108BD9-81ED-4DB2-BD59-A6C34878D82A}">
                    <a16:rowId xmlns:a16="http://schemas.microsoft.com/office/drawing/2014/main" val="685004511"/>
                  </a:ext>
                </a:extLst>
              </a:tr>
              <a:tr h="188934">
                <a:tc>
                  <a:txBody>
                    <a:bodyPr/>
                    <a:lstStyle/>
                    <a:p>
                      <a:r>
                        <a:rPr lang="en-US" sz="1200" dirty="0"/>
                        <a:t>13</a:t>
                      </a:r>
                    </a:p>
                  </a:txBody>
                  <a:tcPr/>
                </a:tc>
                <a:tc>
                  <a:txBody>
                    <a:bodyPr/>
                    <a:lstStyle/>
                    <a:p>
                      <a:r>
                        <a:rPr lang="en-US" sz="1200" dirty="0"/>
                        <a:t>Bharat Heavy Electricals Limited</a:t>
                      </a:r>
                    </a:p>
                  </a:txBody>
                  <a:tcPr/>
                </a:tc>
                <a:tc>
                  <a:txBody>
                    <a:bodyPr/>
                    <a:lstStyle/>
                    <a:p>
                      <a:r>
                        <a:rPr lang="en-US" sz="1200" dirty="0"/>
                        <a:t>Mani Bhushan Sharma</a:t>
                      </a:r>
                    </a:p>
                  </a:txBody>
                  <a:tcPr/>
                </a:tc>
                <a:tc>
                  <a:txBody>
                    <a:bodyPr/>
                    <a:lstStyle/>
                    <a:p>
                      <a:r>
                        <a:rPr lang="en-US" sz="1200" dirty="0"/>
                        <a:t>+919716913941</a:t>
                      </a:r>
                    </a:p>
                  </a:txBody>
                  <a:tcPr/>
                </a:tc>
                <a:tc>
                  <a:txBody>
                    <a:bodyPr/>
                    <a:lstStyle/>
                    <a:p>
                      <a:r>
                        <a:rPr lang="en-US" sz="1200" dirty="0">
                          <a:hlinkClick r:id="rId14"/>
                        </a:rPr>
                        <a:t>manisharma@bhel.in</a:t>
                      </a:r>
                      <a:endParaRPr lang="en-US" sz="1200" dirty="0"/>
                    </a:p>
                  </a:txBody>
                  <a:tcPr/>
                </a:tc>
                <a:extLst>
                  <a:ext uri="{0D108BD9-81ED-4DB2-BD59-A6C34878D82A}">
                    <a16:rowId xmlns:a16="http://schemas.microsoft.com/office/drawing/2014/main" val="3342762659"/>
                  </a:ext>
                </a:extLst>
              </a:tr>
              <a:tr h="188934">
                <a:tc>
                  <a:txBody>
                    <a:bodyPr/>
                    <a:lstStyle/>
                    <a:p>
                      <a:r>
                        <a:rPr lang="en-US" sz="1200" dirty="0"/>
                        <a:t>14</a:t>
                      </a:r>
                    </a:p>
                  </a:txBody>
                  <a:tcPr/>
                </a:tc>
                <a:tc>
                  <a:txBody>
                    <a:bodyPr/>
                    <a:lstStyle/>
                    <a:p>
                      <a:r>
                        <a:rPr lang="en-US" sz="1200" dirty="0"/>
                        <a:t>Adani Infra (India) Ltd</a:t>
                      </a:r>
                    </a:p>
                  </a:txBody>
                  <a:tcPr/>
                </a:tc>
                <a:tc>
                  <a:txBody>
                    <a:bodyPr/>
                    <a:lstStyle/>
                    <a:p>
                      <a:r>
                        <a:rPr lang="en-US" sz="1200" dirty="0" err="1"/>
                        <a:t>Dhaivat</a:t>
                      </a:r>
                      <a:r>
                        <a:rPr lang="en-US" sz="1200" dirty="0"/>
                        <a:t> Joshi</a:t>
                      </a:r>
                    </a:p>
                  </a:txBody>
                  <a:tcPr/>
                </a:tc>
                <a:tc>
                  <a:txBody>
                    <a:bodyPr/>
                    <a:lstStyle/>
                    <a:p>
                      <a:r>
                        <a:rPr lang="en-US" sz="1200" dirty="0"/>
                        <a:t>+919099900955</a:t>
                      </a:r>
                    </a:p>
                  </a:txBody>
                  <a:tcPr/>
                </a:tc>
                <a:tc>
                  <a:txBody>
                    <a:bodyPr/>
                    <a:lstStyle/>
                    <a:p>
                      <a:r>
                        <a:rPr lang="en-US" sz="1200" dirty="0">
                          <a:hlinkClick r:id="rId15"/>
                        </a:rPr>
                        <a:t>Solar.bd@adani.com</a:t>
                      </a:r>
                      <a:endParaRPr lang="en-US" sz="1200" dirty="0"/>
                    </a:p>
                  </a:txBody>
                  <a:tcPr/>
                </a:tc>
                <a:extLst>
                  <a:ext uri="{0D108BD9-81ED-4DB2-BD59-A6C34878D82A}">
                    <a16:rowId xmlns:a16="http://schemas.microsoft.com/office/drawing/2014/main" val="666769189"/>
                  </a:ext>
                </a:extLst>
              </a:tr>
              <a:tr h="188934">
                <a:tc>
                  <a:txBody>
                    <a:bodyPr/>
                    <a:lstStyle/>
                    <a:p>
                      <a:r>
                        <a:rPr lang="en-US" sz="1200" dirty="0"/>
                        <a:t>15</a:t>
                      </a:r>
                    </a:p>
                  </a:txBody>
                  <a:tcPr/>
                </a:tc>
                <a:tc>
                  <a:txBody>
                    <a:bodyPr/>
                    <a:lstStyle/>
                    <a:p>
                      <a:r>
                        <a:rPr lang="en-US" sz="1200" dirty="0" err="1"/>
                        <a:t>Refex</a:t>
                      </a:r>
                      <a:r>
                        <a:rPr lang="en-US" sz="1200" dirty="0"/>
                        <a:t> Energy Limited</a:t>
                      </a:r>
                    </a:p>
                  </a:txBody>
                  <a:tcPr/>
                </a:tc>
                <a:tc>
                  <a:txBody>
                    <a:bodyPr/>
                    <a:lstStyle/>
                    <a:p>
                      <a:r>
                        <a:rPr lang="en-US" sz="1200" dirty="0"/>
                        <a:t>SK Lokesh</a:t>
                      </a:r>
                    </a:p>
                  </a:txBody>
                  <a:tcPr/>
                </a:tc>
                <a:tc>
                  <a:txBody>
                    <a:bodyPr/>
                    <a:lstStyle/>
                    <a:p>
                      <a:r>
                        <a:rPr lang="en-US" sz="1200" dirty="0"/>
                        <a:t>+918019018719</a:t>
                      </a:r>
                    </a:p>
                  </a:txBody>
                  <a:tcPr/>
                </a:tc>
                <a:tc>
                  <a:txBody>
                    <a:bodyPr/>
                    <a:lstStyle/>
                    <a:p>
                      <a:r>
                        <a:rPr lang="en-US" sz="1200" dirty="0">
                          <a:hlinkClick r:id="rId16"/>
                        </a:rPr>
                        <a:t>Lokesh.s@refexenergy.com</a:t>
                      </a:r>
                      <a:endParaRPr lang="en-US" sz="1200" dirty="0"/>
                    </a:p>
                  </a:txBody>
                  <a:tcPr/>
                </a:tc>
                <a:extLst>
                  <a:ext uri="{0D108BD9-81ED-4DB2-BD59-A6C34878D82A}">
                    <a16:rowId xmlns:a16="http://schemas.microsoft.com/office/drawing/2014/main" val="2537314758"/>
                  </a:ext>
                </a:extLst>
              </a:tr>
              <a:tr h="253844">
                <a:tc>
                  <a:txBody>
                    <a:bodyPr/>
                    <a:lstStyle/>
                    <a:p>
                      <a:r>
                        <a:rPr lang="en-US" sz="1200" dirty="0"/>
                        <a:t>16</a:t>
                      </a:r>
                    </a:p>
                  </a:txBody>
                  <a:tcPr/>
                </a:tc>
                <a:tc>
                  <a:txBody>
                    <a:bodyPr/>
                    <a:lstStyle/>
                    <a:p>
                      <a:r>
                        <a:rPr lang="en-US" sz="1200" dirty="0"/>
                        <a:t>Jackson Limited</a:t>
                      </a:r>
                    </a:p>
                  </a:txBody>
                  <a:tcPr/>
                </a:tc>
                <a:tc>
                  <a:txBody>
                    <a:bodyPr/>
                    <a:lstStyle/>
                    <a:p>
                      <a:r>
                        <a:rPr lang="en-US" sz="1200" dirty="0"/>
                        <a:t>Rajesh Singh</a:t>
                      </a:r>
                    </a:p>
                  </a:txBody>
                  <a:tcPr/>
                </a:tc>
                <a:tc>
                  <a:txBody>
                    <a:bodyPr/>
                    <a:lstStyle/>
                    <a:p>
                      <a:endParaRPr lang="en-US" sz="1200" dirty="0"/>
                    </a:p>
                  </a:txBody>
                  <a:tcPr/>
                </a:tc>
                <a:tc>
                  <a:txBody>
                    <a:bodyPr/>
                    <a:lstStyle/>
                    <a:p>
                      <a:r>
                        <a:rPr lang="en-US" sz="1200" dirty="0">
                          <a:hlinkClick r:id="rId17"/>
                        </a:rPr>
                        <a:t>Rajesh.singh@jackson.com</a:t>
                      </a:r>
                      <a:endParaRPr lang="en-US" sz="1200" dirty="0"/>
                    </a:p>
                  </a:txBody>
                  <a:tcPr/>
                </a:tc>
                <a:extLst>
                  <a:ext uri="{0D108BD9-81ED-4DB2-BD59-A6C34878D82A}">
                    <a16:rowId xmlns:a16="http://schemas.microsoft.com/office/drawing/2014/main" val="2624933304"/>
                  </a:ext>
                </a:extLst>
              </a:tr>
              <a:tr h="253844">
                <a:tc>
                  <a:txBody>
                    <a:bodyPr/>
                    <a:lstStyle/>
                    <a:p>
                      <a:r>
                        <a:rPr lang="en-US" sz="1200" dirty="0"/>
                        <a:t>17</a:t>
                      </a:r>
                    </a:p>
                  </a:txBody>
                  <a:tcPr/>
                </a:tc>
                <a:tc>
                  <a:txBody>
                    <a:bodyPr/>
                    <a:lstStyle/>
                    <a:p>
                      <a:r>
                        <a:rPr lang="en-US" sz="1200" dirty="0"/>
                        <a:t>Amara Raja Power Systems Ltd.</a:t>
                      </a:r>
                    </a:p>
                  </a:txBody>
                  <a:tcPr/>
                </a:tc>
                <a:tc>
                  <a:txBody>
                    <a:bodyPr/>
                    <a:lstStyle/>
                    <a:p>
                      <a:endParaRPr lang="en-US" sz="1200" dirty="0"/>
                    </a:p>
                  </a:txBody>
                  <a:tcPr/>
                </a:tc>
                <a:tc>
                  <a:txBody>
                    <a:bodyPr/>
                    <a:lstStyle/>
                    <a:p>
                      <a:endParaRPr lang="en-US" sz="1200" dirty="0"/>
                    </a:p>
                  </a:txBody>
                  <a:tcPr/>
                </a:tc>
                <a:tc>
                  <a:txBody>
                    <a:bodyPr/>
                    <a:lstStyle/>
                    <a:p>
                      <a:r>
                        <a:rPr lang="en-US" sz="1200" dirty="0">
                          <a:hlinkClick r:id="rId18"/>
                        </a:rPr>
                        <a:t>bsd@amararaja.com</a:t>
                      </a:r>
                      <a:endParaRPr lang="en-US" sz="1200" dirty="0"/>
                    </a:p>
                  </a:txBody>
                  <a:tcPr/>
                </a:tc>
                <a:extLst>
                  <a:ext uri="{0D108BD9-81ED-4DB2-BD59-A6C34878D82A}">
                    <a16:rowId xmlns:a16="http://schemas.microsoft.com/office/drawing/2014/main" val="4002282023"/>
                  </a:ext>
                </a:extLst>
              </a:tr>
              <a:tr h="253844">
                <a:tc>
                  <a:txBody>
                    <a:bodyPr/>
                    <a:lstStyle/>
                    <a:p>
                      <a:r>
                        <a:rPr lang="en-US" sz="1200" dirty="0"/>
                        <a:t>18</a:t>
                      </a:r>
                    </a:p>
                  </a:txBody>
                  <a:tcPr/>
                </a:tc>
                <a:tc>
                  <a:txBody>
                    <a:bodyPr/>
                    <a:lstStyle/>
                    <a:p>
                      <a:r>
                        <a:rPr lang="en-US" sz="1200" dirty="0"/>
                        <a:t>BVG India Ltd</a:t>
                      </a:r>
                    </a:p>
                  </a:txBody>
                  <a:tcPr/>
                </a:tc>
                <a:tc>
                  <a:txBody>
                    <a:bodyPr/>
                    <a:lstStyle/>
                    <a:p>
                      <a:r>
                        <a:rPr lang="en-US" sz="1200" dirty="0"/>
                        <a:t>Pankaj Dhingra</a:t>
                      </a:r>
                    </a:p>
                  </a:txBody>
                  <a:tcPr/>
                </a:tc>
                <a:tc>
                  <a:txBody>
                    <a:bodyPr/>
                    <a:lstStyle/>
                    <a:p>
                      <a:endParaRPr lang="en-US" sz="1200" dirty="0"/>
                    </a:p>
                  </a:txBody>
                  <a:tcPr/>
                </a:tc>
                <a:tc>
                  <a:txBody>
                    <a:bodyPr/>
                    <a:lstStyle/>
                    <a:p>
                      <a:r>
                        <a:rPr lang="en-US" sz="1200" dirty="0">
                          <a:hlinkClick r:id="rId19"/>
                        </a:rPr>
                        <a:t>Pankaj.Dhingra@bvgindia.com</a:t>
                      </a:r>
                      <a:r>
                        <a:rPr lang="en-US" sz="1200" dirty="0"/>
                        <a:t> </a:t>
                      </a:r>
                    </a:p>
                  </a:txBody>
                  <a:tcPr/>
                </a:tc>
                <a:extLst>
                  <a:ext uri="{0D108BD9-81ED-4DB2-BD59-A6C34878D82A}">
                    <a16:rowId xmlns:a16="http://schemas.microsoft.com/office/drawing/2014/main" val="3300512421"/>
                  </a:ext>
                </a:extLst>
              </a:tr>
            </a:tbl>
          </a:graphicData>
        </a:graphic>
      </p:graphicFrame>
    </p:spTree>
    <p:extLst>
      <p:ext uri="{BB962C8B-B14F-4D97-AF65-F5344CB8AC3E}">
        <p14:creationId xmlns:p14="http://schemas.microsoft.com/office/powerpoint/2010/main" val="1740597950"/>
      </p:ext>
    </p:extLst>
  </p:cSld>
  <p:clrMapOvr>
    <a:masterClrMapping/>
  </p:clrMapOvr>
  <p:transition>
    <p:fade/>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5">
            <a:extLst>
              <a:ext uri="{FF2B5EF4-FFF2-40B4-BE49-F238E27FC236}">
                <a16:creationId xmlns:a16="http://schemas.microsoft.com/office/drawing/2014/main" id="{FCE369FF-EF35-489E-9484-DC17C0083E90}"/>
              </a:ext>
            </a:extLst>
          </p:cNvPr>
          <p:cNvSpPr>
            <a:spLocks noGrp="1"/>
          </p:cNvSpPr>
          <p:nvPr>
            <p:ph type="title"/>
          </p:nvPr>
        </p:nvSpPr>
        <p:spPr>
          <a:xfrm>
            <a:off x="501650" y="134620"/>
            <a:ext cx="11188700" cy="334099"/>
          </a:xfrm>
          <a:noFill/>
        </p:spPr>
        <p:txBody>
          <a:bodyPr/>
          <a:lstStyle/>
          <a:p>
            <a:r>
              <a:rPr lang="en-US" sz="2800" b="1" dirty="0"/>
              <a:t>Details of Leading Owner’s Engineer-cum-PMC Players</a:t>
            </a:r>
            <a:endParaRPr lang="en-GB" sz="2800" b="1" dirty="0"/>
          </a:p>
        </p:txBody>
      </p:sp>
      <p:graphicFrame>
        <p:nvGraphicFramePr>
          <p:cNvPr id="2" name="Table 2">
            <a:extLst>
              <a:ext uri="{FF2B5EF4-FFF2-40B4-BE49-F238E27FC236}">
                <a16:creationId xmlns:a16="http://schemas.microsoft.com/office/drawing/2014/main" id="{FF51495C-C0BE-47EE-A412-060AA774390F}"/>
              </a:ext>
            </a:extLst>
          </p:cNvPr>
          <p:cNvGraphicFramePr>
            <a:graphicFrameLocks noGrp="1"/>
          </p:cNvGraphicFramePr>
          <p:nvPr>
            <p:extLst>
              <p:ext uri="{D42A27DB-BD31-4B8C-83A1-F6EECF244321}">
                <p14:modId xmlns:p14="http://schemas.microsoft.com/office/powerpoint/2010/main" val="1322815708"/>
              </p:ext>
            </p:extLst>
          </p:nvPr>
        </p:nvGraphicFramePr>
        <p:xfrm>
          <a:off x="577516" y="719667"/>
          <a:ext cx="11112836" cy="5760720"/>
        </p:xfrm>
        <a:graphic>
          <a:graphicData uri="http://schemas.openxmlformats.org/drawingml/2006/table">
            <a:tbl>
              <a:tblPr firstRow="1" bandRow="1">
                <a:tableStyleId>{5C22544A-7EE6-4342-B048-85BDC9FD1C3A}</a:tableStyleId>
              </a:tblPr>
              <a:tblGrid>
                <a:gridCol w="567890">
                  <a:extLst>
                    <a:ext uri="{9D8B030D-6E8A-4147-A177-3AD203B41FA5}">
                      <a16:colId xmlns:a16="http://schemas.microsoft.com/office/drawing/2014/main" val="860857958"/>
                    </a:ext>
                  </a:extLst>
                </a:gridCol>
                <a:gridCol w="3704890">
                  <a:extLst>
                    <a:ext uri="{9D8B030D-6E8A-4147-A177-3AD203B41FA5}">
                      <a16:colId xmlns:a16="http://schemas.microsoft.com/office/drawing/2014/main" val="374574473"/>
                    </a:ext>
                  </a:extLst>
                </a:gridCol>
                <a:gridCol w="1858512">
                  <a:extLst>
                    <a:ext uri="{9D8B030D-6E8A-4147-A177-3AD203B41FA5}">
                      <a16:colId xmlns:a16="http://schemas.microsoft.com/office/drawing/2014/main" val="3533176507"/>
                    </a:ext>
                  </a:extLst>
                </a:gridCol>
                <a:gridCol w="1703672">
                  <a:extLst>
                    <a:ext uri="{9D8B030D-6E8A-4147-A177-3AD203B41FA5}">
                      <a16:colId xmlns:a16="http://schemas.microsoft.com/office/drawing/2014/main" val="629618124"/>
                    </a:ext>
                  </a:extLst>
                </a:gridCol>
                <a:gridCol w="3277872">
                  <a:extLst>
                    <a:ext uri="{9D8B030D-6E8A-4147-A177-3AD203B41FA5}">
                      <a16:colId xmlns:a16="http://schemas.microsoft.com/office/drawing/2014/main" val="850659549"/>
                    </a:ext>
                  </a:extLst>
                </a:gridCol>
              </a:tblGrid>
              <a:tr h="188934">
                <a:tc>
                  <a:txBody>
                    <a:bodyPr/>
                    <a:lstStyle/>
                    <a:p>
                      <a:r>
                        <a:rPr lang="en-US" sz="1200" dirty="0"/>
                        <a:t>Sl. No</a:t>
                      </a:r>
                    </a:p>
                  </a:txBody>
                  <a:tcPr/>
                </a:tc>
                <a:tc>
                  <a:txBody>
                    <a:bodyPr/>
                    <a:lstStyle/>
                    <a:p>
                      <a:r>
                        <a:rPr lang="en-US" sz="1200" dirty="0"/>
                        <a:t>Name of the Player</a:t>
                      </a:r>
                    </a:p>
                  </a:txBody>
                  <a:tcPr/>
                </a:tc>
                <a:tc>
                  <a:txBody>
                    <a:bodyPr/>
                    <a:lstStyle/>
                    <a:p>
                      <a:r>
                        <a:rPr lang="en-US" sz="1200" dirty="0"/>
                        <a:t>Name of the Key Person</a:t>
                      </a:r>
                    </a:p>
                  </a:txBody>
                  <a:tcPr/>
                </a:tc>
                <a:tc>
                  <a:txBody>
                    <a:bodyPr/>
                    <a:lstStyle/>
                    <a:p>
                      <a:r>
                        <a:rPr lang="en-US" sz="1200" dirty="0"/>
                        <a:t>Contact No</a:t>
                      </a:r>
                    </a:p>
                  </a:txBody>
                  <a:tcPr/>
                </a:tc>
                <a:tc>
                  <a:txBody>
                    <a:bodyPr/>
                    <a:lstStyle/>
                    <a:p>
                      <a:r>
                        <a:rPr lang="en-US" sz="1200" dirty="0"/>
                        <a:t>Email ID</a:t>
                      </a:r>
                    </a:p>
                  </a:txBody>
                  <a:tcPr/>
                </a:tc>
                <a:extLst>
                  <a:ext uri="{0D108BD9-81ED-4DB2-BD59-A6C34878D82A}">
                    <a16:rowId xmlns:a16="http://schemas.microsoft.com/office/drawing/2014/main" val="2642220574"/>
                  </a:ext>
                </a:extLst>
              </a:tr>
              <a:tr h="188934">
                <a:tc>
                  <a:txBody>
                    <a:bodyPr/>
                    <a:lstStyle/>
                    <a:p>
                      <a:r>
                        <a:rPr lang="en-US" sz="1200" dirty="0"/>
                        <a:t>1</a:t>
                      </a:r>
                    </a:p>
                  </a:txBody>
                  <a:tcPr/>
                </a:tc>
                <a:tc>
                  <a:txBody>
                    <a:bodyPr/>
                    <a:lstStyle/>
                    <a:p>
                      <a:r>
                        <a:rPr lang="en-US" sz="1200" dirty="0"/>
                        <a:t>ABPS Infrastructure Advisory Pvt Ltd</a:t>
                      </a:r>
                    </a:p>
                  </a:txBody>
                  <a:tcPr/>
                </a:tc>
                <a:tc>
                  <a:txBody>
                    <a:bodyPr/>
                    <a:lstStyle/>
                    <a:p>
                      <a:r>
                        <a:rPr lang="en-US" sz="1200" dirty="0"/>
                        <a:t>Vinod Kumar Gambhir</a:t>
                      </a:r>
                    </a:p>
                  </a:txBody>
                  <a:tcPr/>
                </a:tc>
                <a:tc>
                  <a:txBody>
                    <a:bodyPr/>
                    <a:lstStyle/>
                    <a:p>
                      <a:r>
                        <a:rPr lang="en-US" sz="1200" dirty="0"/>
                        <a:t>+919599556529</a:t>
                      </a:r>
                    </a:p>
                  </a:txBody>
                  <a:tcPr/>
                </a:tc>
                <a:tc>
                  <a:txBody>
                    <a:bodyPr/>
                    <a:lstStyle/>
                    <a:p>
                      <a:r>
                        <a:rPr lang="en-US" sz="1200" dirty="0">
                          <a:hlinkClick r:id="rId2"/>
                        </a:rPr>
                        <a:t>Vinod.gambhir@abpsiapl.com</a:t>
                      </a:r>
                      <a:r>
                        <a:rPr lang="en-US" sz="1200" dirty="0"/>
                        <a:t> </a:t>
                      </a:r>
                    </a:p>
                  </a:txBody>
                  <a:tcPr/>
                </a:tc>
                <a:extLst>
                  <a:ext uri="{0D108BD9-81ED-4DB2-BD59-A6C34878D82A}">
                    <a16:rowId xmlns:a16="http://schemas.microsoft.com/office/drawing/2014/main" val="927441123"/>
                  </a:ext>
                </a:extLst>
              </a:tr>
              <a:tr h="188934">
                <a:tc>
                  <a:txBody>
                    <a:bodyPr/>
                    <a:lstStyle/>
                    <a:p>
                      <a:r>
                        <a:rPr lang="en-US" sz="1200" dirty="0"/>
                        <a:t>2</a:t>
                      </a:r>
                    </a:p>
                  </a:txBody>
                  <a:tcPr/>
                </a:tc>
                <a:tc>
                  <a:txBody>
                    <a:bodyPr/>
                    <a:lstStyle/>
                    <a:p>
                      <a:r>
                        <a:rPr lang="en-US" sz="1200" dirty="0"/>
                        <a:t>Canyon Consultancy Private Limited</a:t>
                      </a:r>
                    </a:p>
                  </a:txBody>
                  <a:tcPr/>
                </a:tc>
                <a:tc>
                  <a:txBody>
                    <a:bodyPr/>
                    <a:lstStyle/>
                    <a:p>
                      <a:r>
                        <a:rPr lang="en-US" sz="1200" dirty="0"/>
                        <a:t>Surajit </a:t>
                      </a:r>
                      <a:r>
                        <a:rPr lang="en-US" sz="1200" dirty="0" err="1"/>
                        <a:t>Jenamani</a:t>
                      </a:r>
                      <a:endParaRPr lang="en-US" sz="1200" dirty="0"/>
                    </a:p>
                  </a:txBody>
                  <a:tcPr/>
                </a:tc>
                <a:tc>
                  <a:txBody>
                    <a:bodyPr/>
                    <a:lstStyle/>
                    <a:p>
                      <a:r>
                        <a:rPr lang="en-US" sz="1200" dirty="0"/>
                        <a:t>+919778203273</a:t>
                      </a:r>
                    </a:p>
                  </a:txBody>
                  <a:tcPr/>
                </a:tc>
                <a:tc>
                  <a:txBody>
                    <a:bodyPr/>
                    <a:lstStyle/>
                    <a:p>
                      <a:r>
                        <a:rPr lang="en-US" sz="1200" dirty="0">
                          <a:hlinkClick r:id="rId3"/>
                        </a:rPr>
                        <a:t>info@canyonconsultancy.com</a:t>
                      </a:r>
                      <a:r>
                        <a:rPr lang="en-US" sz="1200" dirty="0"/>
                        <a:t> </a:t>
                      </a:r>
                    </a:p>
                  </a:txBody>
                  <a:tcPr/>
                </a:tc>
                <a:extLst>
                  <a:ext uri="{0D108BD9-81ED-4DB2-BD59-A6C34878D82A}">
                    <a16:rowId xmlns:a16="http://schemas.microsoft.com/office/drawing/2014/main" val="980990358"/>
                  </a:ext>
                </a:extLst>
              </a:tr>
              <a:tr h="188934">
                <a:tc>
                  <a:txBody>
                    <a:bodyPr/>
                    <a:lstStyle/>
                    <a:p>
                      <a:r>
                        <a:rPr lang="en-US" sz="1200" dirty="0"/>
                        <a:t>3</a:t>
                      </a:r>
                    </a:p>
                  </a:txBody>
                  <a:tcPr/>
                </a:tc>
                <a:tc>
                  <a:txBody>
                    <a:bodyPr/>
                    <a:lstStyle/>
                    <a:p>
                      <a:r>
                        <a:rPr lang="en-US" sz="1200" dirty="0" err="1"/>
                        <a:t>AHAsolar</a:t>
                      </a:r>
                      <a:r>
                        <a:rPr lang="en-US" sz="1200" dirty="0"/>
                        <a:t> Private Limited</a:t>
                      </a:r>
                    </a:p>
                  </a:txBody>
                  <a:tcPr/>
                </a:tc>
                <a:tc>
                  <a:txBody>
                    <a:bodyPr/>
                    <a:lstStyle/>
                    <a:p>
                      <a:r>
                        <a:rPr lang="en-US" sz="1200" dirty="0"/>
                        <a:t>Vipin Sharma</a:t>
                      </a:r>
                    </a:p>
                  </a:txBody>
                  <a:tcPr/>
                </a:tc>
                <a:tc>
                  <a:txBody>
                    <a:bodyPr/>
                    <a:lstStyle/>
                    <a:p>
                      <a:r>
                        <a:rPr lang="en-US" sz="1200" dirty="0"/>
                        <a:t>+919725276862</a:t>
                      </a:r>
                    </a:p>
                  </a:txBody>
                  <a:tcPr/>
                </a:tc>
                <a:tc>
                  <a:txBody>
                    <a:bodyPr/>
                    <a:lstStyle/>
                    <a:p>
                      <a:r>
                        <a:rPr lang="en-US" sz="1200" dirty="0">
                          <a:hlinkClick r:id="rId4"/>
                        </a:rPr>
                        <a:t>vipin.s@ahasolar.in</a:t>
                      </a:r>
                      <a:r>
                        <a:rPr lang="en-US" sz="1200" dirty="0"/>
                        <a:t> </a:t>
                      </a:r>
                    </a:p>
                  </a:txBody>
                  <a:tcPr/>
                </a:tc>
                <a:extLst>
                  <a:ext uri="{0D108BD9-81ED-4DB2-BD59-A6C34878D82A}">
                    <a16:rowId xmlns:a16="http://schemas.microsoft.com/office/drawing/2014/main" val="1519104374"/>
                  </a:ext>
                </a:extLst>
              </a:tr>
              <a:tr h="188934">
                <a:tc>
                  <a:txBody>
                    <a:bodyPr/>
                    <a:lstStyle/>
                    <a:p>
                      <a:r>
                        <a:rPr lang="en-US" sz="1200" dirty="0"/>
                        <a:t>4</a:t>
                      </a:r>
                    </a:p>
                  </a:txBody>
                  <a:tcPr/>
                </a:tc>
                <a:tc>
                  <a:txBody>
                    <a:bodyPr/>
                    <a:lstStyle/>
                    <a:p>
                      <a:r>
                        <a:rPr lang="en-US" sz="1200" dirty="0"/>
                        <a:t>Gujarat Energy Research &amp; Management Institute</a:t>
                      </a:r>
                    </a:p>
                  </a:txBody>
                  <a:tcPr/>
                </a:tc>
                <a:tc>
                  <a:txBody>
                    <a:bodyPr/>
                    <a:lstStyle/>
                    <a:p>
                      <a:r>
                        <a:rPr lang="en-US" sz="1200" dirty="0"/>
                        <a:t>Kaushik Patel</a:t>
                      </a:r>
                    </a:p>
                  </a:txBody>
                  <a:tcPr/>
                </a:tc>
                <a:tc>
                  <a:txBody>
                    <a:bodyPr/>
                    <a:lstStyle/>
                    <a:p>
                      <a:r>
                        <a:rPr lang="en-US" sz="1200" dirty="0"/>
                        <a:t>+917923275757</a:t>
                      </a:r>
                    </a:p>
                  </a:txBody>
                  <a:tcPr/>
                </a:tc>
                <a:tc>
                  <a:txBody>
                    <a:bodyPr/>
                    <a:lstStyle/>
                    <a:p>
                      <a:r>
                        <a:rPr lang="en-US" sz="1200" dirty="0">
                          <a:hlinkClick r:id="rId5"/>
                        </a:rPr>
                        <a:t>Kausik.p@germi.res.in</a:t>
                      </a:r>
                      <a:r>
                        <a:rPr lang="en-US" sz="1200" dirty="0"/>
                        <a:t> </a:t>
                      </a:r>
                    </a:p>
                  </a:txBody>
                  <a:tcPr/>
                </a:tc>
                <a:extLst>
                  <a:ext uri="{0D108BD9-81ED-4DB2-BD59-A6C34878D82A}">
                    <a16:rowId xmlns:a16="http://schemas.microsoft.com/office/drawing/2014/main" val="2025955263"/>
                  </a:ext>
                </a:extLst>
              </a:tr>
              <a:tr h="188934">
                <a:tc>
                  <a:txBody>
                    <a:bodyPr/>
                    <a:lstStyle/>
                    <a:p>
                      <a:r>
                        <a:rPr lang="en-US" sz="1200" dirty="0"/>
                        <a:t>5</a:t>
                      </a:r>
                    </a:p>
                  </a:txBody>
                  <a:tcPr/>
                </a:tc>
                <a:tc>
                  <a:txBody>
                    <a:bodyPr/>
                    <a:lstStyle/>
                    <a:p>
                      <a:r>
                        <a:rPr lang="en-US" sz="1200" dirty="0"/>
                        <a:t>TUV SUD South Asia Pvt Ltd</a:t>
                      </a:r>
                    </a:p>
                  </a:txBody>
                  <a:tcPr/>
                </a:tc>
                <a:tc>
                  <a:txBody>
                    <a:bodyPr/>
                    <a:lstStyle/>
                    <a:p>
                      <a:r>
                        <a:rPr lang="en-US" sz="1200" dirty="0"/>
                        <a:t>Piyush Sharma</a:t>
                      </a:r>
                    </a:p>
                  </a:txBody>
                  <a:tcPr/>
                </a:tc>
                <a:tc>
                  <a:txBody>
                    <a:bodyPr/>
                    <a:lstStyle/>
                    <a:p>
                      <a:r>
                        <a:rPr lang="en-US" sz="1200" dirty="0"/>
                        <a:t>+917208955845</a:t>
                      </a:r>
                    </a:p>
                  </a:txBody>
                  <a:tcPr/>
                </a:tc>
                <a:tc>
                  <a:txBody>
                    <a:bodyPr/>
                    <a:lstStyle/>
                    <a:p>
                      <a:r>
                        <a:rPr lang="en-US" sz="1200" dirty="0">
                          <a:hlinkClick r:id="rId6"/>
                        </a:rPr>
                        <a:t>piyush.sharma@tuvsud.com</a:t>
                      </a:r>
                      <a:r>
                        <a:rPr lang="en-US" sz="1200" dirty="0"/>
                        <a:t> </a:t>
                      </a:r>
                    </a:p>
                  </a:txBody>
                  <a:tcPr/>
                </a:tc>
                <a:extLst>
                  <a:ext uri="{0D108BD9-81ED-4DB2-BD59-A6C34878D82A}">
                    <a16:rowId xmlns:a16="http://schemas.microsoft.com/office/drawing/2014/main" val="2419778355"/>
                  </a:ext>
                </a:extLst>
              </a:tr>
              <a:tr h="188934">
                <a:tc>
                  <a:txBody>
                    <a:bodyPr/>
                    <a:lstStyle/>
                    <a:p>
                      <a:r>
                        <a:rPr lang="en-US" sz="1200" dirty="0"/>
                        <a:t>6</a:t>
                      </a:r>
                    </a:p>
                  </a:txBody>
                  <a:tcPr/>
                </a:tc>
                <a:tc>
                  <a:txBody>
                    <a:bodyPr/>
                    <a:lstStyle/>
                    <a:p>
                      <a:r>
                        <a:rPr lang="en-US" sz="1200" dirty="0"/>
                        <a:t>L&amp;T-Sargent &amp; Lundy Ltd</a:t>
                      </a:r>
                    </a:p>
                  </a:txBody>
                  <a:tcPr/>
                </a:tc>
                <a:tc>
                  <a:txBody>
                    <a:bodyPr/>
                    <a:lstStyle/>
                    <a:p>
                      <a:r>
                        <a:rPr lang="en-US" sz="1200" dirty="0"/>
                        <a:t>Amit Kumar Pal</a:t>
                      </a:r>
                    </a:p>
                  </a:txBody>
                  <a:tcPr/>
                </a:tc>
                <a:tc>
                  <a:txBody>
                    <a:bodyPr/>
                    <a:lstStyle/>
                    <a:p>
                      <a:r>
                        <a:rPr lang="en-US" sz="1200" dirty="0"/>
                        <a:t>+919555575573</a:t>
                      </a:r>
                    </a:p>
                  </a:txBody>
                  <a:tcPr/>
                </a:tc>
                <a:tc>
                  <a:txBody>
                    <a:bodyPr/>
                    <a:lstStyle/>
                    <a:p>
                      <a:r>
                        <a:rPr lang="en-US" sz="1200" dirty="0">
                          <a:hlinkClick r:id="rId7"/>
                        </a:rPr>
                        <a:t>Amitkumar.pal@lntsnl.com</a:t>
                      </a:r>
                      <a:r>
                        <a:rPr lang="en-US" sz="1200" dirty="0"/>
                        <a:t> </a:t>
                      </a:r>
                    </a:p>
                  </a:txBody>
                  <a:tcPr/>
                </a:tc>
                <a:extLst>
                  <a:ext uri="{0D108BD9-81ED-4DB2-BD59-A6C34878D82A}">
                    <a16:rowId xmlns:a16="http://schemas.microsoft.com/office/drawing/2014/main" val="1691468026"/>
                  </a:ext>
                </a:extLst>
              </a:tr>
              <a:tr h="188934">
                <a:tc>
                  <a:txBody>
                    <a:bodyPr/>
                    <a:lstStyle/>
                    <a:p>
                      <a:r>
                        <a:rPr lang="en-US" sz="1200" dirty="0"/>
                        <a:t>7</a:t>
                      </a:r>
                    </a:p>
                  </a:txBody>
                  <a:tcPr/>
                </a:tc>
                <a:tc>
                  <a:txBody>
                    <a:bodyPr/>
                    <a:lstStyle/>
                    <a:p>
                      <a:r>
                        <a:rPr lang="en-US" sz="1200" dirty="0"/>
                        <a:t>AECOM India Pvt Ltd</a:t>
                      </a:r>
                    </a:p>
                  </a:txBody>
                  <a:tcPr/>
                </a:tc>
                <a:tc>
                  <a:txBody>
                    <a:bodyPr/>
                    <a:lstStyle/>
                    <a:p>
                      <a:r>
                        <a:rPr lang="en-US" sz="1200" dirty="0" err="1"/>
                        <a:t>Sanket</a:t>
                      </a:r>
                      <a:r>
                        <a:rPr lang="en-US" sz="1200" dirty="0"/>
                        <a:t> </a:t>
                      </a:r>
                      <a:r>
                        <a:rPr lang="en-US" sz="1200" dirty="0" err="1"/>
                        <a:t>Menjoge</a:t>
                      </a:r>
                      <a:endParaRPr lang="en-US" sz="1200" dirty="0"/>
                    </a:p>
                  </a:txBody>
                  <a:tcPr/>
                </a:tc>
                <a:tc>
                  <a:txBody>
                    <a:bodyPr/>
                    <a:lstStyle/>
                    <a:p>
                      <a:r>
                        <a:rPr lang="en-US" sz="1200" dirty="0"/>
                        <a:t>+91124 4830100</a:t>
                      </a:r>
                    </a:p>
                  </a:txBody>
                  <a:tcPr/>
                </a:tc>
                <a:tc>
                  <a:txBody>
                    <a:bodyPr/>
                    <a:lstStyle/>
                    <a:p>
                      <a:r>
                        <a:rPr lang="en-US" sz="1200" dirty="0">
                          <a:hlinkClick r:id="rId8"/>
                        </a:rPr>
                        <a:t>Sanket.menjoge@aecom.com</a:t>
                      </a:r>
                      <a:endParaRPr lang="en-US" sz="1200" dirty="0"/>
                    </a:p>
                  </a:txBody>
                  <a:tcPr/>
                </a:tc>
                <a:extLst>
                  <a:ext uri="{0D108BD9-81ED-4DB2-BD59-A6C34878D82A}">
                    <a16:rowId xmlns:a16="http://schemas.microsoft.com/office/drawing/2014/main" val="1939234774"/>
                  </a:ext>
                </a:extLst>
              </a:tr>
              <a:tr h="188934">
                <a:tc>
                  <a:txBody>
                    <a:bodyPr/>
                    <a:lstStyle/>
                    <a:p>
                      <a:r>
                        <a:rPr lang="en-US" sz="1200" dirty="0"/>
                        <a:t>8</a:t>
                      </a:r>
                    </a:p>
                  </a:txBody>
                  <a:tcPr/>
                </a:tc>
                <a:tc>
                  <a:txBody>
                    <a:bodyPr/>
                    <a:lstStyle/>
                    <a:p>
                      <a:r>
                        <a:rPr lang="en-US" sz="1200" dirty="0"/>
                        <a:t>Dornier Group (India) Private limited</a:t>
                      </a:r>
                    </a:p>
                  </a:txBody>
                  <a:tcPr/>
                </a:tc>
                <a:tc>
                  <a:txBody>
                    <a:bodyPr/>
                    <a:lstStyle/>
                    <a:p>
                      <a:r>
                        <a:rPr lang="en-US" sz="1200" dirty="0"/>
                        <a:t>Anup Bhargava</a:t>
                      </a:r>
                    </a:p>
                  </a:txBody>
                  <a:tcPr/>
                </a:tc>
                <a:tc>
                  <a:txBody>
                    <a:bodyPr/>
                    <a:lstStyle/>
                    <a:p>
                      <a:r>
                        <a:rPr lang="en-US" sz="1200" dirty="0"/>
                        <a:t>+91 124 4080320</a:t>
                      </a:r>
                    </a:p>
                  </a:txBody>
                  <a:tcPr/>
                </a:tc>
                <a:tc>
                  <a:txBody>
                    <a:bodyPr/>
                    <a:lstStyle/>
                    <a:p>
                      <a:r>
                        <a:rPr lang="en-US" sz="1200" dirty="0">
                          <a:hlinkClick r:id="rId9"/>
                        </a:rPr>
                        <a:t>anup.bhargava@dorniergroup.com</a:t>
                      </a:r>
                      <a:endParaRPr lang="en-US" sz="1200" dirty="0"/>
                    </a:p>
                  </a:txBody>
                  <a:tcPr/>
                </a:tc>
                <a:extLst>
                  <a:ext uri="{0D108BD9-81ED-4DB2-BD59-A6C34878D82A}">
                    <a16:rowId xmlns:a16="http://schemas.microsoft.com/office/drawing/2014/main" val="3882460947"/>
                  </a:ext>
                </a:extLst>
              </a:tr>
              <a:tr h="188934">
                <a:tc>
                  <a:txBody>
                    <a:bodyPr/>
                    <a:lstStyle/>
                    <a:p>
                      <a:r>
                        <a:rPr lang="en-US" sz="1200" dirty="0"/>
                        <a:t>9</a:t>
                      </a:r>
                    </a:p>
                  </a:txBody>
                  <a:tcPr/>
                </a:tc>
                <a:tc>
                  <a:txBody>
                    <a:bodyPr/>
                    <a:lstStyle/>
                    <a:p>
                      <a:r>
                        <a:rPr lang="en-US" sz="1200" dirty="0" err="1"/>
                        <a:t>Tractebel</a:t>
                      </a:r>
                      <a:r>
                        <a:rPr lang="en-US" sz="1200" dirty="0"/>
                        <a:t> Engineering Private Limited</a:t>
                      </a:r>
                    </a:p>
                  </a:txBody>
                  <a:tcPr/>
                </a:tc>
                <a:tc>
                  <a:txBody>
                    <a:bodyPr/>
                    <a:lstStyle/>
                    <a:p>
                      <a:r>
                        <a:rPr lang="en-US" sz="1200" dirty="0" err="1"/>
                        <a:t>Chiranmay</a:t>
                      </a:r>
                      <a:r>
                        <a:rPr lang="en-US" sz="1200" dirty="0"/>
                        <a:t> Sarkar</a:t>
                      </a:r>
                    </a:p>
                  </a:txBody>
                  <a:tcPr/>
                </a:tc>
                <a:tc>
                  <a:txBody>
                    <a:bodyPr/>
                    <a:lstStyle/>
                    <a:p>
                      <a:r>
                        <a:rPr lang="en-US" sz="1200" dirty="0"/>
                        <a:t>+919999432567</a:t>
                      </a:r>
                    </a:p>
                  </a:txBody>
                  <a:tcPr/>
                </a:tc>
                <a:tc>
                  <a:txBody>
                    <a:bodyPr/>
                    <a:lstStyle/>
                    <a:p>
                      <a:r>
                        <a:rPr lang="en-US" sz="1200" dirty="0">
                          <a:hlinkClick r:id="rId10"/>
                        </a:rPr>
                        <a:t>chiranmay.sarkar@tractebel.engie.com</a:t>
                      </a:r>
                      <a:endParaRPr lang="en-US" sz="1200" dirty="0"/>
                    </a:p>
                  </a:txBody>
                  <a:tcPr/>
                </a:tc>
                <a:extLst>
                  <a:ext uri="{0D108BD9-81ED-4DB2-BD59-A6C34878D82A}">
                    <a16:rowId xmlns:a16="http://schemas.microsoft.com/office/drawing/2014/main" val="2110551170"/>
                  </a:ext>
                </a:extLst>
              </a:tr>
              <a:tr h="188934">
                <a:tc>
                  <a:txBody>
                    <a:bodyPr/>
                    <a:lstStyle/>
                    <a:p>
                      <a:r>
                        <a:rPr lang="en-US" sz="1200" dirty="0"/>
                        <a:t>10</a:t>
                      </a:r>
                    </a:p>
                  </a:txBody>
                  <a:tcPr/>
                </a:tc>
                <a:tc>
                  <a:txBody>
                    <a:bodyPr/>
                    <a:lstStyle/>
                    <a:p>
                      <a:r>
                        <a:rPr lang="en-US" sz="1200" dirty="0"/>
                        <a:t>RINA Consulting Pvt Ltd</a:t>
                      </a:r>
                    </a:p>
                  </a:txBody>
                  <a:tcPr/>
                </a:tc>
                <a:tc>
                  <a:txBody>
                    <a:bodyPr/>
                    <a:lstStyle/>
                    <a:p>
                      <a:r>
                        <a:rPr lang="en-US" sz="1200" dirty="0"/>
                        <a:t>Naveen Kumar</a:t>
                      </a:r>
                    </a:p>
                  </a:txBody>
                  <a:tcPr/>
                </a:tc>
                <a:tc>
                  <a:txBody>
                    <a:bodyPr/>
                    <a:lstStyle/>
                    <a:p>
                      <a:r>
                        <a:rPr lang="en-US" sz="1200" dirty="0"/>
                        <a:t>+9122 6111 3333</a:t>
                      </a:r>
                    </a:p>
                  </a:txBody>
                  <a:tcPr/>
                </a:tc>
                <a:tc>
                  <a:txBody>
                    <a:bodyPr/>
                    <a:lstStyle/>
                    <a:p>
                      <a:r>
                        <a:rPr lang="en-US" sz="1200" dirty="0">
                          <a:hlinkClick r:id="rId11"/>
                        </a:rPr>
                        <a:t>Swapnil.nayak@rina.org</a:t>
                      </a:r>
                      <a:endParaRPr lang="en-US" sz="1200" dirty="0"/>
                    </a:p>
                  </a:txBody>
                  <a:tcPr/>
                </a:tc>
                <a:extLst>
                  <a:ext uri="{0D108BD9-81ED-4DB2-BD59-A6C34878D82A}">
                    <a16:rowId xmlns:a16="http://schemas.microsoft.com/office/drawing/2014/main" val="72988363"/>
                  </a:ext>
                </a:extLst>
              </a:tr>
              <a:tr h="253844">
                <a:tc>
                  <a:txBody>
                    <a:bodyPr/>
                    <a:lstStyle/>
                    <a:p>
                      <a:r>
                        <a:rPr lang="en-US" sz="1200" dirty="0"/>
                        <a:t>11</a:t>
                      </a:r>
                    </a:p>
                  </a:txBody>
                  <a:tcPr/>
                </a:tc>
                <a:tc>
                  <a:txBody>
                    <a:bodyPr/>
                    <a:lstStyle/>
                    <a:p>
                      <a:r>
                        <a:rPr lang="en-US" sz="1200" dirty="0" err="1"/>
                        <a:t>TruBoard</a:t>
                      </a:r>
                      <a:r>
                        <a:rPr lang="en-US" sz="1200" dirty="0"/>
                        <a:t> Credit Monitoring Services Private Limited</a:t>
                      </a:r>
                    </a:p>
                  </a:txBody>
                  <a:tcPr/>
                </a:tc>
                <a:tc>
                  <a:txBody>
                    <a:bodyPr/>
                    <a:lstStyle/>
                    <a:p>
                      <a:r>
                        <a:rPr lang="en-US" sz="1200" dirty="0" err="1"/>
                        <a:t>Tilkesh</a:t>
                      </a:r>
                      <a:r>
                        <a:rPr lang="en-US" sz="1200" dirty="0"/>
                        <a:t> Purohit</a:t>
                      </a:r>
                    </a:p>
                  </a:txBody>
                  <a:tcPr/>
                </a:tc>
                <a:tc>
                  <a:txBody>
                    <a:bodyPr/>
                    <a:lstStyle/>
                    <a:p>
                      <a:r>
                        <a:rPr lang="en-US" sz="1200" dirty="0"/>
                        <a:t>+919820407680</a:t>
                      </a:r>
                    </a:p>
                  </a:txBody>
                  <a:tcPr/>
                </a:tc>
                <a:tc>
                  <a:txBody>
                    <a:bodyPr/>
                    <a:lstStyle/>
                    <a:p>
                      <a:r>
                        <a:rPr lang="en-US" sz="1200" dirty="0">
                          <a:hlinkClick r:id="rId12"/>
                        </a:rPr>
                        <a:t>contact@truboardpartners.com</a:t>
                      </a:r>
                      <a:endParaRPr lang="en-US" sz="1200" dirty="0"/>
                    </a:p>
                  </a:txBody>
                  <a:tcPr/>
                </a:tc>
                <a:extLst>
                  <a:ext uri="{0D108BD9-81ED-4DB2-BD59-A6C34878D82A}">
                    <a16:rowId xmlns:a16="http://schemas.microsoft.com/office/drawing/2014/main" val="2189121354"/>
                  </a:ext>
                </a:extLst>
              </a:tr>
              <a:tr h="188934">
                <a:tc>
                  <a:txBody>
                    <a:bodyPr/>
                    <a:lstStyle/>
                    <a:p>
                      <a:r>
                        <a:rPr lang="en-US" sz="1200" dirty="0"/>
                        <a:t>12</a:t>
                      </a:r>
                    </a:p>
                  </a:txBody>
                  <a:tcPr/>
                </a:tc>
                <a:tc>
                  <a:txBody>
                    <a:bodyPr/>
                    <a:lstStyle/>
                    <a:p>
                      <a:r>
                        <a:rPr lang="en-US" sz="1200" dirty="0"/>
                        <a:t>Power and Energy Consultants India Private Ltd</a:t>
                      </a:r>
                    </a:p>
                  </a:txBody>
                  <a:tcPr/>
                </a:tc>
                <a:tc>
                  <a:txBody>
                    <a:bodyPr/>
                    <a:lstStyle/>
                    <a:p>
                      <a:r>
                        <a:rPr lang="en-US" sz="1200" dirty="0"/>
                        <a:t>Chandra Mohan Jain</a:t>
                      </a:r>
                    </a:p>
                  </a:txBody>
                  <a:tcPr/>
                </a:tc>
                <a:tc>
                  <a:txBody>
                    <a:bodyPr/>
                    <a:lstStyle/>
                    <a:p>
                      <a:r>
                        <a:rPr lang="en-US" sz="1200" dirty="0"/>
                        <a:t>+911142171115</a:t>
                      </a:r>
                    </a:p>
                  </a:txBody>
                  <a:tcPr/>
                </a:tc>
                <a:tc>
                  <a:txBody>
                    <a:bodyPr/>
                    <a:lstStyle/>
                    <a:p>
                      <a:r>
                        <a:rPr lang="en-US" sz="1200" dirty="0">
                          <a:hlinkClick r:id="rId13"/>
                        </a:rPr>
                        <a:t>info@powerandenergyconsultants.com</a:t>
                      </a:r>
                      <a:r>
                        <a:rPr lang="en-US" sz="1200" dirty="0"/>
                        <a:t> </a:t>
                      </a:r>
                    </a:p>
                  </a:txBody>
                  <a:tcPr/>
                </a:tc>
                <a:extLst>
                  <a:ext uri="{0D108BD9-81ED-4DB2-BD59-A6C34878D82A}">
                    <a16:rowId xmlns:a16="http://schemas.microsoft.com/office/drawing/2014/main" val="685004511"/>
                  </a:ext>
                </a:extLst>
              </a:tr>
              <a:tr h="188934">
                <a:tc>
                  <a:txBody>
                    <a:bodyPr/>
                    <a:lstStyle/>
                    <a:p>
                      <a:r>
                        <a:rPr lang="en-US" sz="1200" dirty="0"/>
                        <a:t>13</a:t>
                      </a:r>
                    </a:p>
                  </a:txBody>
                  <a:tcPr/>
                </a:tc>
                <a:tc>
                  <a:txBody>
                    <a:bodyPr/>
                    <a:lstStyle/>
                    <a:p>
                      <a:r>
                        <a:rPr lang="en-US" sz="1200" dirty="0"/>
                        <a:t>TUV </a:t>
                      </a:r>
                      <a:r>
                        <a:rPr lang="en-US" sz="1200" dirty="0" err="1"/>
                        <a:t>Rheinland</a:t>
                      </a:r>
                      <a:r>
                        <a:rPr lang="en-US" sz="1200" dirty="0"/>
                        <a:t> India Pvt Ltd</a:t>
                      </a:r>
                    </a:p>
                  </a:txBody>
                  <a:tcPr/>
                </a:tc>
                <a:tc>
                  <a:txBody>
                    <a:bodyPr/>
                    <a:lstStyle/>
                    <a:p>
                      <a:r>
                        <a:rPr lang="en-US" sz="1200" dirty="0"/>
                        <a:t>Anil Kumar Goud</a:t>
                      </a:r>
                    </a:p>
                  </a:txBody>
                  <a:tcPr/>
                </a:tc>
                <a:tc>
                  <a:txBody>
                    <a:bodyPr/>
                    <a:lstStyle/>
                    <a:p>
                      <a:r>
                        <a:rPr lang="en-US" sz="1200" dirty="0"/>
                        <a:t>+91953 88 66 444</a:t>
                      </a:r>
                    </a:p>
                  </a:txBody>
                  <a:tcPr/>
                </a:tc>
                <a:tc>
                  <a:txBody>
                    <a:bodyPr/>
                    <a:lstStyle/>
                    <a:p>
                      <a:r>
                        <a:rPr lang="en-US" sz="1200" dirty="0">
                          <a:hlinkClick r:id="rId14"/>
                        </a:rPr>
                        <a:t>anil.goud@ind.tuv.com</a:t>
                      </a:r>
                      <a:endParaRPr lang="en-US" sz="1200" dirty="0"/>
                    </a:p>
                  </a:txBody>
                  <a:tcPr/>
                </a:tc>
                <a:extLst>
                  <a:ext uri="{0D108BD9-81ED-4DB2-BD59-A6C34878D82A}">
                    <a16:rowId xmlns:a16="http://schemas.microsoft.com/office/drawing/2014/main" val="3342762659"/>
                  </a:ext>
                </a:extLst>
              </a:tr>
              <a:tr h="188934">
                <a:tc>
                  <a:txBody>
                    <a:bodyPr/>
                    <a:lstStyle/>
                    <a:p>
                      <a:r>
                        <a:rPr lang="en-US" sz="1200" dirty="0"/>
                        <a:t>14</a:t>
                      </a:r>
                    </a:p>
                  </a:txBody>
                  <a:tcPr/>
                </a:tc>
                <a:tc>
                  <a:txBody>
                    <a:bodyPr/>
                    <a:lstStyle/>
                    <a:p>
                      <a:r>
                        <a:rPr lang="en-US" sz="1200" dirty="0"/>
                        <a:t>MITCON Consultancy and Engineering Services Ltd.</a:t>
                      </a:r>
                    </a:p>
                  </a:txBody>
                  <a:tcPr/>
                </a:tc>
                <a:tc>
                  <a:txBody>
                    <a:bodyPr/>
                    <a:lstStyle/>
                    <a:p>
                      <a:r>
                        <a:rPr lang="en-US" sz="1200" dirty="0"/>
                        <a:t>Ganesh </a:t>
                      </a:r>
                      <a:r>
                        <a:rPr lang="en-US" sz="1200" dirty="0" err="1"/>
                        <a:t>Salunke</a:t>
                      </a:r>
                      <a:endParaRPr lang="en-US" sz="1200" dirty="0"/>
                    </a:p>
                  </a:txBody>
                  <a:tcPr/>
                </a:tc>
                <a:tc>
                  <a:txBody>
                    <a:bodyPr/>
                    <a:lstStyle/>
                    <a:p>
                      <a:r>
                        <a:rPr lang="en-US" sz="1200" dirty="0"/>
                        <a:t>+918669661689</a:t>
                      </a:r>
                    </a:p>
                  </a:txBody>
                  <a:tcPr/>
                </a:tc>
                <a:tc>
                  <a:txBody>
                    <a:bodyPr/>
                    <a:lstStyle/>
                    <a:p>
                      <a:r>
                        <a:rPr lang="en-US" sz="1200" dirty="0">
                          <a:hlinkClick r:id="rId15"/>
                        </a:rPr>
                        <a:t>ganesh.salunke@mitconindia.com</a:t>
                      </a:r>
                      <a:endParaRPr lang="en-US" sz="1200" dirty="0"/>
                    </a:p>
                  </a:txBody>
                  <a:tcPr/>
                </a:tc>
                <a:extLst>
                  <a:ext uri="{0D108BD9-81ED-4DB2-BD59-A6C34878D82A}">
                    <a16:rowId xmlns:a16="http://schemas.microsoft.com/office/drawing/2014/main" val="666769189"/>
                  </a:ext>
                </a:extLst>
              </a:tr>
              <a:tr h="188934">
                <a:tc>
                  <a:txBody>
                    <a:bodyPr/>
                    <a:lstStyle/>
                    <a:p>
                      <a:r>
                        <a:rPr lang="en-US" sz="1200" dirty="0"/>
                        <a:t>15</a:t>
                      </a:r>
                    </a:p>
                  </a:txBody>
                  <a:tcPr/>
                </a:tc>
                <a:tc>
                  <a:txBody>
                    <a:bodyPr/>
                    <a:lstStyle/>
                    <a:p>
                      <a:r>
                        <a:rPr lang="en-US" sz="1200" dirty="0" err="1"/>
                        <a:t>Ayesa</a:t>
                      </a:r>
                      <a:r>
                        <a:rPr lang="en-US" sz="1200" dirty="0"/>
                        <a:t> India Private Limited</a:t>
                      </a:r>
                    </a:p>
                  </a:txBody>
                  <a:tcPr/>
                </a:tc>
                <a:tc>
                  <a:txBody>
                    <a:bodyPr/>
                    <a:lstStyle/>
                    <a:p>
                      <a:r>
                        <a:rPr lang="en-US" sz="1200" dirty="0"/>
                        <a:t>Pushpendra Kumar Gupta</a:t>
                      </a:r>
                    </a:p>
                  </a:txBody>
                  <a:tcPr/>
                </a:tc>
                <a:tc>
                  <a:txBody>
                    <a:bodyPr/>
                    <a:lstStyle/>
                    <a:p>
                      <a:r>
                        <a:rPr lang="en-US" sz="1200" dirty="0"/>
                        <a:t>+919582294442</a:t>
                      </a:r>
                    </a:p>
                  </a:txBody>
                  <a:tcPr/>
                </a:tc>
                <a:tc>
                  <a:txBody>
                    <a:bodyPr/>
                    <a:lstStyle/>
                    <a:p>
                      <a:r>
                        <a:rPr lang="en-US" sz="1200" dirty="0">
                          <a:hlinkClick r:id="rId16"/>
                        </a:rPr>
                        <a:t>pkgupta@ayesa.com</a:t>
                      </a:r>
                      <a:endParaRPr lang="en-US" sz="1200" dirty="0"/>
                    </a:p>
                  </a:txBody>
                  <a:tcPr/>
                </a:tc>
                <a:extLst>
                  <a:ext uri="{0D108BD9-81ED-4DB2-BD59-A6C34878D82A}">
                    <a16:rowId xmlns:a16="http://schemas.microsoft.com/office/drawing/2014/main" val="2537314758"/>
                  </a:ext>
                </a:extLst>
              </a:tr>
              <a:tr h="253844">
                <a:tc>
                  <a:txBody>
                    <a:bodyPr/>
                    <a:lstStyle/>
                    <a:p>
                      <a:r>
                        <a:rPr lang="en-US" sz="1200" dirty="0"/>
                        <a:t>16</a:t>
                      </a:r>
                    </a:p>
                  </a:txBody>
                  <a:tcPr/>
                </a:tc>
                <a:tc>
                  <a:txBody>
                    <a:bodyPr/>
                    <a:lstStyle/>
                    <a:p>
                      <a:r>
                        <a:rPr lang="en-US" sz="1200" dirty="0" err="1"/>
                        <a:t>Fichtner</a:t>
                      </a:r>
                      <a:r>
                        <a:rPr lang="en-US" sz="1200" dirty="0"/>
                        <a:t> Consulting Engineers (India) Private Limited</a:t>
                      </a:r>
                    </a:p>
                  </a:txBody>
                  <a:tcPr/>
                </a:tc>
                <a:tc>
                  <a:txBody>
                    <a:bodyPr/>
                    <a:lstStyle/>
                    <a:p>
                      <a:r>
                        <a:rPr lang="en-US" sz="1200" dirty="0"/>
                        <a:t>R. Venkata Ramana</a:t>
                      </a:r>
                    </a:p>
                  </a:txBody>
                  <a:tcPr/>
                </a:tc>
                <a:tc>
                  <a:txBody>
                    <a:bodyPr/>
                    <a:lstStyle/>
                    <a:p>
                      <a:r>
                        <a:rPr lang="en-US" sz="1200" dirty="0"/>
                        <a:t>+919445021840</a:t>
                      </a:r>
                    </a:p>
                  </a:txBody>
                  <a:tcPr/>
                </a:tc>
                <a:tc>
                  <a:txBody>
                    <a:bodyPr/>
                    <a:lstStyle/>
                    <a:p>
                      <a:r>
                        <a:rPr lang="en-US" sz="1200" dirty="0">
                          <a:hlinkClick r:id="rId17"/>
                        </a:rPr>
                        <a:t>Venkataramana_r@fichtnerindia.com</a:t>
                      </a:r>
                      <a:endParaRPr lang="en-US" sz="1200" dirty="0"/>
                    </a:p>
                  </a:txBody>
                  <a:tcPr/>
                </a:tc>
                <a:extLst>
                  <a:ext uri="{0D108BD9-81ED-4DB2-BD59-A6C34878D82A}">
                    <a16:rowId xmlns:a16="http://schemas.microsoft.com/office/drawing/2014/main" val="2624933304"/>
                  </a:ext>
                </a:extLst>
              </a:tr>
              <a:tr h="253844">
                <a:tc>
                  <a:txBody>
                    <a:bodyPr/>
                    <a:lstStyle/>
                    <a:p>
                      <a:r>
                        <a:rPr lang="en-US" sz="1200" dirty="0"/>
                        <a:t>17</a:t>
                      </a:r>
                    </a:p>
                  </a:txBody>
                  <a:tcPr/>
                </a:tc>
                <a:tc>
                  <a:txBody>
                    <a:bodyPr/>
                    <a:lstStyle/>
                    <a:p>
                      <a:r>
                        <a:rPr lang="en-US" sz="1200" dirty="0"/>
                        <a:t>Infrastructure Development Corporation (Karnataka) Ltd.</a:t>
                      </a:r>
                    </a:p>
                  </a:txBody>
                  <a:tcPr/>
                </a:tc>
                <a:tc>
                  <a:txBody>
                    <a:bodyPr/>
                    <a:lstStyle/>
                    <a:p>
                      <a:r>
                        <a:rPr lang="en-US" sz="1200" dirty="0"/>
                        <a:t>T. Paul Koshy</a:t>
                      </a:r>
                    </a:p>
                  </a:txBody>
                  <a:tcPr/>
                </a:tc>
                <a:tc>
                  <a:txBody>
                    <a:bodyPr/>
                    <a:lstStyle/>
                    <a:p>
                      <a:r>
                        <a:rPr lang="en-US" sz="1200" dirty="0"/>
                        <a:t>+91 80 43448000</a:t>
                      </a:r>
                    </a:p>
                  </a:txBody>
                  <a:tcPr/>
                </a:tc>
                <a:tc>
                  <a:txBody>
                    <a:bodyPr/>
                    <a:lstStyle/>
                    <a:p>
                      <a:r>
                        <a:rPr lang="en-US" sz="1200" dirty="0">
                          <a:hlinkClick r:id="rId18"/>
                        </a:rPr>
                        <a:t>bd@ideck.in</a:t>
                      </a:r>
                      <a:endParaRPr lang="en-US" sz="1200" dirty="0"/>
                    </a:p>
                  </a:txBody>
                  <a:tcPr/>
                </a:tc>
                <a:extLst>
                  <a:ext uri="{0D108BD9-81ED-4DB2-BD59-A6C34878D82A}">
                    <a16:rowId xmlns:a16="http://schemas.microsoft.com/office/drawing/2014/main" val="4002282023"/>
                  </a:ext>
                </a:extLst>
              </a:tr>
              <a:tr h="253844">
                <a:tc>
                  <a:txBody>
                    <a:bodyPr/>
                    <a:lstStyle/>
                    <a:p>
                      <a:r>
                        <a:rPr lang="en-US" sz="1200" dirty="0"/>
                        <a:t>18</a:t>
                      </a:r>
                    </a:p>
                  </a:txBody>
                  <a:tcPr/>
                </a:tc>
                <a:tc>
                  <a:txBody>
                    <a:bodyPr/>
                    <a:lstStyle/>
                    <a:p>
                      <a:r>
                        <a:rPr lang="en-US" sz="1200" dirty="0"/>
                        <a:t>SMEC (India) Pvt. Ltd.</a:t>
                      </a:r>
                    </a:p>
                  </a:txBody>
                  <a:tcPr/>
                </a:tc>
                <a:tc>
                  <a:txBody>
                    <a:bodyPr/>
                    <a:lstStyle/>
                    <a:p>
                      <a:r>
                        <a:rPr lang="en-US" sz="1200" dirty="0" err="1"/>
                        <a:t>Mallikarjungowda</a:t>
                      </a:r>
                      <a:r>
                        <a:rPr lang="en-US" sz="1200" dirty="0"/>
                        <a:t> Patil</a:t>
                      </a:r>
                    </a:p>
                  </a:txBody>
                  <a:tcPr/>
                </a:tc>
                <a:tc>
                  <a:txBody>
                    <a:bodyPr/>
                    <a:lstStyle/>
                    <a:p>
                      <a:r>
                        <a:rPr lang="en-US" sz="1200" dirty="0"/>
                        <a:t>+91 9000106767</a:t>
                      </a:r>
                    </a:p>
                  </a:txBody>
                  <a:tcPr/>
                </a:tc>
                <a:tc>
                  <a:txBody>
                    <a:bodyPr/>
                    <a:lstStyle/>
                    <a:p>
                      <a:r>
                        <a:rPr lang="en-US" sz="1200" dirty="0">
                          <a:hlinkClick r:id="rId19"/>
                        </a:rPr>
                        <a:t>m.patil@smec.com</a:t>
                      </a:r>
                      <a:r>
                        <a:rPr lang="en-US" sz="1200" dirty="0"/>
                        <a:t> </a:t>
                      </a:r>
                    </a:p>
                  </a:txBody>
                  <a:tcPr/>
                </a:tc>
                <a:extLst>
                  <a:ext uri="{0D108BD9-81ED-4DB2-BD59-A6C34878D82A}">
                    <a16:rowId xmlns:a16="http://schemas.microsoft.com/office/drawing/2014/main" val="3300512421"/>
                  </a:ext>
                </a:extLst>
              </a:tr>
              <a:tr h="253844">
                <a:tc>
                  <a:txBody>
                    <a:bodyPr/>
                    <a:lstStyle/>
                    <a:p>
                      <a:r>
                        <a:rPr lang="en-US" sz="1200" dirty="0"/>
                        <a:t>19</a:t>
                      </a:r>
                    </a:p>
                  </a:txBody>
                  <a:tcPr/>
                </a:tc>
                <a:tc>
                  <a:txBody>
                    <a:bodyPr/>
                    <a:lstStyle/>
                    <a:p>
                      <a:r>
                        <a:rPr lang="en-US" sz="1200" dirty="0"/>
                        <a:t>Archer Business Solution Pvt Lys</a:t>
                      </a:r>
                    </a:p>
                  </a:txBody>
                  <a:tcPr/>
                </a:tc>
                <a:tc>
                  <a:txBody>
                    <a:bodyPr/>
                    <a:lstStyle/>
                    <a:p>
                      <a:r>
                        <a:rPr lang="en-US" sz="1200" dirty="0"/>
                        <a:t>Devender Singh Rawat</a:t>
                      </a:r>
                    </a:p>
                  </a:txBody>
                  <a:tcPr/>
                </a:tc>
                <a:tc>
                  <a:txBody>
                    <a:bodyPr/>
                    <a:lstStyle/>
                    <a:p>
                      <a:r>
                        <a:rPr lang="en-US" sz="1200" dirty="0"/>
                        <a:t>+919910053877</a:t>
                      </a:r>
                    </a:p>
                  </a:txBody>
                  <a:tcPr/>
                </a:tc>
                <a:tc>
                  <a:txBody>
                    <a:bodyPr/>
                    <a:lstStyle/>
                    <a:p>
                      <a:r>
                        <a:rPr lang="en-US" sz="1200" dirty="0">
                          <a:hlinkClick r:id="rId20"/>
                        </a:rPr>
                        <a:t>contact@archerbisuness.in</a:t>
                      </a:r>
                      <a:endParaRPr lang="en-US" sz="1200" dirty="0"/>
                    </a:p>
                  </a:txBody>
                  <a:tcPr/>
                </a:tc>
                <a:extLst>
                  <a:ext uri="{0D108BD9-81ED-4DB2-BD59-A6C34878D82A}">
                    <a16:rowId xmlns:a16="http://schemas.microsoft.com/office/drawing/2014/main" val="3767676728"/>
                  </a:ext>
                </a:extLst>
              </a:tr>
              <a:tr h="253844">
                <a:tc>
                  <a:txBody>
                    <a:bodyPr/>
                    <a:lstStyle/>
                    <a:p>
                      <a:r>
                        <a:rPr lang="en-US" sz="1200" dirty="0"/>
                        <a:t>20</a:t>
                      </a:r>
                    </a:p>
                  </a:txBody>
                  <a:tcPr/>
                </a:tc>
                <a:tc>
                  <a:txBody>
                    <a:bodyPr/>
                    <a:lstStyle/>
                    <a:p>
                      <a:r>
                        <a:rPr lang="en-US" sz="1200" dirty="0"/>
                        <a:t>TUV India Private Limited</a:t>
                      </a:r>
                    </a:p>
                  </a:txBody>
                  <a:tcPr/>
                </a:tc>
                <a:tc>
                  <a:txBody>
                    <a:bodyPr/>
                    <a:lstStyle/>
                    <a:p>
                      <a:r>
                        <a:rPr lang="en-US" sz="1200" dirty="0"/>
                        <a:t>Ravindran R</a:t>
                      </a:r>
                    </a:p>
                  </a:txBody>
                  <a:tcPr/>
                </a:tc>
                <a:tc>
                  <a:txBody>
                    <a:bodyPr/>
                    <a:lstStyle/>
                    <a:p>
                      <a:r>
                        <a:rPr lang="en-US" sz="1200" dirty="0"/>
                        <a:t>+919940622942</a:t>
                      </a:r>
                    </a:p>
                  </a:txBody>
                  <a:tcPr/>
                </a:tc>
                <a:tc>
                  <a:txBody>
                    <a:bodyPr/>
                    <a:lstStyle/>
                    <a:p>
                      <a:r>
                        <a:rPr lang="en-US" sz="1200" dirty="0">
                          <a:hlinkClick r:id="rId21"/>
                        </a:rPr>
                        <a:t>rravindran@tuv-nord.com</a:t>
                      </a:r>
                      <a:r>
                        <a:rPr lang="en-US" sz="1200" dirty="0"/>
                        <a:t> </a:t>
                      </a:r>
                    </a:p>
                  </a:txBody>
                  <a:tcPr/>
                </a:tc>
                <a:extLst>
                  <a:ext uri="{0D108BD9-81ED-4DB2-BD59-A6C34878D82A}">
                    <a16:rowId xmlns:a16="http://schemas.microsoft.com/office/drawing/2014/main" val="854008073"/>
                  </a:ext>
                </a:extLst>
              </a:tr>
            </a:tbl>
          </a:graphicData>
        </a:graphic>
      </p:graphicFrame>
    </p:spTree>
    <p:extLst>
      <p:ext uri="{BB962C8B-B14F-4D97-AF65-F5344CB8AC3E}">
        <p14:creationId xmlns:p14="http://schemas.microsoft.com/office/powerpoint/2010/main" val="3237948343"/>
      </p:ext>
    </p:extLst>
  </p:cSld>
  <p:clrMapOvr>
    <a:masterClrMapping/>
  </p:clrMapOvr>
  <p:transition>
    <p:fade/>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36FCD86A-A098-48DA-88A1-D95DFFC96F89}"/>
              </a:ext>
            </a:extLst>
          </p:cNvPr>
          <p:cNvSpPr txBox="1"/>
          <p:nvPr/>
        </p:nvSpPr>
        <p:spPr>
          <a:xfrm>
            <a:off x="250824" y="2457424"/>
            <a:ext cx="11647261" cy="1363450"/>
          </a:xfrm>
          <a:prstGeom prst="rect">
            <a:avLst/>
          </a:prstGeom>
          <a:noFill/>
        </p:spPr>
        <p:txBody>
          <a:bodyPr wrap="square" lIns="0" tIns="0" rIns="0" bIns="0" rtlCol="0">
            <a:spAutoFit/>
          </a:bodyPr>
          <a:lstStyle/>
          <a:p>
            <a:pPr>
              <a:lnSpc>
                <a:spcPct val="114000"/>
              </a:lnSpc>
              <a:spcAft>
                <a:spcPts val="600"/>
              </a:spcAft>
              <a:buSzPct val="100000"/>
            </a:pPr>
            <a:r>
              <a:rPr lang="en-US" sz="4000" b="1" dirty="0"/>
              <a:t>ANNEXURE-6: LANDED COST OF SOLAR ENERGY FOR BOO-MODE AND GOI SCHEME-MODE</a:t>
            </a:r>
            <a:endParaRPr lang="en-US" sz="4000" b="1" dirty="0">
              <a:solidFill>
                <a:srgbClr val="313131"/>
              </a:solidFill>
            </a:endParaRPr>
          </a:p>
        </p:txBody>
      </p:sp>
      <p:cxnSp>
        <p:nvCxnSpPr>
          <p:cNvPr id="3" name="Straight Connector 2">
            <a:extLst>
              <a:ext uri="{FF2B5EF4-FFF2-40B4-BE49-F238E27FC236}">
                <a16:creationId xmlns:a16="http://schemas.microsoft.com/office/drawing/2014/main" id="{0AC70B2D-0BE6-417E-B591-250A87D399DB}"/>
              </a:ext>
            </a:extLst>
          </p:cNvPr>
          <p:cNvCxnSpPr/>
          <p:nvPr/>
        </p:nvCxnSpPr>
        <p:spPr>
          <a:xfrm>
            <a:off x="0" y="3853540"/>
            <a:ext cx="11800114" cy="0"/>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2171396"/>
      </p:ext>
    </p:extLst>
  </p:cSld>
  <p:clrMapOvr>
    <a:masterClrMapping/>
  </p:clrMapOvr>
  <p:transition>
    <p:fade/>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Landed Cost of Solar Energy under BOO-mode (Rs/kWh)</a:t>
            </a:r>
            <a:endParaRPr lang="en-GB" sz="2800" b="1" dirty="0"/>
          </a:p>
        </p:txBody>
      </p:sp>
      <p:sp>
        <p:nvSpPr>
          <p:cNvPr id="4" name="Rectangle 3"/>
          <p:cNvSpPr/>
          <p:nvPr/>
        </p:nvSpPr>
        <p:spPr>
          <a:xfrm>
            <a:off x="413785" y="561838"/>
            <a:ext cx="8751986" cy="400110"/>
          </a:xfrm>
          <a:prstGeom prst="rect">
            <a:avLst/>
          </a:prstGeom>
        </p:spPr>
        <p:txBody>
          <a:bodyPr wrap="square">
            <a:spAutoFit/>
          </a:bodyPr>
          <a:lstStyle/>
          <a:p>
            <a:r>
              <a:rPr lang="pt-BR" sz="2000" b="1" dirty="0">
                <a:solidFill>
                  <a:schemeClr val="accent3"/>
                </a:solidFill>
                <a:latin typeface="Calibri"/>
              </a:rPr>
              <a:t>For Option 1: Full Capacity in CG and Consumption in both CG and MP</a:t>
            </a:r>
            <a:endParaRPr lang="en-IN" sz="2000" b="1" dirty="0">
              <a:solidFill>
                <a:schemeClr val="accent3"/>
              </a:solidFill>
              <a:latin typeface="Calibri"/>
            </a:endParaRPr>
          </a:p>
        </p:txBody>
      </p:sp>
      <p:graphicFrame>
        <p:nvGraphicFramePr>
          <p:cNvPr id="3" name="Table 4">
            <a:extLst>
              <a:ext uri="{FF2B5EF4-FFF2-40B4-BE49-F238E27FC236}">
                <a16:creationId xmlns:a16="http://schemas.microsoft.com/office/drawing/2014/main" id="{E49D655B-7D7D-4F2E-982E-51259C7D7E76}"/>
              </a:ext>
            </a:extLst>
          </p:cNvPr>
          <p:cNvGraphicFramePr>
            <a:graphicFrameLocks noGrp="1"/>
          </p:cNvGraphicFramePr>
          <p:nvPr/>
        </p:nvGraphicFramePr>
        <p:xfrm>
          <a:off x="534308" y="1340152"/>
          <a:ext cx="11156040" cy="3114040"/>
        </p:xfrm>
        <a:graphic>
          <a:graphicData uri="http://schemas.openxmlformats.org/drawingml/2006/table">
            <a:tbl>
              <a:tblPr>
                <a:tableStyleId>{93296810-A885-4BE3-A3E7-6D5BEEA58F35}</a:tableStyleId>
              </a:tblPr>
              <a:tblGrid>
                <a:gridCol w="3994149">
                  <a:extLst>
                    <a:ext uri="{9D8B030D-6E8A-4147-A177-3AD203B41FA5}">
                      <a16:colId xmlns:a16="http://schemas.microsoft.com/office/drawing/2014/main" val="3695535408"/>
                    </a:ext>
                  </a:extLst>
                </a:gridCol>
                <a:gridCol w="1045029">
                  <a:extLst>
                    <a:ext uri="{9D8B030D-6E8A-4147-A177-3AD203B41FA5}">
                      <a16:colId xmlns:a16="http://schemas.microsoft.com/office/drawing/2014/main" val="2195372730"/>
                    </a:ext>
                  </a:extLst>
                </a:gridCol>
                <a:gridCol w="1143000">
                  <a:extLst>
                    <a:ext uri="{9D8B030D-6E8A-4147-A177-3AD203B41FA5}">
                      <a16:colId xmlns:a16="http://schemas.microsoft.com/office/drawing/2014/main" val="2413277946"/>
                    </a:ext>
                  </a:extLst>
                </a:gridCol>
                <a:gridCol w="1273628">
                  <a:extLst>
                    <a:ext uri="{9D8B030D-6E8A-4147-A177-3AD203B41FA5}">
                      <a16:colId xmlns:a16="http://schemas.microsoft.com/office/drawing/2014/main" val="2715060550"/>
                    </a:ext>
                  </a:extLst>
                </a:gridCol>
                <a:gridCol w="1219200">
                  <a:extLst>
                    <a:ext uri="{9D8B030D-6E8A-4147-A177-3AD203B41FA5}">
                      <a16:colId xmlns:a16="http://schemas.microsoft.com/office/drawing/2014/main" val="2912613272"/>
                    </a:ext>
                  </a:extLst>
                </a:gridCol>
                <a:gridCol w="1273629">
                  <a:extLst>
                    <a:ext uri="{9D8B030D-6E8A-4147-A177-3AD203B41FA5}">
                      <a16:colId xmlns:a16="http://schemas.microsoft.com/office/drawing/2014/main" val="1000541426"/>
                    </a:ext>
                  </a:extLst>
                </a:gridCol>
                <a:gridCol w="1207405">
                  <a:extLst>
                    <a:ext uri="{9D8B030D-6E8A-4147-A177-3AD203B41FA5}">
                      <a16:colId xmlns:a16="http://schemas.microsoft.com/office/drawing/2014/main" val="3399251179"/>
                    </a:ext>
                  </a:extLst>
                </a:gridCol>
              </a:tblGrid>
              <a:tr h="370840">
                <a:tc rowSpan="2" gridSpan="2">
                  <a:txBody>
                    <a:bodyPr/>
                    <a:lstStyle/>
                    <a:p>
                      <a:r>
                        <a:rPr lang="en-US" sz="1400" b="1" dirty="0">
                          <a:solidFill>
                            <a:schemeClr val="bg1"/>
                          </a:solidFill>
                        </a:rPr>
                        <a:t>Particulars</a:t>
                      </a:r>
                    </a:p>
                  </a:txBody>
                  <a:tcPr anchor="ctr">
                    <a:solidFill>
                      <a:srgbClr val="007CB0"/>
                    </a:solidFill>
                  </a:tcPr>
                </a:tc>
                <a:tc rowSpan="2" hMerge="1">
                  <a:txBody>
                    <a:bodyPr/>
                    <a:lstStyle/>
                    <a:p>
                      <a:pPr algn="ctr"/>
                      <a:endParaRPr lang="en-US" sz="1400" dirty="0"/>
                    </a:p>
                  </a:txBody>
                  <a:tcPr anchor="ctr"/>
                </a:tc>
                <a:tc gridSpan="5">
                  <a:txBody>
                    <a:bodyPr/>
                    <a:lstStyle/>
                    <a:p>
                      <a:pPr algn="ctr"/>
                      <a:r>
                        <a:rPr lang="en-US" sz="1400" b="1" dirty="0">
                          <a:solidFill>
                            <a:schemeClr val="bg1"/>
                          </a:solidFill>
                        </a:rPr>
                        <a:t>Scenarios of BOO Solar Tariff at Generation-end (constant BOO tariff for 25 years) (Rs/kWh)</a:t>
                      </a:r>
                    </a:p>
                  </a:txBody>
                  <a:tcPr anchor="ctr">
                    <a:solidFill>
                      <a:srgbClr val="007CB0"/>
                    </a:solidFill>
                  </a:tcPr>
                </a:tc>
                <a:tc hMerge="1">
                  <a:txBody>
                    <a:bodyPr/>
                    <a:lstStyle/>
                    <a:p>
                      <a:endParaRPr lang="en-US" sz="1400" dirty="0"/>
                    </a:p>
                  </a:txBody>
                  <a:tcPr/>
                </a:tc>
                <a:tc hMerge="1">
                  <a:txBody>
                    <a:bodyPr/>
                    <a:lstStyle/>
                    <a:p>
                      <a:endParaRPr lang="en-US" sz="1400"/>
                    </a:p>
                  </a:txBody>
                  <a:tcPr/>
                </a:tc>
                <a:tc hMerge="1">
                  <a:txBody>
                    <a:bodyPr/>
                    <a:lstStyle/>
                    <a:p>
                      <a:endParaRPr lang="en-US" sz="1400" dirty="0"/>
                    </a:p>
                  </a:txBody>
                  <a:tcPr/>
                </a:tc>
                <a:tc hMerge="1">
                  <a:txBody>
                    <a:bodyPr/>
                    <a:lstStyle/>
                    <a:p>
                      <a:endParaRPr lang="en-US" sz="1400" dirty="0"/>
                    </a:p>
                  </a:txBody>
                  <a:tcPr/>
                </a:tc>
                <a:extLst>
                  <a:ext uri="{0D108BD9-81ED-4DB2-BD59-A6C34878D82A}">
                    <a16:rowId xmlns:a16="http://schemas.microsoft.com/office/drawing/2014/main" val="3912856055"/>
                  </a:ext>
                </a:extLst>
              </a:tr>
              <a:tr h="370840">
                <a:tc gridSpan="2" vMerge="1">
                  <a:txBody>
                    <a:bodyPr/>
                    <a:lstStyle/>
                    <a:p>
                      <a:endParaRPr lang="en-US" sz="1400" dirty="0"/>
                    </a:p>
                  </a:txBody>
                  <a:tcPr anchor="ctr"/>
                </a:tc>
                <a:tc hMerge="1" vMerge="1">
                  <a:txBody>
                    <a:bodyPr/>
                    <a:lstStyle/>
                    <a:p>
                      <a:pPr algn="ctr"/>
                      <a:endParaRPr lang="en-US" sz="1400" dirty="0"/>
                    </a:p>
                  </a:txBody>
                  <a:tcPr anchor="ctr"/>
                </a:tc>
                <a:tc>
                  <a:txBody>
                    <a:bodyPr/>
                    <a:lstStyle/>
                    <a:p>
                      <a:pPr algn="ctr"/>
                      <a:r>
                        <a:rPr lang="en-US" sz="1400" b="1" dirty="0">
                          <a:solidFill>
                            <a:schemeClr val="bg1"/>
                          </a:solidFill>
                        </a:rPr>
                        <a:t>2.20</a:t>
                      </a:r>
                    </a:p>
                  </a:txBody>
                  <a:tcPr anchor="ctr">
                    <a:solidFill>
                      <a:srgbClr val="007CB0"/>
                    </a:solidFill>
                  </a:tcPr>
                </a:tc>
                <a:tc>
                  <a:txBody>
                    <a:bodyPr/>
                    <a:lstStyle/>
                    <a:p>
                      <a:pPr algn="ctr"/>
                      <a:r>
                        <a:rPr lang="en-US" sz="1400" b="1" dirty="0">
                          <a:solidFill>
                            <a:schemeClr val="bg1"/>
                          </a:solidFill>
                        </a:rPr>
                        <a:t>2.50</a:t>
                      </a:r>
                    </a:p>
                  </a:txBody>
                  <a:tcPr anchor="ctr">
                    <a:solidFill>
                      <a:srgbClr val="007CB0"/>
                    </a:solidFill>
                  </a:tcPr>
                </a:tc>
                <a:tc>
                  <a:txBody>
                    <a:bodyPr/>
                    <a:lstStyle/>
                    <a:p>
                      <a:pPr algn="ctr"/>
                      <a:r>
                        <a:rPr lang="en-US" sz="1400" b="1" dirty="0">
                          <a:solidFill>
                            <a:schemeClr val="bg1"/>
                          </a:solidFill>
                        </a:rPr>
                        <a:t>3.00</a:t>
                      </a:r>
                    </a:p>
                  </a:txBody>
                  <a:tcPr anchor="ctr">
                    <a:solidFill>
                      <a:srgbClr val="007CB0"/>
                    </a:solidFill>
                  </a:tcPr>
                </a:tc>
                <a:tc>
                  <a:txBody>
                    <a:bodyPr/>
                    <a:lstStyle/>
                    <a:p>
                      <a:pPr algn="ctr"/>
                      <a:r>
                        <a:rPr lang="en-US" sz="1400" b="1" dirty="0">
                          <a:solidFill>
                            <a:schemeClr val="bg1"/>
                          </a:solidFill>
                        </a:rPr>
                        <a:t>3.50</a:t>
                      </a:r>
                    </a:p>
                  </a:txBody>
                  <a:tcPr anchor="ctr">
                    <a:solidFill>
                      <a:srgbClr val="007CB0"/>
                    </a:solidFill>
                  </a:tcPr>
                </a:tc>
                <a:tc>
                  <a:txBody>
                    <a:bodyPr/>
                    <a:lstStyle/>
                    <a:p>
                      <a:pPr algn="ctr"/>
                      <a:r>
                        <a:rPr lang="en-US" sz="1400" b="1" dirty="0">
                          <a:solidFill>
                            <a:schemeClr val="bg1"/>
                          </a:solidFill>
                        </a:rPr>
                        <a:t>4.00</a:t>
                      </a:r>
                    </a:p>
                  </a:txBody>
                  <a:tcPr anchor="ctr">
                    <a:solidFill>
                      <a:srgbClr val="007CB0"/>
                    </a:solidFill>
                  </a:tcPr>
                </a:tc>
                <a:extLst>
                  <a:ext uri="{0D108BD9-81ED-4DB2-BD59-A6C34878D82A}">
                    <a16:rowId xmlns:a16="http://schemas.microsoft.com/office/drawing/2014/main" val="1776543782"/>
                  </a:ext>
                </a:extLst>
              </a:tr>
              <a:tr h="370840">
                <a:tc rowSpan="2">
                  <a:txBody>
                    <a:bodyPr/>
                    <a:lstStyle/>
                    <a:p>
                      <a:r>
                        <a:rPr lang="en-US" sz="1400" dirty="0"/>
                        <a:t>Landed cost of solar generation in CG</a:t>
                      </a:r>
                    </a:p>
                  </a:txBody>
                  <a:tcPr anchor="ctr"/>
                </a:tc>
                <a:tc>
                  <a:txBody>
                    <a:bodyPr/>
                    <a:lstStyle/>
                    <a:p>
                      <a:pPr algn="ctr"/>
                      <a:r>
                        <a:rPr lang="en-US" sz="1400" dirty="0"/>
                        <a:t>Year-1</a:t>
                      </a:r>
                    </a:p>
                  </a:txBody>
                  <a:tcPr anchor="ctr"/>
                </a:tc>
                <a:tc>
                  <a:txBody>
                    <a:bodyPr/>
                    <a:lstStyle/>
                    <a:p>
                      <a:pPr algn="ctr"/>
                      <a:r>
                        <a:rPr lang="en-US" sz="1400" dirty="0"/>
                        <a:t>2.45</a:t>
                      </a:r>
                    </a:p>
                  </a:txBody>
                  <a:tcPr anchor="ctr"/>
                </a:tc>
                <a:tc>
                  <a:txBody>
                    <a:bodyPr/>
                    <a:lstStyle/>
                    <a:p>
                      <a:pPr algn="ctr"/>
                      <a:r>
                        <a:rPr lang="en-US" sz="1400" dirty="0"/>
                        <a:t>2.77</a:t>
                      </a:r>
                    </a:p>
                  </a:txBody>
                  <a:tcPr anchor="ctr"/>
                </a:tc>
                <a:tc>
                  <a:txBody>
                    <a:bodyPr/>
                    <a:lstStyle/>
                    <a:p>
                      <a:pPr algn="ctr"/>
                      <a:r>
                        <a:rPr lang="en-US" sz="1400" dirty="0"/>
                        <a:t>3.30</a:t>
                      </a:r>
                    </a:p>
                  </a:txBody>
                  <a:tcPr anchor="ctr"/>
                </a:tc>
                <a:tc>
                  <a:txBody>
                    <a:bodyPr/>
                    <a:lstStyle/>
                    <a:p>
                      <a:pPr algn="ctr"/>
                      <a:r>
                        <a:rPr lang="en-US" sz="1400" dirty="0"/>
                        <a:t>3.84</a:t>
                      </a:r>
                    </a:p>
                  </a:txBody>
                  <a:tcPr anchor="ctr"/>
                </a:tc>
                <a:tc>
                  <a:txBody>
                    <a:bodyPr/>
                    <a:lstStyle/>
                    <a:p>
                      <a:pPr algn="ctr"/>
                      <a:r>
                        <a:rPr lang="en-US" sz="1400" dirty="0"/>
                        <a:t>4.37</a:t>
                      </a:r>
                    </a:p>
                  </a:txBody>
                  <a:tcPr anchor="ctr"/>
                </a:tc>
                <a:extLst>
                  <a:ext uri="{0D108BD9-81ED-4DB2-BD59-A6C34878D82A}">
                    <a16:rowId xmlns:a16="http://schemas.microsoft.com/office/drawing/2014/main" val="313580633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2.45</a:t>
                      </a:r>
                    </a:p>
                  </a:txBody>
                  <a:tcPr anchor="ctr"/>
                </a:tc>
                <a:tc>
                  <a:txBody>
                    <a:bodyPr/>
                    <a:lstStyle/>
                    <a:p>
                      <a:pPr algn="ctr"/>
                      <a:r>
                        <a:rPr lang="en-US" sz="1400" dirty="0"/>
                        <a:t>2.77</a:t>
                      </a:r>
                    </a:p>
                  </a:txBody>
                  <a:tcPr anchor="ctr"/>
                </a:tc>
                <a:tc>
                  <a:txBody>
                    <a:bodyPr/>
                    <a:lstStyle/>
                    <a:p>
                      <a:pPr algn="ctr"/>
                      <a:r>
                        <a:rPr lang="en-US" sz="1400" dirty="0"/>
                        <a:t>3.30</a:t>
                      </a:r>
                    </a:p>
                  </a:txBody>
                  <a:tcPr anchor="ctr"/>
                </a:tc>
                <a:tc>
                  <a:txBody>
                    <a:bodyPr/>
                    <a:lstStyle/>
                    <a:p>
                      <a:pPr algn="ctr"/>
                      <a:r>
                        <a:rPr lang="en-US" sz="1400" dirty="0"/>
                        <a:t>3.84</a:t>
                      </a:r>
                    </a:p>
                  </a:txBody>
                  <a:tcPr anchor="ctr"/>
                </a:tc>
                <a:tc>
                  <a:txBody>
                    <a:bodyPr/>
                    <a:lstStyle/>
                    <a:p>
                      <a:pPr algn="ctr"/>
                      <a:r>
                        <a:rPr lang="en-US" sz="1400" dirty="0"/>
                        <a:t>4.37</a:t>
                      </a:r>
                    </a:p>
                  </a:txBody>
                  <a:tcPr anchor="ctr"/>
                </a:tc>
                <a:extLst>
                  <a:ext uri="{0D108BD9-81ED-4DB2-BD59-A6C34878D82A}">
                    <a16:rowId xmlns:a16="http://schemas.microsoft.com/office/drawing/2014/main" val="1506049795"/>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 (without ISTS-waiver)</a:t>
                      </a:r>
                    </a:p>
                  </a:txBody>
                  <a:tcPr anchor="ctr"/>
                </a:tc>
                <a:tc>
                  <a:txBody>
                    <a:bodyPr/>
                    <a:lstStyle/>
                    <a:p>
                      <a:pPr algn="ctr"/>
                      <a:r>
                        <a:rPr lang="en-US" sz="1400" dirty="0"/>
                        <a:t>Year-1</a:t>
                      </a:r>
                    </a:p>
                  </a:txBody>
                  <a:tcPr anchor="ctr"/>
                </a:tc>
                <a:tc>
                  <a:txBody>
                    <a:bodyPr/>
                    <a:lstStyle/>
                    <a:p>
                      <a:pPr algn="ctr"/>
                      <a:r>
                        <a:rPr lang="en-US" sz="1400" dirty="0"/>
                        <a:t>12.15</a:t>
                      </a:r>
                    </a:p>
                  </a:txBody>
                  <a:tcPr anchor="ctr"/>
                </a:tc>
                <a:tc>
                  <a:txBody>
                    <a:bodyPr/>
                    <a:lstStyle/>
                    <a:p>
                      <a:pPr algn="ctr"/>
                      <a:r>
                        <a:rPr lang="en-US" sz="1400" dirty="0"/>
                        <a:t>12.53</a:t>
                      </a:r>
                    </a:p>
                  </a:txBody>
                  <a:tcPr anchor="ctr"/>
                </a:tc>
                <a:tc>
                  <a:txBody>
                    <a:bodyPr/>
                    <a:lstStyle/>
                    <a:p>
                      <a:pPr algn="ctr"/>
                      <a:r>
                        <a:rPr lang="en-US" sz="1400" dirty="0"/>
                        <a:t>13.15</a:t>
                      </a:r>
                    </a:p>
                  </a:txBody>
                  <a:tcPr anchor="ctr"/>
                </a:tc>
                <a:tc>
                  <a:txBody>
                    <a:bodyPr/>
                    <a:lstStyle/>
                    <a:p>
                      <a:pPr algn="ctr"/>
                      <a:r>
                        <a:rPr lang="en-US" sz="1400" dirty="0"/>
                        <a:t>13.78</a:t>
                      </a:r>
                    </a:p>
                  </a:txBody>
                  <a:tcPr anchor="ctr"/>
                </a:tc>
                <a:tc>
                  <a:txBody>
                    <a:bodyPr/>
                    <a:lstStyle/>
                    <a:p>
                      <a:pPr algn="ctr"/>
                      <a:r>
                        <a:rPr lang="en-US" sz="1400" dirty="0"/>
                        <a:t>14.40</a:t>
                      </a:r>
                    </a:p>
                  </a:txBody>
                  <a:tcPr anchor="ctr"/>
                </a:tc>
                <a:extLst>
                  <a:ext uri="{0D108BD9-81ED-4DB2-BD59-A6C34878D82A}">
                    <a16:rowId xmlns:a16="http://schemas.microsoft.com/office/drawing/2014/main" val="384748554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23.49</a:t>
                      </a:r>
                    </a:p>
                  </a:txBody>
                  <a:tcPr anchor="ctr"/>
                </a:tc>
                <a:tc>
                  <a:txBody>
                    <a:bodyPr/>
                    <a:lstStyle/>
                    <a:p>
                      <a:pPr algn="ctr"/>
                      <a:r>
                        <a:rPr lang="en-US" sz="1400" dirty="0"/>
                        <a:t>23.86</a:t>
                      </a:r>
                    </a:p>
                  </a:txBody>
                  <a:tcPr anchor="ctr"/>
                </a:tc>
                <a:tc>
                  <a:txBody>
                    <a:bodyPr/>
                    <a:lstStyle/>
                    <a:p>
                      <a:pPr algn="ctr"/>
                      <a:r>
                        <a:rPr lang="en-US" sz="1400" dirty="0"/>
                        <a:t>24.48</a:t>
                      </a:r>
                    </a:p>
                  </a:txBody>
                  <a:tcPr anchor="ctr"/>
                </a:tc>
                <a:tc>
                  <a:txBody>
                    <a:bodyPr/>
                    <a:lstStyle/>
                    <a:p>
                      <a:pPr algn="ctr"/>
                      <a:r>
                        <a:rPr lang="en-US" sz="1400" dirty="0"/>
                        <a:t>25.11</a:t>
                      </a:r>
                    </a:p>
                  </a:txBody>
                  <a:tcPr anchor="ctr"/>
                </a:tc>
                <a:tc>
                  <a:txBody>
                    <a:bodyPr/>
                    <a:lstStyle/>
                    <a:p>
                      <a:pPr algn="ctr"/>
                      <a:r>
                        <a:rPr lang="en-US" sz="1400" dirty="0"/>
                        <a:t>25.73</a:t>
                      </a:r>
                    </a:p>
                  </a:txBody>
                  <a:tcPr anchor="ctr"/>
                </a:tc>
                <a:extLst>
                  <a:ext uri="{0D108BD9-81ED-4DB2-BD59-A6C34878D82A}">
                    <a16:rowId xmlns:a16="http://schemas.microsoft.com/office/drawing/2014/main" val="3667147754"/>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 (with ISTS-waiver)</a:t>
                      </a:r>
                    </a:p>
                  </a:txBody>
                  <a:tcPr anchor="ctr"/>
                </a:tc>
                <a:tc>
                  <a:txBody>
                    <a:bodyPr/>
                    <a:lstStyle/>
                    <a:p>
                      <a:pPr algn="ctr"/>
                      <a:r>
                        <a:rPr lang="en-US" sz="1400" dirty="0"/>
                        <a:t>Year-1</a:t>
                      </a:r>
                    </a:p>
                  </a:txBody>
                  <a:tcPr anchor="ctr"/>
                </a:tc>
                <a:tc>
                  <a:txBody>
                    <a:bodyPr/>
                    <a:lstStyle/>
                    <a:p>
                      <a:pPr algn="ctr"/>
                      <a:r>
                        <a:rPr lang="en-US" sz="1400" dirty="0"/>
                        <a:t>8.20</a:t>
                      </a:r>
                    </a:p>
                  </a:txBody>
                  <a:tcPr anchor="ctr"/>
                </a:tc>
                <a:tc>
                  <a:txBody>
                    <a:bodyPr/>
                    <a:lstStyle/>
                    <a:p>
                      <a:pPr algn="ctr"/>
                      <a:r>
                        <a:rPr lang="en-US" sz="1400" dirty="0"/>
                        <a:t>8.58</a:t>
                      </a:r>
                    </a:p>
                  </a:txBody>
                  <a:tcPr anchor="ctr"/>
                </a:tc>
                <a:tc>
                  <a:txBody>
                    <a:bodyPr/>
                    <a:lstStyle/>
                    <a:p>
                      <a:pPr algn="ctr"/>
                      <a:r>
                        <a:rPr lang="en-US" sz="1400" dirty="0"/>
                        <a:t>9.20</a:t>
                      </a:r>
                    </a:p>
                  </a:txBody>
                  <a:tcPr anchor="ctr"/>
                </a:tc>
                <a:tc>
                  <a:txBody>
                    <a:bodyPr/>
                    <a:lstStyle/>
                    <a:p>
                      <a:pPr algn="ctr"/>
                      <a:r>
                        <a:rPr lang="en-US" sz="1400" dirty="0"/>
                        <a:t>9.82</a:t>
                      </a:r>
                    </a:p>
                  </a:txBody>
                  <a:tcPr anchor="ctr"/>
                </a:tc>
                <a:tc>
                  <a:txBody>
                    <a:bodyPr/>
                    <a:lstStyle/>
                    <a:p>
                      <a:pPr algn="ctr"/>
                      <a:r>
                        <a:rPr lang="en-US" sz="1400" dirty="0"/>
                        <a:t>10.45</a:t>
                      </a:r>
                    </a:p>
                  </a:txBody>
                  <a:tcPr anchor="ctr"/>
                </a:tc>
                <a:extLst>
                  <a:ext uri="{0D108BD9-81ED-4DB2-BD59-A6C34878D82A}">
                    <a16:rowId xmlns:a16="http://schemas.microsoft.com/office/drawing/2014/main" val="1795015083"/>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14.63</a:t>
                      </a:r>
                    </a:p>
                  </a:txBody>
                  <a:tcPr anchor="ctr"/>
                </a:tc>
                <a:tc>
                  <a:txBody>
                    <a:bodyPr/>
                    <a:lstStyle/>
                    <a:p>
                      <a:pPr algn="ctr"/>
                      <a:r>
                        <a:rPr lang="en-US" sz="1400" dirty="0"/>
                        <a:t>15.00</a:t>
                      </a:r>
                    </a:p>
                  </a:txBody>
                  <a:tcPr anchor="ctr"/>
                </a:tc>
                <a:tc>
                  <a:txBody>
                    <a:bodyPr/>
                    <a:lstStyle/>
                    <a:p>
                      <a:pPr algn="ctr"/>
                      <a:r>
                        <a:rPr lang="en-US" sz="1400" dirty="0"/>
                        <a:t>15.63</a:t>
                      </a:r>
                    </a:p>
                  </a:txBody>
                  <a:tcPr anchor="ctr"/>
                </a:tc>
                <a:tc>
                  <a:txBody>
                    <a:bodyPr/>
                    <a:lstStyle/>
                    <a:p>
                      <a:pPr algn="ctr"/>
                      <a:r>
                        <a:rPr lang="en-US" sz="1400" dirty="0"/>
                        <a:t>16.25</a:t>
                      </a:r>
                    </a:p>
                  </a:txBody>
                  <a:tcPr anchor="ctr"/>
                </a:tc>
                <a:tc>
                  <a:txBody>
                    <a:bodyPr/>
                    <a:lstStyle/>
                    <a:p>
                      <a:pPr algn="ctr"/>
                      <a:r>
                        <a:rPr lang="en-US" sz="1400" dirty="0"/>
                        <a:t>16.88</a:t>
                      </a:r>
                    </a:p>
                  </a:txBody>
                  <a:tcPr anchor="ctr"/>
                </a:tc>
                <a:extLst>
                  <a:ext uri="{0D108BD9-81ED-4DB2-BD59-A6C34878D82A}">
                    <a16:rowId xmlns:a16="http://schemas.microsoft.com/office/drawing/2014/main" val="2797818262"/>
                  </a:ext>
                </a:extLst>
              </a:tr>
            </a:tbl>
          </a:graphicData>
        </a:graphic>
      </p:graphicFrame>
    </p:spTree>
    <p:extLst>
      <p:ext uri="{BB962C8B-B14F-4D97-AF65-F5344CB8AC3E}">
        <p14:creationId xmlns:p14="http://schemas.microsoft.com/office/powerpoint/2010/main" val="214306564"/>
      </p:ext>
    </p:extLst>
  </p:cSld>
  <p:clrMapOvr>
    <a:masterClrMapping/>
  </p:clrMapOvr>
  <p:transition>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Landed Cost of Solar Energy under BOO-mode (Rs/kWh)</a:t>
            </a:r>
            <a:endParaRPr lang="en-GB" sz="2800" b="1" dirty="0"/>
          </a:p>
        </p:txBody>
      </p:sp>
      <p:sp>
        <p:nvSpPr>
          <p:cNvPr id="4" name="Rectangle 3"/>
          <p:cNvSpPr/>
          <p:nvPr/>
        </p:nvSpPr>
        <p:spPr>
          <a:xfrm>
            <a:off x="413785" y="561838"/>
            <a:ext cx="8751986" cy="400110"/>
          </a:xfrm>
          <a:prstGeom prst="rect">
            <a:avLst/>
          </a:prstGeom>
        </p:spPr>
        <p:txBody>
          <a:bodyPr wrap="square">
            <a:spAutoFit/>
          </a:bodyPr>
          <a:lstStyle/>
          <a:p>
            <a:r>
              <a:rPr lang="pt-BR" sz="2000" b="1" dirty="0">
                <a:solidFill>
                  <a:schemeClr val="accent3"/>
                </a:solidFill>
                <a:latin typeface="Calibri"/>
              </a:rPr>
              <a:t>For Option 2: Full Capacity in MP and Consumption in both CG and MP</a:t>
            </a:r>
            <a:endParaRPr lang="en-IN" sz="2000" b="1" dirty="0">
              <a:solidFill>
                <a:schemeClr val="accent3"/>
              </a:solidFill>
              <a:latin typeface="Calibri"/>
            </a:endParaRPr>
          </a:p>
        </p:txBody>
      </p:sp>
      <p:graphicFrame>
        <p:nvGraphicFramePr>
          <p:cNvPr id="3" name="Table 4">
            <a:extLst>
              <a:ext uri="{FF2B5EF4-FFF2-40B4-BE49-F238E27FC236}">
                <a16:creationId xmlns:a16="http://schemas.microsoft.com/office/drawing/2014/main" id="{E49D655B-7D7D-4F2E-982E-51259C7D7E76}"/>
              </a:ext>
            </a:extLst>
          </p:cNvPr>
          <p:cNvGraphicFramePr>
            <a:graphicFrameLocks noGrp="1"/>
          </p:cNvGraphicFramePr>
          <p:nvPr/>
        </p:nvGraphicFramePr>
        <p:xfrm>
          <a:off x="534308" y="1340152"/>
          <a:ext cx="11156040" cy="3114040"/>
        </p:xfrm>
        <a:graphic>
          <a:graphicData uri="http://schemas.openxmlformats.org/drawingml/2006/table">
            <a:tbl>
              <a:tblPr>
                <a:tableStyleId>{93296810-A885-4BE3-A3E7-6D5BEEA58F35}</a:tableStyleId>
              </a:tblPr>
              <a:tblGrid>
                <a:gridCol w="3994149">
                  <a:extLst>
                    <a:ext uri="{9D8B030D-6E8A-4147-A177-3AD203B41FA5}">
                      <a16:colId xmlns:a16="http://schemas.microsoft.com/office/drawing/2014/main" val="3695535408"/>
                    </a:ext>
                  </a:extLst>
                </a:gridCol>
                <a:gridCol w="1045029">
                  <a:extLst>
                    <a:ext uri="{9D8B030D-6E8A-4147-A177-3AD203B41FA5}">
                      <a16:colId xmlns:a16="http://schemas.microsoft.com/office/drawing/2014/main" val="2195372730"/>
                    </a:ext>
                  </a:extLst>
                </a:gridCol>
                <a:gridCol w="1143000">
                  <a:extLst>
                    <a:ext uri="{9D8B030D-6E8A-4147-A177-3AD203B41FA5}">
                      <a16:colId xmlns:a16="http://schemas.microsoft.com/office/drawing/2014/main" val="2413277946"/>
                    </a:ext>
                  </a:extLst>
                </a:gridCol>
                <a:gridCol w="1273628">
                  <a:extLst>
                    <a:ext uri="{9D8B030D-6E8A-4147-A177-3AD203B41FA5}">
                      <a16:colId xmlns:a16="http://schemas.microsoft.com/office/drawing/2014/main" val="2715060550"/>
                    </a:ext>
                  </a:extLst>
                </a:gridCol>
                <a:gridCol w="1219200">
                  <a:extLst>
                    <a:ext uri="{9D8B030D-6E8A-4147-A177-3AD203B41FA5}">
                      <a16:colId xmlns:a16="http://schemas.microsoft.com/office/drawing/2014/main" val="2912613272"/>
                    </a:ext>
                  </a:extLst>
                </a:gridCol>
                <a:gridCol w="1273629">
                  <a:extLst>
                    <a:ext uri="{9D8B030D-6E8A-4147-A177-3AD203B41FA5}">
                      <a16:colId xmlns:a16="http://schemas.microsoft.com/office/drawing/2014/main" val="1000541426"/>
                    </a:ext>
                  </a:extLst>
                </a:gridCol>
                <a:gridCol w="1207405">
                  <a:extLst>
                    <a:ext uri="{9D8B030D-6E8A-4147-A177-3AD203B41FA5}">
                      <a16:colId xmlns:a16="http://schemas.microsoft.com/office/drawing/2014/main" val="3399251179"/>
                    </a:ext>
                  </a:extLst>
                </a:gridCol>
              </a:tblGrid>
              <a:tr h="370840">
                <a:tc rowSpan="2" gridSpan="2">
                  <a:txBody>
                    <a:bodyPr/>
                    <a:lstStyle/>
                    <a:p>
                      <a:r>
                        <a:rPr lang="en-US" sz="1400" b="1" dirty="0">
                          <a:solidFill>
                            <a:schemeClr val="bg1"/>
                          </a:solidFill>
                        </a:rPr>
                        <a:t>Particulars</a:t>
                      </a:r>
                    </a:p>
                  </a:txBody>
                  <a:tcPr anchor="ctr">
                    <a:solidFill>
                      <a:srgbClr val="007CB0"/>
                    </a:solidFill>
                  </a:tcPr>
                </a:tc>
                <a:tc rowSpan="2" hMerge="1">
                  <a:txBody>
                    <a:bodyPr/>
                    <a:lstStyle/>
                    <a:p>
                      <a:pPr algn="ctr"/>
                      <a:endParaRPr lang="en-US" sz="1400" dirty="0"/>
                    </a:p>
                  </a:txBody>
                  <a:tcPr anchor="ctr"/>
                </a:tc>
                <a:tc gridSpan="5">
                  <a:txBody>
                    <a:bodyPr/>
                    <a:lstStyle/>
                    <a:p>
                      <a:pPr algn="ctr"/>
                      <a:r>
                        <a:rPr lang="en-US" sz="1400" b="1" dirty="0">
                          <a:solidFill>
                            <a:schemeClr val="bg1"/>
                          </a:solidFill>
                        </a:rPr>
                        <a:t>Scenarios of BOO Solar Tariff at Generation-end (constant BOO tariff for 25 years) (Rs/kWh)</a:t>
                      </a:r>
                    </a:p>
                  </a:txBody>
                  <a:tcPr anchor="ctr">
                    <a:solidFill>
                      <a:srgbClr val="007CB0"/>
                    </a:solidFill>
                  </a:tcPr>
                </a:tc>
                <a:tc hMerge="1">
                  <a:txBody>
                    <a:bodyPr/>
                    <a:lstStyle/>
                    <a:p>
                      <a:endParaRPr lang="en-US" sz="1400" dirty="0"/>
                    </a:p>
                  </a:txBody>
                  <a:tcPr/>
                </a:tc>
                <a:tc hMerge="1">
                  <a:txBody>
                    <a:bodyPr/>
                    <a:lstStyle/>
                    <a:p>
                      <a:endParaRPr lang="en-US" sz="1400"/>
                    </a:p>
                  </a:txBody>
                  <a:tcPr/>
                </a:tc>
                <a:tc hMerge="1">
                  <a:txBody>
                    <a:bodyPr/>
                    <a:lstStyle/>
                    <a:p>
                      <a:endParaRPr lang="en-US" sz="1400" dirty="0"/>
                    </a:p>
                  </a:txBody>
                  <a:tcPr/>
                </a:tc>
                <a:tc hMerge="1">
                  <a:txBody>
                    <a:bodyPr/>
                    <a:lstStyle/>
                    <a:p>
                      <a:endParaRPr lang="en-US" sz="1400" dirty="0"/>
                    </a:p>
                  </a:txBody>
                  <a:tcPr/>
                </a:tc>
                <a:extLst>
                  <a:ext uri="{0D108BD9-81ED-4DB2-BD59-A6C34878D82A}">
                    <a16:rowId xmlns:a16="http://schemas.microsoft.com/office/drawing/2014/main" val="3912856055"/>
                  </a:ext>
                </a:extLst>
              </a:tr>
              <a:tr h="370840">
                <a:tc gridSpan="2" vMerge="1">
                  <a:txBody>
                    <a:bodyPr/>
                    <a:lstStyle/>
                    <a:p>
                      <a:endParaRPr lang="en-US" sz="1400" dirty="0"/>
                    </a:p>
                  </a:txBody>
                  <a:tcPr anchor="ctr"/>
                </a:tc>
                <a:tc hMerge="1" vMerge="1">
                  <a:txBody>
                    <a:bodyPr/>
                    <a:lstStyle/>
                    <a:p>
                      <a:pPr algn="ctr"/>
                      <a:endParaRPr lang="en-US" sz="1400" dirty="0"/>
                    </a:p>
                  </a:txBody>
                  <a:tcPr anchor="ctr"/>
                </a:tc>
                <a:tc>
                  <a:txBody>
                    <a:bodyPr/>
                    <a:lstStyle/>
                    <a:p>
                      <a:pPr algn="ctr"/>
                      <a:r>
                        <a:rPr lang="en-US" sz="1400" b="1" dirty="0">
                          <a:solidFill>
                            <a:schemeClr val="bg1"/>
                          </a:solidFill>
                        </a:rPr>
                        <a:t>2.20</a:t>
                      </a:r>
                    </a:p>
                  </a:txBody>
                  <a:tcPr anchor="ctr">
                    <a:solidFill>
                      <a:srgbClr val="007CB0"/>
                    </a:solidFill>
                  </a:tcPr>
                </a:tc>
                <a:tc>
                  <a:txBody>
                    <a:bodyPr/>
                    <a:lstStyle/>
                    <a:p>
                      <a:pPr algn="ctr"/>
                      <a:r>
                        <a:rPr lang="en-US" sz="1400" b="1" dirty="0">
                          <a:solidFill>
                            <a:schemeClr val="bg1"/>
                          </a:solidFill>
                        </a:rPr>
                        <a:t>2.50</a:t>
                      </a:r>
                    </a:p>
                  </a:txBody>
                  <a:tcPr anchor="ctr">
                    <a:solidFill>
                      <a:srgbClr val="007CB0"/>
                    </a:solidFill>
                  </a:tcPr>
                </a:tc>
                <a:tc>
                  <a:txBody>
                    <a:bodyPr/>
                    <a:lstStyle/>
                    <a:p>
                      <a:pPr algn="ctr"/>
                      <a:r>
                        <a:rPr lang="en-US" sz="1400" b="1" dirty="0">
                          <a:solidFill>
                            <a:schemeClr val="bg1"/>
                          </a:solidFill>
                        </a:rPr>
                        <a:t>3.00</a:t>
                      </a:r>
                    </a:p>
                  </a:txBody>
                  <a:tcPr anchor="ctr">
                    <a:solidFill>
                      <a:srgbClr val="007CB0"/>
                    </a:solidFill>
                  </a:tcPr>
                </a:tc>
                <a:tc>
                  <a:txBody>
                    <a:bodyPr/>
                    <a:lstStyle/>
                    <a:p>
                      <a:pPr algn="ctr"/>
                      <a:r>
                        <a:rPr lang="en-US" sz="1400" b="1" dirty="0">
                          <a:solidFill>
                            <a:schemeClr val="bg1"/>
                          </a:solidFill>
                        </a:rPr>
                        <a:t>3.50</a:t>
                      </a:r>
                    </a:p>
                  </a:txBody>
                  <a:tcPr anchor="ctr">
                    <a:solidFill>
                      <a:srgbClr val="007CB0"/>
                    </a:solidFill>
                  </a:tcPr>
                </a:tc>
                <a:tc>
                  <a:txBody>
                    <a:bodyPr/>
                    <a:lstStyle/>
                    <a:p>
                      <a:pPr algn="ctr"/>
                      <a:r>
                        <a:rPr lang="en-US" sz="1400" b="1" dirty="0">
                          <a:solidFill>
                            <a:schemeClr val="bg1"/>
                          </a:solidFill>
                        </a:rPr>
                        <a:t>4.00</a:t>
                      </a:r>
                    </a:p>
                  </a:txBody>
                  <a:tcPr anchor="ctr">
                    <a:solidFill>
                      <a:srgbClr val="007CB0"/>
                    </a:solidFill>
                  </a:tcPr>
                </a:tc>
                <a:extLst>
                  <a:ext uri="{0D108BD9-81ED-4DB2-BD59-A6C34878D82A}">
                    <a16:rowId xmlns:a16="http://schemas.microsoft.com/office/drawing/2014/main" val="1776543782"/>
                  </a:ext>
                </a:extLst>
              </a:tr>
              <a:tr h="370840">
                <a:tc rowSpan="2">
                  <a:txBody>
                    <a:bodyPr/>
                    <a:lstStyle/>
                    <a:p>
                      <a:r>
                        <a:rPr lang="en-US" sz="1400" dirty="0"/>
                        <a:t>Landed cost of solar generation in CG (without ISTS-waiver)</a:t>
                      </a:r>
                    </a:p>
                  </a:txBody>
                  <a:tcPr anchor="ctr"/>
                </a:tc>
                <a:tc>
                  <a:txBody>
                    <a:bodyPr/>
                    <a:lstStyle/>
                    <a:p>
                      <a:pPr algn="ctr"/>
                      <a:r>
                        <a:rPr lang="en-US" sz="1400" dirty="0"/>
                        <a:t>Year-1</a:t>
                      </a:r>
                    </a:p>
                  </a:txBody>
                  <a:tcPr anchor="ctr"/>
                </a:tc>
                <a:tc>
                  <a:txBody>
                    <a:bodyPr/>
                    <a:lstStyle/>
                    <a:p>
                      <a:pPr algn="ctr"/>
                      <a:r>
                        <a:rPr lang="en-US" sz="1400" dirty="0"/>
                        <a:t>10.35</a:t>
                      </a:r>
                    </a:p>
                  </a:txBody>
                  <a:tcPr anchor="ctr"/>
                </a:tc>
                <a:tc>
                  <a:txBody>
                    <a:bodyPr/>
                    <a:lstStyle/>
                    <a:p>
                      <a:pPr algn="ctr"/>
                      <a:r>
                        <a:rPr lang="en-US" sz="1400" dirty="0"/>
                        <a:t>10.73</a:t>
                      </a:r>
                    </a:p>
                  </a:txBody>
                  <a:tcPr anchor="ctr"/>
                </a:tc>
                <a:tc>
                  <a:txBody>
                    <a:bodyPr/>
                    <a:lstStyle/>
                    <a:p>
                      <a:pPr algn="ctr"/>
                      <a:r>
                        <a:rPr lang="en-US" sz="1400" dirty="0"/>
                        <a:t>11.35</a:t>
                      </a:r>
                    </a:p>
                  </a:txBody>
                  <a:tcPr anchor="ctr"/>
                </a:tc>
                <a:tc>
                  <a:txBody>
                    <a:bodyPr/>
                    <a:lstStyle/>
                    <a:p>
                      <a:pPr algn="ctr"/>
                      <a:r>
                        <a:rPr lang="en-US" sz="1400" dirty="0"/>
                        <a:t>11.97</a:t>
                      </a:r>
                    </a:p>
                  </a:txBody>
                  <a:tcPr anchor="ctr"/>
                </a:tc>
                <a:tc>
                  <a:txBody>
                    <a:bodyPr/>
                    <a:lstStyle/>
                    <a:p>
                      <a:pPr algn="ctr"/>
                      <a:r>
                        <a:rPr lang="en-US" sz="1400" dirty="0"/>
                        <a:t>12.60</a:t>
                      </a:r>
                    </a:p>
                  </a:txBody>
                  <a:tcPr anchor="ctr"/>
                </a:tc>
                <a:extLst>
                  <a:ext uri="{0D108BD9-81ED-4DB2-BD59-A6C34878D82A}">
                    <a16:rowId xmlns:a16="http://schemas.microsoft.com/office/drawing/2014/main" val="313580633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18.54</a:t>
                      </a:r>
                    </a:p>
                  </a:txBody>
                  <a:tcPr anchor="ctr"/>
                </a:tc>
                <a:tc>
                  <a:txBody>
                    <a:bodyPr/>
                    <a:lstStyle/>
                    <a:p>
                      <a:pPr algn="ctr"/>
                      <a:r>
                        <a:rPr lang="en-US" sz="1400" dirty="0"/>
                        <a:t>18.92</a:t>
                      </a:r>
                    </a:p>
                  </a:txBody>
                  <a:tcPr anchor="ctr"/>
                </a:tc>
                <a:tc>
                  <a:txBody>
                    <a:bodyPr/>
                    <a:lstStyle/>
                    <a:p>
                      <a:pPr algn="ctr"/>
                      <a:r>
                        <a:rPr lang="en-US" sz="1400" dirty="0"/>
                        <a:t>19.54</a:t>
                      </a:r>
                    </a:p>
                  </a:txBody>
                  <a:tcPr anchor="ctr"/>
                </a:tc>
                <a:tc>
                  <a:txBody>
                    <a:bodyPr/>
                    <a:lstStyle/>
                    <a:p>
                      <a:pPr algn="ctr"/>
                      <a:r>
                        <a:rPr lang="en-US" sz="1400" dirty="0"/>
                        <a:t>20.16</a:t>
                      </a:r>
                    </a:p>
                  </a:txBody>
                  <a:tcPr anchor="ctr"/>
                </a:tc>
                <a:tc>
                  <a:txBody>
                    <a:bodyPr/>
                    <a:lstStyle/>
                    <a:p>
                      <a:pPr algn="ctr"/>
                      <a:r>
                        <a:rPr lang="en-US" sz="1400" dirty="0"/>
                        <a:t>20.79</a:t>
                      </a:r>
                    </a:p>
                  </a:txBody>
                  <a:tcPr anchor="ctr"/>
                </a:tc>
                <a:extLst>
                  <a:ext uri="{0D108BD9-81ED-4DB2-BD59-A6C34878D82A}">
                    <a16:rowId xmlns:a16="http://schemas.microsoft.com/office/drawing/2014/main" val="1506049795"/>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CG (with ISTS-waiver)</a:t>
                      </a:r>
                    </a:p>
                  </a:txBody>
                  <a:tcPr anchor="ctr"/>
                </a:tc>
                <a:tc>
                  <a:txBody>
                    <a:bodyPr/>
                    <a:lstStyle/>
                    <a:p>
                      <a:pPr algn="ctr"/>
                      <a:r>
                        <a:rPr lang="en-US" sz="1400" dirty="0"/>
                        <a:t>Year-1</a:t>
                      </a:r>
                    </a:p>
                  </a:txBody>
                  <a:tcPr anchor="ctr"/>
                </a:tc>
                <a:tc>
                  <a:txBody>
                    <a:bodyPr/>
                    <a:lstStyle/>
                    <a:p>
                      <a:pPr algn="ctr"/>
                      <a:r>
                        <a:rPr lang="en-US" sz="1400" dirty="0"/>
                        <a:t>6.42</a:t>
                      </a:r>
                    </a:p>
                  </a:txBody>
                  <a:tcPr anchor="ctr"/>
                </a:tc>
                <a:tc>
                  <a:txBody>
                    <a:bodyPr/>
                    <a:lstStyle/>
                    <a:p>
                      <a:pPr algn="ctr"/>
                      <a:r>
                        <a:rPr lang="en-US" sz="1400" dirty="0"/>
                        <a:t>6.79</a:t>
                      </a:r>
                    </a:p>
                  </a:txBody>
                  <a:tcPr anchor="ctr"/>
                </a:tc>
                <a:tc>
                  <a:txBody>
                    <a:bodyPr/>
                    <a:lstStyle/>
                    <a:p>
                      <a:pPr algn="ctr"/>
                      <a:r>
                        <a:rPr lang="en-US" sz="1400" dirty="0"/>
                        <a:t>7.42</a:t>
                      </a:r>
                    </a:p>
                  </a:txBody>
                  <a:tcPr anchor="ctr"/>
                </a:tc>
                <a:tc>
                  <a:txBody>
                    <a:bodyPr/>
                    <a:lstStyle/>
                    <a:p>
                      <a:pPr algn="ctr"/>
                      <a:r>
                        <a:rPr lang="en-US" sz="1400" dirty="0"/>
                        <a:t>8.04</a:t>
                      </a:r>
                    </a:p>
                  </a:txBody>
                  <a:tcPr anchor="ctr"/>
                </a:tc>
                <a:tc>
                  <a:txBody>
                    <a:bodyPr/>
                    <a:lstStyle/>
                    <a:p>
                      <a:pPr algn="ctr"/>
                      <a:r>
                        <a:rPr lang="en-US" sz="1400" dirty="0"/>
                        <a:t>8.67</a:t>
                      </a:r>
                    </a:p>
                  </a:txBody>
                  <a:tcPr anchor="ctr"/>
                </a:tc>
                <a:extLst>
                  <a:ext uri="{0D108BD9-81ED-4DB2-BD59-A6C34878D82A}">
                    <a16:rowId xmlns:a16="http://schemas.microsoft.com/office/drawing/2014/main" val="384748554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9.73</a:t>
                      </a:r>
                    </a:p>
                  </a:txBody>
                  <a:tcPr anchor="ctr"/>
                </a:tc>
                <a:tc>
                  <a:txBody>
                    <a:bodyPr/>
                    <a:lstStyle/>
                    <a:p>
                      <a:pPr algn="ctr"/>
                      <a:r>
                        <a:rPr lang="en-US" sz="1400" dirty="0"/>
                        <a:t>10.10</a:t>
                      </a:r>
                    </a:p>
                  </a:txBody>
                  <a:tcPr anchor="ctr"/>
                </a:tc>
                <a:tc>
                  <a:txBody>
                    <a:bodyPr/>
                    <a:lstStyle/>
                    <a:p>
                      <a:pPr algn="ctr"/>
                      <a:r>
                        <a:rPr lang="en-US" sz="1400" dirty="0"/>
                        <a:t>10.73</a:t>
                      </a:r>
                    </a:p>
                  </a:txBody>
                  <a:tcPr anchor="ctr"/>
                </a:tc>
                <a:tc>
                  <a:txBody>
                    <a:bodyPr/>
                    <a:lstStyle/>
                    <a:p>
                      <a:pPr algn="ctr"/>
                      <a:r>
                        <a:rPr lang="en-US" sz="1400" dirty="0"/>
                        <a:t>11.35</a:t>
                      </a:r>
                    </a:p>
                  </a:txBody>
                  <a:tcPr anchor="ctr"/>
                </a:tc>
                <a:tc>
                  <a:txBody>
                    <a:bodyPr/>
                    <a:lstStyle/>
                    <a:p>
                      <a:pPr algn="ctr"/>
                      <a:r>
                        <a:rPr lang="en-US" sz="1400" dirty="0"/>
                        <a:t>11.98</a:t>
                      </a:r>
                    </a:p>
                  </a:txBody>
                  <a:tcPr anchor="ctr"/>
                </a:tc>
                <a:extLst>
                  <a:ext uri="{0D108BD9-81ED-4DB2-BD59-A6C34878D82A}">
                    <a16:rowId xmlns:a16="http://schemas.microsoft.com/office/drawing/2014/main" val="3667147754"/>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a:t>
                      </a:r>
                    </a:p>
                  </a:txBody>
                  <a:tcPr anchor="ctr"/>
                </a:tc>
                <a:tc>
                  <a:txBody>
                    <a:bodyPr/>
                    <a:lstStyle/>
                    <a:p>
                      <a:pPr algn="ctr"/>
                      <a:r>
                        <a:rPr lang="en-US" sz="1400" dirty="0"/>
                        <a:t>Year-1</a:t>
                      </a:r>
                    </a:p>
                  </a:txBody>
                  <a:tcPr anchor="ctr"/>
                </a:tc>
                <a:tc>
                  <a:txBody>
                    <a:bodyPr/>
                    <a:lstStyle/>
                    <a:p>
                      <a:pPr algn="ctr"/>
                      <a:r>
                        <a:rPr lang="en-US" sz="1400" dirty="0"/>
                        <a:t>7.00</a:t>
                      </a:r>
                    </a:p>
                  </a:txBody>
                  <a:tcPr anchor="ctr"/>
                </a:tc>
                <a:tc>
                  <a:txBody>
                    <a:bodyPr/>
                    <a:lstStyle/>
                    <a:p>
                      <a:pPr algn="ctr"/>
                      <a:r>
                        <a:rPr lang="en-US" sz="1400" dirty="0"/>
                        <a:t>7.33</a:t>
                      </a:r>
                    </a:p>
                  </a:txBody>
                  <a:tcPr anchor="ctr"/>
                </a:tc>
                <a:tc>
                  <a:txBody>
                    <a:bodyPr/>
                    <a:lstStyle/>
                    <a:p>
                      <a:pPr algn="ctr"/>
                      <a:r>
                        <a:rPr lang="en-US" sz="1400" dirty="0"/>
                        <a:t>7.88</a:t>
                      </a:r>
                    </a:p>
                  </a:txBody>
                  <a:tcPr anchor="ctr"/>
                </a:tc>
                <a:tc>
                  <a:txBody>
                    <a:bodyPr/>
                    <a:lstStyle/>
                    <a:p>
                      <a:pPr algn="ctr"/>
                      <a:r>
                        <a:rPr lang="en-US" sz="1400" dirty="0"/>
                        <a:t>8.43</a:t>
                      </a:r>
                    </a:p>
                  </a:txBody>
                  <a:tcPr anchor="ctr"/>
                </a:tc>
                <a:tc>
                  <a:txBody>
                    <a:bodyPr/>
                    <a:lstStyle/>
                    <a:p>
                      <a:pPr algn="ctr"/>
                      <a:r>
                        <a:rPr lang="en-US" sz="1400" dirty="0"/>
                        <a:t>9.07</a:t>
                      </a:r>
                    </a:p>
                  </a:txBody>
                  <a:tcPr anchor="ctr"/>
                </a:tc>
                <a:extLst>
                  <a:ext uri="{0D108BD9-81ED-4DB2-BD59-A6C34878D82A}">
                    <a16:rowId xmlns:a16="http://schemas.microsoft.com/office/drawing/2014/main" val="1795015083"/>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13.05</a:t>
                      </a:r>
                    </a:p>
                  </a:txBody>
                  <a:tcPr anchor="ctr"/>
                </a:tc>
                <a:tc>
                  <a:txBody>
                    <a:bodyPr/>
                    <a:lstStyle/>
                    <a:p>
                      <a:pPr algn="ctr"/>
                      <a:r>
                        <a:rPr lang="en-US" sz="1400" dirty="0"/>
                        <a:t>13.38</a:t>
                      </a:r>
                    </a:p>
                  </a:txBody>
                  <a:tcPr anchor="ctr"/>
                </a:tc>
                <a:tc>
                  <a:txBody>
                    <a:bodyPr/>
                    <a:lstStyle/>
                    <a:p>
                      <a:pPr algn="ctr"/>
                      <a:r>
                        <a:rPr lang="en-US" sz="1400" dirty="0"/>
                        <a:t>13.93</a:t>
                      </a:r>
                    </a:p>
                  </a:txBody>
                  <a:tcPr anchor="ctr"/>
                </a:tc>
                <a:tc>
                  <a:txBody>
                    <a:bodyPr/>
                    <a:lstStyle/>
                    <a:p>
                      <a:pPr algn="ctr"/>
                      <a:r>
                        <a:rPr lang="en-US" sz="1400" dirty="0"/>
                        <a:t>14.48</a:t>
                      </a:r>
                    </a:p>
                  </a:txBody>
                  <a:tcPr anchor="ctr"/>
                </a:tc>
                <a:tc>
                  <a:txBody>
                    <a:bodyPr/>
                    <a:lstStyle/>
                    <a:p>
                      <a:pPr algn="ctr"/>
                      <a:r>
                        <a:rPr lang="en-US" sz="1400" dirty="0"/>
                        <a:t>15.03</a:t>
                      </a:r>
                    </a:p>
                  </a:txBody>
                  <a:tcPr anchor="ctr"/>
                </a:tc>
                <a:extLst>
                  <a:ext uri="{0D108BD9-81ED-4DB2-BD59-A6C34878D82A}">
                    <a16:rowId xmlns:a16="http://schemas.microsoft.com/office/drawing/2014/main" val="2797818262"/>
                  </a:ext>
                </a:extLst>
              </a:tr>
            </a:tbl>
          </a:graphicData>
        </a:graphic>
      </p:graphicFrame>
    </p:spTree>
    <p:extLst>
      <p:ext uri="{BB962C8B-B14F-4D97-AF65-F5344CB8AC3E}">
        <p14:creationId xmlns:p14="http://schemas.microsoft.com/office/powerpoint/2010/main" val="3860322450"/>
      </p:ext>
    </p:extLst>
  </p:cSld>
  <p:clrMapOvr>
    <a:masterClrMapping/>
  </p:clrMapOvr>
  <p:transition>
    <p:fade/>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Landed Cost of Solar Energy under BOO-mode (Rs/kWh)</a:t>
            </a:r>
            <a:endParaRPr lang="en-GB" sz="2800" b="1" dirty="0"/>
          </a:p>
        </p:txBody>
      </p:sp>
      <p:sp>
        <p:nvSpPr>
          <p:cNvPr id="4" name="Rectangle 3"/>
          <p:cNvSpPr/>
          <p:nvPr/>
        </p:nvSpPr>
        <p:spPr>
          <a:xfrm>
            <a:off x="413785" y="561838"/>
            <a:ext cx="9546644" cy="400110"/>
          </a:xfrm>
          <a:prstGeom prst="rect">
            <a:avLst/>
          </a:prstGeom>
        </p:spPr>
        <p:txBody>
          <a:bodyPr wrap="square">
            <a:spAutoFit/>
          </a:bodyPr>
          <a:lstStyle/>
          <a:p>
            <a:r>
              <a:rPr lang="pt-BR" sz="2000" b="1" dirty="0">
                <a:solidFill>
                  <a:schemeClr val="accent3"/>
                </a:solidFill>
                <a:latin typeface="Calibri"/>
              </a:rPr>
              <a:t>For Option 3: </a:t>
            </a:r>
            <a:r>
              <a:rPr lang="en-US" sz="2000" b="1" dirty="0">
                <a:solidFill>
                  <a:schemeClr val="accent3"/>
                </a:solidFill>
                <a:latin typeface="Calibri"/>
              </a:rPr>
              <a:t>CG demand met by capacity in CG, MP demand met by capacity in MP</a:t>
            </a:r>
          </a:p>
        </p:txBody>
      </p:sp>
      <p:graphicFrame>
        <p:nvGraphicFramePr>
          <p:cNvPr id="3" name="Table 4">
            <a:extLst>
              <a:ext uri="{FF2B5EF4-FFF2-40B4-BE49-F238E27FC236}">
                <a16:creationId xmlns:a16="http://schemas.microsoft.com/office/drawing/2014/main" id="{E49D655B-7D7D-4F2E-982E-51259C7D7E76}"/>
              </a:ext>
            </a:extLst>
          </p:cNvPr>
          <p:cNvGraphicFramePr>
            <a:graphicFrameLocks noGrp="1"/>
          </p:cNvGraphicFramePr>
          <p:nvPr/>
        </p:nvGraphicFramePr>
        <p:xfrm>
          <a:off x="534308" y="1340152"/>
          <a:ext cx="11156040" cy="2372360"/>
        </p:xfrm>
        <a:graphic>
          <a:graphicData uri="http://schemas.openxmlformats.org/drawingml/2006/table">
            <a:tbl>
              <a:tblPr>
                <a:tableStyleId>{93296810-A885-4BE3-A3E7-6D5BEEA58F35}</a:tableStyleId>
              </a:tblPr>
              <a:tblGrid>
                <a:gridCol w="3994149">
                  <a:extLst>
                    <a:ext uri="{9D8B030D-6E8A-4147-A177-3AD203B41FA5}">
                      <a16:colId xmlns:a16="http://schemas.microsoft.com/office/drawing/2014/main" val="3695535408"/>
                    </a:ext>
                  </a:extLst>
                </a:gridCol>
                <a:gridCol w="1045029">
                  <a:extLst>
                    <a:ext uri="{9D8B030D-6E8A-4147-A177-3AD203B41FA5}">
                      <a16:colId xmlns:a16="http://schemas.microsoft.com/office/drawing/2014/main" val="2195372730"/>
                    </a:ext>
                  </a:extLst>
                </a:gridCol>
                <a:gridCol w="1143000">
                  <a:extLst>
                    <a:ext uri="{9D8B030D-6E8A-4147-A177-3AD203B41FA5}">
                      <a16:colId xmlns:a16="http://schemas.microsoft.com/office/drawing/2014/main" val="2413277946"/>
                    </a:ext>
                  </a:extLst>
                </a:gridCol>
                <a:gridCol w="1273628">
                  <a:extLst>
                    <a:ext uri="{9D8B030D-6E8A-4147-A177-3AD203B41FA5}">
                      <a16:colId xmlns:a16="http://schemas.microsoft.com/office/drawing/2014/main" val="2715060550"/>
                    </a:ext>
                  </a:extLst>
                </a:gridCol>
                <a:gridCol w="1219200">
                  <a:extLst>
                    <a:ext uri="{9D8B030D-6E8A-4147-A177-3AD203B41FA5}">
                      <a16:colId xmlns:a16="http://schemas.microsoft.com/office/drawing/2014/main" val="2912613272"/>
                    </a:ext>
                  </a:extLst>
                </a:gridCol>
                <a:gridCol w="1273629">
                  <a:extLst>
                    <a:ext uri="{9D8B030D-6E8A-4147-A177-3AD203B41FA5}">
                      <a16:colId xmlns:a16="http://schemas.microsoft.com/office/drawing/2014/main" val="1000541426"/>
                    </a:ext>
                  </a:extLst>
                </a:gridCol>
                <a:gridCol w="1207405">
                  <a:extLst>
                    <a:ext uri="{9D8B030D-6E8A-4147-A177-3AD203B41FA5}">
                      <a16:colId xmlns:a16="http://schemas.microsoft.com/office/drawing/2014/main" val="3399251179"/>
                    </a:ext>
                  </a:extLst>
                </a:gridCol>
              </a:tblGrid>
              <a:tr h="370840">
                <a:tc rowSpan="2" gridSpan="2">
                  <a:txBody>
                    <a:bodyPr/>
                    <a:lstStyle/>
                    <a:p>
                      <a:r>
                        <a:rPr lang="en-US" sz="1400" b="1" dirty="0">
                          <a:solidFill>
                            <a:schemeClr val="bg1"/>
                          </a:solidFill>
                        </a:rPr>
                        <a:t>Particulars</a:t>
                      </a:r>
                    </a:p>
                  </a:txBody>
                  <a:tcPr anchor="ctr">
                    <a:solidFill>
                      <a:srgbClr val="007CB0"/>
                    </a:solidFill>
                  </a:tcPr>
                </a:tc>
                <a:tc rowSpan="2" hMerge="1">
                  <a:txBody>
                    <a:bodyPr/>
                    <a:lstStyle/>
                    <a:p>
                      <a:pPr algn="ctr"/>
                      <a:endParaRPr lang="en-US" sz="1400" dirty="0"/>
                    </a:p>
                  </a:txBody>
                  <a:tcPr anchor="ctr"/>
                </a:tc>
                <a:tc gridSpan="5">
                  <a:txBody>
                    <a:bodyPr/>
                    <a:lstStyle/>
                    <a:p>
                      <a:pPr algn="ctr"/>
                      <a:r>
                        <a:rPr lang="en-US" sz="1400" b="1" dirty="0">
                          <a:solidFill>
                            <a:schemeClr val="bg1"/>
                          </a:solidFill>
                        </a:rPr>
                        <a:t>Scenarios of BOO Solar Tariff at Generation-end (constant BOO tariff for 25 years) (Rs/kWh)</a:t>
                      </a:r>
                    </a:p>
                  </a:txBody>
                  <a:tcPr anchor="ctr">
                    <a:solidFill>
                      <a:srgbClr val="007CB0"/>
                    </a:solidFill>
                  </a:tcPr>
                </a:tc>
                <a:tc hMerge="1">
                  <a:txBody>
                    <a:bodyPr/>
                    <a:lstStyle/>
                    <a:p>
                      <a:endParaRPr lang="en-US" sz="1400" dirty="0"/>
                    </a:p>
                  </a:txBody>
                  <a:tcPr/>
                </a:tc>
                <a:tc hMerge="1">
                  <a:txBody>
                    <a:bodyPr/>
                    <a:lstStyle/>
                    <a:p>
                      <a:endParaRPr lang="en-US" sz="1400"/>
                    </a:p>
                  </a:txBody>
                  <a:tcPr/>
                </a:tc>
                <a:tc hMerge="1">
                  <a:txBody>
                    <a:bodyPr/>
                    <a:lstStyle/>
                    <a:p>
                      <a:endParaRPr lang="en-US" sz="1400" dirty="0"/>
                    </a:p>
                  </a:txBody>
                  <a:tcPr/>
                </a:tc>
                <a:tc hMerge="1">
                  <a:txBody>
                    <a:bodyPr/>
                    <a:lstStyle/>
                    <a:p>
                      <a:endParaRPr lang="en-US" sz="1400" dirty="0"/>
                    </a:p>
                  </a:txBody>
                  <a:tcPr/>
                </a:tc>
                <a:extLst>
                  <a:ext uri="{0D108BD9-81ED-4DB2-BD59-A6C34878D82A}">
                    <a16:rowId xmlns:a16="http://schemas.microsoft.com/office/drawing/2014/main" val="3912856055"/>
                  </a:ext>
                </a:extLst>
              </a:tr>
              <a:tr h="370840">
                <a:tc gridSpan="2" vMerge="1">
                  <a:txBody>
                    <a:bodyPr/>
                    <a:lstStyle/>
                    <a:p>
                      <a:endParaRPr lang="en-US" sz="1400" dirty="0"/>
                    </a:p>
                  </a:txBody>
                  <a:tcPr anchor="ctr"/>
                </a:tc>
                <a:tc hMerge="1" vMerge="1">
                  <a:txBody>
                    <a:bodyPr/>
                    <a:lstStyle/>
                    <a:p>
                      <a:pPr algn="ctr"/>
                      <a:endParaRPr lang="en-US" sz="1400" dirty="0"/>
                    </a:p>
                  </a:txBody>
                  <a:tcPr anchor="ctr"/>
                </a:tc>
                <a:tc>
                  <a:txBody>
                    <a:bodyPr/>
                    <a:lstStyle/>
                    <a:p>
                      <a:pPr algn="ctr"/>
                      <a:r>
                        <a:rPr lang="en-US" sz="1400" b="1" dirty="0">
                          <a:solidFill>
                            <a:schemeClr val="bg1"/>
                          </a:solidFill>
                        </a:rPr>
                        <a:t>2.20</a:t>
                      </a:r>
                    </a:p>
                  </a:txBody>
                  <a:tcPr anchor="ctr">
                    <a:solidFill>
                      <a:srgbClr val="007CB0"/>
                    </a:solidFill>
                  </a:tcPr>
                </a:tc>
                <a:tc>
                  <a:txBody>
                    <a:bodyPr/>
                    <a:lstStyle/>
                    <a:p>
                      <a:pPr algn="ctr"/>
                      <a:r>
                        <a:rPr lang="en-US" sz="1400" b="1" dirty="0">
                          <a:solidFill>
                            <a:schemeClr val="bg1"/>
                          </a:solidFill>
                        </a:rPr>
                        <a:t>2.50</a:t>
                      </a:r>
                    </a:p>
                  </a:txBody>
                  <a:tcPr anchor="ctr">
                    <a:solidFill>
                      <a:srgbClr val="007CB0"/>
                    </a:solidFill>
                  </a:tcPr>
                </a:tc>
                <a:tc>
                  <a:txBody>
                    <a:bodyPr/>
                    <a:lstStyle/>
                    <a:p>
                      <a:pPr algn="ctr"/>
                      <a:r>
                        <a:rPr lang="en-US" sz="1400" b="1" dirty="0">
                          <a:solidFill>
                            <a:schemeClr val="bg1"/>
                          </a:solidFill>
                        </a:rPr>
                        <a:t>3.00</a:t>
                      </a:r>
                    </a:p>
                  </a:txBody>
                  <a:tcPr anchor="ctr">
                    <a:solidFill>
                      <a:srgbClr val="007CB0"/>
                    </a:solidFill>
                  </a:tcPr>
                </a:tc>
                <a:tc>
                  <a:txBody>
                    <a:bodyPr/>
                    <a:lstStyle/>
                    <a:p>
                      <a:pPr algn="ctr"/>
                      <a:r>
                        <a:rPr lang="en-US" sz="1400" b="1" dirty="0">
                          <a:solidFill>
                            <a:schemeClr val="bg1"/>
                          </a:solidFill>
                        </a:rPr>
                        <a:t>3.50</a:t>
                      </a:r>
                    </a:p>
                  </a:txBody>
                  <a:tcPr anchor="ctr">
                    <a:solidFill>
                      <a:srgbClr val="007CB0"/>
                    </a:solidFill>
                  </a:tcPr>
                </a:tc>
                <a:tc>
                  <a:txBody>
                    <a:bodyPr/>
                    <a:lstStyle/>
                    <a:p>
                      <a:pPr algn="ctr"/>
                      <a:r>
                        <a:rPr lang="en-US" sz="1400" b="1" dirty="0">
                          <a:solidFill>
                            <a:schemeClr val="bg1"/>
                          </a:solidFill>
                        </a:rPr>
                        <a:t>4.00</a:t>
                      </a:r>
                    </a:p>
                  </a:txBody>
                  <a:tcPr anchor="ctr">
                    <a:solidFill>
                      <a:srgbClr val="007CB0"/>
                    </a:solidFill>
                  </a:tcPr>
                </a:tc>
                <a:extLst>
                  <a:ext uri="{0D108BD9-81ED-4DB2-BD59-A6C34878D82A}">
                    <a16:rowId xmlns:a16="http://schemas.microsoft.com/office/drawing/2014/main" val="1776543782"/>
                  </a:ext>
                </a:extLst>
              </a:tr>
              <a:tr h="370840">
                <a:tc rowSpan="2">
                  <a:txBody>
                    <a:bodyPr/>
                    <a:lstStyle/>
                    <a:p>
                      <a:r>
                        <a:rPr lang="en-US" sz="1400" dirty="0"/>
                        <a:t>Landed cost of solar generation in CG</a:t>
                      </a:r>
                    </a:p>
                  </a:txBody>
                  <a:tcPr anchor="ctr"/>
                </a:tc>
                <a:tc>
                  <a:txBody>
                    <a:bodyPr/>
                    <a:lstStyle/>
                    <a:p>
                      <a:pPr algn="ctr"/>
                      <a:r>
                        <a:rPr lang="en-US" sz="1400" dirty="0"/>
                        <a:t>Year-1</a:t>
                      </a:r>
                    </a:p>
                  </a:txBody>
                  <a:tcPr anchor="ctr"/>
                </a:tc>
                <a:tc>
                  <a:txBody>
                    <a:bodyPr/>
                    <a:lstStyle/>
                    <a:p>
                      <a:pPr algn="ctr"/>
                      <a:r>
                        <a:rPr lang="en-US" sz="1400" dirty="0"/>
                        <a:t>2.45</a:t>
                      </a:r>
                    </a:p>
                  </a:txBody>
                  <a:tcPr anchor="ctr"/>
                </a:tc>
                <a:tc>
                  <a:txBody>
                    <a:bodyPr/>
                    <a:lstStyle/>
                    <a:p>
                      <a:pPr algn="ctr"/>
                      <a:r>
                        <a:rPr lang="en-US" sz="1400" dirty="0"/>
                        <a:t>2.77</a:t>
                      </a:r>
                    </a:p>
                  </a:txBody>
                  <a:tcPr anchor="ctr"/>
                </a:tc>
                <a:tc>
                  <a:txBody>
                    <a:bodyPr/>
                    <a:lstStyle/>
                    <a:p>
                      <a:pPr algn="ctr"/>
                      <a:r>
                        <a:rPr lang="en-US" sz="1400" dirty="0"/>
                        <a:t>3.30</a:t>
                      </a:r>
                    </a:p>
                  </a:txBody>
                  <a:tcPr anchor="ctr"/>
                </a:tc>
                <a:tc>
                  <a:txBody>
                    <a:bodyPr/>
                    <a:lstStyle/>
                    <a:p>
                      <a:pPr algn="ctr"/>
                      <a:r>
                        <a:rPr lang="en-US" sz="1400" dirty="0"/>
                        <a:t>3.84</a:t>
                      </a:r>
                    </a:p>
                  </a:txBody>
                  <a:tcPr anchor="ctr"/>
                </a:tc>
                <a:tc>
                  <a:txBody>
                    <a:bodyPr/>
                    <a:lstStyle/>
                    <a:p>
                      <a:pPr algn="ctr"/>
                      <a:r>
                        <a:rPr lang="en-US" sz="1400" dirty="0"/>
                        <a:t>4.37</a:t>
                      </a:r>
                    </a:p>
                  </a:txBody>
                  <a:tcPr anchor="ctr"/>
                </a:tc>
                <a:extLst>
                  <a:ext uri="{0D108BD9-81ED-4DB2-BD59-A6C34878D82A}">
                    <a16:rowId xmlns:a16="http://schemas.microsoft.com/office/drawing/2014/main" val="313580633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2.45</a:t>
                      </a:r>
                    </a:p>
                  </a:txBody>
                  <a:tcPr anchor="ctr"/>
                </a:tc>
                <a:tc>
                  <a:txBody>
                    <a:bodyPr/>
                    <a:lstStyle/>
                    <a:p>
                      <a:pPr algn="ctr"/>
                      <a:r>
                        <a:rPr lang="en-US" sz="1400" dirty="0"/>
                        <a:t>2.77</a:t>
                      </a:r>
                    </a:p>
                  </a:txBody>
                  <a:tcPr anchor="ctr"/>
                </a:tc>
                <a:tc>
                  <a:txBody>
                    <a:bodyPr/>
                    <a:lstStyle/>
                    <a:p>
                      <a:pPr algn="ctr"/>
                      <a:r>
                        <a:rPr lang="en-US" sz="1400" dirty="0"/>
                        <a:t>3.30</a:t>
                      </a:r>
                    </a:p>
                  </a:txBody>
                  <a:tcPr anchor="ctr"/>
                </a:tc>
                <a:tc>
                  <a:txBody>
                    <a:bodyPr/>
                    <a:lstStyle/>
                    <a:p>
                      <a:pPr algn="ctr"/>
                      <a:r>
                        <a:rPr lang="en-US" sz="1400" dirty="0"/>
                        <a:t>3.84</a:t>
                      </a:r>
                    </a:p>
                  </a:txBody>
                  <a:tcPr anchor="ctr"/>
                </a:tc>
                <a:tc>
                  <a:txBody>
                    <a:bodyPr/>
                    <a:lstStyle/>
                    <a:p>
                      <a:pPr algn="ctr"/>
                      <a:r>
                        <a:rPr lang="en-US" sz="1400" dirty="0"/>
                        <a:t>4.37</a:t>
                      </a:r>
                    </a:p>
                  </a:txBody>
                  <a:tcPr anchor="ctr"/>
                </a:tc>
                <a:extLst>
                  <a:ext uri="{0D108BD9-81ED-4DB2-BD59-A6C34878D82A}">
                    <a16:rowId xmlns:a16="http://schemas.microsoft.com/office/drawing/2014/main" val="1506049795"/>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a:t>
                      </a:r>
                    </a:p>
                  </a:txBody>
                  <a:tcPr anchor="ctr"/>
                </a:tc>
                <a:tc>
                  <a:txBody>
                    <a:bodyPr/>
                    <a:lstStyle/>
                    <a:p>
                      <a:pPr algn="ctr"/>
                      <a:r>
                        <a:rPr lang="en-US" sz="1400" dirty="0"/>
                        <a:t>Year-1</a:t>
                      </a:r>
                    </a:p>
                  </a:txBody>
                  <a:tcPr anchor="ctr"/>
                </a:tc>
                <a:tc>
                  <a:txBody>
                    <a:bodyPr/>
                    <a:lstStyle/>
                    <a:p>
                      <a:pPr algn="ctr"/>
                      <a:r>
                        <a:rPr lang="en-US" sz="1400" dirty="0"/>
                        <a:t>7.00</a:t>
                      </a:r>
                    </a:p>
                  </a:txBody>
                  <a:tcPr anchor="ctr"/>
                </a:tc>
                <a:tc>
                  <a:txBody>
                    <a:bodyPr/>
                    <a:lstStyle/>
                    <a:p>
                      <a:pPr algn="ctr"/>
                      <a:r>
                        <a:rPr lang="en-US" sz="1400" dirty="0"/>
                        <a:t>7.33</a:t>
                      </a:r>
                    </a:p>
                  </a:txBody>
                  <a:tcPr anchor="ctr"/>
                </a:tc>
                <a:tc>
                  <a:txBody>
                    <a:bodyPr/>
                    <a:lstStyle/>
                    <a:p>
                      <a:pPr algn="ctr"/>
                      <a:r>
                        <a:rPr lang="en-US" sz="1400" dirty="0"/>
                        <a:t>7.88</a:t>
                      </a:r>
                    </a:p>
                  </a:txBody>
                  <a:tcPr anchor="ctr"/>
                </a:tc>
                <a:tc>
                  <a:txBody>
                    <a:bodyPr/>
                    <a:lstStyle/>
                    <a:p>
                      <a:pPr algn="ctr"/>
                      <a:r>
                        <a:rPr lang="en-US" sz="1400" dirty="0"/>
                        <a:t>8.43</a:t>
                      </a:r>
                    </a:p>
                  </a:txBody>
                  <a:tcPr anchor="ctr"/>
                </a:tc>
                <a:tc>
                  <a:txBody>
                    <a:bodyPr/>
                    <a:lstStyle/>
                    <a:p>
                      <a:pPr algn="ctr"/>
                      <a:r>
                        <a:rPr lang="en-US" sz="1400" dirty="0"/>
                        <a:t>8.98</a:t>
                      </a:r>
                    </a:p>
                  </a:txBody>
                  <a:tcPr anchor="ctr"/>
                </a:tc>
                <a:extLst>
                  <a:ext uri="{0D108BD9-81ED-4DB2-BD59-A6C34878D82A}">
                    <a16:rowId xmlns:a16="http://schemas.microsoft.com/office/drawing/2014/main" val="1795015083"/>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13.05</a:t>
                      </a:r>
                    </a:p>
                  </a:txBody>
                  <a:tcPr anchor="ctr"/>
                </a:tc>
                <a:tc>
                  <a:txBody>
                    <a:bodyPr/>
                    <a:lstStyle/>
                    <a:p>
                      <a:pPr algn="ctr"/>
                      <a:r>
                        <a:rPr lang="en-US" sz="1400" dirty="0"/>
                        <a:t>13.38</a:t>
                      </a:r>
                    </a:p>
                  </a:txBody>
                  <a:tcPr anchor="ctr"/>
                </a:tc>
                <a:tc>
                  <a:txBody>
                    <a:bodyPr/>
                    <a:lstStyle/>
                    <a:p>
                      <a:pPr algn="ctr"/>
                      <a:r>
                        <a:rPr lang="en-US" sz="1400" dirty="0"/>
                        <a:t>13.93</a:t>
                      </a:r>
                    </a:p>
                  </a:txBody>
                  <a:tcPr anchor="ctr"/>
                </a:tc>
                <a:tc>
                  <a:txBody>
                    <a:bodyPr/>
                    <a:lstStyle/>
                    <a:p>
                      <a:pPr algn="ctr"/>
                      <a:r>
                        <a:rPr lang="en-US" sz="1400" dirty="0"/>
                        <a:t>14.48</a:t>
                      </a:r>
                    </a:p>
                  </a:txBody>
                  <a:tcPr anchor="ctr"/>
                </a:tc>
                <a:tc>
                  <a:txBody>
                    <a:bodyPr/>
                    <a:lstStyle/>
                    <a:p>
                      <a:pPr algn="ctr"/>
                      <a:r>
                        <a:rPr lang="en-US" sz="1400" dirty="0"/>
                        <a:t>15.03</a:t>
                      </a:r>
                    </a:p>
                  </a:txBody>
                  <a:tcPr anchor="ctr"/>
                </a:tc>
                <a:extLst>
                  <a:ext uri="{0D108BD9-81ED-4DB2-BD59-A6C34878D82A}">
                    <a16:rowId xmlns:a16="http://schemas.microsoft.com/office/drawing/2014/main" val="2797818262"/>
                  </a:ext>
                </a:extLst>
              </a:tr>
            </a:tbl>
          </a:graphicData>
        </a:graphic>
      </p:graphicFrame>
    </p:spTree>
    <p:extLst>
      <p:ext uri="{BB962C8B-B14F-4D97-AF65-F5344CB8AC3E}">
        <p14:creationId xmlns:p14="http://schemas.microsoft.com/office/powerpoint/2010/main" val="2552129914"/>
      </p:ext>
    </p:extLst>
  </p:cSld>
  <p:clrMapOvr>
    <a:masterClrMapping/>
  </p:clrMapOvr>
  <p:transition>
    <p:fade/>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01650" y="134620"/>
            <a:ext cx="11188700" cy="334099"/>
          </a:xfrm>
          <a:noFill/>
        </p:spPr>
        <p:txBody>
          <a:bodyPr/>
          <a:lstStyle/>
          <a:p>
            <a:r>
              <a:rPr lang="en-US" sz="2800" b="1" dirty="0"/>
              <a:t>Landed Cost of Solar Energy under GOI Scheme (Rs/kWh)</a:t>
            </a:r>
            <a:endParaRPr lang="en-GB" sz="2800" b="1" dirty="0"/>
          </a:p>
        </p:txBody>
      </p:sp>
      <p:sp>
        <p:nvSpPr>
          <p:cNvPr id="4" name="Rectangle 3"/>
          <p:cNvSpPr/>
          <p:nvPr/>
        </p:nvSpPr>
        <p:spPr>
          <a:xfrm>
            <a:off x="413784" y="561838"/>
            <a:ext cx="11276563" cy="707886"/>
          </a:xfrm>
          <a:prstGeom prst="rect">
            <a:avLst/>
          </a:prstGeom>
        </p:spPr>
        <p:txBody>
          <a:bodyPr wrap="square">
            <a:spAutoFit/>
          </a:bodyPr>
          <a:lstStyle/>
          <a:p>
            <a:r>
              <a:rPr lang="pt-BR" sz="2000" b="1" dirty="0">
                <a:solidFill>
                  <a:schemeClr val="accent3"/>
                </a:solidFill>
                <a:latin typeface="Calibri"/>
              </a:rPr>
              <a:t>For Option 3: </a:t>
            </a:r>
            <a:r>
              <a:rPr lang="en-US" sz="2000" b="1" dirty="0">
                <a:solidFill>
                  <a:schemeClr val="accent3"/>
                </a:solidFill>
                <a:latin typeface="Calibri"/>
              </a:rPr>
              <a:t>CG demand met by capacity in CG, MP demand met by capacity in MP </a:t>
            </a:r>
            <a:r>
              <a:rPr lang="en-US" sz="2000" b="1" i="1" dirty="0">
                <a:solidFill>
                  <a:schemeClr val="accent3"/>
                </a:solidFill>
                <a:latin typeface="Calibri"/>
              </a:rPr>
              <a:t>(Options 1 &amp; 2 are not relevant in this case)</a:t>
            </a:r>
            <a:endParaRPr lang="en-US" sz="2000" b="1" dirty="0">
              <a:solidFill>
                <a:schemeClr val="accent3"/>
              </a:solidFill>
              <a:latin typeface="Calibri"/>
            </a:endParaRPr>
          </a:p>
        </p:txBody>
      </p:sp>
      <p:graphicFrame>
        <p:nvGraphicFramePr>
          <p:cNvPr id="3" name="Table 4">
            <a:extLst>
              <a:ext uri="{FF2B5EF4-FFF2-40B4-BE49-F238E27FC236}">
                <a16:creationId xmlns:a16="http://schemas.microsoft.com/office/drawing/2014/main" id="{E49D655B-7D7D-4F2E-982E-51259C7D7E76}"/>
              </a:ext>
            </a:extLst>
          </p:cNvPr>
          <p:cNvGraphicFramePr>
            <a:graphicFrameLocks noGrp="1"/>
          </p:cNvGraphicFramePr>
          <p:nvPr/>
        </p:nvGraphicFramePr>
        <p:xfrm>
          <a:off x="534308" y="1340152"/>
          <a:ext cx="11156040" cy="3855720"/>
        </p:xfrm>
        <a:graphic>
          <a:graphicData uri="http://schemas.openxmlformats.org/drawingml/2006/table">
            <a:tbl>
              <a:tblPr>
                <a:tableStyleId>{93296810-A885-4BE3-A3E7-6D5BEEA58F35}</a:tableStyleId>
              </a:tblPr>
              <a:tblGrid>
                <a:gridCol w="3994149">
                  <a:extLst>
                    <a:ext uri="{9D8B030D-6E8A-4147-A177-3AD203B41FA5}">
                      <a16:colId xmlns:a16="http://schemas.microsoft.com/office/drawing/2014/main" val="3695535408"/>
                    </a:ext>
                  </a:extLst>
                </a:gridCol>
                <a:gridCol w="1045029">
                  <a:extLst>
                    <a:ext uri="{9D8B030D-6E8A-4147-A177-3AD203B41FA5}">
                      <a16:colId xmlns:a16="http://schemas.microsoft.com/office/drawing/2014/main" val="2195372730"/>
                    </a:ext>
                  </a:extLst>
                </a:gridCol>
                <a:gridCol w="1143000">
                  <a:extLst>
                    <a:ext uri="{9D8B030D-6E8A-4147-A177-3AD203B41FA5}">
                      <a16:colId xmlns:a16="http://schemas.microsoft.com/office/drawing/2014/main" val="2413277946"/>
                    </a:ext>
                  </a:extLst>
                </a:gridCol>
                <a:gridCol w="1273628">
                  <a:extLst>
                    <a:ext uri="{9D8B030D-6E8A-4147-A177-3AD203B41FA5}">
                      <a16:colId xmlns:a16="http://schemas.microsoft.com/office/drawing/2014/main" val="2715060550"/>
                    </a:ext>
                  </a:extLst>
                </a:gridCol>
                <a:gridCol w="1219200">
                  <a:extLst>
                    <a:ext uri="{9D8B030D-6E8A-4147-A177-3AD203B41FA5}">
                      <a16:colId xmlns:a16="http://schemas.microsoft.com/office/drawing/2014/main" val="2912613272"/>
                    </a:ext>
                  </a:extLst>
                </a:gridCol>
                <a:gridCol w="1273629">
                  <a:extLst>
                    <a:ext uri="{9D8B030D-6E8A-4147-A177-3AD203B41FA5}">
                      <a16:colId xmlns:a16="http://schemas.microsoft.com/office/drawing/2014/main" val="1000541426"/>
                    </a:ext>
                  </a:extLst>
                </a:gridCol>
                <a:gridCol w="1207405">
                  <a:extLst>
                    <a:ext uri="{9D8B030D-6E8A-4147-A177-3AD203B41FA5}">
                      <a16:colId xmlns:a16="http://schemas.microsoft.com/office/drawing/2014/main" val="3399251179"/>
                    </a:ext>
                  </a:extLst>
                </a:gridCol>
              </a:tblGrid>
              <a:tr h="370840">
                <a:tc rowSpan="2" gridSpan="2">
                  <a:txBody>
                    <a:bodyPr/>
                    <a:lstStyle/>
                    <a:p>
                      <a:r>
                        <a:rPr lang="en-US" sz="1400" b="1" dirty="0">
                          <a:solidFill>
                            <a:schemeClr val="bg1"/>
                          </a:solidFill>
                        </a:rPr>
                        <a:t>Particulars</a:t>
                      </a:r>
                    </a:p>
                  </a:txBody>
                  <a:tcPr anchor="ctr">
                    <a:solidFill>
                      <a:srgbClr val="007CB0"/>
                    </a:solidFill>
                  </a:tcPr>
                </a:tc>
                <a:tc rowSpan="2" hMerge="1">
                  <a:txBody>
                    <a:bodyPr/>
                    <a:lstStyle/>
                    <a:p>
                      <a:pPr algn="ctr"/>
                      <a:endParaRPr lang="en-US" sz="1400" dirty="0"/>
                    </a:p>
                  </a:txBody>
                  <a:tcPr anchor="ctr"/>
                </a:tc>
                <a:tc gridSpan="5">
                  <a:txBody>
                    <a:bodyPr/>
                    <a:lstStyle/>
                    <a:p>
                      <a:pPr algn="ctr"/>
                      <a:r>
                        <a:rPr lang="en-US" sz="1400" b="1" dirty="0">
                          <a:solidFill>
                            <a:schemeClr val="bg1"/>
                          </a:solidFill>
                        </a:rPr>
                        <a:t>Scenarios of BOO Solar Tariff at Generation-end (constant BOO tariff for 25 years) (Rs/kWh)</a:t>
                      </a:r>
                    </a:p>
                  </a:txBody>
                  <a:tcPr anchor="ctr">
                    <a:solidFill>
                      <a:srgbClr val="007CB0"/>
                    </a:solidFill>
                  </a:tcPr>
                </a:tc>
                <a:tc hMerge="1">
                  <a:txBody>
                    <a:bodyPr/>
                    <a:lstStyle/>
                    <a:p>
                      <a:endParaRPr lang="en-US" sz="1400" dirty="0"/>
                    </a:p>
                  </a:txBody>
                  <a:tcPr/>
                </a:tc>
                <a:tc hMerge="1">
                  <a:txBody>
                    <a:bodyPr/>
                    <a:lstStyle/>
                    <a:p>
                      <a:endParaRPr lang="en-US" sz="1400"/>
                    </a:p>
                  </a:txBody>
                  <a:tcPr/>
                </a:tc>
                <a:tc hMerge="1">
                  <a:txBody>
                    <a:bodyPr/>
                    <a:lstStyle/>
                    <a:p>
                      <a:endParaRPr lang="en-US" sz="1400" dirty="0"/>
                    </a:p>
                  </a:txBody>
                  <a:tcPr/>
                </a:tc>
                <a:tc hMerge="1">
                  <a:txBody>
                    <a:bodyPr/>
                    <a:lstStyle/>
                    <a:p>
                      <a:endParaRPr lang="en-US" sz="1400" dirty="0"/>
                    </a:p>
                  </a:txBody>
                  <a:tcPr/>
                </a:tc>
                <a:extLst>
                  <a:ext uri="{0D108BD9-81ED-4DB2-BD59-A6C34878D82A}">
                    <a16:rowId xmlns:a16="http://schemas.microsoft.com/office/drawing/2014/main" val="3912856055"/>
                  </a:ext>
                </a:extLst>
              </a:tr>
              <a:tr h="370840">
                <a:tc gridSpan="2" vMerge="1">
                  <a:txBody>
                    <a:bodyPr/>
                    <a:lstStyle/>
                    <a:p>
                      <a:endParaRPr lang="en-US" sz="1400" dirty="0"/>
                    </a:p>
                  </a:txBody>
                  <a:tcPr anchor="ctr"/>
                </a:tc>
                <a:tc hMerge="1" vMerge="1">
                  <a:txBody>
                    <a:bodyPr/>
                    <a:lstStyle/>
                    <a:p>
                      <a:pPr algn="ctr"/>
                      <a:endParaRPr lang="en-US" sz="1400" dirty="0"/>
                    </a:p>
                  </a:txBody>
                  <a:tcPr anchor="ctr"/>
                </a:tc>
                <a:tc>
                  <a:txBody>
                    <a:bodyPr/>
                    <a:lstStyle/>
                    <a:p>
                      <a:pPr algn="ctr"/>
                      <a:r>
                        <a:rPr lang="en-US" sz="1400" b="1" dirty="0">
                          <a:solidFill>
                            <a:schemeClr val="bg1"/>
                          </a:solidFill>
                        </a:rPr>
                        <a:t>2.20</a:t>
                      </a:r>
                    </a:p>
                  </a:txBody>
                  <a:tcPr anchor="ctr">
                    <a:solidFill>
                      <a:srgbClr val="007CB0"/>
                    </a:solidFill>
                  </a:tcPr>
                </a:tc>
                <a:tc>
                  <a:txBody>
                    <a:bodyPr/>
                    <a:lstStyle/>
                    <a:p>
                      <a:pPr algn="ctr"/>
                      <a:r>
                        <a:rPr lang="en-US" sz="1400" b="1" dirty="0">
                          <a:solidFill>
                            <a:schemeClr val="bg1"/>
                          </a:solidFill>
                        </a:rPr>
                        <a:t>2.50</a:t>
                      </a:r>
                    </a:p>
                  </a:txBody>
                  <a:tcPr anchor="ctr">
                    <a:solidFill>
                      <a:srgbClr val="007CB0"/>
                    </a:solidFill>
                  </a:tcPr>
                </a:tc>
                <a:tc>
                  <a:txBody>
                    <a:bodyPr/>
                    <a:lstStyle/>
                    <a:p>
                      <a:pPr algn="ctr"/>
                      <a:r>
                        <a:rPr lang="en-US" sz="1400" b="1" dirty="0">
                          <a:solidFill>
                            <a:schemeClr val="bg1"/>
                          </a:solidFill>
                        </a:rPr>
                        <a:t>3.00</a:t>
                      </a:r>
                    </a:p>
                  </a:txBody>
                  <a:tcPr anchor="ctr">
                    <a:solidFill>
                      <a:srgbClr val="007CB0"/>
                    </a:solidFill>
                  </a:tcPr>
                </a:tc>
                <a:tc>
                  <a:txBody>
                    <a:bodyPr/>
                    <a:lstStyle/>
                    <a:p>
                      <a:pPr algn="ctr"/>
                      <a:r>
                        <a:rPr lang="en-US" sz="1400" b="1" dirty="0">
                          <a:solidFill>
                            <a:schemeClr val="bg1"/>
                          </a:solidFill>
                        </a:rPr>
                        <a:t>3.50</a:t>
                      </a:r>
                    </a:p>
                  </a:txBody>
                  <a:tcPr anchor="ctr">
                    <a:solidFill>
                      <a:srgbClr val="007CB0"/>
                    </a:solidFill>
                  </a:tcPr>
                </a:tc>
                <a:tc>
                  <a:txBody>
                    <a:bodyPr/>
                    <a:lstStyle/>
                    <a:p>
                      <a:pPr algn="ctr"/>
                      <a:r>
                        <a:rPr lang="en-US" sz="1400" b="1" dirty="0">
                          <a:solidFill>
                            <a:schemeClr val="bg1"/>
                          </a:solidFill>
                        </a:rPr>
                        <a:t>4.00</a:t>
                      </a:r>
                    </a:p>
                  </a:txBody>
                  <a:tcPr anchor="ctr">
                    <a:solidFill>
                      <a:srgbClr val="007CB0"/>
                    </a:solidFill>
                  </a:tcPr>
                </a:tc>
                <a:extLst>
                  <a:ext uri="{0D108BD9-81ED-4DB2-BD59-A6C34878D82A}">
                    <a16:rowId xmlns:a16="http://schemas.microsoft.com/office/drawing/2014/main" val="1776543782"/>
                  </a:ext>
                </a:extLst>
              </a:tr>
              <a:tr h="370840">
                <a:tc rowSpan="2">
                  <a:txBody>
                    <a:bodyPr/>
                    <a:lstStyle/>
                    <a:p>
                      <a:r>
                        <a:rPr lang="en-US" sz="1400" dirty="0"/>
                        <a:t>Landed cost of solar generation in CG (without ISTS-waiver)</a:t>
                      </a:r>
                    </a:p>
                  </a:txBody>
                  <a:tcPr anchor="ctr"/>
                </a:tc>
                <a:tc>
                  <a:txBody>
                    <a:bodyPr/>
                    <a:lstStyle/>
                    <a:p>
                      <a:pPr algn="ctr"/>
                      <a:r>
                        <a:rPr lang="en-US" sz="1400" dirty="0"/>
                        <a:t>Year-1</a:t>
                      </a:r>
                    </a:p>
                  </a:txBody>
                  <a:tcPr anchor="ctr"/>
                </a:tc>
                <a:tc>
                  <a:txBody>
                    <a:bodyPr/>
                    <a:lstStyle/>
                    <a:p>
                      <a:pPr algn="ctr"/>
                      <a:r>
                        <a:rPr lang="en-US" sz="1400" dirty="0"/>
                        <a:t>8.12</a:t>
                      </a:r>
                    </a:p>
                  </a:txBody>
                  <a:tcPr anchor="ctr"/>
                </a:tc>
                <a:tc>
                  <a:txBody>
                    <a:bodyPr/>
                    <a:lstStyle/>
                    <a:p>
                      <a:pPr algn="ctr"/>
                      <a:r>
                        <a:rPr lang="en-US" sz="1400" dirty="0"/>
                        <a:t>8.44</a:t>
                      </a:r>
                    </a:p>
                  </a:txBody>
                  <a:tcPr anchor="ctr"/>
                </a:tc>
                <a:tc>
                  <a:txBody>
                    <a:bodyPr/>
                    <a:lstStyle/>
                    <a:p>
                      <a:pPr algn="ctr"/>
                      <a:r>
                        <a:rPr lang="en-US" sz="1400" dirty="0"/>
                        <a:t>8.97</a:t>
                      </a:r>
                    </a:p>
                  </a:txBody>
                  <a:tcPr anchor="ctr"/>
                </a:tc>
                <a:tc>
                  <a:txBody>
                    <a:bodyPr/>
                    <a:lstStyle/>
                    <a:p>
                      <a:pPr algn="ctr"/>
                      <a:r>
                        <a:rPr lang="en-US" sz="1400" dirty="0"/>
                        <a:t>9.50</a:t>
                      </a:r>
                    </a:p>
                  </a:txBody>
                  <a:tcPr anchor="ctr"/>
                </a:tc>
                <a:tc>
                  <a:txBody>
                    <a:bodyPr/>
                    <a:lstStyle/>
                    <a:p>
                      <a:pPr algn="ctr"/>
                      <a:r>
                        <a:rPr lang="en-US" sz="1400" dirty="0"/>
                        <a:t>10.04</a:t>
                      </a:r>
                    </a:p>
                  </a:txBody>
                  <a:tcPr anchor="ctr"/>
                </a:tc>
                <a:extLst>
                  <a:ext uri="{0D108BD9-81ED-4DB2-BD59-A6C34878D82A}">
                    <a16:rowId xmlns:a16="http://schemas.microsoft.com/office/drawing/2014/main" val="313580633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12.97</a:t>
                      </a:r>
                    </a:p>
                  </a:txBody>
                  <a:tcPr anchor="ctr"/>
                </a:tc>
                <a:tc>
                  <a:txBody>
                    <a:bodyPr/>
                    <a:lstStyle/>
                    <a:p>
                      <a:pPr algn="ctr"/>
                      <a:r>
                        <a:rPr lang="en-US" sz="1400" dirty="0"/>
                        <a:t>13.29</a:t>
                      </a:r>
                    </a:p>
                  </a:txBody>
                  <a:tcPr anchor="ctr"/>
                </a:tc>
                <a:tc>
                  <a:txBody>
                    <a:bodyPr/>
                    <a:lstStyle/>
                    <a:p>
                      <a:pPr algn="ctr"/>
                      <a:r>
                        <a:rPr lang="en-US" sz="1400" dirty="0"/>
                        <a:t>13.82</a:t>
                      </a:r>
                    </a:p>
                  </a:txBody>
                  <a:tcPr anchor="ctr"/>
                </a:tc>
                <a:tc>
                  <a:txBody>
                    <a:bodyPr/>
                    <a:lstStyle/>
                    <a:p>
                      <a:pPr algn="ctr"/>
                      <a:r>
                        <a:rPr lang="en-US" sz="1400" dirty="0"/>
                        <a:t>14.36</a:t>
                      </a:r>
                    </a:p>
                  </a:txBody>
                  <a:tcPr anchor="ctr"/>
                </a:tc>
                <a:tc>
                  <a:txBody>
                    <a:bodyPr/>
                    <a:lstStyle/>
                    <a:p>
                      <a:pPr algn="ctr"/>
                      <a:r>
                        <a:rPr lang="en-US" sz="1400" dirty="0"/>
                        <a:t>14.89</a:t>
                      </a:r>
                    </a:p>
                  </a:txBody>
                  <a:tcPr anchor="ctr"/>
                </a:tc>
                <a:extLst>
                  <a:ext uri="{0D108BD9-81ED-4DB2-BD59-A6C34878D82A}">
                    <a16:rowId xmlns:a16="http://schemas.microsoft.com/office/drawing/2014/main" val="1506049795"/>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CG (with ISTS-waiver)</a:t>
                      </a:r>
                    </a:p>
                  </a:txBody>
                  <a:tcPr anchor="ctr"/>
                </a:tc>
                <a:tc>
                  <a:txBody>
                    <a:bodyPr/>
                    <a:lstStyle/>
                    <a:p>
                      <a:pPr algn="ctr"/>
                      <a:r>
                        <a:rPr lang="en-US" sz="1400" dirty="0"/>
                        <a:t>Year-1</a:t>
                      </a:r>
                    </a:p>
                  </a:txBody>
                  <a:tcPr anchor="ctr"/>
                </a:tc>
                <a:tc>
                  <a:txBody>
                    <a:bodyPr/>
                    <a:lstStyle/>
                    <a:p>
                      <a:pPr algn="ctr"/>
                      <a:r>
                        <a:rPr lang="en-US" sz="1400" dirty="0"/>
                        <a:t>4.43</a:t>
                      </a:r>
                    </a:p>
                  </a:txBody>
                  <a:tcPr anchor="ctr"/>
                </a:tc>
                <a:tc>
                  <a:txBody>
                    <a:bodyPr/>
                    <a:lstStyle/>
                    <a:p>
                      <a:pPr algn="ctr"/>
                      <a:r>
                        <a:rPr lang="en-US" sz="1400" dirty="0"/>
                        <a:t>4.75</a:t>
                      </a:r>
                    </a:p>
                  </a:txBody>
                  <a:tcPr anchor="ctr"/>
                </a:tc>
                <a:tc>
                  <a:txBody>
                    <a:bodyPr/>
                    <a:lstStyle/>
                    <a:p>
                      <a:pPr algn="ctr"/>
                      <a:r>
                        <a:rPr lang="en-US" sz="1400" dirty="0"/>
                        <a:t>5.28</a:t>
                      </a:r>
                    </a:p>
                  </a:txBody>
                  <a:tcPr anchor="ctr"/>
                </a:tc>
                <a:tc>
                  <a:txBody>
                    <a:bodyPr/>
                    <a:lstStyle/>
                    <a:p>
                      <a:pPr algn="ctr"/>
                      <a:r>
                        <a:rPr lang="en-US" sz="1400" dirty="0"/>
                        <a:t>5.81</a:t>
                      </a:r>
                    </a:p>
                  </a:txBody>
                  <a:tcPr anchor="ctr"/>
                </a:tc>
                <a:tc>
                  <a:txBody>
                    <a:bodyPr/>
                    <a:lstStyle/>
                    <a:p>
                      <a:pPr algn="ctr"/>
                      <a:r>
                        <a:rPr lang="en-US" sz="1400" dirty="0"/>
                        <a:t>6.34</a:t>
                      </a:r>
                    </a:p>
                  </a:txBody>
                  <a:tcPr anchor="ctr"/>
                </a:tc>
                <a:extLst>
                  <a:ext uri="{0D108BD9-81ED-4DB2-BD59-A6C34878D82A}">
                    <a16:rowId xmlns:a16="http://schemas.microsoft.com/office/drawing/2014/main" val="384748554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4.70</a:t>
                      </a:r>
                    </a:p>
                  </a:txBody>
                  <a:tcPr anchor="ctr"/>
                </a:tc>
                <a:tc>
                  <a:txBody>
                    <a:bodyPr/>
                    <a:lstStyle/>
                    <a:p>
                      <a:pPr algn="ctr"/>
                      <a:r>
                        <a:rPr lang="en-US" sz="1400" dirty="0"/>
                        <a:t>5.02</a:t>
                      </a:r>
                    </a:p>
                  </a:txBody>
                  <a:tcPr anchor="ctr"/>
                </a:tc>
                <a:tc>
                  <a:txBody>
                    <a:bodyPr/>
                    <a:lstStyle/>
                    <a:p>
                      <a:pPr algn="ctr"/>
                      <a:r>
                        <a:rPr lang="en-US" sz="1400" dirty="0"/>
                        <a:t>5.55</a:t>
                      </a:r>
                    </a:p>
                  </a:txBody>
                  <a:tcPr anchor="ctr"/>
                </a:tc>
                <a:tc>
                  <a:txBody>
                    <a:bodyPr/>
                    <a:lstStyle/>
                    <a:p>
                      <a:pPr algn="ctr"/>
                      <a:r>
                        <a:rPr lang="en-US" sz="1400" dirty="0"/>
                        <a:t>6.09</a:t>
                      </a:r>
                    </a:p>
                  </a:txBody>
                  <a:tcPr anchor="ctr"/>
                </a:tc>
                <a:tc>
                  <a:txBody>
                    <a:bodyPr/>
                    <a:lstStyle/>
                    <a:p>
                      <a:pPr algn="ctr"/>
                      <a:r>
                        <a:rPr lang="en-US" sz="1400" dirty="0"/>
                        <a:t>6.62</a:t>
                      </a:r>
                    </a:p>
                  </a:txBody>
                  <a:tcPr anchor="ctr"/>
                </a:tc>
                <a:extLst>
                  <a:ext uri="{0D108BD9-81ED-4DB2-BD59-A6C34878D82A}">
                    <a16:rowId xmlns:a16="http://schemas.microsoft.com/office/drawing/2014/main" val="3667147754"/>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 (without ISTS-waiver)</a:t>
                      </a:r>
                    </a:p>
                  </a:txBody>
                  <a:tcPr anchor="ctr"/>
                </a:tc>
                <a:tc>
                  <a:txBody>
                    <a:bodyPr/>
                    <a:lstStyle/>
                    <a:p>
                      <a:pPr algn="ctr"/>
                      <a:r>
                        <a:rPr lang="en-US" sz="1400" dirty="0"/>
                        <a:t>Year-1</a:t>
                      </a:r>
                    </a:p>
                  </a:txBody>
                  <a:tcPr anchor="ctr"/>
                </a:tc>
                <a:tc>
                  <a:txBody>
                    <a:bodyPr/>
                    <a:lstStyle/>
                    <a:p>
                      <a:pPr algn="ctr"/>
                      <a:r>
                        <a:rPr lang="en-US" sz="1400" dirty="0"/>
                        <a:t>10.82</a:t>
                      </a:r>
                    </a:p>
                  </a:txBody>
                  <a:tcPr anchor="ctr"/>
                </a:tc>
                <a:tc>
                  <a:txBody>
                    <a:bodyPr/>
                    <a:lstStyle/>
                    <a:p>
                      <a:pPr algn="ctr"/>
                      <a:r>
                        <a:rPr lang="en-US" sz="1400" dirty="0"/>
                        <a:t>11.15</a:t>
                      </a:r>
                    </a:p>
                  </a:txBody>
                  <a:tcPr anchor="ctr"/>
                </a:tc>
                <a:tc>
                  <a:txBody>
                    <a:bodyPr/>
                    <a:lstStyle/>
                    <a:p>
                      <a:pPr algn="ctr"/>
                      <a:r>
                        <a:rPr lang="en-US" sz="1400" dirty="0"/>
                        <a:t>11.71</a:t>
                      </a:r>
                    </a:p>
                  </a:txBody>
                  <a:tcPr anchor="ctr"/>
                </a:tc>
                <a:tc>
                  <a:txBody>
                    <a:bodyPr/>
                    <a:lstStyle/>
                    <a:p>
                      <a:pPr algn="ctr"/>
                      <a:r>
                        <a:rPr lang="en-US" sz="1400" dirty="0"/>
                        <a:t>12.26</a:t>
                      </a:r>
                    </a:p>
                  </a:txBody>
                  <a:tcPr anchor="ctr"/>
                </a:tc>
                <a:tc>
                  <a:txBody>
                    <a:bodyPr/>
                    <a:lstStyle/>
                    <a:p>
                      <a:pPr algn="ctr"/>
                      <a:r>
                        <a:rPr lang="en-US" sz="1400" dirty="0"/>
                        <a:t>12.81</a:t>
                      </a:r>
                    </a:p>
                  </a:txBody>
                  <a:tcPr anchor="ctr"/>
                </a:tc>
                <a:extLst>
                  <a:ext uri="{0D108BD9-81ED-4DB2-BD59-A6C34878D82A}">
                    <a16:rowId xmlns:a16="http://schemas.microsoft.com/office/drawing/2014/main" val="1795015083"/>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21.62</a:t>
                      </a:r>
                    </a:p>
                  </a:txBody>
                  <a:tcPr anchor="ctr"/>
                </a:tc>
                <a:tc>
                  <a:txBody>
                    <a:bodyPr/>
                    <a:lstStyle/>
                    <a:p>
                      <a:pPr algn="ctr"/>
                      <a:r>
                        <a:rPr lang="en-US" sz="1400" dirty="0"/>
                        <a:t>21.95</a:t>
                      </a:r>
                    </a:p>
                  </a:txBody>
                  <a:tcPr anchor="ctr"/>
                </a:tc>
                <a:tc>
                  <a:txBody>
                    <a:bodyPr/>
                    <a:lstStyle/>
                    <a:p>
                      <a:pPr algn="ctr"/>
                      <a:r>
                        <a:rPr lang="en-US" sz="1400" dirty="0"/>
                        <a:t>22.50</a:t>
                      </a:r>
                    </a:p>
                  </a:txBody>
                  <a:tcPr anchor="ctr"/>
                </a:tc>
                <a:tc>
                  <a:txBody>
                    <a:bodyPr/>
                    <a:lstStyle/>
                    <a:p>
                      <a:pPr algn="ctr"/>
                      <a:r>
                        <a:rPr lang="en-US" sz="1400" dirty="0"/>
                        <a:t>23.05</a:t>
                      </a:r>
                    </a:p>
                  </a:txBody>
                  <a:tcPr anchor="ctr"/>
                </a:tc>
                <a:tc>
                  <a:txBody>
                    <a:bodyPr/>
                    <a:lstStyle/>
                    <a:p>
                      <a:pPr algn="ctr"/>
                      <a:r>
                        <a:rPr lang="en-US" sz="1400" dirty="0"/>
                        <a:t>23.60</a:t>
                      </a:r>
                    </a:p>
                  </a:txBody>
                  <a:tcPr anchor="ctr"/>
                </a:tc>
                <a:extLst>
                  <a:ext uri="{0D108BD9-81ED-4DB2-BD59-A6C34878D82A}">
                    <a16:rowId xmlns:a16="http://schemas.microsoft.com/office/drawing/2014/main" val="2797818262"/>
                  </a:ext>
                </a:extLst>
              </a:tr>
              <a:tr h="370840">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Landed cost of solar generation in MP (with ISTS-waiver)</a:t>
                      </a:r>
                    </a:p>
                  </a:txBody>
                  <a:tcPr anchor="ctr"/>
                </a:tc>
                <a:tc>
                  <a:txBody>
                    <a:bodyPr/>
                    <a:lstStyle/>
                    <a:p>
                      <a:pPr algn="ctr"/>
                      <a:r>
                        <a:rPr lang="en-US" sz="1400" dirty="0"/>
                        <a:t>Year-1</a:t>
                      </a:r>
                    </a:p>
                  </a:txBody>
                  <a:tcPr anchor="ctr"/>
                </a:tc>
                <a:tc>
                  <a:txBody>
                    <a:bodyPr/>
                    <a:lstStyle/>
                    <a:p>
                      <a:pPr algn="ctr"/>
                      <a:r>
                        <a:rPr lang="en-US" sz="1400" dirty="0"/>
                        <a:t>7.00</a:t>
                      </a:r>
                    </a:p>
                  </a:txBody>
                  <a:tcPr anchor="ctr"/>
                </a:tc>
                <a:tc>
                  <a:txBody>
                    <a:bodyPr/>
                    <a:lstStyle/>
                    <a:p>
                      <a:pPr algn="ctr"/>
                      <a:r>
                        <a:rPr lang="en-US" sz="1400" dirty="0"/>
                        <a:t>7.33</a:t>
                      </a:r>
                    </a:p>
                  </a:txBody>
                  <a:tcPr anchor="ctr"/>
                </a:tc>
                <a:tc>
                  <a:txBody>
                    <a:bodyPr/>
                    <a:lstStyle/>
                    <a:p>
                      <a:pPr algn="ctr"/>
                      <a:r>
                        <a:rPr lang="en-US" sz="1400" dirty="0"/>
                        <a:t>7.88</a:t>
                      </a:r>
                    </a:p>
                  </a:txBody>
                  <a:tcPr anchor="ctr"/>
                </a:tc>
                <a:tc>
                  <a:txBody>
                    <a:bodyPr/>
                    <a:lstStyle/>
                    <a:p>
                      <a:pPr algn="ctr"/>
                      <a:r>
                        <a:rPr lang="en-US" sz="1400" dirty="0"/>
                        <a:t>8.43</a:t>
                      </a:r>
                    </a:p>
                  </a:txBody>
                  <a:tcPr anchor="ctr"/>
                </a:tc>
                <a:tc>
                  <a:txBody>
                    <a:bodyPr/>
                    <a:lstStyle/>
                    <a:p>
                      <a:pPr algn="ctr"/>
                      <a:r>
                        <a:rPr lang="en-US" sz="1400" dirty="0"/>
                        <a:t>8.98</a:t>
                      </a:r>
                    </a:p>
                  </a:txBody>
                  <a:tcPr anchor="ctr"/>
                </a:tc>
                <a:extLst>
                  <a:ext uri="{0D108BD9-81ED-4DB2-BD59-A6C34878D82A}">
                    <a16:rowId xmlns:a16="http://schemas.microsoft.com/office/drawing/2014/main" val="1545942532"/>
                  </a:ext>
                </a:extLst>
              </a:tr>
              <a:tr h="370840">
                <a:tc vMerge="1">
                  <a:txBody>
                    <a:bodyPr/>
                    <a:lstStyle/>
                    <a:p>
                      <a:endParaRPr lang="en-US" sz="1400" dirty="0"/>
                    </a:p>
                  </a:txBody>
                  <a:tcPr/>
                </a:tc>
                <a:tc>
                  <a:txBody>
                    <a:bodyPr/>
                    <a:lstStyle/>
                    <a:p>
                      <a:pPr algn="ctr"/>
                      <a:r>
                        <a:rPr lang="en-US" sz="1400" dirty="0"/>
                        <a:t>Year-25</a:t>
                      </a:r>
                    </a:p>
                  </a:txBody>
                  <a:tcPr anchor="ctr"/>
                </a:tc>
                <a:tc>
                  <a:txBody>
                    <a:bodyPr/>
                    <a:lstStyle/>
                    <a:p>
                      <a:pPr algn="ctr"/>
                      <a:r>
                        <a:rPr lang="en-US" sz="1400" dirty="0"/>
                        <a:t>13.05</a:t>
                      </a:r>
                    </a:p>
                  </a:txBody>
                  <a:tcPr anchor="ctr"/>
                </a:tc>
                <a:tc>
                  <a:txBody>
                    <a:bodyPr/>
                    <a:lstStyle/>
                    <a:p>
                      <a:pPr algn="ctr"/>
                      <a:r>
                        <a:rPr lang="en-US" sz="1400" dirty="0"/>
                        <a:t>13.38</a:t>
                      </a:r>
                    </a:p>
                  </a:txBody>
                  <a:tcPr anchor="ctr"/>
                </a:tc>
                <a:tc>
                  <a:txBody>
                    <a:bodyPr/>
                    <a:lstStyle/>
                    <a:p>
                      <a:pPr algn="ctr"/>
                      <a:r>
                        <a:rPr lang="en-US" sz="1400" dirty="0"/>
                        <a:t>13.93</a:t>
                      </a:r>
                    </a:p>
                  </a:txBody>
                  <a:tcPr anchor="ctr"/>
                </a:tc>
                <a:tc>
                  <a:txBody>
                    <a:bodyPr/>
                    <a:lstStyle/>
                    <a:p>
                      <a:pPr algn="ctr"/>
                      <a:r>
                        <a:rPr lang="en-US" sz="1400" dirty="0"/>
                        <a:t>14.48</a:t>
                      </a:r>
                    </a:p>
                  </a:txBody>
                  <a:tcPr anchor="ctr"/>
                </a:tc>
                <a:tc>
                  <a:txBody>
                    <a:bodyPr/>
                    <a:lstStyle/>
                    <a:p>
                      <a:pPr algn="ctr"/>
                      <a:r>
                        <a:rPr lang="en-US" sz="1400" dirty="0"/>
                        <a:t>15.03</a:t>
                      </a:r>
                    </a:p>
                  </a:txBody>
                  <a:tcPr anchor="ctr"/>
                </a:tc>
                <a:extLst>
                  <a:ext uri="{0D108BD9-81ED-4DB2-BD59-A6C34878D82A}">
                    <a16:rowId xmlns:a16="http://schemas.microsoft.com/office/drawing/2014/main" val="322146728"/>
                  </a:ext>
                </a:extLst>
              </a:tr>
            </a:tbl>
          </a:graphicData>
        </a:graphic>
      </p:graphicFrame>
    </p:spTree>
    <p:extLst>
      <p:ext uri="{BB962C8B-B14F-4D97-AF65-F5344CB8AC3E}">
        <p14:creationId xmlns:p14="http://schemas.microsoft.com/office/powerpoint/2010/main" val="3527371107"/>
      </p:ext>
    </p:extLst>
  </p:cSld>
  <p:clrMapOvr>
    <a:masterClrMapping/>
  </p:clrMapOvr>
  <p:transition>
    <p:fade/>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2"/>
            </p:custDataLst>
            <p:extLst>
              <p:ext uri="{D42A27DB-BD31-4B8C-83A1-F6EECF244321}">
                <p14:modId xmlns:p14="http://schemas.microsoft.com/office/powerpoint/2010/main" val="3875282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47588" name="think-cell Slide" r:id="rId4" imgW="530" imgH="531" progId="TCLayout.ActiveDocument.1">
                  <p:embed/>
                </p:oleObj>
              </mc:Choice>
              <mc:Fallback>
                <p:oleObj name="think-cell Slide" r:id="rId4" imgW="530" imgH="531" progId="TCLayout.ActiveDocument.1">
                  <p:embed/>
                  <p:pic>
                    <p:nvPicPr>
                      <p:cNvPr id="0" name=""/>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5" name="Text Placeholder 2"/>
          <p:cNvSpPr>
            <a:spLocks noGrp="1"/>
          </p:cNvSpPr>
          <p:nvPr>
            <p:ph type="body" sz="quarter" idx="4294967295"/>
          </p:nvPr>
        </p:nvSpPr>
        <p:spPr>
          <a:xfrm>
            <a:off x="415384" y="3824332"/>
            <a:ext cx="11254902" cy="2039018"/>
          </a:xfrm>
          <a:prstGeom prst="rect">
            <a:avLst/>
          </a:prstGeom>
        </p:spPr>
        <p:txBody>
          <a:bodyPr>
            <a:noAutofit/>
          </a:bodyPr>
          <a:lstStyle/>
          <a:p>
            <a:r>
              <a:rPr lang="en-US" sz="1000" dirty="0">
                <a:solidFill>
                  <a:schemeClr val="bg1"/>
                </a:solidFill>
              </a:rPr>
              <a:t>Deloitte refers to one or more of Deloitte Touche Tohmatsu Limited, a UK private company limited by guarantee (“DTTL”), its network of member firms, and their related entities. DTTL and each of its member firms are legally separate and independent entities. DTTL (also referred to as “Deloitte Global”) does not provide services to clients. Please see www.deloitte.com/about for a more detailed description of DTTL and its member firms.</a:t>
            </a:r>
          </a:p>
          <a:p>
            <a:r>
              <a:rPr lang="en-US" sz="1000" dirty="0">
                <a:solidFill>
                  <a:schemeClr val="bg1"/>
                </a:solidFill>
              </a:rPr>
              <a:t>This material has been prepared by Deloitte Touche Tohmatsu India LLP (“DTTILLP”), a member of Deloitte Touche Tohmatsu Limited, on a specific request from you and contains proprietary and confidential information. This material may contain information sourced from publicly available information or other third party sources. DTTILLP does not independently verify any such sources and is not responsible for any loss whatsoever caused due to reliance placed on information sourced from such sources. The information contained in this material is intended solely for you. Any disclosure, copying or further distribution of this material or its contents is strictly prohibited.</a:t>
            </a:r>
          </a:p>
          <a:p>
            <a:r>
              <a:rPr lang="en-US" sz="1000" dirty="0">
                <a:solidFill>
                  <a:schemeClr val="bg1"/>
                </a:solidFill>
              </a:rPr>
              <a:t>Nothing in this material creates any contractual relationship between DTTILLP and you. Any mutually binding legal obligations or rights may only be created between you and DTTILLP upon execution of a legally binding contract. By using this material and any information contained in it, the user accepts this entire notice and terms of use.</a:t>
            </a:r>
          </a:p>
          <a:p>
            <a:r>
              <a:rPr lang="en-US" sz="1000" dirty="0">
                <a:solidFill>
                  <a:schemeClr val="bg1"/>
                </a:solidFill>
              </a:rPr>
              <a:t>©2022 Deloitte Touche Tohmatsu India LLP. Member of Deloitte Touche Tohmatsu Limited</a:t>
            </a:r>
          </a:p>
          <a:p>
            <a:r>
              <a:rPr lang="en-US" sz="1000" dirty="0">
                <a:solidFill>
                  <a:schemeClr val="bg1"/>
                </a:solidFill>
              </a:rPr>
              <a:t>Deloitte Touche Tohmatsu India Private Limited (U74140MH199 5PTC093339), a private company limited by shares, was converted into Deloitte Touche Tohmatsu India LLP, a limited liability partnership (LLP Identification No. AAE-8458),with effect from October 1, 2015.</a:t>
            </a:r>
          </a:p>
        </p:txBody>
      </p:sp>
    </p:spTree>
    <p:extLst>
      <p:ext uri="{BB962C8B-B14F-4D97-AF65-F5344CB8AC3E}">
        <p14:creationId xmlns:p14="http://schemas.microsoft.com/office/powerpoint/2010/main" val="3252775219"/>
      </p:ext>
    </p:extLst>
  </p:cSld>
  <p:clrMapOvr>
    <a:masterClrMapping/>
  </p:clrMapOvr>
  <p:transition>
    <p:fade/>
  </p:transition>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3045&quot;&gt;&lt;version val=&quot;25121&quot;/&gt;&lt;CPresentation id=&quot;1&quot;&gt;&lt;m_precDefaultNumber&gt;&lt;m_bNumberIsYear val=&quot;1&quot;/&gt;&lt;m_chMinusSymbol&gt;-&lt;/m_chMinusSymbol&gt;&lt;m_chDecimalSymbol17909&gt;.&lt;/m_chDecimalSymbol17909&gt;&lt;m_nGroupingDigits17909 val=&quot;2147483647&quot;/&gt;&lt;m_yearfmt&gt;&lt;begin val=&quot;0&quot;/&gt;&lt;end val=&quot;4&quot;/&gt;&lt;/m_yearfmt&gt;&lt;/m_precDefaultNumber&gt;&lt;m_precDefaultPercent&gt;&lt;m_bNumberIsYear val=&quot;1&quot;/&gt;&lt;m_chMinusSymbol&gt;-&lt;/m_chMinusSymbol&gt;&lt;m_nDecimalDigits17909 val=&quot;1&quot;/&gt;&lt;m_chDecimalSymbol17909&gt;.&lt;/m_chDecimalSymbol17909&gt;&lt;m_nGroupingDigits17909 val=&quot;2147483647&quot;/&gt;&lt;m_strSuffix17909&gt;%&lt;/m_strSuffix17909&gt;&lt;m_yearfmt&gt;&lt;begin val=&quot;0&quot;/&gt;&lt;end val=&quot;4&quot;/&gt;&lt;/m_yearfmt&gt;&lt;/m_precDefaultPercent&gt;&lt;m_precDefaultDate&gt;&lt;m_bNumberIsYear val=&quot;0&quot;/&gt;&lt;m_strFormatTime&gt;%d-%m-%Y&lt;/m_strFormatTime&gt;&lt;m_yearfmt&gt;&lt;begin val=&quot;0&quot;/&gt;&lt;end val=&quot;0&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0&quot;/&gt;&lt;/m_mruColor&gt;&lt;m_eweekdayFirstOfWeek val=&quot;2&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g.PcF1kWQ.iz6QIC.bIUhg"/>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02FyTaD2T7yFZ8Zs0wB6Qg"/>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yNVGENC3Rr.BU9y_rnpq8w"/>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j45WPsf3SlmkngSOYhOZFA"/>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m9OSthbYRkuh.X5zutERbQ"/>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whnLQwBTSFmy32SWwK4Hu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ZTfRkiFhQA6I9Nd2dwjGsg"/>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zKJHs8hbROSbR_bd6j2xxA"/>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CncSWjFBTyG0oma8bPNs6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MWz4lBAuRUyarAakSP5bdQ"/>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3VFjbgnjQ3aVIwniBmaCIA"/>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a4pV5wDCTUquES2SPVoXiw"/>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xuMxDTBxTeOfKjEkpDXiKQ"/>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1DkwDEwhQgGsaGtRXGqh6g"/>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k6Vu7peDSuGwttfmPux4mQ"/>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g3o7dvzjSiy8kBgITlQ7lg"/>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ZucFSqCvQZioaLn_.5v8wQ"/>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RD6gpKghSCG6RYhJshi8VQ"/>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Ow4HTmAFQYalz245jCe8Zg"/>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UDXv.KYUQl6Ly74HX89jXQ"/>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jW0NtlwzQhiwxI3rs5LmPw"/>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vB0C.LgeTzyLKuwecSoylw"/>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3M7bFpYbSOO_..v_oYFOBQ"/>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JHFWE4nfTiyI0SlCG5v_9g"/>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_c08YURkQjSIjoa1j3zzxA"/>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qvGzgtagS86Uc5JqxgimGA"/>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TbCF7_PERbCLTZ7hcfjvEA"/>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AzbZ6K9GSIWvP9YpsI.EA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vB0C.LgeTzyLKuwecSoylw"/>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RD6gpKghSCG6RYhJshi8V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qRvZVlYlwYHyZ._nOrIlp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tphpARHdQbWot9j9ZjMvRw"/>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YCeo1uxhS2SIlrhC9JZAF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qCzkHjU5Rr.Ml1RePhjWs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6_1nbj8wRE6BIzz0.0_BFA"/>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Deloitte 16_9 onscreen">
  <a:themeElements>
    <a:clrScheme name="Deloitte colors">
      <a:dk1>
        <a:sysClr val="windowText" lastClr="000000"/>
      </a:dk1>
      <a:lt1>
        <a:sysClr val="window" lastClr="FFFFFF"/>
      </a:lt1>
      <a:dk2>
        <a:srgbClr val="53565A"/>
      </a:dk2>
      <a:lt2>
        <a:srgbClr val="D0D0CE"/>
      </a:lt2>
      <a:accent1>
        <a:srgbClr val="86BC25"/>
      </a:accent1>
      <a:accent2>
        <a:srgbClr val="046A38"/>
      </a:accent2>
      <a:accent3>
        <a:srgbClr val="62B5E5"/>
      </a:accent3>
      <a:accent4>
        <a:srgbClr val="012169"/>
      </a:accent4>
      <a:accent5>
        <a:srgbClr val="0097A9"/>
      </a:accent5>
      <a:accent6>
        <a:srgbClr val="75787B"/>
      </a:accent6>
      <a:hlink>
        <a:srgbClr val="00A3E0"/>
      </a:hlink>
      <a:folHlink>
        <a:srgbClr val="53565A"/>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Presentation3" id="{14194A6E-2579-BB43-B066-8829D035741C}" vid="{B1F5A58B-F479-A748-9BDB-E6B28E73C28C}"/>
    </a:ext>
  </a:extLst>
</a:theme>
</file>

<file path=ppt/theme/theme2.xml><?xml version="1.0" encoding="utf-8"?>
<a:theme xmlns:a="http://schemas.openxmlformats.org/drawingml/2006/main" name="Theme1">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2">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Theme1" id="{D15876C4-01DF-40AB-83E8-B5AFD214BD60}" vid="{BF0EB724-65A5-426D-8C28-320CA8D48642}"/>
    </a:ext>
  </a:extLst>
</a:theme>
</file>

<file path=ppt/theme/theme3.xml><?xml version="1.0" encoding="utf-8"?>
<a:theme xmlns:a="http://schemas.openxmlformats.org/drawingml/2006/main" name="Deloitte Brand Theme">
  <a:themeElements>
    <a:clrScheme name="Custom 3">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Custom 2">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 Brand Theme" id="{7F8E7B9C-D1E6-4EAB-A888-5889AFAC97F5}" vid="{EE3CB14B-24FA-49D6-9FDE-EB9FB3296A69}"/>
    </a:ext>
  </a:extLst>
</a:theme>
</file>

<file path=ppt/theme/theme4.xml><?xml version="1.0" encoding="utf-8"?>
<a:theme xmlns:a="http://schemas.openxmlformats.org/drawingml/2006/main" name="1_Deloitte 16_9 onscreen">
  <a:themeElements>
    <a:clrScheme name="Deloitte_2020">
      <a:dk1>
        <a:sysClr val="windowText" lastClr="000000"/>
      </a:dk1>
      <a:lt1>
        <a:sysClr val="window" lastClr="FFFFFF"/>
      </a:lt1>
      <a:dk2>
        <a:srgbClr val="53565A"/>
      </a:dk2>
      <a:lt2>
        <a:srgbClr val="D0D0CE"/>
      </a:lt2>
      <a:accent1>
        <a:srgbClr val="86BC25"/>
      </a:accent1>
      <a:accent2>
        <a:srgbClr val="43B02A"/>
      </a:accent2>
      <a:accent3>
        <a:srgbClr val="26890D"/>
      </a:accent3>
      <a:accent4>
        <a:srgbClr val="046A38"/>
      </a:accent4>
      <a:accent5>
        <a:srgbClr val="0D8390"/>
      </a:accent5>
      <a:accent6>
        <a:srgbClr val="007CB0"/>
      </a:accent6>
      <a:hlink>
        <a:srgbClr val="00A3E0"/>
      </a:hlink>
      <a:folHlink>
        <a:srgbClr val="7F7F7F"/>
      </a:folHlink>
    </a:clrScheme>
    <a:fontScheme name="Deloitte Powerpoin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accent3"/>
        </a:solidFill>
        <a:ln w="19050" algn="ctr">
          <a:noFill/>
          <a:miter lim="800000"/>
          <a:headEnd/>
          <a:tailEnd/>
        </a:ln>
      </a:spPr>
      <a:bodyPr wrap="square" lIns="88900" tIns="88900" rIns="88900" bIns="88900" rtlCol="0" anchor="ctr"/>
      <a:lstStyle>
        <a:defPPr>
          <a:lnSpc>
            <a:spcPct val="106000"/>
          </a:lnSpc>
          <a:buFont typeface="Wingdings 2" pitchFamily="18" charset="2"/>
          <a:buNone/>
          <a:defRPr sz="1600" b="1" dirty="0" smtClean="0">
            <a:solidFill>
              <a:schemeClr val="bg1"/>
            </a:solidFill>
          </a:defRPr>
        </a:defPPr>
      </a:lstStyle>
    </a:spDef>
    <a:lnDef>
      <a:spPr>
        <a:ln>
          <a:solidFill>
            <a:schemeClr val="tx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203200" indent="-203200">
          <a:spcBef>
            <a:spcPts val="600"/>
          </a:spcBef>
          <a:buSzPct val="100000"/>
          <a:buFont typeface="Arial"/>
          <a:buChar char="�"/>
          <a:defRPr dirty="0" smtClean="0">
            <a:solidFill>
              <a:srgbClr val="313131"/>
            </a:solidFill>
          </a:defRPr>
        </a:defPPr>
      </a:lstStyle>
    </a:txDef>
  </a:objectDefaults>
  <a:extraClrSchemeLst/>
  <a:custClrLst>
    <a:custClr name="Green 7">
      <a:srgbClr val="2C5234"/>
    </a:custClr>
    <a:custClr name="Green 6">
      <a:srgbClr val="046A38"/>
    </a:custClr>
    <a:custClr name="Green 5">
      <a:srgbClr val="009A44"/>
    </a:custClr>
    <a:custClr name="Green 4">
      <a:srgbClr val="43B02A"/>
    </a:custClr>
    <a:custClr name="Deloitte Green">
      <a:srgbClr val="86BC25"/>
    </a:custClr>
    <a:custClr name="Green 2">
      <a:srgbClr val="C4D600"/>
    </a:custClr>
    <a:custClr name="Green 1">
      <a:srgbClr val="E3E48D"/>
    </a:custClr>
    <a:custClr name="Teal 7">
      <a:srgbClr val="004F59"/>
    </a:custClr>
    <a:custClr name="Teal 6">
      <a:srgbClr val="007680"/>
    </a:custClr>
    <a:custClr name="Teal 5">
      <a:srgbClr val="0097A9"/>
    </a:custClr>
    <a:custClr name="Teal 4">
      <a:srgbClr val="00ABAB"/>
    </a:custClr>
    <a:custClr name="Teal 3">
      <a:srgbClr val="6FC2B4"/>
    </a:custClr>
    <a:custClr name="Teal 2">
      <a:srgbClr val="9DD4CF"/>
    </a:custClr>
    <a:custClr name="Teal 1">
      <a:srgbClr val="DDEFE8"/>
    </a:custClr>
    <a:custClr name="Blue 7">
      <a:srgbClr val="041E42"/>
    </a:custClr>
    <a:custClr name="Blue 6">
      <a:srgbClr val="012169"/>
    </a:custClr>
    <a:custClr name="Blue 5">
      <a:srgbClr val="005587"/>
    </a:custClr>
    <a:custClr name="Blue 4">
      <a:srgbClr val="0076A8"/>
    </a:custClr>
    <a:custClr name="Blue 3">
      <a:srgbClr val="00A3E0"/>
    </a:custClr>
    <a:custClr name="Blue 2">
      <a:srgbClr val="62B5E5"/>
    </a:custClr>
    <a:custClr name="Blue 1">
      <a:srgbClr val="A0DCFF"/>
    </a:custClr>
    <a:custClr name="Cool Gray 11">
      <a:srgbClr val="53565A"/>
    </a:custClr>
    <a:custClr name="Cool Gray 10">
      <a:srgbClr val="63666A"/>
    </a:custClr>
    <a:custClr name="Cool Gray 9">
      <a:srgbClr val="75787B"/>
    </a:custClr>
    <a:custClr name="Cool Gray 7">
      <a:srgbClr val="97999B"/>
    </a:custClr>
    <a:custClr name="Cool Gray 6">
      <a:srgbClr val="A7A8AA"/>
    </a:custClr>
    <a:custClr name="Cool Gray 4">
      <a:srgbClr val="BBBCBC"/>
    </a:custClr>
    <a:custClr name="Cool Gray 2">
      <a:srgbClr val="D0D0CE"/>
    </a:custClr>
    <a:custClr name="White">
      <a:srgbClr val="FFFFFF"/>
    </a:custClr>
    <a:custClr name="Black">
      <a:srgbClr val="000000"/>
    </a:custClr>
    <a:custClr name="Red">
      <a:srgbClr val="DA291C"/>
    </a:custClr>
    <a:custClr name="Orange">
      <a:srgbClr val="ED8B00"/>
    </a:custClr>
    <a:custClr name="Yellow">
      <a:srgbClr val="FFCD00"/>
    </a:custClr>
  </a:custClrLst>
  <a:extLst>
    <a:ext uri="{05A4C25C-085E-4340-85A3-A5531E510DB2}">
      <thm15:themeFamily xmlns:thm15="http://schemas.microsoft.com/office/thememl/2012/main" name="Deloitte_4_3_Onscreen.potx" id="{300F3ED9-9C4C-4838-B157-107BB206E623}" vid="{ABD9136E-862F-4680-B56C-E8832C898BE1}"/>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6EABACCD3B39C49923CC76F9A3899B0" ma:contentTypeVersion="10" ma:contentTypeDescription="Create a new document." ma:contentTypeScope="" ma:versionID="888edbca11eac38050b29462c56b3d83">
  <xsd:schema xmlns:xsd="http://www.w3.org/2001/XMLSchema" xmlns:xs="http://www.w3.org/2001/XMLSchema" xmlns:p="http://schemas.microsoft.com/office/2006/metadata/properties" xmlns:ns2="88ac10d5-d499-482e-8b56-6ab71e10844d" xmlns:ns3="b34fac16-a9a4-4d97-96d6-3d67277b3bbb" targetNamespace="http://schemas.microsoft.com/office/2006/metadata/properties" ma:root="true" ma:fieldsID="b2578cae4076c3a00574eaa070b195d6" ns2:_="" ns3:_="">
    <xsd:import namespace="88ac10d5-d499-482e-8b56-6ab71e10844d"/>
    <xsd:import namespace="b34fac16-a9a4-4d97-96d6-3d67277b3bb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8ac10d5-d499-482e-8b56-6ab71e10844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798d900d-0589-4081-96eb-513de833a50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4fac16-a9a4-4d97-96d6-3d67277b3bb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b26a010e-ed09-4f8f-afe2-969c013c94e7}" ma:internalName="TaxCatchAll" ma:showField="CatchAllData" ma:web="b34fac16-a9a4-4d97-96d6-3d67277b3bb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pe:Receivers xmlns:spe="http://schemas.microsoft.com/sharepoint/events">
  <Receiver>
    <Name>Document ID Generator</Name>
    <Synchronization>Synchronous</Synchronization>
    <Type>10001</Type>
    <SequenceNumber>1000</SequenceNumber>
    <Assembly>Microsoft.Office.DocumentManagement, Version=14.0.0.0, Culture=neutral, PublicKeyToken=71e9bce111e9429c</Assembly>
    <Class>Microsoft.Office.DocumentManagement.Internal.DocIdHandler</Class>
    <Data/>
    <Filter/>
  </Receiver>
  <Receiver>
    <Name>Document ID Generator</Name>
    <Synchronization>Synchronous</Synchronization>
    <Type>10002</Type>
    <SequenceNumber>1001</SequenceNumber>
    <Assembly>Microsoft.Office.DocumentManagement, Version=14.0.0.0, Culture=neutral, PublicKeyToken=71e9bce111e9429c</Assembly>
    <Class>Microsoft.Office.DocumentManagement.Internal.DocIdHandler</Class>
    <Data/>
    <Filter/>
  </Receiver>
  <Receiver>
    <Name>Document ID Generator</Name>
    <Synchronization>Synchronous</Synchronization>
    <Type>10004</Type>
    <SequenceNumber>1002</SequenceNumber>
    <Assembly>Microsoft.Office.DocumentManagement, Version=14.0.0.0, Culture=neutral, PublicKeyToken=71e9bce111e9429c</Assembly>
    <Class>Microsoft.Office.DocumentManagement.Internal.DocIdHandler</Class>
    <Data/>
    <Filter/>
  </Receiver>
  <Receiver>
    <Name>Document ID Generator</Name>
    <Synchronization>Synchronous</Synchronization>
    <Type>10006</Type>
    <SequenceNumber>1003</SequenceNumber>
    <Assembly>Microsoft.Office.DocumentManagement, Version=14.0.0.0, Culture=neutral, PublicKeyToken=71e9bce111e9429c</Assembly>
    <Class>Microsoft.Office.DocumentManagement.Internal.DocIdHandler</Class>
    <Data/>
    <Filter/>
  </Receiver>
</spe:Receivers>
</file>

<file path=customXml/item3.xml><?xml version="1.0" encoding="utf-8"?>
<p:properties xmlns:p="http://schemas.microsoft.com/office/2006/metadata/properties" xmlns:xsi="http://www.w3.org/2001/XMLSchema-instance" xmlns:pc="http://schemas.microsoft.com/office/infopath/2007/PartnerControls">
  <documentManagement>
    <TaxCatchAll xmlns="b34fac16-a9a4-4d97-96d6-3d67277b3bbb">
      <Value>2</Value>
      <Value>19</Value>
    </TaxCatchAll>
    <lcf76f155ced4ddcb4097134ff3c332f xmlns="88ac10d5-d499-482e-8b56-6ab71e10844d">
      <Terms xmlns="http://schemas.microsoft.com/office/infopath/2007/PartnerControls"/>
    </lcf76f155ced4ddcb4097134ff3c332f>
  </documentManagement>
</p:properties>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E2323E61-3297-4962-8C7D-4076D36BDBE4}"/>
</file>

<file path=customXml/itemProps2.xml><?xml version="1.0" encoding="utf-8"?>
<ds:datastoreItem xmlns:ds="http://schemas.openxmlformats.org/officeDocument/2006/customXml" ds:itemID="{B7C84A36-A2BE-4576-9BC5-73C92AEB2955}">
  <ds:schemaRefs>
    <ds:schemaRef ds:uri="http://schemas.microsoft.com/sharepoint/events"/>
  </ds:schemaRefs>
</ds:datastoreItem>
</file>

<file path=customXml/itemProps3.xml><?xml version="1.0" encoding="utf-8"?>
<ds:datastoreItem xmlns:ds="http://schemas.openxmlformats.org/officeDocument/2006/customXml" ds:itemID="{B054D36E-9EF4-45FB-A110-F5062C6023D7}">
  <ds:schemaRefs>
    <ds:schemaRef ds:uri="2e263111-b571-4954-8ad9-3d41fbcd6be7"/>
    <ds:schemaRef ds:uri="http://schemas.openxmlformats.org/package/2006/metadata/core-properties"/>
    <ds:schemaRef ds:uri="8DD08C88-CC4C-4D35-9129-A70DAA36BE5E"/>
    <ds:schemaRef ds:uri="http://schemas.microsoft.com/office/2006/documentManagement/types"/>
    <ds:schemaRef ds:uri="http://www.w3.org/XML/1998/namespace"/>
    <ds:schemaRef ds:uri="7D1768DD-F29E-4DC2-9191-F2636B9FA92C"/>
    <ds:schemaRef ds:uri="http://purl.org/dc/terms/"/>
    <ds:schemaRef ds:uri="http://purl.org/dc/dcmitype/"/>
    <ds:schemaRef ds:uri="203f0f4d-b3b9-4ed8-8c19-eebed11dd308"/>
    <ds:schemaRef ds:uri="5a51c775-c49c-428b-8c1e-2f89178d00f4"/>
    <ds:schemaRef ds:uri="http://purl.org/dc/elements/1.1/"/>
    <ds:schemaRef ds:uri="http://schemas.microsoft.com/sharepoint/v3"/>
    <ds:schemaRef ds:uri="http://schemas.microsoft.com/office/infopath/2007/PartnerControls"/>
    <ds:schemaRef ds:uri="http://schemas.microsoft.com/office/2006/metadata/properties"/>
    <ds:schemaRef ds:uri="39C40E9B-856B-46A7-8793-65A6FC1828D8"/>
    <ds:schemaRef ds:uri="83DDB362-4C05-4E52-A8D9-EF2F47978B8D"/>
    <ds:schemaRef ds:uri="428bb8f6-6046-4ac8-a522-70af368045b5"/>
  </ds:schemaRefs>
</ds:datastoreItem>
</file>

<file path=customXml/itemProps4.xml><?xml version="1.0" encoding="utf-8"?>
<ds:datastoreItem xmlns:ds="http://schemas.openxmlformats.org/officeDocument/2006/customXml" ds:itemID="{124D7DF5-2DEA-4939-A487-A40714D422A9}">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4_3 Deloitte Consulting PPT Template</Template>
  <TotalTime>53508</TotalTime>
  <Words>23910</Words>
  <Application>Microsoft Office PowerPoint</Application>
  <PresentationFormat>Widescreen</PresentationFormat>
  <Paragraphs>3312</Paragraphs>
  <Slides>148</Slides>
  <Notes>17</Notes>
  <HiddenSlides>0</HiddenSlides>
  <MMClips>0</MMClips>
  <ScaleCrop>false</ScaleCrop>
  <HeadingPairs>
    <vt:vector size="8" baseType="variant">
      <vt:variant>
        <vt:lpstr>Fonts Used</vt:lpstr>
      </vt:variant>
      <vt:variant>
        <vt:i4>7</vt:i4>
      </vt:variant>
      <vt:variant>
        <vt:lpstr>Theme</vt:lpstr>
      </vt:variant>
      <vt:variant>
        <vt:i4>4</vt:i4>
      </vt:variant>
      <vt:variant>
        <vt:lpstr>Embedded OLE Servers</vt:lpstr>
      </vt:variant>
      <vt:variant>
        <vt:i4>1</vt:i4>
      </vt:variant>
      <vt:variant>
        <vt:lpstr>Slide Titles</vt:lpstr>
      </vt:variant>
      <vt:variant>
        <vt:i4>148</vt:i4>
      </vt:variant>
    </vt:vector>
  </HeadingPairs>
  <TitlesOfParts>
    <vt:vector size="160" baseType="lpstr">
      <vt:lpstr>Arial</vt:lpstr>
      <vt:lpstr>Calibri</vt:lpstr>
      <vt:lpstr>Calibri Light</vt:lpstr>
      <vt:lpstr>Courier New</vt:lpstr>
      <vt:lpstr>Symbol</vt:lpstr>
      <vt:lpstr>Verdana</vt:lpstr>
      <vt:lpstr>Wingdings 2</vt:lpstr>
      <vt:lpstr>Deloitte 16_9 onscreen</vt:lpstr>
      <vt:lpstr>Theme1</vt:lpstr>
      <vt:lpstr>Deloitte Brand Theme</vt:lpstr>
      <vt:lpstr>1_Deloitte 16_9 onscreen</vt:lpstr>
      <vt:lpstr>think-cell Slide</vt:lpstr>
      <vt:lpstr>Headline Verdana Bold</vt:lpstr>
      <vt:lpstr>PowerPoint Presentation</vt:lpstr>
      <vt:lpstr>Contents</vt:lpstr>
      <vt:lpstr>Introduction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Business Models Envisaged</vt:lpstr>
      <vt:lpstr>PowerPoint Presentation</vt:lpstr>
      <vt:lpstr>PowerPoint Presentation</vt:lpstr>
      <vt:lpstr>PowerPoint Presentation</vt:lpstr>
      <vt:lpstr>PowerPoint Presentation</vt:lpstr>
      <vt:lpstr>Assessment of Solar Capacity</vt:lpstr>
      <vt:lpstr>PowerPoint Presentation</vt:lpstr>
      <vt:lpstr>PowerPoint Presentation</vt:lpstr>
      <vt:lpstr>PowerPoint Presentation</vt:lpstr>
      <vt:lpstr>Assessment of Solar Capacity (at consumption-end) for Self-Consumption and Solar Capacity for Surplus Sale </vt:lpstr>
      <vt:lpstr>Assessment of Captive Solar Capacities (at generation-end) for different location-options</vt:lpstr>
      <vt:lpstr>Financial Assessment of various Business Models for Self-Consumption</vt:lpstr>
      <vt:lpstr>PowerPoint Presentation</vt:lpstr>
      <vt:lpstr>Projections of Discom Energy Charge Rates</vt:lpstr>
      <vt:lpstr>Projections of Other Regulatory Charges related to Open Access (1/2) </vt:lpstr>
      <vt:lpstr>Projections of Other Regulatory Charges related to Open Access (2/2) </vt:lpstr>
      <vt:lpstr>PowerPoint Presentation</vt:lpstr>
      <vt:lpstr>Charges Applicable for Various Options- Captive</vt:lpstr>
      <vt:lpstr>PowerPoint Presentation</vt:lpstr>
      <vt:lpstr>Option 1: Comparison of Cost of Energy- Own Land (Rs./KWh)</vt:lpstr>
      <vt:lpstr>Option 2: Comparison of Cost of Energy- Own Land (Rs./KWh)</vt:lpstr>
      <vt:lpstr>Option 3: Comparison of Cost of Energy- Own Land (Rs./KWh)</vt:lpstr>
      <vt:lpstr>Savings (Rs. Crore)- For Own Land</vt:lpstr>
      <vt:lpstr>Equity IRR (%)- Own Land</vt:lpstr>
      <vt:lpstr>PowerPoint Presentation</vt:lpstr>
      <vt:lpstr>Option 1: Comparison of Cost of Energy- Others’ Land (Rs./KWh)</vt:lpstr>
      <vt:lpstr>Option 2: Comparison of Cost of Energy- Others’ Land (Rs./KWh)</vt:lpstr>
      <vt:lpstr>Option 3: Comparison of Cost of Energy- Others’ Land (Rs./KWh)</vt:lpstr>
      <vt:lpstr>Savings (Rs. Crore)- For Others’ Land</vt:lpstr>
      <vt:lpstr>Equity IRR (%)- Others’ Land</vt:lpstr>
      <vt:lpstr>PowerPoint Presentation</vt:lpstr>
      <vt:lpstr>Charges Applicable for Various Options- BOO</vt:lpstr>
      <vt:lpstr>Option 1: Comparison of Cost of Energy- BOO (Rs./KWh)</vt:lpstr>
      <vt:lpstr>Option 2: Comparison of Cost of Energy- BOO (Rs./KWh)</vt:lpstr>
      <vt:lpstr>Option 3: Comparison of Cost of Energy- BOO (Rs./KWh)</vt:lpstr>
      <vt:lpstr>Savings (Rs. Crore)- For BOO (PPA mode)</vt:lpstr>
      <vt:lpstr>PowerPoint Presentation</vt:lpstr>
      <vt:lpstr>Charges Applicable for Various Options- Government Scheme</vt:lpstr>
      <vt:lpstr>Option 3: Comparison of Cost of Energy- Government Scheme Projects</vt:lpstr>
      <vt:lpstr>Savings (Rs. Crore)- For Government Scheme Projects (PPA Mode)</vt:lpstr>
      <vt:lpstr>PowerPoint Presentation</vt:lpstr>
      <vt:lpstr>Comparison of Various Business Models based on the Financial Savings</vt:lpstr>
      <vt:lpstr>Comparison of Risks of Different Models</vt:lpstr>
      <vt:lpstr>Comparison of Various Business Models based on the Risk and Implementation Factors</vt:lpstr>
      <vt:lpstr>Land Assessment</vt:lpstr>
      <vt:lpstr>Land Parcels Preferability Assessment (1/2)</vt:lpstr>
      <vt:lpstr>Land Parcels Preferability Assessment (2/2)</vt:lpstr>
      <vt:lpstr>Assessment of Land Requirement vis-à-vis Land Availability (1/2)</vt:lpstr>
      <vt:lpstr>Assessment of Land Requirement vis-à-vis Land Availability (2/2)</vt:lpstr>
      <vt:lpstr>PowerPoint Presentation</vt:lpstr>
      <vt:lpstr>Comparison of Various Business Models based on the Land Availability</vt:lpstr>
      <vt:lpstr>Procedural Requirements</vt:lpstr>
      <vt:lpstr>PowerPoint Presentation</vt:lpstr>
      <vt:lpstr>Procedure for NOC / Registration of Solar Power Projects in Chhattisgarh</vt:lpstr>
      <vt:lpstr>Criteria for Voltage-level of Connectivity (1/2)</vt:lpstr>
      <vt:lpstr>Criteria for Voltage-level of Connectivity (2/2)</vt:lpstr>
      <vt:lpstr>Procedure and Timeline for Application for Connectivity (1/2)</vt:lpstr>
      <vt:lpstr>Procedure and Timeline for Application for Connectivity (2/2)</vt:lpstr>
      <vt:lpstr>Application Fee for Connectivity in Chhattisgarh</vt:lpstr>
      <vt:lpstr>Provisions regarding Evacuation Infrastructure</vt:lpstr>
      <vt:lpstr>Categories and Eligibility Criteria for Open Access</vt:lpstr>
      <vt:lpstr>Nodal agency, Application fee, Documents and Time-frame for Long-Term Open Access in Chhattisgarh</vt:lpstr>
      <vt:lpstr>Nodal agency, Application fee, Documents and Time-frame for Long-Term Inter-State Open Access (i.e. power interchange with other state)</vt:lpstr>
      <vt:lpstr>Other Salient Aspects in relation to Long-Term Open Access in Chhattisgarh</vt:lpstr>
      <vt:lpstr>PowerPoint Presentation</vt:lpstr>
      <vt:lpstr>Procedure for Registration and Administrative Approval for Solar Power Projects in Madhya Pradesh</vt:lpstr>
      <vt:lpstr>Capacity criteria and Provisions for construction of Evacuation Infrastructure in respect of Solar Power Projects in Madhya Pradesh</vt:lpstr>
      <vt:lpstr>Criteria for Voltage-level of Connectivity</vt:lpstr>
      <vt:lpstr>Procedure and Timeline for Application for Connectivity</vt:lpstr>
      <vt:lpstr>Connection Agreement</vt:lpstr>
      <vt:lpstr>Categories and Eligibility Criteria for Open Access</vt:lpstr>
      <vt:lpstr>Procedure for availing Long-term Open Access</vt:lpstr>
      <vt:lpstr>PowerPoint Presentation</vt:lpstr>
      <vt:lpstr>Comparison of procedures for different models</vt:lpstr>
      <vt:lpstr>Assessment of Potential Avenues for Sale of Surplus Solar Energy</vt:lpstr>
      <vt:lpstr>Various Avenues for Sale of Solar Energy</vt:lpstr>
      <vt:lpstr>PowerPoint Presentation</vt:lpstr>
      <vt:lpstr>Regulatory Provisions in Madhya Pradesh for Sale of Solar Energy to Discoms (1/2)</vt:lpstr>
      <vt:lpstr>Regulatory Provisions in Madhya Pradesh for Sale of Solar Energy to Discoms (2/2)</vt:lpstr>
      <vt:lpstr>Projected Solar RPO shortfall for MP Discoms in future years provides potential opportunity for SECL to sale solar power to MP Discoms</vt:lpstr>
      <vt:lpstr>PowerPoint Presentation</vt:lpstr>
      <vt:lpstr>Concept of Energy Banking</vt:lpstr>
      <vt:lpstr>Regulatory Provisions in Chhattisgarh for Energy Banking (1/2)</vt:lpstr>
      <vt:lpstr>Regulatory Provisions in Chhattisgarh for Energy Banking (2/2)</vt:lpstr>
      <vt:lpstr>Regulatory Provisions in Madhya Pradesh for Energy Banking</vt:lpstr>
      <vt:lpstr>Energy Banking – Implications for SECL</vt:lpstr>
      <vt:lpstr>PowerPoint Presentation</vt:lpstr>
      <vt:lpstr>Energy Exchange</vt:lpstr>
      <vt:lpstr>IEX Market Structure: Green Term Ahead Market (G-TAM)</vt:lpstr>
      <vt:lpstr>IEX Market Structure: Green Day Ahead Market (G-DAM)</vt:lpstr>
      <vt:lpstr>PXIL Market Structure: Green Term Ahead Market (G-TAM)</vt:lpstr>
      <vt:lpstr>IEX Market Trends</vt:lpstr>
      <vt:lpstr>Sale through Power Exchanges– Implications for SECL</vt:lpstr>
      <vt:lpstr>PowerPoint Presentation</vt:lpstr>
      <vt:lpstr>Concept of Power Trading</vt:lpstr>
      <vt:lpstr>Sale to Power Traders – Implications for SECL</vt:lpstr>
      <vt:lpstr>PowerPoint Presentation</vt:lpstr>
      <vt:lpstr>Sale to Open Access Consumers – Implications for SECL</vt:lpstr>
      <vt:lpstr>PowerPoint Presentation</vt:lpstr>
      <vt:lpstr>Concept of Renewable Energy Certificate (REC)</vt:lpstr>
      <vt:lpstr>REC process and recent transaction trend</vt:lpstr>
      <vt:lpstr>Sale of REC – Implications for SECL</vt:lpstr>
      <vt:lpstr>Comparison of Various Options for Surplus Power Selling of SECL</vt:lpstr>
      <vt:lpstr>Evaluation Summary</vt:lpstr>
      <vt:lpstr>PowerPoint Presentation</vt:lpstr>
      <vt:lpstr>Final Rating for Comparison of the Models for Self Consumption</vt:lpstr>
      <vt:lpstr>Recommendations for SECL for choice of Project Models for Self Consumption</vt:lpstr>
      <vt:lpstr>PowerPoint Presentation</vt:lpstr>
      <vt:lpstr>Comparison of Various Options for Surplus Power Selling of SECL</vt:lpstr>
      <vt:lpstr>Recommendations for SECL for choice of Options for Sale of Surplus Power</vt:lpstr>
      <vt:lpstr>Conclusion and Way Forward</vt:lpstr>
      <vt:lpstr>Way Forward for establishing solar power plant for self consumption</vt:lpstr>
      <vt:lpstr>Way Forward for establishing solar power plant for sale to other parties</vt:lpstr>
      <vt:lpstr>Way forward in terms of Institutional Readiness</vt:lpstr>
      <vt:lpstr>Summary of Recommendation and Key Steps to be Undertaken</vt:lpstr>
      <vt:lpstr>Alternatives for SECL</vt:lpstr>
      <vt:lpstr>Annexures</vt:lpstr>
      <vt:lpstr>PowerPoint Presentation</vt:lpstr>
      <vt:lpstr>CPSU Scheme Phase-II</vt:lpstr>
      <vt:lpstr>History of award of solar projects under CPSU Scheme Phase-II</vt:lpstr>
      <vt:lpstr>PowerPoint Presentation</vt:lpstr>
      <vt:lpstr>PowerPoint Presentation</vt:lpstr>
      <vt:lpstr>PowerPoint Presentation</vt:lpstr>
      <vt:lpstr>Criteria for CPP as per the Electricity Rules 2005 CPP Plants have some critical criteria and hence CPP plant needs to be segregated from the surplus sales plant</vt:lpstr>
      <vt:lpstr>Criteria for CPP as per the Electricity Rules 2005 (1/2) 1. Ownership Criteria</vt:lpstr>
      <vt:lpstr>Criteria for CPP as per the Electricity Rules 2005 (2/2) 2. Electricity Consumption Criteria</vt:lpstr>
      <vt:lpstr>PowerPoint Presentation</vt:lpstr>
      <vt:lpstr>Status of tie-up of Solar Projects awarded under CPSU Scheme Ph-II Tranche-III, and probable un-tied capacities</vt:lpstr>
      <vt:lpstr>PowerPoint Presentation</vt:lpstr>
      <vt:lpstr>Details of Leading EPC-cum-O&amp;M Players</vt:lpstr>
      <vt:lpstr>Details of Leading Owner’s Engineer-cum-PMC Players</vt:lpstr>
      <vt:lpstr>PowerPoint Presentation</vt:lpstr>
      <vt:lpstr>Landed Cost of Solar Energy under BOO-mode (Rs/kWh)</vt:lpstr>
      <vt:lpstr>Landed Cost of Solar Energy under BOO-mode (Rs/kWh)</vt:lpstr>
      <vt:lpstr>Landed Cost of Solar Energy under BOO-mode (Rs/kWh)</vt:lpstr>
      <vt:lpstr>Landed Cost of Solar Energy under GOI Scheme (Rs/kWh)</vt:lpstr>
      <vt:lpstr>PowerPoint Presentation</vt:lpstr>
    </vt:vector>
  </TitlesOfParts>
  <Company>Deloitte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Headline Verdana Bold</dc:title>
  <dc:subject/>
  <dc:creator>Chirag Kadam</dc:creator>
  <cp:keywords/>
  <cp:lastModifiedBy>Banerjee, Rajeswar</cp:lastModifiedBy>
  <cp:revision>1987</cp:revision>
  <cp:lastPrinted>2014-06-25T02:16:22Z</cp:lastPrinted>
  <dcterms:created xsi:type="dcterms:W3CDTF">2016-11-09T03:29:25Z</dcterms:created>
  <dcterms:modified xsi:type="dcterms:W3CDTF">2022-12-22T08:18:18Z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0x01010046EABACCD3B39C49923CC76F9A3899B0</vt:lpwstr>
  </property>
  <property fmtid="{D5CDD505-2E9C-101B-9397-08002B2CF9AE}" pid="3" name="Local Content Type">
    <vt:lpwstr/>
  </property>
  <property fmtid="{D5CDD505-2E9C-101B-9397-08002B2CF9AE}" pid="4" name="TaxKeyword">
    <vt:lpwstr/>
  </property>
  <property fmtid="{D5CDD505-2E9C-101B-9397-08002B2CF9AE}" pid="5" name="Global Client Services">
    <vt:lpwstr/>
  </property>
  <property fmtid="{D5CDD505-2E9C-101B-9397-08002B2CF9AE}" pid="6" name="Geography">
    <vt:lpwstr>19;#Global (2542)|163e196f-7511-4639-90b6-ed85c9d9c37c</vt:lpwstr>
  </property>
  <property fmtid="{D5CDD505-2E9C-101B-9397-08002B2CF9AE}" pid="7" name="Local Industry">
    <vt:lpwstr/>
  </property>
  <property fmtid="{D5CDD505-2E9C-101B-9397-08002B2CF9AE}" pid="8" name="Global Industry">
    <vt:lpwstr/>
  </property>
  <property fmtid="{D5CDD505-2E9C-101B-9397-08002B2CF9AE}" pid="9" name="Global Content Type">
    <vt:lpwstr/>
  </property>
  <property fmtid="{D5CDD505-2E9C-101B-9397-08002B2CF9AE}" pid="10" name="LanguageB">
    <vt:lpwstr>2;#English|b169a262-1aaa-4ccb-9acf-78a36c1d9bab</vt:lpwstr>
  </property>
  <property fmtid="{D5CDD505-2E9C-101B-9397-08002B2CF9AE}" pid="11" name="Local Client Services">
    <vt:lpwstr/>
  </property>
  <property fmtid="{D5CDD505-2E9C-101B-9397-08002B2CF9AE}" pid="12" name="MSIP_Label_ea60d57e-af5b-4752-ac57-3e4f28ca11dc_Enabled">
    <vt:lpwstr>true</vt:lpwstr>
  </property>
  <property fmtid="{D5CDD505-2E9C-101B-9397-08002B2CF9AE}" pid="13" name="MSIP_Label_ea60d57e-af5b-4752-ac57-3e4f28ca11dc_SetDate">
    <vt:lpwstr>2022-01-18T05:21:42Z</vt:lpwstr>
  </property>
  <property fmtid="{D5CDD505-2E9C-101B-9397-08002B2CF9AE}" pid="14" name="MSIP_Label_ea60d57e-af5b-4752-ac57-3e4f28ca11dc_Method">
    <vt:lpwstr>Standard</vt:lpwstr>
  </property>
  <property fmtid="{D5CDD505-2E9C-101B-9397-08002B2CF9AE}" pid="15" name="MSIP_Label_ea60d57e-af5b-4752-ac57-3e4f28ca11dc_Name">
    <vt:lpwstr>ea60d57e-af5b-4752-ac57-3e4f28ca11dc</vt:lpwstr>
  </property>
  <property fmtid="{D5CDD505-2E9C-101B-9397-08002B2CF9AE}" pid="16" name="MSIP_Label_ea60d57e-af5b-4752-ac57-3e4f28ca11dc_SiteId">
    <vt:lpwstr>36da45f1-dd2c-4d1f-af13-5abe46b99921</vt:lpwstr>
  </property>
  <property fmtid="{D5CDD505-2E9C-101B-9397-08002B2CF9AE}" pid="17" name="MSIP_Label_ea60d57e-af5b-4752-ac57-3e4f28ca11dc_ActionId">
    <vt:lpwstr>7faf60db-c849-426f-bd9d-2709beefd1b4</vt:lpwstr>
  </property>
  <property fmtid="{D5CDD505-2E9C-101B-9397-08002B2CF9AE}" pid="18" name="MSIP_Label_ea60d57e-af5b-4752-ac57-3e4f28ca11dc_ContentBits">
    <vt:lpwstr>0</vt:lpwstr>
  </property>
</Properties>
</file>